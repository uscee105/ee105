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ppt/ink/ink2948.xml" ContentType="application/inkml+xml"/>
  <Override PartName="/ppt/ink/ink2949.xml" ContentType="application/inkml+xml"/>
  <Override PartName="/ppt/ink/ink2950.xml" ContentType="application/inkml+xml"/>
  <Override PartName="/ppt/ink/ink2951.xml" ContentType="application/inkml+xml"/>
  <Override PartName="/ppt/ink/ink2952.xml" ContentType="application/inkml+xml"/>
  <Override PartName="/ppt/ink/ink2953.xml" ContentType="application/inkml+xml"/>
  <Override PartName="/ppt/ink/ink2954.xml" ContentType="application/inkml+xml"/>
  <Override PartName="/ppt/ink/ink2955.xml" ContentType="application/inkml+xml"/>
  <Override PartName="/ppt/ink/ink2956.xml" ContentType="application/inkml+xml"/>
  <Override PartName="/ppt/ink/ink2957.xml" ContentType="application/inkml+xml"/>
  <Override PartName="/ppt/ink/ink2958.xml" ContentType="application/inkml+xml"/>
  <Override PartName="/ppt/ink/ink2959.xml" ContentType="application/inkml+xml"/>
  <Override PartName="/ppt/ink/ink2960.xml" ContentType="application/inkml+xml"/>
  <Override PartName="/ppt/ink/ink2961.xml" ContentType="application/inkml+xml"/>
  <Override PartName="/ppt/ink/ink2962.xml" ContentType="application/inkml+xml"/>
  <Override PartName="/ppt/ink/ink2963.xml" ContentType="application/inkml+xml"/>
  <Override PartName="/ppt/ink/ink2964.xml" ContentType="application/inkml+xml"/>
  <Override PartName="/ppt/ink/ink2965.xml" ContentType="application/inkml+xml"/>
  <Override PartName="/ppt/ink/ink2966.xml" ContentType="application/inkml+xml"/>
  <Override PartName="/ppt/ink/ink2967.xml" ContentType="application/inkml+xml"/>
  <Override PartName="/ppt/ink/ink2968.xml" ContentType="application/inkml+xml"/>
  <Override PartName="/ppt/ink/ink2969.xml" ContentType="application/inkml+xml"/>
  <Override PartName="/ppt/ink/ink2970.xml" ContentType="application/inkml+xml"/>
  <Override PartName="/ppt/ink/ink2971.xml" ContentType="application/inkml+xml"/>
  <Override PartName="/ppt/ink/ink2972.xml" ContentType="application/inkml+xml"/>
  <Override PartName="/ppt/ink/ink2973.xml" ContentType="application/inkml+xml"/>
  <Override PartName="/ppt/ink/ink2974.xml" ContentType="application/inkml+xml"/>
  <Override PartName="/ppt/ink/ink2975.xml" ContentType="application/inkml+xml"/>
  <Override PartName="/ppt/ink/ink2976.xml" ContentType="application/inkml+xml"/>
  <Override PartName="/ppt/ink/ink2977.xml" ContentType="application/inkml+xml"/>
  <Override PartName="/ppt/ink/ink2978.xml" ContentType="application/inkml+xml"/>
  <Override PartName="/ppt/ink/ink2979.xml" ContentType="application/inkml+xml"/>
  <Override PartName="/ppt/ink/ink2980.xml" ContentType="application/inkml+xml"/>
  <Override PartName="/ppt/ink/ink2981.xml" ContentType="application/inkml+xml"/>
  <Override PartName="/ppt/ink/ink2982.xml" ContentType="application/inkml+xml"/>
  <Override PartName="/ppt/ink/ink2983.xml" ContentType="application/inkml+xml"/>
  <Override PartName="/ppt/ink/ink2984.xml" ContentType="application/inkml+xml"/>
  <Override PartName="/ppt/ink/ink2985.xml" ContentType="application/inkml+xml"/>
  <Override PartName="/ppt/ink/ink2986.xml" ContentType="application/inkml+xml"/>
  <Override PartName="/ppt/ink/ink2987.xml" ContentType="application/inkml+xml"/>
  <Override PartName="/ppt/ink/ink2988.xml" ContentType="application/inkml+xml"/>
  <Override PartName="/ppt/ink/ink2989.xml" ContentType="application/inkml+xml"/>
  <Override PartName="/ppt/ink/ink2990.xml" ContentType="application/inkml+xml"/>
  <Override PartName="/ppt/ink/ink2991.xml" ContentType="application/inkml+xml"/>
  <Override PartName="/ppt/ink/ink2992.xml" ContentType="application/inkml+xml"/>
  <Override PartName="/ppt/ink/ink2993.xml" ContentType="application/inkml+xml"/>
  <Override PartName="/ppt/ink/ink2994.xml" ContentType="application/inkml+xml"/>
  <Override PartName="/ppt/ink/ink2995.xml" ContentType="application/inkml+xml"/>
  <Override PartName="/ppt/ink/ink2996.xml" ContentType="application/inkml+xml"/>
  <Override PartName="/ppt/ink/ink2997.xml" ContentType="application/inkml+xml"/>
  <Override PartName="/ppt/ink/ink2998.xml" ContentType="application/inkml+xml"/>
  <Override PartName="/ppt/ink/ink2999.xml" ContentType="application/inkml+xml"/>
  <Override PartName="/ppt/ink/ink3000.xml" ContentType="application/inkml+xml"/>
  <Override PartName="/ppt/ink/ink3001.xml" ContentType="application/inkml+xml"/>
  <Override PartName="/ppt/ink/ink3002.xml" ContentType="application/inkml+xml"/>
  <Override PartName="/ppt/ink/ink3003.xml" ContentType="application/inkml+xml"/>
  <Override PartName="/ppt/ink/ink3004.xml" ContentType="application/inkml+xml"/>
  <Override PartName="/ppt/ink/ink3005.xml" ContentType="application/inkml+xml"/>
  <Override PartName="/ppt/ink/ink3006.xml" ContentType="application/inkml+xml"/>
  <Override PartName="/ppt/ink/ink3007.xml" ContentType="application/inkml+xml"/>
  <Override PartName="/ppt/ink/ink3008.xml" ContentType="application/inkml+xml"/>
  <Override PartName="/ppt/ink/ink3009.xml" ContentType="application/inkml+xml"/>
  <Override PartName="/ppt/ink/ink3010.xml" ContentType="application/inkml+xml"/>
  <Override PartName="/ppt/ink/ink3011.xml" ContentType="application/inkml+xml"/>
  <Override PartName="/ppt/ink/ink3012.xml" ContentType="application/inkml+xml"/>
  <Override PartName="/ppt/ink/ink3013.xml" ContentType="application/inkml+xml"/>
  <Override PartName="/ppt/ink/ink3014.xml" ContentType="application/inkml+xml"/>
  <Override PartName="/ppt/ink/ink3015.xml" ContentType="application/inkml+xml"/>
  <Override PartName="/ppt/ink/ink3016.xml" ContentType="application/inkml+xml"/>
  <Override PartName="/ppt/ink/ink3017.xml" ContentType="application/inkml+xml"/>
  <Override PartName="/ppt/ink/ink3018.xml" ContentType="application/inkml+xml"/>
  <Override PartName="/ppt/ink/ink3019.xml" ContentType="application/inkml+xml"/>
  <Override PartName="/ppt/ink/ink3020.xml" ContentType="application/inkml+xml"/>
  <Override PartName="/ppt/ink/ink3021.xml" ContentType="application/inkml+xml"/>
  <Override PartName="/ppt/ink/ink3022.xml" ContentType="application/inkml+xml"/>
  <Override PartName="/ppt/ink/ink3023.xml" ContentType="application/inkml+xml"/>
  <Override PartName="/ppt/ink/ink3024.xml" ContentType="application/inkml+xml"/>
  <Override PartName="/ppt/ink/ink3025.xml" ContentType="application/inkml+xml"/>
  <Override PartName="/ppt/ink/ink3026.xml" ContentType="application/inkml+xml"/>
  <Override PartName="/ppt/ink/ink3027.xml" ContentType="application/inkml+xml"/>
  <Override PartName="/ppt/ink/ink3028.xml" ContentType="application/inkml+xml"/>
  <Override PartName="/ppt/ink/ink3029.xml" ContentType="application/inkml+xml"/>
  <Override PartName="/ppt/ink/ink3030.xml" ContentType="application/inkml+xml"/>
  <Override PartName="/ppt/ink/ink3031.xml" ContentType="application/inkml+xml"/>
  <Override PartName="/ppt/ink/ink3032.xml" ContentType="application/inkml+xml"/>
  <Override PartName="/ppt/ink/ink3033.xml" ContentType="application/inkml+xml"/>
  <Override PartName="/ppt/ink/ink3034.xml" ContentType="application/inkml+xml"/>
  <Override PartName="/ppt/ink/ink3035.xml" ContentType="application/inkml+xml"/>
  <Override PartName="/ppt/ink/ink3036.xml" ContentType="application/inkml+xml"/>
  <Override PartName="/ppt/ink/ink3037.xml" ContentType="application/inkml+xml"/>
  <Override PartName="/ppt/ink/ink3038.xml" ContentType="application/inkml+xml"/>
  <Override PartName="/ppt/ink/ink3039.xml" ContentType="application/inkml+xml"/>
  <Override PartName="/ppt/ink/ink3040.xml" ContentType="application/inkml+xml"/>
  <Override PartName="/ppt/ink/ink3041.xml" ContentType="application/inkml+xml"/>
  <Override PartName="/ppt/ink/ink3042.xml" ContentType="application/inkml+xml"/>
  <Override PartName="/ppt/ink/ink3043.xml" ContentType="application/inkml+xml"/>
  <Override PartName="/ppt/ink/ink3044.xml" ContentType="application/inkml+xml"/>
  <Override PartName="/ppt/ink/ink3045.xml" ContentType="application/inkml+xml"/>
  <Override PartName="/ppt/ink/ink3046.xml" ContentType="application/inkml+xml"/>
  <Override PartName="/ppt/ink/ink3047.xml" ContentType="application/inkml+xml"/>
  <Override PartName="/ppt/ink/ink3048.xml" ContentType="application/inkml+xml"/>
  <Override PartName="/ppt/ink/ink3049.xml" ContentType="application/inkml+xml"/>
  <Override PartName="/ppt/ink/ink3050.xml" ContentType="application/inkml+xml"/>
  <Override PartName="/ppt/ink/ink3051.xml" ContentType="application/inkml+xml"/>
  <Override PartName="/ppt/ink/ink3052.xml" ContentType="application/inkml+xml"/>
  <Override PartName="/ppt/ink/ink3053.xml" ContentType="application/inkml+xml"/>
  <Override PartName="/ppt/ink/ink3054.xml" ContentType="application/inkml+xml"/>
  <Override PartName="/ppt/ink/ink3055.xml" ContentType="application/inkml+xml"/>
  <Override PartName="/ppt/ink/ink3056.xml" ContentType="application/inkml+xml"/>
  <Override PartName="/ppt/ink/ink3057.xml" ContentType="application/inkml+xml"/>
  <Override PartName="/ppt/ink/ink3058.xml" ContentType="application/inkml+xml"/>
  <Override PartName="/ppt/ink/ink3059.xml" ContentType="application/inkml+xml"/>
  <Override PartName="/ppt/ink/ink3060.xml" ContentType="application/inkml+xml"/>
  <Override PartName="/ppt/ink/ink3061.xml" ContentType="application/inkml+xml"/>
  <Override PartName="/ppt/ink/ink3062.xml" ContentType="application/inkml+xml"/>
  <Override PartName="/ppt/ink/ink3063.xml" ContentType="application/inkml+xml"/>
  <Override PartName="/ppt/ink/ink3064.xml" ContentType="application/inkml+xml"/>
  <Override PartName="/ppt/ink/ink3065.xml" ContentType="application/inkml+xml"/>
  <Override PartName="/ppt/ink/ink3066.xml" ContentType="application/inkml+xml"/>
  <Override PartName="/ppt/ink/ink3067.xml" ContentType="application/inkml+xml"/>
  <Override PartName="/ppt/ink/ink3068.xml" ContentType="application/inkml+xml"/>
  <Override PartName="/ppt/ink/ink3069.xml" ContentType="application/inkml+xml"/>
  <Override PartName="/ppt/ink/ink3070.xml" ContentType="application/inkml+xml"/>
  <Override PartName="/ppt/ink/ink3071.xml" ContentType="application/inkml+xml"/>
  <Override PartName="/ppt/ink/ink3072.xml" ContentType="application/inkml+xml"/>
  <Override PartName="/ppt/ink/ink3073.xml" ContentType="application/inkml+xml"/>
  <Override PartName="/ppt/ink/ink3074.xml" ContentType="application/inkml+xml"/>
  <Override PartName="/ppt/ink/ink3075.xml" ContentType="application/inkml+xml"/>
  <Override PartName="/ppt/ink/ink3076.xml" ContentType="application/inkml+xml"/>
  <Override PartName="/ppt/ink/ink3077.xml" ContentType="application/inkml+xml"/>
  <Override PartName="/ppt/ink/ink3078.xml" ContentType="application/inkml+xml"/>
  <Override PartName="/ppt/ink/ink3079.xml" ContentType="application/inkml+xml"/>
  <Override PartName="/ppt/ink/ink3080.xml" ContentType="application/inkml+xml"/>
  <Override PartName="/ppt/ink/ink3081.xml" ContentType="application/inkml+xml"/>
  <Override PartName="/ppt/ink/ink3082.xml" ContentType="application/inkml+xml"/>
  <Override PartName="/ppt/ink/ink3083.xml" ContentType="application/inkml+xml"/>
  <Override PartName="/ppt/ink/ink3084.xml" ContentType="application/inkml+xml"/>
  <Override PartName="/ppt/ink/ink3085.xml" ContentType="application/inkml+xml"/>
  <Override PartName="/ppt/ink/ink3086.xml" ContentType="application/inkml+xml"/>
  <Override PartName="/ppt/ink/ink3087.xml" ContentType="application/inkml+xml"/>
  <Override PartName="/ppt/ink/ink3088.xml" ContentType="application/inkml+xml"/>
  <Override PartName="/ppt/ink/ink3089.xml" ContentType="application/inkml+xml"/>
  <Override PartName="/ppt/ink/ink3090.xml" ContentType="application/inkml+xml"/>
  <Override PartName="/ppt/ink/ink3091.xml" ContentType="application/inkml+xml"/>
  <Override PartName="/ppt/ink/ink3092.xml" ContentType="application/inkml+xml"/>
  <Override PartName="/ppt/ink/ink3093.xml" ContentType="application/inkml+xml"/>
  <Override PartName="/ppt/ink/ink3094.xml" ContentType="application/inkml+xml"/>
  <Override PartName="/ppt/ink/ink3095.xml" ContentType="application/inkml+xml"/>
  <Override PartName="/ppt/ink/ink3096.xml" ContentType="application/inkml+xml"/>
  <Override PartName="/ppt/ink/ink3097.xml" ContentType="application/inkml+xml"/>
  <Override PartName="/ppt/ink/ink3098.xml" ContentType="application/inkml+xml"/>
  <Override PartName="/ppt/ink/ink3099.xml" ContentType="application/inkml+xml"/>
  <Override PartName="/ppt/ink/ink3100.xml" ContentType="application/inkml+xml"/>
  <Override PartName="/ppt/ink/ink3101.xml" ContentType="application/inkml+xml"/>
  <Override PartName="/ppt/ink/ink3102.xml" ContentType="application/inkml+xml"/>
  <Override PartName="/ppt/ink/ink3103.xml" ContentType="application/inkml+xml"/>
  <Override PartName="/ppt/ink/ink3104.xml" ContentType="application/inkml+xml"/>
  <Override PartName="/ppt/ink/ink3105.xml" ContentType="application/inkml+xml"/>
  <Override PartName="/ppt/ink/ink3106.xml" ContentType="application/inkml+xml"/>
  <Override PartName="/ppt/ink/ink3107.xml" ContentType="application/inkml+xml"/>
  <Override PartName="/ppt/ink/ink3108.xml" ContentType="application/inkml+xml"/>
  <Override PartName="/ppt/ink/ink3109.xml" ContentType="application/inkml+xml"/>
  <Override PartName="/ppt/ink/ink3110.xml" ContentType="application/inkml+xml"/>
  <Override PartName="/ppt/ink/ink3111.xml" ContentType="application/inkml+xml"/>
  <Override PartName="/ppt/ink/ink3112.xml" ContentType="application/inkml+xml"/>
  <Override PartName="/ppt/ink/ink3113.xml" ContentType="application/inkml+xml"/>
  <Override PartName="/ppt/ink/ink3114.xml" ContentType="application/inkml+xml"/>
  <Override PartName="/ppt/ink/ink3115.xml" ContentType="application/inkml+xml"/>
  <Override PartName="/ppt/ink/ink3116.xml" ContentType="application/inkml+xml"/>
  <Override PartName="/ppt/ink/ink3117.xml" ContentType="application/inkml+xml"/>
  <Override PartName="/ppt/ink/ink3118.xml" ContentType="application/inkml+xml"/>
  <Override PartName="/ppt/ink/ink3119.xml" ContentType="application/inkml+xml"/>
  <Override PartName="/ppt/ink/ink3120.xml" ContentType="application/inkml+xml"/>
  <Override PartName="/ppt/ink/ink3121.xml" ContentType="application/inkml+xml"/>
  <Override PartName="/ppt/ink/ink3122.xml" ContentType="application/inkml+xml"/>
  <Override PartName="/ppt/ink/ink3123.xml" ContentType="application/inkml+xml"/>
  <Override PartName="/ppt/ink/ink3124.xml" ContentType="application/inkml+xml"/>
  <Override PartName="/ppt/ink/ink3125.xml" ContentType="application/inkml+xml"/>
  <Override PartName="/ppt/ink/ink3126.xml" ContentType="application/inkml+xml"/>
  <Override PartName="/ppt/ink/ink3127.xml" ContentType="application/inkml+xml"/>
  <Override PartName="/ppt/ink/ink3128.xml" ContentType="application/inkml+xml"/>
  <Override PartName="/ppt/ink/ink3129.xml" ContentType="application/inkml+xml"/>
  <Override PartName="/ppt/ink/ink3130.xml" ContentType="application/inkml+xml"/>
  <Override PartName="/ppt/ink/ink3131.xml" ContentType="application/inkml+xml"/>
  <Override PartName="/ppt/ink/ink3132.xml" ContentType="application/inkml+xml"/>
  <Override PartName="/ppt/ink/ink3133.xml" ContentType="application/inkml+xml"/>
  <Override PartName="/ppt/ink/ink3134.xml" ContentType="application/inkml+xml"/>
  <Override PartName="/ppt/ink/ink3135.xml" ContentType="application/inkml+xml"/>
  <Override PartName="/ppt/ink/ink3136.xml" ContentType="application/inkml+xml"/>
  <Override PartName="/ppt/ink/ink3137.xml" ContentType="application/inkml+xml"/>
  <Override PartName="/ppt/ink/ink3138.xml" ContentType="application/inkml+xml"/>
  <Override PartName="/ppt/ink/ink3139.xml" ContentType="application/inkml+xml"/>
  <Override PartName="/ppt/ink/ink3140.xml" ContentType="application/inkml+xml"/>
  <Override PartName="/ppt/ink/ink3141.xml" ContentType="application/inkml+xml"/>
  <Override PartName="/ppt/ink/ink3142.xml" ContentType="application/inkml+xml"/>
  <Override PartName="/ppt/ink/ink3143.xml" ContentType="application/inkml+xml"/>
  <Override PartName="/ppt/ink/ink3144.xml" ContentType="application/inkml+xml"/>
  <Override PartName="/ppt/ink/ink3145.xml" ContentType="application/inkml+xml"/>
  <Override PartName="/ppt/ink/ink3146.xml" ContentType="application/inkml+xml"/>
  <Override PartName="/ppt/ink/ink3147.xml" ContentType="application/inkml+xml"/>
  <Override PartName="/ppt/ink/ink3148.xml" ContentType="application/inkml+xml"/>
  <Override PartName="/ppt/ink/ink3149.xml" ContentType="application/inkml+xml"/>
  <Override PartName="/ppt/ink/ink3150.xml" ContentType="application/inkml+xml"/>
  <Override PartName="/ppt/ink/ink3151.xml" ContentType="application/inkml+xml"/>
  <Override PartName="/ppt/ink/ink3152.xml" ContentType="application/inkml+xml"/>
  <Override PartName="/ppt/ink/ink3153.xml" ContentType="application/inkml+xml"/>
  <Override PartName="/ppt/ink/ink3154.xml" ContentType="application/inkml+xml"/>
  <Override PartName="/ppt/ink/ink3155.xml" ContentType="application/inkml+xml"/>
  <Override PartName="/ppt/ink/ink3156.xml" ContentType="application/inkml+xml"/>
  <Override PartName="/ppt/ink/ink3157.xml" ContentType="application/inkml+xml"/>
  <Override PartName="/ppt/ink/ink3158.xml" ContentType="application/inkml+xml"/>
  <Override PartName="/ppt/ink/ink3159.xml" ContentType="application/inkml+xml"/>
  <Override PartName="/ppt/ink/ink3160.xml" ContentType="application/inkml+xml"/>
  <Override PartName="/ppt/ink/ink3161.xml" ContentType="application/inkml+xml"/>
  <Override PartName="/ppt/ink/ink3162.xml" ContentType="application/inkml+xml"/>
  <Override PartName="/ppt/ink/ink3163.xml" ContentType="application/inkml+xml"/>
  <Override PartName="/ppt/ink/ink3164.xml" ContentType="application/inkml+xml"/>
  <Override PartName="/ppt/ink/ink3165.xml" ContentType="application/inkml+xml"/>
  <Override PartName="/ppt/ink/ink3166.xml" ContentType="application/inkml+xml"/>
  <Override PartName="/ppt/ink/ink3167.xml" ContentType="application/inkml+xml"/>
  <Override PartName="/ppt/ink/ink3168.xml" ContentType="application/inkml+xml"/>
  <Override PartName="/ppt/ink/ink3169.xml" ContentType="application/inkml+xml"/>
  <Override PartName="/ppt/ink/ink3170.xml" ContentType="application/inkml+xml"/>
  <Override PartName="/ppt/ink/ink3171.xml" ContentType="application/inkml+xml"/>
  <Override PartName="/ppt/ink/ink3172.xml" ContentType="application/inkml+xml"/>
  <Override PartName="/ppt/ink/ink3173.xml" ContentType="application/inkml+xml"/>
  <Override PartName="/ppt/ink/ink3174.xml" ContentType="application/inkml+xml"/>
  <Override PartName="/ppt/ink/ink3175.xml" ContentType="application/inkml+xml"/>
  <Override PartName="/ppt/ink/ink3176.xml" ContentType="application/inkml+xml"/>
  <Override PartName="/ppt/ink/ink3177.xml" ContentType="application/inkml+xml"/>
  <Override PartName="/ppt/ink/ink3178.xml" ContentType="application/inkml+xml"/>
  <Override PartName="/ppt/ink/ink3179.xml" ContentType="application/inkml+xml"/>
  <Override PartName="/ppt/ink/ink3180.xml" ContentType="application/inkml+xml"/>
  <Override PartName="/ppt/ink/ink3181.xml" ContentType="application/inkml+xml"/>
  <Override PartName="/ppt/ink/ink3182.xml" ContentType="application/inkml+xml"/>
  <Override PartName="/ppt/ink/ink3183.xml" ContentType="application/inkml+xml"/>
  <Override PartName="/ppt/ink/ink3184.xml" ContentType="application/inkml+xml"/>
  <Override PartName="/ppt/ink/ink3185.xml" ContentType="application/inkml+xml"/>
  <Override PartName="/ppt/ink/ink3186.xml" ContentType="application/inkml+xml"/>
  <Override PartName="/ppt/ink/ink3187.xml" ContentType="application/inkml+xml"/>
  <Override PartName="/ppt/ink/ink3188.xml" ContentType="application/inkml+xml"/>
  <Override PartName="/ppt/ink/ink3189.xml" ContentType="application/inkml+xml"/>
  <Override PartName="/ppt/ink/ink3190.xml" ContentType="application/inkml+xml"/>
  <Override PartName="/ppt/ink/ink3191.xml" ContentType="application/inkml+xml"/>
  <Override PartName="/ppt/ink/ink3192.xml" ContentType="application/inkml+xml"/>
  <Override PartName="/ppt/ink/ink3193.xml" ContentType="application/inkml+xml"/>
  <Override PartName="/ppt/ink/ink3194.xml" ContentType="application/inkml+xml"/>
  <Override PartName="/ppt/ink/ink3195.xml" ContentType="application/inkml+xml"/>
  <Override PartName="/ppt/ink/ink3196.xml" ContentType="application/inkml+xml"/>
  <Override PartName="/ppt/ink/ink3197.xml" ContentType="application/inkml+xml"/>
  <Override PartName="/ppt/ink/ink3198.xml" ContentType="application/inkml+xml"/>
  <Override PartName="/ppt/ink/ink3199.xml" ContentType="application/inkml+xml"/>
  <Override PartName="/ppt/ink/ink3200.xml" ContentType="application/inkml+xml"/>
  <Override PartName="/ppt/ink/ink3201.xml" ContentType="application/inkml+xml"/>
  <Override PartName="/ppt/ink/ink3202.xml" ContentType="application/inkml+xml"/>
  <Override PartName="/ppt/ink/ink3203.xml" ContentType="application/inkml+xml"/>
  <Override PartName="/ppt/ink/ink3204.xml" ContentType="application/inkml+xml"/>
  <Override PartName="/ppt/ink/ink3205.xml" ContentType="application/inkml+xml"/>
  <Override PartName="/ppt/ink/ink3206.xml" ContentType="application/inkml+xml"/>
  <Override PartName="/ppt/ink/ink3207.xml" ContentType="application/inkml+xml"/>
  <Override PartName="/ppt/ink/ink3208.xml" ContentType="application/inkml+xml"/>
  <Override PartName="/ppt/ink/ink3209.xml" ContentType="application/inkml+xml"/>
  <Override PartName="/ppt/ink/ink3210.xml" ContentType="application/inkml+xml"/>
  <Override PartName="/ppt/ink/ink3211.xml" ContentType="application/inkml+xml"/>
  <Override PartName="/ppt/ink/ink3212.xml" ContentType="application/inkml+xml"/>
  <Override PartName="/ppt/ink/ink3213.xml" ContentType="application/inkml+xml"/>
  <Override PartName="/ppt/ink/ink3214.xml" ContentType="application/inkml+xml"/>
  <Override PartName="/ppt/ink/ink3215.xml" ContentType="application/inkml+xml"/>
  <Override PartName="/ppt/ink/ink3216.xml" ContentType="application/inkml+xml"/>
  <Override PartName="/ppt/ink/ink3217.xml" ContentType="application/inkml+xml"/>
  <Override PartName="/ppt/ink/ink3218.xml" ContentType="application/inkml+xml"/>
  <Override PartName="/ppt/ink/ink3219.xml" ContentType="application/inkml+xml"/>
  <Override PartName="/ppt/ink/ink3220.xml" ContentType="application/inkml+xml"/>
  <Override PartName="/ppt/ink/ink3221.xml" ContentType="application/inkml+xml"/>
  <Override PartName="/ppt/ink/ink3222.xml" ContentType="application/inkml+xml"/>
  <Override PartName="/ppt/ink/ink3223.xml" ContentType="application/inkml+xml"/>
  <Override PartName="/ppt/ink/ink3224.xml" ContentType="application/inkml+xml"/>
  <Override PartName="/ppt/ink/ink3225.xml" ContentType="application/inkml+xml"/>
  <Override PartName="/ppt/ink/ink3226.xml" ContentType="application/inkml+xml"/>
  <Override PartName="/ppt/ink/ink3227.xml" ContentType="application/inkml+xml"/>
  <Override PartName="/ppt/ink/ink3228.xml" ContentType="application/inkml+xml"/>
  <Override PartName="/ppt/ink/ink3229.xml" ContentType="application/inkml+xml"/>
  <Override PartName="/ppt/ink/ink3230.xml" ContentType="application/inkml+xml"/>
  <Override PartName="/ppt/ink/ink3231.xml" ContentType="application/inkml+xml"/>
  <Override PartName="/ppt/ink/ink3232.xml" ContentType="application/inkml+xml"/>
  <Override PartName="/ppt/ink/ink3233.xml" ContentType="application/inkml+xml"/>
  <Override PartName="/ppt/ink/ink3234.xml" ContentType="application/inkml+xml"/>
  <Override PartName="/ppt/ink/ink3235.xml" ContentType="application/inkml+xml"/>
  <Override PartName="/ppt/ink/ink3236.xml" ContentType="application/inkml+xml"/>
  <Override PartName="/ppt/ink/ink3237.xml" ContentType="application/inkml+xml"/>
  <Override PartName="/ppt/ink/ink3238.xml" ContentType="application/inkml+xml"/>
  <Override PartName="/ppt/ink/ink3239.xml" ContentType="application/inkml+xml"/>
  <Override PartName="/ppt/ink/ink3240.xml" ContentType="application/inkml+xml"/>
  <Override PartName="/ppt/ink/ink3241.xml" ContentType="application/inkml+xml"/>
  <Override PartName="/ppt/ink/ink3242.xml" ContentType="application/inkml+xml"/>
  <Override PartName="/ppt/ink/ink3243.xml" ContentType="application/inkml+xml"/>
  <Override PartName="/ppt/ink/ink3244.xml" ContentType="application/inkml+xml"/>
  <Override PartName="/ppt/ink/ink3245.xml" ContentType="application/inkml+xml"/>
  <Override PartName="/ppt/ink/ink3246.xml" ContentType="application/inkml+xml"/>
  <Override PartName="/ppt/ink/ink3247.xml" ContentType="application/inkml+xml"/>
  <Override PartName="/ppt/ink/ink3248.xml" ContentType="application/inkml+xml"/>
  <Override PartName="/ppt/ink/ink3249.xml" ContentType="application/inkml+xml"/>
  <Override PartName="/ppt/ink/ink3250.xml" ContentType="application/inkml+xml"/>
  <Override PartName="/ppt/ink/ink3251.xml" ContentType="application/inkml+xml"/>
  <Override PartName="/ppt/ink/ink3252.xml" ContentType="application/inkml+xml"/>
  <Override PartName="/ppt/ink/ink3253.xml" ContentType="application/inkml+xml"/>
  <Override PartName="/ppt/ink/ink3254.xml" ContentType="application/inkml+xml"/>
  <Override PartName="/ppt/ink/ink3255.xml" ContentType="application/inkml+xml"/>
  <Override PartName="/ppt/ink/ink3256.xml" ContentType="application/inkml+xml"/>
  <Override PartName="/ppt/ink/ink3257.xml" ContentType="application/inkml+xml"/>
  <Override PartName="/ppt/ink/ink3258.xml" ContentType="application/inkml+xml"/>
  <Override PartName="/ppt/ink/ink3259.xml" ContentType="application/inkml+xml"/>
  <Override PartName="/ppt/ink/ink3260.xml" ContentType="application/inkml+xml"/>
  <Override PartName="/ppt/ink/ink3261.xml" ContentType="application/inkml+xml"/>
  <Override PartName="/ppt/ink/ink3262.xml" ContentType="application/inkml+xml"/>
  <Override PartName="/ppt/ink/ink3263.xml" ContentType="application/inkml+xml"/>
  <Override PartName="/ppt/ink/ink3264.xml" ContentType="application/inkml+xml"/>
  <Override PartName="/ppt/ink/ink3265.xml" ContentType="application/inkml+xml"/>
  <Override PartName="/ppt/ink/ink3266.xml" ContentType="application/inkml+xml"/>
  <Override PartName="/ppt/ink/ink3267.xml" ContentType="application/inkml+xml"/>
  <Override PartName="/ppt/ink/ink3268.xml" ContentType="application/inkml+xml"/>
  <Override PartName="/ppt/ink/ink3269.xml" ContentType="application/inkml+xml"/>
  <Override PartName="/ppt/ink/ink3270.xml" ContentType="application/inkml+xml"/>
  <Override PartName="/ppt/ink/ink3271.xml" ContentType="application/inkml+xml"/>
  <Override PartName="/ppt/ink/ink3272.xml" ContentType="application/inkml+xml"/>
  <Override PartName="/ppt/ink/ink3273.xml" ContentType="application/inkml+xml"/>
  <Override PartName="/ppt/ink/ink3274.xml" ContentType="application/inkml+xml"/>
  <Override PartName="/ppt/ink/ink3275.xml" ContentType="application/inkml+xml"/>
  <Override PartName="/ppt/ink/ink3276.xml" ContentType="application/inkml+xml"/>
  <Override PartName="/ppt/ink/ink3277.xml" ContentType="application/inkml+xml"/>
  <Override PartName="/ppt/ink/ink3278.xml" ContentType="application/inkml+xml"/>
  <Override PartName="/ppt/ink/ink3279.xml" ContentType="application/inkml+xml"/>
  <Override PartName="/ppt/ink/ink3280.xml" ContentType="application/inkml+xml"/>
  <Override PartName="/ppt/ink/ink3281.xml" ContentType="application/inkml+xml"/>
  <Override PartName="/ppt/ink/ink3282.xml" ContentType="application/inkml+xml"/>
  <Override PartName="/ppt/ink/ink3283.xml" ContentType="application/inkml+xml"/>
  <Override PartName="/ppt/ink/ink3284.xml" ContentType="application/inkml+xml"/>
  <Override PartName="/ppt/ink/ink3285.xml" ContentType="application/inkml+xml"/>
  <Override PartName="/ppt/ink/ink3286.xml" ContentType="application/inkml+xml"/>
  <Override PartName="/ppt/ink/ink3287.xml" ContentType="application/inkml+xml"/>
  <Override PartName="/ppt/ink/ink3288.xml" ContentType="application/inkml+xml"/>
  <Override PartName="/ppt/ink/ink3289.xml" ContentType="application/inkml+xml"/>
  <Override PartName="/ppt/ink/ink3290.xml" ContentType="application/inkml+xml"/>
  <Override PartName="/ppt/ink/ink3291.xml" ContentType="application/inkml+xml"/>
  <Override PartName="/ppt/ink/ink3292.xml" ContentType="application/inkml+xml"/>
  <Override PartName="/ppt/ink/ink3293.xml" ContentType="application/inkml+xml"/>
  <Override PartName="/ppt/ink/ink3294.xml" ContentType="application/inkml+xml"/>
  <Override PartName="/ppt/ink/ink3295.xml" ContentType="application/inkml+xml"/>
  <Override PartName="/ppt/ink/ink3296.xml" ContentType="application/inkml+xml"/>
  <Override PartName="/ppt/ink/ink3297.xml" ContentType="application/inkml+xml"/>
  <Override PartName="/ppt/ink/ink3298.xml" ContentType="application/inkml+xml"/>
  <Override PartName="/ppt/ink/ink3299.xml" ContentType="application/inkml+xml"/>
  <Override PartName="/ppt/ink/ink3300.xml" ContentType="application/inkml+xml"/>
  <Override PartName="/ppt/ink/ink3301.xml" ContentType="application/inkml+xml"/>
  <Override PartName="/ppt/ink/ink3302.xml" ContentType="application/inkml+xml"/>
  <Override PartName="/ppt/ink/ink3303.xml" ContentType="application/inkml+xml"/>
  <Override PartName="/ppt/ink/ink3304.xml" ContentType="application/inkml+xml"/>
  <Override PartName="/ppt/ink/ink3305.xml" ContentType="application/inkml+xml"/>
  <Override PartName="/ppt/ink/ink3306.xml" ContentType="application/inkml+xml"/>
  <Override PartName="/ppt/ink/ink3307.xml" ContentType="application/inkml+xml"/>
  <Override PartName="/ppt/ink/ink3308.xml" ContentType="application/inkml+xml"/>
  <Override PartName="/ppt/ink/ink3309.xml" ContentType="application/inkml+xml"/>
  <Override PartName="/ppt/ink/ink3310.xml" ContentType="application/inkml+xml"/>
  <Override PartName="/ppt/ink/ink3311.xml" ContentType="application/inkml+xml"/>
  <Override PartName="/ppt/ink/ink3312.xml" ContentType="application/inkml+xml"/>
  <Override PartName="/ppt/ink/ink3313.xml" ContentType="application/inkml+xml"/>
  <Override PartName="/ppt/ink/ink3314.xml" ContentType="application/inkml+xml"/>
  <Override PartName="/ppt/ink/ink3315.xml" ContentType="application/inkml+xml"/>
  <Override PartName="/ppt/ink/ink3316.xml" ContentType="application/inkml+xml"/>
  <Override PartName="/ppt/ink/ink3317.xml" ContentType="application/inkml+xml"/>
  <Override PartName="/ppt/ink/ink3318.xml" ContentType="application/inkml+xml"/>
  <Override PartName="/ppt/ink/ink3319.xml" ContentType="application/inkml+xml"/>
  <Override PartName="/ppt/ink/ink3320.xml" ContentType="application/inkml+xml"/>
  <Override PartName="/ppt/ink/ink3321.xml" ContentType="application/inkml+xml"/>
  <Override PartName="/ppt/ink/ink3322.xml" ContentType="application/inkml+xml"/>
  <Override PartName="/ppt/ink/ink3323.xml" ContentType="application/inkml+xml"/>
  <Override PartName="/ppt/ink/ink3324.xml" ContentType="application/inkml+xml"/>
  <Override PartName="/ppt/ink/ink3325.xml" ContentType="application/inkml+xml"/>
  <Override PartName="/ppt/ink/ink3326.xml" ContentType="application/inkml+xml"/>
  <Override PartName="/ppt/ink/ink3327.xml" ContentType="application/inkml+xml"/>
  <Override PartName="/ppt/ink/ink3328.xml" ContentType="application/inkml+xml"/>
  <Override PartName="/ppt/ink/ink3329.xml" ContentType="application/inkml+xml"/>
  <Override PartName="/ppt/ink/ink3330.xml" ContentType="application/inkml+xml"/>
  <Override PartName="/ppt/ink/ink3331.xml" ContentType="application/inkml+xml"/>
  <Override PartName="/ppt/ink/ink3332.xml" ContentType="application/inkml+xml"/>
  <Override PartName="/ppt/ink/ink3333.xml" ContentType="application/inkml+xml"/>
  <Override PartName="/ppt/ink/ink3334.xml" ContentType="application/inkml+xml"/>
  <Override PartName="/ppt/ink/ink3335.xml" ContentType="application/inkml+xml"/>
  <Override PartName="/ppt/ink/ink3336.xml" ContentType="application/inkml+xml"/>
  <Override PartName="/ppt/ink/ink3337.xml" ContentType="application/inkml+xml"/>
  <Override PartName="/ppt/ink/ink3338.xml" ContentType="application/inkml+xml"/>
  <Override PartName="/ppt/ink/ink3339.xml" ContentType="application/inkml+xml"/>
  <Override PartName="/ppt/ink/ink3340.xml" ContentType="application/inkml+xml"/>
  <Override PartName="/ppt/ink/ink3341.xml" ContentType="application/inkml+xml"/>
  <Override PartName="/ppt/ink/ink3342.xml" ContentType="application/inkml+xml"/>
  <Override PartName="/ppt/ink/ink3343.xml" ContentType="application/inkml+xml"/>
  <Override PartName="/ppt/ink/ink3344.xml" ContentType="application/inkml+xml"/>
  <Override PartName="/ppt/ink/ink3345.xml" ContentType="application/inkml+xml"/>
  <Override PartName="/ppt/ink/ink3346.xml" ContentType="application/inkml+xml"/>
  <Override PartName="/ppt/ink/ink3347.xml" ContentType="application/inkml+xml"/>
  <Override PartName="/ppt/ink/ink3348.xml" ContentType="application/inkml+xml"/>
  <Override PartName="/ppt/ink/ink3349.xml" ContentType="application/inkml+xml"/>
  <Override PartName="/ppt/ink/ink3350.xml" ContentType="application/inkml+xml"/>
  <Override PartName="/ppt/ink/ink3351.xml" ContentType="application/inkml+xml"/>
  <Override PartName="/ppt/ink/ink3352.xml" ContentType="application/inkml+xml"/>
  <Override PartName="/ppt/ink/ink3353.xml" ContentType="application/inkml+xml"/>
  <Override PartName="/ppt/ink/ink3354.xml" ContentType="application/inkml+xml"/>
  <Override PartName="/ppt/ink/ink3355.xml" ContentType="application/inkml+xml"/>
  <Override PartName="/ppt/ink/ink3356.xml" ContentType="application/inkml+xml"/>
  <Override PartName="/ppt/ink/ink3357.xml" ContentType="application/inkml+xml"/>
  <Override PartName="/ppt/ink/ink3358.xml" ContentType="application/inkml+xml"/>
  <Override PartName="/ppt/ink/ink3359.xml" ContentType="application/inkml+xml"/>
  <Override PartName="/ppt/ink/ink3360.xml" ContentType="application/inkml+xml"/>
  <Override PartName="/ppt/ink/ink3361.xml" ContentType="application/inkml+xml"/>
  <Override PartName="/ppt/ink/ink3362.xml" ContentType="application/inkml+xml"/>
  <Override PartName="/ppt/ink/ink3363.xml" ContentType="application/inkml+xml"/>
  <Override PartName="/ppt/ink/ink3364.xml" ContentType="application/inkml+xml"/>
  <Override PartName="/ppt/ink/ink3365.xml" ContentType="application/inkml+xml"/>
  <Override PartName="/ppt/ink/ink3366.xml" ContentType="application/inkml+xml"/>
  <Override PartName="/ppt/ink/ink3367.xml" ContentType="application/inkml+xml"/>
  <Override PartName="/ppt/ink/ink3368.xml" ContentType="application/inkml+xml"/>
  <Override PartName="/ppt/ink/ink3369.xml" ContentType="application/inkml+xml"/>
  <Override PartName="/ppt/ink/ink3370.xml" ContentType="application/inkml+xml"/>
  <Override PartName="/ppt/ink/ink3371.xml" ContentType="application/inkml+xml"/>
  <Override PartName="/ppt/ink/ink3372.xml" ContentType="application/inkml+xml"/>
  <Override PartName="/ppt/ink/ink3373.xml" ContentType="application/inkml+xml"/>
  <Override PartName="/ppt/ink/ink3374.xml" ContentType="application/inkml+xml"/>
  <Override PartName="/ppt/ink/ink3375.xml" ContentType="application/inkml+xml"/>
  <Override PartName="/ppt/ink/ink3376.xml" ContentType="application/inkml+xml"/>
  <Override PartName="/ppt/ink/ink3377.xml" ContentType="application/inkml+xml"/>
  <Override PartName="/ppt/ink/ink3378.xml" ContentType="application/inkml+xml"/>
  <Override PartName="/ppt/ink/ink3379.xml" ContentType="application/inkml+xml"/>
  <Override PartName="/ppt/ink/ink3380.xml" ContentType="application/inkml+xml"/>
  <Override PartName="/ppt/ink/ink3381.xml" ContentType="application/inkml+xml"/>
  <Override PartName="/ppt/ink/ink3382.xml" ContentType="application/inkml+xml"/>
  <Override PartName="/ppt/ink/ink3383.xml" ContentType="application/inkml+xml"/>
  <Override PartName="/ppt/ink/ink3384.xml" ContentType="application/inkml+xml"/>
  <Override PartName="/ppt/ink/ink3385.xml" ContentType="application/inkml+xml"/>
  <Override PartName="/ppt/ink/ink3386.xml" ContentType="application/inkml+xml"/>
  <Override PartName="/ppt/ink/ink3387.xml" ContentType="application/inkml+xml"/>
  <Override PartName="/ppt/ink/ink3388.xml" ContentType="application/inkml+xml"/>
  <Override PartName="/ppt/ink/ink3389.xml" ContentType="application/inkml+xml"/>
  <Override PartName="/ppt/ink/ink3390.xml" ContentType="application/inkml+xml"/>
  <Override PartName="/ppt/ink/ink3391.xml" ContentType="application/inkml+xml"/>
  <Override PartName="/ppt/ink/ink3392.xml" ContentType="application/inkml+xml"/>
  <Override PartName="/ppt/ink/ink3393.xml" ContentType="application/inkml+xml"/>
  <Override PartName="/ppt/ink/ink3394.xml" ContentType="application/inkml+xml"/>
  <Override PartName="/ppt/ink/ink3395.xml" ContentType="application/inkml+xml"/>
  <Override PartName="/ppt/ink/ink3396.xml" ContentType="application/inkml+xml"/>
  <Override PartName="/ppt/ink/ink3397.xml" ContentType="application/inkml+xml"/>
  <Override PartName="/ppt/ink/ink3398.xml" ContentType="application/inkml+xml"/>
  <Override PartName="/ppt/ink/ink3399.xml" ContentType="application/inkml+xml"/>
  <Override PartName="/ppt/ink/ink3400.xml" ContentType="application/inkml+xml"/>
  <Override PartName="/ppt/ink/ink3401.xml" ContentType="application/inkml+xml"/>
  <Override PartName="/ppt/ink/ink3402.xml" ContentType="application/inkml+xml"/>
  <Override PartName="/ppt/ink/ink3403.xml" ContentType="application/inkml+xml"/>
  <Override PartName="/ppt/ink/ink3404.xml" ContentType="application/inkml+xml"/>
  <Override PartName="/ppt/ink/ink3405.xml" ContentType="application/inkml+xml"/>
  <Override PartName="/ppt/ink/ink3406.xml" ContentType="application/inkml+xml"/>
  <Override PartName="/ppt/ink/ink3407.xml" ContentType="application/inkml+xml"/>
  <Override PartName="/ppt/ink/ink3408.xml" ContentType="application/inkml+xml"/>
  <Override PartName="/ppt/ink/ink3409.xml" ContentType="application/inkml+xml"/>
  <Override PartName="/ppt/ink/ink3410.xml" ContentType="application/inkml+xml"/>
  <Override PartName="/ppt/ink/ink3411.xml" ContentType="application/inkml+xml"/>
  <Override PartName="/ppt/ink/ink3412.xml" ContentType="application/inkml+xml"/>
  <Override PartName="/ppt/ink/ink3413.xml" ContentType="application/inkml+xml"/>
  <Override PartName="/ppt/ink/ink3414.xml" ContentType="application/inkml+xml"/>
  <Override PartName="/ppt/ink/ink3415.xml" ContentType="application/inkml+xml"/>
  <Override PartName="/ppt/ink/ink3416.xml" ContentType="application/inkml+xml"/>
  <Override PartName="/ppt/ink/ink3417.xml" ContentType="application/inkml+xml"/>
  <Override PartName="/ppt/ink/ink3418.xml" ContentType="application/inkml+xml"/>
  <Override PartName="/ppt/ink/ink3419.xml" ContentType="application/inkml+xml"/>
  <Override PartName="/ppt/ink/ink3420.xml" ContentType="application/inkml+xml"/>
  <Override PartName="/ppt/ink/ink3421.xml" ContentType="application/inkml+xml"/>
  <Override PartName="/ppt/ink/ink3422.xml" ContentType="application/inkml+xml"/>
  <Override PartName="/ppt/ink/ink3423.xml" ContentType="application/inkml+xml"/>
  <Override PartName="/ppt/ink/ink3424.xml" ContentType="application/inkml+xml"/>
  <Override PartName="/ppt/ink/ink3425.xml" ContentType="application/inkml+xml"/>
  <Override PartName="/ppt/ink/ink3426.xml" ContentType="application/inkml+xml"/>
  <Override PartName="/ppt/ink/ink3427.xml" ContentType="application/inkml+xml"/>
  <Override PartName="/ppt/ink/ink3428.xml" ContentType="application/inkml+xml"/>
  <Override PartName="/ppt/ink/ink3429.xml" ContentType="application/inkml+xml"/>
  <Override PartName="/ppt/ink/ink3430.xml" ContentType="application/inkml+xml"/>
  <Override PartName="/ppt/ink/ink3431.xml" ContentType="application/inkml+xml"/>
  <Override PartName="/ppt/ink/ink3432.xml" ContentType="application/inkml+xml"/>
  <Override PartName="/ppt/ink/ink3433.xml" ContentType="application/inkml+xml"/>
  <Override PartName="/ppt/ink/ink3434.xml" ContentType="application/inkml+xml"/>
  <Override PartName="/ppt/ink/ink3435.xml" ContentType="application/inkml+xml"/>
  <Override PartName="/ppt/ink/ink3436.xml" ContentType="application/inkml+xml"/>
  <Override PartName="/ppt/ink/ink3437.xml" ContentType="application/inkml+xml"/>
  <Override PartName="/ppt/ink/ink3438.xml" ContentType="application/inkml+xml"/>
  <Override PartName="/ppt/ink/ink3439.xml" ContentType="application/inkml+xml"/>
  <Override PartName="/ppt/ink/ink3440.xml" ContentType="application/inkml+xml"/>
  <Override PartName="/ppt/ink/ink3441.xml" ContentType="application/inkml+xml"/>
  <Override PartName="/ppt/ink/ink3442.xml" ContentType="application/inkml+xml"/>
  <Override PartName="/ppt/ink/ink3443.xml" ContentType="application/inkml+xml"/>
  <Override PartName="/ppt/ink/ink3444.xml" ContentType="application/inkml+xml"/>
  <Override PartName="/ppt/ink/ink3445.xml" ContentType="application/inkml+xml"/>
  <Override PartName="/ppt/ink/ink3446.xml" ContentType="application/inkml+xml"/>
  <Override PartName="/ppt/ink/ink3447.xml" ContentType="application/inkml+xml"/>
  <Override PartName="/ppt/ink/ink3448.xml" ContentType="application/inkml+xml"/>
  <Override PartName="/ppt/ink/ink3449.xml" ContentType="application/inkml+xml"/>
  <Override PartName="/ppt/ink/ink3450.xml" ContentType="application/inkml+xml"/>
  <Override PartName="/ppt/ink/ink3451.xml" ContentType="application/inkml+xml"/>
  <Override PartName="/ppt/ink/ink3452.xml" ContentType="application/inkml+xml"/>
  <Override PartName="/ppt/ink/ink3453.xml" ContentType="application/inkml+xml"/>
  <Override PartName="/ppt/ink/ink3454.xml" ContentType="application/inkml+xml"/>
  <Override PartName="/ppt/ink/ink3455.xml" ContentType="application/inkml+xml"/>
  <Override PartName="/ppt/ink/ink3456.xml" ContentType="application/inkml+xml"/>
  <Override PartName="/ppt/ink/ink3457.xml" ContentType="application/inkml+xml"/>
  <Override PartName="/ppt/ink/ink3458.xml" ContentType="application/inkml+xml"/>
  <Override PartName="/ppt/ink/ink3459.xml" ContentType="application/inkml+xml"/>
  <Override PartName="/ppt/ink/ink3460.xml" ContentType="application/inkml+xml"/>
  <Override PartName="/ppt/ink/ink3461.xml" ContentType="application/inkml+xml"/>
  <Override PartName="/ppt/ink/ink3462.xml" ContentType="application/inkml+xml"/>
  <Override PartName="/ppt/ink/ink3463.xml" ContentType="application/inkml+xml"/>
  <Override PartName="/ppt/ink/ink3464.xml" ContentType="application/inkml+xml"/>
  <Override PartName="/ppt/ink/ink3465.xml" ContentType="application/inkml+xml"/>
  <Override PartName="/ppt/ink/ink3466.xml" ContentType="application/inkml+xml"/>
  <Override PartName="/ppt/ink/ink3467.xml" ContentType="application/inkml+xml"/>
  <Override PartName="/ppt/ink/ink3468.xml" ContentType="application/inkml+xml"/>
  <Override PartName="/ppt/ink/ink3469.xml" ContentType="application/inkml+xml"/>
  <Override PartName="/ppt/ink/ink3470.xml" ContentType="application/inkml+xml"/>
  <Override PartName="/ppt/ink/ink3471.xml" ContentType="application/inkml+xml"/>
  <Override PartName="/ppt/ink/ink3472.xml" ContentType="application/inkml+xml"/>
  <Override PartName="/ppt/ink/ink3473.xml" ContentType="application/inkml+xml"/>
  <Override PartName="/ppt/ink/ink3474.xml" ContentType="application/inkml+xml"/>
  <Override PartName="/ppt/ink/ink3475.xml" ContentType="application/inkml+xml"/>
  <Override PartName="/ppt/ink/ink3476.xml" ContentType="application/inkml+xml"/>
  <Override PartName="/ppt/ink/ink3477.xml" ContentType="application/inkml+xml"/>
  <Override PartName="/ppt/ink/ink3478.xml" ContentType="application/inkml+xml"/>
  <Override PartName="/ppt/ink/ink3479.xml" ContentType="application/inkml+xml"/>
  <Override PartName="/ppt/ink/ink3480.xml" ContentType="application/inkml+xml"/>
  <Override PartName="/ppt/ink/ink3481.xml" ContentType="application/inkml+xml"/>
  <Override PartName="/ppt/ink/ink3482.xml" ContentType="application/inkml+xml"/>
  <Override PartName="/ppt/ink/ink3483.xml" ContentType="application/inkml+xml"/>
  <Override PartName="/ppt/ink/ink3484.xml" ContentType="application/inkml+xml"/>
  <Override PartName="/ppt/ink/ink3485.xml" ContentType="application/inkml+xml"/>
  <Override PartName="/ppt/ink/ink3486.xml" ContentType="application/inkml+xml"/>
  <Override PartName="/ppt/ink/ink3487.xml" ContentType="application/inkml+xml"/>
  <Override PartName="/ppt/ink/ink3488.xml" ContentType="application/inkml+xml"/>
  <Override PartName="/ppt/ink/ink3489.xml" ContentType="application/inkml+xml"/>
  <Override PartName="/ppt/ink/ink3490.xml" ContentType="application/inkml+xml"/>
  <Override PartName="/ppt/ink/ink3491.xml" ContentType="application/inkml+xml"/>
  <Override PartName="/ppt/ink/ink3492.xml" ContentType="application/inkml+xml"/>
  <Override PartName="/ppt/ink/ink3493.xml" ContentType="application/inkml+xml"/>
  <Override PartName="/ppt/ink/ink3494.xml" ContentType="application/inkml+xml"/>
  <Override PartName="/ppt/ink/ink3495.xml" ContentType="application/inkml+xml"/>
  <Override PartName="/ppt/ink/ink3496.xml" ContentType="application/inkml+xml"/>
  <Override PartName="/ppt/ink/ink3497.xml" ContentType="application/inkml+xml"/>
  <Override PartName="/ppt/ink/ink3498.xml" ContentType="application/inkml+xml"/>
  <Override PartName="/ppt/ink/ink3499.xml" ContentType="application/inkml+xml"/>
  <Override PartName="/ppt/ink/ink3500.xml" ContentType="application/inkml+xml"/>
  <Override PartName="/ppt/ink/ink3501.xml" ContentType="application/inkml+xml"/>
  <Override PartName="/ppt/ink/ink3502.xml" ContentType="application/inkml+xml"/>
  <Override PartName="/ppt/ink/ink3503.xml" ContentType="application/inkml+xml"/>
  <Override PartName="/ppt/ink/ink3504.xml" ContentType="application/inkml+xml"/>
  <Override PartName="/ppt/ink/ink3505.xml" ContentType="application/inkml+xml"/>
  <Override PartName="/ppt/ink/ink3506.xml" ContentType="application/inkml+xml"/>
  <Override PartName="/ppt/ink/ink3507.xml" ContentType="application/inkml+xml"/>
  <Override PartName="/ppt/ink/ink3508.xml" ContentType="application/inkml+xml"/>
  <Override PartName="/ppt/ink/ink3509.xml" ContentType="application/inkml+xml"/>
  <Override PartName="/ppt/ink/ink3510.xml" ContentType="application/inkml+xml"/>
  <Override PartName="/ppt/ink/ink3511.xml" ContentType="application/inkml+xml"/>
  <Override PartName="/ppt/ink/ink3512.xml" ContentType="application/inkml+xml"/>
  <Override PartName="/ppt/ink/ink3513.xml" ContentType="application/inkml+xml"/>
  <Override PartName="/ppt/ink/ink3514.xml" ContentType="application/inkml+xml"/>
  <Override PartName="/ppt/ink/ink3515.xml" ContentType="application/inkml+xml"/>
  <Override PartName="/ppt/ink/ink3516.xml" ContentType="application/inkml+xml"/>
  <Override PartName="/ppt/ink/ink3517.xml" ContentType="application/inkml+xml"/>
  <Override PartName="/ppt/ink/ink3518.xml" ContentType="application/inkml+xml"/>
  <Override PartName="/ppt/ink/ink3519.xml" ContentType="application/inkml+xml"/>
  <Override PartName="/ppt/ink/ink3520.xml" ContentType="application/inkml+xml"/>
  <Override PartName="/ppt/ink/ink3521.xml" ContentType="application/inkml+xml"/>
  <Override PartName="/ppt/ink/ink3522.xml" ContentType="application/inkml+xml"/>
  <Override PartName="/ppt/ink/ink3523.xml" ContentType="application/inkml+xml"/>
  <Override PartName="/ppt/ink/ink3524.xml" ContentType="application/inkml+xml"/>
  <Override PartName="/ppt/ink/ink3525.xml" ContentType="application/inkml+xml"/>
  <Override PartName="/ppt/ink/ink3526.xml" ContentType="application/inkml+xml"/>
  <Override PartName="/ppt/ink/ink3527.xml" ContentType="application/inkml+xml"/>
  <Override PartName="/ppt/ink/ink3528.xml" ContentType="application/inkml+xml"/>
  <Override PartName="/ppt/ink/ink3529.xml" ContentType="application/inkml+xml"/>
  <Override PartName="/ppt/ink/ink3530.xml" ContentType="application/inkml+xml"/>
  <Override PartName="/ppt/ink/ink3531.xml" ContentType="application/inkml+xml"/>
  <Override PartName="/ppt/ink/ink3532.xml" ContentType="application/inkml+xml"/>
  <Override PartName="/ppt/ink/ink3533.xml" ContentType="application/inkml+xml"/>
  <Override PartName="/ppt/ink/ink3534.xml" ContentType="application/inkml+xml"/>
  <Override PartName="/ppt/ink/ink3535.xml" ContentType="application/inkml+xml"/>
  <Override PartName="/ppt/ink/ink3536.xml" ContentType="application/inkml+xml"/>
  <Override PartName="/ppt/ink/ink3537.xml" ContentType="application/inkml+xml"/>
  <Override PartName="/ppt/ink/ink3538.xml" ContentType="application/inkml+xml"/>
  <Override PartName="/ppt/ink/ink3539.xml" ContentType="application/inkml+xml"/>
  <Override PartName="/ppt/ink/ink3540.xml" ContentType="application/inkml+xml"/>
  <Override PartName="/ppt/ink/ink3541.xml" ContentType="application/inkml+xml"/>
  <Override PartName="/ppt/ink/ink3542.xml" ContentType="application/inkml+xml"/>
  <Override PartName="/ppt/ink/ink3543.xml" ContentType="application/inkml+xml"/>
  <Override PartName="/ppt/ink/ink3544.xml" ContentType="application/inkml+xml"/>
  <Override PartName="/ppt/ink/ink3545.xml" ContentType="application/inkml+xml"/>
  <Override PartName="/ppt/ink/ink3546.xml" ContentType="application/inkml+xml"/>
  <Override PartName="/ppt/ink/ink3547.xml" ContentType="application/inkml+xml"/>
  <Override PartName="/ppt/ink/ink3548.xml" ContentType="application/inkml+xml"/>
  <Override PartName="/ppt/ink/ink3549.xml" ContentType="application/inkml+xml"/>
  <Override PartName="/ppt/ink/ink3550.xml" ContentType="application/inkml+xml"/>
  <Override PartName="/ppt/ink/ink3551.xml" ContentType="application/inkml+xml"/>
  <Override PartName="/ppt/ink/ink3552.xml" ContentType="application/inkml+xml"/>
  <Override PartName="/ppt/ink/ink3553.xml" ContentType="application/inkml+xml"/>
  <Override PartName="/ppt/ink/ink3554.xml" ContentType="application/inkml+xml"/>
  <Override PartName="/ppt/ink/ink3555.xml" ContentType="application/inkml+xml"/>
  <Override PartName="/ppt/ink/ink3556.xml" ContentType="application/inkml+xml"/>
  <Override PartName="/ppt/ink/ink3557.xml" ContentType="application/inkml+xml"/>
  <Override PartName="/ppt/ink/ink3558.xml" ContentType="application/inkml+xml"/>
  <Override PartName="/ppt/ink/ink3559.xml" ContentType="application/inkml+xml"/>
  <Override PartName="/ppt/ink/ink3560.xml" ContentType="application/inkml+xml"/>
  <Override PartName="/ppt/ink/ink3561.xml" ContentType="application/inkml+xml"/>
  <Override PartName="/ppt/ink/ink3562.xml" ContentType="application/inkml+xml"/>
  <Override PartName="/ppt/ink/ink3563.xml" ContentType="application/inkml+xml"/>
  <Override PartName="/ppt/ink/ink3564.xml" ContentType="application/inkml+xml"/>
  <Override PartName="/ppt/ink/ink3565.xml" ContentType="application/inkml+xml"/>
  <Override PartName="/ppt/ink/ink3566.xml" ContentType="application/inkml+xml"/>
  <Override PartName="/ppt/ink/ink3567.xml" ContentType="application/inkml+xml"/>
  <Override PartName="/ppt/ink/ink3568.xml" ContentType="application/inkml+xml"/>
  <Override PartName="/ppt/ink/ink3569.xml" ContentType="application/inkml+xml"/>
  <Override PartName="/ppt/ink/ink3570.xml" ContentType="application/inkml+xml"/>
  <Override PartName="/ppt/ink/ink3571.xml" ContentType="application/inkml+xml"/>
  <Override PartName="/ppt/ink/ink3572.xml" ContentType="application/inkml+xml"/>
  <Override PartName="/ppt/ink/ink3573.xml" ContentType="application/inkml+xml"/>
  <Override PartName="/ppt/ink/ink3574.xml" ContentType="application/inkml+xml"/>
  <Override PartName="/ppt/ink/ink3575.xml" ContentType="application/inkml+xml"/>
  <Override PartName="/ppt/ink/ink3576.xml" ContentType="application/inkml+xml"/>
  <Override PartName="/ppt/ink/ink3577.xml" ContentType="application/inkml+xml"/>
  <Override PartName="/ppt/ink/ink3578.xml" ContentType="application/inkml+xml"/>
  <Override PartName="/ppt/ink/ink3579.xml" ContentType="application/inkml+xml"/>
  <Override PartName="/ppt/ink/ink3580.xml" ContentType="application/inkml+xml"/>
  <Override PartName="/ppt/ink/ink3581.xml" ContentType="application/inkml+xml"/>
  <Override PartName="/ppt/ink/ink358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794" r:id="rId2"/>
    <p:sldId id="802" r:id="rId3"/>
    <p:sldId id="803" r:id="rId4"/>
    <p:sldId id="804" r:id="rId5"/>
    <p:sldId id="859" r:id="rId6"/>
    <p:sldId id="805" r:id="rId7"/>
    <p:sldId id="860" r:id="rId8"/>
    <p:sldId id="861" r:id="rId9"/>
    <p:sldId id="806" r:id="rId10"/>
    <p:sldId id="807" r:id="rId11"/>
    <p:sldId id="808" r:id="rId12"/>
    <p:sldId id="809" r:id="rId13"/>
    <p:sldId id="810" r:id="rId14"/>
    <p:sldId id="811" r:id="rId15"/>
    <p:sldId id="812" r:id="rId16"/>
    <p:sldId id="813" r:id="rId17"/>
    <p:sldId id="862" r:id="rId18"/>
    <p:sldId id="814" r:id="rId19"/>
    <p:sldId id="864" r:id="rId20"/>
    <p:sldId id="865" r:id="rId21"/>
    <p:sldId id="863" r:id="rId22"/>
    <p:sldId id="852" r:id="rId23"/>
    <p:sldId id="853" r:id="rId24"/>
    <p:sldId id="854" r:id="rId25"/>
    <p:sldId id="855" r:id="rId26"/>
    <p:sldId id="856" r:id="rId27"/>
    <p:sldId id="857" r:id="rId28"/>
    <p:sldId id="858" r:id="rId29"/>
    <p:sldId id="798" r:id="rId30"/>
    <p:sldId id="799" r:id="rId31"/>
    <p:sldId id="800" r:id="rId32"/>
    <p:sldId id="80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601" autoAdjust="0"/>
    <p:restoredTop sz="69379" autoAdjust="0"/>
  </p:normalViewPr>
  <p:slideViewPr>
    <p:cSldViewPr snapToGrid="0">
      <p:cViewPr varScale="1">
        <p:scale>
          <a:sx n="96" d="100"/>
          <a:sy n="96" d="100"/>
        </p:scale>
        <p:origin x="662" y="5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8.5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380 204 7834 0 0,'1'-13'860'0'0,"-1"0"0"0"0,0 0-1 0 0,-1 0 1 0 0,0 0 0 0 0,-1 0 0 0 0,-1 1 0 0 0,0-1 0 0 0,0 1 0 0 0,-11-23 0 0 0,13 32-746 0 0,0-1 0 0 0,-1 1 0 0 0,0 0-1 0 0,0 0 1 0 0,0 0 0 0 0,0 0 0 0 0,0 0 0 0 0,0 1 0 0 0,-1-1 0 0 0,0 1 0 0 0,1-1 0 0 0,-1 1-1 0 0,0 0 1 0 0,0 0 0 0 0,0 0 0 0 0,0 0 0 0 0,0 1 0 0 0,-1 0 0 0 0,1-1 0 0 0,-1 1 0 0 0,1 0-1 0 0,0 0 1 0 0,-1 1 0 0 0,0-1 0 0 0,1 1 0 0 0,-1 0 0 0 0,1-1 0 0 0,-1 2 0 0 0,1-1 0 0 0,-1 0-1 0 0,0 1 1 0 0,1 0 0 0 0,-1-1 0 0 0,-5 4 0 0 0,-1-1-69 0 0,-1 1 0 0 0,1 0 0 0 0,1 1-1 0 0,-1 0 1 0 0,1 1 0 0 0,0 0 0 0 0,0 0 0 0 0,0 1 0 0 0,1 0 0 0 0,-11 12-1 0 0,4 0-51 0 0,1 1 0 0 0,1 1 0 0 0,1 0 0 0 0,1 1 0 0 0,1 0 0 0 0,0 1 0 0 0,2 0 0 0 0,-10 45 0 0 0,10-27-2 0 0,1-1 0 0 0,3 2 0 0 0,1-1 0 0 0,4 62 0 0 0,0-87-39 0 0,1-1-1 0 0,1 1 0 0 0,0 0 0 0 0,1-1 0 0 0,0 0 0 0 0,2 0 1 0 0,0 0-1 0 0,0 0 0 0 0,1-1 0 0 0,1 0 0 0 0,11 15 0 0 0,-12-20 14 0 0,-1-2 0 0 0,1 1 0 0 0,0-1-1 0 0,1 0 1 0 0,-1-1 0 0 0,1 1-1 0 0,1-1 1 0 0,-1-1 0 0 0,1 0 0 0 0,0 0-1 0 0,0-1 1 0 0,1 0 0 0 0,-1 0 0 0 0,1-1-1 0 0,0-1 1 0 0,0 1 0 0 0,0-2-1 0 0,14 2 1 0 0,-14-3-19 0 0,-1-1 0 0 0,1 1 0 0 0,-1-2 0 0 0,1 1 0 0 0,-1-1 0 0 0,0-1 0 0 0,0 0 0 0 0,0 0 0 0 0,0 0 0 0 0,0-1 0 0 0,0-1 0 0 0,-1 0 0 0 0,9-6 0 0 0,-14 9-28 0 0,1-1 0 0 0,-1 1 0 0 0,0-1 1 0 0,0 0-1 0 0,0 0 0 0 0,0 0 0 0 0,0-1 1 0 0,-1 1-1 0 0,1-1 0 0 0,-1 1 0 0 0,0-1 1 0 0,0 0-1 0 0,0 0 0 0 0,-1 0 0 0 0,1 0 1 0 0,-1 0-1 0 0,0 0 0 0 0,0 0 0 0 0,-1-1 0 0 0,1 1 1 0 0,-1 0-1 0 0,0 0 0 0 0,0-1 0 0 0,0 1 1 0 0,-1 0-1 0 0,1 0 0 0 0,-1-1 0 0 0,0 1 1 0 0,0 0-1 0 0,-1 0 0 0 0,-2-6 0 0 0,-6-7-1273 0 0,0-1-1 0 0,-26-30 0 0 0,25 34 643 0 0,-1-1 1 0 0,2 0-1 0 0,0-1 1 0 0,-14-31-1 0 0,22 42 685 0 0,0 0-1 0 0,1 0 1 0 0,0 0-1 0 0,0 0 1 0 0,0 0-1 0 0,1 0 1 0 0,-1 0-1 0 0,1-1 0 0 0,0 1 1 0 0,1 0-1 0 0,0 0 1 0 0,-1 0-1 0 0,1 0 1 0 0,1 0-1 0 0,-1 0 1 0 0,1 0-1 0 0,0 0 1 0 0,0 0-1 0 0,0 1 1 0 0,1-1-1 0 0,6-7 1 0 0,-6 7 214 0 0,1 0 1 0 0,1 0-1 0 0,-1 1 1 0 0,0-1-1 0 0,1 1 1 0 0,0 1 0 0 0,0-1-1 0 0,0 0 1 0 0,1 1-1 0 0,-1 0 1 0 0,1 1-1 0 0,-1-1 1 0 0,1 1 0 0 0,0 0-1 0 0,0 0 1 0 0,0 1-1 0 0,0 0 1 0 0,0 0-1 0 0,12 0 1 0 0,-13 1-1 0 0,-1 0 1 0 0,1 1-1 0 0,0 0 1 0 0,0 0-1 0 0,-1 0 1 0 0,1 0-1 0 0,0 1 1 0 0,-1-1 0 0 0,1 1-1 0 0,-1 0 1 0 0,0 1-1 0 0,0-1 1 0 0,0 1-1 0 0,0 0 1 0 0,0 0-1 0 0,0 0 1 0 0,-1 0-1 0 0,1 1 1 0 0,-1 0-1 0 0,0-1 1 0 0,0 1-1 0 0,-1 0 1 0 0,1 0-1 0 0,-1 1 1 0 0,3 6-1 0 0,5 19 409 0 0,-1 0-1 0 0,-1 1 0 0 0,-2 0 1 0 0,-2 1-1 0 0,2 39 1 0 0,-4-36-289 0 0,2 0 0 0 0,1-1 1 0 0,19 68-1 0 0,-20-94-1108 0 0,0-1-250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8.7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7834 0 0,'1'3'4569'0'0,"1"11"-2087"0"0,2 6-1108 0 0,-1 31 587 0 0,-4 80 0 0 0,0 11-1662 0 0,3-119-348 0 0,1-1 0 0 0,0 1 1 0 0,1-1-1 0 0,11 30 0 0 0,-10-36-903 0 0,1-1-296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9.0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1 211 8754 0 0,'6'-4'5683'0'0,"-6"4"-5587"0"0,14 2 1189 0 0,4 9-733 0 0,-1 2 0 0 0,-1 0 1 0 0,0 1-1 0 0,-1 0 0 0 0,15 19 0 0 0,21 18 240 0 0,-27-28-440 0 0,74 61 623 0 0,-88-77-888 0 0,0 0-1 0 0,1 0 1 0 0,0-1-1 0 0,0-1 1 0 0,0 0-1 0 0,1 0 1 0 0,0-1-1 0 0,13 2 1 0 0,-23-5-67 0 0,0-1 0 0 0,0 0 0 0 0,1 1 0 0 0,-1-1 0 0 0,0 0 0 0 0,0 0 0 0 0,0-1 0 0 0,0 1 0 0 0,0 0 0 0 0,0-1 1 0 0,0 1-1 0 0,0-1 0 0 0,0 1 0 0 0,0-1 0 0 0,-1 0 0 0 0,1 0 0 0 0,0 0 0 0 0,0 0 0 0 0,0 0 0 0 0,-1-1 0 0 0,1 1 0 0 0,-1 0 0 0 0,1-1 0 0 0,-1 1 1 0 0,0-1-1 0 0,1 0 0 0 0,-1 1 0 0 0,0-1 0 0 0,0 0 0 0 0,0 0 0 0 0,0 1 0 0 0,0-1 0 0 0,-1 0 0 0 0,1 0 0 0 0,0 0 0 0 0,-1-2 0 0 0,3-10 69 0 0,-1 1 0 0 0,0 0-1 0 0,-1-1 1 0 0,-1-19 0 0 0,0 15 29 0 0,-5-216 439 0 0,1 119-7763 0 0,4 91 28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9.4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21 8754 0 0,'13'-21'14047'0'0,"-12"22"-13848"0"0,6 9-1104 0 0,14 50 1302 0 0,23 107 0 0 0,-13-41-137 0 0,-6-48-1149 0 0,3-1 0 0 0,47 89 0 0 0,-73-163 479 0 0,-1 0 0 0 0,1-1 0 0 0,-1 1 1 0 0,1 0-1 0 0,0-1 0 0 0,0 1 0 0 0,0-1 1 0 0,1 1-1 0 0,-1-1 0 0 0,0 0 0 0 0,4 2 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9.6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30 129 1840 0 0,'-16'-22'87'0'0,"14"18"735"0"0,0 0-1 0 0,0 0 1 0 0,0 0 0 0 0,1-1 0 0 0,0 1-1 0 0,0 0 1 0 0,-1-7 0 0 0,2 8-341 0 0,-1 1 1 0 0,1 0-1 0 0,1-1 1 0 0,-1 1-1 0 0,0 0 1 0 0,0-1-1 0 0,1 1 1 0 0,0 0-1 0 0,-1-1 1 0 0,1 1-1 0 0,0 0 1 0 0,0 0-1 0 0,0 0 1 0 0,2-4-1 0 0,-1 4-357 0 0,0 0 0 0 0,0 0 0 0 0,-1 1 0 0 0,1-1 0 0 0,0 0 0 0 0,1 1 0 0 0,-1-1-1 0 0,0 1 1 0 0,4-2 0 0 0,-1 1 79 0 0,1 0 0 0 0,-1 0 0 0 0,1 1-1 0 0,0-1 1 0 0,-1 1 0 0 0,1 1 0 0 0,0-1 0 0 0,-1 1-1 0 0,1 0 1 0 0,0 0 0 0 0,0 1 0 0 0,-1 0-1 0 0,1 0 1 0 0,0 0 0 0 0,-1 1 0 0 0,1-1-1 0 0,-1 2 1 0 0,0-1 0 0 0,1 0 0 0 0,-1 1 0 0 0,0 0-1 0 0,-1 0 1 0 0,10 8 0 0 0,-1-1-112 0 0,-1 1 1 0 0,0 1-1 0 0,-1 0 1 0 0,0 1-1 0 0,-1 0 1 0 0,-1 0-1 0 0,10 18 1 0 0,-11-15-94 0 0,0 0 1 0 0,-1 1-1 0 0,-1-1 1 0 0,0 2-1 0 0,-1-1 1 0 0,-1 1-1 0 0,-1-1 1 0 0,0 1 0 0 0,-1 0-1 0 0,-1 28 1 0 0,-2-28-619 0 0,-1-1 0 0 0,-1 0 0 0 0,-7 27 1 0 0,2-19-6620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50.4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59 9674 0 0,'-5'-7'1737'0'0,"1"-2"-1"0"0,0 1 1 0 0,1 0 0 0 0,-5-18-1 0 0,19 122 1086 0 0,-7-57-2853 0 0,7 40-1 0 0,-3-45 51 0 0,2-1-1 0 0,1 0 0 0 0,1-1 0 0 0,1 0 0 0 0,2-1 0 0 0,31 48 0 0 0,-30-57 2 0 0,1 1 0 0 0,1-2-1 0 0,1 0 1 0 0,1-1 0 0 0,0-2 0 0 0,2 0-1 0 0,0-1 1 0 0,40 24 0 0 0,-5-11 155 0 0,1-3 0 0 0,77 25-1 0 0,128 22 595 0 0,-239-67-758 0 0,0-2 0 0 0,0-1-1 0 0,1-1 1 0 0,-1-1 0 0 0,1-1-1 0 0,0-2 1 0 0,-1 0 0 0 0,1-1-1 0 0,-1-2 1 0 0,42-11 0 0 0,-22 6-2828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50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66 920 0 0,'-9'-26'2642'0'0,"-6"-13"8751"0"0,24 56-8999 0 0,1-1 1 0 0,17 23-1 0 0,-13-21-2328 0 0,1-2 1 0 0,1 1-1 0 0,0-2 1 0 0,2 0 0 0 0,-1-1-1 0 0,2-1 1 0 0,21 12-1 0 0,-38-23-37 0 0,1-1 0 0 0,-1 0 0 0 0,1 1 0 0 0,-1-1 0 0 0,0 1 0 0 0,1 0 0 0 0,-1-1 0 0 0,0 1 0 0 0,0 0 0 0 0,0 1 0 0 0,2 3 0 0 0,-4-5-11 0 0,1 0-1 0 0,-1 0 0 0 0,0 1 0 0 0,0-1 1 0 0,0 0-1 0 0,0 0 0 0 0,-1 1 0 0 0,1-1 1 0 0,0 0-1 0 0,0 0 0 0 0,-1 0 0 0 0,1 1 0 0 0,-1-1 1 0 0,1 0-1 0 0,-1 0 0 0 0,0 0 0 0 0,1 0 1 0 0,-1 0-1 0 0,0 0 0 0 0,1 0 0 0 0,-1 0 1 0 0,0 0-1 0 0,0 0 0 0 0,0-1 0 0 0,0 1 1 0 0,0 0-1 0 0,-2 1 0 0 0,-60 45 292 0 0,45-36-464 0 0,1 2 0 0 0,-29 27 0 0 0,34-26-305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3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0 197 4609 0 0,'2'-8'345'0'0,"0"1"0"0"0,1-1 0 0 0,-1 1 0 0 0,1 0 0 0 0,1 0 0 0 0,0 0-1 0 0,0 0 1 0 0,0 0 0 0 0,0 1 0 0 0,8-8 0 0 0,4-7 1223 0 0,-11 13-1069 0 0,1 2 0 0 0,0-1-1 0 0,1 1 1 0 0,-1-1-1 0 0,1 2 1 0 0,0-1-1 0 0,1 1 1 0 0,-1 0-1 0 0,1 1 1 0 0,0-1-1 0 0,1 2 1 0 0,-1-1 0 0 0,10-2-1 0 0,-7 3-253 0 0,0 0 0 0 0,-1 1 0 0 0,1 0-1 0 0,1 0 1 0 0,-1 1 0 0 0,0 1 0 0 0,0 0 0 0 0,0 1 0 0 0,0 0-1 0 0,15 3 1 0 0,-24-4-230 0 0,0 1-1 0 0,-1-1 1 0 0,1 1-1 0 0,0 0 0 0 0,0 0 1 0 0,-1-1-1 0 0,1 1 1 0 0,0 0-1 0 0,-1 1 1 0 0,1-1-1 0 0,-1 0 1 0 0,0 0-1 0 0,1 1 0 0 0,-1-1 1 0 0,0 1-1 0 0,0-1 1 0 0,0 1-1 0 0,0-1 1 0 0,0 1-1 0 0,1 2 1 0 0,-1-1-3 0 0,0 1 1 0 0,0 0-1 0 0,0 0 1 0 0,0-1 0 0 0,-1 1-1 0 0,1 0 1 0 0,-1 0-1 0 0,0 0 1 0 0,-1 5-1 0 0,-1 5 48 0 0,-1-1-1 0 0,0 0 1 0 0,-1 0 0 0 0,-10 22-1 0 0,-18 20 86 0 0,24-42-113 0 0,0 0 0 0 0,1 0 0 0 0,-7 17 0 0 0,14-29-33 0 0,-1-1-1 0 0,1 1 0 0 0,0 0 0 0 0,-1 0 1 0 0,1 0-1 0 0,0 0 0 0 0,-1 0 0 0 0,1 0 0 0 0,0 0 1 0 0,0 0-1 0 0,0 0 0 0 0,0 0 0 0 0,0 0 1 0 0,0 0-1 0 0,0 0 0 0 0,0 0 0 0 0,1 0 0 0 0,-1 0 1 0 0,0 0-1 0 0,0 0 0 0 0,1-1 0 0 0,-1 1 1 0 0,1 0-1 0 0,-1 0 0 0 0,1 0 0 0 0,-1 0 0 0 0,2 1 1 0 0,-1-2-7 0 0,1 1 0 0 0,-1 0 0 0 0,1-1 0 0 0,-1 1 1 0 0,1-1-1 0 0,-1 1 0 0 0,1-1 0 0 0,0 0 0 0 0,-1 1 0 0 0,1-1 0 0 0,-1 0 1 0 0,1 0-1 0 0,0 0 0 0 0,2-1 0 0 0,9-1-54 0 0,0-1 0 0 0,0-1 0 0 0,14-5-1 0 0,-22 7 46 0 0,19-7-137 0 0,-5 2 92 0 0,43-11-1 0 0,-57 16 64 0 0,0 1-1 0 0,0 1 1 0 0,0-1 0 0 0,0 1-1 0 0,0 0 1 0 0,0 0-1 0 0,0 0 1 0 0,0 1-1 0 0,0 0 1 0 0,0 0 0 0 0,0 0-1 0 0,0 1 1 0 0,8 3-1 0 0,-11-4 5 0 0,-1 1-1 0 0,1-1 1 0 0,-1 0-1 0 0,1 1 0 0 0,-1-1 1 0 0,0 1-1 0 0,0 0 1 0 0,0-1-1 0 0,0 1 1 0 0,0 0-1 0 0,0 0 1 0 0,0 0-1 0 0,0 0 0 0 0,-1 0 1 0 0,1-1-1 0 0,-1 1 1 0 0,0 0-1 0 0,1 0 1 0 0,-1 0-1 0 0,0 0 0 0 0,0 0 1 0 0,0 0-1 0 0,0 0 1 0 0,-1 0-1 0 0,1 0 1 0 0,-1 0-1 0 0,1 0 1 0 0,-1 0-1 0 0,-1 3 0 0 0,-1 6 50 0 0,-1-1-1 0 0,0 0 0 0 0,-12 20 0 0 0,9-18 108 0 0,-1 0 1 0 0,0 0 0 0 0,-1-1-1 0 0,-1 0 1 0 0,1-1 0 0 0,-2 1 0 0 0,-18 13-1 0 0,21-19-718 0 0,1 0-1 0 0,-2-1 0 0 0,1 0 0 0 0,-14 5 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3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9218 0 0,'0'13'2268'0'0,"1"-10"-1678"0"0,-1 1 0 0 0,1-1 0 0 0,-1 1-1 0 0,0 0 1 0 0,0-1 0 0 0,-1 1 0 0 0,1-1-1 0 0,-1 1 1 0 0,1-1 0 0 0,-1 1 0 0 0,0-1-1 0 0,-1 1 1 0 0,-2 4 0 0 0,4-7-599 0 0,0-1-1 0 0,0 0 1 0 0,0 0-1 0 0,-1 0 1 0 0,1 0 0 0 0,0 0-1 0 0,0 0 1 0 0,0 0 0 0 0,0 0-1 0 0,-1 0 1 0 0,1 0-1 0 0,0 0 1 0 0,0 0 0 0 0,-1 0-1 0 0,1 0 1 0 0,0 0-1 0 0,0 0 1 0 0,0 0 0 0 0,-1 0-1 0 0,1 0 1 0 0,0 0 0 0 0,0 0-1 0 0,0 0 1 0 0,-1 0-1 0 0,1 0 1 0 0,0 0 0 0 0,0 0-1 0 0,0 0 1 0 0,0-1 0 0 0,-1 1-1 0 0,1 0 1 0 0,0 0-1 0 0,0 0 1 0 0,0 0 0 0 0,0 0-1 0 0,0-1 1 0 0,-1 1 0 0 0,1 0-1 0 0,0 0 1 0 0,0 0-1 0 0,0-1 1 0 0,0 1 0 0 0,0 0-1 0 0,0 0 1 0 0,0 0 0 0 0,0-1-1 0 0,0 1 1 0 0,0 0-1 0 0,0 0 1 0 0,0 0 0 0 0,0-1-1 0 0,0 1 1 0 0,0 0 0 0 0,0 0-1 0 0,0 0 1 0 0,0-1-1 0 0,0 1 1 0 0,0 0 0 0 0,0 0-1 0 0,0 0 1 0 0,0-1 0 0 0,0 1-1 0 0,0 0 1 0 0,1 0-1 0 0,-1-1 1 0 0,1-5-471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3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 2761 0 0,'12'-8'1019'0'0,"1"0"0"0"0,-1 2 0 0 0,1 0 0 0 0,0 0-1 0 0,1 1 1 0 0,-1 0 0 0 0,1 2 0 0 0,0-1 0 0 0,0 2 0 0 0,0 0 0 0 0,0 0 0 0 0,0 2 0 0 0,28 1 0 0 0,-40-1-939 0 0,0 0-1 0 0,0 0 1 0 0,0 1-1 0 0,0-1 1 0 0,-1 1-1 0 0,1-1 0 0 0,0 1 1 0 0,0 0-1 0 0,-1-1 1 0 0,1 1-1 0 0,-1 0 1 0 0,1 0-1 0 0,0 0 1 0 0,-1 1-1 0 0,0-1 1 0 0,1 0-1 0 0,-1 0 0 0 0,0 1 1 0 0,0-1-1 0 0,1 1 1 0 0,-1-1-1 0 0,0 1 1 0 0,0-1-1 0 0,-1 1 1 0 0,1 0-1 0 0,0-1 1 0 0,-1 1-1 0 0,1 0 0 0 0,-1 0 1 0 0,1 0-1 0 0,-1-1 1 0 0,0 1-1 0 0,1 0 1 0 0,-1 0-1 0 0,0 0 1 0 0,-1 0-1 0 0,1-1 1 0 0,0 1-1 0 0,0 0 0 0 0,-1 0 1 0 0,1 0-1 0 0,-1-1 1 0 0,1 1-1 0 0,-2 2 1 0 0,-4 10-74 0 0,0-1 0 0 0,0 0 0 0 0,-2 0 1 0 0,-12 18-1 0 0,11-17 168 0 0,-6 6-141 0 0,11-15-30 0 0,0-1 0 0 0,1 1 0 0 0,-1 0 0 0 0,1 0 0 0 0,0 0 0 0 0,0 0 0 0 0,0 1 0 0 0,1-1 0 0 0,0 1 0 0 0,0 0 0 0 0,-2 11 0 0 0,5-15-3 0 0,-1-1 0 0 0,0 0 0 0 0,1 0 0 0 0,0 0 0 0 0,-1 1 0 0 0,1-1 0 0 0,0 0 0 0 0,-1 0 0 0 0,1 0 0 0 0,0 0 0 0 0,0 0 0 0 0,0 0 0 0 0,0 0 0 0 0,0-1 0 0 0,0 1 0 0 0,0 0 0 0 0,0 0 0 0 0,0-1 0 0 0,0 1 0 0 0,1-1 0 0 0,-1 1 0 0 0,2 0 0 0 0,35 9 0 0 0,-28-8 0 0 0,13 3 10 0 0,-2-1 36 0 0,-1 1 0 0 0,0 1 1 0 0,0 1-1 0 0,-1 0 0 0 0,24 13 0 0 0,-39-18-38 0 0,0 1 0 0 0,0 0 1 0 0,0 0-1 0 0,0 0 0 0 0,0 0 0 0 0,-1 1 0 0 0,1 0 0 0 0,-1-1 0 0 0,0 1 0 0 0,0 0 0 0 0,-1 0 0 0 0,1 1 0 0 0,-1-1 0 0 0,0 1 0 0 0,0-1 0 0 0,0 1 0 0 0,-1-1 0 0 0,1 1 0 0 0,-1 0 0 0 0,0 0 0 0 0,-1 0 0 0 0,1 0 0 0 0,-1 0 0 0 0,0 0 0 0 0,0-1 0 0 0,-1 1 1 0 0,-1 9-1 0 0,-1-3 43 0 0,-1 0 0 0 0,0 0 1 0 0,0-1-1 0 0,-1 0 1 0 0,0 0-1 0 0,-1 0 0 0 0,0 0 1 0 0,-1-1-1 0 0,0 0 1 0 0,0-1-1 0 0,-1 1 1 0 0,0-1-1 0 0,-1-1 0 0 0,0 0 1 0 0,0 0-1 0 0,0 0 1 0 0,-20 9-1 0 0,13-9-232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1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70 4145 0 0,'-20'1'1671'0'0,"16"0"-1088"0"0,1 0 1 0 0,-1-1 0 0 0,1 0 0 0 0,-1 0-1 0 0,0 0 1 0 0,1 0 0 0 0,-1 0 0 0 0,1-1-1 0 0,-7-1 1 0 0,34-9 3493 0 0,18-1-3164 0 0,0 2 0 0 0,1 1 0 0 0,48-3 0 0 0,134 1-263 0 0,-175 9-456 0 0,-26 1-362 0 0,-14 0-96 0 0,0 0 0 0 0,1 1 0 0 0,-1 0 0 0 0,0 1 0 0 0,0 0 0 0 0,0 1 0 0 0,18 4 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1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20 656 0 0,'2'-1'9'0'0,"0"-1"1"0"0,-1 1-1 0 0,2 0 0 0 0,-1 0 0 0 0,0-1 0 0 0,0 2 1 0 0,0-1-1 0 0,0 0 0 0 0,0 0 0 0 0,1 1 1 0 0,-1-1-1 0 0,0 1 0 0 0,1 0 0 0 0,-1 0 0 0 0,4 0 1 0 0,20-6 321 0 0,-22 5-170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2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0 480 5529 0 0,'8'-15'10325'0'0,"11"-17"-9761"0"0,-6 11-212 0 0,-2-1-1 0 0,0 0 1 0 0,13-35 0 0 0,-10-6 68 0 0,-11 47-237 0 0,0 1-1 0 0,1-1 1 0 0,0 1-1 0 0,1 0 1 0 0,14-28-1 0 0,-18 42-166 0 0,-1 0 0 0 0,1 0 0 0 0,-1 0 0 0 0,1 0 0 0 0,-1 0 0 0 0,1 0 0 0 0,-1 1 0 0 0,1-1 0 0 0,0 0 0 0 0,0 0-1 0 0,-1 1 1 0 0,1-1 0 0 0,0 0 0 0 0,0 1 0 0 0,0-1 0 0 0,0 0 0 0 0,0 1 0 0 0,-1-1 0 0 0,1 1 0 0 0,0 0 0 0 0,0-1 0 0 0,0 1 0 0 0,0 0 0 0 0,1 0 0 0 0,-1-1 0 0 0,0 1-1 0 0,0 0 1 0 0,1 0 0 0 0,0 1-2 0 0,-1 0-1 0 0,0 0 1 0 0,1 0-1 0 0,-1 0 1 0 0,0 0 0 0 0,1 0-1 0 0,-1 0 1 0 0,0 0-1 0 0,0 1 1 0 0,0-1-1 0 0,0 0 1 0 0,0 1-1 0 0,0-1 1 0 0,-1 1-1 0 0,2 2 1 0 0,3 8 53 0 0,-1-1 1 0 0,-1 1-1 0 0,4 22 0 0 0,7 72 246 0 0,-7-40 129 0 0,26 109 0 0 0,-31-170-442 0 0,-2-2 0 0 0,0 0 0 0 0,1-1 0 0 0,0 1 0 0 0,-1 0 0 0 0,1-1 0 0 0,0 1 0 0 0,1-1 0 0 0,-1 1 0 0 0,0-1 0 0 0,1 0 0 0 0,-1 1 0 0 0,1-1 0 0 0,0 0 0 0 0,-1 0 0 0 0,4 2 0 0 0,-4-4 0 0 0,0-1 0 0 0,0 0 0 0 0,0 0 0 0 0,0 0 0 0 0,0 0 0 0 0,0 0 0 0 0,0-1 0 0 0,0 1 0 0 0,0 0 0 0 0,0 0 0 0 0,-1 0 0 0 0,1-1 0 0 0,-1 1 0 0 0,1 0 0 0 0,-1-1 0 0 0,1 1 0 0 0,-1-1 0 0 0,0 1 0 0 0,1-3 0 0 0,0-1 0 0 0,20-56 190 0 0,50-103 0 0 0,-60 143-145 0 0,1 1-1 0 0,0 0 1 0 0,2 0-1 0 0,0 2 1 0 0,2-1 0 0 0,0 2-1 0 0,0 0 1 0 0,25-18-1 0 0,-40 34-39 0 0,0 0 0 0 0,0 0 0 0 0,1 0 0 0 0,-1 0 0 0 0,0 0 0 0 0,1 0 0 0 0,-1 0 0 0 0,0 1 0 0 0,1-1 0 0 0,-1 0 0 0 0,1 1 0 0 0,-1-1 0 0 0,1 1 0 0 0,-1 0 0 0 0,1-1 0 0 0,0 1 0 0 0,-1 0 0 0 0,1 0-1 0 0,-1 0 1 0 0,1 0 0 0 0,0 0 0 0 0,-1 0 0 0 0,1 1 0 0 0,-1-1 0 0 0,1 1 0 0 0,-1-1 0 0 0,1 1 0 0 0,-1-1 0 0 0,4 2 0 0 0,-2 2 9 0 0,0 0-1 0 0,0-1 1 0 0,0 1-1 0 0,0 0 1 0 0,0 0-1 0 0,-1 1 1 0 0,1-1-1 0 0,2 9 1 0 0,6 9 118 0 0,1-1 1 0 0,20 28 0 0 0,-22-35-135 0 0,0 0 0 0 0,0 1 0 0 0,-2 0 1 0 0,0 1-1 0 0,-1-1 0 0 0,7 24 0 0 0,-14-38 3 0 0,1 0 1 0 0,-1 1-1 0 0,0-1 0 0 0,0 0 0 0 0,1 0 1 0 0,-1 1-1 0 0,1-1 0 0 0,-1 0 0 0 0,1 0 1 0 0,-1 0-1 0 0,1 0 0 0 0,0 0 0 0 0,0 0 1 0 0,-1 0-1 0 0,1 0 0 0 0,0 0 0 0 0,0 0 1 0 0,0 0-1 0 0,0 0 0 0 0,0-1 0 0 0,0 1 1 0 0,2 1-1 0 0,-2-2-2 0 0,1 0 0 0 0,-1 0 0 0 0,0 0 0 0 0,0 0 0 0 0,1-1 0 0 0,-1 1-1 0 0,0 0 1 0 0,0 0 0 0 0,1-1 0 0 0,-1 1 0 0 0,0-1 0 0 0,0 1 0 0 0,0-1 0 0 0,0 1 0 0 0,0-1 0 0 0,0 0 0 0 0,0 0 0 0 0,2-1-1 0 0,5-6-5 0 0,0 0 0 0 0,0-1-1 0 0,11-18 1 0 0,-15 23 15 0 0,26-45-8 0 0,41-83 0 0 0,-4 5 0 0 0,-64 121 3 0 0,1 0 1 0 0,0 0 0 0 0,0 0-1 0 0,1 1 1 0 0,0 0-1 0 0,0 0 1 0 0,0 0-1 0 0,11-7 1 0 0,-15 11-3 0 0,0 1 0 0 0,1-1 1 0 0,-1 0-1 0 0,1 1 0 0 0,-1-1 0 0 0,1 1 0 0 0,-1-1 1 0 0,1 1-1 0 0,-1 0 0 0 0,1-1 0 0 0,-1 1 1 0 0,1 0-1 0 0,0 0 0 0 0,-1 0 0 0 0,1 0 0 0 0,-1 1 1 0 0,3-1-1 0 0,-2 1 0 0 0,0 0-1 0 0,0 0 1 0 0,0 1-1 0 0,-1-1 1 0 0,1 0-1 0 0,0 1 1 0 0,-1-1 0 0 0,1 0-1 0 0,-1 1 1 0 0,1 0-1 0 0,-1-1 1 0 0,0 1 0 0 0,0 0-1 0 0,0 0 1 0 0,0 0-1 0 0,1 3 1 0 0,6 18 9 0 0,-1 0 1 0 0,-1 1-1 0 0,-1 0 0 0 0,-1 0 1 0 0,-1 0-1 0 0,0 32 0 0 0,-2-26 4 0 0,1-1 0 0 0,2 1 0 0 0,13 49 0 0 0,-15-69-694 0 0,1-1 1 0 0,0 0-1 0 0,1 0 0 0 0,0 0 1 0 0,1-1-1 0 0,-1 1 0 0 0,2-1 1 0 0,-1 0-1 0 0,1 0 0 0 0,11 10 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2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1 204 920 0 0,'0'-2'569'0'0,"1"0"-1"0"0,-1 0 0 0 0,1 0 1 0 0,-1 0-1 0 0,1 0 1 0 0,0 0-1 0 0,0 0 1 0 0,0 0-1 0 0,0 0 0 0 0,0 0 1 0 0,1 0-1 0 0,1-2 1 0 0,6-4 983 0 0,0 0 0 0 0,1 1 0 0 0,20-13 0 0 0,72-28 1767 0 0,-88 42-2776 0 0,22-8 80 0 0,0 2 1 0 0,0 1-1 0 0,1 2 0 0 0,70-7 1 0 0,154 5-542 0 0,-97 7-56 0 0,-70 2-2093 0 0,-67 4-4964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3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8754 0 0,'0'0'673'0'0,"20"12"2405"0"0,-16-8-2739 0 0,0 0 0 0 0,0 1 0 0 0,0 0 0 0 0,0-1 0 0 0,-1 1 0 0 0,0 0 0 0 0,0 1 0 0 0,0-1-1 0 0,-1 1 1 0 0,0-1 0 0 0,0 1 0 0 0,1 6 0 0 0,3 13 425 0 0,4 37 0 0 0,-8-50-516 0 0,17 295 1664 0 0,-11-123-8657 0 0,-5-144 781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3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45 124 3225 0 0,'2'-4'360'0'0,"0"-1"0"0"0,1 1 0 0 0,-1 0 1 0 0,1 0-1 0 0,0 0 0 0 0,1 0 0 0 0,-1 1 1 0 0,1 0-1 0 0,-1-1 0 0 0,1 1 0 0 0,0 0 1 0 0,5-2-1 0 0,5-4 803 0 0,0 1 1 0 0,21-8-1 0 0,-19 8-359 0 0,0 1 0 0 0,1 1 0 0 0,0 1 0 0 0,0 0-1 0 0,1 2 1 0 0,25-4 0 0 0,-43 7-800 0 0,0 0 1 0 0,1 0-1 0 0,-1 0 1 0 0,1 0-1 0 0,-1 0 1 0 0,0 0-1 0 0,1 0 1 0 0,-1 0-1 0 0,1 0 1 0 0,-1 0-1 0 0,0 0 1 0 0,1 0-1 0 0,-1 0 1 0 0,1 1-1 0 0,-1-1 1 0 0,0 0-1 0 0,1 0 1 0 0,-1 0-1 0 0,0 0 1 0 0,1 1-1 0 0,-1-1 1 0 0,0 0-1 0 0,1 0 1 0 0,-1 1-1 0 0,0-1 1 0 0,1 0-1 0 0,-1 1 1 0 0,0-1-1 0 0,0 0 1 0 0,0 1-1 0 0,1-1 1 0 0,-1 1-1 0 0,-6 12-86 0 0,-22 15-270 0 0,24-25 321 0 0,-90 78-1406 0 0,-68 64 637 0 0,161-145 807 0 0,0 1-1 0 0,0 0 1 0 0,0 0 0 0 0,0 0 0 0 0,0 0-1 0 0,0 0 1 0 0,0 0 0 0 0,0 0-1 0 0,1 0 1 0 0,-1 0 0 0 0,0 0-1 0 0,1 0 1 0 0,-1 0 0 0 0,1 1 0 0 0,-1-1-1 0 0,1 0 1 0 0,-1 0 0 0 0,1 1-1 0 0,0-1 1 0 0,0 0 0 0 0,-1 1-1 0 0,1-1 1 0 0,0 0 0 0 0,0 1-1 0 0,1 1 1 0 0,0-2 12 0 0,0 1 0 0 0,1-1-1 0 0,-1 0 1 0 0,1 0 0 0 0,-1 0-1 0 0,1 0 1 0 0,0 0 0 0 0,-1 0 0 0 0,1 0-1 0 0,0 0 1 0 0,0-1 0 0 0,-1 1-1 0 0,1-1 1 0 0,0 1 0 0 0,0-1-1 0 0,0 0 1 0 0,0 0 0 0 0,2 0 0 0 0,40 5 671 0 0,45 6 33 0 0,-80-9-678 0 0,1 0-1 0 0,-1 1 0 0 0,0 0 1 0 0,0 1-1 0 0,-1-1 0 0 0,1 2 1 0 0,8 5-1 0 0,-16-10-44 0 0,1 1-1 0 0,-1 0 1 0 0,0 0 0 0 0,1 0-1 0 0,-1 0 1 0 0,0 0 0 0 0,0 0 0 0 0,0 0-1 0 0,0 1 1 0 0,0-1 0 0 0,0 0-1 0 0,-1 1 1 0 0,1-1 0 0 0,0 0 0 0 0,-1 1-1 0 0,1-1 1 0 0,-1 1 0 0 0,1-1-1 0 0,-1 1 1 0 0,1-1 0 0 0,-1 1 0 0 0,0-1-1 0 0,0 3 1 0 0,0-2 3 0 0,-1 1 0 0 0,0-1 0 0 0,0 1 0 0 0,0-1 0 0 0,0 0-1 0 0,0 1 1 0 0,0-1 0 0 0,0 0 0 0 0,-1 0 0 0 0,1 0 0 0 0,-1 0 0 0 0,-3 4 0 0 0,-6 3 110 0 0,1 0 0 0 0,-2 0 1 0 0,-23 13-1 0 0,31-20-50 0 0,-19 11 115 0 0,9-5 31 0 0,0 0 1 0 0,0 1-1 0 0,-23 20 1 0 0,37-29-211 0 0,0 0 1 0 0,0 0 0 0 0,-1 0-1 0 0,1 0 1 0 0,0 0-1 0 0,0 0 1 0 0,0 1-1 0 0,0-1 1 0 0,0 0-1 0 0,0 0 1 0 0,0 0 0 0 0,0 0-1 0 0,0 0 1 0 0,-1 0-1 0 0,1 1 1 0 0,0-1-1 0 0,0 0 1 0 0,0 0-1 0 0,0 0 1 0 0,0 0 0 0 0,0 0-1 0 0,0 1 1 0 0,0-1-1 0 0,0 0 1 0 0,0 0-1 0 0,0 0 1 0 0,0 0-1 0 0,0 0 1 0 0,0 1 0 0 0,0-1-1 0 0,0 0 1 0 0,0 0-1 0 0,0 0 1 0 0,0 0-1 0 0,1 0 1 0 0,-1 1-1 0 0,0-1 1 0 0,0 0-1 0 0,0 0 1 0 0,0 0 0 0 0,0 0-1 0 0,0 0 1 0 0,0 0-1 0 0,0 0 1 0 0,1 1-1 0 0,-1-1 1 0 0,0 0-1 0 0,0 0 1 0 0,0 0 0 0 0,0 0-1 0 0,0 0 1 0 0,13 3-57 0 0,17-2-75 0 0,-28-1 120 0 0,30 0-156 0 0,1 2-1 0 0,-1 1 1 0 0,-1 1 0 0 0,1 2 0 0 0,34 11-1 0 0,-63-17 83 0 0,-1 1 1 0 0,0 0-1 0 0,0 0 0 0 0,1 0 0 0 0,-1 0 0 0 0,0 0 0 0 0,0 0 0 0 0,0 0 0 0 0,0 1 0 0 0,0-1 0 0 0,0 1 1 0 0,-1 0-1 0 0,1-1 0 0 0,-1 1 0 0 0,1 0 0 0 0,-1 0 0 0 0,1 0 0 0 0,-1 0 0 0 0,0 0 0 0 0,0 0 0 0 0,0 1 1 0 0,1 2-1 0 0,-2-2-63 0 0,1 1 1 0 0,-1 0 0 0 0,0 0-1 0 0,0 0 1 0 0,0 0 0 0 0,-1 0 0 0 0,1 0-1 0 0,-1-1 1 0 0,0 1 0 0 0,0 0-1 0 0,0 0 1 0 0,-3 4 0 0 0,-5 10-920 0 0,-1-1-1 0 0,0 0 1 0 0,-2 0 0 0 0,-14 16 0 0 0,19-24 46 0 0,-11 12-426 0 0,1 1 0 0 0,-19 34 0 0 0,32-48 1687 0 0,0-1-1 0 0,1 1 0 0 0,0 0 0 0 0,0 0 0 0 0,1 0 1 0 0,0 0-1 0 0,0 0 0 0 0,1 1 0 0 0,0-1 1 0 0,0 0-1 0 0,1 1 0 0 0,1 11 0 0 0,1-12 1015 0 0,0 0-1 0 0,0 0 0 0 0,1 0 0 0 0,0-1 1 0 0,5 9-1 0 0,10 31 1556 0 0,-12-6-1604 0 0,-2 1 0 0 0,-2-1 0 0 0,-1 1 0 0 0,-9 71 0 0 0,3-51-897 0 0,0 1-93 0 0,-2 0 1 0 0,-31 121-1 0 0,36-174-2856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4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9 109 8290 0 0,'-9'-6'4481'0'0,"26"-6"-2260"0"0,31-9-195 0 0,0 10-891 0 0,0 2-1 0 0,0 2 0 0 0,92 0 1 0 0,-3-1-1086 0 0,73-15-2582 0 0,-176 18 1001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4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6 323 3225 0 0,'-1'-3'315'0'0,"0"-1"1"0"0,0 1-1 0 0,0-1 1 0 0,0 1-1 0 0,1-1 1 0 0,0 1-1 0 0,-1-1 1 0 0,1 1-1 0 0,1-1 1 0 0,0-6-1 0 0,10-40 2283 0 0,-7 35-1746 0 0,-4 12-734 0 0,9-33 1407 0 0,14-38 1 0 0,-20 65-1272 0 0,1 1 0 0 0,-1 0 0 0 0,2 0 0 0 0,-1 0 0 0 0,1 0 0 0 0,0 0 0 0 0,0 1 0 0 0,1 0 0 0 0,0 0 0 0 0,10-7-1 0 0,-15 13-200 0 0,0 0 0 0 0,-1 0-1 0 0,1 1 1 0 0,0-1-1 0 0,0 1 1 0 0,0-1 0 0 0,0 1-1 0 0,0-1 1 0 0,0 1-1 0 0,0-1 1 0 0,0 1 0 0 0,1 0-1 0 0,-1 0 1 0 0,0 0-1 0 0,0 0 1 0 0,0-1 0 0 0,0 1-1 0 0,0 1 1 0 0,0-1-1 0 0,1 0 1 0 0,-1 0 0 0 0,0 0-1 0 0,0 1 1 0 0,0-1-1 0 0,0 0 1 0 0,0 1 0 0 0,0-1-1 0 0,0 1 1 0 0,0-1 0 0 0,0 1-1 0 0,0-1 1 0 0,0 1-1 0 0,0 0 1 0 0,-1 0 0 0 0,1-1-1 0 0,0 1 1 0 0,0 0-1 0 0,-1 0 1 0 0,1 0 0 0 0,0 0-1 0 0,-1 0 1 0 0,1 0-1 0 0,-1 0 1 0 0,1 0 0 0 0,-1 0-1 0 0,0 0 1 0 0,1 2-1 0 0,3 8 216 0 0,0 1-1 0 0,-1-1 0 0 0,3 21 0 0 0,-3-17-64 0 0,11 59 360 0 0,-11-51-544 0 0,1 0-1 0 0,1-1 0 0 0,1 1 1 0 0,1-1-1 0 0,1 0 1 0 0,20 39-1 0 0,-27-60-18 0 0,-1 1 0 0 0,1-1 0 0 0,-1 0 0 0 0,1 0 0 0 0,0 0 0 0 0,0 0 0 0 0,0 0 0 0 0,-1 0 0 0 0,1 0 0 0 0,0-1 0 0 0,0 1 0 0 0,0 0 0 0 0,0 0 0 0 0,0-1 0 0 0,1 1 0 0 0,-1-1 0 0 0,0 1 0 0 0,0-1 0 0 0,0 1 0 0 0,1-1 0 0 0,-1 1 0 0 0,0-1 0 0 0,0 0 0 0 0,1 0 0 0 0,-1 0 0 0 0,0 0 0 0 0,0 0 0 0 0,1 0 0 0 0,-1 0 0 0 0,0 0 0 0 0,0 0 0 0 0,1-1 0 0 0,-1 1 0 0 0,0-1 0 0 0,0 1 0 0 0,0-1 0 0 0,1 1 0 0 0,-1-1 0 0 0,0 1 0 0 0,0-1 0 0 0,0 0 0 0 0,0 0 0 0 0,0 1 0 0 0,0-1 0 0 0,0 0 0 0 0,-1 0 0 0 0,1 0 0 0 0,1-2 0 0 0,6-6 0 0 0,-1 0 0 0 0,0-1 0 0 0,-1 0 0 0 0,6-12 0 0 0,-10 17 0 0 0,25-50 4 0 0,-20 39 5 0 0,0 0 0 0 0,1 0 0 0 0,1 1 0 0 0,0 0-1 0 0,1 0 1 0 0,1 1 0 0 0,21-22 0 0 0,-29 33 29 0 0,-1 1 0 0 0,0 0-1 0 0,1 0 1 0 0,-1 1 0 0 0,1-1-1 0 0,0 0 1 0 0,-1 1 0 0 0,1 0-1 0 0,0-1 1 0 0,0 1 0 0 0,0 0 0 0 0,0 1-1 0 0,0-1 1 0 0,0 0 0 0 0,0 1-1 0 0,0 0 1 0 0,0 0 0 0 0,1 0 0 0 0,-1 0-1 0 0,0 0 1 0 0,0 1 0 0 0,0-1-1 0 0,0 1 1 0 0,0 0 0 0 0,0 0 0 0 0,0 0-1 0 0,0 0 1 0 0,0 0 0 0 0,-1 1-1 0 0,1-1 1 0 0,0 1 0 0 0,-1 0 0 0 0,1 0-1 0 0,-1 0 1 0 0,0 0 0 0 0,0 0-1 0 0,1 0 1 0 0,-1 1 0 0 0,-1-1 0 0 0,3 3-1 0 0,4 6 13 0 0,-1 0 0 0 0,-1 1 0 0 0,0 0 0 0 0,0 0 0 0 0,-1 0 0 0 0,-1 1-1 0 0,0-1 1 0 0,3 17 0 0 0,-4-1 23 0 0,-3-23-80 0 0,0 0 1 0 0,0 0-1 0 0,0 0 0 0 0,1 0 1 0 0,0 1-1 0 0,0-1 1 0 0,0 0-1 0 0,1 0 0 0 0,-1-1 1 0 0,1 1-1 0 0,0 0 0 0 0,6 8 1 0 0,-8-13 2 0 0,1 0 0 0 0,0 1 0 0 0,0-1-1 0 0,0 0 1 0 0,0 0 0 0 0,0 1 0 0 0,0-1 0 0 0,0 0 0 0 0,0 0 0 0 0,0 0 0 0 0,0 0 0 0 0,-1 0 0 0 0,1 0-1 0 0,0 0 1 0 0,0 0 0 0 0,0-1 0 0 0,0 1 0 0 0,0 0 0 0 0,0-1 0 0 0,0 1 0 0 0,0 0 0 0 0,-1-1 0 0 0,1 1-1 0 0,0-1 1 0 0,0 1 0 0 0,0-1 0 0 0,-1 0 0 0 0,1 1 0 0 0,0-1 0 0 0,-1 0 0 0 0,1 1 0 0 0,-1-1 0 0 0,1 0-1 0 0,-1 0 1 0 0,1 0 0 0 0,0-1 0 0 0,22-35-269 0 0,-20 32 252 0 0,3-7-3 0 0,5-9-167 0 0,2 0 1 0 0,23-31 0 0 0,-32 47 162 0 0,1 0 1 0 0,-1 0-1 0 0,1 1 1 0 0,-1-1-1 0 0,1 1 1 0 0,0 1-1 0 0,1-1 1 0 0,-1 1 0 0 0,1 0-1 0 0,0 0 1 0 0,-1 0-1 0 0,1 1 1 0 0,0 0-1 0 0,1 0 1 0 0,6-1 0 0 0,-10 3 38 0 0,-1 0 0 0 0,1 0 0 0 0,0 0 0 0 0,0 0 0 0 0,-1 1 0 0 0,1 0 0 0 0,-1-1 0 0 0,1 1 0 0 0,-1 0 0 0 0,1 0 0 0 0,-1 0 0 0 0,1 0 1 0 0,-1 1-1 0 0,0-1 0 0 0,1 1 0 0 0,-1-1 0 0 0,0 1 0 0 0,0 0 0 0 0,1 2 0 0 0,7 7 122 0 0,0 0 1 0 0,11 18-1 0 0,4 5 46 0 0,-15-23-330 0 0,1 0-1 0 0,0 0 1 0 0,1-1 0 0 0,0-1 0 0 0,15 10 0 0 0,-18-15-863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5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1 116 4145 0 0,'0'-4'123'0'0,"-1"0"0"0"0,1 0-1 0 0,0 0 1 0 0,1 0 0 0 0,-1 0 0 0 0,1 0 0 0 0,-1 0 0 0 0,1 0 0 0 0,0 0-1 0 0,1 0 1 0 0,1-4 0 0 0,25-37 5325 0 0,-19 31-2448 0 0,-8 13-2887 0 0,-1 1 1 0 0,0 0-1 0 0,0-1 1 0 0,1 1-1 0 0,-1 0 1 0 0,0-1-1 0 0,1 1 1 0 0,-1 0-1 0 0,0 0 1 0 0,1 0-1 0 0,-1-1 1 0 0,0 1-1 0 0,1 0 0 0 0,-1 0 1 0 0,0 0-1 0 0,1 0 1 0 0,-1-1-1 0 0,0 1 1 0 0,1 0-1 0 0,-1 0 1 0 0,1 0-1 0 0,-1 0 1 0 0,0 0-1 0 0,1 0 0 0 0,-1 0 1 0 0,1 0-1 0 0,-1 0 1 0 0,0 1-1 0 0,1-1 1 0 0,-1 0-1 0 0,1 0 1 0 0,-1 0-1 0 0,1 0 1 0 0,14 12 1190 0 0,8 17-969 0 0,-10-7-186 0 0,0 0 0 0 0,-2 1 0 0 0,-1 1 0 0 0,0 0-1 0 0,6 29 1 0 0,24 133 229 0 0,-22-91-575 0 0,-4-23-1046 0 0,-7-40-36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6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1 4377 0 0,'-25'14'1146'0'0,"10"-6"-330"0"0,-2 1 1171 0 0,0 0 1 0 0,1 1-1 0 0,0 1 0 0 0,-19 17 0 0 0,35-28-1958 0 0,0 0 0 0 0,-1 0-1 0 0,1 0 1 0 0,0 1 0 0 0,0-1-1 0 0,0 0 1 0 0,0 0 0 0 0,0 0-1 0 0,0 0 1 0 0,0 0-1 0 0,0 0 1 0 0,0 0 0 0 0,-1 1-1 0 0,1-1 1 0 0,0 0 0 0 0,0 0-1 0 0,0 0 1 0 0,0 0 0 0 0,0 0-1 0 0,0 1 1 0 0,0-1-1 0 0,0 0 1 0 0,0 0 0 0 0,0 0-1 0 0,0 0 1 0 0,0 0 0 0 0,0 1-1 0 0,0-1 1 0 0,0 0 0 0 0,0 0-1 0 0,0 0 1 0 0,0 0-1 0 0,1 0 1 0 0,-1 0 0 0 0,0 1-1 0 0,0-1 1 0 0,0 0 0 0 0,0 0-1 0 0,0 0 1 0 0,0 0 0 0 0,0 0-1 0 0,0 0 1 0 0,0 0-1 0 0,1 1 1 0 0,-1-1 0 0 0,0 0-1 0 0,0 0 1 0 0,0 0 0 0 0,0 0-1 0 0,0 0 1 0 0,0 0 0 0 0,1 0-1 0 0,-1 0 1 0 0,13 3 693 0 0,17-2-195 0 0,-29-1-459 0 0,110-9 617 0 0,-1-1-1338 0 0,-109 10 623 0 0,0 0-1 0 0,0 0 1 0 0,0-1 0 0 0,0 1 0 0 0,-1 0-1 0 0,1 0 1 0 0,0 0 0 0 0,0 0 0 0 0,0 1-1 0 0,0-1 1 0 0,0 0 0 0 0,0 0 0 0 0,0 0 0 0 0,-1 1-1 0 0,1-1 1 0 0,0 0 0 0 0,0 1 0 0 0,0-1-1 0 0,-1 1 1 0 0,1-1 0 0 0,0 1 0 0 0,0 0-1 0 0,-1-1 1 0 0,1 1 0 0 0,-1-1 0 0 0,1 1 0 0 0,0 0-1 0 0,-1 0 1 0 0,1-1 0 0 0,-1 1 0 0 0,1 2-1 0 0,-1-2-17 0 0,0 1 0 0 0,0 0 0 0 0,-1 0 0 0 0,1 0-1 0 0,0 0 1 0 0,-1 0 0 0 0,0 0 0 0 0,1 0 0 0 0,-1 0-1 0 0,0-1 1 0 0,0 1 0 0 0,0 0 0 0 0,-2 2 0 0 0,-7 9-226 0 0,0-1-1 0 0,-18 16 1 0 0,28-28 269 0 0,-59 55-599 0 0,-52 53 808 0 0,110-108-200 0 0,1 0 0 0 0,-1 1 0 0 0,1-1 0 0 0,-1 0 0 0 0,1 1 0 0 0,0-1 0 0 0,-1 1 0 0 0,1-1 1 0 0,-1 1-1 0 0,1-1 0 0 0,0 1 0 0 0,0-1 0 0 0,-1 1 0 0 0,1-1 0 0 0,0 1 0 0 0,0-1 0 0 0,-1 1 0 0 0,1 0 0 0 0,0-1 0 0 0,0 1 0 0 0,0-1 1 0 0,0 1-1 0 0,0 0 0 0 0,0-1 0 0 0,0 1 0 0 0,0-1 0 0 0,0 1 0 0 0,0 0 0 0 0,0-1 0 0 0,1 1 0 0 0,-1-1 0 0 0,0 1 0 0 0,0-1 1 0 0,1 1-1 0 0,-1 0 0 0 0,2 0 17 0 0,-1 0 0 0 0,1 0 0 0 0,0 0 0 0 0,-1 0 0 0 0,1-1 0 0 0,0 1 0 0 0,-1-1 0 0 0,1 1 0 0 0,0-1-1 0 0,-1 0 1 0 0,1 1 0 0 0,2-1 0 0 0,52-3 468 0 0,-46 1-430 0 0,56-5 140 0 0,-63 7-210 0 0,0 0 0 0 0,0-1-1 0 0,1 2 1 0 0,-1-1 0 0 0,-1 0 0 0 0,1 1-1 0 0,0-1 1 0 0,0 1 0 0 0,0 0-1 0 0,0 0 1 0 0,0 0 0 0 0,0 0 0 0 0,-1 1-1 0 0,1-1 1 0 0,-1 1 0 0 0,1 0 0 0 0,-1-1-1 0 0,3 3 1 0 0,-4-1-19 0 0,1-1-1 0 0,-1 1 1 0 0,0 0 0 0 0,0-1-1 0 0,0 1 1 0 0,0 0 0 0 0,0 0-1 0 0,-1 0 1 0 0,1 0 0 0 0,-1 0 0 0 0,0-1-1 0 0,0 1 1 0 0,0 0 0 0 0,0 0-1 0 0,-1 0 1 0 0,1 0 0 0 0,-1 0-1 0 0,1 0 1 0 0,-2 3 0 0 0,-4 9-165 0 0,1 0 0 0 0,-11 19 1 0 0,6-12 1 0 0,-1 1 172 0 0,8-17 43 0 0,-1 0 1 0 0,1 0-1 0 0,1 1 0 0 0,-1-1 1 0 0,1 1-1 0 0,0 0 0 0 0,-1 10 0 0 0,4-14-528 0 0,1-3-204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6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1840 0 0,'0'20'3239'0'0,"2"0"0"0"0,4 24 0 0 0,13 40 1587 0 0,-2-13-2518 0 0,17 144-27 0 0,13 61-1796 0 0,-27-173 93 0 0,-16-74-472 0 0,0 0-1 0 0,3-1 1 0 0,0 0 0 0 0,2 0-1 0 0,14 31 1 0 0,-8-20-142 0 0,-12-19-1929 0 0,-9 0-5125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6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 2793 0 0,'-12'4'479'0'0,"19"-4"675"0"0,24-3 1460 0 0,-25 2-2063 0 0,163-18 5340 0 0,99-4-1667 0 0,-180 23-4234 0 0,-50-2-5035 0 0,-19 1-396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7.4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3225 0 0,'1'1'100'0'0,"-1"0"1"0"0,1 1-1 0 0,0-1 0 0 0,0 0 1 0 0,-1 1-1 0 0,1-1 1 0 0,0 0-1 0 0,0 0 1 0 0,0 0-1 0 0,0 0 1 0 0,0 0-1 0 0,0 0 1 0 0,0 0-1 0 0,1 0 0 0 0,-1-1 1 0 0,0 1-1 0 0,0 0 1 0 0,1-1-1 0 0,-1 1 1 0 0,1-1-1 0 0,-1 1 1 0 0,0-1-1 0 0,2 1 1 0 0,36 8 1690 0 0,10-6-443 0 0,0-2 0 0 0,1-1 0 0 0,80-13 0 0 0,18 0 531 0 0,-63 9-1141 0 0,426-8 616 0 0,-453 15-1325 0 0,0 3 0 0 0,70 15 0 0 0,-25 2-4846 0 0,-97-22 4343 0 0,8 2-4511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8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1 370 1840 0 0,'1'-19'2335'0'0,"1"0"0"0"0,7-31 0 0 0,-5 30-944 0 0,-1 1-1 0 0,2-34 1 0 0,-6 35-838 0 0,1 0 0 0 0,1 0 0 0 0,0 0 0 0 0,2 0 0 0 0,0 1 0 0 0,0-1 1 0 0,2 1-1 0 0,8-23 0 0 0,-13 39-536 0 0,0 1 1 0 0,0 0-1 0 0,1 0 1 0 0,-1-1 0 0 0,0 1-1 0 0,0 0 1 0 0,0-1-1 0 0,0 1 1 0 0,0 0 0 0 0,0 0-1 0 0,0-1 1 0 0,0 1-1 0 0,1 0 1 0 0,-1 0 0 0 0,0-1-1 0 0,0 1 1 0 0,0 0-1 0 0,1 0 1 0 0,-1 0 0 0 0,0-1-1 0 0,0 1 1 0 0,0 0 0 0 0,1 0-1 0 0,-1 0 1 0 0,0 0-1 0 0,0-1 1 0 0,1 1 0 0 0,-1 0-1 0 0,0 0 1 0 0,1 0-1 0 0,-1 0 1 0 0,0 0 0 0 0,0 0-1 0 0,1 0 1 0 0,-1 0-1 0 0,0 0 1 0 0,1 0 0 0 0,-1 0-1 0 0,0 0 1 0 0,1 0-1 0 0,-1 0 1 0 0,0 0 0 0 0,7 14 425 0 0,-2 20 19 0 0,-5-34-451 0 0,5 55 125 0 0,-5-27-40 0 0,3 0 0 0 0,0 0 0 0 0,2 0 0 0 0,0 0 0 0 0,2-1 0 0 0,12 30 0 0 0,-18-55-94 0 0,0 1 0 0 0,0-1 0 0 0,0 1 0 0 0,1-1 0 0 0,-1 0 0 0 0,1 0 0 0 0,-1 0 0 0 0,1 1 0 0 0,0-1 0 0 0,0-1 0 0 0,-1 1 0 0 0,2 0 0 0 0,-1 0 0 0 0,0-1 0 0 0,0 1 0 0 0,0-1 0 0 0,1 0 0 0 0,-1 1 0 0 0,5 0 0 0 0,-5-2 0 0 0,0 0-1 0 0,0 0 1 0 0,1 0 0 0 0,-1-1-1 0 0,0 1 1 0 0,0-1-1 0 0,-1 0 1 0 0,1 1-1 0 0,0-1 1 0 0,0 0-1 0 0,0 0 1 0 0,0 0-1 0 0,-1 0 1 0 0,1-1-1 0 0,0 1 1 0 0,-1 0 0 0 0,1-1-1 0 0,-1 1 1 0 0,1-1-1 0 0,-1 1 1 0 0,0-1-1 0 0,0 0 1 0 0,0 1-1 0 0,0-1 1 0 0,1-3-1 0 0,52-97 105 0 0,-42 74-38 0 0,1 2 0 0 0,2-1-1 0 0,0 2 1 0 0,2 0 0 0 0,30-35 0 0 0,-45 59-49 0 0,-1-1 1 0 0,1 0 0 0 0,0 0 0 0 0,0 1 0 0 0,0-1-1 0 0,0 1 1 0 0,1-1 0 0 0,-1 1 0 0 0,0 0 0 0 0,1 0 0 0 0,-1 0-1 0 0,0 0 1 0 0,1 1 0 0 0,-1-1 0 0 0,4 0 0 0 0,-4 1-10 0 0,-1 0 1 0 0,1 0 0 0 0,0 1-1 0 0,0-1 1 0 0,-1 0 0 0 0,1 1-1 0 0,0-1 1 0 0,-1 1 0 0 0,1 0-1 0 0,-1 0 1 0 0,1-1 0 0 0,-1 1-1 0 0,1 0 1 0 0,-1 0 0 0 0,1 0-1 0 0,-1 0 1 0 0,2 2 0 0 0,1 2 4 0 0,-1 0 0 0 0,1 0 0 0 0,-1 1 0 0 0,0-1 0 0 0,0 0 0 0 0,-1 1 0 0 0,0 0 0 0 0,0 0 0 0 0,0 0 0 0 0,2 11 0 0 0,-2 2 34 0 0,2 0 0 0 0,0-1 0 0 0,1 0-1 0 0,1 1 1 0 0,1-2 0 0 0,10 19 0 0 0,-15-31-48 0 0,1 0 1 0 0,0 0 0 0 0,1 0-1 0 0,-1-1 1 0 0,1 0-1 0 0,0 0 1 0 0,0 0 0 0 0,0 0-1 0 0,1 0 1 0 0,-1-1-1 0 0,1 0 1 0 0,0 0 0 0 0,0 0-1 0 0,0-1 1 0 0,0 1-1 0 0,0-1 1 0 0,1 0 0 0 0,-1-1-1 0 0,1 1 1 0 0,-1-1-1 0 0,1 0 1 0 0,0-1 0 0 0,-1 1-1 0 0,12-2 1 0 0,-11 1-2 0 0,-1-1 0 0 0,1 1 0 0 0,0-1 0 0 0,0-1 1 0 0,-1 1-1 0 0,1-1 0 0 0,-1 0 0 0 0,1-1 0 0 0,-1 1 0 0 0,0-1 0 0 0,0 0 1 0 0,0 0-1 0 0,0-1 0 0 0,0 1 0 0 0,-1-1 0 0 0,7-7 0 0 0,0-3 41 0 0,0-1-1 0 0,0-1 0 0 0,15-31 0 0 0,16-25 89 0 0,-38 65-122 0 0,1 1 1 0 0,0 0-1 0 0,0 1 1 0 0,1-1 0 0 0,0 1-1 0 0,0 0 1 0 0,0 0-1 0 0,8-4 1 0 0,-13 8-8 0 0,0 0 0 0 0,-1 1 0 0 0,1-1 0 0 0,0 1 0 0 0,-1-1 0 0 0,1 1 0 0 0,0 0 0 0 0,-1-1 0 0 0,1 1 0 0 0,0 0 0 0 0,0-1 0 0 0,-1 1 0 0 0,1 0 0 0 0,0 0 0 0 0,0 0 0 0 0,0-1 0 0 0,-1 1 0 0 0,1 0 0 0 0,0 0 0 0 0,0 0 0 0 0,0 0 0 0 0,0 1 0 0 0,-1-1 0 0 0,1 0 0 0 0,0 0 0 0 0,0 0 0 0 0,0 1 0 0 0,-1-1 0 0 0,1 0 0 0 0,0 1 0 0 0,-1-1 1 0 0,1 1-1 0 0,0-1 0 0 0,-1 1 0 0 0,1-1 0 0 0,0 1 0 0 0,-1-1 0 0 0,1 1 0 0 0,-1 0 0 0 0,1-1 0 0 0,-1 1 0 0 0,1 0 0 0 0,-1-1 0 0 0,0 1 0 0 0,1 0 0 0 0,-1 0 0 0 0,0-1 0 0 0,1 1 0 0 0,-1 0 0 0 0,0 0 0 0 0,0 1 0 0 0,1 6-1 0 0,0 0-1 0 0,-1 1 1 0 0,0-1-1 0 0,-2 12 1 0 0,1-3-19 0 0,5 87-993 0 0,4-34-2960 0 0,-4-43-2498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8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20 3225 0 0,'-7'-18'7585'0'0,"12"18"-6552"0"0,23-1 154 0 0,1 1 1 0 0,-1 2 0 0 0,37 6 0 0 0,50 4-209 0 0,131-14 198 0 0,177 11 1230 0 0,-342-1-2796 0 0,-3-1-2539 0 0,93 20 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8:59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29 434 3681 0 0,'-18'6'279'0'0,"7"-2"5"0"0,32-12 586 0 0,25-8 576 0 0,0 3-1 0 0,78-13 0 0 0,99 1 1398 0 0,-26 3-294 0 0,-109 10-2237 0 0,1 4-1 0 0,-1 3 1 0 0,1 4 0 0 0,94 12 0 0 0,-181-11-385 0 0,1 0 0 0 0,-1 1 1 0 0,1 0-1 0 0,-1-1 0 0 0,0 1 0 0 0,1 0 0 0 0,-1 0 1 0 0,0 0-1 0 0,0 0 0 0 0,0 1 0 0 0,0-1 1 0 0,0 1-1 0 0,3 2 0 0 0,11 7-1359 0 0,-15-10 1405 0 0,0-1-1 0 0,0 1 1 0 0,0-1 0 0 0,0 1 0 0 0,0-1 0 0 0,0 1 0 0 0,0-1 0 0 0,0 0 0 0 0,0 0 0 0 0,0 0 0 0 0,0 0-1 0 0,1 0 1 0 0,-1 0 0 0 0,0 0 0 0 0,0 0 0 0 0,0 0 0 0 0,0 0 0 0 0,0 0 0 0 0,0-1 0 0 0,0 1 0 0 0,0 0-1 0 0,0-1 1 0 0,0 1 0 0 0,0-1 0 0 0,0 0 0 0 0,0 1 0 0 0,0-1 0 0 0,0 0 0 0 0,0 1 0 0 0,0-1 0 0 0,0 0-1 0 0,-1 0 1 0 0,1 0 0 0 0,0 1 0 0 0,-1-1 0 0 0,1 0 0 0 0,-1 0 0 0 0,1 0 0 0 0,-1 0 0 0 0,1 0 0 0 0,-1 0 0 0 0,1-1-1 0 0,-1 1 1 0 0,0 0 0 0 0,0 0 0 0 0,0 0 0 0 0,0 0 0 0 0,0 0 0 0 0,0-2 0 0 0,-1-3 126 0 0,-4-27 188 0 0,0 1 0 0 0,1-39 0 0 0,4 62-68 0 0,0 1 1 0 0,1-1-1 0 0,0 1 0 0 0,0-1 1 0 0,1 1-1 0 0,0 0 0 0 0,0 0 1 0 0,1 0-1 0 0,0 0 1 0 0,1 0-1 0 0,-1 0 0 0 0,1 1 1 0 0,10-14-1 0 0,-14 21-175 0 0,1-1-1 0 0,-1 1 0 0 0,1-1 0 0 0,-1 1 1 0 0,1-1-1 0 0,-1 1 0 0 0,1-1 1 0 0,-1 1-1 0 0,1-1 0 0 0,-1 1 0 0 0,1-1 1 0 0,0 1-1 0 0,-1 0 0 0 0,1-1 1 0 0,-1 1-1 0 0,1 0 0 0 0,0 0 0 0 0,-1 0 1 0 0,1-1-1 0 0,0 1 0 0 0,0 0 1 0 0,-1 0-1 0 0,1 0 0 0 0,0 0 0 0 0,-1 0 1 0 0,1 0-1 0 0,1 1 0 0 0,-1-1-8 0 0,0 1 0 0 0,0 0 0 0 0,0 0-1 0 0,0-1 1 0 0,0 1 0 0 0,0 0 0 0 0,0 0-1 0 0,0 0 1 0 0,0 0 0 0 0,-1 0 0 0 0,1 1-1 0 0,0-1 1 0 0,-1 0 0 0 0,1 2 0 0 0,15 52 322 0 0,-14-43-62 0 0,2 1-219 0 0,0 1 0 0 0,1-1 0 0 0,1 0 0 0 0,0 0 0 0 0,0-1 0 0 0,12 17 0 0 0,-14-24-77 0 0,0 0 0 0 0,0 0-1 0 0,0 0 1 0 0,1-1 0 0 0,-1 1 0 0 0,1-1-1 0 0,0 0 1 0 0,1 0 0 0 0,-1-1 0 0 0,1 0-1 0 0,-1 0 1 0 0,1 0 0 0 0,0-1 0 0 0,0 1-1 0 0,0-2 1 0 0,9 3 0 0 0,-12-4 0 0 0,1 0 0 0 0,0 0 0 0 0,0 0 0 0 0,-1 0 0 0 0,1-1 0 0 0,0 0 0 0 0,0 0-1 0 0,-1 0 1 0 0,1 0 0 0 0,-1 0 0 0 0,1-1 0 0 0,-1 1 0 0 0,0-1 0 0 0,1 0 0 0 0,-1 0 0 0 0,0 0 0 0 0,0-1 0 0 0,0 1 0 0 0,-1-1 0 0 0,1 1 0 0 0,3-5 0 0 0,6-8 70 0 0,-1-1 1 0 0,0 0-1 0 0,9-19 0 0 0,-1 2 342 0 0,-10 19-290 0 0,1 1 1 0 0,0 1-1 0 0,0 0 0 0 0,12-11 0 0 0,-19 20-89 0 0,0 1 0 0 0,0-1 1 0 0,-1 1-1 0 0,1 0 0 0 0,1-1 0 0 0,-1 1 0 0 0,0 1 0 0 0,0-1 0 0 0,1 0 0 0 0,-1 1 0 0 0,1 0 0 0 0,-1 0 1 0 0,1 0-1 0 0,0 0 0 0 0,-1 0 0 0 0,1 1 0 0 0,0-1 0 0 0,0 1 0 0 0,-1 0 0 0 0,1 1 0 0 0,0-1 0 0 0,0 0 0 0 0,3 2 1 0 0,-6-1-18 0 0,0 0 1 0 0,1-1 0 0 0,-1 1 0 0 0,0 0 0 0 0,0 0 0 0 0,0 0-1 0 0,0 0 1 0 0,0 1 0 0 0,0-1 0 0 0,-1 0 0 0 0,1 0 0 0 0,0 1 0 0 0,-1-1-1 0 0,1 0 1 0 0,0 1 0 0 0,-1-1 0 0 0,0 0 0 0 0,1 1 0 0 0,-1 1-1 0 0,6 37 233 0 0,-3-17-52 0 0,1-6-184 0 0,1-1 1 0 0,1 0-1 0 0,0-1 0 0 0,2 0 1 0 0,-1 0-1 0 0,2 0 0 0 0,0-1 1 0 0,1 0-1 0 0,0-1 0 0 0,15 15 1 0 0,-24-27-13 0 0,-1 0 0 0 0,1-1 0 0 0,0 1 0 0 0,-1-1 0 0 0,1 1 0 0 0,0-1 0 0 0,0 1 0 0 0,-1-1 0 0 0,1 1 0 0 0,0-1 0 0 0,0 0 0 0 0,0 1 0 0 0,0-1 0 0 0,0 0 0 0 0,-1 0 0 0 0,1 1 0 0 0,0-1 0 0 0,0 0 0 0 0,0 0 0 0 0,0 0 0 0 0,0 0 0 0 0,0-1 0 0 0,0 1 0 0 0,0 0 0 0 0,-1 0 0 0 0,1 0 0 0 0,0-1 0 0 0,0 1 0 0 0,0 0 0 0 0,0-1 0 0 0,0 1 0 0 0,-1-1 0 0 0,1 1 0 0 0,0-1 0 0 0,0 1 0 0 0,-1-1 0 0 0,1 0 0 0 0,-1 1 0 0 0,1-1 0 0 0,0 0 0 0 0,-1 1 0 0 0,1-1 0 0 0,-1 0 0 0 0,1 0 0 0 0,-1-1 0 0 0,5-5 0 0 0,0-1 0 0 0,-1 0 0 0 0,5-15 0 0 0,-6 15 0 0 0,25-63 0 0 0,-21 47 0 0 0,2 0 0 0 0,1 1 0 0 0,1 0 0 0 0,0 1 0 0 0,23-31 0 0 0,-33 51 0 0 0,0 1 0 0 0,0 0 0 0 0,0 0 0 0 0,0 0 0 0 0,0 0 0 0 0,0 0 0 0 0,0 0 0 0 0,0 1 0 0 0,1-1 0 0 0,-1 0 0 0 0,0 0 0 0 0,0 1 0 0 0,1-1 0 0 0,-1 1 0 0 0,0-1 0 0 0,1 1 0 0 0,-1 0 0 0 0,1-1 0 0 0,-1 1 0 0 0,0 0 0 0 0,1 0 0 0 0,-1 0 0 0 0,1 0 0 0 0,1 0 0 0 0,-1 1 0 0 0,1 0 0 0 0,0 0 0 0 0,0 0 0 0 0,-1 1 0 0 0,1-1 0 0 0,-1 1 0 0 0,1-1 0 0 0,-1 1 0 0 0,0 0 0 0 0,0 0 0 0 0,3 2 0 0 0,5 8 0 0 0,0 0 0 0 0,-1 1 0 0 0,11 20 0 0 0,-17-29 0 0 0,5 11-1231 0 0,-1 1 0 0 0,0-1-1 0 0,-1 1 1 0 0,-1 0 0 0 0,6 30 0 0 0,-8-28-5257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0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1 106 4609 0 0,'86'-6'7627'0'0,"570"-43"293"0"0,-323 32-5375 0 0,-280 13-5956 0 0,100-20 0 0 0,-133 19-3418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0.5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9 6913 0 0,'-1'-1'176'0'0,"0"0"-1"0"0,-1 0 0 0 0,0 0 0 0 0,1 0 0 0 0,-1 0 0 0 0,1 1 0 0 0,-1-1 0 0 0,0 1 0 0 0,0-1 0 0 0,1 1 0 0 0,-1 0 0 0 0,-3-1 0 0 0,4 2 50 0 0,1 0-1 0 0,-1 1 1 0 0,1-1-1 0 0,0 0 1 0 0,-1 0 0 0 0,1 0-1 0 0,0 0 1 0 0,0 0-1 0 0,0 1 1 0 0,0-1 0 0 0,0 0-1 0 0,0 0 1 0 0,0 0-1 0 0,0 0 1 0 0,1 1 0 0 0,-1-1-1 0 0,0 0 1 0 0,1 0-1 0 0,-1 0 1 0 0,1 1 0 0 0,7 50 774 0 0,-2-1 0 0 0,-3 1 0 0 0,-2 1 0 0 0,-6 60 0 0 0,0 40 480 0 0,8-38-1479 0 0,5-1 0 0 0,38 189 0 0 0,30 101-6660 0 0,-70-365 750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1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2 3225 0 0,'36'-1'3161'0'0,"-17"0"-1682"0"0,1 1 0 0 0,-1 1-1 0 0,23 4 1 0 0,-42-5-1473 0 0,0 0 0 0 0,1 0 1 0 0,-1 0-1 0 0,0 0 0 0 0,0 0 0 0 0,0 0 0 0 0,0 0 0 0 0,1 0 0 0 0,-1 0 0 0 0,0 0 0 0 0,0 0 0 0 0,0 0 0 0 0,0 0 0 0 0,1 1 0 0 0,-1-1 1 0 0,0 0-1 0 0,0 0 0 0 0,0 0 0 0 0,0 0 0 0 0,0 0 0 0 0,0 0 0 0 0,1 0 0 0 0,-1 1 0 0 0,0-1 0 0 0,0 0 0 0 0,0 0 0 0 0,0 0 1 0 0,0 0-1 0 0,0 1 0 0 0,0-1 0 0 0,0 0 0 0 0,0 0 0 0 0,0 0 0 0 0,0 0 0 0 0,0 1 0 0 0,0-1 0 0 0,0 0 0 0 0,0 0 0 0 0,0 0 0 0 0,0 0 1 0 0,0 1-1 0 0,-6 7 132 0 0,-13 9-6 0 0,17-16-100 0 0,-42 30 408 0 0,32-24-390 0 0,2 0 1 0 0,-1 0 0 0 0,1 1 0 0 0,0 0-1 0 0,1 1 1 0 0,0 0 0 0 0,0 1-1 0 0,-9 13 1 0 0,17-22-56 0 0,0 1-1 0 0,0 0 1 0 0,1 0-1 0 0,-1-1 1 0 0,1 1 0 0 0,-1 0-1 0 0,1 0 1 0 0,0 0-1 0 0,0 0 1 0 0,0-1 0 0 0,0 1-1 0 0,0 0 1 0 0,0 0-1 0 0,0 0 1 0 0,0 0 0 0 0,1-1-1 0 0,-1 1 1 0 0,1 0 0 0 0,0 0-1 0 0,-1-1 1 0 0,1 1-1 0 0,0 0 1 0 0,0-1 0 0 0,0 1-1 0 0,0-1 1 0 0,0 1-1 0 0,0-1 1 0 0,1 1 0 0 0,-1-1-1 0 0,0 0 1 0 0,1 0-1 0 0,-1 0 1 0 0,4 2 0 0 0,7 6-335 0 0,0-2 1 0 0,0 0 0 0 0,21 9 0 0 0,-11-5-25 0 0,-20-10 349 0 0,41 25-457 0 0,-41-25 456 0 0,-1 0 0 0 0,1 1 0 0 0,0-1 0 0 0,-1 0 0 0 0,1 1 0 0 0,-1-1 0 0 0,1 1 0 0 0,-1-1 0 0 0,0 1-1 0 0,0 0 1 0 0,1 0 0 0 0,-1-1 0 0 0,0 1 0 0 0,-1 0 0 0 0,1 0 0 0 0,0 0 0 0 0,0 0 0 0 0,-1 0 0 0 0,1 0-1 0 0,-1 3 1 0 0,0-3 12 0 0,-1 0 0 0 0,0 0 0 0 0,0 0 0 0 0,0 0 0 0 0,0 0 0 0 0,0 0 0 0 0,0 0 0 0 0,-1-1 0 0 0,1 1 0 0 0,0 0 0 0 0,-1-1 0 0 0,0 1 0 0 0,1-1 0 0 0,-1 0 0 0 0,-3 3 0 0 0,-34 17-63 0 0,25-14 86 0 0,-7 3 300 0 0,16-8-182 0 0,-1 1 0 0 0,1-1 0 0 0,-1 1 0 0 0,1 0 0 0 0,0 0 0 0 0,0 1 0 0 0,1 0 0 0 0,-1 0 0 0 0,-6 7 0 0 0,10-10-106 0 0,1-1 0 0 0,0 1 0 0 0,0 0 0 0 0,-1-1 0 0 0,1 1 1 0 0,0 0-1 0 0,0-1 0 0 0,0 1 0 0 0,0 0 0 0 0,0-1 0 0 0,0 1 1 0 0,0 0-1 0 0,0-1 0 0 0,0 1 0 0 0,0 0 0 0 0,0-1 0 0 0,0 1 0 0 0,1 0 1 0 0,-1-1-1 0 0,0 1 0 0 0,0 0 0 0 0,1-1 0 0 0,-1 1 0 0 0,0-1 0 0 0,1 1 1 0 0,-1 0-1 0 0,1-1 0 0 0,-1 1 0 0 0,1-1 0 0 0,-1 1 0 0 0,1-1 1 0 0,-1 0-1 0 0,1 1 0 0 0,-1-1 0 0 0,1 1 0 0 0,0-1 0 0 0,-1 0 0 0 0,1 0 1 0 0,0 1-1 0 0,-1-1 0 0 0,1 0 0 0 0,0 0 0 0 0,0 0 0 0 0,40 10-162 0 0,-25-7 217 0 0,-11-2-102 0 0,0 1 0 0 0,-1-1 0 0 0,1 1 0 0 0,-1 0 0 0 0,1 1 0 0 0,-1-1 0 0 0,0 1 0 0 0,0 0 0 0 0,0 0 0 0 0,0 0 0 0 0,0 1 0 0 0,-1-1 0 0 0,6 8 0 0 0,-7-8 40 0 0,0 1 1 0 0,-1 0 0 0 0,1 0-1 0 0,-1 0 1 0 0,0 0 0 0 0,0 0 0 0 0,0 0-1 0 0,-1 0 1 0 0,0 0 0 0 0,1 0-1 0 0,-2 0 1 0 0,1 0 0 0 0,0 1 0 0 0,-1-1-1 0 0,1 0 1 0 0,-1 0 0 0 0,-2 5-1 0 0,-3 8-204 0 0,0 0 0 0 0,0-1-1 0 0,-15 24 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1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2761 0 0,'7'5'1003'0'0,"1"1"1"0"0,-1 0 0 0 0,0 0-1 0 0,0 1 1 0 0,-1 0 0 0 0,0 0-1 0 0,0 1 1 0 0,7 12 0 0 0,-7-9-192 0 0,0 1 1 0 0,-1 0-1 0 0,0 0 1 0 0,-1 1-1 0 0,3 18 1 0 0,-1 9-108 0 0,-2 1 0 0 0,-2-1-1 0 0,-3 43 1 0 0,0-3-163 0 0,3-1-700 0 0,24 156 0 0 0,-23-222-4633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2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3681 0 0,'2'4'7728'0'0,"2"9"-3757"0"0,27 92-2322 0 0,-21-45-721 0 0,4 116-1 0 0,-16 63 163 0 0,0 32-393 0 0,5-217-560 0 0,3-1 1 0 0,1 0-1 0 0,16 55 1 0 0,15 19-1279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3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30 4609 0 0,'4'-7'700'0'0,"-3"6"-543"0"0,0 0 1 0 0,0 1-1 0 0,0-1 0 0 0,-1 0 1 0 0,1 0-1 0 0,0 0 0 0 0,-1 0 1 0 0,1 0-1 0 0,-1 0 1 0 0,1 0-1 0 0,-1 0 0 0 0,1 0 1 0 0,-1 0-1 0 0,0 0 1 0 0,0 0-1 0 0,1-1 0 0 0,-1 1 1 0 0,0 0-1 0 0,0 0 0 0 0,0-1 1 0 0,-2 3 121 0 0,0 0 0 0 0,1 0 0 0 0,-1 1 0 0 0,0-1 0 0 0,1 1 0 0 0,-1 0 0 0 0,1-1 0 0 0,0 1-1 0 0,-1 0 1 0 0,1 0 0 0 0,-1 2 0 0 0,1-3-53 0 0,-1 3 59 0 0,-1 0 1 0 0,0 1-1 0 0,1-1 0 0 0,0 1 1 0 0,0-1-1 0 0,0 1 1 0 0,1 0-1 0 0,0-1 1 0 0,-2 10-1 0 0,3-12-260 0 0,0 0 0 0 0,0-1-1 0 0,0 1 1 0 0,1 0 0 0 0,-1 0 0 0 0,0-1-1 0 0,1 1 1 0 0,-1 0 0 0 0,1-1 0 0 0,0 1 0 0 0,-1-1-1 0 0,1 1 1 0 0,0 0 0 0 0,0-1 0 0 0,0 0-1 0 0,0 1 1 0 0,0-1 0 0 0,0 0 0 0 0,1 1-1 0 0,-1-1 1 0 0,0 0 0 0 0,1 0 0 0 0,-1 0-1 0 0,1 0 1 0 0,-1 0 0 0 0,1 0 0 0 0,-1-1-1 0 0,1 1 1 0 0,0 0 0 0 0,2 0 0 0 0,6 2 42 0 0,0 0 1 0 0,-1 0 0 0 0,1 1 0 0 0,0 0 1 0 0,-1 0-1 0 0,17 12 0 0 0,-25-15-67 0 0,1 0 1 0 0,-1 1-1 0 0,1-1 0 0 0,-1 1 0 0 0,1-1 1 0 0,-1 1-1 0 0,0 0 0 0 0,0-1 1 0 0,0 1-1 0 0,0 0 0 0 0,0 0 0 0 0,0 0 1 0 0,0 0-1 0 0,-1 0 0 0 0,1 0 1 0 0,-1 0-1 0 0,1 0 0 0 0,-1 0 1 0 0,0 0-1 0 0,0 1 0 0 0,0-1 0 0 0,0 0 1 0 0,0 0-1 0 0,0 0 0 0 0,0 0 1 0 0,-1 0-1 0 0,1 0 0 0 0,-1 0 0 0 0,0 0 1 0 0,0 0-1 0 0,0 0 0 0 0,1 0 1 0 0,-2 0-1 0 0,1 0 0 0 0,-2 2 0 0 0,-8 12 40 0 0,-24 28 0 0 0,24-32 274 0 0,0 1-1 0 0,-18 29 1 0 0,29-42-291 0 0,-1 1 0 0 0,1 0 0 0 0,-1 0 0 0 0,1-1 0 0 0,-1 1 0 0 0,1 0 0 0 0,0 0 0 0 0,-1-1 0 0 0,1 1 0 0 0,0 0 0 0 0,-1 0 0 0 0,1 0 0 0 0,0 0 0 0 0,0-1 0 0 0,0 1 0 0 0,0 0 0 0 0,0 0 0 0 0,0 0 0 0 0,0 0 0 0 0,0 0 0 0 0,0 0 0 0 0,0-1 0 0 0,1 1 0 0 0,-1 0 0 0 0,0 0 0 0 0,0 0 0 0 0,1 0 0 0 0,-1-1 0 0 0,1 1 0 0 0,-1 0 0 0 0,1 0 0 0 0,-1-1 0 0 0,1 1 0 0 0,-1 0 0 0 0,1-1 0 0 0,-1 1 0 0 0,1-1 0 0 0,0 1 0 0 0,0-1 0 0 0,-1 1 0 0 0,1-1 0 0 0,0 1 0 0 0,0-1 0 0 0,-1 1 0 0 0,1-1 0 0 0,0 0 0 0 0,0 0 0 0 0,0 1 0 0 0,0-1 0 0 0,0 0 0 0 0,-1 0 0 0 0,1 0 0 0 0,0 0 0 0 0,2 0 0 0 0,8 0-78 0 0,1 0 1 0 0,-1 0 0 0 0,19-4 0 0 0,-8 2-31 0 0,-19 2-44 0 0,0 0 1 0 0,-1 0-1 0 0,1 0 0 0 0,0 0 1 0 0,0 0-1 0 0,-1 1 1 0 0,1-1-1 0 0,0 1 0 0 0,-1 0 1 0 0,1 0-1 0 0,-1 0 0 0 0,1 0 1 0 0,-1 0-1 0 0,1 1 1 0 0,-1-1-1 0 0,0 1 0 0 0,0-1 1 0 0,1 1-1 0 0,-1 0 0 0 0,0 0 1 0 0,-1 0-1 0 0,1 0 1 0 0,0 0-1 0 0,0 0 0 0 0,1 3 1 0 0,-2-2 89 0 0,0 1 1 0 0,-1-1-1 0 0,1 0 1 0 0,0 1-1 0 0,-1-1 1 0 0,0 0-1 0 0,0 1 1 0 0,0-1 0 0 0,0 0-1 0 0,-1 1 1 0 0,1-1-1 0 0,-1 0 1 0 0,0 1-1 0 0,0-1 1 0 0,0 0-1 0 0,0 0 1 0 0,0 0-1 0 0,-1 0 1 0 0,1 0 0 0 0,-3 3-1 0 0,-6 7 125 0 0,-6 13 1297 0 0,15-26-1412 0 0,1 1 0 0 0,0 0 0 0 0,0-1 0 0 0,0 1 1 0 0,-1-1-1 0 0,1 1 0 0 0,0 0 0 0 0,0-1 0 0 0,0 1 0 0 0,0 0 0 0 0,0-1 0 0 0,0 1 0 0 0,1 0 0 0 0,-1-1 0 0 0,0 1 1 0 0,0 0-1 0 0,0-1 0 0 0,1 1 0 0 0,-1-1 0 0 0,0 1 0 0 0,0 0 0 0 0,1-1 0 0 0,-1 1 0 0 0,1-1 0 0 0,-1 1 1 0 0,0-1-1 0 0,1 1 0 0 0,-1-1 0 0 0,1 1 0 0 0,-1-1 0 0 0,1 0 0 0 0,0 1 0 0 0,-1-1 0 0 0,1 0 0 0 0,-1 1 1 0 0,1-1-1 0 0,0 0 0 0 0,0 0 0 0 0,1 2-260 0 0,0-1 1 0 0,-1 0-1 0 0,1 1 0 0 0,0-1 1 0 0,-1 1-1 0 0,0-1 1 0 0,1 1-1 0 0,-1 0 0 0 0,0-1 1 0 0,0 1-1 0 0,0 0 0 0 0,0 0 1 0 0,0 0-1 0 0,0 0 1 0 0,0 0-1 0 0,-1 0 0 0 0,1 0 1 0 0,-1 0-1 0 0,0 0 1 0 0,1 0-1 0 0,-1 4 0 0 0,-1 46-3481 0 0,2 4 2615 0 0,2-42 2851 0 0,0 0-1 0 0,0 0 1 0 0,10 23 0 0 0,0 5 549 0 0,-1 1 0 0 0,-3 0 1 0 0,5 51-1 0 0,-10-34-1619 0 0,-3 0-1 0 0,-2 0 1 0 0,-17 109 0 0 0,-1 52 420 0 0,17-171-1019 0 0,3-1-1 0 0,2 0 1 0 0,2 0 0 0 0,19 84 0 0 0,-23-129 3 0 0,1 1 0 0 0,0-1 1 0 0,0 1-1 0 0,1-1 1 0 0,-1 0-1 0 0,1 0 1 0 0,3 4-1 0 0,-4-6-191 0 0,0 1-1 0 0,0 0 1 0 0,0-1-1 0 0,0 1 0 0 0,0 0 1 0 0,-1 0-1 0 0,1 1 1 0 0,-1-1-1 0 0,0 0 1 0 0,0 0-1 0 0,0 1 1 0 0,0-1-1 0 0,-1 0 1 0 0,1 7-1 0 0,-1 5-1560 0 0,1-9 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4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95 4145 0 0,'26'-1'2023'0'0,"-1"-1"0"0"0,38-8 1 0 0,49-17 559 0 0,-72 16-1910 0 0,0 1 1 0 0,0 2-1 0 0,60-3 0 0 0,147 21 3159 0 0,34-1-1637 0 0,-110-16-1292 0 0,-167 7-980 0 0,20-2 326 0 0,-24 2-284 0 0,1 0 1 0 0,-1-1-1 0 0,1 1 1 0 0,-1 0-1 0 0,1 0 1 0 0,-1 0 0 0 0,1-1-1 0 0,-1 1 1 0 0,1 0-1 0 0,-1 0 1 0 0,1-1-1 0 0,-1 1 1 0 0,1-1-1 0 0,-1 1 1 0 0,0 0-1 0 0,1-1 1 0 0,-1 1 0 0 0,0-1-1 0 0,1 1 1 0 0,-1-1-1 0 0,0 1 1 0 0,0-1-1 0 0,1 1 1 0 0,-1-1-1 0 0,0 1 1 0 0,0-1-1 0 0,0 1 1 0 0,0-1 0 0 0,1 1-1 0 0,-1-1 1 0 0,0 1-1 0 0,0-1 1 0 0,0 1-1 0 0,0-1 1 0 0,-1 0-1 0 0,1 0 1 0 0,0-8-3295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4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0 364 5985 0 0,'3'-28'2169'0'0,"-1"-1"0"0"0,-2-35 0 0 0,2-38 3935 0 0,-1 91-5636 0 0,0 0-1 0 0,1 0 1 0 0,1 0-1 0 0,0 0 1 0 0,1 0-1 0 0,9-19 1 0 0,-11 25-390 0 0,1 1 0 0 0,0 0 0 0 0,0 0 0 0 0,1 0 0 0 0,-1 1 0 0 0,1-1 0 0 0,5-4 0 0 0,-9 8-70 0 0,1-1 1 0 0,0 1-1 0 0,-1-1 1 0 0,1 1-1 0 0,0 0 0 0 0,0-1 1 0 0,-1 1-1 0 0,1 0 0 0 0,0-1 1 0 0,0 1-1 0 0,0 0 1 0 0,-1 0-1 0 0,1 0 0 0 0,0 0 1 0 0,0 0-1 0 0,0 0 0 0 0,0 0 1 0 0,-1 0-1 0 0,1 0 1 0 0,1 0-1 0 0,-1 1-3 0 0,0-1 0 0 0,0 1-1 0 0,-1 0 1 0 0,1 0 0 0 0,0-1 0 0 0,0 1 0 0 0,-1 0 0 0 0,1 0 0 0 0,-1 0-1 0 0,1 0 1 0 0,-1 0 0 0 0,1-1 0 0 0,-1 1 0 0 0,1 0 0 0 0,-1 0-1 0 0,0 0 1 0 0,0 0 0 0 0,0 0 0 0 0,1 1 0 0 0,-1-1 0 0 0,0 1 0 0 0,5 57 62 0 0,-2-29-38 0 0,0 0-1 0 0,11 45 0 0 0,-12-68-52 0 0,1 1 0 0 0,-1-1 0 0 0,1 0-1 0 0,0 0 1 0 0,1 0 0 0 0,-1 0 0 0 0,2-1 0 0 0,-1 1 0 0 0,1-1 0 0 0,-1 0 0 0 0,2 0 0 0 0,-1-1-1 0 0,1 0 1 0 0,11 9 0 0 0,-16-13 4 0 0,-1-1 1 0 0,1 1-1 0 0,0-1 0 0 0,-1 1 1 0 0,1-1-1 0 0,0 0 0 0 0,0 1 1 0 0,-1-1-1 0 0,1 0 0 0 0,0 1 1 0 0,0-1-1 0 0,-1 0 0 0 0,1 0 1 0 0,0 0-1 0 0,0 0 0 0 0,0 0 1 0 0,-1 0-1 0 0,1 0 0 0 0,0 0 1 0 0,0 0-1 0 0,0 0 0 0 0,-1 0 1 0 0,1-1-1 0 0,0 1 0 0 0,0 0 1 0 0,0-1-1 0 0,0 0 8 0 0,0 0 1 0 0,0 0 0 0 0,0 0-1 0 0,0 0 1 0 0,-1 0 0 0 0,1 0-1 0 0,0-1 1 0 0,0 1 0 0 0,-1 0-1 0 0,1 0 1 0 0,-1-1 0 0 0,0 1-1 0 0,1 0 1 0 0,-1-3-1 0 0,2-8 22 0 0,-1-1-1 0 0,-1-26 1 0 0,0 17-150 0 0,1 19 162 0 0,1-30 273 0 0,8-38 0 0 0,-9 62-296 0 0,2 0 0 0 0,-1 0 0 0 0,1 0 1 0 0,1 0-1 0 0,-1 0 0 0 0,1 1 0 0 0,1 0 0 0 0,0 0 1 0 0,6-8-1 0 0,-10 14 9 0 0,1 0 0 0 0,-1 1-1 0 0,0-1 1 0 0,1 1 0 0 0,0-1 0 0 0,-1 1 0 0 0,1 0 0 0 0,0 0 0 0 0,0-1 0 0 0,-1 1-1 0 0,1 1 1 0 0,0-1 0 0 0,0 0 0 0 0,0 0 0 0 0,0 1 0 0 0,1-1 0 0 0,-1 1-1 0 0,0 0 1 0 0,0-1 0 0 0,0 1 0 0 0,0 0 0 0 0,0 0 0 0 0,0 1 0 0 0,0-1 0 0 0,1 0-1 0 0,-1 1 1 0 0,0-1 0 0 0,0 1 0 0 0,0-1 0 0 0,0 1 0 0 0,0 0 0 0 0,-1 0 0 0 0,1 0-1 0 0,0 0 1 0 0,0 0 0 0 0,2 3 0 0 0,7 5 72 0 0,0 0 1 0 0,-1 1-1 0 0,0 0 0 0 0,12 18 0 0 0,-8-10-44 0 0,-6-10-36 0 0,3 3 0 0 0,-1 1 0 0 0,0 0 0 0 0,-1 1 0 0 0,0 0 0 0 0,-1 1 0 0 0,0-1 0 0 0,10 27 0 0 0,-18-40 0 0 0,0 0 0 0 0,0 0 0 0 0,0 0 0 0 0,0 0 0 0 0,0 0 0 0 0,0 1 0 0 0,0-1 0 0 0,0 0 0 0 0,0 0 0 0 0,0 0 0 0 0,0 0 0 0 0,0 0 0 0 0,0 0 0 0 0,1 0 0 0 0,-1 1 0 0 0,0-1 0 0 0,0 0 0 0 0,0 0 0 0 0,0 0 0 0 0,0 0 0 0 0,0 0 0 0 0,0 0 0 0 0,0 0 0 0 0,0 0 0 0 0,1 0 0 0 0,-1 0 0 0 0,0 0 0 0 0,0 0 0 0 0,0 0 1 0 0,0 0-1 0 0,0 0 0 0 0,0 0 0 0 0,1 0 0 0 0,-1 0 0 0 0,0 0 0 0 0,0 0 0 0 0,0 0 0 0 0,0 0 0 0 0,0 0 0 0 0,0 0 0 0 0,0 0 0 0 0,1 0 0 0 0,-1 0 0 0 0,0 0 0 0 0,0 0 0 0 0,0 0 0 0 0,0 0 0 0 0,0 0 0 0 0,0 0 0 0 0,0 0 0 0 0,1 0 0 0 0,-1 0 0 0 0,0 0 0 0 0,0 0 0 0 0,0-1 0 0 0,0 1 0 0 0,0 0 0 0 0,0 0 0 0 0,0 0 0 0 0,0 0 0 0 0,0 0 0 0 0,0 0 0 0 0,0-1 0 0 0,9-13 2 0 0,9-26-10 0 0,-15 33 1 0 0,0 0-7 0 0,3-8-9 0 0,1 0 1 0 0,10-17-1 0 0,-15 29 21 0 0,-1 1 0 0 0,1-1 0 0 0,-1 1 0 0 0,1 0 0 0 0,0-1 0 0 0,0 1 0 0 0,0 0 0 0 0,0 0 0 0 0,0 0 0 0 0,1 0 0 0 0,-1 1 0 0 0,0-1 0 0 0,1 1 0 0 0,0-1 0 0 0,-1 1 0 0 0,1 0 0 0 0,0 0 0 0 0,-1 0 0 0 0,1 0 0 0 0,3 0 0 0 0,-2 2 2 0 0,-1 1 0 0 0,1-1 0 0 0,-1 1 0 0 0,0 0 0 0 0,1-1 0 0 0,-1 2 0 0 0,0-1 0 0 0,-1 0 0 0 0,1 1 0 0 0,0-1 0 0 0,-1 1 0 0 0,1 0 0 0 0,-1 0 0 0 0,0 0 0 0 0,4 6 0 0 0,4 4 0 0 0,8 6-131 0 0,11 15-783 0 0,-17-6-3837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4.9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0 103 3681 0 0,'0'0'166'0'0,"18"-15"2636"0"0,5 3-1391 0 0,0 1 0 0 0,1 1 0 0 0,0 1 0 0 0,1 1-1 0 0,-1 1 1 0 0,2 1 0 0 0,29-2 0 0 0,184-3 2652 0 0,-96 8-3305 0 0,28 0-987 0 0,-58 10-3148 0 0,-88-4-3595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5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4609 0 0,'1'-1'271'0'0,"-1"0"0"0"0,0-1 1 0 0,1 1-1 0 0,-1 0 0 0 0,1 0 1 0 0,0 0-1 0 0,-1 0 0 0 0,1 0 0 0 0,0 0 1 0 0,-1 0-1 0 0,1 0 0 0 0,0 0 0 0 0,0 0 1 0 0,0 0-1 0 0,0 1 0 0 0,0-1 0 0 0,0 0 1 0 0,0 1-1 0 0,0-1 0 0 0,0 0 0 0 0,0 1 1 0 0,1-1-1 0 0,-1 1 0 0 0,0 0 0 0 0,0-1 1 0 0,0 1-1 0 0,1 0 0 0 0,-1 0 0 0 0,0 0 1 0 0,0 0-1 0 0,1 0 0 0 0,1 0 0 0 0,0 1 42 0 0,-1 1 0 0 0,1-1-1 0 0,-1 1 1 0 0,0 0 0 0 0,1 0-1 0 0,-1-1 1 0 0,0 1 0 0 0,0 1-1 0 0,0-1 1 0 0,-1 0 0 0 0,1 0 0 0 0,0 1-1 0 0,-1-1 1 0 0,2 4 0 0 0,3 6 174 0 0,0 1 1 0 0,-2-1-1 0 0,1 1 1 0 0,-2 0-1 0 0,1 0 1 0 0,-2 0-1 0 0,2 15 1 0 0,0 99 188 0 0,-3-81-418 0 0,19 280 59 0 0,-14-278-318 0 0,3 0 0 0 0,2-2 0 0 0,2 1 0 0 0,33 78 0 0 0,-29-82 1 0 0,-13-31-6 0 0,1 0 0 0 0,0 0 0 0 0,0-1 1 0 0,12 18-1 0 0,-12-15-1099 0 0,-4 23-7115 0 0,-3-28 7404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6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187 0 4145 0 0,'0'0'191'0'0,"-14"18"3316"0"0,-21 16 262 0 0,-80 87 1441 0 0,113-119-5174 0 0,0 0 1 0 0,0 1-1 0 0,0-1 0 0 0,0 1 0 0 0,0 0 0 0 0,1-1 0 0 0,-1 1 0 0 0,1 0 0 0 0,-1 0 0 0 0,1 0 1 0 0,0 0-1 0 0,0 0 0 0 0,1 0 0 0 0,-1 1 0 0 0,1-1 0 0 0,-1 0 0 0 0,1 0 0 0 0,0 0 1 0 0,0 1-1 0 0,1-1 0 0 0,-1 0 0 0 0,1 0 0 0 0,-1 0 0 0 0,1 1 0 0 0,0-1 0 0 0,0 0 1 0 0,0 0-1 0 0,1 0 0 0 0,-1-1 0 0 0,1 1 0 0 0,0 0 0 0 0,-1 0 0 0 0,1-1 0 0 0,0 1 1 0 0,1-1-1 0 0,-1 0 0 0 0,0 1 0 0 0,1-1 0 0 0,-1 0 0 0 0,1-1 0 0 0,-1 1 0 0 0,1 0 1 0 0,0-1-1 0 0,0 1 0 0 0,6 1 0 0 0,-2 0 5 0 0,1-1-1 0 0,-1 0 1 0 0,1-1 0 0 0,0 0-1 0 0,0 0 1 0 0,-1 0 0 0 0,1-1 0 0 0,0 0-1 0 0,10-2 1 0 0,-10 1-49 0 0,-1 1-1 0 0,1-1 1 0 0,0 2 0 0 0,0-1 0 0 0,-1 1-1 0 0,1 0 1 0 0,-1 0 0 0 0,1 1-1 0 0,8 3 1 0 0,-16-5 4 0 0,1 0 0 0 0,0 1-1 0 0,0-1 1 0 0,0 1 0 0 0,-1-1 0 0 0,1 0 0 0 0,0 1 0 0 0,-1 0-1 0 0,1-1 1 0 0,0 1 0 0 0,-1-1 0 0 0,1 1 0 0 0,-1 0 0 0 0,1-1-1 0 0,-1 1 1 0 0,1 0 0 0 0,-1 0 0 0 0,1 0 0 0 0,-1-1-1 0 0,0 1 1 0 0,1 0 0 0 0,-1 0 0 0 0,0 0 0 0 0,0 0 0 0 0,0-1-1 0 0,1 3 1 0 0,-2-1-3 0 0,1 0-1 0 0,0 0 1 0 0,-1 0-1 0 0,0 0 1 0 0,1 0 0 0 0,-1 0-1 0 0,0 0 1 0 0,0 0-1 0 0,0-1 1 0 0,0 1-1 0 0,-1 2 1 0 0,-6 5-99 0 0,1-1 0 0 0,-1 1-1 0 0,-11 8 1 0 0,17-15 33 0 0,-42 31-455 0 0,34-26 466 0 0,0 0 1 0 0,0 1 0 0 0,1 0-1 0 0,-1 0 1 0 0,2 1 0 0 0,-1 0-1 0 0,-8 13 1 0 0,17-21 66 0 0,-1-1 1 0 0,1 1-1 0 0,0-1 1 0 0,-1 1-1 0 0,1-1 0 0 0,0 1 1 0 0,0 0-1 0 0,-1-1 1 0 0,1 1-1 0 0,0-1 0 0 0,0 1 1 0 0,0 0-1 0 0,0-1 1 0 0,0 1-1 0 0,0 0 1 0 0,0-1-1 0 0,0 1 0 0 0,0 0 1 0 0,0-1-1 0 0,0 1 1 0 0,0 0-1 0 0,0-1 0 0 0,1 1 1 0 0,-1-1-1 0 0,0 1 1 0 0,0 0-1 0 0,1-1 0 0 0,-1 1 1 0 0,1 0-1 0 0,0 0 18 0 0,0 0-1 0 0,0 0 0 0 0,0-1 1 0 0,1 1-1 0 0,-1 0 1 0 0,0-1-1 0 0,1 1 0 0 0,-1-1 1 0 0,0 1-1 0 0,1-1 0 0 0,-1 0 1 0 0,3 1-1 0 0,40-2 648 0 0,-16-4-508 0 0,27-3 262 0 0,-51 8-407 0 0,-1 0 0 0 0,0 0 0 0 0,0 0 0 0 0,1 0 0 0 0,-1 1 0 0 0,0-1 0 0 0,0 1 0 0 0,0 0 0 0 0,1 0 0 0 0,-1 0 0 0 0,0 0 0 0 0,-1 1 0 0 0,6 2 0 0 0,-7-3-17 0 0,0 0 0 0 0,0 1 0 0 0,0-1 0 0 0,1 1 0 0 0,-2-1 0 0 0,1 1 0 0 0,0 0 0 0 0,0-1 0 0 0,0 1 0 0 0,-1 0 0 0 0,1 0 0 0 0,-1-1 0 0 0,1 1 0 0 0,-1 0 0 0 0,0 0 0 0 0,0 0 0 0 0,0 0 0 0 0,0-1 0 0 0,0 1 0 0 0,0 0 0 0 0,0 0 0 0 0,-1 0 0 0 0,1 0 0 0 0,-1-1 0 0 0,1 1 0 0 0,-1 0 0 0 0,0-1 0 0 0,-1 3 0 0 0,-3 8 0 0 0,0-1 0 0 0,-14 20 0 0 0,16-26 0 0 0,-13 15-86 0 0,13-16 55 0 0,-1 0 1 0 0,1 0-1 0 0,0 0 0 0 0,0 0 0 0 0,0 1 1 0 0,1-1-1 0 0,-1 1 0 0 0,1 0 0 0 0,0-1 1 0 0,-2 11-1 0 0,4-15 1 0 0,0 1 0 0 0,0-1 0 0 0,0 0 0 0 0,1 0 0 0 0,-1 1 0 0 0,0-1 0 0 0,0 0 0 0 0,0 0 0 0 0,1 0 0 0 0,-1 1 0 0 0,0-1 0 0 0,0 0 0 0 0,1 0 0 0 0,-1 0 0 0 0,0 0 0 0 0,1 1 0 0 0,-1-1 0 0 0,0 0 0 0 0,0 0 0 0 0,1 0 0 0 0,-1 0 0 0 0,0 0 0 0 0,1 0 0 0 0,-1 0 0 0 0,0 0 0 0 0,1 0 0 0 0,-1 0 0 0 0,0 0 0 0 0,1 0 0 0 0,-1 0 0 0 0,0 0 0 0 0,0 0 0 0 0,1 0 0 0 0,-1-1 0 0 0,0 1 0 0 0,1 0 1 0 0,-1 0-1 0 0,20-6-2207 0 0,-9 2 792 0 0,3 29-6706 0 0,-11 18 13379 0 0,-2-28-4069 0 0,10 74 3697 0 0,-4-50-3160 0 0,1 77 0 0 0,-24 113 342 0 0,0 36-1399 0 0,17-244-519 0 0,1 0 0 0 0,1-1 0 0 0,1 1 0 0 0,1-1 0 0 0,0 1 1 0 0,2-1-1 0 0,0-1 0 0 0,13 25 0 0 0,-15-31-96 0 0,-1 0 1 0 0,0 0-1 0 0,4 26 0 0 0,-7-26-39 0 0,2 0-1 0 0,0 0 1 0 0,0-1 0 0 0,10 23-1 0 0,-11-32-66 0 0,19 35 237 0 0,-20-37-198 0 0,-1 0-1 0 0,1 0 1 0 0,-1 0 0 0 0,1 0-1 0 0,-1 0 1 0 0,1 0 0 0 0,-1 0-1 0 0,1-1 1 0 0,0 1-1 0 0,0 0 1 0 0,-1 0 0 0 0,1-1-1 0 0,0 1 1 0 0,0 0 0 0 0,0-1-1 0 0,0 1 1 0 0,0-1-1 0 0,0 1 1 0 0,0-1 0 0 0,0 1-1 0 0,0-1 1 0 0,0 0 0 0 0,0 0-1 0 0,0 1 1 0 0,0-1-1 0 0,0 0 1 0 0,0 0 0 0 0,0 0-1 0 0,0 0 1 0 0,0 0 0 0 0,2-1-1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7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5065 0 0,'0'0'390'0'0,"14"-20"3682"0"0,-4 12-3169 0 0,0 1-1 0 0,0 0 1 0 0,1 0-1 0 0,0 1 0 0 0,0 1 1 0 0,1 0-1 0 0,-1 0 0 0 0,15-3 1 0 0,17-2 657 0 0,44-6 0 0 0,-23 6-640 0 0,84-14 10 0 0,176-6 0 0 0,-271 31-777 0 0,0 1 1 0 0,76 14-1 0 0,-114-14-149 0 0,-13-2-80 0 0,1 0 0 0 0,0 1 0 0 0,0-2 0 0 0,-1 1 0 0 0,1 0 0 0 0,0 0 0 0 0,0-1 0 0 0,-1 1 0 0 0,1-1 0 0 0,0 0 0 0 0,-1 0 0 0 0,1 0 0 0 0,-1 0 0 0 0,1 0 0 0 0,-1-1 0 0 0,0 1 0 0 0,0-1 0 0 0,1 1 0 0 0,-1-1 0 0 0,4-4 0 0 0,-2 2-1056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7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1 259 920 0 0,'19'-34'5690'0'0,"-7"10"-3106"0"0,-8 18-2050 0 0,1-1 0 0 0,-1 1 0 0 0,1 0 0 0 0,0 0 1 0 0,0 1-1 0 0,1 0 0 0 0,0 0 0 0 0,0 0 0 0 0,0 0 0 0 0,0 1 0 0 0,1 0 0 0 0,-1 0 0 0 0,1 1 1 0 0,0 0-1 0 0,15-4 0 0 0,-21 7-480 0 0,1 0 1 0 0,-1 0-1 0 0,0 0 1 0 0,1 0-1 0 0,-1 1 1 0 0,1-1-1 0 0,-1 1 1 0 0,0-1-1 0 0,1 1 1 0 0,-1-1-1 0 0,0 1 0 0 0,0 0 1 0 0,1 0-1 0 0,-1-1 1 0 0,0 1-1 0 0,0 0 1 0 0,0 0-1 0 0,0 0 1 0 0,0 0-1 0 0,0 0 1 0 0,0 1-1 0 0,-1-1 1 0 0,1 0-1 0 0,0 0 1 0 0,-1 1-1 0 0,1-1 1 0 0,-1 0-1 0 0,1 3 0 0 0,14 42 1272 0 0,-14-41-1156 0 0,9 31 296 0 0,-6-25-425 0 0,-1 1 1 0 0,0 0-1 0 0,-1-1 1 0 0,2 20 0 0 0,-3-36-130 0 0,0-1 0 0 0,0 0 0 0 0,0 1 0 0 0,1 0 0 0 0,0-1 0 0 0,0 1 0 0 0,0 0 0 0 0,5-8 0 0 0,29-45-111 0 0,-25 42 137 0 0,17-30 6 0 0,-20 31 154 0 0,0 0 0 0 0,2 0 0 0 0,0 1 1 0 0,0 0-1 0 0,1 1 0 0 0,23-21 0 0 0,-32 33-60 0 0,-1-1 1 0 0,0 1-1 0 0,1 0 0 0 0,0 0 0 0 0,-1 0 1 0 0,1 0-1 0 0,-1 1 0 0 0,1-1 0 0 0,0 0 1 0 0,0 1-1 0 0,-1-1 0 0 0,1 1 0 0 0,0-1 0 0 0,0 1 1 0 0,0 0-1 0 0,0 0 0 0 0,-1 0 0 0 0,1 0 1 0 0,0 0-1 0 0,0 0 0 0 0,0 1 0 0 0,0-1 1 0 0,-1 0-1 0 0,1 1 0 0 0,0 0 0 0 0,0-1 1 0 0,-1 1-1 0 0,1 0 0 0 0,0 0 0 0 0,-1 0 0 0 0,1 0 1 0 0,-1 0-1 0 0,1 0 0 0 0,-1 0 0 0 0,0 1 1 0 0,0-1-1 0 0,1 0 0 0 0,-1 1 0 0 0,0-1 1 0 0,0 1-1 0 0,0 0 0 0 0,0-1 0 0 0,1 4 1 0 0,5 9 37 0 0,-1 0 0 0 0,-1 1 0 0 0,0 0 0 0 0,4 19 0 0 0,-4-16 27 0 0,-5-18-103 0 0,7 26 2 0 0,1 1 1 0 0,1-1-1 0 0,1-1 1 0 0,24 43-1 0 0,-34-67-2 0 0,1-1 1 0 0,-1 1-1 0 0,0 0 0 0 0,1-1 1 0 0,-1 1-1 0 0,1-1 0 0 0,-1 1 1 0 0,1-1-1 0 0,-1 1 0 0 0,1-1 1 0 0,-1 1-1 0 0,1-1 0 0 0,-1 0 1 0 0,1 1-1 0 0,0-1 0 0 0,-1 0 1 0 0,1 1-1 0 0,-1-1 0 0 0,1 0 1 0 0,0 0-1 0 0,0 0 0 0 0,-1 1 1 0 0,1-1-1 0 0,0 0 1 0 0,-1 0-1 0 0,1 0 0 0 0,0 0 1 0 0,-1 0-1 0 0,1 0 0 0 0,0 0 1 0 0,0-1-1 0 0,-1 1 0 0 0,2 0 1 0 0,0-2-4 0 0,0 1 1 0 0,0 0-1 0 0,0-1 1 0 0,0 0-1 0 0,0 1 1 0 0,0-1 0 0 0,-1 0-1 0 0,1 0 1 0 0,-1 0-1 0 0,2-2 1 0 0,5-9-38 0 0,0 0 0 0 0,6-19 1 0 0,-13 30 32 0 0,12-29-24 0 0,-8 16 32 0 0,0 1 1 0 0,1 0-1 0 0,1 0 1 0 0,1 1-1 0 0,-1-1 1 0 0,2 2-1 0 0,0-1 1 0 0,11-11-1 0 0,-19 22 8 0 0,0 1-1 0 0,0 0 0 0 0,0 0 1 0 0,1 0-1 0 0,-1 0 0 0 0,0 0 1 0 0,0 0-1 0 0,0 0 1 0 0,1 1-1 0 0,-1-1 0 0 0,1 0 1 0 0,-1 1-1 0 0,0-1 0 0 0,1 1 1 0 0,-1-1-1 0 0,1 1 0 0 0,-1 0 1 0 0,1 0-1 0 0,-1-1 1 0 0,1 1-1 0 0,-1 0 0 0 0,1 0 1 0 0,0 1-1 0 0,-1-1 0 0 0,1 0 1 0 0,-1 0-1 0 0,1 1 0 0 0,-1-1 1 0 0,0 1-1 0 0,1-1 1 0 0,-1 1-1 0 0,1 0 0 0 0,-1-1 1 0 0,0 1-1 0 0,1 0 0 0 0,-1 0 1 0 0,0 0-1 0 0,0 0 0 0 0,0 0 1 0 0,0 0-1 0 0,0 1 1 0 0,0-1-1 0 0,0 0 0 0 0,0 0 1 0 0,0 2-1 0 0,5 7 83 0 0,-1 1-1 0 0,-1-1 1 0 0,0 0 0 0 0,5 22-1 0 0,-6-19-65 0 0,0-5-84 0 0,0 1-1 0 0,1-1 1 0 0,0 0-1 0 0,0-1 1 0 0,0 1-1 0 0,10 11 1 0 0,-11-15 18 0 0,0 0 1 0 0,0-1-1 0 0,0 0 1 0 0,1 0-1 0 0,-1 0 1 0 0,1 0-1 0 0,0 0 1 0 0,0-1-1 0 0,0 1 1 0 0,0-1-1 0 0,0 0 1 0 0,0 0-1 0 0,1-1 0 0 0,5 2 1 0 0,-5-3-1790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8.0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48 123 5065 0 0,'-22'-10'5362'0'0,"10"2"-2665"0"0,-1 11-644 0 0,25-2-5 0 0,19-5-763 0 0,1-1 1 0 0,52-15-1 0 0,-49 10-883 0 0,0 2-1 0 0,53-6 1 0 0,171 8 382 0 0,75-7 490 0 0,-88-7-1439 0 0,-241 20-234 0 0,0-1 0 0 0,0 0 1 0 0,0 0-1 0 0,-1 0 1 0 0,9-4-1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8.6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8290 0 0,'3'14'7413'0'0,"-2"-13"-7149"0"0,16 16 1592 0 0,-12-12-1011 0 0,5 7-121 0 0,0 0-1 0 0,-1 0 1 0 0,0 1-1 0 0,12 26 1 0 0,-18-30-642 0 0,1-1 0 0 0,-2 1 0 0 0,1 0 1 0 0,-2 0-1 0 0,1 1 0 0 0,-1-1 0 0 0,0 0 0 0 0,-1 0 0 0 0,-1 14 1 0 0,-24 136 26 0 0,15-113-81 0 0,3 1 0 0 0,-3 54 0 0 0,10-54-237 0 0,8 65-1 0 0,-5-91 98 0 0,1 0-1 0 0,0 0 1 0 0,2 0-1 0 0,0-1 1 0 0,14 29-1 0 0,-15-41-640 0 0,-2-3-201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09.3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5985 0 0,'37'-1'8445'0'0,"20"0"-5252"0"0,-15 0-2291 0 0,61 7 1 0 0,-87 1-817 0 0,-15-7-85 0 0,-1 0-1 0 0,0 1 1 0 0,0-1 0 0 0,0 0-1 0 0,1 0 1 0 0,-1 1 0 0 0,0-1-1 0 0,0 0 1 0 0,0 1 0 0 0,0-1-1 0 0,0 0 1 0 0,1 1 0 0 0,-1-1-1 0 0,0 1 1 0 0,0-1 0 0 0,0 0-1 0 0,0 1 1 0 0,0-1 0 0 0,0 0-1 0 0,0 1 1 0 0,0-1 0 0 0,0 0-1 0 0,-1 1 1 0 0,1-1 0 0 0,0 0-1 0 0,0 1 1 0 0,0-1 0 0 0,-22 24-72 0 0,12-15 36 0 0,-17 16-22 0 0,-20 21-99 0 0,44-43 148 0 0,0 1 1 0 0,0-1-1 0 0,1 1 1 0 0,-1 0-1 0 0,1 0 1 0 0,0 0-1 0 0,0 0 1 0 0,0 1 0 0 0,1-1-1 0 0,0 1 1 0 0,-2 4-1 0 0,3-7 9 0 0,1-1-1 0 0,-1 0 0 0 0,0 1 1 0 0,0-1-1 0 0,0 1 1 0 0,1-1-1 0 0,-1 0 0 0 0,1 0 1 0 0,-1 1-1 0 0,1-1 1 0 0,0 0-1 0 0,-1 0 1 0 0,1 0-1 0 0,0 0 0 0 0,0 1 1 0 0,0-1-1 0 0,0 0 1 0 0,0-1-1 0 0,0 1 1 0 0,0 0-1 0 0,0 0 0 0 0,0 0 1 0 0,0 0-1 0 0,0-1 1 0 0,1 1-1 0 0,-1-1 1 0 0,0 1-1 0 0,2 0 0 0 0,45 12 37 0 0,-33-9-14 0 0,-5-2 15 0 0,0 1 0 0 0,-1 0 0 0 0,1 1 0 0 0,-1 0 0 0 0,0 0 0 0 0,10 7 0 0 0,-17-9-32 0 0,-1-1 1 0 0,1 0-1 0 0,0 1 0 0 0,-1-1 0 0 0,0 1 0 0 0,1-1 1 0 0,-1 1-1 0 0,0 0 0 0 0,0-1 0 0 0,0 1 1 0 0,0 0-1 0 0,0 0 0 0 0,0 0 0 0 0,0 0 0 0 0,-1 0 1 0 0,1 0-1 0 0,-1 0 0 0 0,0 0 0 0 0,1 0 1 0 0,-1 0-1 0 0,0 0 0 0 0,0 0 0 0 0,0 0 0 0 0,0 0 1 0 0,-1 1-1 0 0,1-1 0 0 0,-1 0 0 0 0,1 0 0 0 0,-1 0 1 0 0,1 0-1 0 0,-1-1 0 0 0,0 1 0 0 0,0 0 1 0 0,0 0-1 0 0,0 0 0 0 0,-2 1 0 0 0,-7 11 46 0 0,0 0 0 0 0,-1-1 0 0 0,0 0 0 0 0,-1-1 0 0 0,-21 16 1 0 0,18-15 12 0 0,0 0 0 0 0,1 1 0 0 0,-17 23 1 0 0,30-37-68 0 0,1 1 1 0 0,0-1 0 0 0,-1 1 0 0 0,1 0-1 0 0,0-1 1 0 0,-1 1 0 0 0,1 0-1 0 0,0-1 1 0 0,0 1 0 0 0,-1 0 0 0 0,1-1-1 0 0,0 1 1 0 0,0 0 0 0 0,0-1-1 0 0,0 1 1 0 0,0 0 0 0 0,0-1 0 0 0,0 1-1 0 0,0 0 1 0 0,0-1 0 0 0,1 1-1 0 0,-1 0 1 0 0,0-1 0 0 0,0 1 0 0 0,0 0-1 0 0,1-1 1 0 0,-1 1 0 0 0,0 0 0 0 0,1-1-1 0 0,-1 1 1 0 0,1-1 0 0 0,-1 1-1 0 0,1-1 1 0 0,-1 1 0 0 0,1-1 0 0 0,-1 1-1 0 0,1-1 1 0 0,-1 1 0 0 0,1-1-1 0 0,-1 0 1 0 0,1 1 0 0 0,0-1 0 0 0,-1 0-1 0 0,1 0 1 0 0,0 1 0 0 0,-1-1-1 0 0,1 0 1 0 0,0 0 0 0 0,-1 0 0 0 0,2 0-1 0 0,44 8-819 0 0,-35-7 422 0 0,27 3-947 0 0,-29-4 887 0 0,-1 0 1 0 0,1 1-1 0 0,-1 0 1 0 0,0 0-1 0 0,1 1 0 0 0,-1 0 1 0 0,0 1-1 0 0,15 6 1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0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 1840 0 0,'4'24'17957'0'0,"-1"-19"-16448"0"0,5 10-3949 0 0,-3-4 2997 0 0,0 0 1 0 0,-1 0-1 0 0,0 1 1 0 0,2 15 0 0 0,3 7-66 0 0,17 63-95 0 0,17 116-1 0 0,-35-163-330 0 0,42 169 511 0 0,-9-39-146 0 0,-17-76-373 0 0,15 102 100 0 0,-38-194-146 0 0,-1 1 1 0 0,-1 0-1 0 0,0 0 0 0 0,-1 0 0 0 0,-6 22 0 0 0,4-20 152 0 0,1 0 0 0 0,1 1 0 0 0,-1 17-1 0 0,6-18-166 0 0,-1 0 65 0 0,-12-16-4592 0 0,9 0 4530 0 0,1 1 0 0 0,-1-1-1 0 0,1 0 1 0 0,-1 0 0 0 0,1 0 0 0 0,-1 1 0 0 0,1-1 0 0 0,-1 0 0 0 0,1 0-1 0 0,0 0 1 0 0,0 0 0 0 0,-1 0 0 0 0,1 0 0 0 0,0 0 0 0 0,0-1 0 0 0,1 0-61 0 0,0 0 0 0 0,-1-1 0 0 0,1 1 0 0 0,0 0 0 0 0,1 0 0 0 0,-1 0 0 0 0,0 0 1 0 0,0 0-1 0 0,1 1 0 0 0,-1-1 0 0 0,1 0 0 0 0,2-1 0 0 0,-4 2 65 0 0,0 0-1 0 0,-1 1 1 0 0,1-1-1 0 0,0 1 0 0 0,-1-1 1 0 0,1 1-1 0 0,-1-1 1 0 0,1 1-1 0 0,-1-1 1 0 0,1 1-1 0 0,-1-1 1 0 0,1 1-1 0 0,-1 0 1 0 0,1-1-1 0 0,-1 1 0 0 0,1 0 1 0 0,-1-1-1 0 0,1 1 1 0 0,-1 0-1 0 0,0 0 1 0 0,1-1-1 0 0,-1 1 1 0 0,0 0-1 0 0,1 0 1 0 0,-1 0-1 0 0,0 0 0 0 0,1 0 1 0 0,-1 0-1 0 0,0 0 1 0 0,-19-4 316 0 0,-10-1-116 0 0,15 1-153 0 0,-1 1 0 0 0,0 1 0 0 0,1 0 1 0 0,-1 1-1 0 0,0 1 0 0 0,0 0 0 0 0,0 1 0 0 0,-17 4 0 0 0,8 0 65 0 0,14-4-28 0 0,0 2-1 0 0,0-1 1 0 0,0 1-1 0 0,1 1 1 0 0,-1 0 0 0 0,1 0-1 0 0,-17 10 1 0 0,27-14-88 0 0,0 0 0 0 0,0 0 0 0 0,0 0 0 0 0,0 0 0 0 0,0 0 0 0 0,-1 0 0 0 0,1 0 0 0 0,0 0 0 0 0,0 0 0 0 0,0 0 0 0 0,0 0 0 0 0,0 1 0 0 0,0-1 0 0 0,0 0 0 0 0,0 0 0 0 0,0 0 0 0 0,0 0 0 0 0,0 0 0 0 0,0 0 0 0 0,0 0 0 0 0,0 0 0 0 0,0 0 0 0 0,0 1 0 0 0,0-1 0 0 0,-1 0 0 0 0,1 0 0 0 0,0 0 0 0 0,0 0 0 0 0,0 0 0 0 0,0 0 0 0 0,1 0 0 0 0,-1 0 0 0 0,0 1 0 0 0,0-1 0 0 0,0 0 0 0 0,0 0 0 0 0,0 0 0 0 0,0 0 0 0 0,0 0 0 0 0,0 0 0 0 0,0 0 0 0 0,0 0 0 0 0,0 0 0 0 0,0 1 0 0 0,0-1 0 0 0,0 0 0 0 0,0 0 0 0 0,0 0 0 0 0,0 0 0 0 0,1 0 0 0 0,-1 0 0 0 0,0 0 0 0 0,0 0 0 0 0,0 0 0 0 0,0 0 0 0 0,0 0 0 0 0,0 0 0 0 0,0 0 0 0 0,0 0 0 0 0,1 0 0 0 0,10 3 0 0 0,12-1 0 0 0,4-4-9 0 0,6-2-57 0 0,-1 2 1 0 0,1 2 0 0 0,0 1 0 0 0,46 7 0 0 0,-73-6-93 0 0,0-1 0 0 0,0 0 0 0 0,0 0 0 0 0,0 0 0 0 0,0-1 0 0 0,0 0 0 0 0,0 0 0 0 0,0-1 0 0 0,1 0 0 0 0,7-2 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1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470 65 920 0 0,'30'11'7530'0'0,"-29"-11"-7217"0"0,0 1 0 0 0,1-1 1 0 0,-1 0-1 0 0,0 0 0 0 0,0 1 0 0 0,1-1 0 0 0,-1 0 1 0 0,0 0-1 0 0,1-1 0 0 0,-1 1 0 0 0,0 0 0 0 0,1 0 1 0 0,-1 0-1 0 0,0-1 0 0 0,0 1 0 0 0,0-1 0 0 0,1 1 1 0 0,-1-1-1 0 0,0 0 0 0 0,2 0 0 0 0,-4 0-191 0 0,1 1 1 0 0,0-1-1 0 0,0 1 0 0 0,0-1 0 0 0,-1 1 0 0 0,1-1 0 0 0,0 1 0 0 0,-1-1 1 0 0,1 1-1 0 0,0 0 0 0 0,-1-1 0 0 0,1 1 0 0 0,0-1 0 0 0,-1 1 1 0 0,1 0-1 0 0,-1-1 0 0 0,1 1 0 0 0,-1 0 0 0 0,1 0 0 0 0,-1-1 0 0 0,1 1 1 0 0,-1 0-1 0 0,1 0 0 0 0,-1 0 0 0 0,1 0 0 0 0,-1-1 0 0 0,1 1 1 0 0,-1 0-1 0 0,1 0 0 0 0,-1 0 0 0 0,1 0 0 0 0,-1 0 0 0 0,0 1 1 0 0,-24-6 796 0 0,-333-37 1482 0 0,326 35-3989 0 0,-23-2-4056 0 0,53 9 5420 0 0,0 0-1 0 0,0 0 1 0 0,0 0 0 0 0,0 0 0 0 0,0 1-1 0 0,-1-1 1 0 0,1 0 0 0 0,0 1-1 0 0,0 0 1 0 0,0-1 0 0 0,0 1-1 0 0,0 0 1 0 0,0 0 0 0 0,0 0-1 0 0,1 0 1 0 0,-1 1 0 0 0,0-1-1 0 0,0 0 1 0 0,1 1 0 0 0,-3 2-1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1.6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2103 1376 0 0,'6'-5'16142'0'0,"-4"-8"-15441"0"0,0 0-1 0 0,-1 0 1 0 0,-1 0-1 0 0,0-1 1 0 0,-1 1-1 0 0,0 0 0 0 0,-7-26 1 0 0,6 25-833 0 0,-29-207 1001 0 0,14 91-535 0 0,-5-84 24 0 0,7-323 0 0 0,16 501-356 0 0,-2-255-2 0 0,-3 195 63 0 0,-18-96 0 0 0,14 146-96 0 0,-7-48 6 0 0,14 85-11 0 0,0-1 1 0 0,1 0 0 0 0,1 0-1 0 0,-1 0 1 0 0,2 1-1 0 0,-1-1 1 0 0,4-11-1 0 0,-5 21 19 0 0,0 0 0 0 0,0-1-1 0 0,0 1 1 0 0,0 0 0 0 0,0 0-1 0 0,0 0 1 0 0,0-1 0 0 0,0 1-1 0 0,0 0 1 0 0,0 0 0 0 0,0-1-1 0 0,0 1 1 0 0,1 0 0 0 0,-1 0 0 0 0,0 0-1 0 0,0 0 1 0 0,0-1 0 0 0,0 1-1 0 0,0 0 1 0 0,0 0 0 0 0,0 0-1 0 0,1-1 1 0 0,-1 1 0 0 0,0 0-1 0 0,0 0 1 0 0,0 0 0 0 0,0 0-1 0 0,0 0 1 0 0,1 0 0 0 0,-1-1-1 0 0,0 1 1 0 0,0 0 0 0 0,0 0 0 0 0,1 0-1 0 0,-1 0 1 0 0,0 0 0 0 0,0 0-1 0 0,0 0 1 0 0,1 0 0 0 0,-1 0-1 0 0,0 0 1 0 0,0 0 0 0 0,1 0-1 0 0,-1 0 1 0 0,0 0 0 0 0,0 0-1 0 0,1 0 1 0 0,4 12-1140 0 0,1 18-1796 0 0,-5-7 992 0 0,-2 0-19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2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736 81 456 0 0,'-61'10'1805'0'0,"-118"3"0"0"0,88-9-404 0 0,19 0-74 0 0,-93 9 2075 0 0,138-9-2367 0 0,0 1-1 0 0,1 1 1 0 0,0 1 0 0 0,-26 11 0 0 0,43-13 440 0 0,9-1-451 0 0,19-1 36 0 0,33-5-313 0 0,456-38 1074 0 0,154-16-629 0 0,-595 46-1220 0 0,0-4 0 0 0,72-23 0 0 0,-138 37-7 0 0,1-1-115 0 0,0 1 0 0 0,0-1 0 0 0,0 1 0 0 0,0-1 0 0 0,-1 0 0 0 0,1 0 0 0 0,0 0 0 0 0,0 0-1 0 0,-1 0 1 0 0,1-1 0 0 0,0 1 0 0 0,1-2 0 0 0,-1-1-625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5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0 118 8290 0 0,'0'0'952'0'0,"20"-6"2101"0"0,72-28 184 0 0,162-38 0 0 0,-250 71-3169 0 0,18-3-122 0 0,-22 4 87 0 0,0 0-1 0 0,1 0 0 0 0,-1 0 1 0 0,0 0-1 0 0,1 0 0 0 0,-1 0 1 0 0,0 0-1 0 0,1 0 0 0 0,-1 0 1 0 0,1 0-1 0 0,-1 0 0 0 0,0 0 1 0 0,1 0-1 0 0,-1 0 0 0 0,0 0 1 0 0,1 0-1 0 0,-1 0 0 0 0,0 0 1 0 0,1 0-1 0 0,-1 0 0 0 0,0 1 1 0 0,0-1-1 0 0,1 0 1 0 0,-1 0-1 0 0,0 0 0 0 0,1 1 1 0 0,-1-1-1 0 0,0 0 0 0 0,0 0 1 0 0,0 1-1 0 0,1-1 0 0 0,-1 0 1 0 0,0 1-1 0 0,0-1 0 0 0,0 0 1 0 0,0 1-1 0 0,1 0 0 0 0,-1 0 64 0 0,1 1 0 0 0,0-1-1 0 0,-1 1 1 0 0,1-1-1 0 0,0 1 1 0 0,0-1 0 0 0,0 0-1 0 0,0 1 1 0 0,0-1 0 0 0,1 0-1 0 0,-1 0 1 0 0,0 0 0 0 0,0 0-1 0 0,3 2 1 0 0,-2-2 56 0 0,-1 1-65 0 0,1 0 1 0 0,-1 0-1 0 0,0 0 0 0 0,0 0 0 0 0,0 0 0 0 0,0 0 0 0 0,0 1 1 0 0,0-1-1 0 0,-1 0 0 0 0,1 1 0 0 0,-1-1 0 0 0,1 0 0 0 0,-1 1 1 0 0,0 4-1 0 0,-5 36 423 0 0,2-23-202 0 0,-7 100-182 0 0,1-37 51 0 0,6 163 0 0 0,26 181-177 0 0,-12-305 211 0 0,53 235 0 0 0,-52-298-185 0 0,-11-58-24 0 0,18 111 206 0 0,-18-100-218 0 0,0 0 1 0 0,-1 0 0 0 0,-1 0-1 0 0,1 0 1 0 0,-2 0 0 0 0,0 0-1 0 0,-4 15 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5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32 3681 0 0,'-25'2'8706'0'0,"38"-4"-6674"0"0,199-21 4896 0 0,107 14-5873 0 0,-286 12-2338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5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3225 0 0,'2'0'783'0'0,"0"0"1"0"0,0 0 0 0 0,0 0 0 0 0,0 0 0 0 0,0 0-1 0 0,0 0 1 0 0,0 1 0 0 0,0-1 0 0 0,0 1 0 0 0,0-1 0 0 0,0 1-1 0 0,0 0 1 0 0,0 0 0 0 0,3 2 0 0 0,39 27 4037 0 0,38 42-2575 0 0,-3 3-2025 0 0,96 95 674 0 0,-131-122-623 0 0,66 92 0 0 0,-100-125-286 0 0,-4-5-51 0 0,1 0 0 0 0,-1-1 0 0 0,2 0-1 0 0,9 10 1 0 0,-16-19 38 0 0,-1 0 0 0 0,0 0 1 0 0,0 1-1 0 0,1-1 0 0 0,-1 0 0 0 0,0 0 0 0 0,0 0 1 0 0,1 1-1 0 0,-1-1 0 0 0,0 0 0 0 0,0 0 0 0 0,1 0 1 0 0,-1 0-1 0 0,0 0 0 0 0,0 0 0 0 0,1 0 0 0 0,-1 0 0 0 0,0 0 1 0 0,1 0-1 0 0,-1 0 0 0 0,0 0 0 0 0,1 0 0 0 0,-1 0 1 0 0,0 0-1 0 0,1 0 0 0 0,-1 0 0 0 0,0 0 0 0 0,0 0 1 0 0,1 0-1 0 0,3-2-389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6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278 13 7858 0 0,'-8'-11'5062'0'0,"7"11"-4764"0"0,1-1 0 0 0,-1 1 0 0 0,-1-1 0 0 0,1 2-134 0 0,1-1 1 0 0,-1 0 0 0 0,1 0-1 0 0,-1 0 1 0 0,1 0 0 0 0,-1 1 0 0 0,1-1-1 0 0,-1 0 1 0 0,1 0 0 0 0,-1 1 0 0 0,1-1-1 0 0,0 0 1 0 0,-1 1 0 0 0,1-1-1 0 0,-1 1 1 0 0,1-1 0 0 0,0 0 0 0 0,-1 1-1 0 0,1-1 1 0 0,0 1 0 0 0,0-1 0 0 0,-1 2-1 0 0,-13 38 2564 0 0,11-28-2553 0 0,-28 72 338 0 0,-5-2 0 0 0,-48 84-1 0 0,14-29-7076 0 0,52-100-219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6.7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388 62 3681 0 0,'5'-2'303'0'0,"-1"0"0"0"0,0 0-1 0 0,0-1 1 0 0,0 1 0 0 0,0-1 0 0 0,4-4 0 0 0,-6 6 77 0 0,-1-1 0 0 0,1 1 0 0 0,-1-1 0 0 0,1 1 0 0 0,-1-1 0 0 0,1 0 0 0 0,-1 1 0 0 0,0-1 0 0 0,0 0 0 0 0,0 0 0 0 0,0 0 0 0 0,0 0 0 0 0,0 0 0 0 0,-1 0 0 0 0,-3-11 3789 0 0,3 13-4023 0 0,-1-1-1 0 0,1 1 1 0 0,-1 0 0 0 0,1 0 0 0 0,0 0-1 0 0,-1 0 1 0 0,-17 1 1901 0 0,-15 8-536 0 0,11 1-1332 0 0,0 1-1 0 0,0 1 1 0 0,1 1-1 0 0,0 0 0 0 0,1 2 1 0 0,1 0-1 0 0,-28 30 1 0 0,18-14 117 0 0,1 2 0 0 0,2 1 1 0 0,-34 57-1 0 0,53-80-298 0 0,1 0 1 0 0,1 0 0 0 0,0 1-1 0 0,0 0 1 0 0,1-1-1 0 0,1 1 1 0 0,0 1-1 0 0,0-1 1 0 0,1 0 0 0 0,1 1-1 0 0,0-1 1 0 0,1 15-1 0 0,1-18 0 0 0,1-1 1 0 0,-1 1-1 0 0,1-1 0 0 0,1 0 0 0 0,0 1 0 0 0,0-1 0 0 0,0-1 1 0 0,1 1-1 0 0,0 0 0 0 0,1-1 0 0 0,0 0 0 0 0,0 0 1 0 0,0 0-1 0 0,1-1 0 0 0,0 1 0 0 0,0-2 0 0 0,1 1 0 0 0,10 7 1 0 0,-11-9-17 0 0,1 1 1 0 0,0-2 0 0 0,0 1 0 0 0,1-1 0 0 0,-1 0 0 0 0,1 0-1 0 0,0-1 1 0 0,-1 0 0 0 0,1 0 0 0 0,0-1 0 0 0,0 0-1 0 0,0-1 1 0 0,0 0 0 0 0,0 0 0 0 0,0 0 0 0 0,10-2 0 0 0,-13 1-68 0 0,0-1 0 0 0,0 1 0 0 0,0-1 0 0 0,0 0 0 0 0,0 0 1 0 0,0 0-1 0 0,-1 0 0 0 0,1-1 0 0 0,-1 0 0 0 0,0 0 0 0 0,1 0 0 0 0,-1-1 1 0 0,-1 1-1 0 0,1-1 0 0 0,0 0 0 0 0,-1 0 0 0 0,0 0 0 0 0,0 0 1 0 0,0-1-1 0 0,-1 0 0 0 0,1 1 0 0 0,-1-1 0 0 0,0 0 0 0 0,0 0 1 0 0,1-7-1 0 0,-1-2-99 0 0,-1 0 1 0 0,0-1 0 0 0,-1 1-1 0 0,-1 0 1 0 0,0-1-1 0 0,-1 1 1 0 0,-6-25 0 0 0,3 15-95 0 0,-3-36 1 0 0,8 53 255 0 0,0-1 0 0 0,0 1 0 0 0,1 0 0 0 0,0 0 1 0 0,0 0-1 0 0,0-1 0 0 0,1 1 0 0 0,0 0 0 0 0,4-8 0 0 0,-2 9-8 0 0,0 0 0 0 0,0 0-1 0 0,0 0 1 0 0,1 1 0 0 0,0 0-1 0 0,0 0 1 0 0,0 0-1 0 0,1 1 1 0 0,-1-1 0 0 0,1 1-1 0 0,0 1 1 0 0,0-1 0 0 0,1 1-1 0 0,-1 0 1 0 0,1 0 0 0 0,10-2-1 0 0,-6 2 199 0 0,0 0 0 0 0,1 0 0 0 0,-1 1 0 0 0,1 1 0 0 0,0 0 0 0 0,-1 1 0 0 0,1 0 0 0 0,0 0 0 0 0,14 4 0 0 0,-21-3-67 0 0,-1 0-1 0 0,0 1 1 0 0,0 0-1 0 0,0 0 1 0 0,0 0-1 0 0,-1 0 1 0 0,1 0-1 0 0,0 1 0 0 0,-1 0 1 0 0,0 0-1 0 0,1 0 1 0 0,-1 0-1 0 0,0 0 1 0 0,-1 0-1 0 0,1 1 0 0 0,-1 0 1 0 0,1-1-1 0 0,-1 1 1 0 0,0 0-1 0 0,0 0 1 0 0,-1 0-1 0 0,1 0 1 0 0,0 6-1 0 0,3 11 44 0 0,0 1-1 0 0,-2 0 1 0 0,2 31 0 0 0,-2-22-22 0 0,-1-2-32 0 0,13 84 290 0 0,-13-102-369 0 0,0-1 0 0 0,1 1 0 0 0,1-1 0 0 0,0 1 0 0 0,0-1 0 0 0,1 0 1 0 0,11 17-1 0 0,-4-17-1757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7.0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29 6449 0 0,'26'-29'13465'0'0,"-26"29"-13362"0"0,0 17 886 0 0,-10 51 251 0 0,-9 99-280 0 0,18-146-1001 0 0,1-1 0 0 0,1 0-1 0 0,1 0 1 0 0,1 0 0 0 0,1 0-1 0 0,7 25 1 0 0,-6-35-948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7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2304 0 0,'0'1'95'0'0,"1"0"-1"0"0,-1 0 0 0 0,1 0 0 0 0,-1 0 0 0 0,1 0 0 0 0,-1-1 0 0 0,1 1 1 0 0,0 0-1 0 0,-1 0 0 0 0,1 0 0 0 0,0 0 0 0 0,0-1 0 0 0,0 1 0 0 0,0 0 1 0 0,0-1-1 0 0,-1 1 0 0 0,1-1 0 0 0,0 1 0 0 0,0-1 0 0 0,2 1 0 0 0,28 11 2759 0 0,-20-7-1663 0 0,11 5 606 0 0,-1 2-1 0 0,0 0 1 0 0,23 19-1 0 0,-17-9-20 0 0,40 41 1 0 0,94 136 558 0 0,-118-142-1474 0 0,-20-24-576 0 0,-19-25-227 0 0,1-1 1 0 0,0 1-1 0 0,0-1 1 0 0,0 0 0 0 0,1 0-1 0 0,1-1 1 0 0,-1 0-1 0 0,12 9 1 0 0,-18-15-42 0 0,1 0-1 0 0,-1 1 1 0 0,1-1-1 0 0,0 0 1 0 0,-1 1 0 0 0,1-1-1 0 0,-1 0 1 0 0,1 0 0 0 0,0 0-1 0 0,-1 1 1 0 0,1-1-1 0 0,0 0 1 0 0,-1 0 0 0 0,1 0-1 0 0,0 0 1 0 0,-1 0 0 0 0,1 0-1 0 0,0-1 1 0 0,-1 1-1 0 0,1 0 1 0 0,0 0 0 0 0,-1 0-1 0 0,1-1 1 0 0,0 1 0 0 0,-1 0-1 0 0,2-1 1 0 0,9-17 290 0 0,-1-31 105 0 0,-10 45-374 0 0,4-48 236 0 0,-3-1-1 0 0,-7-68 1 0 0,1 69-1085 0 0,4 1 0 0 0,5-74 1 0 0,0 105-1223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7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8754 0 0,'10'13'9737'0'0,"23"24"-6891"0"0,-26-29-2746 0 0,1 1 0 0 0,-1 0 1 0 0,-1 1-1 0 0,0 0 0 0 0,0 0 1 0 0,-1 0-1 0 0,0 0 1 0 0,-1 1-1 0 0,0 0 0 0 0,0 0 1 0 0,-2 0-1 0 0,1 0 0 0 0,-1 1 1 0 0,-1-1-1 0 0,0 1 1 0 0,0-1-1 0 0,-2 1 0 0 0,-1 18 1 0 0,-10 58-374 0 0,-2 20-3710 0 0,14-90-2970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09:18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26 4609 0 0,'-5'-1'187'0'0,"-17"-5"148"0"0,21 5-193 0 0,0 1 0 0 0,1 0 0 0 0,-1 0-1 0 0,0 0 1 0 0,1-1 0 0 0,-1 1 0 0 0,0 0-1 0 0,1-1 1 0 0,-1 1 0 0 0,1-1 0 0 0,-1 1 0 0 0,0-1-1 0 0,1 1 1 0 0,-1-1 0 0 0,1 1 0 0 0,0-1-1 0 0,-1 1 1 0 0,1-1 0 0 0,-1 1 0 0 0,1-1-1 0 0,0 0 1 0 0,-1 1 0 0 0,1-2 0 0 0,0 2 8 0 0,0-1 0 0 0,1 1 0 0 0,-1-1 1 0 0,0 1-1 0 0,1 0 0 0 0,-1-1 0 0 0,1 1 0 0 0,-1-1 0 0 0,1 1 1 0 0,-1 0-1 0 0,1 0 0 0 0,-1-1 0 0 0,1 1 0 0 0,-1 0 0 0 0,1 0 1 0 0,-1-1-1 0 0,1 1 0 0 0,-1 0 0 0 0,1 0 0 0 0,-1 0 0 0 0,1 0 1 0 0,-1 0-1 0 0,1 0 0 0 0,0 0 0 0 0,-1 0 0 0 0,1 0 0 0 0,22 0 1305 0 0,-18 1-799 0 0,17-1-257 0 0,0 1 0 0 0,0 2-1 0 0,0 0 1 0 0,0 1 0 0 0,-1 2 0 0 0,1 0-1 0 0,-1 1 1 0 0,-1 1 0 0 0,1 1 0 0 0,-1 0-1 0 0,30 21 1 0 0,-40-23-220 0 0,0 0 0 0 0,-1 0-1 0 0,0 1 1 0 0,-1 0 0 0 0,0 1-1 0 0,0 0 1 0 0,-1 0 0 0 0,0 1 0 0 0,-1-1-1 0 0,1 1 1 0 0,-2 1 0 0 0,0-1-1 0 0,0 1 1 0 0,-1 0 0 0 0,0 0-1 0 0,-1 0 1 0 0,0 1 0 0 0,-1-1 0 0 0,0 1-1 0 0,-1 0 1 0 0,0-1 0 0 0,-1 1-1 0 0,-2 18 1 0 0,1-18-175 0 0,-2 0-1 0 0,1 0 1 0 0,-2 0 0 0 0,1-1-1 0 0,-1 1 1 0 0,-1-1-1 0 0,0 0 1 0 0,-1 0 0 0 0,0 0-1 0 0,-1-1 1 0 0,0 0-1 0 0,-9 10 1 0 0,2-5-10 0 0,-1 0 0 0 0,-1-1 0 0 0,0-1 0 0 0,-1-1-1 0 0,0 0 1 0 0,-24 12 0 0 0,21-14-294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1.4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121 499 2761 0 0,'-3'-10'703'0'0,"0"0"0"0"0,-1 0 0 0 0,0 0 1 0 0,-1 1-1 0 0,-6-10 0 0 0,8 15-350 0 0,1 0 0 0 0,-1 0 0 0 0,0 0 1 0 0,0 1-1 0 0,0-1 0 0 0,0 1 0 0 0,-1 0 0 0 0,0 0 0 0 0,1 0 0 0 0,-1 0 0 0 0,0 0 1 0 0,0 1-1 0 0,-8-3 0 0 0,11 4-295 0 0,1 1 0 0 0,-1 0 0 0 0,1 0 0 0 0,-1-1 0 0 0,1 1 0 0 0,-1 0 0 0 0,1 0 0 0 0,-1 0 0 0 0,0 0 0 0 0,1 0 0 0 0,-1 0 0 0 0,1 0 0 0 0,-1 0 0 0 0,1 0 0 0 0,-1 0 0 0 0,1 0 0 0 0,-1 0 0 0 0,1 0 0 0 0,-1 1 0 0 0,1-1 0 0 0,-1 0 0 0 0,1 0 0 0 0,-1 0 0 0 0,1 1 0 0 0,-1-1 0 0 0,1 0 0 0 0,-1 1 0 0 0,1-1 1 0 0,-1 0-1 0 0,1 1 0 0 0,0-1 0 0 0,-1 1 0 0 0,1-1 0 0 0,0 1 0 0 0,-1 0 0 0 0,1 0-3 0 0,-1 1 1 0 0,1 0-1 0 0,0-1 0 0 0,0 1 1 0 0,0 0-1 0 0,0-1 1 0 0,0 1-1 0 0,0 0 1 0 0,0 0-1 0 0,1-1 1 0 0,0 3-1 0 0,1 3-46 0 0,0-1 0 0 0,0 0 0 0 0,1 0-1 0 0,-1 0 1 0 0,7 8 0 0 0,-6-10-8 0 0,1 0 0 0 0,0 0-1 0 0,0-1 1 0 0,0 1 0 0 0,0-1 0 0 0,1 0 0 0 0,-1-1-1 0 0,1 1 1 0 0,0-1 0 0 0,0 0 0 0 0,0 0-1 0 0,0 0 1 0 0,10 2 0 0 0,-12-4 30 0 0,1 1 1 0 0,0-1-1 0 0,-1 0 0 0 0,1 0 0 0 0,0 0 1 0 0,-1 0-1 0 0,1-1 0 0 0,-1 1 0 0 0,1-1 1 0 0,-1 0-1 0 0,1 0 0 0 0,-1 0 1 0 0,0-1-1 0 0,1 1 0 0 0,-1-1 0 0 0,0 0 1 0 0,0 0-1 0 0,0 0 0 0 0,0 0 0 0 0,0 0 1 0 0,2-4-1 0 0,10-9 187 0 0,-1-2 0 0 0,-1 0 0 0 0,0-1 0 0 0,-1 0 0 0 0,-1-1-1 0 0,-1 0 1 0 0,11-30 0 0 0,-17 37-205 0 0,0 0-1 0 0,-1 0 1 0 0,-1 0-1 0 0,0 0 1 0 0,-1 0-1 0 0,0-1 1 0 0,0 1-1 0 0,-1 0 1 0 0,-1-1-1 0 0,0 1 1 0 0,-1 0-1 0 0,-1-1 1 0 0,1 1 0 0 0,-7-16-1 0 0,5 18-1 0 0,-1-1 1 0 0,0 1-1 0 0,0 0 1 0 0,-1 0-1 0 0,0 1 1 0 0,-9-12-1 0 0,13 19 5 0 0,1 1-1 0 0,0-1 1 0 0,-1 1 0 0 0,1-1-1 0 0,-1 1 1 0 0,1 0 0 0 0,-1 0-1 0 0,0 0 1 0 0,0 0-1 0 0,1 0 1 0 0,-1 0 0 0 0,0 0-1 0 0,0 0 1 0 0,0 1 0 0 0,0-1-1 0 0,0 1 1 0 0,0-1-1 0 0,0 1 1 0 0,0 0 0 0 0,0 0-1 0 0,0 0 1 0 0,0 0 0 0 0,0 0-1 0 0,0 1 1 0 0,0-1-1 0 0,0 0 1 0 0,0 1 0 0 0,0-1-1 0 0,0 1 1 0 0,1 0 0 0 0,-1 0-1 0 0,0 0 1 0 0,0 0 0 0 0,1 0-1 0 0,-1 0 1 0 0,0 0-1 0 0,1 1 1 0 0,-1-1 0 0 0,1 0-1 0 0,-1 1 1 0 0,1-1 0 0 0,-2 4-1 0 0,-10 11 200 0 0,0 1 1 0 0,1 1-1 0 0,1-1 0 0 0,-11 26 0 0 0,-28 79 187 0 0,42-102-391 0 0,-26 82 4 0 0,31-91-15 0 0,1-1-1 0 0,0 0 0 0 0,1 1 1 0 0,0 0-1 0 0,0-1 0 0 0,1 1 1 0 0,3 18-1 0 0,-3-25 4 0 0,1 0 0 0 0,0 0 0 0 0,1-1 0 0 0,-1 1 0 0 0,0-1 0 0 0,1 1 0 0 0,0-1 0 0 0,0 1 0 0 0,0-1 1 0 0,0 0-1 0 0,1 0 0 0 0,-1 0 0 0 0,1 0 0 0 0,0 0 0 0 0,-1-1 0 0 0,1 1 0 0 0,1-1 0 0 0,-1 0 0 0 0,0 0 0 0 0,0 0 0 0 0,1 0 0 0 0,-1 0 0 0 0,1-1 0 0 0,0 0 0 0 0,-1 0 0 0 0,1 0 0 0 0,0 0 0 0 0,0 0 0 0 0,5 0 0 0 0,-2-1 0 0 0,0 0 0 0 0,0 0 0 0 0,0 0 0 0 0,-1-1 1 0 0,1 0-1 0 0,0-1 0 0 0,0 1 0 0 0,-1-1 0 0 0,1 0 0 0 0,-1-1 0 0 0,0 0 0 0 0,1 0 0 0 0,-1 0 0 0 0,0-1 0 0 0,9-7 0 0 0,-4 1-5 0 0,0-1 0 0 0,-1-1 0 0 0,-1 1 0 0 0,0-1-1 0 0,-1-1 1 0 0,0 0 0 0 0,0 0 0 0 0,-2 0 0 0 0,10-26 0 0 0,-14 31 22 0 0,0 0 0 0 0,0-1 1 0 0,0 1-1 0 0,-1 0 1 0 0,0-1-1 0 0,-1 1 1 0 0,0-1-1 0 0,-2-10 0 0 0,2 13-16 0 0,-2 1 0 0 0,1-1 0 0 0,-1 1-1 0 0,1 0 1 0 0,-1 0 0 0 0,-1 0 0 0 0,1 0-1 0 0,-1 0 1 0 0,0 1 0 0 0,0-1 0 0 0,0 1-1 0 0,-1 0 1 0 0,-6-7 0 0 0,7 8-2 0 0,0 1 0 0 0,0 0 0 0 0,0 0 1 0 0,0 0-1 0 0,0 1 0 0 0,0-1 0 0 0,0 1 0 0 0,-1 0 1 0 0,1 0-1 0 0,-1 0 0 0 0,1 0 0 0 0,-1 0 0 0 0,1 1 0 0 0,-1 0 1 0 0,1-1-1 0 0,-1 1 0 0 0,1 1 0 0 0,-1-1 0 0 0,0 0 0 0 0,1 1 1 0 0,-1 0-1 0 0,1 0 0 0 0,0 0 0 0 0,-1 0 0 0 0,1 0 1 0 0,0 1-1 0 0,-1 0 0 0 0,1-1 0 0 0,0 1 0 0 0,-3 3 0 0 0,-5 3-27 0 0,1-1-1 0 0,0 2 1 0 0,1-1-1 0 0,-1 2 0 0 0,2-1 1 0 0,-1 1-1 0 0,-7 12 1 0 0,9-12 3 0 0,0 1 1 0 0,1 0 0 0 0,0 0 0 0 0,1 0 0 0 0,0 1 0 0 0,1 0-1 0 0,0 0 1 0 0,-4 22 0 0 0,8-27 19 0 0,0-1 1 0 0,0 0-1 0 0,0 0 0 0 0,0 0 1 0 0,1 0-1 0 0,0 0 0 0 0,1 0 1 0 0,-1 0-1 0 0,1 0 0 0 0,0 0 1 0 0,0-1-1 0 0,1 1 0 0 0,0-1 1 0 0,0 1-1 0 0,0-1 0 0 0,1 0 1 0 0,-1 0-1 0 0,1-1 1 0 0,0 1-1 0 0,6 4 0 0 0,3 2 11 0 0,1 0 0 0 0,0 0 1 0 0,1-2-1 0 0,0 0 0 0 0,0 0 0 0 0,1-1 0 0 0,0-1 0 0 0,1-1 0 0 0,-1-1 0 0 0,1 0 0 0 0,22 3 1 0 0,-28-6 37 0 0,-1-1 1 0 0,1 0 0 0 0,0-1-1 0 0,-1 0 1 0 0,1-1 0 0 0,0 0 0 0 0,-1-1-1 0 0,19-5 1 0 0,-22 4 0 0 0,0 1 1 0 0,-1-1-1 0 0,1-1 0 0 0,-1 1 0 0 0,1-1 1 0 0,-1 0-1 0 0,0-1 0 0 0,-1 0 1 0 0,1 0-1 0 0,-1 0 0 0 0,0 0 1 0 0,0-1-1 0 0,6-10 0 0 0,-8 12-15 0 0,0 0-1 0 0,-1-1 1 0 0,0 1-1 0 0,0-1 1 0 0,-1 0-1 0 0,1 0 1 0 0,-1 0-1 0 0,0 0 1 0 0,0 0-1 0 0,0 0 1 0 0,-1 0-1 0 0,0 0 1 0 0,0 0-1 0 0,0 0 1 0 0,-1 0-1 0 0,-1-6 1 0 0,0 2 24 0 0,0 1 0 0 0,-1 1 0 0 0,0-1 0 0 0,-1 0 0 0 0,1 1 0 0 0,-2-1 0 0 0,1 1 1 0 0,-1 0-1 0 0,-8-9 0 0 0,7 9-19 0 0,-1 0 0 0 0,1 0 0 0 0,-1 0 0 0 0,-1 1-1 0 0,1 0 1 0 0,-1 1 0 0 0,0 0 0 0 0,-1 0 0 0 0,1 0 0 0 0,-1 1 0 0 0,0 1 0 0 0,0-1 0 0 0,0 1 0 0 0,0 1 0 0 0,0 0 0 0 0,-1 0 0 0 0,1 1 0 0 0,-11 0 0 0 0,9 3-30 0 0,1 0 1 0 0,-1 1 0 0 0,0 0-1 0 0,1 1 1 0 0,0 0 0 0 0,0 0 0 0 0,0 1-1 0 0,0 1 1 0 0,1 0 0 0 0,0 0 0 0 0,0 1-1 0 0,0 0 1 0 0,1 0 0 0 0,0 1-1 0 0,1 0 1 0 0,0 1 0 0 0,0-1 0 0 0,0 1-1 0 0,1 1 1 0 0,1-1 0 0 0,-5 11 0 0 0,9-16-83 0 0,-1-1 1 0 0,1 1 0 0 0,1 0 0 0 0,-1-1 0 0 0,1 1 0 0 0,-1 0 0 0 0,1-1 0 0 0,0 1 0 0 0,0 0 0 0 0,1 0 0 0 0,-1-1 0 0 0,1 1-1 0 0,-1 0 1 0 0,1-1 0 0 0,1 1 0 0 0,-1-1 0 0 0,0 1 0 0 0,1-1 0 0 0,3 7 0 0 0,9 6-989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2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91 5529 0 0,'-2'-2'281'0'0,"0"1"0"0"0,0-1 0 0 0,0 1 0 0 0,-1-1 0 0 0,1 1 0 0 0,0 0 0 0 0,-1 0 0 0 0,1 0 0 0 0,0 0 0 0 0,-1 0 0 0 0,1 1 0 0 0,-1-1 0 0 0,0 1 0 0 0,1 0 0 0 0,-1-1 0 0 0,1 1 0 0 0,-1 0 0 0 0,0 0 0 0 0,1 1 0 0 0,-1-1 0 0 0,1 1 1 0 0,-1-1-1 0 0,-2 2 0 0 0,1-1 27 0 0,0 1 0 0 0,0-1 0 0 0,1 1 0 0 0,-1 0 0 0 0,1 0 0 0 0,-1 0 0 0 0,1 0 0 0 0,0 0 0 0 0,0 1 0 0 0,0 0 0 0 0,0 0 0 0 0,0 0 0 0 0,1 0 0 0 0,-4 5 0 0 0,-9 24 135 0 0,1 0-1 0 0,2 0 0 0 0,1 1 1 0 0,2 1-1 0 0,-6 38 0 0 0,15-71-440 0 0,-3 12 13 0 0,1-1 0 0 0,1 1-1 0 0,-1 15 1 0 0,2-26-15 0 0,0 0 1 0 0,0 1 0 0 0,0-1 0 0 0,0 0-1 0 0,0 0 1 0 0,1 0 0 0 0,-1 0 0 0 0,1 0-1 0 0,-1 0 1 0 0,1 0 0 0 0,0 0-1 0 0,0 0 1 0 0,0 0 0 0 0,0 0 0 0 0,0 0-1 0 0,0 0 1 0 0,1 0 0 0 0,-1-1-1 0 0,0 1 1 0 0,1-1 0 0 0,-1 1 0 0 0,1-1-1 0 0,0 1 1 0 0,0-1 0 0 0,-1 0-1 0 0,5 2 1 0 0,-3-3 3 0 0,1 0 0 0 0,-1 0-1 0 0,0-1 1 0 0,0 1 0 0 0,1-1-1 0 0,-1 0 1 0 0,0 0 0 0 0,0 0-1 0 0,0-1 1 0 0,0 1 0 0 0,0 0-1 0 0,0-1 1 0 0,0 0 0 0 0,-1 0-1 0 0,1 0 1 0 0,3-3 0 0 0,0 1 7 0 0,16-13 44 0 0,0-1 0 0 0,0 0 0 0 0,-2-2 0 0 0,0 0 0 0 0,-2-1 0 0 0,18-27 0 0 0,-27 37-23 0 0,-2-1-1 0 0,0 0 1 0 0,0-1 0 0 0,-1 1 0 0 0,0-1 0 0 0,-1-1 0 0 0,-1 1 0 0 0,0-1 0 0 0,-1 0 0 0 0,-1 0 0 0 0,0 0 0 0 0,0 0 0 0 0,-2 0 0 0 0,0-16 0 0 0,-1 26-3 0 0,1 1 0 0 0,0 0 0 0 0,-1-1-1 0 0,0 1 1 0 0,0 0 0 0 0,0-1 0 0 0,0 1 0 0 0,0 0 0 0 0,-1 0 0 0 0,1 0 0 0 0,-1 0 0 0 0,0 0 0 0 0,0 1 0 0 0,0-1 0 0 0,0 0 0 0 0,-1 1 0 0 0,-4-5-1 0 0,4 6-3 0 0,1-1-1 0 0,-1 1 1 0 0,0 0 0 0 0,0 0-1 0 0,0 0 1 0 0,0 0-1 0 0,0 1 1 0 0,0-1-1 0 0,0 1 1 0 0,0-1-1 0 0,0 1 1 0 0,-1 0-1 0 0,1 1 1 0 0,0-1-1 0 0,0 0 1 0 0,0 1-1 0 0,0 0 1 0 0,0-1-1 0 0,-4 3 1 0 0,-4 1-5 0 0,1 0 1 0 0,-1 1 0 0 0,1 0 0 0 0,0 1 0 0 0,1 0 0 0 0,0 1 0 0 0,0-1 0 0 0,0 2-1 0 0,1-1 1 0 0,0 1 0 0 0,0 1 0 0 0,1-1 0 0 0,0 1 0 0 0,-11 19 0 0 0,15-22-12 0 0,0 0 0 0 0,0 0 1 0 0,1 0-1 0 0,0 0 0 0 0,0 0 0 0 0,0 1 1 0 0,1-1-1 0 0,0 1 0 0 0,0-1 1 0 0,1 1-1 0 0,0-1 0 0 0,0 1 1 0 0,0-1-1 0 0,1 1 0 0 0,0-1 0 0 0,0 1 1 0 0,1-1-1 0 0,0 1 0 0 0,0-1 1 0 0,0 0-1 0 0,1 0 0 0 0,0 0 1 0 0,0 0-1 0 0,0-1 0 0 0,1 1 0 0 0,7 8 1 0 0,-4-8-11 0 0,0 1 1 0 0,0-1 0 0 0,0-1-1 0 0,1 1 1 0 0,0-1 0 0 0,0-1-1 0 0,0 1 1 0 0,1-1 0 0 0,-1-1-1 0 0,1 0 1 0 0,0 0 0 0 0,0 0-1 0 0,0-1 1 0 0,0-1 0 0 0,1 1-1 0 0,-1-2 1 0 0,0 1 0 0 0,1-1-1 0 0,-1-1 1 0 0,0 0 0 0 0,1 0-1 0 0,-1 0 1 0 0,0-1 0 0 0,0-1-1 0 0,0 0 1 0 0,0 0 0 0 0,-1-1-1 0 0,1 1 1 0 0,-1-2 0 0 0,0 1-1 0 0,11-10 1 0 0,-16 12 5 0 0,-1 0 0 0 0,0 0 1 0 0,0-1-1 0 0,0 1 0 0 0,0-1 0 0 0,0 1 0 0 0,0-1 0 0 0,-1 0 1 0 0,1 0-1 0 0,-1 0 0 0 0,0 0 0 0 0,0 0 0 0 0,0 0 0 0 0,0 0 1 0 0,-1 0-1 0 0,1 0 0 0 0,-1 0 0 0 0,1-5 0 0 0,-2 2 15 0 0,1 0-1 0 0,-1 1 1 0 0,-1-1-1 0 0,1 0 1 0 0,-1 0-1 0 0,0 1 1 0 0,0-1-1 0 0,0 1 1 0 0,-5-8-1 0 0,-3-1 21 0 0,1 0 0 0 0,-2 0-1 0 0,0 1 1 0 0,-1 1 0 0 0,0-1-1 0 0,-14-9 1 0 0,18 15-47 0 0,-1 1 0 0 0,0 0 0 0 0,0 1 0 0 0,-1 0 0 0 0,1 0 0 0 0,-1 1 0 0 0,0 0 0 0 0,0 1 0 0 0,-1 0 0 0 0,-20-3 0 0 0,26 6-3 0 0,0 0-1 0 0,0-1 1 0 0,0 2 0 0 0,0-1 0 0 0,-1 0 0 0 0,1 1-1 0 0,0 0 1 0 0,0 0 0 0 0,0 1 0 0 0,0-1 0 0 0,0 1-1 0 0,1 0 1 0 0,-1 1 0 0 0,0-1 0 0 0,1 1 0 0 0,-1 0-1 0 0,1 0 1 0 0,0 0 0 0 0,0 0 0 0 0,1 1 0 0 0,-1 0-1 0 0,0 0 1 0 0,1 0 0 0 0,-4 6 0 0 0,3-4-425 0 0,1 0 1 0 0,0 0-1 0 0,0 0 1 0 0,-4 12-1 0 0,2 6-6862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3.0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47 10138 0 0,'-2'-2'158'0'0,"1"0"1"0"0,-1 1-1 0 0,0-1 0 0 0,0 1 0 0 0,0-1 0 0 0,0 1 1 0 0,0-1-1 0 0,0 1 0 0 0,0 0 0 0 0,0 0 0 0 0,-1 0 1 0 0,1 0-1 0 0,0 1 0 0 0,-1-1 0 0 0,1 1 0 0 0,-1-1 1 0 0,1 1-1 0 0,0 0 0 0 0,-4 0 0 0 0,4 0 60 0 0,-1 1 0 0 0,0 0 0 0 0,1 0 0 0 0,-1 0 0 0 0,1 0 0 0 0,-1 1 1 0 0,1-1-1 0 0,-1 0 0 0 0,1 1 0 0 0,0 0 0 0 0,0-1 0 0 0,0 1 0 0 0,0 0 0 0 0,0 0 0 0 0,0 0 0 0 0,-2 5 0 0 0,-8 12 41 0 0,2 0-1 0 0,0 0 1 0 0,1 1 0 0 0,1 0 0 0 0,1 1-1 0 0,1 0 1 0 0,0 0 0 0 0,2 1-1 0 0,1-1 1 0 0,0 1 0 0 0,2 0 0 0 0,2 41-1 0 0,-1-58-250 0 0,1 1-1 0 0,-1-1 1 0 0,1 0-1 0 0,1 0 1 0 0,-1 0-1 0 0,1 0 1 0 0,0 0-1 0 0,0 0 1 0 0,1 0-1 0 0,-1-1 1 0 0,1 1-1 0 0,0-1 1 0 0,0 0-1 0 0,0 0 1 0 0,8 8-1 0 0,-8-10 0 0 0,-1 0 0 0 0,1-1 0 0 0,0 1 0 0 0,0 0-1 0 0,0-1 1 0 0,0 1 0 0 0,0-1 0 0 0,0 0 0 0 0,0 0 0 0 0,1 0-1 0 0,-1-1 1 0 0,0 1 0 0 0,1-1 0 0 0,-1 0 0 0 0,0 0-1 0 0,1 0 1 0 0,-1 0 0 0 0,0 0 0 0 0,0-1 0 0 0,1 0 0 0 0,-1 1-1 0 0,0-1 1 0 0,0 0 0 0 0,0-1 0 0 0,0 1 0 0 0,3-2-1 0 0,4-3 59 0 0,-1 0-1 0 0,0 0 0 0 0,0-1 1 0 0,-1 0-1 0 0,0-1 1 0 0,-1 0-1 0 0,1 0 0 0 0,-1 0 1 0 0,-1-1-1 0 0,0 0 0 0 0,0-1 1 0 0,-1 1-1 0 0,0-1 0 0 0,0 0 1 0 0,-1 0-1 0 0,-1-1 0 0 0,5-17 1 0 0,-5 13 3 0 0,0 0 0 0 0,-1 0-1 0 0,0-1 1 0 0,-1 1 0 0 0,-1-1 0 0 0,0 1 0 0 0,-2-1 0 0 0,1 1-1 0 0,-2 0 1 0 0,0 0 0 0 0,-1 0 0 0 0,-5-15 0 0 0,6 25-63 0 0,1-1 0 0 0,-1 1 0 0 0,0 0 0 0 0,0-1 0 0 0,0 2 0 0 0,-1-1 0 0 0,0 0 0 0 0,0 1 0 0 0,0-1 0 0 0,0 1 0 0 0,-9-6 0 0 0,11 9-4 0 0,-1 0-1 0 0,1-1 1 0 0,0 1 0 0 0,-1 0-1 0 0,1 1 1 0 0,0-1 0 0 0,-1 0-1 0 0,1 1 1 0 0,-1-1 0 0 0,1 1-1 0 0,-1 0 1 0 0,0 0 0 0 0,1 0-1 0 0,-1 0 1 0 0,1 0 0 0 0,-1 1-1 0 0,1-1 1 0 0,-1 1 0 0 0,1-1-1 0 0,-1 1 1 0 0,1 0 0 0 0,0 0-1 0 0,-1 0 1 0 0,1 0 0 0 0,0 1-1 0 0,0-1 1 0 0,0 1 0 0 0,0-1-1 0 0,-3 3 1 0 0,-2 3-27 0 0,0 0-1 0 0,0 0 1 0 0,1 0 0 0 0,0 1 0 0 0,0 0-1 0 0,1 0 1 0 0,0 1 0 0 0,0-1-1 0 0,1 1 1 0 0,0 0 0 0 0,0 1 0 0 0,1-1-1 0 0,1 0 1 0 0,-1 1 0 0 0,2 0 0 0 0,-1-1-1 0 0,1 13 1 0 0,0-15 6 0 0,2 1-1 0 0,-1-1 1 0 0,1 0-1 0 0,0 1 0 0 0,1-1 1 0 0,-1 0-1 0 0,2 0 1 0 0,-1 0-1 0 0,1 0 1 0 0,0-1-1 0 0,0 1 1 0 0,0-1-1 0 0,1 1 1 0 0,0-1-1 0 0,1 0 1 0 0,-1-1-1 0 0,1 1 1 0 0,0-1-1 0 0,1 0 0 0 0,-1 0 1 0 0,1 0-1 0 0,0-1 1 0 0,9 5-1 0 0,-2-2 17 0 0,0-1-1 0 0,0-1 0 0 0,0 0 0 0 0,1-1 1 0 0,0 0-1 0 0,24 2 0 0 0,-30-5 55 0 0,0 0-1 0 0,0 0 1 0 0,0-1 0 0 0,0-1-1 0 0,-1 1 1 0 0,1-1-1 0 0,0-1 1 0 0,0 1 0 0 0,0-1-1 0 0,-1-1 1 0 0,1 1 0 0 0,-1-1-1 0 0,11-6 1 0 0,-16 8-41 0 0,1-1 0 0 0,-1 0 0 0 0,0 0 0 0 0,0 0 0 0 0,1 0 0 0 0,-1 0 0 0 0,0-1 0 0 0,-1 1 0 0 0,1 0 0 0 0,0-1 0 0 0,-1 1 0 0 0,1-1 0 0 0,-1 0 0 0 0,0 0 0 0 0,0 1 0 0 0,0-1 0 0 0,0 0 0 0 0,-1 0 0 0 0,1 0 0 0 0,-1 0 0 0 0,0 0 0 0 0,1 0 0 0 0,-1 0 0 0 0,-1 0 0 0 0,1 0 0 0 0,0 0 0 0 0,-1 0 0 0 0,1 0 0 0 0,-1 0 0 0 0,0 1 0 0 0,0-1 0 0 0,0 0 0 0 0,-2-3 0 0 0,0 0-71 0 0,0 0 0 0 0,0 1-1 0 0,-1-1 1 0 0,0 1 0 0 0,0-1-1 0 0,0 1 1 0 0,-1 0 0 0 0,0 1 0 0 0,1-1-1 0 0,-2 1 1 0 0,1 0 0 0 0,0 0-1 0 0,-1 1 1 0 0,-6-4 0 0 0,-15-1-1795 0 0,-5 2-5396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3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48 127 2761 0 0,'-1'-16'1323'0'0,"0"1"1"0"0,0 0-1 0 0,-2 0 1 0 0,0 0-1 0 0,0 0 1 0 0,-8-18-1 0 0,7 31 514 0 0,-1 9-698 0 0,0 9-25 0 0,2-2-886 0 0,0 1-1 0 0,1-1 0 0 0,1 1 0 0 0,0 0 1 0 0,1-1-1 0 0,0 1 0 0 0,2 0 0 0 0,-1-1 0 0 0,2 1 1 0 0,6 21-1 0 0,-8-31-225 0 0,1 1 1 0 0,0-1 0 0 0,1 1-1 0 0,-1-1 1 0 0,1 0 0 0 0,0 0-1 0 0,0 0 1 0 0,1 0 0 0 0,-1-1-1 0 0,1 1 1 0 0,0-1 0 0 0,0 0-1 0 0,1 0 1 0 0,-1 0 0 0 0,1-1-1 0 0,0 1 1 0 0,0-1 0 0 0,0-1-1 0 0,0 1 1 0 0,1-1 0 0 0,-1 1-1 0 0,1-1 1 0 0,-1-1 0 0 0,1 1-1 0 0,0-1 1 0 0,0 0 0 0 0,0-1-1 0 0,9 1 1 0 0,-8-1 6 0 0,-1 0 1 0 0,1-1-1 0 0,0 1 1 0 0,0-2-1 0 0,0 1 0 0 0,-1-1 1 0 0,1 0-1 0 0,0 0 1 0 0,-1 0-1 0 0,0-1 0 0 0,0 0 1 0 0,0-1-1 0 0,0 1 1 0 0,0-1-1 0 0,0 0 1 0 0,9-10-1 0 0,-12 10 18 0 0,1-1 1 0 0,-1 1-1 0 0,1-1 1 0 0,-1 0-1 0 0,-1-1 1 0 0,1 1-1 0 0,-1 0 0 0 0,0-1 1 0 0,0 1-1 0 0,0-1 1 0 0,-1 0-1 0 0,0 1 1 0 0,0-1-1 0 0,-1 0 1 0 0,1 0-1 0 0,-1 0 0 0 0,0 0 1 0 0,-1 1-1 0 0,0-1 1 0 0,-1-6-1 0 0,0 1 30 0 0,-12-48 140 0 0,13 56-182 0 0,0 0 0 0 0,0 0 0 0 0,0 0 0 0 0,0 0 0 0 0,-1 0 0 0 0,1 0 0 0 0,-1 0-1 0 0,0 0 1 0 0,0 1 0 0 0,0-1 0 0 0,0 1 0 0 0,-1 0 0 0 0,1-1 0 0 0,-6-3 0 0 0,6 6-15 0 0,0-1 1 0 0,0 1-1 0 0,0 0 1 0 0,-1-1-1 0 0,1 1 1 0 0,0 0-1 0 0,0 0 1 0 0,-1 1 0 0 0,1-1-1 0 0,0 0 1 0 0,0 1-1 0 0,0-1 1 0 0,0 1-1 0 0,-1 0 1 0 0,1 0-1 0 0,0-1 1 0 0,0 1 0 0 0,0 1-1 0 0,1-1 1 0 0,-1 0-1 0 0,0 0 1 0 0,0 1-1 0 0,1-1 1 0 0,-3 3-1 0 0,-5 5-9 0 0,0 0-1 0 0,-14 18 1 0 0,14-13-55 0 0,0-1-1 0 0,1 1 1 0 0,0 1-1 0 0,1-1 1 0 0,1 1 0 0 0,0 1-1 0 0,1-1 1 0 0,-5 24-1 0 0,10-34 62 0 0,-1 0-1 0 0,0 0 1 0 0,1 0-1 0 0,0 0 1 0 0,1 0-1 0 0,-1 0 1 0 0,1 0-1 0 0,0 0 1 0 0,0 0-1 0 0,0 0 1 0 0,1 0-1 0 0,-1-1 1 0 0,4 7-1 0 0,-2-7 5 0 0,-1-1 0 0 0,1 0 0 0 0,-1 0 0 0 0,1 0 0 0 0,0 0 0 0 0,0-1 0 0 0,1 1 0 0 0,-1-1 0 0 0,0 1 0 0 0,1-1 0 0 0,0 0 0 0 0,-1-1 0 0 0,1 1 0 0 0,0-1 0 0 0,0 1 0 0 0,0-1 0 0 0,0 0 0 0 0,7 0 0 0 0,2 0 121 0 0,-1-1-1 0 0,1 0 0 0 0,-1-1 0 0 0,1 0 1 0 0,-1-1-1 0 0,0-1 0 0 0,0 0 0 0 0,1 0 1 0 0,-2-1-1 0 0,1-1 0 0 0,-1 0 0 0 0,1-1 1 0 0,-1 0-1 0 0,-1 0 0 0 0,1-1 0 0 0,-1-1 1 0 0,0 0-1 0 0,-1 0 0 0 0,0 0 0 0 0,0-2 0 0 0,13-18 1 0 0,-21 27-104 0 0,0-1 1 0 0,0 1 0 0 0,0-1-1 0 0,0 0 1 0 0,-1 1 0 0 0,1-1 0 0 0,-1 0-1 0 0,1 0 1 0 0,-1 1 0 0 0,1-1-1 0 0,-1 0 1 0 0,0 0 0 0 0,0 0-1 0 0,0 0 1 0 0,0 0 0 0 0,0 1-1 0 0,-1-1 1 0 0,1 0 0 0 0,0 0-1 0 0,-1 0 1 0 0,-1-2 0 0 0,1 1 2 0 0,-1 0-1 0 0,0 1 1 0 0,0 0 0 0 0,0-1-1 0 0,0 1 1 0 0,0 0 0 0 0,0 0-1 0 0,-1 0 1 0 0,1 0 0 0 0,-1 1 0 0 0,1-1-1 0 0,-4-1 1 0 0,-5-2 35 0 0,0 1-1 0 0,0 0 1 0 0,0 0 0 0 0,-1 2 0 0 0,-19-4 0 0 0,19 4-136 0 0,-1 1 1 0 0,1 0 0 0 0,0 1 0 0 0,-1 1-1 0 0,1 0 1 0 0,0 0 0 0 0,-1 1 0 0 0,1 1 0 0 0,0 0-1 0 0,0 0 1 0 0,1 1 0 0 0,-1 1 0 0 0,1 0-1 0 0,0 1 1 0 0,0 0 0 0 0,1 0 0 0 0,-1 1-1 0 0,1 1 1 0 0,1-1 0 0 0,0 2 0 0 0,-11 11 0 0 0,0 7-1234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4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 75 6449 0 0,'-1'0'14'0'0,"-6"-1"303"0"0,-1 0-1 0 0,0 1 1 0 0,1 0-1 0 0,-1 0 0 0 0,0 1 1 0 0,1 0-1 0 0,-1 0 1 0 0,1 1-1 0 0,-1 0 1 0 0,1 0-1 0 0,-14 6 1 0 0,2 3 562 0 0,-1 0 1 0 0,1 2 0 0 0,1 0-1 0 0,-26 24 1 0 0,39-33-755 0 0,0 1 1 0 0,1-1 0 0 0,-1 1-1 0 0,1 0 1 0 0,0 0-1 0 0,1 1 1 0 0,-1-1 0 0 0,1 1-1 0 0,0 0 1 0 0,0 0 0 0 0,1 0-1 0 0,0 0 1 0 0,0 0 0 0 0,0 0-1 0 0,1 1 1 0 0,0-1-1 0 0,0 0 1 0 0,0 1 0 0 0,1-1-1 0 0,1 12 1 0 0,0-14-86 0 0,0 0 0 0 0,0 0 0 0 0,1-1 0 0 0,-1 1 0 0 0,1 0 0 0 0,0 0-1 0 0,0-1 1 0 0,0 1 0 0 0,0-1 0 0 0,1 0 0 0 0,-1 1 0 0 0,1-1 0 0 0,0 0 0 0 0,0-1 0 0 0,0 1 0 0 0,1 0 0 0 0,-1-1 0 0 0,0 0-1 0 0,1 0 1 0 0,0 0 0 0 0,-1 0 0 0 0,1-1 0 0 0,0 1 0 0 0,0-1 0 0 0,0 0 0 0 0,0 0 0 0 0,0 0 0 0 0,0-1 0 0 0,0 1 0 0 0,5-1-1 0 0,1 0 22 0 0,1 0-1 0 0,-1 0 1 0 0,0-1-1 0 0,0-1 1 0 0,1 1-1 0 0,-1-2 1 0 0,0 1-1 0 0,-1-2 1 0 0,1 1-1 0 0,0-1 1 0 0,8-6-1 0 0,-8 4-43 0 0,0 0 0 0 0,-1-1 0 0 0,0-1 0 0 0,-1 1 0 0 0,0-2 0 0 0,0 1 0 0 0,0-1 0 0 0,-1 0 0 0 0,-1-1 0 0 0,0 1 0 0 0,0-1 0 0 0,0 0 0 0 0,4-15 0 0 0,-6 16 21 0 0,-1 0 1 0 0,-1-1-1 0 0,0 1 1 0 0,0-1-1 0 0,0 1 1 0 0,-2-1-1 0 0,1 0 1 0 0,-1 0-1 0 0,0 1 1 0 0,-1-1-1 0 0,0 0 1 0 0,-1 1-1 0 0,0-1 1 0 0,0 1-1 0 0,-1-1 1 0 0,-4-8-1 0 0,6 15-21 0 0,-1 0 0 0 0,1 0 0 0 0,-1 1-1 0 0,1-1 1 0 0,-1 0 0 0 0,0 1 0 0 0,0-1-1 0 0,0 1 1 0 0,0 0 0 0 0,-1-1 0 0 0,1 1-1 0 0,-1 0 1 0 0,1 1 0 0 0,-1-1 0 0 0,1 0-1 0 0,-1 1 1 0 0,0-1 0 0 0,0 1 0 0 0,0 0-1 0 0,0 0 1 0 0,0 0 0 0 0,0 0 0 0 0,0 1-1 0 0,0-1 1 0 0,0 1 0 0 0,-6 0-1 0 0,5 0 9 0 0,0 1-1 0 0,1 0 0 0 0,-1-1 0 0 0,1 1 0 0 0,-1 1 0 0 0,1-1 0 0 0,-1 1 0 0 0,1-1 0 0 0,0 1 0 0 0,-1 0 0 0 0,1 0 0 0 0,0 0 0 0 0,1 1 0 0 0,-1-1 0 0 0,0 1 0 0 0,1-1 1 0 0,-1 1-1 0 0,1 0 0 0 0,0 0 0 0 0,0 0 0 0 0,0 0 0 0 0,-2 6 0 0 0,-1-1-15 0 0,2 0 1 0 0,0 1-1 0 0,0-1 1 0 0,0 1-1 0 0,1 0 1 0 0,0 0-1 0 0,1 0 0 0 0,0 0 1 0 0,0 0-1 0 0,1 0 1 0 0,0 0-1 0 0,1 0 1 0 0,3 15-1 0 0,-3-17-4 0 0,1-1 0 0 0,1 0-1 0 0,-1 0 1 0 0,1-1 0 0 0,0 1-1 0 0,0-1 1 0 0,1 1 0 0 0,-1-1-1 0 0,1 0 1 0 0,1 0 0 0 0,-1-1-1 0 0,1 1 1 0 0,-1-1 0 0 0,1 0-1 0 0,0 0 1 0 0,1 0 0 0 0,-1-1 0 0 0,1 0-1 0 0,-1 0 1 0 0,9 3 0 0 0,-5-3 60 0 0,1 0 0 0 0,0-1 0 0 0,0 0 0 0 0,0 0 1 0 0,0-1-1 0 0,19-1 0 0 0,-25 0-33 0 0,0 0 0 0 0,0 0 0 0 0,0-1 0 0 0,0 0 0 0 0,-1 0 0 0 0,1 0 0 0 0,0 0 0 0 0,-1-1 0 0 0,6-2 0 0 0,-7 3-25 0 0,-1 0 0 0 0,0 0 0 0 0,1 0 0 0 0,-1 0-1 0 0,0-1 1 0 0,0 1 0 0 0,0 0 0 0 0,0-1 0 0 0,0 1 0 0 0,0-1 0 0 0,0 1 0 0 0,0-1 0 0 0,-1 1-1 0 0,1-1 1 0 0,0 1 0 0 0,-1-1 0 0 0,1 0 0 0 0,-1 1 0 0 0,0-1 0 0 0,0 0 0 0 0,0 1 0 0 0,0-3-1 0 0,0 1-1 0 0,-1-1 0 0 0,1 1-1 0 0,-1-1 1 0 0,-1 1 0 0 0,1 0-1 0 0,0 0 1 0 0,-1 0 0 0 0,1 0-1 0 0,-1 0 1 0 0,0 0 0 0 0,0 0-1 0 0,0 0 1 0 0,0 0 0 0 0,-1 1-1 0 0,1-1 1 0 0,-1 1 0 0 0,0 0-1 0 0,-3-2 1 0 0,-1-2-84 0 0,-1 1 0 0 0,-1 0 0 0 0,1 0 0 0 0,0 1 0 0 0,-13-5 0 0 0,2 5-1061 0 0,-2 3-4005 0 0,2 4-1586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5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17 215 8290 0 0,'-9'30'4882'0'0,"7"-22"-4482"0"0,0 1 1 0 0,0-1-1 0 0,1 1 0 0 0,1-1 0 0 0,-1 1 0 0 0,1-1 1 0 0,1 1-1 0 0,-1-1 0 0 0,4 14 0 0 0,-3-19-378 0 0,0 0 1 0 0,0-1-1 0 0,0 1 0 0 0,0-1 0 0 0,0 1 0 0 0,0-1 0 0 0,1 0 0 0 0,-1 1 0 0 0,1-1 1 0 0,-1 0-1 0 0,1 0 0 0 0,0 0 0 0 0,0 0 0 0 0,0 0 0 0 0,0-1 0 0 0,0 1 0 0 0,1 0 1 0 0,-1-1-1 0 0,0 0 0 0 0,1 1 0 0 0,-1-1 0 0 0,1 0 0 0 0,-1 0 0 0 0,1-1 0 0 0,0 1 1 0 0,-1-1-1 0 0,1 1 0 0 0,0-1 0 0 0,-1 0 0 0 0,1 0 0 0 0,0 0 0 0 0,0 0 0 0 0,4-1 1 0 0,5-1 99 0 0,-1-1 0 0 0,1 0 0 0 0,-1-1 0 0 0,0 0 0 0 0,0-1 0 0 0,-1 0 0 0 0,1-1 0 0 0,-1 0 0 0 0,-1-1 0 0 0,1 0 0 0 0,-1 0 0 0 0,0-1 0 0 0,-1 0 0 0 0,10-11 1 0 0,-11 11-24 0 0,-1 1 1 0 0,0-1-1 0 0,0 0 1 0 0,-1 0-1 0 0,0 0 1 0 0,0-1-1 0 0,-1 0 1 0 0,0 0-1 0 0,-1 0 1 0 0,0-1-1 0 0,0 1 1 0 0,-1-1-1 0 0,0 1 1 0 0,-1-1-1 0 0,0 0 1 0 0,0 0-1 0 0,-2-13 1 0 0,1 20-100 0 0,0 0 0 0 0,-1 0 0 0 0,0 1 0 0 0,0-1 0 0 0,0 0 0 0 0,0 0 0 0 0,0 0 0 0 0,0 1 0 0 0,-1-1 0 0 0,1 1 0 0 0,-1-1 0 0 0,0 1 0 0 0,0-1 0 0 0,0 1 0 0 0,0 0 0 0 0,0 0 0 0 0,0 0 0 0 0,-1 0 0 0 0,1 1 0 0 0,-1-1 0 0 0,1 0 0 0 0,-1 1 0 0 0,0 0 0 0 0,1 0 0 0 0,-1 0 0 0 0,0 0 0 0 0,0 0 0 0 0,0 0 0 0 0,0 1 0 0 0,0-1 0 0 0,0 1 0 0 0,0 0 0 0 0,0 0 0 0 0,-5 0 0 0 0,1 1 0 0 0,0 0 0 0 0,0 0 0 0 0,0 0 0 0 0,1 1 0 0 0,-1 0 0 0 0,0 0 0 0 0,1 1 0 0 0,0 0 0 0 0,0 0 0 0 0,0 0 0 0 0,0 1 0 0 0,0 0 0 0 0,0 0 0 0 0,-6 6 0 0 0,3 1-14 0 0,0-1 0 0 0,1 2 0 0 0,0-1 0 0 0,1 1 0 0 0,-8 17 0 0 0,13-25 9 0 0,-1 1 1 0 0,1-1-1 0 0,1 1 1 0 0,-1 0-1 0 0,1-1 1 0 0,0 1 0 0 0,0 0-1 0 0,0 0 1 0 0,1 0-1 0 0,-1 0 1 0 0,1 0 0 0 0,0 0-1 0 0,1 0 1 0 0,-1 0-1 0 0,1-1 1 0 0,0 1-1 0 0,0 0 1 0 0,3 6 0 0 0,-3-9 2 0 0,0 0 1 0 0,1 0-1 0 0,-1 0 1 0 0,0 0-1 0 0,1-1 1 0 0,-1 1-1 0 0,1-1 1 0 0,-1 1-1 0 0,1-1 1 0 0,0 1-1 0 0,0-1 1 0 0,0 0-1 0 0,-1 0 1 0 0,1 0-1 0 0,0 0 1 0 0,0 0-1 0 0,1 0 1 0 0,-1-1-1 0 0,0 1 1 0 0,3 0-1 0 0,-1-1 26 0 0,1 1 1 0 0,-1-2-1 0 0,1 1 1 0 0,-1 0-1 0 0,1-1 0 0 0,-1 0 1 0 0,1 0-1 0 0,-1 0 1 0 0,8-3-1 0 0,-4 0 56 0 0,-1 1 1 0 0,1-1-1 0 0,-1-1 0 0 0,1 1 1 0 0,-2-1-1 0 0,1 0 0 0 0,0-1 1 0 0,-1 0-1 0 0,0 0 0 0 0,7-9 1 0 0,-9 7-37 0 0,0 0 1 0 0,0 0-1 0 0,-1 0 0 0 0,-1 0 1 0 0,1 0-1 0 0,-1-1 1 0 0,-1 1-1 0 0,1-1 1 0 0,-1 1-1 0 0,-1-1 0 0 0,0-9 1 0 0,0 11-15 0 0,-1-1 1 0 0,1 1-1 0 0,-1 0 1 0 0,-1-1-1 0 0,1 1 1 0 0,-1 0-1 0 0,0 0 1 0 0,-1 0-1 0 0,0 0 1 0 0,0 0-1 0 0,-1 1 1 0 0,1-1 0 0 0,-7-6-1 0 0,8 10-24 0 0,0 0 0 0 0,-1 1-1 0 0,0-1 1 0 0,0 1 0 0 0,1 0 0 0 0,-1 0 0 0 0,0 0 0 0 0,-1 0-1 0 0,1 1 1 0 0,0-1 0 0 0,0 1 0 0 0,-1 0 0 0 0,1 0 0 0 0,-1 0-1 0 0,1 0 1 0 0,-1 0 0 0 0,1 1 0 0 0,-7 0 0 0 0,4 0 8 0 0,0 1 1 0 0,0 0 0 0 0,1 0 0 0 0,-1 1 0 0 0,0-1 0 0 0,1 1-1 0 0,-1 0 1 0 0,1 1 0 0 0,0 0 0 0 0,-10 6 0 0 0,8-5-24 0 0,0 1 1 0 0,1 1-1 0 0,-1 0 1 0 0,1 0-1 0 0,0 0 1 0 0,0 0 0 0 0,1 1-1 0 0,0 0 1 0 0,0 0-1 0 0,0 1 1 0 0,1-1-1 0 0,0 1 1 0 0,1 0 0 0 0,0 0-1 0 0,-4 15 1 0 0,10-2-456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6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43 267 6449 0 0,'30'12'5590'0'0,"-20"-7"-4387"0"0,2 2-325 0 0,0-1-1 0 0,1-1 0 0 0,-1 0 1 0 0,1 0-1 0 0,20 3 1 0 0,-29-7-866 0 0,0-1 1 0 0,0 0 0 0 0,0 0 0 0 0,0 0 0 0 0,0 0 0 0 0,0-1 0 0 0,0 0 0 0 0,0 0 0 0 0,0 0 0 0 0,-1 0 0 0 0,1 0 0 0 0,0-1 0 0 0,-1 1 0 0 0,1-1 0 0 0,0 0 0 0 0,-1 0 0 0 0,0-1 0 0 0,0 1 0 0 0,0-1 0 0 0,0 1 0 0 0,0-1-1 0 0,0 0 1 0 0,3-5 0 0 0,0-1 85 0 0,0 0 0 0 0,0 0 0 0 0,-1-1 0 0 0,0 0 0 0 0,-1 0 0 0 0,0 0 0 0 0,-1 0 0 0 0,0-1 0 0 0,0 0 0 0 0,-1 1 0 0 0,1-20 0 0 0,-3 24-47 0 0,1-1 0 0 0,-1 1 0 0 0,-1 0 0 0 0,1 0 0 0 0,-1-1 0 0 0,0 1 0 0 0,0 0 0 0 0,-1 0 0 0 0,0 0 0 0 0,0 0 1 0 0,0 1-1 0 0,-1-1 0 0 0,0 0 0 0 0,0 1 0 0 0,0 0 0 0 0,-1 0 0 0 0,0 0 0 0 0,0 0 0 0 0,0 0 0 0 0,0 1 0 0 0,-10-8 1 0 0,11 10-45 0 0,0 1 1 0 0,-1-1 0 0 0,1 1 0 0 0,0 0 0 0 0,-1 0 0 0 0,1 0 0 0 0,-1 0 0 0 0,1 1 0 0 0,-1-1 0 0 0,1 1 0 0 0,-1 0 0 0 0,1 0 0 0 0,-1 0 0 0 0,1 1 0 0 0,-1-1 0 0 0,0 1 0 0 0,1 0 0 0 0,0 0 0 0 0,-1 0 0 0 0,1 0 0 0 0,0 0 0 0 0,-1 1 0 0 0,1 0 0 0 0,0-1 0 0 0,0 1 0 0 0,0 0 0 0 0,0 1-1 0 0,-3 3 1 0 0,-7 5 20 0 0,1 1-1 0 0,0 1 1 0 0,1-1-1 0 0,-15 24 1 0 0,11-14-21 0 0,1 1 0 0 0,-21 46 1 0 0,31-59-14 0 0,0-1 1 0 0,1 1-1 0 0,0 0 1 0 0,1 0 0 0 0,0 0-1 0 0,0 0 1 0 0,1 1-1 0 0,0-1 1 0 0,1 0 0 0 0,2 18-1 0 0,-2-25 4 0 0,1 0 1 0 0,0 0-1 0 0,-1 0 0 0 0,1-1 0 0 0,0 1 0 0 0,0 0 0 0 0,1 0 1 0 0,-1 0-1 0 0,0-1 0 0 0,1 1 0 0 0,0-1 0 0 0,0 1 0 0 0,-1-1 1 0 0,2 0-1 0 0,-1 0 0 0 0,0 1 0 0 0,0-1 0 0 0,1-1 0 0 0,-1 1 1 0 0,1 0-1 0 0,-1-1 0 0 0,1 1 0 0 0,0-1 0 0 0,-1 0 0 0 0,1 0 1 0 0,0 0-1 0 0,0 0 0 0 0,0 0 0 0 0,0-1 0 0 0,0 1 0 0 0,0-1 1 0 0,0 0-1 0 0,0 0 0 0 0,0 0 0 0 0,0 0 0 0 0,0 0 0 0 0,0-1 1 0 0,4-1-1 0 0,4 0 22 0 0,0-1 1 0 0,0 0-1 0 0,0-1 1 0 0,-1 0-1 0 0,0-1 1 0 0,0 0-1 0 0,0-1 1 0 0,0 0-1 0 0,9-8 1 0 0,-9 6 1 0 0,-1 0-1 0 0,0-1 1 0 0,-1 0 0 0 0,0-1 0 0 0,0 1 0 0 0,-1-1 0 0 0,-1-1 0 0 0,0 1 0 0 0,7-17 0 0 0,-11 23-18 0 0,0 0 1 0 0,-1 0-1 0 0,0 0 0 0 0,0 0 0 0 0,0 0 1 0 0,-1-1-1 0 0,1 1 0 0 0,-1 0 1 0 0,0 0-1 0 0,0-1 0 0 0,0 1 0 0 0,-1 0 1 0 0,0 0-1 0 0,0 0 0 0 0,0-1 0 0 0,0 1 1 0 0,0 0-1 0 0,-1 0 0 0 0,0 0 1 0 0,0 1-1 0 0,0-1 0 0 0,0 0 0 0 0,0 1 1 0 0,-1-1-1 0 0,0 1 0 0 0,1 0 1 0 0,-1 0-1 0 0,-1 0 0 0 0,1 0 0 0 0,-5-3 1 0 0,4 3-5 0 0,1 1 0 0 0,-1 0 0 0 0,0 0 1 0 0,0 0-1 0 0,0 0 0 0 0,0 0 0 0 0,0 1 0 0 0,-1 0 1 0 0,1 0-1 0 0,0 0 0 0 0,0 0 0 0 0,-1 1 0 0 0,1-1 1 0 0,-1 1-1 0 0,1 0 0 0 0,0 1 0 0 0,-1-1 0 0 0,1 1 1 0 0,0 0-1 0 0,-1 0 0 0 0,1 0 0 0 0,0 0 1 0 0,0 1-1 0 0,0 0 0 0 0,0 0 0 0 0,0 0 0 0 0,0 0 1 0 0,1 0-1 0 0,-1 1 0 0 0,1 0 0 0 0,-6 5 0 0 0,2-2 15 0 0,1 1 0 0 0,-1 0-1 0 0,1 0 1 0 0,1 1-1 0 0,-1 0 1 0 0,1 0-1 0 0,1 0 1 0 0,0 1 0 0 0,0-1-1 0 0,0 1 1 0 0,1 0-1 0 0,0 0 1 0 0,-2 16-1 0 0,4-19-13 0 0,1-1 0 0 0,-1 1 0 0 0,1 0 0 0 0,0-1 0 0 0,1 1 0 0 0,0 0 0 0 0,-1-1 0 0 0,2 1 0 0 0,-1 0 0 0 0,1-1 0 0 0,0 1 0 0 0,0-1 0 0 0,0 0 0 0 0,5 8 0 0 0,-4-10-1 0 0,-1 0 0 0 0,1 0 0 0 0,0 0 0 0 0,0-1 0 0 0,0 1 0 0 0,0-1 0 0 0,0 0-1 0 0,0 0 1 0 0,0 0 0 0 0,1 0 0 0 0,-1 0 0 0 0,1-1 0 0 0,0 0 0 0 0,-1 0 0 0 0,1 0 0 0 0,0 0 0 0 0,0 0 0 0 0,0-1 0 0 0,-1 1 0 0 0,1-1 0 0 0,0 0 0 0 0,5-1 0 0 0,-9 1-2 0 0,3 0-4 0 0,-1 0 0 0 0,1 0 0 0 0,-1 0 0 0 0,1 0 0 0 0,0 0 0 0 0,-1-1 0 0 0,1 1 0 0 0,-1-1 0 0 0,1 1 0 0 0,-1-1 0 0 0,1 0 0 0 0,-1 0 0 0 0,0 0 0 0 0,1-1 0 0 0,-1 1 0 0 0,0 0 0 0 0,0-1 0 0 0,0 0 0 0 0,0 1 0 0 0,0-1 0 0 0,0 0 0 0 0,2-3 0 0 0,-1-5-182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7.0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158 118 5697 0 0,'-9'3'59'0'0,"4"-2"-7"0"0,1 0 0 0 0,-1 1 0 0 0,1-1 1 0 0,0 1-1 0 0,0 0 0 0 0,-1 0 0 0 0,1 0 0 0 0,0 1 1 0 0,1-1-1 0 0,-1 1 0 0 0,0 0 0 0 0,-4 4 1 0 0,-2 5 558 0 0,-1 1 1 0 0,2 0 0 0 0,-1 0 0 0 0,2 1 0 0 0,0 0-1 0 0,1 1 1 0 0,-9 23 0 0 0,13-32-408 0 0,1 1 0 0 0,1 0 0 0 0,-1-1 0 0 0,1 1 0 0 0,0 0 0 0 0,0 0-1 0 0,1 0 1 0 0,0 0 0 0 0,0 0 0 0 0,1 0 0 0 0,0 0 0 0 0,0 0 0 0 0,0 0 0 0 0,1-1 0 0 0,0 1 0 0 0,0 0 0 0 0,1-1 0 0 0,0 0-1 0 0,0 1 1 0 0,4 4 0 0 0,-5-8-96 0 0,0 0-1 0 0,1 0 0 0 0,-1 0 1 0 0,0-1-1 0 0,1 0 0 0 0,0 1 0 0 0,-1-1 1 0 0,1 0-1 0 0,0 0 0 0 0,0 0 1 0 0,0 0-1 0 0,0-1 0 0 0,0 0 1 0 0,1 1-1 0 0,-1-1 0 0 0,0 0 0 0 0,6 1 1 0 0,-4-2-20 0 0,0 0 0 0 0,0 0 0 0 0,-1 0 0 0 0,1-1 0 0 0,0 0 0 0 0,0 0 0 0 0,-1 0 1 0 0,1 0-1 0 0,0-1 0 0 0,-1 0 0 0 0,6-3 0 0 0,3-2 39 0 0,-2 0-1 0 0,1-1 1 0 0,-1-1-1 0 0,0 0 1 0 0,-1 0-1 0 0,0-1 1 0 0,14-18-1 0 0,-17 19-43 0 0,1-2 0 0 0,-2 1-1 0 0,0-1 1 0 0,0 0 0 0 0,-1 0 0 0 0,0 0-1 0 0,-1-1 1 0 0,0 0 0 0 0,-1 0 0 0 0,3-23 0 0 0,-5 25-33 0 0,-1 0 0 0 0,0 0 1 0 0,0 0-1 0 0,-1 1 1 0 0,-1-1-1 0 0,0 0 1 0 0,0 0-1 0 0,-1 1 0 0 0,0-1 1 0 0,0 1-1 0 0,-1 0 1 0 0,-1 0-1 0 0,-10-16 1 0 0,11 18-10 0 0,-1 0 1 0 0,0 1-1 0 0,0-1 1 0 0,-1 1-1 0 0,0 0 1 0 0,0 0-1 0 0,-1 1 1 0 0,-7-5-1 0 0,12 8-25 0 0,-1 1 0 0 0,1 0-1 0 0,-1-1 1 0 0,0 1 0 0 0,0 0 0 0 0,0 1 0 0 0,0-1-1 0 0,0 0 1 0 0,1 1 0 0 0,-1-1 0 0 0,0 1 0 0 0,0 0-1 0 0,0 0 1 0 0,0 1 0 0 0,0-1 0 0 0,0 0 0 0 0,0 1-1 0 0,0 0 1 0 0,0 0 0 0 0,0-1 0 0 0,0 2 0 0 0,1-1-1 0 0,-1 0 1 0 0,0 1 0 0 0,-4 2 0 0 0,-1 3-10 0 0,-1 0 0 0 0,1 1 1 0 0,1-1-1 0 0,0 2 1 0 0,0-1-1 0 0,0 1 0 0 0,1 0 1 0 0,0 0-1 0 0,1 0 0 0 0,0 1 1 0 0,1 0-1 0 0,-7 20 1 0 0,7-15-29 0 0,0 0 0 0 0,0 0 0 0 0,2 1 0 0 0,0-1 0 0 0,1 1 0 0 0,0 0 0 0 0,2-1 0 0 0,2 22 0 0 0,-3-32 20 0 0,1-1 0 0 0,0 1 0 0 0,0 0 0 0 0,1-1 0 0 0,-1 1 0 0 0,1-1 0 0 0,0 0 0 0 0,0 1 1 0 0,1-1-1 0 0,-1 0 0 0 0,1 0 0 0 0,0 0 0 0 0,0-1 0 0 0,0 1 0 0 0,0-1 0 0 0,1 1 0 0 0,-1-1 0 0 0,1 0 0 0 0,0-1 0 0 0,0 1 0 0 0,0-1 0 0 0,0 1 0 0 0,1-1 0 0 0,-1 0 1 0 0,1-1-1 0 0,-1 1 0 0 0,1-1 0 0 0,7 1 0 0 0,-6-1 30 0 0,-1-1 0 0 0,1 0 1 0 0,0 0-1 0 0,-1 0 0 0 0,1-1 0 0 0,-1 0 1 0 0,1 0-1 0 0,-1 0 0 0 0,1-1 1 0 0,-1 0-1 0 0,0 0 0 0 0,0 0 0 0 0,0-1 1 0 0,0 0-1 0 0,0 0 0 0 0,-1 0 1 0 0,1 0-1 0 0,-1-1 0 0 0,0 1 0 0 0,0-1 1 0 0,0 0-1 0 0,0-1 0 0 0,-1 1 1 0 0,4-6-1 0 0,-2 1 15 0 0,0 0-1 0 0,-1-1 1 0 0,0 0 0 0 0,-1 0-1 0 0,0 0 1 0 0,0 0 0 0 0,-1 0 0 0 0,0-1-1 0 0,-1 1 1 0 0,0-1 0 0 0,-2-19 0 0 0,1 23-31 0 0,-1-1 1 0 0,0 1-1 0 0,0-1 1 0 0,0 1-1 0 0,-1 0 1 0 0,0-1 0 0 0,-1 1-1 0 0,0 0 1 0 0,0 1-1 0 0,0-1 1 0 0,-1 0-1 0 0,0 1 1 0 0,0 0-1 0 0,-1 0 1 0 0,0 0 0 0 0,0 0-1 0 0,-8-6 1 0 0,10 9-99 0 0,-1 1 0 0 0,0-1 0 0 0,0 1 0 0 0,-1 0 0 0 0,1 0 0 0 0,0 0 0 0 0,0 1 0 0 0,-1-1 1 0 0,1 1-1 0 0,-1 0 0 0 0,0 1 0 0 0,1-1 0 0 0,-1 1 0 0 0,0 0 0 0 0,1 0 0 0 0,-1 0 0 0 0,0 0 0 0 0,1 1 1 0 0,-1 0-1 0 0,1 0 0 0 0,-1 0 0 0 0,1 1 0 0 0,0-1 0 0 0,-1 1 0 0 0,1 0 0 0 0,0 0 0 0 0,0 1 0 0 0,0-1 1 0 0,0 1-1 0 0,1 0 0 0 0,-1 0 0 0 0,1 0 0 0 0,-5 5 0 0 0,-9 16-7294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8.9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200 26 2304 0 0,'1'0'141'0'0,"-1"-1"0"0"0,0 1 0 0 0,1-1 0 0 0,-1 1 0 0 0,0-1 0 0 0,1 0 0 0 0,-1 1 0 0 0,0-1 0 0 0,0 0-1 0 0,0 1 1 0 0,1-1 0 0 0,-1 0 0 0 0,0 1 0 0 0,0-1 0 0 0,0 0 0 0 0,0 1 0 0 0,0-1 0 0 0,0 0 0 0 0,0 1-1 0 0,-1-1 1 0 0,1 0 0 0 0,0 1 0 0 0,0-1 0 0 0,0 0 0 0 0,-1 1 0 0 0,1-1 0 0 0,0 1 0 0 0,-1-1-1 0 0,1 0 1 0 0,0 1 0 0 0,-1-1 0 0 0,1 1 0 0 0,-1-1 0 0 0,1 1 0 0 0,-1-1 0 0 0,1 1 0 0 0,-1 0 0 0 0,1-1-1 0 0,-1 1 1 0 0,0 0 0 0 0,1-1 0 0 0,-1 1 0 0 0,1 0 0 0 0,-1 0 0 0 0,0-1 0 0 0,1 1 0 0 0,-1 0-1 0 0,0 0 1 0 0,1 0 0 0 0,-1 0 0 0 0,0 0 0 0 0,1 0 0 0 0,-1 0 0 0 0,0 0 0 0 0,1 0 0 0 0,-1 0 0 0 0,0 0-1 0 0,1 1 1 0 0,-1-1 0 0 0,0 0 0 0 0,0 1 0 0 0,-5 0 572 0 0,1 1 0 0 0,0-1 0 0 0,-1 2 0 0 0,1-1 0 0 0,-9 5 0 0 0,0 3-240 0 0,1 0 0 0 0,0 1 0 0 0,1 1-1 0 0,0 0 1 0 0,-13 16 0 0 0,19-21-386 0 0,0 1 0 0 0,1 1 1 0 0,0-1-1 0 0,0 1 0 0 0,1 0 0 0 0,0 0 0 0 0,0 0 0 0 0,1 1 0 0 0,0-1 0 0 0,-1 14 0 0 0,3-21-83 0 0,1 0 0 0 0,0 1 0 0 0,0-1 0 0 0,0 0 0 0 0,0 1 0 0 0,0-1 0 0 0,1 0 0 0 0,-1 1 0 0 0,1-1 0 0 0,-1 0 0 0 0,1 0 0 0 0,0 0 0 0 0,0 1-1 0 0,0-1 1 0 0,0 0 0 0 0,0 0 0 0 0,0 0 0 0 0,1-1 0 0 0,-1 1 0 0 0,3 3 0 0 0,0-3-2 0 0,-1 1 0 0 0,1-1-1 0 0,0 1 1 0 0,0-1 0 0 0,-1 0 0 0 0,2-1 0 0 0,-1 1 0 0 0,0-1 0 0 0,0 0-1 0 0,6 2 1 0 0,9-1 16 0 0,0 0-1 0 0,0-1 1 0 0,36-3 0 0 0,-8-3 8 0 0,-11 2 41 0 0,55 1-1 0 0,-82 2-58 0 0,1 1-1 0 0,-1 0 0 0 0,0 0 0 0 0,0 1 0 0 0,0 1 0 0 0,0-1 0 0 0,0 1 1 0 0,0 1-1 0 0,-1 0 0 0 0,1 0 0 0 0,7 6 0 0 0,-13-8 0 0 0,0 0 0 0 0,0 1 0 0 0,0-1 0 0 0,0 1 1 0 0,0 0-1 0 0,-1 0 0 0 0,1 0 0 0 0,-1 0 0 0 0,0 0 0 0 0,0 1 0 0 0,0-1 0 0 0,-1 1 0 0 0,1-1 0 0 0,-1 1 0 0 0,1 0 0 0 0,-1 0 0 0 0,0-1 0 0 0,0 6 1 0 0,-1-2 19 0 0,0-1 1 0 0,0 1 0 0 0,-1-1 0 0 0,0 1-1 0 0,0-1 1 0 0,-1 0 0 0 0,0 1 0 0 0,0-1-1 0 0,0 0 1 0 0,-4 7 0 0 0,-5 6 62 0 0,-1 0-1 0 0,0 0 1 0 0,-1-2-1 0 0,-1 1 1 0 0,-22 19 0 0 0,20-21 8 0 0,0-1 0 0 0,-2-1 1 0 0,0-1-1 0 0,0 0 1 0 0,-1-2-1 0 0,0 0 0 0 0,-30 12 1 0 0,32-17-977 0 0,1-1 1 0 0,0-1-1 0 0,-22 4 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9.4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4145 0 0,'-1'1'330'0'0,"0"0"1"0"0,0-1 0 0 0,0 1-1 0 0,1 0 1 0 0,-1 0-1 0 0,0 0 1 0 0,0 0-1 0 0,0 0 1 0 0,1 0-1 0 0,-1 0 1 0 0,1 0 0 0 0,-1 0-1 0 0,1 0 1 0 0,-1 0-1 0 0,1 0 1 0 0,-1 1-1 0 0,1-1 1 0 0,0 0-1 0 0,0 0 1 0 0,0 0-1 0 0,0 1 1 0 0,0-1 0 0 0,0 0-1 0 0,0 0 1 0 0,0 3-1 0 0,2-2 353 0 0,-1 1 0 0 0,1-1 0 0 0,0 0-1 0 0,-1 0 1 0 0,1 0 0 0 0,0 0 0 0 0,0 0 0 0 0,0-1-1 0 0,4 3 1 0 0,11 11 621 0 0,7 13-709 0 0,-1 1 1 0 0,-1 2-1 0 0,-2 0 0 0 0,-1 1 1 0 0,22 53-1 0 0,-5-14-131 0 0,-34-67-561 0 0,0 1 1 0 0,1-1 0 0 0,-1 1-1 0 0,1-1 1 0 0,0 0 0 0 0,1 0-1 0 0,-1 0 1 0 0,1 0 0 0 0,-1-1-1 0 0,1 1 1 0 0,0-1 0 0 0,0 0 0 0 0,1 0-1 0 0,-1 0 1 0 0,0-1 0 0 0,1 0-1 0 0,6 3 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17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16 7370 0 0,'-3'3'276'0'0,"-1"-1"0"0"0,1 1 1 0 0,0 0-1 0 0,-1 0 0 0 0,1 0 1 0 0,1 0-1 0 0,-1 1 0 0 0,0-1 1 0 0,1 1-1 0 0,-3 5 0 0 0,-21 46 1287 0 0,19-41-1132 0 0,-2 6 137 0 0,1 0-1 0 0,1 1 1 0 0,-7 29 0 0 0,13-44-456 0 0,-1 0 0 0 0,2 0 0 0 0,-1 1 0 0 0,0-1 0 0 0,1 1 0 0 0,0-1 0 0 0,1 0 0 0 0,0 1 0 0 0,0-1 0 0 0,0 0 0 0 0,0 0 0 0 0,1 0 0 0 0,0 0 0 0 0,1 0 0 0 0,-1 0 0 0 0,5 7 0 0 0,-5-10-65 0 0,0-1 0 0 0,0 1 0 0 0,1 0 0 0 0,-1-1-1 0 0,1 1 1 0 0,-1-1 0 0 0,1 0 0 0 0,0 0 0 0 0,0 0-1 0 0,0 0 1 0 0,0-1 0 0 0,1 1 0 0 0,-1-1 0 0 0,0 0 0 0 0,1 0-1 0 0,-1 0 1 0 0,0 0 0 0 0,1 0 0 0 0,-1-1 0 0 0,1 0 0 0 0,-1 0-1 0 0,1 0 1 0 0,-1 0 0 0 0,1 0 0 0 0,-1-1 0 0 0,1 1 0 0 0,-1-1-1 0 0,1 0 1 0 0,-1 0 0 0 0,0 0 0 0 0,1-1 0 0 0,-1 1-1 0 0,6-4 1 0 0,-1 1 33 0 0,0-1-1 0 0,-1 0 1 0 0,1-1-1 0 0,-1 1 1 0 0,0-2-1 0 0,0 1 1 0 0,-1 0-1 0 0,0-1 1 0 0,0-1-1 0 0,0 1 1 0 0,8-16-1 0 0,-11 15-56 0 0,0 0-1 0 0,-1-1 1 0 0,0 0-1 0 0,0 1 1 0 0,0-1-1 0 0,-2 0 1 0 0,1 0-1 0 0,-1 0 1 0 0,0 0-1 0 0,-1 0 1 0 0,0 1-1 0 0,0-1 1 0 0,-1 0-1 0 0,0 0 1 0 0,-4-11-1 0 0,2 11-2 0 0,1 0 1 0 0,-1 0-1 0 0,0 0 0 0 0,-1 0 1 0 0,0 1-1 0 0,0 0 0 0 0,-1 0 0 0 0,0 1 1 0 0,-1-1-1 0 0,1 1 0 0 0,-1 1 0 0 0,-1-1 1 0 0,1 1-1 0 0,-11-6 0 0 0,17 11-17 0 0,0 0 0 0 0,-1 1 1 0 0,1-1-1 0 0,-1 0 0 0 0,0 0 0 0 0,1 1 0 0 0,-1-1 0 0 0,1 1 0 0 0,-1-1 0 0 0,0 1 1 0 0,0 0-1 0 0,1 0 0 0 0,-1 0 0 0 0,0 0 0 0 0,1 0 0 0 0,-1 0 0 0 0,0 0 0 0 0,1 0 1 0 0,-1 1-1 0 0,0-1 0 0 0,1 1 0 0 0,-1-1 0 0 0,-3 2 0 0 0,3 0 9 0 0,0 0 0 0 0,0 0 0 0 0,0 0-1 0 0,0 0 1 0 0,0 0 0 0 0,1 1 0 0 0,-1-1 0 0 0,1 0-1 0 0,-1 1 1 0 0,1-1 0 0 0,0 1 0 0 0,0 0-1 0 0,-1 3 1 0 0,-1 4 18 0 0,1 0 0 0 0,0 0 0 0 0,0 0 0 0 0,1 1 0 0 0,1-1 0 0 0,0 0 0 0 0,1 11 0 0 0,1-11 14 0 0,0-1 0 0 0,1 1 0 0 0,0-1 0 0 0,0 0-1 0 0,1 0 1 0 0,0-1 0 0 0,1 1 0 0 0,0-1 0 0 0,0 0-1 0 0,1 0 1 0 0,0 0 0 0 0,0-1 0 0 0,1 0 0 0 0,0 0-1 0 0,0 0 1 0 0,1-1 0 0 0,-1 0 0 0 0,1-1 0 0 0,10 5 0 0 0,-9-4 4 0 0,1-2 1 0 0,0 1 0 0 0,0-1-1 0 0,0-1 1 0 0,0 1 0 0 0,1-2-1 0 0,-1 0 1 0 0,1 0 0 0 0,-1-1-1 0 0,1 0 1 0 0,0 0 0 0 0,-1-2-1 0 0,1 1 1 0 0,0-1 0 0 0,-1-1-1 0 0,1 0 1 0 0,12-4 0 0 0,2-7-532 0 0,-12 0-5078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20.5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 34 3225 0 0,'1'-1'367'0'0,"0"0"0"0"0,-1 0-1 0 0,1-1 1 0 0,0 1 0 0 0,-1 0 0 0 0,1-1 0 0 0,-1 1 0 0 0,0 0 0 0 0,0-1 0 0 0,1 1 0 0 0,-1 0 0 0 0,0-1 0 0 0,0 1 0 0 0,0-1-1 0 0,-6-12 5080 0 0,5 14-5311 0 0,1 0 0 0 0,-1 0 0 0 0,0 0 1 0 0,0 0-1 0 0,1 0 0 0 0,-1 0 0 0 0,0 0 0 0 0,0 1 0 0 0,1-1 0 0 0,-1 0 1 0 0,0 0-1 0 0,1 0 0 0 0,-1 1 0 0 0,0-1 0 0 0,1 1 0 0 0,-1-1 0 0 0,0 0 1 0 0,1 1-1 0 0,-1-1 0 0 0,1 1 0 0 0,-1-1 0 0 0,0 1 0 0 0,-98 70 1709 0 0,74-56-1182 0 0,1 1 0 0 0,1 1 0 0 0,1 1 1 0 0,-39 41-1 0 0,60-59-662 0 0,0 1 1 0 0,0 0-1 0 0,1 0 0 0 0,-1 0 1 0 0,0 0-1 0 0,1 0 0 0 0,-1 0 1 0 0,1 0-1 0 0,-1 0 1 0 0,1 0-1 0 0,-1 0 0 0 0,1 0 1 0 0,0 0-1 0 0,-1 0 1 0 0,1 0-1 0 0,0 1 0 0 0,0-1 1 0 0,0 2-1 0 0,0-2 1 0 0,1-1 0 0 0,-1 1-1 0 0,0-1 1 0 0,1 1 0 0 0,-1 0 0 0 0,1-1-1 0 0,-1 1 1 0 0,1-1 0 0 0,-1 1 0 0 0,1-1-1 0 0,-1 0 1 0 0,1 1 0 0 0,0-1 0 0 0,-1 0-1 0 0,1 1 1 0 0,-1-1 0 0 0,1 0 0 0 0,0 1-1 0 0,-1-1 1 0 0,1 0 0 0 0,0 0 0 0 0,1 0-1 0 0,7 1 9 0 0,0 0 0 0 0,0-1 0 0 0,17-3 0 0 0,-11 2-5 0 0,14 0-14 0 0,0 1 0 0 0,1 1 0 0 0,44 8 0 0 0,-64-6 6 0 0,-1-1 0 0 0,1 1 0 0 0,-1 0 0 0 0,0 1 0 0 0,1 0 0 0 0,9 7 0 0 0,-14-8 3 0 0,-1 0 0 0 0,0 1 0 0 0,0-1 0 0 0,0 1 0 0 0,0 0 1 0 0,0 0-1 0 0,-1 0 0 0 0,1 1 0 0 0,-1-1 0 0 0,0 1 0 0 0,-1 0 0 0 0,4 6 0 0 0,-4-4 11 0 0,-1 1-1 0 0,1-1 1 0 0,-1 1 0 0 0,-1-1 0 0 0,1 1-1 0 0,-1-1 1 0 0,0 1 0 0 0,-1-1 0 0 0,0 1 0 0 0,0-1-1 0 0,-1 1 1 0 0,0-1 0 0 0,0 0 0 0 0,0 0-1 0 0,-7 12 1 0 0,1-2 74 0 0,-1 0-1 0 0,0-1 0 0 0,-2 0 0 0 0,0-1 1 0 0,-15 18-1 0 0,8-14 0 0 0,-1-1 0 0 0,-1 0 0 0 0,-33 22 0 0 0,44-33-59 0 0,0-2-1 0 0,-1 1 1 0 0,1-2 0 0 0,-1 1-1 0 0,0-1 1 0 0,-1 0 0 0 0,1-1-1 0 0,-1-1 1 0 0,1 1 0 0 0,-1-2-1 0 0,-13 2 1 0 0,23-3-104 0 0,-1 0-1 0 0,1 0 1 0 0,0 0-1 0 0,0 0 1 0 0,0 0-1 0 0,-1 0 1 0 0,1 0-1 0 0,0 0 1 0 0,0-1-1 0 0,-1 1 1 0 0,1 0-1 0 0,0-1 1 0 0,0 1-1 0 0,0-1 1 0 0,0 1-1 0 0,0-1 1 0 0,0 0-1 0 0,0 1 1 0 0,0-1-1 0 0,0 0 1 0 0,0 0-1 0 0,0 1 1 0 0,0-1-1 0 0,0 0 1 0 0,1 0-1 0 0,-1 0 1 0 0,0 0-1 0 0,1 0 1 0 0,-1 0-1 0 0,0-1 1 0 0,1 1-1 0 0,0 0 1 0 0,-1-2-1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21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388 143 5529 0 0,'15'-24'1935'0'0,"20"-5"5785"0"0,-23 25-3101 0 0,-12 3-4580 0 0,-3 11 927 0 0,-6 11-429 0 0,-2-5-473 0 0,-1 1 1 0 0,0-2 0 0 0,-2 0 0 0 0,1 0-1 0 0,-2-1 1 0 0,0-1 0 0 0,0 0 0 0 0,-2-1-1 0 0,1-1 1 0 0,-1-1 0 0 0,-1 0 0 0 0,0-1-1 0 0,0-1 1 0 0,-1-1 0 0 0,0 0 0 0 0,0-1-1 0 0,0-2 1 0 0,-1 0 0 0 0,-22 2 0 0 0,39-6-68 0 0,-1 1 0 0 0,1-1 1 0 0,0 0-1 0 0,-1-1 1 0 0,1 1-1 0 0,0-1 0 0 0,-1 1 1 0 0,1-1-1 0 0,0 0 1 0 0,0 0-1 0 0,0 0 0 0 0,0-1 1 0 0,0 1-1 0 0,0-1 1 0 0,0 1-1 0 0,0-1 0 0 0,0 0 1 0 0,1 0-1 0 0,-1 0 1 0 0,1-1-1 0 0,-1 1 0 0 0,1-1 1 0 0,0 1-1 0 0,0-1 1 0 0,0 0-1 0 0,0 0 0 0 0,-1-3 1 0 0,1 0-21 0 0,0 0 0 0 0,1 0 0 0 0,-1 0 0 0 0,1 0 0 0 0,1 0 0 0 0,-1 0 0 0 0,1 0 0 0 0,0 0 0 0 0,1 0 0 0 0,-1 0 0 0 0,1 0 0 0 0,0 0 0 0 0,0 0 0 0 0,4-8 0 0 0,2-5-60 0 0,0-1 0 0 0,2 1 0 0 0,19-32 0 0 0,-25 44 81 0 0,1 1-1 0 0,1 1 1 0 0,-1-1 0 0 0,1 1 0 0 0,0 0-1 0 0,0 0 1 0 0,0 0 0 0 0,1 0-1 0 0,-1 1 1 0 0,1 0 0 0 0,1 1-1 0 0,-1-1 1 0 0,0 1 0 0 0,14-5-1 0 0,-15 7 26 0 0,1 1 0 0 0,0 0-1 0 0,-1 0 1 0 0,1 0 0 0 0,0 0-1 0 0,-1 1 1 0 0,1 0 0 0 0,-1 0 0 0 0,1 1-1 0 0,-1-1 1 0 0,1 1 0 0 0,-1 0-1 0 0,0 1 1 0 0,6 3 0 0 0,11 6 132 0 0,36 29-1 0 0,-48-34-177 0 0,-1 0 41 0 0,0 1 0 0 0,-1 0-1 0 0,1 0 1 0 0,-1 1 0 0 0,-1 0 0 0 0,0 0-1 0 0,0 1 1 0 0,-1 0 0 0 0,9 18 0 0 0,-9-12 14 0 0,0 1 0 0 0,0 0 0 0 0,-2 0 1 0 0,0 0-1 0 0,3 33 0 0 0,-6-12 51 0 0,-1 0-1 0 0,-2 1 1 0 0,-1-1 0 0 0,-2 0-1 0 0,-14 47 1 0 0,17-74-69 0 0,-27 89 314 0 0,26-93-305 0 0,0 1-1 0 0,0 0 1 0 0,-1-1 0 0 0,0 0 0 0 0,0 0-1 0 0,-1 0 1 0 0,0 0 0 0 0,0-1 0 0 0,-1 0-1 0 0,-6 6 1 0 0,12-11-80 0 0,0-1 1 0 0,-1 0-1 0 0,1 1 1 0 0,-1-1-1 0 0,1 1 0 0 0,-1-1 1 0 0,1 0-1 0 0,-1 1 1 0 0,0-1-1 0 0,1 0 0 0 0,-1 0 1 0 0,1 1-1 0 0,-1-1 1 0 0,0 0-1 0 0,1 0 0 0 0,-1 0 1 0 0,1 0-1 0 0,-1 0 0 0 0,0 0 1 0 0,1 0-1 0 0,-1 0 1 0 0,0 0-1 0 0,1 0 0 0 0,-1 0 1 0 0,0 0-1 0 0,1 0 1 0 0,-1 0-1 0 0,1-1 0 0 0,-1 1 1 0 0,0-1-1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28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743 190 4145 0 0,'2'-4'619'0'0,"0"0"-1"0"0,0 1 1 0 0,0-1 0 0 0,0 1 0 0 0,0 0 0 0 0,1-1-1 0 0,-1 1 1 0 0,1 0 0 0 0,0 1 0 0 0,0-1 0 0 0,0 0-1 0 0,5-2 1 0 0,-8 5-545 0 0,0 0 0 0 0,0 0 0 0 0,1 1 0 0 0,-1-1-1 0 0,0 0 1 0 0,0 0 0 0 0,1 0 0 0 0,-1 0 0 0 0,0 1-1 0 0,0-1 1 0 0,0 0 0 0 0,1 0 0 0 0,-1 0 0 0 0,0 1-1 0 0,0-1 1 0 0,0 0 0 0 0,0 0 0 0 0,0 0 0 0 0,0 1-1 0 0,1-1 1 0 0,-1 0 0 0 0,0 0 0 0 0,0 1 0 0 0,0-1 0 0 0,0 0-1 0 0,0 1 1 0 0,0-1 0 0 0,0 0 0 0 0,0 0 0 0 0,0 1-1 0 0,0-1 1 0 0,0 0 0 0 0,0 0 0 0 0,0 1 0 0 0,0-1-1 0 0,-1 0 1 0 0,1 0 0 0 0,0 1 0 0 0,0-1 0 0 0,0 0-1 0 0,0 0 1 0 0,0 1 0 0 0,-1-1 0 0 0,1 0 0 0 0,-4 15 616 0 0,-7 4-291 0 0,-1-1-1 0 0,0 0 1 0 0,-1-1 0 0 0,-1 0 0 0 0,-1-1 0 0 0,-23 20-1 0 0,13-12-334 0 0,3-2-54 0 0,-2-2 0 0 0,0 0 0 0 0,-1-2-1 0 0,0-1 1 0 0,-2 0 0 0 0,0-2 0 0 0,-36 14 0 0 0,48-23-57 0 0,0 0 0 0 0,-1-1 0 0 0,0-1 0 0 0,0-1 0 0 0,0 0 0 0 0,0-1 0 0 0,0 0 0 0 0,-1-2 0 0 0,1 0 0 0 0,0 0 1 0 0,-1-2-1 0 0,1 0 0 0 0,0-1 0 0 0,0 0 0 0 0,-21-9 0 0 0,29 9-20 0 0,0-1 1 0 0,1-1-1 0 0,-1 0 0 0 0,1 0 1 0 0,0 0-1 0 0,0-1 0 0 0,0 0 1 0 0,1 0-1 0 0,0-1 1 0 0,0 1-1 0 0,1-1 0 0 0,0-1 1 0 0,0 1-1 0 0,1-1 0 0 0,0 0 1 0 0,0 0-1 0 0,0 0 0 0 0,1 0 1 0 0,1-1-1 0 0,-1 1 0 0 0,-1-18 1 0 0,2 16 49 0 0,1 0 0 0 0,0-1 0 0 0,1 1 0 0 0,0-1 0 0 0,1 1 0 0 0,0-1 1 0 0,1 1-1 0 0,0 0 0 0 0,0 0 0 0 0,1 0 0 0 0,0 0 0 0 0,1 0 0 0 0,0 0 0 0 0,1 1 0 0 0,0 0 1 0 0,0 0-1 0 0,1 0 0 0 0,8-10 0 0 0,1 5 162 0 0,0 1-1 0 0,1 0 1 0 0,0 1 0 0 0,1 0 0 0 0,0 1 0 0 0,0 1-1 0 0,1 1 1 0 0,1 1 0 0 0,0 0 0 0 0,0 1-1 0 0,30-6 1 0 0,-34 10-73 0 0,0 0-1 0 0,0 1 0 0 0,0 0 0 0 0,1 1 1 0 0,-1 1-1 0 0,1 0 0 0 0,-1 1 1 0 0,0 1-1 0 0,1 1 0 0 0,-1 0 0 0 0,0 0 1 0 0,-1 2-1 0 0,1 0 0 0 0,-1 1 1 0 0,24 12-1 0 0,-29-11-29 0 0,0 1 0 0 0,0 0 1 0 0,0 0-1 0 0,-1 1 0 0 0,-1 0 0 0 0,1 0 0 0 0,-2 1 1 0 0,1 0-1 0 0,-1 0 0 0 0,-1 0 0 0 0,0 1 1 0 0,0 0-1 0 0,-1 0 0 0 0,0 0 0 0 0,-1 1 1 0 0,2 17-1 0 0,1 2 123 0 0,-3 1 1 0 0,0-1-1 0 0,-2 1 1 0 0,-7 61 0 0 0,-1-42 54 0 0,-3-2 1 0 0,-2 0 0 0 0,-1 0 0 0 0,-31 69 0 0 0,-103 176 955 0 0,147-293-1191 0 0,-25 36 194 0 0,24-36-227 0 0,0 0 0 0 0,0 1 1 0 0,0-1-1 0 0,0 0 0 0 0,0 0 0 0 0,0 0 0 0 0,0 0 1 0 0,0 0-1 0 0,-1 0 0 0 0,1 0 0 0 0,0-1 0 0 0,-1 1 1 0 0,1 0-1 0 0,-1-1 0 0 0,1 1 0 0 0,0-1 0 0 0,-1 1 1 0 0,1-1-1 0 0,-1 0 0 0 0,0 0 0 0 0,1 0 0 0 0,-1 0 1 0 0,1 0-1 0 0,-1 0 0 0 0,-1 0 0 0 0,-2-3-857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29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4 102 6913 0 0,'-1'-4'288'0'0,"0"0"-1"0"0,0 0 0 0 0,1 0 0 0 0,-1 0 0 0 0,1 0 0 0 0,0 0 0 0 0,0 0 0 0 0,1-1 0 0 0,-1 1 0 0 0,1 0 0 0 0,0 0 0 0 0,0 0 0 0 0,0 0 0 0 0,0 1 0 0 0,1-1 0 0 0,0 0 0 0 0,0 0 0 0 0,0 1 0 0 0,0-1 0 0 0,0 1 0 0 0,1 0 1 0 0,-1-1-1 0 0,1 1 0 0 0,5-4 0 0 0,-8 7-228 0 0,1-1 1 0 0,-1 1 0 0 0,1 0 0 0 0,-1 0 0 0 0,1-1-1 0 0,0 1 1 0 0,-1 0 0 0 0,1 0 0 0 0,-1 0 0 0 0,1-1-1 0 0,-1 1 1 0 0,1 0 0 0 0,0 0 0 0 0,-1 0 0 0 0,1 0-1 0 0,-1 0 1 0 0,1 0 0 0 0,0 0 0 0 0,-1 1 0 0 0,1-1-1 0 0,-1 0 1 0 0,1 0 0 0 0,0 0 0 0 0,-1 1 0 0 0,1-1-1 0 0,-1 0 1 0 0,1 0 0 0 0,-1 1 0 0 0,1-1 0 0 0,-1 0-1 0 0,1 1 1 0 0,-1-1 0 0 0,1 1 0 0 0,-1-1 0 0 0,0 1-1 0 0,1-1 1 0 0,-1 1 0 0 0,0-1 0 0 0,1 1 0 0 0,-1-1-1 0 0,0 1 1 0 0,0-1 0 0 0,1 1 0 0 0,-1-1 0 0 0,0 1-1 0 0,0 0 1 0 0,0-1 0 0 0,0 2 0 0 0,9 34 1059 0 0,-8-32-927 0 0,7 62 787 0 0,1 106 0 0 0,0 11 121 0 0,6-297-1582 0 0,-10 84 220 0 0,2-1-1 0 0,0 0 1 0 0,2 1-1 0 0,19-41 1 0 0,-24 60 185 0 0,2 0 0 0 0,-1 0 0 0 0,2 1 1 0 0,-1 0-1 0 0,1 0 0 0 0,1 0 1 0 0,0 1-1 0 0,0 1 0 0 0,1-1 0 0 0,0 1 1 0 0,0 0-1 0 0,1 1 0 0 0,0 0 1 0 0,17-8-1 0 0,-24 13 135 0 0,1 0 0 0 0,0 1 1 0 0,0-1-1 0 0,1 1 0 0 0,-1 0 0 0 0,0 0 1 0 0,0 1-1 0 0,0-1 0 0 0,1 1 0 0 0,-1 0 1 0 0,0 0-1 0 0,1 0 0 0 0,-1 1 0 0 0,0-1 1 0 0,0 1-1 0 0,1 0 0 0 0,-1 0 1 0 0,0 1-1 0 0,0-1 0 0 0,0 1 0 0 0,4 2 1 0 0,-3 0 44 0 0,0 0-1 0 0,0 0 1 0 0,0 1 0 0 0,-1 0 0 0 0,0-1 0 0 0,0 1 0 0 0,0 1 0 0 0,0-1 0 0 0,-1 1 0 0 0,0-1 0 0 0,0 1 0 0 0,0 0 0 0 0,2 9 0 0 0,31 75 990 0 0,-25-67-1275 0 0,-1 0 0 0 0,0 1 1 0 0,-2 1-1 0 0,-1-1 0 0 0,-2 1 0 0 0,5 38 0 0 0,-9-41-7338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30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0 205 7834 0 0,'1'6'562'0'0,"0"0"1"0"0,1 0-1 0 0,0 0 0 0 0,0 0 1 0 0,0-1-1 0 0,4 6 1 0 0,1 4 442 0 0,1 4 4 0 0,2-1 0 0 0,0 0 1 0 0,0-1-1 0 0,2 0 0 0 0,0-1 0 0 0,20 20 0 0 0,94 80 652 0 0,-121-111-1661 0 0,1-1 1 0 0,0 1 0 0 0,0-1 0 0 0,0 0 0 0 0,0-1 0 0 0,1 0 0 0 0,-1 0 0 0 0,1 0 0 0 0,0-1-1 0 0,0 1 1 0 0,0-2 0 0 0,13 3 0 0 0,-15-4 13 0 0,0-1-1 0 0,0 1 0 0 0,-1-1 1 0 0,1 0-1 0 0,0 0 1 0 0,-1 0-1 0 0,1-1 0 0 0,-1 1 1 0 0,1-1-1 0 0,-1 0 1 0 0,0 0-1 0 0,0-1 1 0 0,0 0-1 0 0,0 1 0 0 0,0-1 1 0 0,0 0-1 0 0,-1-1 1 0 0,1 1-1 0 0,-1-1 1 0 0,4-5-1 0 0,-3 4 26 0 0,0-1 0 0 0,-1 0 0 0 0,1 0 0 0 0,-1 0 0 0 0,0 0 1 0 0,-1 0-1 0 0,0-1 0 0 0,0 1 0 0 0,0-1 0 0 0,-1 0 0 0 0,2-8 0 0 0,-3 3-9 0 0,1 0-1 0 0,-2 0 1 0 0,0 0 0 0 0,0-1-1 0 0,-5-20 1 0 0,-2 6-12 0 0,-1 1 0 0 0,-1 0 0 0 0,-1 0-1 0 0,-25-40 1 0 0,26 48-10 0 0,-6-9 37 0 0,-25-33 0 0 0,36 53-41 0 0,0 1 0 0 0,-1 0-1 0 0,0 0 1 0 0,0 1 0 0 0,0-1-1 0 0,-1 1 1 0 0,1 0 0 0 0,-1 1-1 0 0,0 0 1 0 0,-9-4 0 0 0,12 7-14 0 0,0 0 1 0 0,0 0 0 0 0,0 1-1 0 0,0-1 1 0 0,0 1-1 0 0,0 0 1 0 0,0 1-1 0 0,0-1 1 0 0,0 0 0 0 0,0 1-1 0 0,0 0 1 0 0,0 0-1 0 0,1 0 1 0 0,-1 1-1 0 0,0-1 1 0 0,1 1 0 0 0,-1 0-1 0 0,1 0 1 0 0,-1 0-1 0 0,1 0 1 0 0,0 1-1 0 0,0-1 1 0 0,0 1 0 0 0,-5 5-1 0 0,-3 5-754 0 0,-1 0 1 0 0,2 0-1 0 0,0 1 0 0 0,-11 20 1 0 0,3-4-6081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30.6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382 692 10138 0 0,'-1'-2'143'0'0,"1"0"-1"0"0,-1 0 0 0 0,0 0 1 0 0,0 1-1 0 0,1-1 0 0 0,-1 0 1 0 0,0 1-1 0 0,0-1 0 0 0,-1 1 1 0 0,1-1-1 0 0,0 1 0 0 0,-1-1 1 0 0,1 1-1 0 0,0 0 0 0 0,-1 0 1 0 0,0-1-1 0 0,1 1 0 0 0,-1 0 1 0 0,0 1-1 0 0,1-1 0 0 0,-1 0 1 0 0,-3-1-1 0 0,-44-14 2080 0 0,49 16-2210 0 0,-12-3 376 0 0,0 1-1 0 0,0 0 1 0 0,-1 0-1 0 0,1 1 1 0 0,-1 1-1 0 0,1 0 1 0 0,0 1-1 0 0,-1 0 1 0 0,1 1-1 0 0,0 0 1 0 0,-20 7-1 0 0,25-6-327 0 0,0 0 1 0 0,0 0-1 0 0,0 0 0 0 0,0 1 0 0 0,1 1 1 0 0,-1-1-1 0 0,1 1 0 0 0,0 0 0 0 0,1 0 0 0 0,-1 1 1 0 0,1-1-1 0 0,0 1 0 0 0,0 1 0 0 0,1-1 0 0 0,0 0 1 0 0,0 1-1 0 0,1 0 0 0 0,-1 0 0 0 0,-3 14 1 0 0,1-2-33 0 0,1 0 0 0 0,-4 40 0 0 0,8-53-44 0 0,1 0 0 0 0,0 0 1 0 0,0 0-1 0 0,0-1 0 0 0,0 1 1 0 0,1 0-1 0 0,0 0 1 0 0,1 0-1 0 0,-1 0 0 0 0,1-1 1 0 0,0 1-1 0 0,0-1 0 0 0,1 1 1 0 0,4 7-1 0 0,-5-11-27 0 0,-1 0 0 0 0,1-1 1 0 0,0 1-1 0 0,-1 0 0 0 0,1-1 0 0 0,0 1 1 0 0,0-1-1 0 0,0 1 0 0 0,0-1 0 0 0,1 0 1 0 0,-1 0-1 0 0,0 0 0 0 0,0 0 0 0 0,1 0 0 0 0,-1-1 1 0 0,1 1-1 0 0,-1-1 0 0 0,4 1 0 0 0,-1-1-65 0 0,-1 0-1 0 0,0-1 0 0 0,0 0 1 0 0,0 1-1 0 0,1-1 0 0 0,-1-1 0 0 0,0 1 1 0 0,0-1-1 0 0,-1 1 0 0 0,5-4 1 0 0,2 0-182 0 0,-1-1 1 0 0,0-1-1 0 0,0 0 1 0 0,-1 0 0 0 0,0-1-1 0 0,0 0 1 0 0,10-13-1 0 0,-10 8-20 0 0,-1-1 0 0 0,0 0 0 0 0,0 0 0 0 0,-1 0-1 0 0,-1-1 1 0 0,0 0 0 0 0,-2 0 0 0 0,1 0 0 0 0,-2 0-1 0 0,0-1 1 0 0,0-20 0 0 0,-3-22-453 0 0,-13-98-1 0 0,8 98 848 0 0,-6-114 1200 0 0,-1-17 2711 0 0,13 183-3703 0 0,0 1-5 0 0,-1 1 0 0 0,1-1 0 0 0,-1 0 0 0 0,0 1 0 0 0,0-1 0 0 0,0 1 0 0 0,0-1 0 0 0,-1 1 0 0 0,0 0 0 0 0,0-1 0 0 0,-5-6 0 0 0,6 15 10 0 0,0 0 0 0 0,1-1-1 0 0,-1 1 1 0 0,1 0 0 0 0,0 0-1 0 0,0 8 1 0 0,11 90 226 0 0,38 159 1 0 0,-40-219-408 0 0,0-2-280 0 0,50 200 564 0 0,-47-200-1137 0 0,2-2 1 0 0,1 0-1 0 0,41 72 1 0 0,-35-79-6995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31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0 492 6913 0 0,'23'-1'2501'0'0,"-13"-1"-1406"0"0,-1-1 1 0 0,-1-1-1 0 0,1 0 0 0 0,0 0 1 0 0,-1 0-1 0 0,8-7 0 0 0,-3 2-355 0 0,-1 0 0 0 0,0-2-1 0 0,13-14 1 0 0,-12 10-543 0 0,0 0 0 0 0,-2-1 1 0 0,0-1-1 0 0,0 0 0 0 0,-2 0 0 0 0,8-19 1 0 0,-12 22-156 0 0,0-1 0 0 0,-1 1 0 0 0,-1-1 0 0 0,0 0 0 0 0,-1 0 0 0 0,-1 0 1 0 0,-1-26-1 0 0,0 35-35 0 0,0 0 0 0 0,-1 0 0 0 0,1 1 0 0 0,-1-1 0 0 0,-1 0 1 0 0,1 1-1 0 0,-1-1 0 0 0,0 1 0 0 0,0-1 0 0 0,0 1 0 0 0,-1 0 0 0 0,0 0 1 0 0,0 0-1 0 0,0 0 0 0 0,-1 1 0 0 0,0-1 0 0 0,0 1 0 0 0,0 0 0 0 0,0 0 1 0 0,0 0-1 0 0,-1 0 0 0 0,-9-4 0 0 0,12 6-2 0 0,-1 1-1 0 0,0 0 1 0 0,0 0-1 0 0,1 0 1 0 0,-1 0-1 0 0,0 1 1 0 0,0-1-1 0 0,0 1 1 0 0,0-1-1 0 0,0 1 1 0 0,0 0 0 0 0,0 0-1 0 0,0 1 1 0 0,0-1-1 0 0,0 1 1 0 0,1-1-1 0 0,-1 1 1 0 0,-5 2-1 0 0,4-1-7 0 0,1 0 0 0 0,-1 0 1 0 0,1 1-1 0 0,-1 0 0 0 0,1-1 0 0 0,0 1 0 0 0,0 0 0 0 0,0 1 0 0 0,1-1 0 0 0,-1 0 0 0 0,-3 7 0 0 0,1 0-10 0 0,0 0 0 0 0,1 0-1 0 0,0 0 1 0 0,0 1 0 0 0,2-1 0 0 0,-1 1-1 0 0,1 0 1 0 0,0-1 0 0 0,1 14 0 0 0,2-6 8 0 0,0-1 0 0 0,2 0 0 0 0,0 0 0 0 0,1 0 0 0 0,0 0 0 0 0,2 0 1 0 0,8 19-1 0 0,0-8-1 0 0,0-1 1 0 0,1 0 0 0 0,24 30 0 0 0,-30-46-119 0 0,0-1 0 0 0,0 0 0 0 0,1-1 0 0 0,1 0 0 0 0,-1 0-1 0 0,22 12 1 0 0,-5-7-752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31.3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229 56 1952 0 0,'-2'-4'408'0'0,"0"0"-1"0"0,0 1 0 0 0,-1-1 0 0 0,1 1 0 0 0,-1-1 1 0 0,0 1-1 0 0,0 0 0 0 0,0 0 0 0 0,0 1 1 0 0,-1-1-1 0 0,1 0 0 0 0,-1 1 0 0 0,1 0 0 0 0,-1 0 1 0 0,0 0-1 0 0,0 0 0 0 0,0 1 0 0 0,0-1 0 0 0,0 1 1 0 0,0 0-1 0 0,-1 1 0 0 0,1-1 0 0 0,0 1 1 0 0,0-1-1 0 0,-1 1 0 0 0,1 0 0 0 0,0 1 0 0 0,0-1 1 0 0,-1 1-1 0 0,1 0 0 0 0,0 0 0 0 0,0 0 0 0 0,-5 2 1 0 0,3 0-192 0 0,0-1 1 0 0,0 1 0 0 0,0-1 0 0 0,0 2-1 0 0,1-1 1 0 0,-1 1 0 0 0,1-1 0 0 0,0 2-1 0 0,0-1 1 0 0,0 0 0 0 0,1 1-1 0 0,0 0 1 0 0,0 0 0 0 0,0 0 0 0 0,0 1-1 0 0,1-1 1 0 0,0 1 0 0 0,0 0 0 0 0,0 0-1 0 0,1 0 1 0 0,-3 9 0 0 0,5-11-191 0 0,0-1 0 0 0,0 1 0 0 0,0-1 0 0 0,1 1 0 0 0,-1-1 1 0 0,1 1-1 0 0,0-1 0 0 0,0 1 0 0 0,0-1 0 0 0,0 1 0 0 0,1-1 0 0 0,-1 0 1 0 0,1 0-1 0 0,0 0 0 0 0,0 0 0 0 0,0 0 0 0 0,0 0 0 0 0,1-1 0 0 0,3 5 1 0 0,8 6 26 0 0,0-1 0 0 0,25 16 1 0 0,-21-15 54 0 0,-8-6-60 0 0,12 10 26 0 0,39 35 1 0 0,-56-47-65 0 0,-1 0 0 0 0,1-1 0 0 0,-1 2 0 0 0,0-1-1 0 0,-1 0 1 0 0,1 1 0 0 0,-1 0 0 0 0,0-1 0 0 0,0 1 0 0 0,-1 0 0 0 0,0 1 0 0 0,0-1 0 0 0,0 0 0 0 0,0 7 0 0 0,-2-9 53 0 0,-1 0-1 0 0,1-1 0 0 0,-1 1 0 0 0,0-1 1 0 0,0 1-1 0 0,0 0 0 0 0,0-1 1 0 0,-1 0-1 0 0,1 1 0 0 0,-1-1 1 0 0,0 0-1 0 0,0 0 0 0 0,0 0 0 0 0,0 0 1 0 0,-1 0-1 0 0,1 0 0 0 0,-1-1 1 0 0,0 1-1 0 0,0-1 0 0 0,0 0 1 0 0,0 0-1 0 0,0 0 0 0 0,-7 3 0 0 0,1 0 46 0 0,-1 0-1 0 0,-1-1 0 0 0,1 0 0 0 0,0-1 1 0 0,-1 0-1 0 0,-21 3 0 0 0,15-6-43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39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26 4609 0 0,'-4'-3'1260'0'0,"0"0"0"0"0,-1-1 0 0 0,1 1 0 0 0,-1 1 0 0 0,0-1 0 0 0,0 1 0 0 0,-10-4-1 0 0,18 9-885 0 0,-1 0 0 0 0,0 0-1 0 0,1 0 1 0 0,-2 0-1 0 0,1 1 1 0 0,0-1-1 0 0,0 1 1 0 0,-1-1-1 0 0,2 7 1 0 0,9 39-126 0 0,-2 0-1 0 0,-2 1 1 0 0,3 100-1 0 0,-7-80-505 0 0,0-5-214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0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6 167 4609 0 0,'-1'-3'266'0'0,"0"0"1"0"0,0 0-1 0 0,0 0 1 0 0,1-1-1 0 0,-1 1 0 0 0,1 0 1 0 0,0 0-1 0 0,0-1 1 0 0,0 1-1 0 0,1 0 0 0 0,-1 0 1 0 0,1-1-1 0 0,-1 1 1 0 0,1 0-1 0 0,0 0 0 0 0,1 0 1 0 0,-1 0-1 0 0,0 0 1 0 0,1 0-1 0 0,-1 0 0 0 0,3-2 1 0 0,2-4 451 0 0,0 1 0 0 0,1-1 0 0 0,0 1 0 0 0,0 1 0 0 0,11-10 0 0 0,18-9 1473 0 0,-34 24-2086 0 0,0 1 1 0 0,-1 0-1 0 0,1 0 0 0 0,0 0 1 0 0,-1 0-1 0 0,1 0 0 0 0,0 1 0 0 0,0-1 1 0 0,0 0-1 0 0,0 1 0 0 0,0-1 0 0 0,0 1 1 0 0,0 0-1 0 0,0 0 0 0 0,0 0 1 0 0,0 0-1 0 0,0 0 0 0 0,0 0 0 0 0,2 1 1 0 0,-2 0-63 0 0,0 1-1 0 0,0-1 1 0 0,-1 1 0 0 0,1 0 0 0 0,-1 0 0 0 0,0 0 0 0 0,1 0-1 0 0,-1 0 1 0 0,0 0 0 0 0,0 0 0 0 0,0 0 0 0 0,-1 1 0 0 0,1-1-1 0 0,0 0 1 0 0,-1 1 0 0 0,1 2 0 0 0,3 44 225 0 0,-3-36-159 0 0,-1 18-63 0 0,-2 0-1 0 0,-1-1 1 0 0,-1 1 0 0 0,-1-1-1 0 0,-12 36 1 0 0,1-2 199 0 0,16-61-190 0 0,-1 1 1 0 0,0 0-1 0 0,1-1 1 0 0,-1 1-1 0 0,1-1 0 0 0,0 1 1 0 0,0 0-1 0 0,1 4 1 0 0,-1-8-33 0 0,1 1 0 0 0,-1-1 0 0 0,0 1 0 0 0,0-1 0 0 0,0 1 0 0 0,1-1 0 0 0,-1 1 0 0 0,0-1 0 0 0,0 1 0 0 0,1-1 0 0 0,-1 0 0 0 0,0 1 0 0 0,1-1 0 0 0,-1 0 0 0 0,1 1 0 0 0,-1-1 0 0 0,0 0 0 0 0,1 1 0 0 0,-1-1 0 0 0,1 0 0 0 0,-1 0 0 0 0,1 1 0 0 0,0-1 0 0 0,0 0 8 0 0,1 0-1 0 0,-1 0 0 0 0,0 0 0 0 0,1 0 0 0 0,-1 0 0 0 0,0 0 1 0 0,1-1-1 0 0,-1 1 0 0 0,0 0 0 0 0,0-1 0 0 0,1 1 0 0 0,-1-1 1 0 0,2-1-1 0 0,33-18 277 0 0,54-40-1 0 0,17-11-190 0 0,-84 59-229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1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17 103 5529 0 0,'-1'0'115'0'0,"0"0"0"0"0,1 0-1 0 0,-1-1 1 0 0,0 1 0 0 0,1 0 0 0 0,-1 0 0 0 0,0 0-1 0 0,1 0 1 0 0,-1-1 0 0 0,1 1 0 0 0,-1 0-1 0 0,0 0 1 0 0,1-1 0 0 0,-1 1 0 0 0,1 0-1 0 0,-1-1 1 0 0,1 1 0 0 0,-1-1 0 0 0,1 1-1 0 0,-1-1 1 0 0,1 1 0 0 0,0-1 0 0 0,-1 1-1 0 0,1-1 1 0 0,0 1 0 0 0,-1-1 0 0 0,1 0-1 0 0,0 1 1 0 0,0-1 0 0 0,-1 0 0 0 0,1 1 0 0 0,0-1-1 0 0,0 1 1 0 0,0-1 0 0 0,0-3 1423 0 0,4 0-1061 0 0,4-3-186 0 0,1 1 0 0 0,0 0 0 0 0,0 0 0 0 0,1 0 0 0 0,-1 1 0 0 0,1 1 0 0 0,0 0 0 0 0,12-4 1 0 0,7 0 922 0 0,56-10 1 0 0,-78 17-993 0 0,-1 0-1 0 0,1 1 1 0 0,0-1-1 0 0,-1 1 1 0 0,1 0-1 0 0,11 2 1 0 0,-17-1-198 0 0,1-1 1 0 0,-1 1 0 0 0,1 0-1 0 0,-1-1 1 0 0,1 1 0 0 0,-1 0-1 0 0,0 0 1 0 0,1 0 0 0 0,-1 0-1 0 0,0 0 1 0 0,0 0-1 0 0,0 0 1 0 0,0 0 0 0 0,0 0-1 0 0,0 1 1 0 0,0-1 0 0 0,0 0-1 0 0,0 1 1 0 0,0-1 0 0 0,-1 1-1 0 0,1-1 1 0 0,-1 1 0 0 0,1-1-1 0 0,-1 1 1 0 0,1-1 0 0 0,-1 1-1 0 0,0 0 1 0 0,0-1-1 0 0,0 1 1 0 0,0-1 0 0 0,0 1-1 0 0,0-1 1 0 0,-1 3 0 0 0,-1 9 35 0 0,0 0 1 0 0,-1 0-1 0 0,-1 0 1 0 0,0-1-1 0 0,-1 1 1 0 0,0-1-1 0 0,-11 19 1 0 0,8-17-10 0 0,1 0 1 0 0,1 0-1 0 0,0 1 1 0 0,-7 30-1 0 0,13-44-51 0 0,0 0 0 0 0,0 0 0 0 0,0 0 0 0 0,0 0 0 0 0,0 0 0 0 0,0 0 0 0 0,0 1 0 0 0,1-1 0 0 0,-1 0 0 0 0,0 0 0 0 0,1 0 0 0 0,-1 0 0 0 0,1 0 0 0 0,-1 0 0 0 0,1 0 0 0 0,-1-1 0 0 0,1 1 0 0 0,0 0 0 0 0,-1 0 0 0 0,1 0 0 0 0,0 0 0 0 0,0-1 0 0 0,-1 1 0 0 0,1 0 0 0 0,0-1 0 0 0,0 1 0 0 0,0-1 0 0 0,0 1 0 0 0,0-1 0 0 0,0 1 0 0 0,0-1 0 0 0,0 0 0 0 0,0 1 0 0 0,0-1 0 0 0,0 0 1 0 0,0 0-1 0 0,0 0 0 0 0,0 0 0 0 0,1 0 0 0 0,0 0 0 0 0,9 0 20 0 0,-1 0 0 0 0,1 0 1 0 0,13-3-1 0 0,-12 1 42 0 0,3 1 2 0 0,0 0 0 0 0,0 0 1 0 0,0 2-1 0 0,0 0 0 0 0,26 5 0 0 0,-37-6-56 0 0,-1 1 0 0 0,0 0 0 0 0,1 1 1 0 0,-1-1-1 0 0,1 1 0 0 0,-1-1 0 0 0,0 1 0 0 0,0 0 0 0 0,0 0 1 0 0,0 0-1 0 0,0 1 0 0 0,-1-1 0 0 0,1 1 0 0 0,-1 0 0 0 0,1-1 0 0 0,-1 1 1 0 0,0 0-1 0 0,0 0 0 0 0,0 0 0 0 0,-1 1 0 0 0,1-1 0 0 0,-1 0 1 0 0,0 1-1 0 0,0-1 0 0 0,0 1 0 0 0,0-1 0 0 0,0 1 0 0 0,-1-1 1 0 0,1 8-1 0 0,-1-1 76 0 0,-1 0 0 0 0,1 0 1 0 0,-2 0-1 0 0,1 0 0 0 0,-1 0 0 0 0,-1-1 1 0 0,0 1-1 0 0,0-1 0 0 0,-7 13 0 0 0,-4 5-496 0 0,-31 42-1 0 0,14-23-4592 0 0,12-14-1671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2.3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21 260 7370 0 0,'-5'-8'1709'0'0,"3"6"-860"0"0,0-1 0 0 0,1 0 0 0 0,-1 0 0 0 0,0 0 1 0 0,1 0-1 0 0,0 0 0 0 0,0 0 0 0 0,0 0 0 0 0,-2-7 0 0 0,4 10-776 0 0,-1 1 0 0 0,1-1-1 0 0,-1 0 1 0 0,1 0 0 0 0,-1 0-1 0 0,1 0 1 0 0,-1 0 0 0 0,1 0 0 0 0,-1 0-1 0 0,0 1 1 0 0,1-1 0 0 0,-1 0-1 0 0,1 0 1 0 0,-1 1 0 0 0,0-1-1 0 0,1 0 1 0 0,-1 0 0 0 0,0 1-1 0 0,1-1 1 0 0,-1 0 0 0 0,0 1-1 0 0,1-1 1 0 0,-1 1 0 0 0,0-1-1 0 0,0 0 1 0 0,1 1 0 0 0,-1-1-1 0 0,0 1 1 0 0,0-1 0 0 0,0 2-1 0 0,8 13 371 0 0,12 46 59 0 0,8 26 595 0 0,-24-79-1022 0 0,-1 0 1 0 0,2 0-1 0 0,-1 0 1 0 0,1-1-1 0 0,0 0 1 0 0,0 1-1 0 0,11 9 1 0 0,-14-15-76 0 0,1 0 0 0 0,0 0 0 0 0,0 0 0 0 0,-1-1 0 0 0,1 1 0 0 0,0-1 1 0 0,0 1-1 0 0,1-1 0 0 0,-1 0 0 0 0,0 0 0 0 0,0-1 0 0 0,0 1 0 0 0,1-1 0 0 0,-1 0 0 0 0,0 1 1 0 0,1-2-1 0 0,-1 1 0 0 0,0 0 0 0 0,1 0 0 0 0,-1-1 0 0 0,0 0 0 0 0,0 0 0 0 0,0 0 0 0 0,0 0 0 0 0,0 0 1 0 0,0-1-1 0 0,0 1 0 0 0,0-1 0 0 0,0 0 0 0 0,4-3 0 0 0,6-4-3 0 0,-1-1-1 0 0,0-1 1 0 0,0 0 0 0 0,19-25-1 0 0,-10 10-267 0 0,-2 0-1 0 0,-2-2 0 0 0,0 0 1 0 0,15-37-1 0 0,-23 45 169 0 0,-2 0-1 0 0,0-1 1 0 0,-1 0 0 0 0,-1 0 0 0 0,-1-1-1 0 0,-1 1 1 0 0,1-29 0 0 0,-4 37 940 0 0,3 46 628 0 0,9 33-1175 0 0,7 127-1 0 0,5 29-3 0 0,-16-178-366 0 0,1-1-57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2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1 182 11979 0 0,'21'-9'3336'0'0,"84"-40"1475"0"0,78-43-3158 0 0,-156 74-2703 0 0,-11 5-3086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3.1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0 1824 0 0,'-3'4'-231'0'0,"-4"3"687"0"0,1 1 1 0 0,0 0-1 0 0,0 0 0 0 0,1 1 1 0 0,-5 9-1 0 0,9-16-253 0 0,0 0 1 0 0,0-1-1 0 0,1 1 0 0 0,-1-1 1 0 0,1 1-1 0 0,-1 0 0 0 0,1 0 0 0 0,0-1 1 0 0,0 1-1 0 0,0 0 0 0 0,0-1 1 0 0,0 1-1 0 0,0 0 0 0 0,0 0 1 0 0,1-1-1 0 0,-1 1 0 0 0,0 0 1 0 0,1-1-1 0 0,0 1 0 0 0,-1 0 1 0 0,1-1-1 0 0,0 1 0 0 0,0-1 1 0 0,0 1-1 0 0,0-1 0 0 0,0 0 1 0 0,0 1-1 0 0,0-1 0 0 0,0 0 1 0 0,1 0-1 0 0,-1 1 0 0 0,0-1 1 0 0,1 0-1 0 0,-1-1 0 0 0,1 1 1 0 0,-1 0-1 0 0,3 1 0 0 0,59 20 3958 0 0,-49-18-3441 0 0,-1 0 1 0 0,1 1 0 0 0,-1 1 0 0 0,0 0-1 0 0,15 9 1 0 0,-25-13-646 0 0,0 1 1 0 0,-1-1-1 0 0,1 0 1 0 0,0 1-1 0 0,-1 0 1 0 0,0 0-1 0 0,1-1 1 0 0,-1 1-1 0 0,0 0 0 0 0,-1 1 1 0 0,1-1-1 0 0,0 0 1 0 0,-1 1-1 0 0,0-1 1 0 0,0 0-1 0 0,0 1 0 0 0,0-1 1 0 0,0 1-1 0 0,-1 0 1 0 0,0-1-1 0 0,1 1 1 0 0,-1 0-1 0 0,-1-1 1 0 0,1 1-1 0 0,-1 4 0 0 0,-2 7-21 0 0,-1 0-1 0 0,-1 0 0 0 0,0 0 1 0 0,-1 0-1 0 0,0-1 0 0 0,-1 0 1 0 0,-14 19-1 0 0,-69 87 187 0 0,76-103-475 0 0,0-1 0 0 0,-1 0-1 0 0,-19 14 1 0 0,28-27-141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3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133 111 456 0 0,'-2'-4'396'0'0,"1"1"-1"0"0,0 0 0 0 0,0-1 1 0 0,1 1-1 0 0,-1-1 1 0 0,1 1-1 0 0,-1-1 1 0 0,1 1-1 0 0,0-1 0 0 0,1 0 1 0 0,-1 1-1 0 0,1-1 1 0 0,1-5-1 0 0,0-20 2073 0 0,-2 28-2293 0 0,0 0-1 0 0,0-1 0 0 0,0 1 1 0 0,0 0-1 0 0,0 0 0 0 0,0-1 0 0 0,-1 1 1 0 0,1 0-1 0 0,0 0 0 0 0,-1 0 0 0 0,1 0 1 0 0,-1 0-1 0 0,1 0 0 0 0,-1 0 0 0 0,0-1 1 0 0,1 2-1 0 0,-1-1 0 0 0,0 0 0 0 0,0 0 1 0 0,0 0-1 0 0,0 0 0 0 0,-1 0 0 0 0,1 0-41 0 0,0 1-1 0 0,0 0 0 0 0,0 0 0 0 0,0 0 1 0 0,0-1-1 0 0,0 1 0 0 0,0 0 0 0 0,0 1 0 0 0,-1-1 1 0 0,1 0-1 0 0,0 0 0 0 0,0 0 0 0 0,0 1 1 0 0,0-1-1 0 0,0 0 0 0 0,0 1 0 0 0,0-1 0 0 0,0 1 1 0 0,-1 0-1 0 0,-3 2 104 0 0,1 1 0 0 0,-1-1 0 0 0,1 1-1 0 0,0 0 1 0 0,-1 0 0 0 0,2 0 0 0 0,-1 1 0 0 0,-3 4 0 0 0,-2 8-164 0 0,1 1 0 0 0,0 0 0 0 0,1 1 0 0 0,1 0 0 0 0,1 0 0 0 0,1 0 0 0 0,0 0 0 0 0,1 1 0 0 0,1-1 0 0 0,2 1 0 0 0,-1 0 0 0 0,5 31 0 0 0,-3-45-45 0 0,1 1 1 0 0,-1 0-1 0 0,1-1 0 0 0,0 0 1 0 0,1 1-1 0 0,0-1 0 0 0,0 0 1 0 0,0 0-1 0 0,1 0 1 0 0,0-1-1 0 0,0 1 0 0 0,0-1 1 0 0,0 0-1 0 0,1 0 0 0 0,0-1 1 0 0,0 1-1 0 0,0-1 0 0 0,1 0 1 0 0,0 0-1 0 0,-1-1 1 0 0,1 0-1 0 0,0 0 0 0 0,1 0 1 0 0,8 2-1 0 0,-7-2 8 0 0,0-1 1 0 0,0 0-1 0 0,0-1 1 0 0,1 0-1 0 0,-1 0 0 0 0,1-1 1 0 0,-1 0-1 0 0,0-1 1 0 0,1 1-1 0 0,-1-2 1 0 0,0 1-1 0 0,1-1 0 0 0,-1 0 1 0 0,0-1-1 0 0,0 0 1 0 0,-1 0-1 0 0,1-1 0 0 0,-1 0 1 0 0,9-6-1 0 0,-15 10-30 0 0,0-1 1 0 0,0 1-1 0 0,-1 0 0 0 0,1-1 1 0 0,0 1-1 0 0,-1-1 0 0 0,1 1 0 0 0,-1-1 1 0 0,1 0-1 0 0,0 1 0 0 0,-1-1 1 0 0,0 0-1 0 0,1 1 0 0 0,-1-1 0 0 0,1 0 1 0 0,-1 0-1 0 0,0 1 0 0 0,1-1 0 0 0,-1 0 1 0 0,0 0-1 0 0,0 0 0 0 0,1-1 1 0 0,-2 2-2 0 0,1-1 1 0 0,0 1 0 0 0,-1-1 0 0 0,1 1 0 0 0,0-1-1 0 0,-1 1 1 0 0,1-1 0 0 0,-1 1 0 0 0,1-1 0 0 0,-1 1-1 0 0,1-1 1 0 0,-1 1 0 0 0,1 0 0 0 0,-1-1 0 0 0,1 1 0 0 0,-1 0-1 0 0,1-1 1 0 0,-1 1 0 0 0,0 0 0 0 0,1 0 0 0 0,-2-1-1 0 0,-1 0 8 0 0,-1 1-1 0 0,0-1 1 0 0,1 0-1 0 0,-1 1 1 0 0,0 0-1 0 0,0 0 1 0 0,1 0-1 0 0,-7 1 1 0 0,-4 4-81 0 0,0 0 1 0 0,0 1-1 0 0,0 1 1 0 0,1 0-1 0 0,-22 16 1 0 0,-4 5-5026 0 0,9-5-1086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4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1 1 3617 0 0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4.7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63 135 6449 0 0,'-21'1'2821'0'0,"17"0"-2155"0"0,-1 0 0 0 0,1-1 0 0 0,0 0 0 0 0,-1 0 0 0 0,1 0 0 0 0,-12-9 5777 0 0,43-1-5380 0 0,-22 8-648 0 0,16-8-164 0 0,-1-1-1 0 0,0-1 0 0 0,0 0 1 0 0,-2-2-1 0 0,29-25 1 0 0,-29 24-205 0 0,-18 15-42 0 0,0-1 0 0 0,1 1 1 0 0,-1 0-1 0 0,0 0 1 0 0,0-1-1 0 0,1 1 1 0 0,-1 0-1 0 0,1 0 1 0 0,-1-1-1 0 0,0 1 1 0 0,1 0-1 0 0,-1 0 1 0 0,1 0-1 0 0,-1 0 1 0 0,0 0-1 0 0,1 0 1 0 0,-1 0-1 0 0,1 0 1 0 0,-1 0-1 0 0,0 0 1 0 0,1 0-1 0 0,-1 0 1 0 0,1 0-1 0 0,-1 0 1 0 0,1 0-1 0 0,-1 0 1 0 0,0 0-1 0 0,1 0 1 0 0,-1 0-1 0 0,1 1 1 0 0,-1-1-1 0 0,0 0 0 0 0,1 0 1 0 0,0 1-1 0 0,8 16 87 0 0,0 35 63 0 0,-8-40-58 0 0,65 377-284 0 0,-64-364-1766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4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0 353 6913 0 0,'1'-3'106'0'0,"-1"0"-1"0"0,0 0 0 0 0,1 0 0 0 0,0 0 1 0 0,0 1-1 0 0,0-1 0 0 0,0 0 0 0 0,0 0 0 0 0,1 1 1 0 0,-1-1-1 0 0,1 1 0 0 0,-1-1 0 0 0,1 1 0 0 0,3-4 1 0 0,35-30 1901 0 0,-20 19-1424 0 0,187-150 6416 0 0,-114 104-11353 0 0,-52 37-1523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6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130 220 3681 0 0,'-18'-15'2089'0'0,"12"10"-1303"0"0,0 1 0 0 0,1-1 0 0 0,-1 0 0 0 0,1-1 0 0 0,0 1 0 0 0,1-1-1 0 0,-7-9 1 0 0,11 12-631 0 0,0 1 0 0 0,0 0 0 0 0,0 0 0 0 0,0 0 0 0 0,0 0-1 0 0,0 0 1 0 0,1 0 0 0 0,-1 0 0 0 0,1 0 0 0 0,0 0 0 0 0,-1 0-1 0 0,1 0 1 0 0,0 0 0 0 0,0 0 0 0 0,0 0 0 0 0,0 0 0 0 0,1 0 0 0 0,-1 1-1 0 0,0-1 1 0 0,4-2 0 0 0,32-31 718 0 0,-35 34-813 0 0,9-9 124 0 0,1 1 1 0 0,0 0-1 0 0,0 1 0 0 0,1 0 0 0 0,1 1 0 0 0,-1 1 0 0 0,1 0 1 0 0,16-4-1 0 0,-29 10-181 0 0,0-1 1 0 0,1 1 0 0 0,-1 0-1 0 0,0 0 1 0 0,0 0 0 0 0,0 0-1 0 0,0 0 1 0 0,1 0-1 0 0,-1 1 1 0 0,0-1 0 0 0,0 0-1 0 0,0 1 1 0 0,0-1-1 0 0,0 0 1 0 0,0 1 0 0 0,1 0-1 0 0,-1-1 1 0 0,0 1 0 0 0,-1-1-1 0 0,1 1 1 0 0,0 0-1 0 0,0 0 1 0 0,0 0 0 0 0,0 0-1 0 0,0-1 1 0 0,-1 1-1 0 0,1 0 1 0 0,-1 0 0 0 0,1 0-1 0 0,0 0 1 0 0,-1 0 0 0 0,1 1-1 0 0,-1-1 1 0 0,0 0-1 0 0,1 0 1 0 0,-1 0 0 0 0,0 0-1 0 0,0 0 1 0 0,0 1-1 0 0,0-1 1 0 0,0 0 0 0 0,0 2-1 0 0,1 7-5 0 0,-1 0 1 0 0,-1 0-1 0 0,-2 16 0 0 0,3-24-1 0 0,-8 43-252 0 0,-25 73-1 0 0,-4 17-477 0 0,34-117 547 0 0,1-1 0 0 0,0 0-1 0 0,1 1 1 0 0,1 0 0 0 0,3 32-1 0 0,-2-44 141 0 0,0 0 0 0 0,0-1 0 0 0,1 1 0 0 0,0 0 0 0 0,0-1-1 0 0,0 1 1 0 0,1-1 0 0 0,0 1 0 0 0,0-1 0 0 0,0 0 0 0 0,1 0 0 0 0,-1-1-1 0 0,1 1 1 0 0,0-1 0 0 0,7 6 0 0 0,-8-8 44 0 0,0 0 0 0 0,0 0 1 0 0,0-1-1 0 0,0 1 0 0 0,0-1 0 0 0,1 0 0 0 0,-1 0 0 0 0,0 0 1 0 0,1 0-1 0 0,-1 0 0 0 0,1-1 0 0 0,-1 0 0 0 0,0 0 0 0 0,1 0 1 0 0,-1 0-1 0 0,1 0 0 0 0,-1 0 0 0 0,1-1 0 0 0,-1 0 0 0 0,1 0 1 0 0,-1 0-1 0 0,0 0 0 0 0,0 0 0 0 0,0-1 0 0 0,1 1 0 0 0,-1-1 1 0 0,4-3-1 0 0,-2 1 127 0 0,0 0 0 0 0,0 0 0 0 0,0 0 0 0 0,-1 0 0 0 0,0-1 1 0 0,1 1-1 0 0,-2-1 0 0 0,1 0 0 0 0,-1 0 0 0 0,1-1 0 0 0,-1 1 0 0 0,-1-1 0 0 0,1 0 0 0 0,-1 1 1 0 0,0-1-1 0 0,0 0 0 0 0,-1 0 0 0 0,0-1 0 0 0,0 1 0 0 0,0 0 0 0 0,-1 0 0 0 0,0 0 0 0 0,0-1 1 0 0,-2-7-1 0 0,1 6 11 0 0,0 0 0 0 0,-1 1 0 0 0,0-1 0 0 0,0 1 1 0 0,-1-1-1 0 0,0 1 0 0 0,-1 0 0 0 0,1 0 1 0 0,-1 0-1 0 0,-1 1 0 0 0,1-1 0 0 0,-1 1 0 0 0,0 0 1 0 0,0 0-1 0 0,-1 1 0 0 0,0 0 0 0 0,0 0 0 0 0,0 0 1 0 0,-7-4-1 0 0,1 3-31 0 0,0 1 1 0 0,0 0 0 0 0,0 1-1 0 0,-1 0 1 0 0,1 1 0 0 0,-1 0-1 0 0,0 1 1 0 0,1 0 0 0 0,-16 1-1 0 0,-45 5-1155 0 0,3 10-4612 0 0,32-2-826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6.7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375 1 8290 0 0,'0'0'639'0'0,"-2"19"2010"0"0,-7 2-2184 0 0,-1-1 0 0 0,-1 0-1 0 0,0-1 1 0 0,-2 0-1 0 0,0-1 1 0 0,-1 0 0 0 0,0-1-1 0 0,-2-1 1 0 0,0 0-1 0 0,-1-1 1 0 0,0-1 0 0 0,-1 0-1 0 0,-1-1 1 0 0,0-2-1 0 0,-31 15 1 0 0,45-24-462 0 0,-1 0 0 0 0,0 0 0 0 0,1-1 0 0 0,-1 1 0 0 0,0-1 0 0 0,0-1-1 0 0,0 1 1 0 0,0-1 0 0 0,0 0 0 0 0,-7-1 0 0 0,12 1-2 0 0,-1 0 0 0 0,0-1-1 0 0,1 1 1 0 0,-1 0 0 0 0,1-1 0 0 0,-1 1-1 0 0,1-1 1 0 0,-1 0 0 0 0,1 1 0 0 0,-1-1-1 0 0,1 0 1 0 0,0 0 0 0 0,-1 0 0 0 0,1 0-1 0 0,0 0 1 0 0,0 0 0 0 0,0-1 0 0 0,0 1 0 0 0,0 0-1 0 0,0 0 1 0 0,0-1 0 0 0,0 1 0 0 0,0-1-1 0 0,1 1 1 0 0,-1-1 0 0 0,1 1 0 0 0,-1-1-1 0 0,1 1 1 0 0,-1-1 0 0 0,1 0 0 0 0,0 1-1 0 0,0-1 1 0 0,0 1 0 0 0,0-1 0 0 0,0 0-1 0 0,0 1 1 0 0,0-1 0 0 0,0 1 0 0 0,1-1 0 0 0,-1 0-1 0 0,2-2 1 0 0,1-7-17 0 0,1 1 0 0 0,1-1 0 0 0,-1 1 0 0 0,2 0 0 0 0,-1 0 0 0 0,2 0 0 0 0,-1 1 0 0 0,1 0 0 0 0,1 0 0 0 0,-1 1 0 0 0,15-12 0 0 0,-12 11-3 0 0,1 0 0 0 0,0 1-1 0 0,0 1 1 0 0,1 0 0 0 0,-1 0 0 0 0,2 1 0 0 0,-1 1-1 0 0,1 0 1 0 0,18-5 0 0 0,-25 9 26 0 0,-1 0 0 0 0,1 1-1 0 0,0-1 1 0 0,-1 1 0 0 0,1 1 0 0 0,0-1 0 0 0,-1 1-1 0 0,1 0 1 0 0,-1 0 0 0 0,1 1 0 0 0,-1-1 0 0 0,1 1-1 0 0,-1 0 1 0 0,0 1 0 0 0,0-1 0 0 0,0 1 0 0 0,0 0-1 0 0,-1 1 1 0 0,1-1 0 0 0,-1 1 0 0 0,1-1 0 0 0,-1 2-1 0 0,-1-1 1 0 0,1 0 0 0 0,-1 1 0 0 0,1-1 0 0 0,2 7-1 0 0,0-2 71 0 0,-1 1-1 0 0,0 0 0 0 0,-1 0 1 0 0,0 0-1 0 0,0 1 0 0 0,-1 0 1 0 0,-1-1-1 0 0,0 1 0 0 0,0 0 1 0 0,-1 0-1 0 0,0 0 0 0 0,-1 0 1 0 0,-1 13-1 0 0,-2-7 68 0 0,-1 0 1 0 0,0 0-1 0 0,-1 0 0 0 0,-1-1 1 0 0,-9 20-1 0 0,-47 75 169 0 0,41-76-521 0 0,7-10-318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7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17 13363 0 0,'3'-17'8912'0'0,"-4"22"-8499"0"0,-6 17-321 0 0,2 1 0 0 0,1 1 1 0 0,1-1-1 0 0,1 1 0 0 0,1-1 1 0 0,4 39-1 0 0,-1-40-2307 0 0,1-1 1 0 0,7 23-1 0 0,0-9-4953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7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8 11522 0 0,'1'0'141'0'0,"-1"-1"-1"0"0,1 1 0 0 0,0 0 1 0 0,-1 0-1 0 0,1 0 0 0 0,0-1 1 0 0,0 1-1 0 0,-1 0 0 0 0,1 0 0 0 0,0 0 1 0 0,-1 0-1 0 0,1 0 0 0 0,0 0 1 0 0,0 1-1 0 0,-1-1 0 0 0,1 0 1 0 0,0 0-1 0 0,0 0 0 0 0,-1 1 1 0 0,1-1-1 0 0,0 0 0 0 0,-1 1 0 0 0,1-1 1 0 0,-1 1-1 0 0,1-1 0 0 0,0 1 1 0 0,-1-1-1 0 0,1 1 0 0 0,-1-1 1 0 0,1 1-1 0 0,0 2 116 0 0,0-1 1 0 0,0 0-1 0 0,0 0 0 0 0,0 1 1 0 0,0-1-1 0 0,-1 0 0 0 0,1 1 1 0 0,-1-1-1 0 0,1 5 0 0 0,-1 7 655 0 0,-1 0 0 0 0,-2 22-1 0 0,2-33-660 0 0,-3 29 251 0 0,-1-2-222 0 0,1 1 0 0 0,2-1 0 0 0,1 36-1 0 0,1-60-262 0 0,1 0 0 0 0,-1 1-1 0 0,1-1 1 0 0,0 0-1 0 0,1 1 1 0 0,-1-1-1 0 0,1 0 1 0 0,0 0-1 0 0,1 0 1 0 0,0-1 0 0 0,0 1-1 0 0,0 0 1 0 0,0-1-1 0 0,1 0 1 0 0,0 0-1 0 0,0 0 1 0 0,0 0-1 0 0,1-1 1 0 0,0 0 0 0 0,0 1-1 0 0,6 3 1 0 0,-8-7-3 0 0,0 1 0 0 0,0-1 0 0 0,0 0-1 0 0,0 0 1 0 0,0 0 0 0 0,0 0 0 0 0,0 0 0 0 0,0-1 0 0 0,0 1 0 0 0,1-1 0 0 0,-1 0 0 0 0,0 0 0 0 0,0 0 0 0 0,1-1 0 0 0,-1 1 0 0 0,0-1 0 0 0,0 1 0 0 0,4-2 0 0 0,-2 0 7 0 0,0-1 0 0 0,0 0 1 0 0,0 1-1 0 0,0-2 0 0 0,0 1 0 0 0,-1 0 1 0 0,1-1-1 0 0,-1 0 0 0 0,7-7 0 0 0,-4 3-6 0 0,-1-1-1 0 0,0 1 0 0 0,0-1 0 0 0,-1 0 0 0 0,0-1 0 0 0,-1 1 0 0 0,0-1 0 0 0,0 0 0 0 0,-1 0 0 0 0,0 0 0 0 0,1-11 0 0 0,-4 12-25 0 0,0 1-1 0 0,0-1 0 0 0,-1 0 1 0 0,0 0-1 0 0,0 0 1 0 0,-1 1-1 0 0,0-1 1 0 0,-1 1-1 0 0,0 0 1 0 0,0-1-1 0 0,-1 1 0 0 0,0 1 1 0 0,0-1-1 0 0,-1 0 1 0 0,0 1-1 0 0,0 0 1 0 0,-1 0-1 0 0,0 1 1 0 0,-8-8-1 0 0,0 2-228 0 0,1 2 0 0 0,-2-1 0 0 0,1 2 0 0 0,-1 0 1 0 0,-1 0-1 0 0,0 1 0 0 0,0 1 0 0 0,-30-8 0 0 0,12 7-965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8.3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8290 0 0,'3'26'4730'0'0,"0"124"1091"0"0,-17 74-6162 0 0,9-170-6252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9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82 2761 0 0,'-1'-5'552'0'0,"1"-1"0"0"0,-1 0 0 0 0,0 1 0 0 0,-1-1 0 0 0,1 1 0 0 0,-1-1 0 0 0,-4-7 0 0 0,-14-16 6339 0 0,21 39-3438 0 0,-3 18-2413 0 0,2-19-492 0 0,-12 298 1589 0 0,10-262-2443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49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8290 0 0,'3'28'9406'0'0,"8"17"-7327"0"0,1 1-1112 0 0,-7-2-594 0 0,-1-1 0 0 0,-3 1 0 0 0,-1-1 0 0 0,-7 50 0 0 0,2-35-792 0 0,5 81 0 0 0,2-103-426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0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0 175 2304 0 0,'26'-36'3157'0'0,"-11"14"-795"0"0,1 0-1 0 0,21-20 0 0 0,-32 36-1858 0 0,0 1 0 0 0,1 0-1 0 0,0 1 1 0 0,0-1 0 0 0,0 1 0 0 0,0 0 0 0 0,1 1 0 0 0,0-1 0 0 0,-1 1 0 0 0,1 1 0 0 0,0-1 0 0 0,10-1 0 0 0,-16 4-433 0 0,0 0 0 0 0,0-1 1 0 0,0 1-1 0 0,0 0 0 0 0,0 0 0 0 0,0 0 1 0 0,0 0-1 0 0,0 0 0 0 0,0 0 0 0 0,0 1 1 0 0,0-1-1 0 0,0 0 0 0 0,0 0 0 0 0,0 1 1 0 0,-1-1-1 0 0,1 1 0 0 0,0-1 0 0 0,0 0 1 0 0,0 1-1 0 0,0 0 0 0 0,-1-1 1 0 0,1 1-1 0 0,0-1 0 0 0,-1 1 0 0 0,1 0 1 0 0,1 1-1 0 0,-1 0-9 0 0,0 0 1 0 0,0 0 0 0 0,-1 0-1 0 0,1 1 1 0 0,0-1 0 0 0,-1 0 0 0 0,1 1-1 0 0,-1-1 1 0 0,0 0 0 0 0,0 5-1 0 0,-1 6-42 0 0,0 0-1 0 0,-1 0 1 0 0,-5 14 0 0 0,6-23 38 0 0,-16 61 26 0 0,8-33-35 0 0,0 1 0 0 0,3 0 0 0 0,-6 67 0 0 0,12-98-36 0 0,0 1 1 0 0,0-1 0 0 0,0 1-1 0 0,0-1 1 0 0,0 1 0 0 0,0-1-1 0 0,1 1 1 0 0,-1-1 0 0 0,1 1-1 0 0,0-1 1 0 0,0 1 0 0 0,0-1-1 0 0,0 0 1 0 0,0 1 0 0 0,0-1-1 0 0,1 0 1 0 0,-1 0 0 0 0,1 0-1 0 0,0 0 1 0 0,-1 0 0 0 0,1 0-1 0 0,2 1 1 0 0,-1-2 12 0 0,-1 0 0 0 0,1-1-1 0 0,-1 1 1 0 0,1 0 0 0 0,-1-1 0 0 0,1 0 0 0 0,0 0 0 0 0,-1 0-1 0 0,1 0 1 0 0,0 0 0 0 0,-1 0 0 0 0,1-1 0 0 0,-1 1 0 0 0,1-1-1 0 0,-1 0 1 0 0,1 1 0 0 0,-1-1 0 0 0,1 0 0 0 0,-1-1 0 0 0,0 1-1 0 0,3-2 1 0 0,36-22 381 0 0,62-50 0 0 0,-62 43-1954 0 0,53-30 0 0 0,-69 49-5931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1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 10594 0 0,'4'-9'4599'0'0,"-4"9"-4474"0"0,10 7 2162 0 0,5 16-1453 0 0,-14-23-824 0 0,8 16 385 0 0,-1 0 0 0 0,0 1 0 0 0,-1 0 0 0 0,-1 0-1 0 0,-1 1 1 0 0,7 34 0 0 0,-6-7-31 0 0,1 70 0 0 0,-17 71-122 0 0,4-133-436 0 0,3 0-1 0 0,8 108 0 0 0,1-124-783 0 0,0-15-4831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1.5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21 126 920 0 0,'-1'-1'74'0'0,"0"1"0"0"0,-1 0 0 0 0,1 0 0 0 0,0-1 0 0 0,1 1 0 0 0,-1-1 0 0 0,0 1 0 0 0,0-1 0 0 0,0 1 0 0 0,0-1 0 0 0,0 0 0 0 0,0 1 0 0 0,1-1-1 0 0,-1 0 1 0 0,0 0 0 0 0,0 1 0 0 0,1-1 0 0 0,-1 0 0 0 0,1 0 0 0 0,-1 0 0 0 0,1 0 0 0 0,-1 0 0 0 0,1 0 0 0 0,-1 0 0 0 0,1 0 0 0 0,0 0 0 0 0,-1-1 0 0 0,2-1 280 0 0,-1 1 1 0 0,0 0 0 0 0,1 0 0 0 0,-1 0-1 0 0,1 0 1 0 0,-1 0 0 0 0,1 0 0 0 0,0 0-1 0 0,0 0 1 0 0,0 0 0 0 0,0 0 0 0 0,3-2-1 0 0,1-3 854 0 0,1 0 0 0 0,0 1-1 0 0,0 0 1 0 0,1 0 0 0 0,11-8 0 0 0,-11 9-493 0 0,0 1 0 0 0,0 0 0 0 0,0 1 0 0 0,0 0 0 0 0,0 0 0 0 0,16-3 0 0 0,-21 5-660 0 0,0 1 0 0 0,0 0 0 0 0,0 0 0 0 0,0 0 0 0 0,0 0 0 0 0,0 0 0 0 0,0 1 0 0 0,0-1 0 0 0,0 0 0 0 0,0 1 0 0 0,-1 0 0 0 0,1-1 0 0 0,0 1 0 0 0,0 0 0 0 0,0 0 0 0 0,-1 0 0 0 0,1 0 0 0 0,0 0 0 0 0,-1 0 0 0 0,1 1 0 0 0,-1-1 0 0 0,1 1 0 0 0,-1-1 0 0 0,0 1 0 0 0,0-1 0 0 0,1 1 0 0 0,-1-1 0 0 0,0 1 0 0 0,-1 0 0 0 0,1 0 0 0 0,0 0 0 0 0,1 2 0 0 0,3 14-51 0 0,0-1-1 0 0,-1 1 1 0 0,-1 0 0 0 0,0 0 0 0 0,-2 0 0 0 0,0 1 0 0 0,-3 31 0 0 0,-23 128-75 0 0,22-161 52 0 0,-12 45-15 0 0,10-49 148 0 0,1 2 0 0 0,0-1 0 0 0,1 0-1 0 0,1 1 1 0 0,1 0 0 0 0,-1 19 0 0 0,2-34-103 0 0,0 1 1 0 0,1 0 0 0 0,-1-1-1 0 0,0 1 1 0 0,0-1-1 0 0,0 1 1 0 0,0-1-1 0 0,0 1 1 0 0,1-1 0 0 0,-1 1-1 0 0,0-1 1 0 0,1 1-1 0 0,-1-1 1 0 0,0 1 0 0 0,1-1-1 0 0,-1 0 1 0 0,0 1-1 0 0,1-1 1 0 0,-1 0 0 0 0,1 1-1 0 0,-1-1 1 0 0,1 0-1 0 0,-1 1 1 0 0,0-1-1 0 0,1 0 1 0 0,0 0 0 0 0,-1 1-1 0 0,1-1 1 0 0,0 0-1 0 0,20-1 188 0 0,24-18 48 0 0,-39 17-176 0 0,30-15-26 0 0,-1 0 214 0 0,53-17 0 0 0,-74 30-467 0 0,0 0 1 0 0,1 2-1 0 0,0-1 1 0 0,0 2-1 0 0,0 0 0 0 0,0 1 1 0 0,17 1-1 0 0,-6 3-5183 0 0,-1 1-1803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2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0 213 5985 0 0,'2'-4'450'0'0,"0"1"-1"0"0,-1-1 1 0 0,1 1-1 0 0,0-1 1 0 0,1 1-1 0 0,-1 0 1 0 0,1 0-1 0 0,-1 0 1 0 0,1 0-1 0 0,0 0 1 0 0,5-4-1 0 0,-7 6-332 0 0,0 1 0 0 0,0-1 1 0 0,0 0-1 0 0,0 1 0 0 0,0-1 0 0 0,1 1 0 0 0,-1-1 1 0 0,0 1-1 0 0,0-1 0 0 0,0 1 0 0 0,0 0 0 0 0,1 0 0 0 0,-1-1 1 0 0,0 1-1 0 0,0 0 0 0 0,0 0 0 0 0,1 0 0 0 0,-1 0 1 0 0,0 1-1 0 0,0-1 0 0 0,0 0 0 0 0,0 0 0 0 0,1 1 0 0 0,-1-1 1 0 0,0 1-1 0 0,0-1 0 0 0,0 1 0 0 0,0-1 0 0 0,0 1 1 0 0,0 0-1 0 0,0-1 0 0 0,0 1 0 0 0,0 0 0 0 0,0 0 1 0 0,0 0-1 0 0,-1 0 0 0 0,1 0 0 0 0,0 0 0 0 0,-1 0 0 0 0,1 0 1 0 0,0 1-1 0 0,23 46 566 0 0,-3 0 0 0 0,-2 1 0 0 0,-2 1 0 0 0,12 60 0 0 0,-24-89-617 0 0,0-6-54 0 0,-1 0 0 0 0,-1 0 0 0 0,0 0 0 0 0,-2 1 0 0 0,1-1 0 0 0,-2 25 0 0 0,0-40-11 0 0,0 0 1 0 0,0 0-1 0 0,0 0 1 0 0,0 0-1 0 0,0 1 1 0 0,0-1-1 0 0,0 0 1 0 0,0 0-1 0 0,0 0 1 0 0,0 0-1 0 0,0 0 1 0 0,0 1-1 0 0,0-1 1 0 0,0 0-1 0 0,0 0 1 0 0,0 0-1 0 0,0 0 1 0 0,0 0-1 0 0,0 1 0 0 0,-1-1 1 0 0,1 0-1 0 0,0 0 1 0 0,0 0-1 0 0,0 0 1 0 0,0 0-1 0 0,0 0 1 0 0,0 1-1 0 0,0-1 1 0 0,0 0-1 0 0,-1 0 1 0 0,1 0-1 0 0,0 0 1 0 0,0 0-1 0 0,0 0 1 0 0,0 0-1 0 0,0 0 1 0 0,-1 0-1 0 0,1 0 1 0 0,0 0-1 0 0,0 0 1 0 0,0 0-1 0 0,0 0 1 0 0,0 0-1 0 0,-1 0 1 0 0,1 0-1 0 0,0 0 1 0 0,0 0-1 0 0,0 0 1 0 0,0 0-1 0 0,0 0 1 0 0,-1 0-1 0 0,1 0 1 0 0,0 0-1 0 0,-8-9 194 0 0,-3-14 364 0 0,3-7-198 0 0,1 0-1 0 0,2 0 0 0 0,1 0 0 0 0,0-56 0 0 0,5 33-268 0 0,16-101 0 0 0,-14 139-105 0 0,0-1 1 0 0,2 0-1 0 0,0 1 1 0 0,1 0-1 0 0,0 0 1 0 0,1 1 0 0 0,11-18-1 0 0,-14 27-151 0 0,-1 0 1 0 0,1 0-1 0 0,0 0 0 0 0,1 1 0 0 0,-1-1 1 0 0,1 1-1 0 0,0 0 0 0 0,0 1 1 0 0,8-5-1 0 0,-9 6-116 0 0,-1 0 0 0 0,1 1 0 0 0,0 0 0 0 0,-1 0 0 0 0,1 0 1 0 0,0 0-1 0 0,0 1 0 0 0,0-1 0 0 0,0 1 0 0 0,0 0 0 0 0,0 0 0 0 0,0 1 1 0 0,-1-1-1 0 0,1 1 0 0 0,0 0 0 0 0,5 1 0 0 0,5 3 229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2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5 457 5985 0 0,'-1'0'22'0'0,"1"0"1"0"0,0 0-1 0 0,0 0 0 0 0,0 0 0 0 0,0 0 0 0 0,0 0 0 0 0,-1 0 1 0 0,1 0-1 0 0,0 0 0 0 0,0 0 0 0 0,0 1 0 0 0,0-1 0 0 0,0 0 0 0 0,-1 0 1 0 0,1 0-1 0 0,0 0 0 0 0,0 0 0 0 0,0 0 0 0 0,0 0 0 0 0,0 0 1 0 0,0 0-1 0 0,0 0 0 0 0,-1 0 0 0 0,1 1 0 0 0,0-1 0 0 0,0 0 1 0 0,0 0-1 0 0,0 0 0 0 0,0 0 0 0 0,0 0 0 0 0,0 0 0 0 0,0 1 0 0 0,0-1 1 0 0,0 0-1 0 0,0 0 0 0 0,0 0 0 0 0,0 0 0 0 0,0 0 0 0 0,0 1 1 0 0,0-1-1 0 0,0 0 0 0 0,0 0 0 0 0,0 0 0 0 0,0 0 0 0 0,0 0 0 0 0,0 1 1 0 0,0-1-1 0 0,0 0 0 0 0,0 0 0 0 0,0 0 0 0 0,0 0 0 0 0,10 3 1362 0 0,13-2 681 0 0,-12-3-1407 0 0,-1-1 1 0 0,1 0-1 0 0,-1-1 0 0 0,0 0 0 0 0,0 0 1 0 0,0-1-1 0 0,-1 0 0 0 0,1-1 0 0 0,-1 0 0 0 0,14-13 1 0 0,-13 9-341 0 0,0 0 0 0 0,-1 0 1 0 0,-1-1-1 0 0,0 0 1 0 0,0-1-1 0 0,-1 0 1 0 0,10-23-1 0 0,-10 17-239 0 0,0-1 1 0 0,-2 1-1 0 0,0-1 0 0 0,-2 0 0 0 0,0 0 1 0 0,-1-1-1 0 0,0 1 0 0 0,-2 0 1 0 0,0-1-1 0 0,-2 1 0 0 0,0 0 0 0 0,-6-26 1 0 0,8 44-81 0 0,0 0 0 0 0,0 1 1 0 0,0-1-1 0 0,0 0 1 0 0,0 0-1 0 0,-1 0 0 0 0,1 0 1 0 0,0 0-1 0 0,0 0 1 0 0,-1 1-1 0 0,1-1 0 0 0,-1 0 1 0 0,1 0-1 0 0,-1 0 1 0 0,1 1-1 0 0,-1-1 1 0 0,1 0-1 0 0,-1 1 0 0 0,0-1 1 0 0,1 0-1 0 0,-1 1 1 0 0,0-1-1 0 0,1 1 0 0 0,-1-1 1 0 0,0 1-1 0 0,0-1 1 0 0,-1 1-1 0 0,1 0-8 0 0,0 0 0 0 0,-1 1 1 0 0,1-1-1 0 0,0 1 0 0 0,0-1 0 0 0,0 1 0 0 0,0 0 0 0 0,0 0 1 0 0,0-1-1 0 0,1 1 0 0 0,-1 0 0 0 0,0 0 0 0 0,0 0 0 0 0,0 0 1 0 0,1 0-1 0 0,-1 0 0 0 0,0 1 0 0 0,-5 8-71 0 0,1 1 0 0 0,0-1 0 0 0,-4 14-1 0 0,3-3 54 0 0,1 0-1 0 0,1 0 0 0 0,1 0 1 0 0,1 0-1 0 0,1 0 0 0 0,1 1 0 0 0,0-1 1 0 0,2 0-1 0 0,0 1 0 0 0,6 21 0 0 0,-5-29-17 0 0,1-1 0 0 0,1 1 0 0 0,0-1 0 0 0,1 1 0 0 0,0-2 0 0 0,1 1 0 0 0,0-1 0 0 0,1 0 0 0 0,0 0 0 0 0,1-1 0 0 0,1 0 0 0 0,-1 0 0 0 0,2-1 0 0 0,-1-1 0 0 0,25 17 0 0 0,-14-16-1581 0 0,1-2-4973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2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237 0 4609 0 0,'-6'1'788'0'0,"0"0"0"0"0,0 1-1 0 0,0-1 1 0 0,0 1 0 0 0,0 1 0 0 0,1-1-1 0 0,-1 1 1 0 0,1 0 0 0 0,-1 0 0 0 0,-7 6 0 0 0,-52 44 2707 0 0,51-40-2865 0 0,0 0-1 0 0,2 1 1 0 0,-16 20 0 0 0,24-28-485 0 0,0-1 1 0 0,1 1-1 0 0,-1 0 1 0 0,1 0-1 0 0,1 0 1 0 0,-1 0-1 0 0,1 0 1 0 0,0 1-1 0 0,0-1 1 0 0,1 1-1 0 0,0-1 1 0 0,-1 14 0 0 0,3-16-108 0 0,0 0 1 0 0,0 1 0 0 0,1-1-1 0 0,-1 0 1 0 0,1 0 0 0 0,0 0-1 0 0,0-1 1 0 0,1 1 0 0 0,-1 0-1 0 0,1-1 1 0 0,0 1 0 0 0,-1-1-1 0 0,2 0 1 0 0,-1 0 0 0 0,0 0-1 0 0,1 0 1 0 0,-1-1 0 0 0,1 1-1 0 0,0-1 1 0 0,6 3 0 0 0,8 4 39 0 0,1-1 0 0 0,0 0 1 0 0,20 5-1 0 0,-8-6-60 0 0,30 11 19 0 0,-56-17-34 0 0,0 1-1 0 0,0 1 0 0 0,0-1 0 0 0,-1 0 0 0 0,1 1 0 0 0,-1 0 0 0 0,1 0 1 0 0,6 7-1 0 0,-10-8-2 0 0,0 0 0 0 0,0 0 0 0 0,0 0 0 0 0,0 0 0 0 0,-1 0 0 0 0,1 0 0 0 0,0 0 0 0 0,-1 0 0 0 0,0 0 0 0 0,1 0 0 0 0,-1 0 0 0 0,0 0 0 0 0,0 0 0 0 0,0 0 0 0 0,-1 0 0 0 0,1 0 0 0 0,0 0 0 0 0,-1 0 0 0 0,1 1 0 0 0,-1-2 0 0 0,0 1 0 0 0,0 0 0 0 0,0 0 0 0 0,-1 2 0 0 0,-2 5 0 0 0,-1 1 0 0 0,-1-1 0 0 0,-8 11 0 0 0,5-8-353 0 0,-1 0 0 0 0,0-1 1 0 0,-1 0-1 0 0,0-1 1 0 0,0 0-1 0 0,-21 14 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3.1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 3681 0 0,'0'-1'406'0'0,"1"0"0"0"0,0 0 0 0 0,0 0 0 0 0,1 0 1 0 0,-1 0-1 0 0,0 1 0 0 0,0-1 0 0 0,0 0 0 0 0,0 0 0 0 0,1 1 0 0 0,-1-1 1 0 0,0 1-1 0 0,1-1 0 0 0,-1 1 0 0 0,1 0 0 0 0,-1-1 0 0 0,0 1 0 0 0,1 0 1 0 0,-1 0-1 0 0,1 0 0 0 0,-1 0 0 0 0,0 0 0 0 0,3 1 0 0 0,-1 0 31 0 0,-1 0-1 0 0,0 0 1 0 0,1 0 0 0 0,-1 1-1 0 0,0-1 1 0 0,0 1-1 0 0,0 0 1 0 0,0-1-1 0 0,0 1 1 0 0,0 0 0 0 0,-1 0-1 0 0,3 2 1 0 0,2 5 129 0 0,-1 0 1 0 0,0 1 0 0 0,0-1-1 0 0,0 1 1 0 0,4 15-1 0 0,-1 14-419 0 0,0-1-1 0 0,-3 2 0 0 0,-1-1 0 0 0,-2 0 0 0 0,-3 44 0 0 0,-3-34-1064 0 0,3-40 69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3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9 8754 0 0,'-3'-4'193'0'0,"-5"-1"2606"0"0,0 20 3552 0 0,-1 36-6600 0 0,6 7-4311 0 0,3-37 2786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3.6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217 1 920 0 0,'-28'13'3864'0'0,"1"2"0"0"0,1 1 0 0 0,-37 30 0 0 0,55-39-3372 0 0,0 0-1 0 0,1 1 1 0 0,0 0-1 0 0,0 0 0 0 0,0 1 1 0 0,-4 9-1 0 0,8-13-472 0 0,1 0 0 0 0,-1 0 0 0 0,1 0 0 0 0,0 1 0 0 0,1-1 0 0 0,-1 1-1 0 0,1-1 1 0 0,0 1 0 0 0,1-1 0 0 0,-1 1 0 0 0,1 0 0 0 0,1 7 0 0 0,-1-9-58 0 0,1-1 1 0 0,0 0 0 0 0,0 1 0 0 0,0-1 0 0 0,0 0 0 0 0,0 1 0 0 0,1-1-1 0 0,-1 0 1 0 0,1 0 0 0 0,0 0 0 0 0,0 0 0 0 0,0 0 0 0 0,0-1-1 0 0,1 1 1 0 0,-1-1 0 0 0,1 1 0 0 0,3 2 0 0 0,4 1-301 0 0,1 1 0 0 0,0-1 1 0 0,18 7-1 0 0,-18-9 152 0 0,-1 1 0 0 0,0 0 0 0 0,16 11 0 0 0,-25-15 183 0 0,0 0 0 0 0,0 0 0 0 0,0-1 0 0 0,-1 1 0 0 0,1 0 1 0 0,0 0-1 0 0,0 0 0 0 0,-1 0 0 0 0,1 0 0 0 0,0 0 0 0 0,-1 0 0 0 0,1 0 0 0 0,-1 0 1 0 0,0 1-1 0 0,1-1 0 0 0,-1 0 0 0 0,0 0 0 0 0,1 0 0 0 0,-1 0 0 0 0,0 1 1 0 0,0-1-1 0 0,0 0 0 0 0,0 0 0 0 0,0 0 0 0 0,-1 3 0 0 0,0-1 6 0 0,0 0 1 0 0,0 0-1 0 0,-1 0 0 0 0,1 0 0 0 0,-1-1 0 0 0,0 1 0 0 0,0 0 1 0 0,0-1-1 0 0,-4 5 0 0 0,-3 2 61 0 0,-2 0-1 0 0,1-1 1 0 0,-21 12 0 0 0,-9 0-309 0 0,21-11-124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3.9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13 6913 0 0,'-5'-3'254'0'0,"-1"1"0"0"0,0 0-1 0 0,0 1 1 0 0,0-1 0 0 0,-1 1-1 0 0,-7 0 1 0 0,13 1-85 0 0,0 0 0 0 0,0 0 1 0 0,0 0-1 0 0,0 0 0 0 0,0 1 0 0 0,0-1 0 0 0,0 0 0 0 0,0 1 0 0 0,0-1 0 0 0,0 1 1 0 0,0-1-1 0 0,0 1 0 0 0,0-1 0 0 0,0 1 0 0 0,0 0 0 0 0,0-1 0 0 0,0 1 1 0 0,0 0-1 0 0,1 0 0 0 0,-1 0 0 0 0,0 0 0 0 0,1-1 0 0 0,-1 1 0 0 0,0 0 0 0 0,1 0 1 0 0,-1 0-1 0 0,1 0 0 0 0,0 1 0 0 0,-1-1 0 0 0,1 0 0 0 0,0 0 0 0 0,0 0 1 0 0,0 0-1 0 0,-1 0 0 0 0,1 0 0 0 0,0 0 0 0 0,0 1 0 0 0,1-1 0 0 0,-1 0 0 0 0,0 0 1 0 0,1 1-1 0 0,3 34 1317 0 0,2-1 0 0 0,2 0 0 0 0,12 35 0 0 0,6 25-526 0 0,0 51-512 0 0,7 164 0 0 0,-33-309-449 0 0,4 39-426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4.3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0 203 10594 0 0,'100'-35'5188'0'0,"-1"6"-3005"0"0,164-43 1400 0 0,-210 61-4966 0 0,1 2 0 0 0,108-3 1 0 0,-156 12 867 0 0,-1 0 1 0 0,1 0 0 0 0,-1-1-1 0 0,0 1 1 0 0,1-1-1 0 0,-1-1 1 0 0,0 1 0 0 0,0-1-1 0 0,0 0 1 0 0,0 0-1 0 0,0 0 1 0 0,0-1 0 0 0,-1 1-1 0 0,1-1 1 0 0,-1 0 0 0 0,7-6-1 0 0,-24 22 2772 0 0,2 1 0 0 0,-14 19 1 0 0,12-13-903 0 0,-17 36 1 0 0,23-41-1252 0 0,1 0-1 0 0,1 0 1 0 0,0 0-1 0 0,1 1 1 0 0,1 0-1 0 0,0 0 1 0 0,1 0-1 0 0,0 26 0 0 0,2-40-87 0 0,0 0-1 0 0,0 1 1 0 0,0-1-1 0 0,0 0 1 0 0,0 1-1 0 0,1-1 1 0 0,-1 0-1 0 0,1 0 1 0 0,0 1-1 0 0,-1-1 1 0 0,1 0-1 0 0,0 0 1 0 0,0 0-1 0 0,1 0 1 0 0,-1 0-1 0 0,0 0 1 0 0,1 0-1 0 0,-1-1 1 0 0,1 1-1 0 0,-1 0 1 0 0,1-1-1 0 0,0 1 1 0 0,0-1-1 0 0,0 0 0 0 0,0 1 1 0 0,0-1-1 0 0,0 0 1 0 0,0 0-1 0 0,0 0 1 0 0,0-1-1 0 0,0 1 1 0 0,1 0-1 0 0,3 0 1 0 0,-2-1 80 0 0,0 0 0 0 0,0-1-1 0 0,0 1 1 0 0,0-1 0 0 0,0 0 0 0 0,1 0 0 0 0,-1 0 0 0 0,0 0 0 0 0,-1-1 0 0 0,1 1 0 0 0,0-1 0 0 0,0 0 0 0 0,-1 0-1 0 0,1-1 1 0 0,-1 1 0 0 0,0-1 0 0 0,0 0 0 0 0,4-3 0 0 0,-1-1-24 0 0,-1 0 0 0 0,0 0 0 0 0,0-1 0 0 0,0 1 0 0 0,-1-1-1 0 0,0 0 1 0 0,-1 0 0 0 0,0-1 0 0 0,0 1 0 0 0,-1-1 0 0 0,0 1 0 0 0,0-1 0 0 0,-1 0 0 0 0,1-15 0 0 0,-3 9-14 0 0,1-1 1 0 0,-2 1-1 0 0,0 0 1 0 0,-1 0-1 0 0,0 0 1 0 0,-1 1-1 0 0,-11-27 1 0 0,-5 10-798 0 0,4 15-4971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4.6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1 119 14283 0 0,'51'18'2571'0'0,"-35"-13"-1801"0"0,0 0 1 0 0,0 2-1 0 0,0 0 0 0 0,19 12 1 0 0,-30-15-692 0 0,0-1 1 0 0,-1 1-1 0 0,1 0 1 0 0,-1 0 0 0 0,0 1-1 0 0,0-1 1 0 0,0 1-1 0 0,-1 0 1 0 0,0 0-1 0 0,0 0 1 0 0,0 0-1 0 0,-1 1 1 0 0,1-1-1 0 0,-1 1 1 0 0,0-1 0 0 0,1 12-1 0 0,-1-7-16 0 0,0 0 0 0 0,-1 0-1 0 0,0 0 1 0 0,-1 1 0 0 0,0-1 0 0 0,0 0 0 0 0,-1 1-1 0 0,-1-1 1 0 0,1 0 0 0 0,-8 20 0 0 0,9-30-37 0 0,0 1 1 0 0,0 0-1 0 0,-1 0 1 0 0,1 0-1 0 0,0 0 0 0 0,-1 0 1 0 0,1 0-1 0 0,-1-1 1 0 0,1 1-1 0 0,-1 0 1 0 0,1 0-1 0 0,-1 0 1 0 0,1-1-1 0 0,-1 1 0 0 0,0 0 1 0 0,1-1-1 0 0,-1 1 1 0 0,0-1-1 0 0,0 1 1 0 0,0-1-1 0 0,1 1 0 0 0,-1-1 1 0 0,0 1-1 0 0,0-1 1 0 0,0 0-1 0 0,0 0 1 0 0,0 1-1 0 0,0-1 1 0 0,0 0-1 0 0,0 0 0 0 0,1 0 1 0 0,-1 0-1 0 0,0 0 1 0 0,0 0-1 0 0,0 0 1 0 0,0 0-1 0 0,0-1 0 0 0,0 1 1 0 0,0 0-1 0 0,0 0 1 0 0,0-1-1 0 0,0 1 1 0 0,1-1-1 0 0,-1 1 1 0 0,0 0-1 0 0,0-1 0 0 0,0 0 1 0 0,0 0-1 0 0,-2-2 62 0 0,0 0-1 0 0,0 0 0 0 0,1 0 1 0 0,-1 0-1 0 0,1 0 0 0 0,-1-1 1 0 0,1 1-1 0 0,0-1 1 0 0,1 1-1 0 0,-3-6 0 0 0,1-4-39 0 0,0 0 0 0 0,1 0 0 0 0,1 0 0 0 0,0 0 0 0 0,1-1 0 0 0,0 1 0 0 0,1 0 0 0 0,0 0 0 0 0,1 0 0 0 0,0 0-1 0 0,1 0 1 0 0,9-22 0 0 0,-6 19-391 0 0,1 0-1 0 0,1 0 1 0 0,0 0-1 0 0,1 1 1 0 0,1 0-1 0 0,0 1 0 0 0,1 0 1 0 0,0 1-1 0 0,15-13 1 0 0,-2 4-7679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5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185 8 3889 0 0,'-1'-1'187'0'0,"-1"0"-1"0"0,1 0 1 0 0,0 0 0 0 0,-1 1-1 0 0,1-1 1 0 0,-1 0 0 0 0,0 1-1 0 0,1 0 1 0 0,-1-1 0 0 0,1 1-1 0 0,-1 0 1 0 0,0 0 0 0 0,1 0-1 0 0,-1 0 1 0 0,1 0 0 0 0,-1 0-1 0 0,0 0 1 0 0,1 1 0 0 0,-1-1-1 0 0,1 0 1 0 0,-1 1 0 0 0,0 0-1 0 0,1-1 1 0 0,0 1 0 0 0,-1 0-1 0 0,1 0 1 0 0,-1-1 0 0 0,0 3-1 0 0,-4 0 657 0 0,0 1-1 0 0,0 1 1 0 0,0-1-1 0 0,-9 11 1 0 0,2 0 360 0 0,2 1 0 0 0,-1 0 1 0 0,-10 22-1 0 0,18-30-859 0 0,0-1-1 0 0,0 1 1 0 0,1 0 0 0 0,1 0-1 0 0,-1 1 1 0 0,1-1 0 0 0,1 1-1 0 0,-1-1 1 0 0,1 17 0 0 0,1-21-315 0 0,1 0 1 0 0,0 0-1 0 0,0 0 1 0 0,0-1 0 0 0,0 1-1 0 0,1 0 1 0 0,0 0-1 0 0,-1-1 1 0 0,1 1 0 0 0,1-1-1 0 0,-1 0 1 0 0,0 0-1 0 0,1 1 1 0 0,0-2 0 0 0,0 1-1 0 0,0 0 1 0 0,0 0-1 0 0,0-1 1 0 0,6 4 0 0 0,7 4 33 0 0,2-1 0 0 0,34 13 1 0 0,-9-4 5 0 0,-41-17-64 0 0,0 0 1 0 0,1 0-1 0 0,-1 0 1 0 0,0 0 0 0 0,0 1-1 0 0,0-1 1 0 0,0 1 0 0 0,0-1-1 0 0,0 1 1 0 0,0 0 0 0 0,0 0-1 0 0,-1 0 1 0 0,1 0-1 0 0,-1 0 1 0 0,1 0 0 0 0,-1 0-1 0 0,0 0 1 0 0,0 0 0 0 0,0 1-1 0 0,0-1 1 0 0,0 1 0 0 0,0-1-1 0 0,-1 1 1 0 0,1-1-1 0 0,-1 1 1 0 0,0-1 0 0 0,0 1-1 0 0,0-1 1 0 0,0 1 0 0 0,0-1-1 0 0,0 1 1 0 0,-1-1 0 0 0,1 1-1 0 0,-1-1 1 0 0,1 1-1 0 0,-1-1 1 0 0,0 0 0 0 0,0 1-1 0 0,-1-1 1 0 0,1 0 0 0 0,0 0-1 0 0,-2 3 1 0 0,-5 6 43 0 0,0 0 0 0 0,-1-1 0 0 0,0 0 0 0 0,0 0 0 0 0,-1-1 0 0 0,-17 13 0 0 0,4-6-498 0 0,-1 0 1 0 0,-33 16-1 0 0,22-16-7347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0:55.1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0 12899 0 0,'-2'2'288'0'0,"-2"-2"56"0"0,1 0 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38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157 50 6913 0 0,'-1'-4'392'0'0,"1"0"-1"0"0,0 0 0 0 0,1 0 1 0 0,-1 0-1 0 0,1 1 0 0 0,-1-1 1 0 0,3-4-1 0 0,-3 7-262 0 0,0 0-1 0 0,0 1 1 0 0,0-1 0 0 0,0 0-1 0 0,0 1 1 0 0,0-1-1 0 0,1 1 1 0 0,-1-1 0 0 0,0 1-1 0 0,0-1 1 0 0,1 0 0 0 0,-1 1-1 0 0,0-1 1 0 0,1 1 0 0 0,-1-1-1 0 0,0 1 1 0 0,1-1-1 0 0,-1 1 1 0 0,1 0 0 0 0,-1-1-1 0 0,1 1 1 0 0,-1-1 0 0 0,1 1-1 0 0,-1 0 1 0 0,1 0 0 0 0,-1-1-1 0 0,1 1 1 0 0,0 0-1 0 0,-1 0 1 0 0,1 0 0 0 0,-1-1-1 0 0,1 1 1 0 0,0 0 0 0 0,-1 0-1 0 0,1 0 1 0 0,0 0-1 0 0,-1 0 1 0 0,1 0 0 0 0,-1 0-1 0 0,1 0 1 0 0,0 1 0 0 0,-1-1-1 0 0,1 0 1 0 0,-1 0 0 0 0,1 0-1 0 0,0 1 1 0 0,-1-1-1 0 0,1 0 1 0 0,-1 1 0 0 0,1-1-1 0 0,-1 0 1 0 0,1 1 0 0 0,0 0-1 0 0,0 0 25 0 0,0 1-1 0 0,0-1 0 0 0,0 0 0 0 0,0 1 1 0 0,0-1-1 0 0,0 1 0 0 0,-1 0 0 0 0,1-1 1 0 0,0 1-1 0 0,-1 0 0 0 0,1-1 0 0 0,-1 1 1 0 0,0 0-1 0 0,0 0 0 0 0,1-1 0 0 0,-1 1 1 0 0,-1 3-1 0 0,-3 33 605 0 0,3-31-589 0 0,-64 262 1465 0 0,31-146-1488 0 0,-12 105-7 0 0,11-46-891 0 0,25-149-1881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38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 6449 0 0,'2'-3'76'0'0,"-1"-1"0"0"0,1 2 0 0 0,0-1 0 0 0,-1 0-1 0 0,1 0 1 0 0,1 0 0 0 0,-1 1 0 0 0,0-1 0 0 0,0 1-1 0 0,1 0 1 0 0,0 0 0 0 0,-1 0 0 0 0,1 0 0 0 0,6-3-1 0 0,-7 4 107 0 0,1 1-1 0 0,-1-1 0 0 0,1 1 1 0 0,-1 0-1 0 0,1-1 0 0 0,-1 1 1 0 0,1 0-1 0 0,0 1 0 0 0,-1-1 1 0 0,1 0-1 0 0,-1 1 0 0 0,1 0 1 0 0,-1-1-1 0 0,0 1 0 0 0,1 0 1 0 0,-1 0-1 0 0,0 0 0 0 0,0 1 1 0 0,1-1-1 0 0,3 3 0 0 0,8 8 879 0 0,1 0 0 0 0,-1 0 0 0 0,-1 1-1 0 0,19 24 1 0 0,41 65 1434 0 0,-57-78-2006 0 0,157 264 2384 0 0,-74-88-4061 0 0,-94-186-1888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38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56 10138 0 0,'-1'0'26'0'0,"1"0"-1"0"0,-1 0 1 0 0,1 1-1 0 0,0-1 1 0 0,-1 0-1 0 0,1 0 0 0 0,0 0 1 0 0,0 1-1 0 0,-1-1 1 0 0,1 0-1 0 0,0 0 1 0 0,-1 1-1 0 0,1-1 1 0 0,0 0-1 0 0,0 0 1 0 0,0 1-1 0 0,-1-1 1 0 0,1 0-1 0 0,0 1 1 0 0,0-1-1 0 0,0 0 0 0 0,0 1 1 0 0,-1-1-1 0 0,1 1 1 0 0,0-1-1 0 0,0 0 1 0 0,0 1-1 0 0,0-1 1 0 0,0 0-1 0 0,0 1 1 0 0,0-1-1 0 0,0 1 1 0 0,0-1-1 0 0,0 0 1 0 0,0 1-1 0 0,1-1 1 0 0,-1 0-1 0 0,0 1 0 0 0,0-1 1 0 0,0 0-1 0 0,0 1 1 0 0,0-1-1 0 0,1 1 1 0 0,19 7 781 0 0,28-2 352 0 0,-35-6-829 0 0,-1-1 0 0 0,1 0 0 0 0,0-1 0 0 0,0 0 0 0 0,-1-1 0 0 0,14-4-1 0 0,71-33-379 0 0,-58 23-1352 0 0,-16 6 579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38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0 12899 0 0,'-2'1'227'0'0,"0"0"0"0"0,0 0 0 0 0,-1 0 0 0 0,1 0 0 0 0,0 0 0 0 0,0 0 0 0 0,0 0 0 0 0,0 1 1 0 0,0-1-1 0 0,1 1 0 0 0,-1-1 0 0 0,0 1 0 0 0,1 0 0 0 0,-1 0 0 0 0,1 0 0 0 0,-1 0 0 0 0,1 0 0 0 0,0 0 0 0 0,0 0 1 0 0,0 0-1 0 0,0 0 0 0 0,0 1 0 0 0,1-1 0 0 0,-1 0 0 0 0,1 1 0 0 0,-1-1 0 0 0,1 0 0 0 0,0 5 0 0 0,-1 9 618 0 0,1 0 0 0 0,1 0 0 0 0,3 22 0 0 0,-1-14-1009 0 0,2 49-229 0 0,12 102 1769 0 0,0-89-3176 0 0,9-2-4233 0 0,-17-64-791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38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11979 0 0,'0'-1'133'0'0,"0"0"0"0"0,0 0 0 0 0,1-1 0 0 0,-1 1 0 0 0,1 0 0 0 0,-1 0 1 0 0,1 0-1 0 0,-1 0 0 0 0,1-1 0 0 0,0 1 0 0 0,0 0 0 0 0,-1 0 0 0 0,1 0 1 0 0,0 0-1 0 0,0 1 0 0 0,0-1 0 0 0,0 0 0 0 0,0 0 0 0 0,0 0 0 0 0,0 1 1 0 0,1-1-1 0 0,-1 1 0 0 0,0-1 0 0 0,0 1 0 0 0,0-1 0 0 0,1 1 0 0 0,-1 0 1 0 0,0-1-1 0 0,0 1 0 0 0,1 0 0 0 0,-1 0 0 0 0,0 0 0 0 0,0 0 0 0 0,1 0 1 0 0,-1 0-1 0 0,0 0 0 0 0,1 1 0 0 0,-1-1 0 0 0,0 0 0 0 0,0 1 0 0 0,0-1 1 0 0,1 1-1 0 0,-1-1 0 0 0,0 1 0 0 0,0 0 0 0 0,0-1 0 0 0,0 1 0 0 0,0 0 1 0 0,0 0-1 0 0,0 0 0 0 0,0 0 0 0 0,0 0 0 0 0,0 0 0 0 0,-1 0 0 0 0,1 0 1 0 0,0 0-1 0 0,-1 0 0 0 0,1 0 0 0 0,-1 0 0 0 0,1 2 0 0 0,4 6 270 0 0,-1 1 0 0 0,0-1-1 0 0,-1 1 1 0 0,0 0 0 0 0,0 0 0 0 0,-1 0-1 0 0,1 16 1 0 0,0 77 52 0 0,-3-84-292 0 0,3 80 78 0 0,-3 60-3017 0 0,-1-132-4946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0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0 168 8754 0 0,'2'-10'4873'0'0,"-2"10"-4768"0"0,0-1 1 0 0,0 1 0 0 0,1 0 0 0 0,17 5 3514 0 0,11 13-2697 0 0,27 20-1 0 0,-46-30-829 0 0,-1-1 0 0 0,0 1-1 0 0,0 1 1 0 0,-1 0 0 0 0,0 0 0 0 0,13 20-1 0 0,-21-28-92 0 0,0 0 1 0 0,1 0-1 0 0,-1 0 0 0 0,1 0 0 0 0,-1 0 0 0 0,1 0 0 0 0,0 0 0 0 0,-1 0 0 0 0,1 0 0 0 0,0 0 0 0 0,-1 0 0 0 0,1-1 1 0 0,0 1-1 0 0,0 0 0 0 0,0 0 0 0 0,0-1 0 0 0,0 1 0 0 0,0-1 0 0 0,2 2 0 0 0,-1-3-2 0 0,0 0 0 0 0,-1 0 0 0 0,1 0 0 0 0,0 0 0 0 0,0 0 0 0 0,-1 0 0 0 0,1-1 0 0 0,-1 1 0 0 0,1 0 0 0 0,-1-1 0 0 0,2-2 0 0 0,14-15-192 0 0,0-2 1 0 0,-2 0-1 0 0,-1-1 1 0 0,0 0-1 0 0,10-25 1 0 0,-11 21 146 0 0,1 0 1 0 0,2 1 0 0 0,26-35 0 0 0,-41 60 82 0 0,-1-1 0 0 0,0 1 0 0 0,1-1 1 0 0,-1 1-1 0 0,1-1 0 0 0,-1 0 0 0 0,1 1 0 0 0,0-1 0 0 0,-1 1 0 0 0,1 0 1 0 0,-1-1-1 0 0,1 1 0 0 0,0 0 0 0 0,-1-1 0 0 0,1 1 0 0 0,0 0 0 0 0,-1-1 1 0 0,1 1-1 0 0,0 0 0 0 0,-1 0 0 0 0,1 0 0 0 0,0 0 0 0 0,0 0 0 0 0,-1 0 1 0 0,1 0-1 0 0,0 0 0 0 0,0 0 0 0 0,-1 0 0 0 0,1 0 0 0 0,1 1 0 0 0,-1 0 47 0 0,1 0 0 0 0,-1 0 0 0 0,0 0-1 0 0,1 1 1 0 0,-1-1 0 0 0,0 0-1 0 0,0 1 1 0 0,0-1 0 0 0,0 1 0 0 0,0-1-1 0 0,-1 1 1 0 0,2 2 0 0 0,1 5 202 0 0,0 0 1 0 0,0 0 0 0 0,2 18-1 0 0,-4 5-3 0 0,-1 1-1 0 0,-7 52 1 0 0,4-58-1020 0 0,1 1 1 0 0,1-1 0 0 0,1 1-1 0 0,5 37 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0.3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6449 0 0,'0'0'298'0'0,"12"27"2478"0"0,-8-13-1320 0 0,1 0 0 0 0,0-1 0 0 0,1 0 0 0 0,1 0-1 0 0,11 18 1 0 0,-15-27-1315 0 0,1 0 1 0 0,-1-1-1 0 0,1 1 0 0 0,-1-1 0 0 0,1 0 0 0 0,0 0 0 0 0,0 0 0 0 0,0-1 0 0 0,0 1 1 0 0,1-1-1 0 0,-1 0 0 0 0,1 0 0 0 0,-1-1 0 0 0,1 1 0 0 0,0-1 0 0 0,-1 0 0 0 0,1 0 0 0 0,0-1 1 0 0,0 1-1 0 0,6-1 0 0 0,-3-1-106 0 0,0 1 1 0 0,0-1-1 0 0,0-1 1 0 0,0 1-1 0 0,0-1 1 0 0,0-1-1 0 0,-1 0 1 0 0,1 0-1 0 0,-1 0 1 0 0,0-1-1 0 0,1 0 1 0 0,-2 0-1 0 0,1-1 1 0 0,10-8 0 0 0,-13 9-3 0 0,0 0 1 0 0,0 0 0 0 0,0-1 0 0 0,0 1 0 0 0,-1-1 0 0 0,0 0 0 0 0,0 0 0 0 0,0 0 0 0 0,-1 0 0 0 0,0 0 0 0 0,0-1 0 0 0,0 1-1 0 0,0-1 1 0 0,-1 1 0 0 0,0-1 0 0 0,0 0 0 0 0,-1 0 0 0 0,1 1 0 0 0,-1-1 0 0 0,0 0 0 0 0,-2-7 0 0 0,0 4 12 0 0,0 1 1 0 0,0-1-1 0 0,-1 1 1 0 0,0 0-1 0 0,-1 0 1 0 0,0 0-1 0 0,0 0 1 0 0,-1 0-1 0 0,0 1 1 0 0,0 0-1 0 0,-1 0 1 0 0,0 1-1 0 0,0-1 1 0 0,0 1 0 0 0,-11-8-1 0 0,13 11-76 0 0,-1 0 0 0 0,0 1 0 0 0,1-1 0 0 0,-1 1 1 0 0,0-1-1 0 0,0 2 0 0 0,-1-1 0 0 0,1 0 0 0 0,0 1 0 0 0,0 0 0 0 0,-1 0 0 0 0,1 1 1 0 0,-1-1-1 0 0,1 1 0 0 0,-1 1 0 0 0,1-1 0 0 0,0 1 0 0 0,-1-1 0 0 0,1 2 0 0 0,0-1 0 0 0,-1 0 1 0 0,1 1-1 0 0,0 0 0 0 0,0 0 0 0 0,0 1 0 0 0,-5 3 0 0 0,2-1-462 0 0,1 1 0 0 0,0-1 0 0 0,1 1 0 0 0,0 0 0 0 0,-1 1 0 0 0,2 0 1 0 0,-10 13-1 0 0,0 5-6321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0.8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66 473 2304 0 0,'29'-35'2421'0'0,"-28"34"-2054"0"0,0-1 0 0 0,0 0-1 0 0,0 1 1 0 0,0-1 0 0 0,0 0 0 0 0,0 0-1 0 0,-1 1 1 0 0,1-1 0 0 0,-1 0 0 0 0,1 0-1 0 0,-1 0 1 0 0,0 0 0 0 0,1 0 0 0 0,-1 0-1 0 0,0 0 1 0 0,0 0 0 0 0,-1 0-1 0 0,1 0 1 0 0,0 0 0 0 0,-1-2 0 0 0,0 4-214 0 0,0-1 0 0 0,1 0 1 0 0,-1 1-1 0 0,0-1 0 0 0,1 0 0 0 0,-1 1 1 0 0,0-1-1 0 0,0 1 0 0 0,0 0 1 0 0,0-1-1 0 0,0 1 0 0 0,0 0 0 0 0,1-1 1 0 0,-1 1-1 0 0,0 0 0 0 0,0 0 1 0 0,0 0-1 0 0,0 0 0 0 0,0 0 0 0 0,0 0 1 0 0,0 0-1 0 0,0 0 0 0 0,0 0 1 0 0,0 0-1 0 0,0 1 0 0 0,0-1 1 0 0,0 0-1 0 0,0 1 0 0 0,1-1 0 0 0,-1 1 1 0 0,-2 0-1 0 0,-26 16 1447 0 0,25-13-1494 0 0,-1 1 0 0 0,1 0 0 0 0,1 0 0 0 0,-1 0 0 0 0,1 0 0 0 0,0 1 0 0 0,0 0 0 0 0,0-1 0 0 0,1 1 0 0 0,0 0 0 0 0,0 0 0 0 0,0 0 1 0 0,1 0-1 0 0,0 0 0 0 0,0 1 0 0 0,1-1 0 0 0,0 7 0 0 0,-1-5-57 0 0,1 0 1 0 0,1 0-1 0 0,0-1 0 0 0,0 1 1 0 0,0 0-1 0 0,1 0 1 0 0,0-1-1 0 0,0 1 0 0 0,1-1 1 0 0,0 0-1 0 0,1 0 1 0 0,-1 0-1 0 0,8 9 1 0 0,-10-14-63 0 0,0 0 0 0 0,0-1 0 0 0,0 1 0 0 0,0-1 0 0 0,1 1 0 0 0,-1-1 0 0 0,1 0 0 0 0,-1 1 0 0 0,1-1 0 0 0,0 0 0 0 0,-1 0 0 0 0,1 0 0 0 0,0 0 0 0 0,0-1 0 0 0,-1 1 0 0 0,1 0 0 0 0,0-1 0 0 0,0 1 0 0 0,0-1 0 0 0,0 0 0 0 0,0 1 0 0 0,0-1 0 0 0,0 0 0 0 0,0 0 0 0 0,0 0 0 0 0,0-1 0 0 0,0 1 0 0 0,0 0 0 0 0,0-1 0 0 0,0 1 0 0 0,0-1 0 0 0,-1 0 0 0 0,1 0 0 0 0,0 0 0 0 0,0 0 0 0 0,-1 0 0 0 0,1 0 0 0 0,0 0 0 0 0,-1 0 0 0 0,1 0 0 0 0,1-2 0 0 0,2-3-122 0 0,0 0 1 0 0,0 0 0 0 0,0 0 0 0 0,-1 0-1 0 0,0-1 1 0 0,0 1 0 0 0,-1-1 0 0 0,1 0-1 0 0,2-10 1 0 0,-1-4-259 0 0,0 1 0 0 0,-2-1 0 0 0,0 0 0 0 0,-1 0 0 0 0,-2-1 0 0 0,0 1 0 0 0,-4-29 0 0 0,-34-151-430 0 0,4 40 4145 0 0,33 154-633 0 0,2 23-1671 0 0,5 27-615 0 0,28 78-147 0 0,5-1-1 0 0,87 180 1 0 0,-112-272-1436 0 0,1 0-4351 0 0,1-4-1848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1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1 399 5985 0 0,'1'1'89'0'0,"0"-1"-1"0"0,0 0 0 0 0,0 0 1 0 0,0 0-1 0 0,0 0 1 0 0,1 1-1 0 0,-1-2 0 0 0,0 1 1 0 0,0 0-1 0 0,0 0 0 0 0,0 0 1 0 0,0 0-1 0 0,0-1 1 0 0,0 1-1 0 0,0-1 0 0 0,0 1 1 0 0,0-1-1 0 0,0 1 1 0 0,0-1-1 0 0,1 0 0 0 0,27-17 2550 0 0,-23 14-2221 0 0,15-9 1097 0 0,-2-2 1 0 0,0 0 0 0 0,-1 0-1 0 0,0-2 1 0 0,27-33 0 0 0,-36 38-1380 0 0,0 0 0 0 0,0-1 0 0 0,-1 0 1 0 0,-1 0-1 0 0,0 0 0 0 0,-1-1 0 0 0,-1 0 1 0 0,0-1-1 0 0,-1 1 0 0 0,4-22 0 0 0,-7 33-125 0 0,-1 0-1 0 0,0 0 1 0 0,1 0-1 0 0,-1 0 1 0 0,0 0-1 0 0,-1 0 1 0 0,1 0-1 0 0,0 0 1 0 0,-1 0 0 0 0,0 0-1 0 0,1 1 1 0 0,-1-1-1 0 0,0 0 1 0 0,-1 0-1 0 0,1 1 1 0 0,0-1-1 0 0,-1 1 1 0 0,1-1-1 0 0,-1 1 1 0 0,0 0-1 0 0,0-1 1 0 0,0 1-1 0 0,0 0 1 0 0,-4-3 0 0 0,3 4 12 0 0,0 0 0 0 0,0-1 0 0 0,0 1 0 0 0,0 0 0 0 0,-1 1 0 0 0,1-1 0 0 0,0 0 0 0 0,0 1 0 0 0,-1 0 0 0 0,1 0 0 0 0,0 0 0 0 0,-1 0 0 0 0,1 0 0 0 0,0 1 0 0 0,0-1 0 0 0,-1 1 0 0 0,1 0 0 0 0,0 0 0 0 0,0 0 0 0 0,0 1 0 0 0,-4 2 0 0 0,-2 1-13 0 0,1 0-1 0 0,-1 1 0 0 0,1 0 1 0 0,1 0-1 0 0,0 1 1 0 0,0 0-1 0 0,0 1 1 0 0,0-1-1 0 0,1 1 1 0 0,1 1-1 0 0,-1-1 1 0 0,1 1-1 0 0,1 0 1 0 0,0 0-1 0 0,0 0 0 0 0,0 0 1 0 0,2 1-1 0 0,-1 0 1 0 0,1-1-1 0 0,0 1 1 0 0,0 19-1 0 0,1-17-15 0 0,1 0 0 0 0,0 0 0 0 0,0 0-1 0 0,2 0 1 0 0,-1-1 0 0 0,2 1 0 0 0,-1 0-1 0 0,2-1 1 0 0,-1 1 0 0 0,2-1 0 0 0,-1 0-1 0 0,1-1 1 0 0,1 1 0 0 0,0-1 0 0 0,1 0 0 0 0,0 0-1 0 0,16 17 1 0 0,-15-19-152 0 0,1-1 0 0 0,0 1-1 0 0,0-2 1 0 0,1 1 0 0 0,-1-1 0 0 0,1-1-1 0 0,1 1 1 0 0,-1-2 0 0 0,1 0 0 0 0,0 0 0 0 0,0-1-1 0 0,0 0 1 0 0,0-1 0 0 0,12 2 0 0 0,14-4-6996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1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140 19 5529 0 0,'-16'-3'139'0'0,"-2"-7"4957"0"0,17 9-4540 0 0,0 1 1 0 0,-1-1-1 0 0,1 0 0 0 0,0 1 0 0 0,-1-1 0 0 0,1 1 0 0 0,-1 0 0 0 0,1-1 1 0 0,-1 1-1 0 0,1 0 0 0 0,-1 0 0 0 0,1 0 0 0 0,-2 0 0 0 0,1 1-433 0 0,1-1 0 0 0,-1 1 0 0 0,1 0 0 0 0,0-1 0 0 0,0 1 0 0 0,-1 0 0 0 0,1 0 0 0 0,0 0 0 0 0,0 0 0 0 0,0 0 0 0 0,0 0 0 0 0,0 1 0 0 0,0-1 0 0 0,-1 2 0 0 0,-7 9 186 0 0,0 1-1 0 0,0 1 0 0 0,2 0 1 0 0,-1 0-1 0 0,2 1 1 0 0,-6 17-1 0 0,11-27-297 0 0,-1 0 0 0 0,1 0 0 0 0,1 0 0 0 0,-1 0 0 0 0,1 1 0 0 0,0-1 0 0 0,0 0 0 0 0,0 0-1 0 0,1 1 1 0 0,0-1 0 0 0,0 0 0 0 0,0 0 0 0 0,1 0 0 0 0,0 0 0 0 0,-1 0 0 0 0,2-1 0 0 0,-1 1-1 0 0,1 0 1 0 0,-1-1 0 0 0,1 0 0 0 0,0 1 0 0 0,6 5 0 0 0,12 10 11 0 0,1-1 1 0 0,42 28-1 0 0,-43-33-8 0 0,-1 1 0 0 0,-1 0-1 0 0,0 1 1 0 0,23 27 0 0 0,-40-41-22 0 0,0 1 0 0 0,0 0 0 0 0,0-1 0 0 0,-1 1 0 0 0,1 0 0 0 0,-1 0 0 0 0,1 0 0 0 0,-1 0 0 0 0,0 0 0 0 0,-1 0 0 0 0,1 0 0 0 0,0 1 0 0 0,-1-1 0 0 0,0 0 0 0 0,1 0 0 0 0,-1 0 0 0 0,-1 1 0 0 0,1-1 0 0 0,0 0 0 0 0,-1 0 0 0 0,0 1 0 0 0,1-1 0 0 0,-1 0 0 0 0,-1 0 0 0 0,1 0 0 0 0,0 0 0 0 0,-1 0 0 0 0,1-1 0 0 0,-1 1 0 0 0,0 0 0 0 0,-4 4 0 0 0,-6 6-40 0 0,0 0 0 0 0,-1-1 0 0 0,-1 0 0 0 0,-23 15 0 0 0,26-19-2 0 0,-57 37-1661 0 0,35-24-5698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2.5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400 76 9674 0 0,'0'-3'270'0'0,"0"0"-1"0"0,0 0 1 0 0,-1 0 0 0 0,1 0-1 0 0,-1 0 1 0 0,0 0 0 0 0,0 0-1 0 0,0 0 1 0 0,0 0 0 0 0,-1 0-1 0 0,1 0 1 0 0,-1 1 0 0 0,0-1-1 0 0,0 1 1 0 0,0-1 0 0 0,0 1-1 0 0,0 0 1 0 0,0-1 0 0 0,0 1 0 0 0,-1 0-1 0 0,1 1 1 0 0,-1-1 0 0 0,0 0-1 0 0,1 1 1 0 0,-1-1 0 0 0,0 1-1 0 0,0 0 1 0 0,-6-2 0 0 0,3 2-73 0 0,0-1 1 0 0,0 1 0 0 0,0 0 0 0 0,0 1 0 0 0,-1-1 0 0 0,1 1-1 0 0,0 0 1 0 0,0 1 0 0 0,-1 0 0 0 0,1 0 0 0 0,0 0 0 0 0,0 0-1 0 0,-10 5 1 0 0,1 2-146 0 0,0 1 0 0 0,0 0-1 0 0,1 1 1 0 0,0 1 0 0 0,1 0 0 0 0,0 1-1 0 0,1 0 1 0 0,1 1 0 0 0,-1 0 0 0 0,2 1-1 0 0,0 1 1 0 0,1-1 0 0 0,-12 25-1 0 0,10-15-117 0 0,1 0-1 0 0,1 1 0 0 0,1 0 1 0 0,1 0-1 0 0,1 0 0 0 0,1 1 1 0 0,2 0-1 0 0,-1 35 0 0 0,4-54-57 0 0,0 1-1 0 0,1-1 1 0 0,0 1 0 0 0,0-1-1 0 0,0 0 1 0 0,1 0-1 0 0,0 0 1 0 0,1 0-1 0 0,3 7 1 0 0,-5-12 34 0 0,0 0 0 0 0,0 0-1 0 0,0-1 1 0 0,0 1 0 0 0,1 0 0 0 0,-1-1 0 0 0,1 0 0 0 0,-1 1 0 0 0,1-1-1 0 0,-1 0 1 0 0,1 1 0 0 0,0-1 0 0 0,-1 0 0 0 0,1 0 0 0 0,0-1-1 0 0,0 1 1 0 0,0 0 0 0 0,0 0 0 0 0,0-1 0 0 0,0 0 0 0 0,0 1 0 0 0,0-1-1 0 0,0 0 1 0 0,0 0 0 0 0,0 0 0 0 0,0 0 0 0 0,0 0 0 0 0,0 0-1 0 0,0-1 1 0 0,0 1 0 0 0,0-1 0 0 0,0 1 0 0 0,0-1 0 0 0,0 0 0 0 0,-1 1-1 0 0,1-1 1 0 0,2-2 0 0 0,5-2-279 0 0,-1-1-1 0 0,1 1 1 0 0,-1-2-1 0 0,0 1 1 0 0,-1-1 0 0 0,0 0-1 0 0,0-1 1 0 0,-1 0-1 0 0,11-16 1 0 0,0-4-517 0 0,24-52 1 0 0,-32 57 784 0 0,-1 1 0 0 0,-1-2 0 0 0,-1 1 1 0 0,-1 0-1 0 0,2-32 0 0 0,-2-33 1564 0 0,-4 0 4918 0 0,12 112-2997 0 0,31 44-2711 0 0,4-2 1 0 0,88 96-1 0 0,-117-141-834 0 0,35 37 269 0 0,-15-26-3618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2.7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10138 0 0,'-1'0'47'0'0,"1"0"0"0"0,0 0 0 0 0,0 0 0 0 0,-1 0 0 0 0,1 0 0 0 0,0 0 0 0 0,0 0 0 0 0,-1 0 0 0 0,1 1 0 0 0,0-1 0 0 0,0 0 0 0 0,0 0 0 0 0,-1 0 1 0 0,1 0-1 0 0,0 0 0 0 0,0 0 0 0 0,0 1 0 0 0,-1-1 0 0 0,1 0 0 0 0,0 0 0 0 0,0 0 0 0 0,0 1 0 0 0,0-1 0 0 0,-1 0 0 0 0,1 0 0 0 0,0 1 0 0 0,0-1 0 0 0,0 0 0 0 0,0 0 0 0 0,0 0 0 0 0,0 1 0 0 0,0-1 0 0 0,0 0 0 0 0,0 0 0 0 0,0 1 0 0 0,0-1 0 0 0,2 15 1243 0 0,12 23 785 0 0,-10-28-1135 0 0,34 84 3186 0 0,29 44-2046 0 0,-55-118-1938 0 0,0 0 0 0 0,2-1-1 0 0,21 22 1 0 0,11 17-1221 0 0,-45-51-630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3.0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85 5985 0 0,'0'-2'95'0'0,"0"1"0"0"0,0-1 0 0 0,0 1 0 0 0,0-1-1 0 0,0 1 1 0 0,0-1 0 0 0,1 1 0 0 0,-1 0 0 0 0,1-1 0 0 0,-1 1-1 0 0,1-1 1 0 0,0 1 0 0 0,-1 0 0 0 0,1 0 0 0 0,0-1 0 0 0,0 1-1 0 0,0 0 1 0 0,0 0 0 0 0,0 0 0 0 0,0 0 0 0 0,0 0 0 0 0,0 0-1 0 0,0 0 1 0 0,0 0 0 0 0,1 1 0 0 0,1-2 0 0 0,42-22 3030 0 0,-39 21-2976 0 0,3-1 366 0 0,-1 0 1 0 0,1 1-1 0 0,-1 0 1 0 0,1 0-1 0 0,0 1 0 0 0,0 1 1 0 0,0-1-1 0 0,0 1 1 0 0,0 1-1 0 0,18 1 0 0 0,-24-1-380 0 0,1 1-1 0 0,-1-1 1 0 0,0 1-1 0 0,1 0 1 0 0,-1 1-1 0 0,0-1 0 0 0,0 0 1 0 0,0 1-1 0 0,0 0 1 0 0,0 0-1 0 0,0 0 1 0 0,-1 0-1 0 0,1 0 0 0 0,0 0 1 0 0,-1 1-1 0 0,0-1 1 0 0,1 1-1 0 0,-1 0 1 0 0,0-1-1 0 0,-1 1 1 0 0,1 0-1 0 0,0 0 0 0 0,-1 0 1 0 0,1 1-1 0 0,-1-1 1 0 0,0 0-1 0 0,0 0 1 0 0,-1 1-1 0 0,1-1 0 0 0,-1 1 1 0 0,1 5-1 0 0,-1 2-98 0 0,-1 0-1 0 0,0-1 0 0 0,-1 1 1 0 0,0-1-1 0 0,0 1 0 0 0,-1-1 1 0 0,0 0-1 0 0,-1 0 1 0 0,0 0-1 0 0,-1 0 0 0 0,0-1 1 0 0,-7 11-1 0 0,7-13-1129 0 0,0 0 0 0 0,0-1 0 0 0,-1 1 0 0 0,0-1 0 0 0,-8 6 0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3.2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0,'3'0'265'0'0,"0"1"0"0"0,0-1 0 0 0,0 1 0 0 0,-1 0 0 0 0,1 0 0 0 0,0 0 0 0 0,-1 1 0 0 0,1-1 0 0 0,0 1-1 0 0,-1-1 1 0 0,0 1 0 0 0,5 3 0 0 0,25 28 2634 0 0,-28-29-2874 0 0,6 8 408 0 0,-1 0-1 0 0,0 1 0 0 0,0 0 0 0 0,-2 0 1 0 0,1 1-1 0 0,-2 0 0 0 0,0 0 0 0 0,0 0 1 0 0,-2 1-1 0 0,0 0 0 0 0,3 20 1 0 0,-1 15 511 0 0,-2 0 0 0 0,-3 56 1 0 0,-1-76-298 0 0,-3-15-2072 0 0,3-18 177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3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1 102 6913 0 0,'43'-18'1162'0'0,"1"1"-1"0"0,0 3 0 0 0,67-13 0 0 0,-64 16 597 0 0,-40 9-1385 0 0,59-9 2103 0 0,-63 10-2296 0 0,0 1 0 0 0,0-1 0 0 0,0 1 0 0 0,0 0 0 0 0,0 0 0 0 0,0 1 0 0 0,-1-1 1 0 0,1 1-1 0 0,0-1 0 0 0,0 1 0 0 0,0 0 0 0 0,-1 0 0 0 0,1 0 0 0 0,0 0 0 0 0,-1 0 0 0 0,1 1 1 0 0,-1-1-1 0 0,1 1 0 0 0,2 2 0 0 0,-4-2-95 0 0,0 0 0 0 0,0 1 0 0 0,-1-1 1 0 0,1 0-1 0 0,0 1 0 0 0,-1-1 0 0 0,1 0 0 0 0,-1 1 0 0 0,0-1 1 0 0,0 1-1 0 0,0-1 0 0 0,0 0 0 0 0,0 1 0 0 0,0-1 1 0 0,-1 1-1 0 0,1-1 0 0 0,-1 0 0 0 0,0 1 0 0 0,1-1 0 0 0,-1 0 1 0 0,-2 4-1 0 0,-28 49 284 0 0,27-48-294 0 0,-18 23 22 0 0,0 0 0 0 0,-35 35 1 0 0,10-17-2777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3.7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0 103 10138 0 0,'1'-7'286'0'0,"0"-1"0"0"0,1 1 0 0 0,0 0 0 0 0,0 0 0 0 0,0 0 0 0 0,7-11 0 0 0,-8 15 50 0 0,1 0-1 0 0,-1 0 1 0 0,1 0-1 0 0,0 0 1 0 0,1 1 0 0 0,-1-1-1 0 0,0 1 1 0 0,1-1-1 0 0,-1 1 1 0 0,1 0 0 0 0,0 0-1 0 0,-1 0 1 0 0,1 0-1 0 0,0 1 1 0 0,0-1 0 0 0,6-1-1 0 0,-8 3-201 0 0,0-1 0 0 0,0 1 0 0 0,0 0 1 0 0,0 0-1 0 0,0 0 0 0 0,1 1 0 0 0,-1-1 0 0 0,0 0 0 0 0,0 0 0 0 0,0 0 0 0 0,0 1 0 0 0,0-1 1 0 0,0 1-1 0 0,0-1 0 0 0,0 1 0 0 0,0-1 0 0 0,0 1 0 0 0,0 0 0 0 0,0-1 0 0 0,0 1 0 0 0,0 0 1 0 0,0 0-1 0 0,-1 0 0 0 0,1 0 0 0 0,0-1 0 0 0,-1 1 0 0 0,1 0 0 0 0,0 2 0 0 0,16 32 327 0 0,-13-25-97 0 0,14 32-92 0 0,15 37-108 0 0,3-2 1 0 0,71 111 0 0 0,-101-180-240 0 0,0 1 1 0 0,0-1-1 0 0,1-1 1 0 0,15 13-1 0 0,-19-17-150 0 0,0-1 0 0 0,0 0-1 0 0,0 0 1 0 0,0 0 0 0 0,1 0 0 0 0,-1-1 0 0 0,1 1 0 0 0,-1-1-1 0 0,1 0 1 0 0,0 0 0 0 0,0 0 0 0 0,-1-1 0 0 0,1 1 0 0 0,0-1-1 0 0,0 0 1 0 0,5 0 0 0 0,6-3-991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4.3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81 9218 0 0,'-19'-24'7802'0'0,"21"39"-5862"0"0,14 42-80 0 0,-15-52-1783 0 0,1-1-1 0 0,0 0 1 0 0,0-1-1 0 0,0 1 1 0 0,0 0-1 0 0,1-1 1 0 0,0 1-1 0 0,-1-1 1 0 0,1 0-1 0 0,1 1 1 0 0,4 3-1 0 0,-7-7-78 0 0,0 1 0 0 0,1-1 0 0 0,-1 1 0 0 0,0-1-1 0 0,0 0 1 0 0,0 0 0 0 0,0 0 0 0 0,0 1 0 0 0,1-1 0 0 0,-1 0 0 0 0,0 0 0 0 0,0-1 0 0 0,0 1 0 0 0,0 0-1 0 0,1 0 1 0 0,-1-1 0 0 0,0 1 0 0 0,0 0 0 0 0,0-1 0 0 0,0 1 0 0 0,0-1 0 0 0,0 1 0 0 0,0-1-1 0 0,0 0 1 0 0,0 1 0 0 0,0-1 0 0 0,0 0 0 0 0,0 0 0 0 0,-1 0 0 0 0,1 0 0 0 0,0 0 0 0 0,-1 0 0 0 0,2-1-1 0 0,24-39-358 0 0,-21 33 357 0 0,11-26-56 0 0,-13 28 93 0 0,-1-1 0 0 0,1 1 0 0 0,0 0 0 0 0,0 0 0 0 0,1 0 0 0 0,0 0 0 0 0,0 1 0 0 0,0-1 0 0 0,1 1 0 0 0,0 0 0 0 0,0 0 0 0 0,9-6 0 0 0,-13 10-16 0 0,0 1 1 0 0,-1 0-1 0 0,1 0 0 0 0,0 0 0 0 0,0-1 1 0 0,0 1-1 0 0,0 0 0 0 0,0 0 1 0 0,0 0-1 0 0,-1 0 0 0 0,1 1 1 0 0,0-1-1 0 0,0 0 0 0 0,0 0 0 0 0,0 0 1 0 0,0 1-1 0 0,-1-1 0 0 0,1 0 1 0 0,0 1-1 0 0,0-1 0 0 0,-1 1 1 0 0,1-1-1 0 0,0 1 0 0 0,0-1 0 0 0,-1 1 1 0 0,1 0-1 0 0,-1-1 0 0 0,1 1 1 0 0,0 0-1 0 0,-1-1 0 0 0,1 1 1 0 0,-1 0-1 0 0,0 0 0 0 0,1-1 0 0 0,-1 1 1 0 0,0 0-1 0 0,1 0 0 0 0,-1 1 1 0 0,12 38 355 0 0,-11-36-318 0 0,4 25 57 0 0,-1 1 1 0 0,-1-1-1 0 0,-2 1 0 0 0,-1-1 1 0 0,-1 1-1 0 0,-1-1 0 0 0,-2 1 1 0 0,-1-1-1 0 0,-2 0 0 0 0,0-1 1 0 0,-14 33-1 0 0,7-26-76 0 0,-1-1 0 0 0,-2-1 0 0 0,-1 0 0 0 0,-2-2 0 0 0,-1 0 0 0 0,-1-1 0 0 0,-2-1 0 0 0,-39 37 0 0 0,37-41-1817 0 0,1-1-6360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4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38 10138 0 0,'-3'-12'-412'0'0,"2"-14"9150"0"0,3 40-6211 0 0,2 123-642 0 0,-4-84-1748 0 0,2 0 1 0 0,2 0-1 0 0,15 67 0 0 0,12-23 20 0 0,3 7-689 0 0,-31-91-1074 0 0,-1 0 1 0 0,0 1-1 0 0,0 16 1 0 0,-4-12-5549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5.2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236 32 6913 0 0,'4'-12'171'0'0,"-5"-8"7565"0"0,-11 28-6262 0 0,-8 9-841 0 0,0 2-1 0 0,2 0 1 0 0,0 1-1 0 0,1 0 1 0 0,-19 31-1 0 0,6-2 412 0 0,-32 75 0 0 0,61-122-1041 0 0,0-1 0 0 0,1 0 0 0 0,-1 1 0 0 0,0-1 1 0 0,1 1-1 0 0,-1-1 0 0 0,1 1 0 0 0,0-1 0 0 0,-1 1 0 0 0,1-1 0 0 0,0 1 1 0 0,0-1-1 0 0,0 1 0 0 0,0 0 0 0 0,0-1 0 0 0,0 1 0 0 0,1-1 1 0 0,0 3-1 0 0,-1-3 0 0 0,1 0 0 0 0,0 0 1 0 0,-1-1-1 0 0,1 1 0 0 0,0-1 1 0 0,0 1-1 0 0,0 0 0 0 0,-1-1 1 0 0,1 0-1 0 0,0 1 0 0 0,0-1 1 0 0,0 1-1 0 0,0-1 0 0 0,0 0 1 0 0,0 0-1 0 0,0 0 0 0 0,0 1 0 0 0,0-1 1 0 0,0 0-1 0 0,0 0 0 0 0,-1 0 1 0 0,3-1-1 0 0,8 0 22 0 0,0-1 0 0 0,1-1 1 0 0,-1 0-1 0 0,12-5 0 0 0,-5 2-11 0 0,15-1-1039 0 0,0 1 0 0 0,36-1 0 0 0,-9 1-2358 0 0,-32 3-3490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5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211 34 6913 0 0,'-2'-3'280'0'0,"1"1"-1"0"0,0 0 0 0 0,-1 0 0 0 0,0 0 0 0 0,1 0 0 0 0,-1 0 0 0 0,0 0 0 0 0,0 0 0 0 0,0 0 0 0 0,0 1 0 0 0,0-1 0 0 0,-1 1 0 0 0,1 0 0 0 0,0-1 0 0 0,-1 1 0 0 0,1 0 0 0 0,-1 0 1 0 0,1 1-1 0 0,-1-1 0 0 0,1 0 0 0 0,-1 1 0 0 0,1 0 0 0 0,-1 0 0 0 0,0-1 0 0 0,1 1 0 0 0,-1 1 0 0 0,0-1 0 0 0,1 0 0 0 0,-1 1 0 0 0,1-1 0 0 0,-5 2 0 0 0,0 2 93 0 0,0 0 0 0 0,1 0-1 0 0,-1 0 1 0 0,1 1 0 0 0,0 0-1 0 0,0 0 1 0 0,1 0-1 0 0,-1 1 1 0 0,1 0 0 0 0,0 0-1 0 0,1 1 1 0 0,-1-1 0 0 0,1 1-1 0 0,1 0 1 0 0,-6 13 0 0 0,0 2-221 0 0,2 0 1 0 0,0 0 0 0 0,1 1 0 0 0,-2 25 0 0 0,5-30-134 0 0,1 0-1 0 0,1 0 1 0 0,1 0 0 0 0,0 0 0 0 0,2 1-1 0 0,0-1 1 0 0,0 0 0 0 0,7 20 0 0 0,-6-29-11 0 0,0 0-1 0 0,1-1 1 0 0,0 1 0 0 0,0-1 0 0 0,1 0 0 0 0,0 0 0 0 0,0 0-1 0 0,1-1 1 0 0,0 0 0 0 0,1 0 0 0 0,-1 0 0 0 0,1-1-1 0 0,0 0 1 0 0,1 0 0 0 0,-1-1 0 0 0,1 0 0 0 0,14 6 0 0 0,-12-6 27 0 0,0 0 1 0 0,0-1-1 0 0,1-1 1 0 0,-1 0 0 0 0,1 0-1 0 0,0-1 1 0 0,0 0 0 0 0,0-1-1 0 0,0 0 1 0 0,0-1-1 0 0,0 0 1 0 0,0-1 0 0 0,1 0-1 0 0,-2-1 1 0 0,1 0-1 0 0,0-1 1 0 0,0 0 0 0 0,-1 0-1 0 0,1-1 1 0 0,-1-1 0 0 0,0 0-1 0 0,0 0 1 0 0,-1-1-1 0 0,0 0 1 0 0,10-9 0 0 0,87-87-661 0 0,-90 84 181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6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64 6913 0 0,'-2'-2'389'0'0,"1"-1"0"0"0,-1-1 0 0 0,1 1 0 0 0,-1 0-1 0 0,1 0 1 0 0,0-1 0 0 0,0 1 0 0 0,0-5-1 0 0,1 7-93 0 0,-1 0-1 0 0,1 0 0 0 0,0 0 0 0 0,0-1 1 0 0,0 1-1 0 0,0 0 0 0 0,0 0 0 0 0,0 0 1 0 0,0 0-1 0 0,0 0 0 0 0,1 0 0 0 0,-1 0 1 0 0,0 0-1 0 0,1 0 0 0 0,-1 0 0 0 0,0-1 1 0 0,1 1-1 0 0,-1 1 0 0 0,1-1 0 0 0,0 0 1 0 0,-1 0-1 0 0,1 0 0 0 0,0 0 0 0 0,0 0 1 0 0,-1 1-1 0 0,1-1 0 0 0,0 0 0 0 0,0 0 0 0 0,0 1 1 0 0,0-1-1 0 0,1 0 0 0 0,-1 1-210 0 0,-1 0-1 0 0,1 0 0 0 0,0 0 1 0 0,-1 0-1 0 0,1 1 1 0 0,-1-1-1 0 0,1 0 1 0 0,-1 0-1 0 0,1 0 0 0 0,-1 1 1 0 0,1-1-1 0 0,0 0 1 0 0,-1 0-1 0 0,0 1 0 0 0,1-1 1 0 0,-1 0-1 0 0,1 1 1 0 0,-1-1-1 0 0,1 1 1 0 0,-1-1-1 0 0,0 1 0 0 0,1-1 1 0 0,-1 1-1 0 0,0-1 1 0 0,1 1-1 0 0,-1-1 0 0 0,0 1 1 0 0,0-1-1 0 0,0 1 1 0 0,1-1-1 0 0,-1 1 1 0 0,0 0-1 0 0,0-1 0 0 0,0 2 1 0 0,5 24 111 0 0,-4-22 7 0 0,9 67 129 0 0,27 132-173 0 0,-29-172-136 0 0,1 0 1 0 0,2 0-1 0 0,1-1 0 0 0,23 40 0 0 0,-34-67-28 0 0,3 6 9 0 0,1-1-1 0 0,0 0 1 0 0,1 0-1 0 0,0 0 1 0 0,12 11 0 0 0,-16-17 21 0 0,0 0 0 0 0,0-1 1 0 0,0 1-1 0 0,1-1 1 0 0,-1 0-1 0 0,1 0 1 0 0,-1 0-1 0 0,1 0 0 0 0,-1 0 1 0 0,1 0-1 0 0,0-1 1 0 0,-1 1-1 0 0,1-1 1 0 0,0 0-1 0 0,0 0 0 0 0,-1 0 1 0 0,1 0-1 0 0,0 0 1 0 0,-1-1-1 0 0,1 1 1 0 0,0-1-1 0 0,-1 1 0 0 0,1-1 1 0 0,4-2-1 0 0,12-6 206 0 0,0-1 1 0 0,-1-1-1 0 0,19-15 0 0 0,-15 11-73 0 0,31-17 0 0 0,-32 23-512 0 0,0 0-1 0 0,1 1 0 0 0,1 1 1 0 0,-1 2-1 0 0,1 0 1 0 0,0 1-1 0 0,25-1 1 0 0,-10 3-7846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49.565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746 435 6913 0 0,'-47'4'568'0'0,"-1"1"-1"0"0,1 3 0 0 0,-48 14 0 0 0,-133 55 2364 0 0,55 2-1108 0 0,163-71-1052 0 0,19-7-568 0 0,13-1-346 0 0,67-8-584 0 0,256-17 2205 0 0,186-7 1137 0 0,-212 9-1833 0 0,1279-133-366 0 0,-1495 141-264 0 0,141-39 1 0 0,-281 46-396 0 0,-746-19-3884 0 0,-392 85 5641 0 0,984-35-2006 0 0,1 9 0 0 0,-341 104 1 0 0,85 42 3391 0 0,446-178-2890 0 0,0 0 1 0 0,-1 0-1 0 0,1 0 0 0 0,0 0 0 0 0,0 0 1 0 0,-1 0-1 0 0,1 1 0 0 0,0-1 0 0 0,0 0 0 0 0,0 0 1 0 0,-1 0-1 0 0,1 0 0 0 0,0 0 0 0 0,0 1 0 0 0,0-1 1 0 0,0 0-1 0 0,-1 0 0 0 0,1 0 0 0 0,0 1 1 0 0,0-1-1 0 0,0 0 0 0 0,0 0 0 0 0,0 0 0 0 0,0 1 1 0 0,0-1-1 0 0,0 0 0 0 0,0 0 0 0 0,-1 0 0 0 0,1 1 1 0 0,0-1-1 0 0,0 0 0 0 0,0 0 0 0 0,0 1 1 0 0,0-1-1 0 0,1 0 0 0 0,-1 0 0 0 0,0 1 0 0 0,0-1 1 0 0,0 0-1 0 0,0 0 0 0 0,0 0 0 0 0,0 1 0 0 0,0-1 1 0 0,0 0-1 0 0,0 0 0 0 0,0 0 0 0 0,1 1 1 0 0,13 10-47 0 0,25 7-365 0 0,-37-17 409 0 0,24 9-183 0 0,0-2 0 0 0,1-1 0 0 0,0-1 0 0 0,53 5 0 0 0,116-5 298 0 0,-136-6-101 0 0,422-15 581 0 0,-153 1-74 0 0,459-8 549 0 0,-135 1-471 0 0,-85-4-451 0 0,-511 22-150 0 0,434-44-6 0 0,-245 20 54 0 0,828-118 565 0 0,-826 108-463 0 0,-188 31-144 0 0,1 2 0 0 0,66 6 0 0 0,-119-2-33 0 0,-1 0 0 0 0,1 1 0 0 0,0 0 0 0 0,0 1 1 0 0,-1-1-1 0 0,1 1 0 0 0,-1 1 0 0 0,0 0 0 0 0,11 4 1 0 0,-18-6 17 0 0,0-1 1 0 0,1 0 0 0 0,-1 0 0 0 0,0 0 0 0 0,0 1-1 0 0,1-1 1 0 0,-1 0 0 0 0,0 0 0 0 0,0 1-1 0 0,1-1 1 0 0,-1 0 0 0 0,0 1 0 0 0,0-1 0 0 0,0 0-1 0 0,0 1 1 0 0,0-1 0 0 0,0 0 0 0 0,1 1 0 0 0,-1-1-1 0 0,0 0 1 0 0,0 1 0 0 0,0-1 0 0 0,0 0 0 0 0,0 1-1 0 0,0-1 1 0 0,0 0 0 0 0,0 1 0 0 0,0-1 0 0 0,0 0-1 0 0,-1 1 1 0 0,1-1 0 0 0,0 0 0 0 0,0 1 0 0 0,0-1-1 0 0,0 0 1 0 0,0 0 0 0 0,-1 1 0 0 0,1-1 0 0 0,0 0-1 0 0,0 1 1 0 0,0-1 0 0 0,-1 0 0 0 0,1 0 0 0 0,0 0-1 0 0,0 1 1 0 0,-1-1 0 0 0,1 0 0 0 0,0 0 0 0 0,-1 0-1 0 0,1 1 1 0 0,0-1 0 0 0,-1 0 0 0 0,1 0 0 0 0,0 0-1 0 0,-1 0 1 0 0,1 0 0 0 0,0 0 0 0 0,-1 0 0 0 0,1 0-1 0 0,-1 0 1 0 0,-22 6 19 0 0,-90 9 262 0 0,-136-2 0 0 0,102-7-143 0 0,-403 19-888 0 0,-298 19-873 0 0,436-5 607 0 0,248-21 669 0 0,-531 102-467 0 0,587-97 783 0 0,-309 78 1189 0 0,278-65-884 0 0,44-10-51 0 0,-97 22-11 0 0,294-81-2393 0 0,106-9 1887 0 0,242-18 0 0 0,-352 50 405 0 0,33-5 107 0 0,368-45 667 0 0,-210 22-194 0 0,105-17 9 0 0,-275 36-609 0 0,592-122 191 0 0,-293 5 845 0 0,-326 99-721 0 0,-3-4 0 0 0,123-75 0 0 0,-204 112-423 0 0,0-1 0 0 0,-1 0 0 0 0,0-1 0 0 0,0 0 0 0 0,11-12 0 0 0,-17 17-1 0 0,0-1 0 0 0,0 1 0 0 0,0 0-1 0 0,0-1 1 0 0,-1 1 0 0 0,1-1 0 0 0,0 0 0 0 0,-1 1 0 0 0,1-1-1 0 0,-1 1 1 0 0,0-1 0 0 0,1 0 0 0 0,-1 1 0 0 0,0-1-1 0 0,0 0 1 0 0,0 1 0 0 0,0-1 0 0 0,-1 0 0 0 0,1 1 0 0 0,0-1-1 0 0,-1 0 1 0 0,1 1 0 0 0,-1-1 0 0 0,1 1 0 0 0,-1-1 0 0 0,0 1-1 0 0,1-1 1 0 0,-1 1 0 0 0,0-1 0 0 0,0 1 0 0 0,0 0-1 0 0,0-1 1 0 0,-1 1 0 0 0,1 0 0 0 0,0 0 0 0 0,0 0 0 0 0,-3-2-1 0 0,-8-5-77 0 0,0 0 0 0 0,0 1 0 0 0,0 0 0 0 0,-1 1 0 0 0,0 0 0 0 0,0 1 1 0 0,0 0-1 0 0,-20-3 0 0 0,-12-1-154 0 0,-56-5 1 0 0,-281 6-1098 0 0,234 10 722 0 0,-333 12-287 0 0,252-5 1336 0 0,-226 40 2028 0 0,200-16-2819 0 0,235-31 210 0 0,-9 1-571 0 0,-56 13 0 0 0,56-7-169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50.80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937 492 9674 0 0,'-60'-8'880'0'0,"0"3"0"0"0,-75 4-1 0 0,122 2-788 0 0,-265 23 1375 0 0,242-19-1372 0 0,1 3 0 0 0,0 0 1 0 0,1 2-1 0 0,0 2 0 0 0,-59 28 0 0 0,78-31-106 0 0,0 0 0 0 0,0 1 0 0 0,-17 16 0 0 0,27-23 9 0 0,1 1 0 0 0,0 0-1 0 0,0 0 1 0 0,1 0 0 0 0,-1 0 0 0 0,1 1 0 0 0,0 0-1 0 0,0-1 1 0 0,1 1 0 0 0,-1 0 0 0 0,1 0 0 0 0,0 1-1 0 0,1-1 1 0 0,-3 8 0 0 0,5-10-29 0 0,-1-1 1 0 0,0 0-1 0 0,0 1 0 0 0,1-1 0 0 0,-1 1 1 0 0,1-1-1 0 0,0 0 0 0 0,0 0 0 0 0,0 1 1 0 0,0-1-1 0 0,0 0 0 0 0,0 0 0 0 0,1 0 1 0 0,-1 0-1 0 0,1 0 0 0 0,-1-1 0 0 0,1 1 0 0 0,0 0 1 0 0,0-1-1 0 0,0 1 0 0 0,0-1 0 0 0,0 1 1 0 0,0-1-1 0 0,0 0 0 0 0,0 0 0 0 0,0 0 1 0 0,0 0-1 0 0,5 1 0 0 0,7 2-247 0 0,1 1 0 0 0,-1-2-1 0 0,20 3 1 0 0,-31-6 258 0 0,103 10 279 0 0,175-5 1 0 0,-215-6 220 0 0,134-7 972 0 0,304-50 0 0 0,193-81-137 0 0,-511 99-1068 0 0,242-59 294 0 0,33-7 186 0 0,-112 32-293 0 0,436-87-217 0 0,7 48-1777 0 0,-724 110 1804 0 0,-150 22 2054 0 0,-874 125-1436 0 0,248-42-1368 0 0,663-95 495 0 0,-674 120-7 0 0,486-81 172 0 0,-213 48-115 0 0,415-86-74 0 0,-358 92-616 0 0,9 32-602 0 0,39 24 338 0 0,255-110 924 0 0,-146 104 0 0 0,226-146-9 0 0,0 0 0 0 0,0 1 0 0 0,1 0 1 0 0,0 0-1 0 0,0 0 0 0 0,-5 7 0 0 0,9-11-30 0 0,1 0 0 0 0,-1-1 0 0 0,1 1 0 0 0,0 0-1 0 0,-1 0 1 0 0,1 0 0 0 0,0 0 0 0 0,-1 0 0 0 0,1 0 0 0 0,0 0-1 0 0,0 0 1 0 0,0 0 0 0 0,0 0 0 0 0,0 0 0 0 0,0 0 0 0 0,0 0-1 0 0,0 0 1 0 0,0 0 0 0 0,1 2 0 0 0,0-1-79 0 0,0-1 0 0 0,0 1 0 0 0,0-1 0 0 0,0 1 0 0 0,1-1 0 0 0,-1 0 0 0 0,0 0 0 0 0,1 1-1 0 0,-1-1 1 0 0,0 0 0 0 0,1 0 0 0 0,0 0 0 0 0,-1-1 0 0 0,1 1 0 0 0,2 1 0 0 0,9 3-291 0 0,1-1-1 0 0,0 0 0 0 0,0 0 1 0 0,0-2-1 0 0,26 3 1 0 0,78-4-2342 0 0,-85-2 2519 0 0,498-33 1442 0 0,-1-38 310 0 0,41-18 189 0 0,1845-263 1446 0 0,-1806 272-2947 0 0,-9-31-224 0 0,-454 71 184 0 0,-127 34 1 0 0,0-1-1 0 0,-1-1 0 0 0,0-1 1 0 0,0 0-1 0 0,18-14 1 0 0,-35 22-98 0 0,0 1 0 0 0,0 0 0 0 0,-1 0 0 0 0,1 0 0 0 0,-1-1 0 0 0,1 1 0 0 0,-1-1 1 0 0,1 0-1 0 0,-1 1 0 0 0,0-1 0 0 0,0 0 0 0 0,0 1 0 0 0,0-1 0 0 0,0 0 0 0 0,0 0 0 0 0,0 0 0 0 0,-1 0 0 0 0,1 0 0 0 0,-1 0 1 0 0,1-4-1 0 0,-2 4-33 0 0,1 0 1 0 0,-1 0-1 0 0,0 0 0 0 0,0 0 1 0 0,0 0-1 0 0,0 1 1 0 0,0-1-1 0 0,-1 0 1 0 0,1 0-1 0 0,0 1 1 0 0,-1-1-1 0 0,1 1 1 0 0,-1-1-1 0 0,0 1 1 0 0,1 0-1 0 0,-1 0 1 0 0,0 0-1 0 0,0 0 0 0 0,0 0 1 0 0,-3-1-1 0 0,-22-10 25 0 0,0 1-1 0 0,0 2 1 0 0,-1 1-1 0 0,0 1 0 0 0,-53-6 1 0 0,-148 2-765 0 0,224 11 667 0 0,-253 3-1540 0 0,-377 53 1 0 0,161 23 1033 0 0,437-72 538 0 0,-155 34 54 0 0,1 8 0 0 0,-237 95 0 0 0,233-63-1445 0 0,-267 153 0 0 0,457-231 1320 0 0,-7 3-192 0 0,0 1-1 0 0,1 1 1 0 0,-1-1 0 0 0,-16 18-1 0 0,27-25 238 0 0,1 0-1 0 0,-1 1 1 0 0,1-1 0 0 0,-1 0-1 0 0,1 1 1 0 0,0-1 0 0 0,-1 1-1 0 0,1-1 1 0 0,0 1 0 0 0,-1-1-1 0 0,1 1 1 0 0,0-1-1 0 0,0 1 1 0 0,-1-1 0 0 0,1 1-1 0 0,0 0 1 0 0,0-1 0 0 0,0 1-1 0 0,0-1 1 0 0,0 1 0 0 0,0-1-1 0 0,0 1 1 0 0,0 0 0 0 0,0-1-1 0 0,0 1 1 0 0,0-1 0 0 0,0 1-1 0 0,0 0 1 0 0,0-1-1 0 0,1 1 1 0 0,-1-1 0 0 0,0 1-1 0 0,2 0-3 0 0,-1 0 0 0 0,0 0 0 0 0,0 0 0 0 0,0 0 0 0 0,1 0 0 0 0,-1 0 0 0 0,0 0 0 0 0,1-1-1 0 0,-1 1 1 0 0,0-1 0 0 0,1 1 0 0 0,1 0 0 0 0,47 6-248 0 0,-49-7 259 0 0,76 2-331 0 0,130-13-1 0 0,79-27 176 0 0,-190 24 133 0 0,735-129 192 0 0,-12-60 2074 0 0,-171-2 3404 0 0,-544 172-4554 0 0,-1-4-1 0 0,178-94 1 0 0,-278 129-1063 0 0,1 1 1 0 0,-1-1 0 0 0,-1 0 0 0 0,1 0-1 0 0,0 0 1 0 0,0-1 0 0 0,-1 1 0 0 0,1 0-1 0 0,2-4 1 0 0,-5 5-13 0 0,0 1 0 0 0,0 0 0 0 0,0-1-1 0 0,1 1 1 0 0,-1-1 0 0 0,0 1 0 0 0,0-1 0 0 0,0 1 0 0 0,0-1 0 0 0,0 1 0 0 0,0-1 0 0 0,0 0-1 0 0,0 1 1 0 0,0-1 0 0 0,0 1 0 0 0,0-1 0 0 0,0 1 0 0 0,0-1 0 0 0,0 1 0 0 0,-1-1 0 0 0,1 1-1 0 0,0-1 1 0 0,-1 0 0 0 0,-17-12 29 0 0,-3 4-95 0 0,-1 1 0 0 0,0 1 1 0 0,0 1-1 0 0,-1 1 0 0 0,-31-3 0 0 0,-119 0-2484 0 0,77 9-4963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1:52.42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1707 146 14283 0 0,'-114'0'-571'0'0,"-203"25"0"0"0,279-20 912 0 0,-125 17-12 0 0,-306 84 0 0 0,424-92-98 0 0,-82 37 0 0 0,108-42-117 0 0,1 1 0 0 0,0 1 0 0 0,1 0 0 0 0,0 2 0 0 0,1-1 1 0 0,-26 27-1 0 0,40-36-128 0 0,0-1-1 0 0,-1 1 1 0 0,1-1 0 0 0,0 1 0 0 0,0 0 0 0 0,1 0 0 0 0,-1-1 0 0 0,0 1 0 0 0,1 1 0 0 0,0-1 0 0 0,0 0 0 0 0,0 0 0 0 0,0 0 0 0 0,0 1 0 0 0,1-1-1 0 0,-1 6 1 0 0,2-7-14 0 0,-1 1-1 0 0,1-1 0 0 0,0 0 0 0 0,0 0 0 0 0,0 0 0 0 0,0 0 0 0 0,1 0 1 0 0,-1-1-1 0 0,0 1 0 0 0,1 0 0 0 0,-1 0 0 0 0,1-1 0 0 0,0 1 0 0 0,0-1 1 0 0,-1 0-1 0 0,1 1 0 0 0,0-1 0 0 0,0 0 0 0 0,0 0 0 0 0,0 0 0 0 0,0 0 1 0 0,1-1-1 0 0,-1 1 0 0 0,0 0 0 0 0,2-1 0 0 0,47 12 464 0 0,0-2 0 0 0,0-3 0 0 0,93 1 0 0 0,-110-6-275 0 0,832 6 3283 0 0,3-36-2109 0 0,-763 24-1231 0 0,666-36 71 0 0,-4-48-1305 0 0,-553 55 375 0 0,184-35 1445 0 0,-386 65-557 0 0,32-7 330 0 0,-43 9-441 0 0,1 1 1 0 0,-1-1-1 0 0,0 0 1 0 0,0 0 0 0 0,0 0-1 0 0,0 0 1 0 0,0 0-1 0 0,0 0 1 0 0,0-1 0 0 0,0 1-1 0 0,0 0 1 0 0,0-1-1 0 0,-1 0 1 0 0,3-2 0 0 0,-4 3-21 0 0,0 0 1 0 0,0 0 0 0 0,0 1 0 0 0,1-1 0 0 0,-2 0 0 0 0,1 0-1 0 0,0 0 1 0 0,0 1 0 0 0,0-1 0 0 0,0 0 0 0 0,0 0 0 0 0,-1 1-1 0 0,1-1 1 0 0,0 0 0 0 0,0 0 0 0 0,-1 1 0 0 0,1-1 0 0 0,-1 0 0 0 0,1 1-1 0 0,-1-1 1 0 0,1 1 0 0 0,-1-1 0 0 0,1 0 0 0 0,-1 1 0 0 0,1-1-1 0 0,-1 1 1 0 0,-1-1 0 0 0,-20-14-96 0 0,2 5-30 0 0,0 1 0 0 0,-1 0 1 0 0,0 2-1 0 0,-35-8 0 0 0,-93-10-905 0 0,125 22 819 0 0,-722-75-3465 0 0,250 31 2865 0 0,-339-26 1983 0 0,568 63-369 0 0,-304 28 0 0 0,-71 54-4890 0 0,462-46 2741 0 0,-117 21-626 0 0,214-30 1270 0 0,-122 41 1 0 0,196-55 635 0 0,6-2 34 0 0,-1 0 0 0 0,1-1-1 0 0,0 1 1 0 0,0 0 0 0 0,0 1 0 0 0,0-1-1 0 0,0 1 1 0 0,0-1 0 0 0,0 1-1 0 0,1 0 1 0 0,-1 0 0 0 0,0 0 0 0 0,1 0-1 0 0,-4 5 1 0 0,6-6 21 0 0,0-1 0 0 0,0 1 0 0 0,0 0 0 0 0,1-1 0 0 0,-1 1 0 0 0,0-1 0 0 0,0 1 0 0 0,1 0 0 0 0,-1-1 0 0 0,0 1-1 0 0,1-1 1 0 0,-1 1 0 0 0,1-1 0 0 0,-1 1 0 0 0,1-1 0 0 0,-1 1 0 0 0,1-1 0 0 0,-1 0 0 0 0,1 1 0 0 0,-1-1 0 0 0,1 0 0 0 0,0 1 0 0 0,-1-1 0 0 0,1 0 0 0 0,0 0 0 0 0,-1 0 0 0 0,2 1-1 0 0,20 5-128 0 0,39 3 817 0 0,2-2 0 0 0,90-2 1 0 0,-46-3 761 0 0,553 15 4899 0 0,2-12-3650 0 0,15 0-1789 0 0,-98-1-503 0 0,258 5-28 0 0,-4 30-303 0 0,-305 25-188 0 0,-320-34-404 0 0,-175-26 489 0 0,-13 0 72 0 0,-1-1 0 0 0,1-1 0 0 0,0-1 0 0 0,34-2 0 0 0,-95-14 1043 0 0,-20 1-1257 0 0,-1 3 0 0 0,-74-4 0 0 0,74 8-174 0 0,-132-7-968 0 0,0 9 0 0 0,-242 23-1 0 0,-383 81-305 0 0,793-96 1630 0 0,-27 5-1 0 0,-286 47-233 0 0,273-40 103 0 0,0 2 0 0 0,1 4 0 0 0,-62 28 0 0 0,126-49 129 0 0,-8 4 53 0 0,0 0 1 0 0,0 1-1 0 0,0 0 1 0 0,0 1-1 0 0,-8 7 1 0 0,16-12-45 0 0,0 0 1 0 0,0 0 0 0 0,0 0-1 0 0,0 0 1 0 0,0 0 0 0 0,0 0-1 0 0,0 0 1 0 0,0 0 0 0 0,0 1-1 0 0,1-1 1 0 0,-1 0-1 0 0,1 1 1 0 0,-1-1 0 0 0,1 0-1 0 0,-1 1 1 0 0,1-1 0 0 0,0 1-1 0 0,0-1 1 0 0,-1 0 0 0 0,1 1-1 0 0,0-1 1 0 0,0 1 0 0 0,1-1-1 0 0,-1 1 1 0 0,0-1 0 0 0,0 0-1 0 0,1 1 1 0 0,-1-1-1 0 0,1 1 1 0 0,-1-1 0 0 0,1 0-1 0 0,-1 1 1 0 0,1-1 0 0 0,0 0-1 0 0,0 0 1 0 0,0 0 0 0 0,0 0-1 0 0,0 1 1 0 0,0-1 0 0 0,0 0-1 0 0,0-1 1 0 0,0 1 0 0 0,0 0-1 0 0,0 0 1 0 0,3 1-1 0 0,6 5 39 0 0,1 0 0 0 0,0-1 0 0 0,0 0 0 0 0,1 0 0 0 0,0-1 0 0 0,24 6-1 0 0,82 13 153 0 0,-80-17-115 0 0,145 20 931 0 0,221 4 0 0 0,187-33 827 0 0,-101-34-692 0 0,-352 23-745 0 0,81-13-1905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1.2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134 15 5985 0 0,'-3'-14'9218'0'0,"-8"52"-7936"0"0,2 0 1 0 0,-7 56-1 0 0,0 88 84 0 0,10-109-879 0 0,-63 603 224 0 0,69-675-718 0 0,-2 22-760 0 0,0 0 1 0 0,3 26-1 0 0,0-41-248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9674 0 0,'71'46'9447'0'0,"-45"-23"-9025"0"0,0 2 0 0 0,-2 1 0 0 0,-1 1 0 0 0,-1 0 0 0 0,-2 2 0 0 0,0 0 0 0 0,-2 2 0 0 0,24 55 0 0 0,-12-10-533 0 0,-4 1 0 0 0,28 132 0 0 0,-40-148-953 0 0,3-2 0 0 0,39 94-1 0 0,-51-141-839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1.6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0 192 13363 0 0,'12'-9'1086'0'0,"1"1"0"0"0,-1 0-1 0 0,20-8 1 0 0,0-2-164 0 0,-4 4-305 0 0,33-14 1 0 0,32-7-3776 0 0,13-5-2970 0 0,-71 24 5329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1.8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15 5065 0 0,'-1'-2'379'0'0,"0"1"1"0"0,0 0-1 0 0,0 0 0 0 0,-1 0 1 0 0,1 0-1 0 0,0 0 0 0 0,0 0 0 0 0,-1 0 1 0 0,1 1-1 0 0,-1-1 0 0 0,1 0 1 0 0,-1 1-1 0 0,1-1 0 0 0,-1 1 0 0 0,1 0 1 0 0,-1-1-1 0 0,0 1 0 0 0,1 0 1 0 0,-3 0-1 0 0,3 0-201 0 0,0 1 0 0 0,0-1 0 0 0,0 1 0 0 0,0-1 0 0 0,0 1 0 0 0,0 0 0 0 0,0-1 0 0 0,1 1 0 0 0,-1 0 0 0 0,0 0 0 0 0,0 0 0 0 0,1 0 0 0 0,-1-1 0 0 0,1 1 0 0 0,-1 0 0 0 0,0 0 0 0 0,1 0 0 0 0,0 0 0 0 0,-1 0 0 0 0,1 0 0 0 0,0 0 0 0 0,-1 1 0 0 0,1-1 0 0 0,0 0 0 0 0,0 0 0 0 0,0 0 0 0 0,0 0 0 0 0,0 0 0 0 0,0 0 0 0 0,1 2 0 0 0,0 37 1164 0 0,2 0 0 0 0,11 55 0 0 0,1-32-1196 0 0,1-1-1 0 0,31 71 0 0 0,-44-126-523 0 0,0 0-1 0 0,0 0 0 0 0,1 0 0 0 0,0-1 0 0 0,0 1 0 0 0,8 8 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2.0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 3209 0 0,'-5'4'19808'0'0,"22"47"-20383"0"0,-4-15 1582 0 0,0 21-490 0 0,-2 1 1 0 0,5 104-1 0 0,-12-96-705 0 0,24 114 0 0 0,-20-150-1725 0 0,1-2-6268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23 311 8754 0 0,'-23'-24'11281'0'0,"23"24"-11218"0"0,3 1 90 0 0,-1-1 1 0 0,1 1-1 0 0,-1 0 1 0 0,1 0-1 0 0,-1 0 1 0 0,1 0-1 0 0,-1 0 1 0 0,0 0-1 0 0,0 1 1 0 0,0-1 0 0 0,0 1-1 0 0,0-1 1 0 0,0 1-1 0 0,0 0 1 0 0,2 2-1 0 0,26 34 236 0 0,-26-32-247 0 0,14 19-19 0 0,-14-17-146 0 0,1 0 0 0 0,1 0 0 0 0,-1 0 1 0 0,1-1-1 0 0,1 0 0 0 0,-1 0 0 0 0,1-1 0 0 0,0 0 1 0 0,1 0-1 0 0,9 6 0 0 0,-16-12 31 0 0,0 1 1 0 0,1-1-1 0 0,-1 0 0 0 0,1 0 1 0 0,-1 1-1 0 0,1-1 0 0 0,-1 0 1 0 0,1 0-1 0 0,-1 0 1 0 0,1 0-1 0 0,-1-1 0 0 0,1 1 1 0 0,-1 0-1 0 0,0-1 0 0 0,1 1 1 0 0,-1-1-1 0 0,1 1 0 0 0,-1-1 1 0 0,0 0-1 0 0,1 1 1 0 0,-1-1-1 0 0,0 0 0 0 0,0 0 1 0 0,0 0-1 0 0,0 0 0 0 0,0 0 1 0 0,0 0-1 0 0,0 0 0 0 0,0 0 1 0 0,2-3-1 0 0,2-4 59 0 0,0-1 0 0 0,0 0 0 0 0,5-13 0 0 0,-6 12-301 0 0,17-43 133 0 0,-2-2 0 0 0,-3 0-1 0 0,11-68 1 0 0,-8 37-1307 0 0,-19 85 1232 0 0,1 0 0 0 0,-1 0 0 0 0,0 0 0 0 0,0 0 1 0 0,1 0-1 0 0,-1 1 0 0 0,1-1 0 0 0,-1 0 0 0 0,1 0 1 0 0,-1 0-1 0 0,1 0 0 0 0,-1 1 0 0 0,1-1 1 0 0,0 0-1 0 0,1 0 0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4.1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17 223 6913 0 0,'-1'-35'7553'0'0,"-12"42"-5141"0"0,13-6-2332 0 0,-1 0 1 0 0,1 0-1 0 0,-1 0 0 0 0,1 0 0 0 0,0 0 1 0 0,0-1-1 0 0,-1 1 0 0 0,1 0 0 0 0,0 0 1 0 0,0 0-1 0 0,0 0 0 0 0,0 0 0 0 0,0 0 0 0 0,0 0 1 0 0,0 0-1 0 0,1 0 0 0 0,-1 0 0 0 0,0 0 1 0 0,0 0-1 0 0,1 0 0 0 0,-1 0 0 0 0,1 0 0 0 0,-1-1 1 0 0,0 1-1 0 0,2 2 0 0 0,17 24 169 0 0,-16-22-147 0 0,4 4 37 0 0,5 8 167 0 0,1 0 0 0 0,1-1-1 0 0,17 16 1 0 0,-28-29-254 0 0,0-1-1 0 0,0 1 1 0 0,0 0-1 0 0,0-1 1 0 0,0 0 0 0 0,1 0-1 0 0,0 0 1 0 0,-1 0-1 0 0,1 0 1 0 0,0-1-1 0 0,0 1 1 0 0,-1-1 0 0 0,1 0-1 0 0,0-1 1 0 0,0 1-1 0 0,0-1 1 0 0,1 1-1 0 0,-1-1 1 0 0,0 0 0 0 0,0-1-1 0 0,0 1 1 0 0,7-2-1 0 0,-7 0-29 0 0,-1 0-1 0 0,1 1 1 0 0,-1-1-1 0 0,0 0 1 0 0,1-1-1 0 0,-1 1 1 0 0,0-1-1 0 0,-1 1 1 0 0,1-1-1 0 0,0 0 0 0 0,-1 0 1 0 0,0 0-1 0 0,1 0 1 0 0,-1-1-1 0 0,0 1 1 0 0,-1-1-1 0 0,1 1 1 0 0,-1-1-1 0 0,1 1 1 0 0,-1-1-1 0 0,0 0 1 0 0,0 0-1 0 0,-1 1 0 0 0,1-1 1 0 0,-1 0-1 0 0,0 0 1 0 0,0-6-1 0 0,-1-1 8 0 0,0 0 0 0 0,0 0 0 0 0,-1 0 0 0 0,0 1 0 0 0,-1-1 0 0 0,0 1 0 0 0,0-1 0 0 0,-9-15 0 0 0,2 8 3 0 0,-1 0 0 0 0,0 1 1 0 0,-24-26-1 0 0,28 35-260 0 0,-1 0-1 0 0,0 1 1 0 0,0 0 0 0 0,0 0-1 0 0,-1 1 1 0 0,0 0 0 0 0,0 1-1 0 0,-20-9 1 0 0,29 14 83 0 0,-1 0-1 0 0,0-1 0 0 0,0 1 1 0 0,1 0-1 0 0,-1-1 1 0 0,0 1-1 0 0,0 0 1 0 0,1 0-1 0 0,-1 0 0 0 0,0 0 1 0 0,0 0-1 0 0,0 0 1 0 0,1 0-1 0 0,-1 0 1 0 0,0 0-1 0 0,0 0 0 0 0,0 0 1 0 0,1 1-1 0 0,-1-1 1 0 0,0 0-1 0 0,0 1 1 0 0,1-1-1 0 0,-1 0 0 0 0,0 1 1 0 0,-1 0-1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4.3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7 10594 0 0,'-2'-2'213'0'0,"0"1"0"0"0,0 1-1 0 0,-1-1 1 0 0,1 0 0 0 0,0 1-1 0 0,-1-1 1 0 0,1 1 0 0 0,0-1 0 0 0,-1 1-1 0 0,1 0 1 0 0,0 0 0 0 0,-1 0-1 0 0,1 1 1 0 0,-1-1 0 0 0,1 0-1 0 0,0 1 1 0 0,-1 0 0 0 0,1-1 0 0 0,0 1-1 0 0,0 0 1 0 0,0 0 0 0 0,0 0-1 0 0,-1 0 1 0 0,1 1 0 0 0,1-1-1 0 0,-1 1 1 0 0,0-1 0 0 0,0 1-1 0 0,0-1 1 0 0,1 1 0 0 0,-1 0 0 0 0,1 0-1 0 0,0 0 1 0 0,-1 0 0 0 0,1 0-1 0 0,0 0 1 0 0,0 0 0 0 0,0 1-1 0 0,0-1 1 0 0,1 0 0 0 0,-1 0 0 0 0,0 4-1 0 0,-2 15 235 0 0,0 1-1 0 0,1-1 0 0 0,2 1 1 0 0,0 0-1 0 0,1-1 1 0 0,7 38-1 0 0,-2-7-131 0 0,31 220 408 0 0,-13-157-2757 0 0,-15-83-5816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5.0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80 4609 0 0,'-1'-2'-90'0'0,"-19"-37"1750"0"0,18 34-546 0 0,1 1 1 0 0,-1-1-1 0 0,1 0 0 0 0,0 0 0 0 0,2-9 4332 0 0,12 49-3675 0 0,23 155 869 0 0,-20-96-2212 0 0,45 153 0 0 0,-39-184-776 0 0,0 0-5725 0 0,-8-21-823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5.3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90 3225 0 0,'-8'1'552'0'0,"-35"9"-1899"0"0,25 2 6403 0 0,26-10-3333 0 0,12-3 158 0 0,4-5-268 0 0,-1-1 0 0 0,1-1-1 0 0,34-17 1 0 0,20-8 417 0 0,-26 16-2183 0 0,-16 7-4703 0 0,-5 3-1392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5.7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8 9218 0 0,'-1'-1'139'0'0,"0"0"1"0"0,0 0-1 0 0,0 1 0 0 0,0-1 0 0 0,0 0 1 0 0,0 1-1 0 0,-1-1 0 0 0,1 1 1 0 0,0 0-1 0 0,0-1 0 0 0,-1 1 1 0 0,1 0-1 0 0,0 0 0 0 0,0-1 1 0 0,-1 1-1 0 0,1 0 0 0 0,0 0 0 0 0,-1 0 1 0 0,1 1-1 0 0,0-1 0 0 0,-1 0 1 0 0,1 0-1 0 0,0 1 0 0 0,0-1 1 0 0,-1 1-1 0 0,1-1 0 0 0,0 1 1 0 0,0 0-1 0 0,0-1 0 0 0,0 1 0 0 0,0 0 1 0 0,0 0-1 0 0,0 0 0 0 0,0-1 1 0 0,0 1-1 0 0,0 0 0 0 0,0 0 1 0 0,0 2-1 0 0,-7 5 273 0 0,1 1 0 0 0,0 0 0 0 0,-7 13 0 0 0,12-17-151 0 0,-14 19 34 0 0,-1 4-85 0 0,-20 40-1 0 0,33-60-268 0 0,1-1 0 0 0,0 0-1 0 0,1 1 1 0 0,-1 0 0 0 0,2 0-1 0 0,-1-1 1 0 0,1 1 0 0 0,0 0-1 0 0,1 0 1 0 0,0 0 0 0 0,1 10-1 0 0,-1-15-7 0 0,0-1 0 0 0,1 1 0 0 0,-1 0 0 0 0,1-1 0 0 0,-1 1 0 0 0,1-1 0 0 0,0 1-1 0 0,0-1 1 0 0,0 1 0 0 0,1-1 0 0 0,-1 1 0 0 0,1-1 0 0 0,-1 0 0 0 0,1 0 0 0 0,0 0 0 0 0,-1 0 0 0 0,1 0-1 0 0,0 0 1 0 0,0 0 0 0 0,1-1 0 0 0,-1 1 0 0 0,0-1 0 0 0,1 0 0 0 0,-1 1 0 0 0,0-1 0 0 0,1 0 0 0 0,-1 0-1 0 0,1-1 1 0 0,0 1 0 0 0,-1 0 0 0 0,1-1 0 0 0,0 0 0 0 0,-1 1 0 0 0,1-1 0 0 0,0 0 0 0 0,-1-1 0 0 0,1 1-1 0 0,4-1 1 0 0,1-1-16 0 0,0 0-1 0 0,0 0 0 0 0,-1-1 0 0 0,0 0 0 0 0,1 0 1 0 0,-1-1-1 0 0,0 0 0 0 0,-1 0 0 0 0,1 0 0 0 0,-1-1 1 0 0,1 0-1 0 0,5-7 0 0 0,10-18 454 0 0,-20 25 7 0 0,1 0-1 0 0,0 0 0 0 0,0 1 0 0 0,0-1 0 0 0,1 1 1 0 0,-1 0-1 0 0,1 0 0 0 0,0 0 0 0 0,0 1 0 0 0,0-1 1 0 0,1 1-1 0 0,-1 0 0 0 0,7-3 0 0 0,-9 6-277 0 0,-1 0 0 0 0,1 0-1 0 0,0 0 1 0 0,-1 0-1 0 0,1 1 1 0 0,-1-1 0 0 0,1 1-1 0 0,0-1 1 0 0,-1 1-1 0 0,1-1 1 0 0,-1 1 0 0 0,0 0-1 0 0,1-1 1 0 0,-1 1-1 0 0,1 0 1 0 0,-1 0 0 0 0,0 0-1 0 0,0 0 1 0 0,0 1 0 0 0,1-1-1 0 0,-1 0 1 0 0,0 0-1 0 0,0 1 1 0 0,-1-1 0 0 0,1 1-1 0 0,0-1 1 0 0,0 0-1 0 0,-1 1 1 0 0,1 0 0 0 0,-1-1-1 0 0,1 1 1 0 0,-1 1-1 0 0,5 11 113 0 0,-2-1-1 0 0,4 24 0 0 0,-5-26-87 0 0,1 10-576 0 0,11 41 1445 0 0,-1-34-2627 0 0,8-6-3844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6.1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253 1 10138 0 0,'-4'0'344'0'0,"-1"1"0"0"0,1 0-1 0 0,0 0 1 0 0,0 0 0 0 0,0 1 0 0 0,0-1-1 0 0,0 1 1 0 0,0 0 0 0 0,0 0 0 0 0,1 1-1 0 0,-1-1 1 0 0,-5 5 0 0 0,-39 39 2715 0 0,43-40-2841 0 0,-23 23 1604 0 0,-31 43 0 0 0,52-62-1720 0 0,0 1 0 0 0,0-1 1 0 0,1 1-1 0 0,1 1 0 0 0,0-1 1 0 0,0 1-1 0 0,1 0 0 0 0,-4 19 1 0 0,7-29-89 0 0,1 0-1 0 0,0 0 1 0 0,-1 0 0 0 0,1 0-1 0 0,0 1 1 0 0,0-1 0 0 0,0 0 0 0 0,1 0-1 0 0,-1 0 1 0 0,0 0 0 0 0,1 0 0 0 0,0 1-1 0 0,-1-1 1 0 0,1 0 0 0 0,0 0 0 0 0,0 0-1 0 0,0-1 1 0 0,0 1 0 0 0,0 0 0 0 0,3 3-1 0 0,-3-5-13 0 0,1 1-1 0 0,-1 0 0 0 0,0-1 1 0 0,1 1-1 0 0,-1-1 0 0 0,1 1 1 0 0,-1-1-1 0 0,1 0 1 0 0,-1 0-1 0 0,1 0 0 0 0,0 0 1 0 0,-1 0-1 0 0,1 0 0 0 0,-1 0 1 0 0,1 0-1 0 0,-1 0 0 0 0,1-1 1 0 0,-1 1-1 0 0,1-1 1 0 0,-1 1-1 0 0,0-1 0 0 0,1 0 1 0 0,-1 1-1 0 0,1-1 0 0 0,-1 0 1 0 0,0 0-1 0 0,0 0 0 0 0,0 0 1 0 0,2-2-1 0 0,6-5-61 0 0,0 0 0 0 0,-1-1 0 0 0,0-1-1 0 0,0 1 1 0 0,-1-1 0 0 0,0-1 0 0 0,-1 1-1 0 0,0-1 1 0 0,-1 0 0 0 0,0-1 0 0 0,4-13 0 0 0,9-20 271 0 0,-17 44-196 0 0,-1 0 1 0 0,0 0-1 0 0,1 0 1 0 0,-1 0 0 0 0,0 0-1 0 0,1 0 1 0 0,-1 0-1 0 0,1 0 1 0 0,0 1-1 0 0,-1-1 1 0 0,1 0 0 0 0,0 0-1 0 0,0 1 1 0 0,-1-1-1 0 0,1 0 1 0 0,0 1-1 0 0,0-1 1 0 0,0 1-1 0 0,0-1 1 0 0,0 1 0 0 0,0-1-1 0 0,2 0 1 0 0,-2 1 0 0 0,0 1 1 0 0,0-1 0 0 0,-1 0-1 0 0,1 0 1 0 0,0 1 0 0 0,0-1 0 0 0,0 1-1 0 0,0-1 1 0 0,0 1 0 0 0,0-1-1 0 0,-1 1 1 0 0,1 0 0 0 0,0-1-1 0 0,0 1 1 0 0,-1 0 0 0 0,1-1-1 0 0,0 1 1 0 0,-1 0 0 0 0,1 1-1 0 0,5 7 78 0 0,-1 0-1 0 0,-1 1 0 0 0,6 14 0 0 0,-8-17-77 0 0,11 23 81 0 0,0-1 0 0 0,2 0 0 0 0,2 0 0 0 0,32 42 0 0 0,-36-53-53 0 0,1 0 1 0 0,-2 1 0 0 0,-1 1 0 0 0,12 27-1 0 0,-19-39-36 0 0,-2 1-1 0 0,1 0 1 0 0,-1-1-1 0 0,-1 1 0 0 0,1 0 1 0 0,-1 0-1 0 0,-1 0 1 0 0,0 0-1 0 0,0 0 0 0 0,-1 0 1 0 0,0 0-1 0 0,-1 0 1 0 0,-4 16-1 0 0,2-13-41 0 0,-1-1 0 0 0,0 1-1 0 0,-1-1 1 0 0,0-1 0 0 0,0 1-1 0 0,-1-1 1 0 0,-1 0 0 0 0,0 0-1 0 0,0-1 1 0 0,-1 0 0 0 0,0-1-1 0 0,0 0 1 0 0,-11 7 0 0 0,9-8-487 0 0,0 0 0 0 0,0-1 1 0 0,-1 0-1 0 0,-14 5 0 0 0,6-6-6993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6.5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0 446 5529 0 0,'2'-3'399'0'0,"0"0"0"0"0,1 0-1 0 0,-1 0 1 0 0,1 0 0 0 0,-1 0 0 0 0,1 1-1 0 0,0 0 1 0 0,5-4 0 0 0,1-2 965 0 0,13-13 424 0 0,-1-1-1 0 0,-2 0 0 0 0,0-2 1 0 0,26-43-1 0 0,-37 54-1560 0 0,-1 0 0 0 0,-1 0-1 0 0,0 0 1 0 0,-1-1 0 0 0,-1 1-1 0 0,0-1 1 0 0,-1 0 0 0 0,0-1-1 0 0,-1 1 1 0 0,0 0 0 0 0,-2-28-1 0 0,0 39-191 0 0,0 0-1 0 0,-1 0 0 0 0,1 0 0 0 0,-1 0 0 0 0,0 0 0 0 0,0 0 1 0 0,0 0-1 0 0,0 0 0 0 0,0 0 0 0 0,-1 0 0 0 0,1 1 0 0 0,-1-1 1 0 0,0 0-1 0 0,0 1 0 0 0,0 0 0 0 0,0-1 0 0 0,0 1 0 0 0,0 0 1 0 0,-5-4-1 0 0,5 6-24 0 0,0-1 0 0 0,0 0-1 0 0,0 1 1 0 0,0-1 0 0 0,0 1 0 0 0,0 0 0 0 0,0 0 0 0 0,0-1 0 0 0,0 1-1 0 0,0 1 1 0 0,0-1 0 0 0,0 0 0 0 0,0 0 0 0 0,0 1 0 0 0,0-1 0 0 0,0 1-1 0 0,0 0 1 0 0,0 0 0 0 0,0-1 0 0 0,0 1 0 0 0,1 0 0 0 0,-1 0 0 0 0,0 1-1 0 0,1-1 1 0 0,-1 0 0 0 0,1 1 0 0 0,-1-1 0 0 0,1 0 0 0 0,0 1 0 0 0,-1 0-1 0 0,-1 2 1 0 0,-2 4-9 0 0,0-1-1 0 0,0 1 0 0 0,0 0 0 0 0,1 1 1 0 0,0-1-1 0 0,1 1 0 0 0,0 0 0 0 0,0-1 1 0 0,1 1-1 0 0,0 1 0 0 0,1-1 0 0 0,0 0 1 0 0,0 0-1 0 0,1 0 0 0 0,0 1 0 0 0,0-1 1 0 0,1 0-1 0 0,1 0 0 0 0,-1 1 0 0 0,1-1 1 0 0,1 0-1 0 0,0-1 0 0 0,0 1 1 0 0,1 0-1 0 0,0-1 0 0 0,0 0 0 0 0,1 0 1 0 0,0 0-1 0 0,1-1 0 0 0,-1 1 0 0 0,1-1 1 0 0,1-1-1 0 0,-1 1 0 0 0,1-1 0 0 0,1 0 1 0 0,-1-1-1 0 0,1 1 0 0 0,0-1 0 0 0,0-1 1 0 0,17 7-1 0 0,-7-5-156 0 0,0-2 0 0 0,1 0 0 0 0,-1-1 0 0 0,1-1 0 0 0,0-1 1 0 0,0 0-1 0 0,0-2 0 0 0,0 0 0 0 0,32-7 0 0 0,0 0-7575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7.2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273 103 12443 0 0,'-2'-5'366'0'0,"0"-1"0"0"0,-1 1 1 0 0,1 0-1 0 0,-1 0 0 0 0,-1 0 0 0 0,1 0 1 0 0,0 1-1 0 0,-1-1 0 0 0,0 1 1 0 0,0 0-1 0 0,-1 0 0 0 0,-5-4 0 0 0,4 3-41 0 0,0 1-1 0 0,0-1 0 0 0,-1 1 1 0 0,0 1-1 0 0,0-1 0 0 0,0 1 0 0 0,0 0 1 0 0,-13-3-1 0 0,17 6-260 0 0,0-1 0 0 0,0 1 0 0 0,-1 0 1 0 0,1 0-1 0 0,0 0 0 0 0,0 1 0 0 0,0-1 0 0 0,0 0 0 0 0,0 1 0 0 0,0 0 0 0 0,0 0 1 0 0,0 0-1 0 0,0 0 0 0 0,0 1 0 0 0,0-1 0 0 0,-3 3 0 0 0,2-1 10 0 0,-1 1 0 0 0,1-1 0 0 0,0 1 1 0 0,1 0-1 0 0,-1 1 0 0 0,1-1 0 0 0,0 0 0 0 0,-5 9 0 0 0,-1 6 73 0 0,1 1 0 0 0,1-1 0 0 0,-9 38 0 0 0,14-49-118 0 0,-3 14-8 0 0,1 1 1 0 0,1 0-1 0 0,1-1 0 0 0,0 1 1 0 0,2 0-1 0 0,1 0 0 0 0,5 31 1 0 0,-5-44-18 0 0,2-1 0 0 0,-1 1-1 0 0,1-1 1 0 0,1 1 0 0 0,0-1 0 0 0,0 0 0 0 0,1 0 0 0 0,8 12 0 0 0,-9-16-10 0 0,1 0 1 0 0,-1 0 0 0 0,1-1-1 0 0,0 1 1 0 0,0-1 0 0 0,0 0 0 0 0,0-1-1 0 0,1 1 1 0 0,0-1 0 0 0,0 0 0 0 0,0 0-1 0 0,0-1 1 0 0,0 0 0 0 0,7 2 0 0 0,-8-3-61 0 0,1 0 1 0 0,-1 0-1 0 0,0-1 1 0 0,1 1-1 0 0,-1-1 1 0 0,0 0 0 0 0,1-1-1 0 0,-1 1 1 0 0,1-1-1 0 0,-1 0 1 0 0,0-1-1 0 0,0 1 1 0 0,0-1 0 0 0,0 0-1 0 0,0 0 1 0 0,0-1-1 0 0,0 1 1 0 0,0-1-1 0 0,5-5 1 0 0,-2 1-439 0 0,1-1 1 0 0,-2 0-1 0 0,1 0 0 0 0,-1-1 1 0 0,-1 0-1 0 0,0 0 1 0 0,0-1-1 0 0,6-13 0 0 0,4-10-5700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7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97 384 6913 0 0,'-3'-31'119'0'0,"2"11"174"0"0,-2 0 0 0 0,-6-30 0 0 0,-9-19 3094 0 0,-35-110 4999 0 0,45 165-6409 0 0,6 23-1015 0 0,5 25-448 0 0,10 23-62 0 0,2-1-1 0 0,26 64 1 0 0,-13-41-83 0 0,-3-3-411 0 0,-4-11 474 0 0,54 119 0 0 0,-66-166-760 0 0,2 0 0 0 0,-1-1 0 0 0,2 0 0 0 0,0 0 0 0 0,2-1 0 0 0,-1-1 0 0 0,2 0 0 0 0,0-1 0 0 0,0-1 0 0 0,32 21 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7.8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3 202 10138 0 0,'-2'-4'3186'0'0,"2"3"-3136"0"0,9-8 1947 0 0,13-7 250 0 0,-19 13-2020 0 0,1 1 0 0 0,0 0 0 0 0,0 0 0 0 0,0 0 0 0 0,0 0 0 0 0,0 1 0 0 0,0-1 0 0 0,1 1 0 0 0,-1 0 0 0 0,0 1 0 0 0,1-1 0 0 0,-1 1 0 0 0,1 0 0 0 0,-1 0 0 0 0,0 0 0 0 0,1 0 0 0 0,-1 1 0 0 0,0 0 0 0 0,1 0 0 0 0,-1 0 0 0 0,7 3 0 0 0,-7-2-186 0 0,1 1 1 0 0,-1 0-1 0 0,0 0 0 0 0,1 1 1 0 0,-1 0-1 0 0,-1-1 1 0 0,1 1-1 0 0,-1 0 0 0 0,1 1 1 0 0,-1-1-1 0 0,0 1 1 0 0,-1-1-1 0 0,1 1 0 0 0,-1 0 1 0 0,0 0-1 0 0,0 0 1 0 0,2 8-1 0 0,0 5-85 0 0,-1-1 1 0 0,0 1-1 0 0,-2 1 1 0 0,0-1-1 0 0,0 0 1 0 0,-2 0-1 0 0,0 0 0 0 0,-7 29 1 0 0,8-47 43 0 0,0 1 0 0 0,0-1 0 0 0,1 0 0 0 0,-1 0 0 0 0,0 0 0 0 0,0 0 0 0 0,0 0 0 0 0,0 0 0 0 0,0 0-1 0 0,0 1 1 0 0,0-1 0 0 0,0 0 0 0 0,0 0 0 0 0,0 0 0 0 0,0 0 0 0 0,0 0 0 0 0,0 0 0 0 0,0 1 0 0 0,-1-1 0 0 0,1 0 0 0 0,0 0 0 0 0,0 0 0 0 0,0 0 0 0 0,0 0 0 0 0,0 0 0 0 0,0 0 0 0 0,0 1 0 0 0,0-1 0 0 0,0 0 0 0 0,0 0 0 0 0,0 0 0 0 0,0 0-1 0 0,-1 0 1 0 0,1 0 0 0 0,0 0 0 0 0,0 0 0 0 0,0 0 0 0 0,0 0 0 0 0,0 0 0 0 0,0 0 0 0 0,0 0 0 0 0,-1 0 0 0 0,1 0 0 0 0,0 1 0 0 0,0-1 0 0 0,0 0 0 0 0,0 0 0 0 0,0 0 0 0 0,0 0 0 0 0,-1 0 0 0 0,1-1 0 0 0,0 1 0 0 0,0 0 0 0 0,0 0 0 0 0,0 0 0 0 0,0 0-1 0 0,-6-8-1 0 0,-2-13 27 0 0,6 1 32 0 0,0 1 1 0 0,1 0 0 0 0,1-1-1 0 0,0 1 1 0 0,2-1-1 0 0,0 1 1 0 0,1 0 0 0 0,9-29-1 0 0,-7 31-259 0 0,1 1 0 0 0,0 0 0 0 0,1 0 0 0 0,1 0 0 0 0,0 1 0 0 0,1 1 0 0 0,1-1 0 0 0,0 1 0 0 0,23-23 0 0 0,-19 26-1162 0 0,1 1-3781 0 0,1 3-1315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8.3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60 10594 0 0,'-3'-8'5006'0'0,"2"8"-4867"0"0,-7 6 3026 0 0,-7 13-1678 0 0,12-13-1491 0 0,0 1 162 0 0,1-1 0 0 0,-1 1-1 0 0,1 0 1 0 0,1 0 0 0 0,-1 0 0 0 0,1 0-1 0 0,1 0 1 0 0,-1 0 0 0 0,1 0-1 0 0,0 0 1 0 0,1 0 0 0 0,2 14-1 0 0,-1-9-126 0 0,1-1 0 0 0,1 0 0 0 0,-1 1 0 0 0,2-1 0 0 0,0-1 0 0 0,0 1 0 0 0,9 12 0 0 0,-8-15-25 0 0,0-1 1 0 0,1 0-1 0 0,0 0 1 0 0,0-1-1 0 0,0 1 1 0 0,1-2-1 0 0,0 1 1 0 0,1-1-1 0 0,-1 0 1 0 0,1-1-1 0 0,0 0 1 0 0,0-1-1 0 0,0 1 0 0 0,17 2 1 0 0,-21-4 1 0 0,-1-1-1 0 0,1-1 1 0 0,-1 1 0 0 0,1-1-1 0 0,-1 0 1 0 0,1 0 0 0 0,0 0-1 0 0,-1 0 1 0 0,1-1 0 0 0,-1 0-1 0 0,1 0 1 0 0,-1 0 0 0 0,0 0-1 0 0,1-1 1 0 0,-1 1-1 0 0,0-1 1 0 0,0-1 0 0 0,0 1-1 0 0,0 0 1 0 0,-1-1 0 0 0,1 0-1 0 0,0 0 1 0 0,-1 0 0 0 0,0 0-1 0 0,0 0 1 0 0,0-1 0 0 0,0 1-1 0 0,-1-1 1 0 0,1 0 0 0 0,-1 0-1 0 0,0 0 1 0 0,0 0 0 0 0,2-6-1 0 0,-2 3 4 0 0,-1-1-1 0 0,0 1 0 0 0,0 0 1 0 0,-1-1-1 0 0,0 1 1 0 0,0-1-1 0 0,0 1 0 0 0,-1-1 1 0 0,-1 1-1 0 0,1 0 1 0 0,-1-1-1 0 0,0 1 0 0 0,-1 0 1 0 0,1 0-1 0 0,-1 0 1 0 0,-6-9-1 0 0,1 2 9 0 0,-1 0 0 0 0,0 1 0 0 0,-1 0 0 0 0,0 0 0 0 0,-1 1 0 0 0,-20-18 0 0 0,18 20-32 0 0,0 1 0 0 0,0 0 0 0 0,-18-9 1 0 0,26 16-236 0 0,-1-1 1 0 0,1 1 0 0 0,0 0 0 0 0,-1 0 0 0 0,1 1-1 0 0,-1 0 1 0 0,1 0 0 0 0,-1 0 0 0 0,0 0 0 0 0,1 1-1 0 0,-1 0 1 0 0,-8 1 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8.6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9674 0 0,'1'0'875'0'0,"0"1"-502"0"0,0 0 1 0 0,1 0-1 0 0,-1 0 0 0 0,0 0 1 0 0,0 0-1 0 0,1 0 1 0 0,-1 0-1 0 0,0 0 0 0 0,0 0 1 0 0,0 1-1 0 0,-1-1 1 0 0,1 0-1 0 0,0 1 0 0 0,0-1 1 0 0,0 3-1 0 0,1 0 220 0 0,4 7 146 0 0,0 1 1 0 0,-1 0-1 0 0,0 0 1 0 0,-1 0-1 0 0,-1 1 0 0 0,0 0 1 0 0,0-1-1 0 0,0 17 1 0 0,0 111-418 0 0,-4-65 34 0 0,2-51-486 0 0,4 84 245 0 0,-4-95-695 0 0,1 0 0 0 0,1 0 1 0 0,0 0-1 0 0,1 0 1 0 0,10 23-1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8.8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89 10594 0 0,'1'-1'203'0'0,"0"-1"0"0"0,1 1 0 0 0,0-1 0 0 0,-1 1 0 0 0,1 0 0 0 0,0 0 0 0 0,-1 0 0 0 0,1-1 0 0 0,0 2 0 0 0,0-1-1 0 0,0 0 1 0 0,0 0 0 0 0,0 1 0 0 0,3-1 0 0 0,3-2 419 0 0,25-13 1034 0 0,-11 5-830 0 0,1 0-1 0 0,1 2 1 0 0,27-7-1 0 0,-46 14-747 0 0,0 1 0 0 0,0 0 0 0 0,0 0 0 0 0,0 0 0 0 0,1 1 0 0 0,-1 0-1 0 0,0 0 1 0 0,0 0 0 0 0,0 1 0 0 0,0-1 0 0 0,1 1 0 0 0,-1 1 0 0 0,0-1 0 0 0,0 1 0 0 0,-1 0 0 0 0,1 0 0 0 0,0 0 0 0 0,-1 0 0 0 0,1 1 0 0 0,-1 0 0 0 0,5 4-1 0 0,-6-5-58 0 0,-1 1 0 0 0,1 0 0 0 0,-1-1 0 0 0,0 1 0 0 0,0 0 0 0 0,0 1 0 0 0,0-1 0 0 0,0 0 0 0 0,-1 1 0 0 0,0-1 0 0 0,1 0 0 0 0,-1 1 0 0 0,0 0 0 0 0,-1-1 0 0 0,1 1 0 0 0,0 5-1 0 0,-1-3 6 0 0,-1 1-1 0 0,1-1 1 0 0,-1 1-1 0 0,-1-1 0 0 0,1 0 1 0 0,-1 0-1 0 0,0 1 1 0 0,-5 10-1 0 0,1-5 46 0 0,-1 0 0 0 0,-1-1-1 0 0,1 0 1 0 0,-2 0 0 0 0,0 0 0 0 0,0-1 0 0 0,0 0 0 0 0,-15 11 0 0 0,17-17-171 0 0,1 1 1 0 0,0-1-1 0 0,-1 0 1 0 0,0 0-1 0 0,0 0 1 0 0,0-1-1 0 0,-1 0 1 0 0,1-1-1 0 0,-1 0 1 0 0,0 0-1 0 0,1 0 1 0 0,-1-1-1 0 0,0 0 1 0 0,0-1-1 0 0,0 0 1 0 0,-13-1-1 0 0,1-3-7222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19.7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312 32 14283 0 0,'-1'-2'122'0'0,"-1"0"0"0"0,1-1 0 0 0,-1 1 0 0 0,0 0 0 0 0,0 0 0 0 0,0 0 1 0 0,0 1-1 0 0,0-1 0 0 0,0 0 0 0 0,0 1 0 0 0,0-1 0 0 0,-1 1 0 0 0,1 0 0 0 0,-1 0 0 0 0,1 0 0 0 0,-1 0 0 0 0,1 0 0 0 0,-1 0 0 0 0,1 1 0 0 0,-1 0 1 0 0,0-1-1 0 0,0 1 0 0 0,1 0 0 0 0,-1 0 0 0 0,0 0 0 0 0,-3 1 0 0 0,-2 0 137 0 0,1 0 0 0 0,0 1 0 0 0,-1 0 0 0 0,1 0 0 0 0,0 0 1 0 0,0 1-1 0 0,0 0 0 0 0,-10 6 0 0 0,3 2-68 0 0,0 0 1 0 0,1 0-1 0 0,0 1 1 0 0,1 1-1 0 0,0 0 1 0 0,1 1-1 0 0,0 0 1 0 0,1 0-1 0 0,-11 24 1 0 0,14-26-169 0 0,1 0 0 0 0,1 0 1 0 0,0 1-1 0 0,1-1 0 0 0,0 1 1 0 0,1 0-1 0 0,1 1 0 0 0,0-1 1 0 0,0 0-1 0 0,2 1 0 0 0,-1-1 0 0 0,4 27 1 0 0,-2-34-93 0 0,1 0 0 0 0,-1 0 1 0 0,1 0-1 0 0,0-1 0 0 0,1 1 0 0 0,-1-1 1 0 0,1 1-1 0 0,0-1 0 0 0,1 0 1 0 0,-1 0-1 0 0,1 0 0 0 0,0-1 0 0 0,0 1 1 0 0,0-1-1 0 0,1 0 0 0 0,-1 0 1 0 0,1 0-1 0 0,6 3 0 0 0,-6-5-19 0 0,-1 0 0 0 0,0 0 0 0 0,0-1 0 0 0,1 0 0 0 0,-1 0-1 0 0,1 0 1 0 0,-1 0 0 0 0,1 0 0 0 0,-1-1 0 0 0,1 0 0 0 0,0 0 0 0 0,-1 0 0 0 0,1-1-1 0 0,-1 0 1 0 0,1 1 0 0 0,-1-2 0 0 0,1 1 0 0 0,-1 0 0 0 0,0-1 0 0 0,0 0-1 0 0,1 0 1 0 0,-1 0 0 0 0,0 0 0 0 0,5-5 0 0 0,20-15-197 0 0,-2-2 1 0 0,0-1-1 0 0,-1-1 1 0 0,-1-1-1 0 0,-2-1 1 0 0,-1-1-1 0 0,30-52 0 0 0,-46 69 494 0 0,0-1-1 0 0,8-24 0 0 0,-4-6 3512 0 0,-10 43-3682 0 0,0-1 0 0 0,0 1 0 0 0,0 0-1 0 0,0 0 1 0 0,0 0 0 0 0,0 0 0 0 0,1-1 0 0 0,-1 1-1 0 0,0 0 1 0 0,0 0 0 0 0,0 0 0 0 0,0 0-1 0 0,0-1 1 0 0,0 1 0 0 0,0 0 0 0 0,0 0-1 0 0,1 0 1 0 0,-1 0 0 0 0,0 0 0 0 0,0 0 0 0 0,0-1-1 0 0,0 1 1 0 0,0 0 0 0 0,1 0 0 0 0,-1 0-1 0 0,0 0 1 0 0,0 0 0 0 0,0 0 0 0 0,0 0-1 0 0,1 0 1 0 0,-1 0 0 0 0,0 0 0 0 0,0 0-1 0 0,0 0 1 0 0,1 0 0 0 0,-1 0 0 0 0,0 0 0 0 0,0 0-1 0 0,0 0 1 0 0,0 0 0 0 0,1 0 0 0 0,-1 0-1 0 0,0 0 1 0 0,0 0 0 0 0,11 7 709 0 0,7 11-366 0 0,7 14 189 0 0,37 64 0 0 0,3 4-1849 0 0,-53-84-1815 0 0,28 28 1 0 0,-21-25-4295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0.3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57 12443 0 0,'-2'-57'6386'0'0,"20"93"-3413"0"0,80 198-1563 0 0,-74-168-1340 0 0,24 112 1 0 0,-37-121-142 0 0,-7-28-350 0 0,2 0 0 0 0,1-1 0 0 0,1 1 0 0 0,18 40 0 0 0,-23-64-1696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0.5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48 4609 0 0,'1'-3'407'0'0,"1"0"1"0"0,-1 0-1 0 0,1 0 1 0 0,0 0-1 0 0,0 0 1 0 0,0 1-1 0 0,1-1 1 0 0,-1 1-1 0 0,0-1 1 0 0,1 1-1 0 0,0 0 1 0 0,-1 0-1 0 0,1 0 1 0 0,0 1-1 0 0,0-1 1 0 0,0 0-1 0 0,0 1 1 0 0,0 0-1 0 0,1 0 1 0 0,-1 0-1 0 0,0 0 1 0 0,1 1-1 0 0,-1-1 1 0 0,0 1-1 0 0,1 0 1 0 0,-1-1-1 0 0,1 2 1 0 0,-1-1-1 0 0,0 0 1 0 0,7 2-1 0 0,-6-1-246 0 0,1 0 0 0 0,-1 0 0 0 0,0 0-1 0 0,1 1 1 0 0,-1 0 0 0 0,0 0 0 0 0,0 0 0 0 0,0 0-1 0 0,0 0 1 0 0,-1 1 0 0 0,1 0 0 0 0,-1-1 0 0 0,1 1-1 0 0,-1 1 1 0 0,0-1 0 0 0,0 0 0 0 0,0 1 0 0 0,-1 0-1 0 0,1-1 1 0 0,-1 1 0 0 0,0 0 0 0 0,0 0 0 0 0,2 6 0 0 0,-2-1-93 0 0,-1 1 1 0 0,0 0 0 0 0,0 0 0 0 0,-1 1 0 0 0,0-1 0 0 0,0 0-1 0 0,-1 0 1 0 0,-1 0 0 0 0,0 0 0 0 0,0-1 0 0 0,-4 12 0 0 0,4-16-64 0 0,0 1 0 0 0,0-1 0 0 0,0 0 1 0 0,-1 0-1 0 0,0 0 0 0 0,0 0 0 0 0,0-1 1 0 0,0 1-1 0 0,-1-1 0 0 0,0 0 0 0 0,0 0 1 0 0,0 0-1 0 0,0 0 0 0 0,0-1 0 0 0,-1 0 1 0 0,0 0-1 0 0,0 0 0 0 0,0 0 0 0 0,0-1 1 0 0,0 1-1 0 0,-8 1 0 0 0,0-3-1265 0 0,1-2-3761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0.9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35 102 9218 0 0,'-35'-101'7218'0'0,"56"137"-2384"0"0,7 10-4443 0 0,-14-14-170 0 0,-1 0 0 0 0,-2 1 0 0 0,-1 0 0 0 0,-1 1 0 0 0,4 42 0 0 0,8 175-826 0 0,-20-236 504 0 0,-1 10-2340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1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0 129 920 0 0,'2'-31'227'0'0,"-1"22"1258"0"0,0 0-1 0 0,1-1 0 0 0,0 1 1 0 0,3-9-1 0 0,-4 16-962 0 0,0-1-1 0 0,1 0 1 0 0,-1 0 0 0 0,0 1-1 0 0,1-1 1 0 0,-1 1-1 0 0,1 0 1 0 0,0-1-1 0 0,0 1 1 0 0,0 0-1 0 0,0 0 1 0 0,0 0 0 0 0,0 0-1 0 0,1 0 1 0 0,2-1-1 0 0,-3 2-396 0 0,0 0-1 0 0,0 1 1 0 0,0-1 0 0 0,0 1-1 0 0,0-1 1 0 0,1 1-1 0 0,-1 0 1 0 0,0 0-1 0 0,0-1 1 0 0,0 2-1 0 0,0-1 1 0 0,1 0 0 0 0,-1 0-1 0 0,3 2 1 0 0,-1-1-23 0 0,0 0 1 0 0,0 0 0 0 0,-1 1-1 0 0,1 0 1 0 0,0-1 0 0 0,-1 1 0 0 0,1 1-1 0 0,-1-1 1 0 0,1 1 0 0 0,-1-1-1 0 0,0 1 1 0 0,0 0 0 0 0,0 0-1 0 0,-1 0 1 0 0,1 0 0 0 0,-1 1-1 0 0,0-1 1 0 0,0 1 0 0 0,0-1-1 0 0,0 1 1 0 0,0 0 0 0 0,-1 0 0 0 0,0 0-1 0 0,0 0 1 0 0,0 0 0 0 0,0 0-1 0 0,0 0 1 0 0,-1 0 0 0 0,0 0-1 0 0,0 6 1 0 0,0 1-86 0 0,-1 0 0 0 0,0 1 0 0 0,-1-1 0 0 0,0 0 0 0 0,-1 1 0 0 0,0-1 0 0 0,-1 0 0 0 0,0-1-1 0 0,-10 19 1 0 0,7-17-157 0 0,-1 3 201 0 0,-1-1 1 0 0,-12 16-1 0 0,19-27-150 0 0,0-1-1 0 0,0 1 1 0 0,0-1 0 0 0,-1 1-1 0 0,1-1 1 0 0,-1 0-1 0 0,1 0 1 0 0,-1 0-1 0 0,0 0 1 0 0,1-1 0 0 0,-1 1-1 0 0,0-1 1 0 0,0 0-1 0 0,0 1 1 0 0,-1-1 0 0 0,1-1-1 0 0,-6 2 1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1.6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0 2761 0 0,'-7'6'10062'0'0,"7"-5"-9865"0"0,-5 26 3511 0 0,1 36-2543 0 0,4-59-698 0 0,-3 65 895 0 0,12 137 0 0 0,-6-183-1373 0 0,1 0 0 0 0,1 0 0 0 0,0 0 0 0 0,2-1 0 0 0,1 0 0 0 0,1 0 0 0 0,0-1 0 0 0,2 0 0 0 0,22 33 0 0 0,-32-51-71 0 0,1-1 0 0 0,1 1 0 0 0,-1 0 1 0 0,0-1-1 0 0,1 1 0 0 0,-1-1 0 0 0,1 0 0 0 0,0 0 0 0 0,0 0 1 0 0,-1 0-1 0 0,1-1 0 0 0,0 1 0 0 0,1-1 0 0 0,-1 0 1 0 0,0 1-1 0 0,6 0 0 0 0,-6-2-12 0 0,0 0 1 0 0,-1 0-1 0 0,1-1 1 0 0,0 1-1 0 0,-1-1 0 0 0,1 1 1 0 0,-1-1-1 0 0,1 0 1 0 0,-1 0-1 0 0,1 0 0 0 0,-1 0 1 0 0,0 0-1 0 0,1-1 1 0 0,-1 1-1 0 0,0-1 0 0 0,0 1 1 0 0,0-1-1 0 0,0 0 1 0 0,0 0-1 0 0,-1 0 0 0 0,4-4 1 0 0,12-20-70 0 0,0-1-1 0 0,-2 0 1 0 0,-1-1 0 0 0,17-47 0 0 0,19-39 876 0 0,-49 111-596 0 0,1 1-1 0 0,-1-1 1 0 0,1 0 0 0 0,-1 1 0 0 0,1 0-1 0 0,0-1 1 0 0,0 1 0 0 0,0 0-1 0 0,0 0 1 0 0,0 0 0 0 0,4-3-1 0 0,-5 5-33 0 0,0 0-1 0 0,0 0 1 0 0,0 0-1 0 0,1 0 0 0 0,-1 0 1 0 0,0 0-1 0 0,0 0 0 0 0,0 0 1 0 0,0 0-1 0 0,0 1 0 0 0,0-1 1 0 0,0 0-1 0 0,0 1 0 0 0,0-1 1 0 0,0 1-1 0 0,0-1 1 0 0,0 1-1 0 0,0-1 0 0 0,0 1 1 0 0,0 0-1 0 0,0 0 0 0 0,-1-1 1 0 0,1 1-1 0 0,0 0 0 0 0,0 0 1 0 0,-1 0-1 0 0,1 0 0 0 0,-1 0 1 0 0,1 0-1 0 0,-1 0 1 0 0,1 0-1 0 0,0 2 0 0 0,20 35 623 0 0,-15-26-617 0 0,1 0 0 0 0,0-1 0 0 0,0 0 0 0 0,14 16 1 0 0,-18-24-89 0 0,1 0 0 0 0,0 0 1 0 0,-1 0-1 0 0,1 0 1 0 0,0-1-1 0 0,0 0 1 0 0,0 1-1 0 0,1-1 1 0 0,-1-1-1 0 0,0 1 1 0 0,1-1-1 0 0,-1 1 1 0 0,1-1-1 0 0,0-1 0 0 0,-1 1 1 0 0,1-1-1 0 0,5 0 1 0 0,0 0 1 0 0,-1-2 1 0 0,1 1 0 0 0,-1-1-1 0 0,0-1 1 0 0,1 0 0 0 0,10-5-1 0 0,-12 5 1 0 0,0 0-1 0 0,0 0 0 0 0,0 1 1 0 0,0 0-1 0 0,0 0 1 0 0,0 1-1 0 0,1 0 0 0 0,13 0 1 0 0,-19 2 19 0 0,1 0 0 0 0,-1 0 0 0 0,1 0 0 0 0,-1 0 0 0 0,0 1 0 0 0,0 0 0 0 0,1-1 1 0 0,-1 1-1 0 0,0 0 0 0 0,-1 0 0 0 0,1 1 0 0 0,0-1 0 0 0,-1 1 0 0 0,1-1 0 0 0,-1 1 0 0 0,0 0 0 0 0,0 0 0 0 0,0 0 1 0 0,0 0-1 0 0,0 0 0 0 0,-1 1 0 0 0,1-1 0 0 0,1 6 0 0 0,2 6 126 0 0,-1 0-1 0 0,0 1 1 0 0,3 30-1 0 0,-4-14 224 0 0,-2 47 0 0 0,-2-65-635 0 0,0 0 0 0 0,-1 1 0 0 0,0-1 0 0 0,-1 0 0 0 0,-8 23 1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2.3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82 126 3681 0 0,'-38'11'13618'0'0,"36"-8"-13066"0"0,-5 10-1042 0 0,0 5 703 0 0,1 0-1 0 0,0 1 1 0 0,1 0-1 0 0,2 0 1 0 0,0 0 0 0 0,0 0-1 0 0,2 0 1 0 0,0 1 0 0 0,2-1-1 0 0,0 1 1 0 0,1-1-1 0 0,5 23 1 0 0,-3-25-57 0 0,1 1 0 0 0,0-1 0 0 0,1 0 0 0 0,1 0 0 0 0,1-1 0 0 0,0 0 0 0 0,1 0 0 0 0,0-1 0 0 0,2-1 0 0 0,-1 1 0 0 0,2-1 0 0 0,0-1 0 0 0,18 15 0 0 0,-26-24-158 0 0,0-1-1 0 0,-1-1 1 0 0,2 1 0 0 0,-1 0 0 0 0,0-1-1 0 0,1 0 1 0 0,-1 0 0 0 0,1 0 0 0 0,-1-1-1 0 0,1 0 1 0 0,0 1 0 0 0,0-2 0 0 0,-1 1 0 0 0,1 0-1 0 0,6-1 1 0 0,-8-1 2 0 0,0 1-1 0 0,0-1 1 0 0,0 1-1 0 0,-1-1 1 0 0,1 0-1 0 0,0 0 1 0 0,0-1-1 0 0,-1 1 1 0 0,1 0-1 0 0,-1-1 1 0 0,1 0-1 0 0,-1 1 1 0 0,0-1-1 0 0,1 0 1 0 0,-1 0-1 0 0,0-1 0 0 0,0 1 1 0 0,-1 0-1 0 0,1-1 1 0 0,0 1-1 0 0,-1-1 1 0 0,1 1-1 0 0,-1-1 1 0 0,0 0-1 0 0,0 1 1 0 0,1-4-1 0 0,2-10 39 0 0,0 0 0 0 0,-1-1-1 0 0,0 1 1 0 0,-2-1-1 0 0,0 1 1 0 0,-1-1-1 0 0,0 1 1 0 0,-5-25 0 0 0,-33-133 343 0 0,32 150-371 0 0,-2-8-42 0 0,-25-81-372 0 0,28 98 334 0 0,-1 0 0 0 0,0 1 0 0 0,-1 0 0 0 0,-1 0 0 0 0,-11-15 0 0 0,18 27-38 0 0,0 1 0 0 0,0 0 0 0 0,0 0 1 0 0,0 0-1 0 0,0 0 0 0 0,0 0 0 0 0,0 0 0 0 0,0 0 1 0 0,-1 0-1 0 0,1 0 0 0 0,0 0 0 0 0,-1 0 1 0 0,1 1-1 0 0,0-1 0 0 0,-1 1 0 0 0,1-1 0 0 0,-1 1 1 0 0,1-1-1 0 0,-1 1 0 0 0,1 0 0 0 0,-1 0 0 0 0,1 0 1 0 0,-1 0-1 0 0,1 0 0 0 0,-1 0 0 0 0,1 0 1 0 0,-1 0-1 0 0,1 1 0 0 0,-1-1 0 0 0,1 0 0 0 0,-1 1 1 0 0,1 0-1 0 0,0-1 0 0 0,-1 1 0 0 0,1 0 0 0 0,0-1 1 0 0,-1 1-1 0 0,1 0 0 0 0,0 0 0 0 0,0 0 1 0 0,0 0-1 0 0,0 0 0 0 0,0 1 0 0 0,-2 1 0 0 0,-11 15-6316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2.7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 10138 0 0,'1'-1'263'0'0,"0"0"-1"0"0,0 0 1 0 0,0-1 0 0 0,0 1-1 0 0,0 0 1 0 0,0 0 0 0 0,0 0-1 0 0,0 0 1 0 0,0 0 0 0 0,1 0-1 0 0,-1 1 1 0 0,0-1 0 0 0,1 0-1 0 0,-1 1 1 0 0,0-1 0 0 0,1 0-1 0 0,-1 1 1 0 0,1 0 0 0 0,-1-1-1 0 0,1 1 1 0 0,-1 0 0 0 0,1 0-1 0 0,-1 0 1 0 0,1 0 0 0 0,-1 0-1 0 0,1 0 1 0 0,-1 0 0 0 0,1 0-1 0 0,-1 1 1 0 0,1-1 0 0 0,-1 1-1 0 0,1-1 1 0 0,-1 1 0 0 0,0-1-1 0 0,1 1 1 0 0,-1 0 0 0 0,0 0-1 0 0,0 0 1 0 0,1 0-1 0 0,-1 0 1 0 0,2 2 0 0 0,2 1 34 0 0,-1 0 1 0 0,1 1-1 0 0,-1 0 1 0 0,0 0 0 0 0,0 0-1 0 0,0 0 1 0 0,-1 1-1 0 0,5 10 1 0 0,3 20-15 0 0,-1 1 1 0 0,-2 0 0 0 0,6 65-1 0 0,-3-18-313 0 0,-4-37-219 0 0,3 1 0 0 0,27 82 0 0 0,-37-130 229 0 0,1 1 0 0 0,-1 0 0 0 0,0 0 0 0 0,0 0 0 0 0,0-1-1 0 0,1 1 1 0 0,-1 0 0 0 0,1-1 0 0 0,-1 1 0 0 0,0 0 0 0 0,1-1 0 0 0,-1 1 0 0 0,1 0-1 0 0,0-1 1 0 0,-1 1 0 0 0,1-1 0 0 0,-1 1 0 0 0,1-1 0 0 0,0 1 0 0 0,-1-1 0 0 0,1 1-1 0 0,0-1 1 0 0,0 0 0 0 0,-1 1 0 0 0,2-1 0 0 0,-1 0 3 0 0,0 0 1 0 0,0-1 0 0 0,0 1-1 0 0,-1 0 1 0 0,1-1-1 0 0,0 1 1 0 0,0-1-1 0 0,0 1 1 0 0,0-1-1 0 0,-1 1 1 0 0,1-1-1 0 0,0 0 1 0 0,-1 1 0 0 0,1-1-1 0 0,-1 0 1 0 0,1 0-1 0 0,0 1 1 0 0,0-2-1 0 0,22-46-214 0 0,-20 40 211 0 0,19-59-101 0 0,-20 54 110 0 0,2 1 0 0 0,-1 0 0 0 0,2 0 0 0 0,-1 0 0 0 0,1 1 0 0 0,1 0 0 0 0,0 0 0 0 0,1 0 0 0 0,9-10 1 0 0,-15 19 21 0 0,0 1 0 0 0,0 0 0 0 0,0 0 0 0 0,0-1 1 0 0,1 1-1 0 0,-1 0 0 0 0,1 1 0 0 0,-1-1 0 0 0,0 0 0 0 0,1 0 1 0 0,-1 0-1 0 0,1 1 0 0 0,0-1 0 0 0,-1 1 0 0 0,1-1 1 0 0,-1 1-1 0 0,1 0 0 0 0,0 0 0 0 0,-1-1 0 0 0,1 1 1 0 0,0 0-1 0 0,-1 1 0 0 0,1-1 0 0 0,3 1 0 0 0,-2 0 33 0 0,-1 0 0 0 0,1 1 0 0 0,-1-1 0 0 0,1 1 0 0 0,-1 0 0 0 0,0 0 0 0 0,1 0 0 0 0,-1 0-1 0 0,0 0 1 0 0,0 1 0 0 0,-1-1 0 0 0,4 5 0 0 0,3 8 174 0 0,0 1 0 0 0,-1 0 0 0 0,9 28 0 0 0,-15-41-215 0 0,7 27 22 0 0,-6-20-580 0 0,1 0 1 0 0,0 0-1 0 0,1 0 0 0 0,8 16 1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3.3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29 3225 0 0,'7'0'264'0'0,"-4"0"370"0"0,-1-1 0 0 0,0 1-1 0 0,1 1 1 0 0,-1-1 0 0 0,1 0-1 0 0,-1 1 1 0 0,0-1-1 0 0,1 1 1 0 0,-1 0 0 0 0,0-1-1 0 0,4 3 1 0 0,0 0 51 0 0,-1 0 0 0 0,1 1-1 0 0,-1 0 1 0 0,1 0 0 0 0,-1 0 0 0 0,0 1-1 0 0,0 0 1 0 0,4 5 0 0 0,26 45 1419 0 0,-29-43-1955 0 0,2 0-1 0 0,-1 0 1 0 0,2 0-1 0 0,11 11 1 0 0,-19-22-172 0 0,-1 1-1 0 0,1-1 1 0 0,0 0-1 0 0,0 0 1 0 0,1 0 0 0 0,-1 0-1 0 0,0 0 1 0 0,0 0-1 0 0,0-1 1 0 0,1 1-1 0 0,-1 0 1 0 0,0-1 0 0 0,0 1-1 0 0,1-1 1 0 0,-1 1-1 0 0,1-1 1 0 0,-1 1 0 0 0,1-1-1 0 0,-1 0 1 0 0,0 0-1 0 0,1 0 1 0 0,-1 0 0 0 0,2 0-1 0 0,-1-1-53 0 0,-1 1-1 0 0,0-1 0 0 0,0 0 1 0 0,0 0-1 0 0,0 0 1 0 0,0 0-1 0 0,0 0 0 0 0,0 0 1 0 0,0 0-1 0 0,0 0 1 0 0,0 0-1 0 0,-1-1 1 0 0,1 1-1 0 0,0 0 0 0 0,-1 0 1 0 0,1-1-1 0 0,-1 1 1 0 0,1-3-1 0 0,1-6-168 0 0,0-1 0 0 0,0 1 0 0 0,-2-1 0 0 0,0-18 0 0 0,0 22 575 0 0,0 1 0 0 0,0 0 0 0 0,0-1 0 0 0,0 1 1 0 0,1 0-1 0 0,0-1 0 0 0,4-10 0 0 0,-4 15-251 0 0,-1 1 1 0 0,1-1-1 0 0,0 1 1 0 0,0 0-1 0 0,0-1 1 0 0,0 1-1 0 0,0 0 1 0 0,0-1-1 0 0,1 1 1 0 0,-1 0-1 0 0,0 0 1 0 0,1 0-1 0 0,-1 0 1 0 0,1 0-1 0 0,-1 0 0 0 0,1 1 1 0 0,-1-1-1 0 0,1 0 1 0 0,0 1-1 0 0,-1-1 1 0 0,1 1-1 0 0,0 0 1 0 0,-1-1-1 0 0,1 1 1 0 0,0 0-1 0 0,-1 0 1 0 0,1 0-1 0 0,0 0 1 0 0,0 1-1 0 0,-1-1 1 0 0,1 0-1 0 0,0 1 1 0 0,2 0-1 0 0,5 1-111 0 0,0 0-1 0 0,0 1 1 0 0,-1 0-1 0 0,1 1 1 0 0,-1 0 0 0 0,0 0-1 0 0,0 1 1 0 0,0-1-1 0 0,0 2 1 0 0,11 10-1 0 0,-14-11 1 0 0,-1-1-1 0 0,0 1 1 0 0,0 0-1 0 0,-1 0 0 0 0,1 1 1 0 0,-1-1-1 0 0,-1 1 1 0 0,1 0-1 0 0,-1-1 0 0 0,0 1 1 0 0,0 0-1 0 0,0 0 1 0 0,-1 1-1 0 0,0-1 0 0 0,0 0 1 0 0,0 11-1 0 0,0-28-258 0 0,2 1-1 0 0,-1 0 0 0 0,1 0 1 0 0,1 0-1 0 0,0 0 1 0 0,0 1-1 0 0,1-1 0 0 0,10-14 1 0 0,-9 14 553 0 0,1 0 0 0 0,0 0 0 0 0,0 1 0 0 0,1 0 1 0 0,0 0-1 0 0,1 1 0 0 0,0 0 0 0 0,17-11 0 0 0,-25 18-237 0 0,0 1 0 0 0,0-1 1 0 0,-1 1-1 0 0,1 0 0 0 0,0-1 0 0 0,0 1 0 0 0,0 0 0 0 0,0 0 0 0 0,0 0 0 0 0,0 0 0 0 0,0-1 0 0 0,0 2 0 0 0,0-1 0 0 0,0 0 0 0 0,0 0 0 0 0,0 0 0 0 0,0 0 0 0 0,0 0 0 0 0,0 1 0 0 0,0-1 0 0 0,0 1 0 0 0,0-1 0 0 0,-1 0 0 0 0,1 1 0 0 0,0-1 0 0 0,0 1 0 0 0,0 0 0 0 0,-1-1 0 0 0,1 1 0 0 0,0 0 0 0 0,-1-1 0 0 0,1 1 0 0 0,0 0 0 0 0,-1 0 0 0 0,1 0 0 0 0,-1-1 0 0 0,1 1 0 0 0,0 2 0 0 0,2 5 276 0 0,1 0 0 0 0,-1 1 0 0 0,4 14-1 0 0,0 1 14 0 0,-6-21-399 0 0,0 0 1 0 0,1-1-1 0 0,-1 1 1 0 0,1 0-1 0 0,-1-1 1 0 0,1 1-1 0 0,0-1 1 0 0,0 0-1 0 0,0 0 1 0 0,0 0-1 0 0,1 0 1 0 0,-1 0-1 0 0,0 0 1 0 0,1 0-1 0 0,0-1 1 0 0,-1 1-1 0 0,1-1 1 0 0,0 0-1 0 0,0 0 1 0 0,-1 0-1 0 0,1 0 1 0 0,0 0-1 0 0,5 0 1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3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149 1 5529 0 0,'-3'0'452'0'0,"0"1"0"0"0,1 0-1 0 0,-1-1 1 0 0,1 1 0 0 0,-1 0 0 0 0,1 0 0 0 0,-1 0-1 0 0,1 1 1 0 0,0-1 0 0 0,0 1 0 0 0,-1-1-1 0 0,1 1 1 0 0,0 0 0 0 0,0-1 0 0 0,1 1 0 0 0,-1 0-1 0 0,0 1 1 0 0,1-1 0 0 0,-2 2 0 0 0,-28 51 3045 0 0,26-46-2768 0 0,-7 15 342 0 0,-3 5-11 0 0,-12 33 0 0 0,24-55-982 0 0,1 1 0 0 0,0-1-1 0 0,0 1 1 0 0,0-1 0 0 0,1 1-1 0 0,0 0 1 0 0,1 0 0 0 0,0-1 0 0 0,0 1-1 0 0,1 9 1 0 0,0-14-77 0 0,0-1-1 0 0,0 1 1 0 0,0 0 0 0 0,0-1 0 0 0,1 1-1 0 0,-1-1 1 0 0,0 1 0 0 0,1-1 0 0 0,0 1 0 0 0,0-1-1 0 0,0 0 1 0 0,0 0 0 0 0,0 0 0 0 0,0 0-1 0 0,0 0 1 0 0,1-1 0 0 0,-1 1 0 0 0,1-1-1 0 0,-1 1 1 0 0,4 0 0 0 0,8 4-10 0 0,0-2 0 0 0,0 0 1 0 0,15 3-1 0 0,23 7-89 0 0,-47-12 78 0 0,-1-1 0 0 0,0 1 0 0 0,0 1 0 0 0,0-1 0 0 0,0 0 0 0 0,0 1 1 0 0,-1 0-1 0 0,1 0 0 0 0,-1 0 0 0 0,0 0 0 0 0,0 1 0 0 0,0-1 0 0 0,0 1 1 0 0,0 0-1 0 0,-1-1 0 0 0,0 1 0 0 0,0 0 0 0 0,4 9 0 0 0,-5-8-66 0 0,-1 1 0 0 0,1-1 0 0 0,-1 1 0 0 0,0 0 0 0 0,0-1 0 0 0,0 1-1 0 0,-1-1 1 0 0,0 1 0 0 0,0-1 0 0 0,0 1 0 0 0,-1-1 0 0 0,0 0 0 0 0,0 0 0 0 0,0 1 0 0 0,-4 5-1 0 0,-1 0-179 0 0,0 1-1 0 0,0-1 0 0 0,-1-1 0 0 0,-1 0 0 0 0,0 0 0 0 0,-17 15 0 0 0,-14 5-5031 0 0,12-12-642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3.8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1 17052 0 0,'9'0'3500'0'0,"-8"2"-3290"0"0,1 1 1 0 0,-1-1-1 0 0,0 0 0 0 0,1 0 0 0 0,-1 1 0 0 0,0-1 0 0 0,0 1 0 0 0,-1-1 0 0 0,1 1 0 0 0,-1-1 0 0 0,1 1 0 0 0,-1 0 1 0 0,0-1-1 0 0,1 1 0 0 0,-1-1 0 0 0,-1 5 0 0 0,-7 47 610 0 0,5-39-503 0 0,-22 98 541 0 0,-9 52-2883 0 0,30-118-6618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4.3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51 8754 0 0,'-1'-3'665'0'0,"0"-1"0"0"0,0 1 0 0 0,0 0 0 0 0,1 0 0 0 0,-1-1 0 0 0,1 1 0 0 0,-1 0 0 0 0,1-1 0 0 0,1 1 0 0 0,-1-1-1 0 0,0 1 1 0 0,2-6 0 0 0,-2 9-587 0 0,1 0-1 0 0,-1 0 0 0 0,0-1 1 0 0,1 1-1 0 0,-1 0 1 0 0,0 0-1 0 0,1 0 0 0 0,-1 0 1 0 0,0-1-1 0 0,1 1 0 0 0,-1 0 1 0 0,0 0-1 0 0,1 0 0 0 0,-1 0 1 0 0,1 0-1 0 0,-1 0 1 0 0,0 0-1 0 0,1 0 0 0 0,-1 0 1 0 0,1 0-1 0 0,-1 0 0 0 0,0 1 1 0 0,1-1-1 0 0,-1 0 0 0 0,0 0 1 0 0,1 0-1 0 0,-1 0 1 0 0,0 1-1 0 0,1-1 0 0 0,-1 0 1 0 0,0 0-1 0 0,1 1 0 0 0,-1-1 1 0 0,0 0-1 0 0,0 0 0 0 0,1 1 1 0 0,-1-1-1 0 0,0 0 1 0 0,0 1-1 0 0,0-1 0 0 0,1 0 1 0 0,-1 1-1 0 0,0-1 0 0 0,0 0 1 0 0,0 1-1 0 0,0 0 0 0 0,12 19 688 0 0,1 9-238 0 0,-1 1-1 0 0,-1 0 1 0 0,10 49-1 0 0,10 102-3 0 0,-18-97-406 0 0,-1-11 29 0 0,-1 3-846 0 0,4 0 0 0 0,27 85 0 0 0,-33-128 682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5.0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51 55 14283 0 0,'21'-54'3966'0'0,"-33"76"-62"0"0,-7 15-3548 0 0,9-10-272 0 0,2 0 0 0 0,1 0 0 0 0,-5 36 0 0 0,11-50-60 0 0,-1-1 0 0 0,2 1 0 0 0,0 0 0 0 0,0-1 0 0 0,1 1 0 0 0,1-1 0 0 0,0 1 0 0 0,0-1 0 0 0,8 20 0 0 0,-10-30-49 0 0,1 0 0 0 0,0 0 0 0 0,0 0 1 0 0,0 0-1 0 0,0 0 0 0 0,0 0 0 0 0,0 0 0 0 0,0-1 0 0 0,0 1 1 0 0,1-1-1 0 0,-1 1 0 0 0,1-1 0 0 0,-1 1 0 0 0,1-1 0 0 0,0 0 1 0 0,0 0-1 0 0,-1 1 0 0 0,1-1 0 0 0,0-1 0 0 0,0 1 0 0 0,0 0 1 0 0,0 0-1 0 0,0-1 0 0 0,0 1 0 0 0,2-1 0 0 0,-1 0-9 0 0,-1 0-1 0 0,0-1 1 0 0,1 1 0 0 0,-1-1-1 0 0,0 0 1 0 0,1 0 0 0 0,-1 0-1 0 0,0 0 1 0 0,0 0 0 0 0,0 0-1 0 0,0 0 1 0 0,0-1 0 0 0,0 1-1 0 0,0-1 1 0 0,-1 0-1 0 0,1 1 1 0 0,-1-1 0 0 0,1 0-1 0 0,-1 0 1 0 0,1 0 0 0 0,1-4-1 0 0,2-4-141 0 0,-1 0 0 0 0,0-1-1 0 0,-1 1 1 0 0,0-1 0 0 0,0 0-1 0 0,-1 0 1 0 0,-1 0 0 0 0,0 0-1 0 0,0 0 1 0 0,-2-22 0 0 0,0 17 120 0 0,1 1 0 0 0,1-1 0 0 0,1 0 0 0 0,4-19 0 0 0,-6 34 93 0 0,0 1 0 0 0,0 0 0 0 0,0-1 0 0 0,0 1 1 0 0,0-1-1 0 0,0 1 0 0 0,0-1 0 0 0,0 1 0 0 0,0 0 0 0 0,0-1 0 0 0,1 1 0 0 0,-1 0 0 0 0,0-1 0 0 0,0 1 0 0 0,0-1 0 0 0,1 1 0 0 0,-1 0 1 0 0,0-1-1 0 0,0 1 0 0 0,1 0 0 0 0,-1 0 0 0 0,0-1 0 0 0,1 1 0 0 0,-1 0 0 0 0,0 0 0 0 0,1-1 0 0 0,-1 1 0 0 0,0 0 0 0 0,1 0 0 0 0,-1 0 0 0 0,1 0 1 0 0,-1-1-1 0 0,0 1 0 0 0,1 0 0 0 0,-1 0 0 0 0,1 0 0 0 0,-1 0 0 0 0,0 0 0 0 0,1 0 0 0 0,0 0 0 0 0,13 15 897 0 0,7 26-242 0 0,-11-17-653 0 0,0 5 120 0 0,1-1-1 0 0,2-1 1 0 0,29 47-1 0 0,-37-67-133 0 0,0 0-1 0 0,0-1 1 0 0,1 1-1 0 0,0-1 1 0 0,0 0-1 0 0,1-1 1 0 0,-1 0-1 0 0,1 0 1 0 0,0 0-1 0 0,1-1 1 0 0,-1 0-1 0 0,1 0 1 0 0,0-1-1 0 0,0 0 1 0 0,0 0-1 0 0,0-1 1 0 0,0 0 0 0 0,14 1-1 0 0,-19-2-31 0 0,1-1 0 0 0,0 0 1 0 0,-1 0-1 0 0,1 0 0 0 0,0 0 0 0 0,-1-1 0 0 0,1 1 0 0 0,-1-1 0 0 0,1 0 1 0 0,0 0-1 0 0,-1 0 0 0 0,0-1 0 0 0,1 1 0 0 0,-1-1 0 0 0,0 0 0 0 0,0 0 1 0 0,0 0-1 0 0,0 0 0 0 0,0-1 0 0 0,0 1 0 0 0,-1-1 0 0 0,1 0 0 0 0,-1 1 0 0 0,0-1 1 0 0,3-4-1 0 0,1-6-39 0 0,1-1 0 0 0,-2 1 0 0 0,0-1 1 0 0,0 0-1 0 0,2-16 0 0 0,12-32 0 0 0,-18 59 124 0 0,0-1-1 0 0,1 1 0 0 0,0-1 0 0 0,0 1 1 0 0,0 0-1 0 0,0 0 0 0 0,5-5 1 0 0,-7 8-62 0 0,0-1 1 0 0,1 1-1 0 0,-1 0 0 0 0,1-1 1 0 0,-1 1-1 0 0,1 0 1 0 0,-1 0-1 0 0,1-1 1 0 0,-1 1-1 0 0,1 0 1 0 0,-1 0-1 0 0,1 0 0 0 0,0 0 1 0 0,-1-1-1 0 0,1 1 1 0 0,-1 0-1 0 0,1 0 1 0 0,-1 0-1 0 0,1 0 1 0 0,-1 0-1 0 0,1 1 0 0 0,1-1 1 0 0,-1 1-11 0 0,0-1 1 0 0,0 1-1 0 0,0 0 1 0 0,0 0-1 0 0,0 0 1 0 0,0 0-1 0 0,0 0 1 0 0,0 0-1 0 0,0 0 1 0 0,0 0-1 0 0,0 0 0 0 0,0 0 1 0 0,-1 0-1 0 0,1 2 1 0 0,23 46 361 0 0,-16-29-345 0 0,1 0 1 0 0,16 24-1 0 0,-22-39-23 0 0,1-1-1 0 0,-1 1 0 0 0,1-1 1 0 0,-1 0-1 0 0,1 0 1 0 0,0-1-1 0 0,1 1 0 0 0,-1-1 1 0 0,1 0-1 0 0,-1 0 1 0 0,1 0-1 0 0,0 0 0 0 0,0-1 1 0 0,6 2-1 0 0,-9-3-5 0 0,0-1-1 0 0,0 1 0 0 0,0-1 0 0 0,0 0 1 0 0,1 0-1 0 0,-1 0 0 0 0,0 0 1 0 0,0 0-1 0 0,0 0 0 0 0,0 0 0 0 0,0-1 1 0 0,0 1-1 0 0,1-1 0 0 0,-1 1 0 0 0,0-1 1 0 0,0 0-1 0 0,0 0 0 0 0,-1 0 1 0 0,4-2-1 0 0,-1 0-14 0 0,-1 0 0 0 0,0 0 0 0 0,0 0 0 0 0,0-1 0 0 0,0 1 0 0 0,-1-1 0 0 0,1 0 1 0 0,-1 1-1 0 0,2-6 0 0 0,2-5-15 0 0,-1-1 0 0 0,0 0-1 0 0,-1 0 1 0 0,3-23 0 0 0,-2-11 234 0 0,-4 34-106 0 0,0 1 0 0 0,1 0-1 0 0,0-1 1 0 0,1 1 0 0 0,8-21-1 0 0,-7 31-59 0 0,1 11-29 0 0,5 23-648 0 0,-3-8-1411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25.6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36 202 456 0 0,'-36'-63'23455'0'0,"37"63"-23361"0"0,51 99 520 0 0,0 0-584 0 0,-44-87-41 0 0,0 0-1 0 0,1 0 1 0 0,0-1 0 0 0,1-1 0 0 0,20 18-1 0 0,-22-21 12 0 0,-1-2-1 0 0,1 1 0 0 0,0-1 1 0 0,0 0-1 0 0,0-1 0 0 0,1 0 1 0 0,0 0-1 0 0,13 3 0 0 0,-18-6 9 0 0,-1-1-1 0 0,1 0 1 0 0,-1 1-1 0 0,1-1 1 0 0,-1 0-1 0 0,1-1 1 0 0,-1 1-1 0 0,1-1 0 0 0,-1 1 1 0 0,1-1-1 0 0,-1 0 1 0 0,0-1-1 0 0,0 1 1 0 0,1 0-1 0 0,-1-1 1 0 0,0 0-1 0 0,0 1 1 0 0,0-1-1 0 0,-1-1 1 0 0,1 1-1 0 0,0 0 0 0 0,-1-1 1 0 0,1 1-1 0 0,-1-1 1 0 0,4-5-1 0 0,-1-1 2 0 0,1 0 0 0 0,-1-1 1 0 0,0 0-1 0 0,-1 0 0 0 0,-1 0 0 0 0,1-1 0 0 0,-1 1 0 0 0,-1-1 0 0 0,0 1 0 0 0,-1-1 0 0 0,0 0 0 0 0,0-18 0 0 0,-3-7-34 0 0,-1 1-1 0 0,-12-53 1 0 0,-4 7-2098 0 0,7 40-6034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30.73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369 812 10594 0 0,'-119'10'978'0'0,"48"-3"-812"0"0,-81-2 0 0 0,126-8-444 0 0,36-3-209 0 0,42-2 32 0 0,94 0 672 0 0,200-16 2022 0 0,317-78 1300 0 0,-3-36-1806 0 0,-306 62-1300 0 0,-283 61-308 0 0,1227-226 901 0 0,-1133 217-987 0 0,353-40 98 0 0,-228 36-111 0 0,71-5 91 0 0,833-17 733 0 0,-1027 53-866 0 0,-21 1-94 0 0,257-25 1 0 0,-536 31-3089 0 0,-154 43 1897 0 0,71-12 792 0 0,-23 2 162 0 0,-261 42 166 0 0,-158 15 654 0 0,-342 82 784 0 0,865-154-1329 0 0,-525 118-2045 0 0,-260 50-951 0 0,105 3 4959 0 0,759-183-1253 0 0,0 3 0 0 0,-97 48 1 0 0,152-67-633 0 0,1 0 0 0 0,-1 0 0 0 0,1 0 1 0 0,-1 0-1 0 0,1 1 0 0 0,-1-1 0 0 0,1 0 0 0 0,0 0 1 0 0,-1 1-1 0 0,1-1 0 0 0,-1 0 0 0 0,1 1 0 0 0,0-1 1 0 0,-1 0-1 0 0,1 1 0 0 0,0-1 0 0 0,-1 0 1 0 0,1 1-1 0 0,0-1 0 0 0,0 1 0 0 0,-1-1 0 0 0,1 1 1 0 0,0-1-1 0 0,0 1 0 0 0,0-1 0 0 0,-1 2 1 0 0,12 4 74 0 0,30-1-71 0 0,-36-5-19 0 0,115 5-657 0 0,151-15-1 0 0,-135 3 608 0 0,202-8 298 0 0,560-17 301 0 0,546 14 1522 0 0,-172-40-1598 0 0,-592-22 1327 0 0,-587 67-1350 0 0,98-22 238 0 0,-162 28-570 0 0,0-2 0 0 0,0-1 0 0 0,-1-1 0 0 0,37-20 1 0 0,-64 30-112 0 0,1 1 1 0 0,-1-1 0 0 0,0 1 0 0 0,1-1 0 0 0,-1 0-1 0 0,0 0 1 0 0,1 0 0 0 0,-1 0 0 0 0,0 0 0 0 0,0 0 0 0 0,0 0-1 0 0,0 0 1 0 0,0 0 0 0 0,0 0 0 0 0,0-1 0 0 0,0 1-1 0 0,0 0 1 0 0,-1-1 0 0 0,1 1 0 0 0,-1 0 0 0 0,1-1-1 0 0,-1 1 1 0 0,1-1 0 0 0,-1 1 0 0 0,0-1 0 0 0,1 1 0 0 0,-1-1-1 0 0,0 1 1 0 0,0-1 0 0 0,-1-2 0 0 0,0 1-7 0 0,0 1 0 0 0,-1-1 0 0 0,0 1 0 0 0,1 0 0 0 0,-1 0 0 0 0,0-1 0 0 0,0 1-1 0 0,0 0 1 0 0,0 1 0 0 0,-1-1 0 0 0,1 0 0 0 0,0 0 0 0 0,-1 1 0 0 0,1 0 0 0 0,-5-2 0 0 0,-26-11-14 0 0,0 1 1 0 0,-1 2-1 0 0,0 1 0 0 0,-55-8 0 0 0,-145-6 126 0 0,214 22-109 0 0,-334-18-566 0 0,0 15 0 0 0,-496 56 0 0 0,-879 220 309 0 0,21 97 364 0 0,1220-262-633 0 0,475-103 451 0 0,5-2-4 0 0,1 1 0 0 0,-1 0 0 0 0,0 0 0 0 0,1 1 0 0 0,-1 0 0 0 0,-7 4 0 0 0,15-7 53 0 0,0 1 0 0 0,-1-1 0 0 0,1 0 0 0 0,0 0 0 0 0,0 0 0 0 0,-1 0 0 0 0,1 0 0 0 0,0 1 0 0 0,0-1 0 0 0,-1 0 0 0 0,1 0 1 0 0,0 1-63 0 0,-1-1 62 0 0,1 0 0 0 0,0 0 0 0 0,0 1 0 0 0,0-1 0 0 0,0 0 0 0 0,0 0 0 0 0,-1 1 0 0 0,1-1 0 0 0,0 0 0 0 0,0 1 0 0 0,0-1 0 0 0,0 0 0 0 0,0 0 0 0 0,0 1 0 0 0,0-1 0 0 0,0 0 0 0 0,0 1 0 0 0,0-1 0 0 0,0 0 0 0 0,0 0 0 0 0,0 1 0 0 0,0-1 0 0 0,1 0 0 0 0,-1 1 0 0 0,0-1 0 0 0,0 0 0 0 0,0 1 0 0 0,15 8-733 0 0,22 1-268 0 0,41 2 14 0 0,1-3 1 0 0,89-1 0 0 0,164-17 1719 0 0,-232 5-617 0 0,593-53 1947 0 0,0-35-308 0 0,-406 52-1763 0 0,115-16 59 0 0,1099-127 1021 0 0,-222 76 400 0 0,-1206 100-2449 0 0,-1-3 1 0 0,134-37 0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31.61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1667 503 19356 0 0,'-30'2'1133'0'0,"-94"11"-403"0"0,111-10-1360 0 0,-1 0 0 0 0,1 1 0 0 0,0 0 1 0 0,0 1-1 0 0,1 0 0 0 0,-24 14 0 0 0,35-19 563 0 0,-1 1-1 0 0,1 0 0 0 0,-1 0 0 0 0,1 0 1 0 0,-1 0-1 0 0,1 0 0 0 0,0 0 1 0 0,-1 0-1 0 0,1 0 0 0 0,0 0 1 0 0,0 1-1 0 0,0-1 0 0 0,0 0 1 0 0,0 1-1 0 0,0-1 0 0 0,0 1 0 0 0,0-1 1 0 0,1 1-1 0 0,-1 0 0 0 0,1-1 1 0 0,-1 1-1 0 0,1 0 0 0 0,-1-1 1 0 0,1 3-1 0 0,1-2-27 0 0,-1-1 0 0 0,1 1 1 0 0,0 0-1 0 0,0-1 0 0 0,0 1 1 0 0,0-1-1 0 0,0 1 0 0 0,0-1 0 0 0,1 0 1 0 0,-1 1-1 0 0,0-1 0 0 0,1 0 1 0 0,-1 0-1 0 0,1 0 0 0 0,-1 0 0 0 0,1 0 1 0 0,-1 0-1 0 0,3 1 0 0 0,9 3-364 0 0,1 0-1 0 0,-1 0 0 0 0,1-2 0 0 0,20 4 1 0 0,63 2 681 0 0,-1-4 1 0 0,138-11 0 0 0,-128 1 437 0 0,759-84 4122 0 0,-532 25-3968 0 0,-98 15-506 0 0,-203 43-271 0 0,-5 3-29 0 0,-1-2 0 0 0,0 0 0 0 0,0-2 0 0 0,-1-1-1 0 0,0-1 1 0 0,27-14 0 0 0,-51 23-23 0 0,0-1 0 0 0,-1 1 0 0 0,1 0-1 0 0,-1 0 1 0 0,1-1 0 0 0,-1 1 0 0 0,1 0 0 0 0,-1-1 0 0 0,1 1 0 0 0,-1 0 0 0 0,0-1 0 0 0,1 1-1 0 0,-1-1 1 0 0,1 1 0 0 0,-1 0 0 0 0,0-1 0 0 0,1 1 0 0 0,-1-1 0 0 0,0 1 0 0 0,0-1-1 0 0,1 1 1 0 0,-1-1 0 0 0,0 0 0 0 0,0 1 0 0 0,0-1 0 0 0,0 1 0 0 0,0-1 0 0 0,0 0 0 0 0,-12-7-405 0 0,-29 0-302 0 0,-16 5-1 0 0,1 2 1 0 0,-108 13 0 0 0,-115 34 221 0 0,226-36 368 0 0,-292 49-185 0 0,-115 23 285 0 0,455-81 28 0 0,-843 176 1627 0 0,16 59-506 0 0,670-175-3301 0 0,-182 97 0 0 0,338-156 2116 0 0,1 1 0 0 0,1-1 0 0 0,-1 1 1 0 0,0 1-1 0 0,1-1 0 0 0,-7 7 0 0 0,11-10 66 0 0,-1 0 0 0 0,1 1-1 0 0,0-1 1 0 0,0 0-1 0 0,-1 1 1 0 0,1-1 0 0 0,0 0-1 0 0,0 1 1 0 0,0-1 0 0 0,-1 1-1 0 0,1-1 1 0 0,0 0-1 0 0,0 1 1 0 0,0-1 0 0 0,0 1-1 0 0,0-1 1 0 0,0 0-1 0 0,0 1 1 0 0,0-1 0 0 0,0 1-1 0 0,0-1 1 0 0,0 1-1 0 0,0-1 1 0 0,0 0 0 0 0,0 1-1 0 0,1-1 1 0 0,-1 1-1 0 0,0-1 1 0 0,0 0 0 0 0,0 1-1 0 0,1 0 1 0 0,0 0 27 0 0,1 0 1 0 0,-1 0-1 0 0,1 0 1 0 0,0 0-1 0 0,-1 0 0 0 0,1-1 1 0 0,0 1-1 0 0,-1 0 1 0 0,1-1-1 0 0,0 1 1 0 0,0-1-1 0 0,1 1 0 0 0,21 3-95 0 0,-1-1-1 0 0,0-1 1 0 0,1-1-1 0 0,0-2 1 0 0,30-3-1 0 0,121-27-1690 0 0,-120 20 1760 0 0,863-190 3274 0 0,108-98 1575 0 0,-532 90-3474 0 0,-446 186-865 0 0,88-56 0 0 0,-120 68-396 0 0,-1-1 1 0 0,0 0-1 0 0,-1 0 0 0 0,0-2 0 0 0,-1 0 0 0 0,0 0 1 0 0,-2-1-1 0 0,20-32 0 0 0,-29 43-95 0 0,0 1-1 0 0,0-1 0 0 0,-1 0 1 0 0,1 0-1 0 0,-1 0 1 0 0,0 0-1 0 0,0 0 1 0 0,-1 0-1 0 0,1 0 1 0 0,-1 0-1 0 0,0 0 0 0 0,0 0 1 0 0,0 0-1 0 0,-1 0 1 0 0,1 0-1 0 0,-1 0 1 0 0,-2-5-1 0 0,1 3-6 0 0,0 1 0 0 0,-1 0-1 0 0,0 0 1 0 0,0 1 0 0 0,0-1-1 0 0,-1 1 1 0 0,1-1 0 0 0,-1 1-1 0 0,0 0 1 0 0,-1 1 0 0 0,-5-5 0 0 0,-6-3-7 0 0,-1 1 0 0 0,-1 1 1 0 0,1 0-1 0 0,-1 1 0 0 0,-1 2 1 0 0,-23-7-1 0 0,-15 0-107 0 0,0 2-1 0 0,0 3 1 0 0,-1 3-1 0 0,-64 2 0 0 0,14 6-361 0 0,-140 24-1 0 0,81 1-301 0 0,-238 72-1 0 0,302-67 565 0 0,2 5 0 0 0,2 4-1 0 0,-135 80 1 0 0,224-117 189 0 0,-11 8-18 0 0,0 0 1 0 0,-26 23 0 0 0,43-33 55 0 0,0 1 0 0 0,0 0 0 0 0,0 0 0 0 0,0 0 0 0 0,1 0 0 0 0,0 0 0 0 0,-1 1 0 0 0,2 0 0 0 0,-1 0 1 0 0,0 0-1 0 0,1 0 0 0 0,0 0 0 0 0,0 0 0 0 0,1 0 0 0 0,0 1 0 0 0,-2 8 0 0 0,4-10-1 0 0,-1 0-1 0 0,1 1 0 0 0,0-1 0 0 0,0 1 1 0 0,1-1-1 0 0,-1 0 0 0 0,1 0 1 0 0,0 0-1 0 0,0 0 0 0 0,0 0 1 0 0,1 0-1 0 0,-1 0 0 0 0,1-1 1 0 0,0 1-1 0 0,0-1 0 0 0,0 0 1 0 0,0 0-1 0 0,1 0 0 0 0,0 0 1 0 0,-1-1-1 0 0,6 3 0 0 0,8 6 9 0 0,1-1 0 0 0,1-1 0 0 0,23 9-1 0 0,1-4-27 0 0,0-2 0 0 0,0-1 0 0 0,1-3 0 0 0,1-1 1 0 0,48 0-1 0 0,227-10 431 0 0,539-54-578 0 0,-494 23-5282 0 0,-212 18-334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33.044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276 118 11522 0 0,'-55'15'654'0'0,"34"-11"-615"0"0,-1 1 0 0 0,1 2 1 0 0,0 0-1 0 0,1 1 1 0 0,0 1-1 0 0,0 1 0 0 0,-33 22 1 0 0,51-31-72 0 0,1 0 1 0 0,-1 1-1 0 0,0-1 1 0 0,1 1-1 0 0,-1 0 1 0 0,1-1-1 0 0,-1 1 1 0 0,1 0-1 0 0,0 0 1 0 0,0 0-1 0 0,0 0 1 0 0,0 0-1 0 0,0 0 1 0 0,0 0-1 0 0,0 0 1 0 0,1 0-1 0 0,-1 0 1 0 0,1 3-1 0 0,0-3 0 0 0,0 0 0 0 0,1 0 0 0 0,-1 0 0 0 0,1-1-1 0 0,-1 1 1 0 0,1 0 0 0 0,0 0 0 0 0,0-1 0 0 0,0 1-1 0 0,0-1 1 0 0,0 1 0 0 0,0-1 0 0 0,0 1 0 0 0,0-1-1 0 0,1 1 1 0 0,-1-1 0 0 0,1 0 0 0 0,-1 0 0 0 0,1 0-1 0 0,-1 0 1 0 0,1 0 0 0 0,3 1 0 0 0,9 6-56 0 0,1-2 1 0 0,0 0-1 0 0,1-1 1 0 0,29 6-1 0 0,70 5-329 0 0,-78-11 378 0 0,1221 98 4696 0 0,-900-80-3729 0 0,1663 5 3769 0 0,-1234-103-4522 0 0,-7-48-630 0 0,-735 116 461 0 0,-1-2-1 0 0,-1-2 1 0 0,0-2 0 0 0,0-1-1 0 0,61-31 1 0 0,-102 44 13 0 0,0 0 1 0 0,0 0-1 0 0,0 0 1 0 0,0 0-1 0 0,0 0 1 0 0,0 0-1 0 0,-1-1 1 0 0,1 1 0 0 0,0 0-1 0 0,-1-1 1 0 0,1 0-1 0 0,-1 1 1 0 0,0-1-1 0 0,1 0 1 0 0,-1 0-1 0 0,0 0 1 0 0,0 0-1 0 0,0 0 1 0 0,0 0 0 0 0,-1 0-1 0 0,1 0 1 0 0,0-2-1 0 0,-1 1 20 0 0,-1 1 0 0 0,0 0 1 0 0,0 0-1 0 0,0-1 0 0 0,0 1 0 0 0,0 0 0 0 0,0 0 0 0 0,0 0 0 0 0,-1 0 0 0 0,1 0 0 0 0,-1 0 1 0 0,1 1-1 0 0,-1-1 0 0 0,0 0 0 0 0,0 1 0 0 0,0 0 0 0 0,0-1 0 0 0,0 1 0 0 0,0 0 0 0 0,-4-2 1 0 0,-19-10 41 0 0,-1 0 1 0 0,-1 2 0 0 0,0 1 0 0 0,-36-8 0 0 0,-115-15-161 0 0,42 18-518 0 0,-1 6 0 0 0,-228 14 0 0 0,-274 62-2622 0 0,546-55 2675 0 0,-850 135-5321 0 0,12 57 3616 0 0,656-135 2273 0 0,-751 198-1799 0 0,777-204 609 0 0,-51 15 2393 0 0,291-75-993 0 0,4-2 114 0 0,-1 1-1 0 0,1-1 1 0 0,0 1 0 0 0,-1 1 0 0 0,1-1 0 0 0,0 1 0 0 0,-4 12 1161 0 0,10-15-1461 0 0,-1 1 1 0 0,0-1-1 0 0,1 0 1 0 0,-1 0-1 0 0,0 0 0 0 0,1 0 1 0 0,-1 0-1 0 0,0 0 0 0 0,1 0 1 0 0,-1 0-1 0 0,0 0 1 0 0,1 0-1 0 0,-1 0 0 0 0,1-1 1 0 0,18 4 350 0 0,371 0 129 0 0,1-27-960 0 0,-173 8 635 0 0,380-33 1232 0 0,-34 2-601 0 0,412-26 203 0 0,79-6 649 0 0,1 32-445 0 0,-355 39-601 0 0,766-27 790 0 0,-184-77-2997 0 0,-967 58 110 0 0,-311 53 1507 0 0,0-1-1 0 0,0 1 0 0 0,0-1 0 0 0,0 0 0 0 0,8-5 0 0 0,-12 7-16 0 0,0-1-1 0 0,0 0 0 0 0,-1 1 0 0 0,1-1 1 0 0,0 1-1 0 0,-1-1 0 0 0,1 0 0 0 0,-1 0 0 0 0,1 1 1 0 0,-1-1-1 0 0,1 0 0 0 0,-1 0 0 0 0,0 0 1 0 0,1 1-1 0 0,-1-1 0 0 0,0 0 0 0 0,1 0 0 0 0,-1 0 1 0 0,0 0-1 0 0,0 0 0 0 0,0 0 0 0 0,0 0 1 0 0,0 1-1 0 0,0-1 0 0 0,0 0 0 0 0,0 0 0 0 0,0 0 1 0 0,-1 0-1 0 0,1 0 0 0 0,0 0 0 0 0,-1 0 1 0 0,1 1-1 0 0,0-1 0 0 0,-1 0 0 0 0,1 0 0 0 0,-1 0 1 0 0,1 1-1 0 0,-1-1 0 0 0,0 0 0 0 0,1 1 0 0 0,-2-2 1 0 0,-8-9 281 0 0,-1-1 0 0 0,-1 2 0 0 0,0 0 1 0 0,0 0-1 0 0,0 1 0 0 0,-2 1 0 0 0,1 0 1 0 0,-21-9-1 0 0,-123-43 74 0 0,147 57-330 0 0,-124-37-566 0 0,-2 6-1 0 0,-228-26 1 0 0,-288 15-3186 0 0,-969 49 488 0 0,1581-3 3174 0 0,-372 16-176 0 0,7 32-1563 0 0,386-46 1573 0 0,7-1 92 0 0,0 0-1 0 0,0 1 1 0 0,0 0 0 0 0,0 1 0 0 0,1 0 0 0 0,-12 6 0 0 0,22-9 106 0 0,1-1 0 0 0,-1 0 0 0 0,1 0 0 0 0,-1 0 0 0 0,1 1 0 0 0,0-1 0 0 0,-1 0 0 0 0,1 1-1 0 0,-1-1 1 0 0,1 0 0 0 0,0 1 0 0 0,-1-1 0 0 0,1 0 0 0 0,0 1 0 0 0,-1-1 0 0 0,1 1 0 0 0,0-1 0 0 0,0 0 0 0 0,-1 1 0 0 0,1-1 0 0 0,0 1 0 0 0,0-1 0 0 0,0 1 0 0 0,0-1 0 0 0,0 1 0 0 0,0-1 0 0 0,-1 1 0 0 0,1-1 0 0 0,0 1 0 0 0,0-1 0 0 0,1 1 0 0 0,-1-1 0 0 0,0 1 0 0 0,0-1 0 0 0,0 1 0 0 0,0-1 0 0 0,0 1 0 0 0,0-1 0 0 0,1 1 0 0 0,-1-1 0 0 0,0 0 0 0 0,0 1 0 0 0,1-1 0 0 0,-1 1 0 0 0,0-1 0 0 0,1 0 0 0 0,-1 1 0 0 0,0-1 0 0 0,1 0 0 0 0,-1 1 0 0 0,1-1 0 0 0,-1 0 0 0 0,0 1 0 0 0,1-1 0 0 0,-1 0 0 0 0,1 0 0 0 0,-1 0 0 0 0,1 1 0 0 0,33 14 595 0 0,-31-14-548 0 0,68 23 287 0 0,1-3-1 0 0,79 12 1 0 0,155 12-596 0 0,-222-35 534 0 0,874 96 2300 0 0,4-42 0 0 0,1071-67 0 0 0,-1863-5-2029 0 0,326-22 505 0 0,-482 28-1011 0 0,45-7 200 0 0,-100-3-564 0 0,-219-25-464 0 0,-418-7-1 0 0,-262 82-851 0 0,517 11 339 0 0,304-28 200 0 0,-174 53-1 0 0,263-65 666 0 0,0 1 0 0 0,1 2 0 0 0,0 1 0 0 0,1 1 0 0 0,-39 26 0 0 0,64-38 381 0 0,-1 1-1 0 0,1-1 1 0 0,0 1-1 0 0,-1 0 1 0 0,1 0-1 0 0,1 1 1 0 0,-1-1-1 0 0,0 1 1 0 0,1-1-1 0 0,0 1 1 0 0,-1 0-1 0 0,2 0 1 0 0,-3 5-1 0 0,3-6 30 0 0,1 0-1 0 0,-1 0 1 0 0,1 0-1 0 0,0 0 1 0 0,0 0-1 0 0,0 0 1 0 0,0 0-1 0 0,1 0 1 0 0,-1 0-1 0 0,1 0 1 0 0,0 0-1 0 0,0-1 1 0 0,0 1-1 0 0,0 0 0 0 0,0 0 1 0 0,1-1-1 0 0,-1 1 1 0 0,1-1-1 0 0,-1 1 1 0 0,3 1-1 0 0,4 6 55 0 0,1-2 0 0 0,0 1-1 0 0,0-1 1 0 0,1-1-1 0 0,0 1 1 0 0,1-2 0 0 0,-1 1-1 0 0,1-2 1 0 0,0 1-1 0 0,1-1 1 0 0,18 5 0 0 0,12 1-46 0 0,84 13 0 0 0,5-11-175 0 0,0-5 0 0 0,195-12 0 0 0,264-55 1037 0 0,128-36 959 0 0,-7-37 3087 0 0,-668 123-4346 0 0,86-24 890 0 0,-113 28-1106 0 0,0 0 0 0 0,0-2 0 0 0,-1 0 0 0 0,0-1 0 0 0,21-14 0 0 0,-35 21-309 0 0,1 0 0 0 0,-1 0-1 0 0,0 0 1 0 0,1 0 0 0 0,-1 0 0 0 0,0 0-1 0 0,0 0 1 0 0,1-1 0 0 0,-1 1 0 0 0,0 0-1 0 0,-1-1 1 0 0,1 1 0 0 0,0-1 0 0 0,0 1-1 0 0,0-1 1 0 0,-1 1 0 0 0,1-1 0 0 0,-1 0-1 0 0,1 1 1 0 0,-1-1 0 0 0,0 0 0 0 0,0 1-1 0 0,0-1 1 0 0,0 0 0 0 0,0 0 0 0 0,0 1-1 0 0,0-1 1 0 0,0 0 0 0 0,-1 1 0 0 0,1-1-1 0 0,-1 0 1 0 0,1 1 0 0 0,-1-1 0 0 0,0 1-1 0 0,1-1 1 0 0,-1 1 0 0 0,0-1 0 0 0,0 1-1 0 0,0-1 1 0 0,0 1 0 0 0,0 0 0 0 0,0 0-1 0 0,-2-2 1 0 0,-5-4-1 0 0,-1-1 0 0 0,1 1 0 0 0,-2 0 0 0 0,1 1 0 0 0,-16-8 0 0 0,-13-5-72 0 0,-1 2-1 0 0,-1 2 1 0 0,-70-17 0 0 0,-134-14-1001 0 0,64 24-104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2:34.71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3064 264 8290 0 0,'-351'-95'2559'0'0,"-155"-31"-1229"0"0,384 107-1340 0 0,0 6 0 0 0,-186 3 0 0 0,-243 57 1560 0 0,225 9-531 0 0,125-20-534 0 0,-70 16-860 0 0,201-35-100 0 0,-121 46 0 0 0,187-61 516 0 0,1-1 0 0 0,-1 1 0 0 0,1 0 1 0 0,-1 0-1 0 0,1 0 0 0 0,0 0 1 0 0,0 1-1 0 0,0-1 0 0 0,0 1 0 0 0,-4 5 1 0 0,6-7-12 0 0,1 0 0 0 0,-1-1 0 0 0,1 1 1 0 0,0 0-1 0 0,-1 0 0 0 0,1 0 0 0 0,0 0 0 0 0,-1 0 1 0 0,1 0-1 0 0,0-1 0 0 0,0 1 0 0 0,0 0 0 0 0,0 0 0 0 0,0 0 1 0 0,0 0-1 0 0,0 0 0 0 0,0 0 0 0 0,0 0 0 0 0,1 1 1 0 0,0 0 25 0 0,0-1 1 0 0,0 1 0 0 0,0 0 0 0 0,0-1 0 0 0,0 0 0 0 0,0 1-1 0 0,0-1 1 0 0,1 1 0 0 0,-1-1 0 0 0,0 0 0 0 0,1 0 0 0 0,0 0 0 0 0,2 1-1 0 0,7 5 46 0 0,2-1 1 0 0,-1-1-1 0 0,0 0 0 0 0,1-1 0 0 0,26 5 0 0 0,72 5-178 0 0,-83-11 135 0 0,1213 72 3508 0 0,-860-60-2689 0 0,1274 28 617 0 0,-181-7-1457 0 0,-972-12 81 0 0,242 7-114 0 0,-602-29-99 0 0,171-19 1 0 0,-306 17 115 0 0,0-1 0 0 0,-1-1 0 0 0,1 0 0 0 0,10-3 0 0 0,-17 5-18 0 0,1-1-1 0 0,-1 1 1 0 0,1 0 0 0 0,0-1-1 0 0,-1 1 1 0 0,1 0 0 0 0,-1-1-1 0 0,1 1 1 0 0,-1 0 0 0 0,1-1-1 0 0,-1 1 1 0 0,1-1 0 0 0,-1 1-1 0 0,0-1 1 0 0,1 1 0 0 0,-1-1-1 0 0,0 0 1 0 0,1 1 0 0 0,-1-1-1 0 0,0 1 1 0 0,1-1 0 0 0,-1 0-1 0 0,0 0 1 0 0,0 0-12 0 0,-1 0 0 0 0,1 0 0 0 0,0 0 0 0 0,-1 0 0 0 0,1 0 0 0 0,-1 0-1 0 0,0 0 1 0 0,1 0 0 0 0,-1 1 0 0 0,0-1 0 0 0,1 0 0 0 0,-1 0 0 0 0,0 1 0 0 0,0-1 0 0 0,0 0 0 0 0,0 1-1 0 0,0-1 1 0 0,1 1 0 0 0,-3-2 0 0 0,-19-9-16 0 0,0 1 1 0 0,0 0-1 0 0,-1 2 1 0 0,-42-10-1 0 0,-101-11-306 0 0,140 25 230 0 0,-842-55-3530 0 0,483 58 2355 0 0,0 16 0 0 0,-672 115 0 0 0,-837 271-6945 0 0,861-113 11181 0 0,986-274-2770 0 0,-70 15 51 0 0,374-90-458 0 0,13 15 2174 0 0,366-17 1 0 0,279 42 2681 0 0,-332 19-2206 0 0,691-10-544 0 0,-2-53-1517 0 0,-538-13-259 0 0,-14-59-38 0 0,-580 104-75 0 0,83-23-3 0 0,-169 39 8 0 0,104-46-1 0 0,-147 57 3 0 0,1 0 0 0 0,-1 0-1 0 0,-1-1 1 0 0,0 0 0 0 0,0-1-1 0 0,0 0 1 0 0,-1 0 0 0 0,16-19-1 0 0,-22 23-25 0 0,-1 1 0 0 0,0-1 0 0 0,1 0 0 0 0,-2 0 0 0 0,1 0 0 0 0,0 0 0 0 0,-1-1 0 0 0,0 1 0 0 0,0 0 0 0 0,0-1 0 0 0,0 1 0 0 0,-1-1 0 0 0,1 1 0 0 0,-1-1 0 0 0,0 1 0 0 0,-1-1 0 0 0,1 1 0 0 0,-1-1 0 0 0,0 1 0 0 0,0 0 0 0 0,0-1 0 0 0,-1 1 0 0 0,0 0 0 0 0,1 0 0 0 0,-1 0 0 0 0,-1 0-1 0 0,-3-6 1 0 0,-3-2-73 0 0,-1-1 0 0 0,0 1-1 0 0,-1 1 1 0 0,0 0-1 0 0,-1 1 1 0 0,0 0 0 0 0,0 0-1 0 0,-1 2 1 0 0,-18-10-1 0 0,-17-6-331 0 0,-68-24-1 0 0,94 40 332 0 0,-79-27-189 0 0,-1 5 1 0 0,-2 5-1 0 0,0 4 1 0 0,-1 4-1 0 0,-143-3 1 0 0,30 17-622 0 0,-348 41 1 0 0,-218 97-1082 0 0,7 54 737 0 0,190-43 98 0 0,262-79 819 0 0,-2-15 1 0 0,-421 13-1 0 0,643-58 443 0 0,38-2 2 0 0,-86-4 1 0 0,132-6-111 0 0,35-1-89 0 0,35-3-100 0 0,693-40-800 0 0,-590 44 1204 0 0,514-4 1306 0 0,-337 6-598 0 0,179 3 515 0 0,74-1 231 0 0,-401-2-1170 0 0,415-10 1187 0 0,-3-26-276 0 0,-411 22-1115 0 0,125-13 116 0 0,-7-25 152 0 0,-292 53-511 0 0,0-1 1 0 0,-1 1 0 0 0,1-1 0 0 0,8-5-1 0 0,-15 8-44 0 0,0-1 0 0 0,-1 1-1 0 0,1 0 1 0 0,0-1-1 0 0,-1 1 1 0 0,1-1 0 0 0,-1 1-1 0 0,1-1 1 0 0,0 1 0 0 0,-1-1-1 0 0,1 0 1 0 0,-1 1-1 0 0,0-1 1 0 0,1 0 0 0 0,-1 1-1 0 0,1-1 1 0 0,-1 0-1 0 0,0 0 1 0 0,0 1 0 0 0,1-1-1 0 0,-1-1 1 0 0,0 0 3 0 0,-1 1-1 0 0,1 0 1 0 0,-1 0 0 0 0,1 0 0 0 0,-1 0 0 0 0,0 0-1 0 0,1 0 1 0 0,-1 0 0 0 0,0 0 0 0 0,0 0-1 0 0,1 1 1 0 0,-1-1 0 0 0,0 0 0 0 0,0 0-1 0 0,0 1 1 0 0,0-1 0 0 0,0 0 0 0 0,0 1 0 0 0,0-1-1 0 0,-2 1 1 0 0,-20-11-3 0 0,-2 1-1 0 0,0 2 1 0 0,0 1 0 0 0,0 0-1 0 0,-35-3 1 0 0,21 3-39 0 0,-778-88-1263 0 0,700 86 1183 0 0,-1718-89-609 0 0,-3 135 1715 0 0,1431-6-787 0 0,23 8-292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2.8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589 146 7370 0 0,'1'7'411'0'0,"0"1"-1"0"0,0-1 1 0 0,0 1 0 0 0,-1-1 0 0 0,0 1 0 0 0,0-1 0 0 0,-1 1 0 0 0,0-1 0 0 0,0 1 0 0 0,-1-1 0 0 0,0 0 0 0 0,0 1 0 0 0,0-1 0 0 0,-1 0 0 0 0,0-1 0 0 0,-1 1 0 0 0,0 0 0 0 0,0-1 0 0 0,0 0-1 0 0,-1 0 1 0 0,0 0 0 0 0,0 0 0 0 0,0-1 0 0 0,-1 0 0 0 0,1 0 0 0 0,-1-1 0 0 0,-7 5 0 0 0,-13 3-224 0 0,0-2-1 0 0,0 0 1 0 0,-1-2 0 0 0,0-1 0 0 0,0-1-1 0 0,-1-1 1 0 0,0-1 0 0 0,1-2-1 0 0,-1-1 1 0 0,0-1 0 0 0,0-1 0 0 0,-44-8-1 0 0,66 8-138 0 0,-1-1 0 0 0,1 1 0 0 0,-1-1-1 0 0,1-1 1 0 0,0 1 0 0 0,-1-1 0 0 0,1 0-1 0 0,1-1 1 0 0,-1 1 0 0 0,0-1 0 0 0,1 0-1 0 0,-7-7 1 0 0,9 7 13 0 0,0 0 0 0 0,0-1 0 0 0,0 1 0 0 0,1 0 0 0 0,0-1 0 0 0,0 1 0 0 0,0-1 0 0 0,0 0 0 0 0,1 1 0 0 0,0-1 0 0 0,0 0 0 0 0,0 0 0 0 0,1 0 0 0 0,-1 0 0 0 0,1 0 0 0 0,0 0 0 0 0,2-7 0 0 0,0-5-11 0 0,1 0-1 0 0,0 0 1 0 0,2 0-1 0 0,0 0 1 0 0,1 1 0 0 0,0 0-1 0 0,14-24 1 0 0,-16 33-20 0 0,0 0 0 0 0,0 1 0 0 0,1-1 0 0 0,-1 1 0 0 0,2-1 0 0 0,-1 1 0 0 0,1 1 0 0 0,0-1 0 0 0,0 1 0 0 0,0 0 0 0 0,1 1 0 0 0,0-1 0 0 0,-1 1 0 0 0,2 1 0 0 0,-1-1 0 0 0,0 1 0 0 0,1 0 0 0 0,11-2 0 0 0,-13 5-46 0 0,0-1 0 0 0,0 1 0 0 0,0 0 0 0 0,-1 1 0 0 0,1 0-1 0 0,0 0 1 0 0,0 0 0 0 0,0 1 0 0 0,0-1 0 0 0,-1 1 0 0 0,1 1 0 0 0,-1-1 0 0 0,1 1-1 0 0,-1 0 1 0 0,0 0 0 0 0,0 1 0 0 0,0-1 0 0 0,-1 1 0 0 0,7 6 0 0 0,6 9 65 0 0,0 1 0 0 0,-1 0 0 0 0,17 28 0 0 0,-16-23-51 0 0,13 20 58 0 0,25 50-1 0 0,-43-71-20 0 0,-2 0 0 0 0,0 1 0 0 0,-1 0 0 0 0,6 30-1 0 0,-13-45 20 0 0,-1 0-1 0 0,0 0 0 0 0,-1 0 1 0 0,0 0-1 0 0,0 0 0 0 0,-1 0 1 0 0,-1 0-1 0 0,0-1 0 0 0,-4 17 1 0 0,0-11 48 0 0,0 1 0 0 0,-1-1 0 0 0,-1 0 0 0 0,0-1 0 0 0,-12 17 0 0 0,-5-1 165 0 0,-1 0 0 0 0,0-2 1 0 0,-3-1-1 0 0,-33 26 0 0 0,53-45-221 0 0,-1-1 0 0 0,1 0 0 0 0,-1-1-1 0 0,-1 0 1 0 0,1-1 0 0 0,-1 0 0 0 0,-22 7-1 0 0,26-10-1352 0 0,0-1-1 0 0,0 0 1 0 0,0 0-1 0 0,0-1 1 0 0,-9-1-1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3.6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1 1 1840 0 0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4.1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23 366 7370 0 0,'-3'5'506'0'0,"0"-1"1"0"0,0 0 0 0 0,1 1 0 0 0,-1 0 0 0 0,1 0-1 0 0,0-1 1 0 0,-1 8 0 0 0,3-11-380 0 0,-1 1 1 0 0,1-1-1 0 0,0 0 1 0 0,0 0 0 0 0,0 0-1 0 0,0 0 1 0 0,0 0-1 0 0,0 0 1 0 0,0 0-1 0 0,1 1 1 0 0,-1-1-1 0 0,0 0 1 0 0,0 0-1 0 0,1 0 1 0 0,-1 0-1 0 0,1 0 1 0 0,-1 0-1 0 0,1 0 1 0 0,0 0-1 0 0,-1 0 1 0 0,1-1-1 0 0,0 1 1 0 0,-1 0-1 0 0,1 0 1 0 0,0 0-1 0 0,0-1 1 0 0,0 1-1 0 0,0 0 1 0 0,0-1-1 0 0,0 1 1 0 0,0-1-1 0 0,0 1 1 0 0,0-1-1 0 0,0 0 1 0 0,0 1 0 0 0,0-1-1 0 0,0 0 1 0 0,0 0-1 0 0,0 1 1 0 0,0-1-1 0 0,3 0 1 0 0,2 0 115 0 0,0 0 0 0 0,0 0 0 0 0,1-1 0 0 0,-1 0 0 0 0,0 0 0 0 0,0 0 1 0 0,0-1-1 0 0,0 0 0 0 0,0 0 0 0 0,0-1 0 0 0,7-3 0 0 0,11-8 223 0 0,29-21 0 0 0,-28 17-123 0 0,2 0-190 0 0,2 0-37 0 0,-1-1 0 0 0,-1-1 0 0 0,0-2 0 0 0,-2-1 0 0 0,25-28 0 0 0,-47 47-122 0 0,0-1 1 0 0,0 0 0 0 0,0 0 0 0 0,-1-1 0 0 0,1 1-1 0 0,-1-1 1 0 0,-1 1 0 0 0,1-1 0 0 0,-1 1 0 0 0,0-1-1 0 0,0 0 1 0 0,0 0 0 0 0,-1 0 0 0 0,0 1 0 0 0,0-1-1 0 0,-2-10 1 0 0,1 12 24 0 0,0 0 0 0 0,0-1-1 0 0,0 1 1 0 0,-1 0 0 0 0,1 0 0 0 0,-1 0-1 0 0,0 1 1 0 0,0-1 0 0 0,0 0 0 0 0,-1 1-1 0 0,1-1 1 0 0,-1 1 0 0 0,0 0 0 0 0,0 0-1 0 0,0 0 1 0 0,0 0 0 0 0,-1 0 0 0 0,1 1-1 0 0,-1 0 1 0 0,1-1 0 0 0,-1 1 0 0 0,0 1-1 0 0,-6-3 1 0 0,3 2 2 0 0,1 2 1 0 0,0-1-1 0 0,0 1 0 0 0,-1 0 0 0 0,1 0 0 0 0,0 0 1 0 0,0 1-1 0 0,0 0 0 0 0,-1 0 0 0 0,1 1 0 0 0,0 0 1 0 0,1 0-1 0 0,-1 0 0 0 0,0 0 0 0 0,0 1 1 0 0,1 0-1 0 0,0 1 0 0 0,-8 5 0 0 0,-2 2-33 0 0,1 0 0 0 0,-1 2 0 0 0,2 0 0 0 0,-24 28 0 0 0,30-32 8 0 0,1 0 0 0 0,0 0 0 0 0,0 1 0 0 0,1 0 0 0 0,0 0 0 0 0,1 0 0 0 0,0 1 0 0 0,1-1 0 0 0,0 1 0 0 0,-2 15 0 0 0,4-22 16 0 0,1 1 0 0 0,0-1-1 0 0,0 1 1 0 0,0-1 0 0 0,0 1 0 0 0,1-1 0 0 0,0 1 0 0 0,0-1 0 0 0,0 0 0 0 0,1 1 0 0 0,-1-1 0 0 0,1 0 0 0 0,0 0-1 0 0,0 0 1 0 0,0 0 0 0 0,1 0 0 0 0,-1-1 0 0 0,1 1 0 0 0,0-1 0 0 0,0 1 0 0 0,0-1 0 0 0,1 0 0 0 0,-1 0 0 0 0,1-1 0 0 0,0 1-1 0 0,-1-1 1 0 0,1 1 0 0 0,6 1 0 0 0,-2 0 35 0 0,1-1 1 0 0,-1-1-1 0 0,1 1 0 0 0,0-1 0 0 0,0-1 0 0 0,0 0 1 0 0,0 0-1 0 0,0 0 0 0 0,0-1 0 0 0,0-1 0 0 0,0 0 0 0 0,0 0 1 0 0,0 0-1 0 0,0-1 0 0 0,-1-1 0 0 0,12-3 0 0 0,11-7-526 0 0,0-1 0 0 0,-1-2 0 0 0,28-19 0 0 0,-37 22-521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4.6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355 71 5985 0 0,'1'-2'198'0'0,"-1"1"0"0"0,1-1 0 0 0,0 0 0 0 0,-1 0 0 0 0,1 0 0 0 0,-1 0 0 0 0,1 0 0 0 0,-1 0-1 0 0,0 0 1 0 0,0 0 0 0 0,0 0 0 0 0,0 0 0 0 0,0 0 0 0 0,0 0 0 0 0,-1 0 0 0 0,1 0 0 0 0,-1 0 0 0 0,0 0 0 0 0,1 0-1 0 0,-1 0 1 0 0,0 0 0 0 0,0 0 0 0 0,0 1 0 0 0,0-1 0 0 0,0 0 0 0 0,0 1 0 0 0,-1-1 0 0 0,1 1 0 0 0,-1-1 0 0 0,1 1 0 0 0,-1 0-1 0 0,1-1 1 0 0,-1 1 0 0 0,0 0 0 0 0,0 0 0 0 0,1 0 0 0 0,-3 0 0 0 0,-1-1 88 0 0,1 1 0 0 0,-1 0 1 0 0,0 0-1 0 0,1 1 0 0 0,-1-1 1 0 0,0 1-1 0 0,1 0 0 0 0,-1 0 0 0 0,0 1 1 0 0,0 0-1 0 0,1-1 0 0 0,-1 1 1 0 0,1 1-1 0 0,-1-1 0 0 0,-5 3 1 0 0,-12 8-40 0 0,0 1 0 0 0,0 1 0 0 0,2 0 0 0 0,0 2 0 0 0,0 0 1 0 0,2 2-1 0 0,0 0 0 0 0,1 0 0 0 0,1 2 0 0 0,0 0 0 0 0,-15 28 0 0 0,23-30-418 0 0,16-22-209 0 0,19-24-191 0 0,-1-8 494 0 0,-21 28 247 0 0,0 0 1 0 0,0 0 0 0 0,1 0 0 0 0,1 0 0 0 0,-1 1 0 0 0,1 0 0 0 0,0 1 0 0 0,1 0 0 0 0,0 0 0 0 0,12-8 0 0 0,-19 14-143 0 0,0 0 1 0 0,-1 0 0 0 0,1-1 0 0 0,0 1 0 0 0,0 0 0 0 0,0 0 0 0 0,0 0-1 0 0,0 0 1 0 0,0 0 0 0 0,-1 0 0 0 0,1 0 0 0 0,0 0 0 0 0,0 0-1 0 0,0 1 1 0 0,0-1 0 0 0,0 0 0 0 0,-1 1 0 0 0,1-1 0 0 0,0 0-1 0 0,0 1 1 0 0,0-1 0 0 0,-1 1 0 0 0,1-1 0 0 0,0 1 0 0 0,-1-1 0 0 0,1 1-1 0 0,0 0 1 0 0,-1-1 0 0 0,1 1 0 0 0,-1 0 0 0 0,1 0 0 0 0,-1-1-1 0 0,1 1 1 0 0,-1 0 0 0 0,0 0 0 0 0,1 0 0 0 0,-1-1 0 0 0,0 1 0 0 0,1 0-1 0 0,-1 0 1 0 0,0 0 0 0 0,0 1 0 0 0,7 47 294 0 0,-7-40-225 0 0,36 236 499 0 0,-30-216-624 0 0,2-1-1 0 0,1 1 0 0 0,1-2 0 0 0,2 1 1 0 0,0-2-1 0 0,22 34 0 0 0,-32-57 58 0 0,-1 0-1 0 0,1-1 1 0 0,0 1-1 0 0,0-1 1 0 0,0 0-1 0 0,0 0 1 0 0,0 1-1 0 0,1-1 1 0 0,-1-1-1 0 0,1 1 1 0 0,3 2-1 0 0,-5-4-18 0 0,-1 0 1 0 0,0 1-1 0 0,1-1 0 0 0,-1 0 1 0 0,1 0-1 0 0,-1 0 1 0 0,1 0-1 0 0,-1 0 0 0 0,1 0 1 0 0,-1 0-1 0 0,0 0 0 0 0,1-1 1 0 0,-1 1-1 0 0,1 0 0 0 0,-1 0 1 0 0,0 0-1 0 0,1 0 0 0 0,-1 0 1 0 0,1-1-1 0 0,-1 1 1 0 0,0 0-1 0 0,1 0 0 0 0,-1-1 1 0 0,0 1-1 0 0,1 0 0 0 0,-1-1 1 0 0,0 1-1 0 0,1-1 0 0 0,6-22 168 0 0,6-130 577 0 0,3-20-1537 0 0,2 59-2628 0 0,-13 88-4309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4.9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31 920 0 0,'33'-28'14668'0'0,"-26"25"-13443"0"0,-7 4-1088 0 0,1-1 0 0 0,-1 0 0 0 0,0 1-1 0 0,0-1 1 0 0,1 1 0 0 0,-1-1 0 0 0,0 0 0 0 0,0 1 0 0 0,0-1 0 0 0,1 1-1 0 0,-1-1 1 0 0,0 1 0 0 0,0-1 0 0 0,0 1 0 0 0,0-1 0 0 0,0 1 0 0 0,0-1-1 0 0,0 1 1 0 0,0-1 0 0 0,0 1 0 0 0,0-1 0 0 0,0 1 0 0 0,0-1 0 0 0,-1 1 0 0 0,1-1-1 0 0,0 0 1 0 0,0 1 0 0 0,0-1 0 0 0,-1 1 0 0 0,1 0 0 0 0,-6 16 510 0 0,0-4-457 0 0,0 1-1 0 0,1 1 1 0 0,0-1-1 0 0,-4 29 0 0 0,8-39-191 0 0,1 1-1 0 0,0 0 0 0 0,0-1 0 0 0,0 1 1 0 0,1-1-1 0 0,0 1 0 0 0,0 0 0 0 0,0-1 1 0 0,0 0-1 0 0,1 1 0 0 0,-1-1 1 0 0,1 0-1 0 0,0 0 0 0 0,1 0 0 0 0,-1 0 1 0 0,1 0-1 0 0,-1 0 0 0 0,1 0 0 0 0,0-1 1 0 0,5 4-1 0 0,51 37-141 0 0,-42-34 142 0 0,-1 1 1 0 0,-1 1-1 0 0,17 16 0 0 0,-28-25 34 0 0,-1 1 0 0 0,0-1 0 0 0,-1 0-1 0 0,1 1 1 0 0,0 0 0 0 0,-1 0 0 0 0,0 0 0 0 0,0 0-1 0 0,0 0 1 0 0,-1 0 0 0 0,1 0 0 0 0,-1 1 0 0 0,0-1-1 0 0,0 0 1 0 0,-1 1 0 0 0,1-1 0 0 0,-1 1-1 0 0,0 7 1 0 0,-1-8-77 0 0,0-1 0 0 0,0 1 0 0 0,-1 0 0 0 0,1 0 0 0 0,-1-1 0 0 0,0 1 0 0 0,0-1 0 0 0,0 1 0 0 0,-1-1 0 0 0,1 0 0 0 0,-1 0 1 0 0,0 0-1 0 0,1 0 0 0 0,-1-1 0 0 0,0 1 0 0 0,-1-1 0 0 0,1 1 0 0 0,0-1 0 0 0,-1 0 0 0 0,1 0 0 0 0,-5 1 0 0 0,-17 10-7817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5.8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9674 0 0,'3'0'682'0'0,"1"0"0"0"0,-1 0-1 0 0,1 1 1 0 0,0 0 0 0 0,-1 0 0 0 0,1 0 0 0 0,-1 0-1 0 0,0 0 1 0 0,1 1 0 0 0,-1-1 0 0 0,0 1 0 0 0,0 0-1 0 0,5 3 1 0 0,-3 0-190 0 0,0-1 0 0 0,0 1-1 0 0,-1 0 1 0 0,1 1 0 0 0,-1-1-1 0 0,6 11 1 0 0,1 7-411 0 0,0 1 1 0 0,14 49-1 0 0,-19-53 439 0 0,83 361-280 0 0,-51-197-1029 0 0,-36-174 373 0 0,6 25-128 0 0,0-11-5526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6.2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79 215 5065 0 0,'-8'-4'800'0'0,"-1"-1"0"0"0,1 1 0 0 0,0-1-1 0 0,0-1 1 0 0,-11-9 0 0 0,18 13-507 0 0,-1 0 1 0 0,0 0-1 0 0,0 0 0 0 0,1 0 1 0 0,0 0-1 0 0,-1 0 0 0 0,1-1 1 0 0,0 1-1 0 0,0-1 0 0 0,0 1 1 0 0,0-1-1 0 0,0 1 0 0 0,1-1 1 0 0,-1 1-1 0 0,1-1 0 0 0,0 0 0 0 0,0 1 1 0 0,0-1-1 0 0,0 0 0 0 0,0 1 1 0 0,0-1-1 0 0,1 1 0 0 0,-1-1 1 0 0,1 0-1 0 0,1-2 0 0 0,1-2 19 0 0,1-1 0 0 0,0 1-1 0 0,0 0 1 0 0,0 0 0 0 0,1 0-1 0 0,0 1 1 0 0,1 0 0 0 0,-1 0-1 0 0,1 0 1 0 0,0 0 0 0 0,1 1-1 0 0,-1 0 1 0 0,1 1 0 0 0,11-6-1 0 0,-16 8-291 0 0,1 0 0 0 0,0 1 0 0 0,-1 0 0 0 0,1 0-1 0 0,0 0 1 0 0,0 0 0 0 0,0 0 0 0 0,0 0 0 0 0,0 1-1 0 0,0-1 1 0 0,0 1 0 0 0,0 0 0 0 0,0 0 0 0 0,1 0-1 0 0,-1 0 1 0 0,0 1 0 0 0,0-1 0 0 0,0 1-1 0 0,0 0 1 0 0,0 0 0 0 0,0 0 0 0 0,-1 0 0 0 0,1 0-1 0 0,0 1 1 0 0,0-1 0 0 0,-1 1 0 0 0,1 0 0 0 0,-1-1-1 0 0,1 1 1 0 0,-1 1 0 0 0,0-1 0 0 0,0 0 0 0 0,0 0-1 0 0,0 1 1 0 0,0-1 0 0 0,-1 1 0 0 0,1 0-1 0 0,-1-1 1 0 0,1 1 0 0 0,0 4 0 0 0,3 4-14 0 0,-1 1 0 0 0,-1 0 0 0 0,0 0 1 0 0,0 0-1 0 0,-1 0 0 0 0,-1 0 0 0 0,0 22 0 0 0,-3 1 157 0 0,-8 48-1 0 0,-2 21 412 0 0,11-100-540 0 0,1-1-1 0 0,0 1 0 0 0,0-1 1 0 0,0 1-1 0 0,0-1 1 0 0,1 0-1 0 0,0 1 1 0 0,-1-1-1 0 0,1 0 0 0 0,0 1 1 0 0,1-1-1 0 0,-1 0 1 0 0,1 0-1 0 0,-1 0 1 0 0,1 0-1 0 0,0 0 1 0 0,0 0-1 0 0,0 0 0 0 0,0-1 1 0 0,3 3-1 0 0,-1-2 4 0 0,-1-1 0 0 0,1 0 0 0 0,0-1 0 0 0,0 1-1 0 0,0 0 1 0 0,0-1 0 0 0,0 0 0 0 0,0 0 0 0 0,0 0 0 0 0,0-1-1 0 0,0 1 1 0 0,0-1 0 0 0,0 0 0 0 0,1 0 0 0 0,-1 0 0 0 0,5-2-1 0 0,5 0-329 0 0,-1-1-1 0 0,0-1 1 0 0,19-7-1 0 0,-22 7 32 0 0,-1 0-1 0 0,0 1 0 0 0,1 1 1 0 0,0-1-1 0 0,-1 1 0 0 0,1 1 1 0 0,0 0-1 0 0,14 0 0 0 0,-3 4-624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6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1 492 9218 0 0,'4'1'4047'0'0,"8"-7"-2240"0"0,14-9-3 0 0,8-14-828 0 0,-2-1 0 0 0,40-49 0 0 0,-56 58-581 0 0,0 0 0 0 0,-2-1-1 0 0,0 0 1 0 0,-2-1 0 0 0,15-37 0 0 0,-25 55-374 0 0,-1-1-1 0 0,0 0 1 0 0,0 0 0 0 0,0 0 0 0 0,-1 0 0 0 0,1 0 0 0 0,-1 0 0 0 0,-1 0 0 0 0,1 1 0 0 0,-1-1-1 0 0,0 0 1 0 0,-1 0 0 0 0,0 0 0 0 0,1 1 0 0 0,-2-1 0 0 0,1 1 0 0 0,-1-1 0 0 0,1 1-1 0 0,-1 0 1 0 0,-1 0 0 0 0,1 0 0 0 0,-1 1 0 0 0,0-1 0 0 0,0 1 0 0 0,0 0 0 0 0,-1 0-1 0 0,1 0 1 0 0,-8-4 0 0 0,11 7-19 0 0,-1 0-1 0 0,1 0 0 0 0,-1 1 1 0 0,1-1-1 0 0,-1 0 1 0 0,0 1-1 0 0,1-1 1 0 0,-1 1-1 0 0,0-1 0 0 0,0 1 1 0 0,1 0-1 0 0,-1 0 1 0 0,0 0-1 0 0,0 0 1 0 0,1 0-1 0 0,-1 0 0 0 0,0 1 1 0 0,1-1-1 0 0,-1 0 1 0 0,0 1-1 0 0,1-1 1 0 0,-1 1-1 0 0,-3 1 0 0 0,3 0 3 0 0,0 0 0 0 0,-1 0 0 0 0,1 1 0 0 0,0-1-1 0 0,0 0 1 0 0,0 1 0 0 0,0-1 0 0 0,1 1-1 0 0,-1 0 1 0 0,1 0 0 0 0,-1-1 0 0 0,0 5 0 0 0,-1 4 5 0 0,0-1 0 0 0,0 1 0 0 0,1 0 0 0 0,1 0 0 0 0,0 0 0 0 0,0 18 0 0 0,3-14-9 0 0,1 0 1 0 0,0 0-1 0 0,0 0 1 0 0,2 0-1 0 0,0-1 1 0 0,0 1-1 0 0,2-1 1 0 0,-1-1-1 0 0,2 1 1 0 0,0-1-1 0 0,0-1 1 0 0,2 1-1 0 0,15 17 1 0 0,-19-24-65 0 0,1 0 1 0 0,-1 0 0 0 0,1 0 0 0 0,0-1 0 0 0,1 0 0 0 0,-1 0 0 0 0,1 0 0 0 0,0-1 0 0 0,0-1 0 0 0,0 1-1 0 0,0-1 1 0 0,1-1 0 0 0,0 1 0 0 0,-1-2 0 0 0,1 1 0 0 0,0-1 0 0 0,0 0 0 0 0,0-1 0 0 0,-1 0-1 0 0,1 0 1 0 0,0-1 0 0 0,0 0 0 0 0,0-1 0 0 0,12-4 0 0 0,5-3-5173 0 0,-1-2-1696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7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61 4609 0 0,'32'-24'1418'0'0,"-30"21"-615"0"0,1 0 0 0 0,0 0-1 0 0,-1 0 1 0 0,0 0 0 0 0,1 0 0 0 0,-1-1 0 0 0,0-10 5463 0 0,-2 14-6191 0 0,-11 5 1890 0 0,-12 10-699 0 0,10-5-1147 0 0,1 1 1 0 0,-1 1-1 0 0,2 0 0 0 0,0 0 0 0 0,0 1 1 0 0,1 1-1 0 0,1 0 0 0 0,0 0 0 0 0,1 0 1 0 0,0 1-1 0 0,-8 25 0 0 0,15-39-158 0 0,1 1 0 0 0,-1-1 0 0 0,1 0 0 0 0,-1 1 0 0 0,1-1 0 0 0,0 0 0 0 0,0 1 0 0 0,-1-1 0 0 0,1 1 0 0 0,0-1 0 0 0,0 0 0 0 0,1 1 0 0 0,-1-1 0 0 0,0 1 0 0 0,0-1 0 0 0,1 0 0 0 0,-1 1 0 0 0,1-1 0 0 0,-1 0 0 0 0,1 1 0 0 0,-1-1 0 0 0,1 0 0 0 0,0 0 0 0 0,-1 0 0 0 0,1 0 0 0 0,0 1 0 0 0,0-1 0 0 0,0 0 0 0 0,0 0 0 0 0,2 1 0 0 0,-1-1-83 0 0,0-1 0 0 0,0 0 0 0 0,0 1 0 0 0,0-1 0 0 0,0 0 0 0 0,1 0 0 0 0,-1 0 0 0 0,0 0 0 0 0,0 0 0 0 0,0-1 0 0 0,0 1 0 0 0,0-1 1 0 0,0 1-1 0 0,0-1 0 0 0,0 0 0 0 0,-1 1 0 0 0,1-1 0 0 0,0 0 0 0 0,0 0 0 0 0,1-2 0 0 0,19-14 38 0 0,-17 12 420 0 0,1 0 1 0 0,0 1 0 0 0,0-1-1 0 0,13-6 1 0 0,-17 11-273 0 0,-1-1 1 0 0,0 1-1 0 0,0-1 1 0 0,1 1-1 0 0,-1-1 0 0 0,0 1 1 0 0,1 0-1 0 0,-1 0 1 0 0,0 0-1 0 0,1 0 1 0 0,-1 0-1 0 0,1 0 1 0 0,-1 0-1 0 0,0 0 0 0 0,1 1 1 0 0,-1-1-1 0 0,0 0 1 0 0,1 1-1 0 0,-1-1 1 0 0,0 1-1 0 0,0-1 0 0 0,0 1 1 0 0,1 0-1 0 0,-1-1 1 0 0,0 1-1 0 0,0 0 1 0 0,0 0-1 0 0,0 0 0 0 0,0 0 1 0 0,0 0-1 0 0,1 2 1 0 0,8 14 1 0 0,0 0 1 0 0,-1 0-1 0 0,-1 1 1 0 0,-1 0-1 0 0,-1 0 0 0 0,8 34 1 0 0,-11-35-17 0 0,1 1-1 0 0,1-2 1 0 0,1 1 0 0 0,1-1-1 0 0,0 1 1 0 0,1-2 0 0 0,0 1-1 0 0,18 23 1 0 0,-24-36-41 0 0,1-1 1 0 0,0 1-1 0 0,-1-1 0 0 0,1 1 1 0 0,0-1-1 0 0,0 0 0 0 0,0 0 0 0 0,0 0 1 0 0,0 0-1 0 0,1-1 0 0 0,-1 1 1 0 0,0-1-1 0 0,1 0 0 0 0,-1 0 0 0 0,1 0 1 0 0,0 0-1 0 0,3-1 0 0 0,-5 0 0 0 0,1 0-1 0 0,-1 0 1 0 0,0-1-1 0 0,1 1 0 0 0,-1-1 1 0 0,0 0-1 0 0,0 0 1 0 0,0 0-1 0 0,1 0 0 0 0,-1 0 1 0 0,0 0-1 0 0,0 0 1 0 0,0-1-1 0 0,-1 1 0 0 0,1-1 1 0 0,0 0-1 0 0,-1 1 1 0 0,1-1-1 0 0,-1 0 1 0 0,1 0-1 0 0,-1 0 0 0 0,0 0 1 0 0,1 0-1 0 0,-1 0 1 0 0,-1 0-1 0 0,1 0 0 0 0,1-4 1 0 0,8-28 162 0 0,-1-1 1 0 0,-1 0 0 0 0,-2-1-1 0 0,1-39 1 0 0,11-59-686 0 0,-14 115-240 0 0,1 0 0 0 0,0 0 0 0 0,2 0 0 0 0,16-32 0 0 0,-17 41-697 0 0,1 3-12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7.6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105 23 6913 0 0,'13'-22'12054'0'0,"-13"22"-11893"0"0,-2 0-86 0 0,1 1 0 0 0,-1 0 0 0 0,1-1 0 0 0,-1 1 0 0 0,1 0 0 0 0,-1 0 0 0 0,1 0 0 0 0,0 0 0 0 0,0 0 0 0 0,0 1 0 0 0,-1-1 0 0 0,0 2 0 0 0,0-1 62 0 0,-8 8-32 0 0,0 0-1 0 0,1 1 0 0 0,0 0 0 0 0,1 0 1 0 0,0 1-1 0 0,1 0 0 0 0,0 1 0 0 0,1-1 1 0 0,1 1-1 0 0,0 0 0 0 0,-5 19 0 0 0,9-27-69 0 0,1-1 0 0 0,-1 0 0 0 0,1 1 0 0 0,0-1 0 0 0,0 1 0 0 0,0-1 0 0 0,0 1 0 0 0,1-1 0 0 0,0 1 0 0 0,0-1 0 0 0,0 0 0 0 0,0 1-1 0 0,1-1 1 0 0,3 7 0 0 0,2-1 92 0 0,0 0-1 0 0,0 0 0 0 0,17 16 0 0 0,-15-17 30 0 0,0 1-1 0 0,-1-1 0 0 0,13 23 0 0 0,-20-30-139 0 0,0 0 0 0 0,0 0 0 0 0,0 0 0 0 0,-1 0 0 0 0,1 0 0 0 0,0 1 0 0 0,-1-1 0 0 0,0 0 0 0 0,0 0 0 0 0,0 1 0 0 0,0-1 0 0 0,0 0 0 0 0,0 0 0 0 0,0 1 0 0 0,-1-1-1 0 0,1 0 1 0 0,-1 0 0 0 0,1 1 0 0 0,-1-1 0 0 0,0 0 0 0 0,0 0 0 0 0,0 0 0 0 0,0 0 0 0 0,0 0 0 0 0,-3 3 0 0 0,-1 1-282 0 0,-1 0 0 0 0,1-1 0 0 0,-1 1 0 0 0,0-1 0 0 0,-1 0 0 0 0,-7 4 0 0 0,-13 7-7505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9.0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1 223 13827 0 0,'202'12'2032'0'0,"797"-78"1222"0"0,-579 27-2307 0 0,-212 21-584 0 0,388-26 435 0 0,-483 37-682 0 0,375-10-26 0 0,-137-3 420 0 0,-24 0-88 0 0,-270 19-311 0 0,-37-1-197 0 0,1 1 0 0 0,0 1 0 0 0,0 1 1 0 0,-1 1-1 0 0,1 1 0 0 0,0 0 0 0 0,29 10 0 0 0,-45-10 97 0 0,1 0-1 0 0,-1 0 1 0 0,1 1-1 0 0,-1-1 1 0 0,0 1-1 0 0,-1 0 1 0 0,1 1-1 0 0,-1-1 1 0 0,0 1-1 0 0,0 0 1 0 0,0 0-1 0 0,0 0 1 0 0,-1 0-1 0 0,0 1 1 0 0,0 0-1 0 0,3 9 1 0 0,3 10 179 0 0,-2 1 0 0 0,8 44 0 0 0,-4-14-168 0 0,142 676 200 0 0,-56-6 279 0 0,0 210-224 0 0,-34-540 145 0 0,20 619-1 0 0,34 491 107 0 0,-31-941-200 0 0,-83-550-303 0 0,0-5 28 0 0,-1 0 0 0 0,0 0 0 0 0,-1 0-1 0 0,0 0 1 0 0,-1 1 0 0 0,0-1-1 0 0,0 0 1 0 0,-1 0 0 0 0,-3 14 0 0 0,3-22-53 0 0,0-1 0 0 0,0 0 0 0 0,0 0 0 0 0,0 0 0 0 0,0 0 0 0 0,0 0 0 0 0,0-1 0 0 0,-1 1 0 0 0,1 0 0 0 0,0 0 0 0 0,-1-1 0 0 0,1 1 0 0 0,0-1 0 0 0,-1 1 0 0 0,1-1 0 0 0,-1 1 0 0 0,1-1 0 0 0,0 0 0 0 0,-1 0 0 0 0,1 0 0 0 0,-3 0 0 0 0,-38-1 0 0 0,35 1 0 0 0,-104-12-279 0 0,-191-45 1 0 0,182 30 17 0 0,-135-12 0 0 0,-217 11 84 0 0,196 14 120 0 0,-130-32-131 0 0,-8 0-21 0 0,78 37 965 0 0,-595 60 0 0 0,924-50-748 0 0,-21 3-84 0 0,0-2 1 0 0,0 0-1 0 0,-1-2 1 0 0,1 0-1 0 0,-49-9 1 0 0,74 8-70 0 0,-1-1 0 0 0,0 1 0 0 0,1-1 0 0 0,-1 0 1 0 0,1 0-1 0 0,0 0 0 0 0,0 0 0 0 0,0-1 0 0 0,0 1 1 0 0,0-1-1 0 0,0 0 0 0 0,0 1 0 0 0,1-2 0 0 0,-1 1 0 0 0,1 0 1 0 0,0 0-1 0 0,0-1 0 0 0,0 1 0 0 0,1-1 0 0 0,-1 1 1 0 0,-1-7-1 0 0,-4-15-7781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3:19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10594 0 0,'15'243'6674'0'0,"-2"-57"-4699"0"0,-4 56-386 0 0,20 434-115 0 0,-20-344-1245 0 0,12 152 161 0 0,72 159 187 0 0,27-3 268 0 0,-53-298-667 0 0,25 22 93 0 0,9 57 98 0 0,-34 246 1032 0 0,-57-526-712 0 0,-4-80-94 0 0,-4 121 1 0 0,-4-172-875 0 0,1 0-1 0 0,1 0 1 0 0,0 0-1 0 0,0 1 0 0 0,1-1 1 0 0,0 0-1 0 0,1-1 1 0 0,0 1-1 0 0,5 12 1 0 0,-2-21-2012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7:42.6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241 206 920 0 0,'0'0'67'0'0,"0"2"158"0"0,1-2-94 0 0,0 0 0 0 0,-1 0 0 0 0,1-1 0 0 0,0 1 0 0 0,-1 0-1 0 0,1 0 1 0 0,-1 0 0 0 0,1 0 0 0 0,0-1 0 0 0,-1 1 0 0 0,1 0 0 0 0,-1-1-1 0 0,1 1 1 0 0,0 0 0 0 0,-1-1 0 0 0,1 1 0 0 0,-1-1 0 0 0,1 1 0 0 0,-1-1-1 0 0,0 1 1 0 0,1-1 0 0 0,-1 1 0 0 0,1-1 0 0 0,6-11 858 0 0,-1 0-1 0 0,0 0 1 0 0,-1 0 0 0 0,0 0 0 0 0,-1-1 0 0 0,3-18-1 0 0,-3 18 170 0 0,-1 1 0 0 0,2 0-1 0 0,-1 0 1 0 0,11-18-1 0 0,-14 29-943 0 0,-2 0-62 0 0,1 0 0 0 0,0 1 1 0 0,0-1-1 0 0,-1 0 0 0 0,1 1 1 0 0,0-1-1 0 0,-1 0 0 0 0,1 1 1 0 0,-1-1-1 0 0,1 1 0 0 0,-1-1 0 0 0,1 1 1 0 0,-1-1-1 0 0,1 1 0 0 0,-1 0 1 0 0,1-1-1 0 0,-1 1 0 0 0,0-1 1 0 0,1 1-1 0 0,-1 0 0 0 0,0 0 1 0 0,1-1-1 0 0,-1 1 0 0 0,0 0 1 0 0,1 0-1 0 0,-1 0 0 0 0,0 0 1 0 0,1 0-1 0 0,-1 0 0 0 0,-1 0 0 0 0,-24-4 300 0 0,21 5-433 0 0,0 1 0 0 0,1-1 0 0 0,-1 1 0 0 0,1 0 1 0 0,-1 0-1 0 0,1 1 0 0 0,0-1 0 0 0,0 1 0 0 0,0 0 0 0 0,0 0 0 0 0,0 0 1 0 0,1 0-1 0 0,-1 1 0 0 0,1 0 0 0 0,-4 6 0 0 0,-7 9 13 0 0,-19 39 0 0 0,30-53-27 0 0,-99 216 110 0 0,88-181-85 0 0,1 1 0 0 0,1 1-1 0 0,-8 71 1 0 0,18-102-18 0 0,2 0 0 0 0,0 1 0 0 0,0-1-1 0 0,1 0 1 0 0,0 1 0 0 0,1-1 0 0 0,0 0-1 0 0,1 0 1 0 0,0 0 0 0 0,1 0 0 0 0,0-1-1 0 0,1 1 1 0 0,0-1 0 0 0,0 0 0 0 0,1 0 0 0 0,1-1-1 0 0,-1 0 1 0 0,2 0 0 0 0,-1 0 0 0 0,1-1-1 0 0,0 0 1 0 0,1-1 0 0 0,0 0 0 0 0,0 0-1 0 0,1-1 1 0 0,-1 0 0 0 0,1-1 0 0 0,1 0 0 0 0,-1 0-1 0 0,1-1 1 0 0,0 0 0 0 0,-1-1 0 0 0,14 2-1 0 0,-14-4-9 0 0,0 0 0 0 0,0 0 0 0 0,0-1 0 0 0,0 0 0 0 0,14-3 0 0 0,-19 3-2 0 0,-1-1 0 0 0,0 0 0 0 0,0 0 0 0 0,0 0 0 0 0,0 0 0 0 0,0-1 0 0 0,0 0-1 0 0,-1 1 1 0 0,1-2 0 0 0,0 1 0 0 0,-1 0 0 0 0,0-1 0 0 0,1 1 0 0 0,-1-1 0 0 0,5-6 0 0 0,-7 7 0 0 0,0 0 0 0 0,0 0 0 0 0,0 0 0 0 0,0 0 0 0 0,0 0 0 0 0,0-1 0 0 0,-1 1 0 0 0,1 0 0 0 0,-1-1 0 0 0,1 1 0 0 0,-1 0 0 0 0,0-1 0 0 0,0 1-1 0 0,0 0 1 0 0,-1-1 0 0 0,1 1 0 0 0,0 0 0 0 0,-1-1 0 0 0,1 1 0 0 0,-1 0 0 0 0,0 0 0 0 0,0 0 0 0 0,0-1 0 0 0,0 1 0 0 0,0 0 0 0 0,-1 0 0 0 0,-1-2 0 0 0,-5-7-34 0 0,-1 0 0 0 0,0 0 0 0 0,-17-14 1 0 0,2 2-135 0 0,19 16 155 0 0,-1 1 1 0 0,2-1-1 0 0,-1 0 0 0 0,1 0 1 0 0,0-1-1 0 0,0 0 0 0 0,1 1 1 0 0,0-1-1 0 0,1 0 0 0 0,0 0 1 0 0,0-1-1 0 0,0 1 0 0 0,1 0 1 0 0,0-1-1 0 0,1 1 0 0 0,0 0 1 0 0,0-1-1 0 0,1 1 0 0 0,0-1 1 0 0,1 1-1 0 0,-1 0 0 0 0,2 0 1 0 0,-1 0-1 0 0,1 0 0 0 0,0 0 1 0 0,1 0-1 0 0,0 1 0 0 0,0 0 1 0 0,0 0-1 0 0,1 0 0 0 0,0 0 1 0 0,1 0-1 0 0,-1 1 0 0 0,1 0 1 0 0,11-8-1 0 0,0 0 13 0 0,1 1 0 0 0,1 1 0 0 0,0 0 0 0 0,0 1 0 0 0,1 1 0 0 0,28-9 0 0 0,-37 15 0 0 0,0 1 0 0 0,0 0 0 0 0,0 0 0 0 0,1 1 0 0 0,-1 0 0 0 0,1 1 0 0 0,-1 1 0 0 0,1 0 0 0 0,-1 0 0 0 0,1 1 0 0 0,-1 1 0 0 0,1 0 0 0 0,20 6 0 0 0,-27-5 12 0 0,0-1 0 0 0,-1 1 1 0 0,1 0-1 0 0,-1 0 0 0 0,0 0 0 0 0,1 1 0 0 0,-2 0 1 0 0,1 0-1 0 0,0 0 0 0 0,-1 0 0 0 0,1 0 1 0 0,-1 0-1 0 0,-1 1 0 0 0,1 0 0 0 0,0 0 0 0 0,-1 0 1 0 0,0 0-1 0 0,0 0 0 0 0,1 5 0 0 0,3 14 107 0 0,-2-1-1 0 0,5 49 0 0 0,-7-44-77 0 0,8 107 372 0 0,7 55-481 0 0,-17-188-22 0 0,0 1-100 0 0,0-1 1 0 0,0 0-1 0 0,1 0 0 0 0,-1 1 0 0 0,1-1 0 0 0,0 0 1 0 0,-1 0-1 0 0,1 0 0 0 0,0 0 0 0 0,0 0 1 0 0,0 0-1 0 0,0 0 0 0 0,3 3 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7:43.0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7 5529 0 0,'-7'-6'16684'0'0,"11"11"-16625"0"0,0 0 1 0 0,0 1-1 0 0,-1 0 1 0 0,0-1-1 0 0,0 1 1 0 0,0 0-1 0 0,-1 1 1 0 0,1-1-1 0 0,-2 0 1 0 0,3 10-1 0 0,9 80 167 0 0,-8-50-138 0 0,4 32 2 0 0,-6-44-55 0 0,1 0 1 0 0,1 0-1 0 0,2 0 1 0 0,2-1-1 0 0,13 36 1 0 0,-11-53-967 0 0,-10-17 699 0 0,-1 1 1 0 0,1-1 0 0 0,-1 0-1 0 0,1 0 1 0 0,-1 0-1 0 0,1 1 1 0 0,-1-1-1 0 0,0 0 1 0 0,1 0-1 0 0,-1 0 1 0 0,0 0-1 0 0,0 0 1 0 0,1 0 0 0 0,-1 0-1 0 0,0 0 1 0 0,0 0-1 0 0,0 1 1 0 0,0-1-1 0 0,-1-1 1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7:43.4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70 211 4609 0 0,'-7'-3'1151'0'0,"0"1"0"0"0,0 0 0 0 0,-1 1 0 0 0,1 0 0 0 0,-1 0 0 0 0,1 0 1 0 0,-11 1 368 0 0,46 6 3044 0 0,-14 2-4163 0 0,0 0 1 0 0,-1 1-1 0 0,0 1 1 0 0,-1 0-1 0 0,0 0 1 0 0,-1 1 0 0 0,19 23-1 0 0,18 15-122 0 0,-24-28-178 0 0,1-2 0 0 0,0 0 0 0 0,2-2 0 0 0,0-1 0 0 0,1-2 0 0 0,32 13 0 0 0,-45-20-76 0 0,-13-6 31 0 0,0 1-1 0 0,1-1 1 0 0,-1 0 0 0 0,0 0 0 0 0,1 0-1 0 0,-1-1 1 0 0,1 1 0 0 0,-1 0 0 0 0,5-1-1 0 0,-6 0-27 0 0,0 0-1 0 0,0-1 0 0 0,0 1 0 0 0,0 0 1 0 0,0-1-1 0 0,-1 1 0 0 0,1-1 0 0 0,0 0 1 0 0,0 1-1 0 0,0-1 0 0 0,0 0 0 0 0,0 1 1 0 0,-1-1-1 0 0,1 0 0 0 0,0 0 0 0 0,-1 0 1 0 0,1 0-1 0 0,-1 0 0 0 0,1 0 0 0 0,-1 1 1 0 0,1-1-1 0 0,-1 0 0 0 0,1 0 0 0 0,-1-1 1 0 0,0 1-1 0 0,0 0 0 0 0,1-2 1 0 0,1-7 81 0 0,0-1 1 0 0,-1 0-1 0 0,0 0 1 0 0,0 0 0 0 0,-1 1-1 0 0,0-1 1 0 0,-3-12 0 0 0,-18-76 31 0 0,14 72-182 0 0,1 1 0 0 0,-4-47 1 0 0,9 49-243 0 0,1 1 1 0 0,3-27-1 0 0,-1 42-493 0 0,-1-1 1 0 0,1 1-1 0 0,1-1 1 0 0,-1 1-1 0 0,6-11 1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7:43.8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27 3225 0 0,'-19'-26'18339'0'0,"29"43"-17364"0"0,23 52-201 0 0,36 103 0 0 0,-45-104-699 0 0,61 119 0 0 0,-82-182-125 0 0,20 31-198 0 0,-22-34 165 0 0,1 1-1 0 0,-1-1 1 0 0,1 0-1 0 0,0 0 1 0 0,0 0-1 0 0,0 0 0 0 0,0-1 1 0 0,0 1-1 0 0,0 0 1 0 0,0-1-1 0 0,1 1 0 0 0,2 0 1 0 0,-5-2 16 0 0,1 0 0 0 0,-1-1 1 0 0,0 1-1 0 0,1 0 0 0 0,-1-1 1 0 0,0 1-1 0 0,0-1 0 0 0,1 1 0 0 0,-1 0 1 0 0,0-1-1 0 0,0 1 0 0 0,0-1 0 0 0,1 1 1 0 0,-1-1-1 0 0,0 1 0 0 0,0 0 1 0 0,0-1-1 0 0,0 1 0 0 0,0-1 0 0 0,0 1 1 0 0,0-1-1 0 0,0 1 0 0 0,0-1 0 0 0,0 1 1 0 0,0-1-1 0 0,0 1 0 0 0,0-1 1 0 0,-1 1-1 0 0,1 0 0 0 0,0-1 0 0 0,0 1 1 0 0,0-1-1 0 0,-1 1 0 0 0,1-1 1 0 0,-1 1-1 0 0,-5-21-1143 0 0,-1 6-722 0 0,-2-2-4415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7:44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43 101 3225 0 0,'-1'-4'260'0'0,"0"-1"0"0"0,0 0 0 0 0,0 0 0 0 0,-1 0 0 0 0,0 1 0 0 0,0-1 0 0 0,-4-6 0 0 0,-21-31 12450 0 0,41 37-10941 0 0,14-1-917 0 0,-8 4-563 0 0,0 1 1 0 0,1 1-1 0 0,-1 1 0 0 0,0 1 0 0 0,39 8 0 0 0,98 36-213 0 0,-157-46-76 0 0,15 5 23 0 0,-1 1 0 0 0,1 1 0 0 0,-1 0 0 0 0,-1 1 0 0 0,1 1 1 0 0,-1 0-1 0 0,-1 0 0 0 0,0 1 0 0 0,0 1 0 0 0,12 14 0 0 0,-16-15-20 0 0,0 0 0 0 0,-1 0 0 0 0,0 0 0 0 0,-1 1 0 0 0,0 1 0 0 0,0-1 0 0 0,-2 1 0 0 0,1-1 0 0 0,-1 2 0 0 0,-1-1 0 0 0,0 0 0 0 0,-1 1 0 0 0,1 14 1 0 0,-3-14 24 0 0,-1-1 0 0 0,0 0 0 0 0,-1 1 0 0 0,0-1 0 0 0,-1 0 0 0 0,-1 0 0 0 0,0-1 0 0 0,-1 1 1 0 0,0-1-1 0 0,0 0 0 0 0,-1 0 0 0 0,-12 16 0 0 0,-3 1 90 0 0,0-2 0 0 0,-2 0 0 0 0,-33 29 0 0 0,53-53-167 0 0,-8 8 171 0 0,1 0 0 0 0,-2-1 0 0 0,-12 7 0 0 0,21-14-235 0 0,0 0 0 0 0,-1-1 0 0 0,1 1-1 0 0,0-1 1 0 0,-1 0 0 0 0,1 1 0 0 0,-1-1 0 0 0,0-1 0 0 0,1 1 0 0 0,-1-1-1 0 0,0 1 1 0 0,0-1 0 0 0,1 0 0 0 0,-1-1 0 0 0,0 1 0 0 0,0 0 0 0 0,-3-2-1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7:46.1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218 224 3225 0 0,'2'-9'17690'0'0,"-2"12"-17683"0"0,11 28 8 0 0,-10-30-15 0 0,-1 1-1 0 0,1-1 1 0 0,0 0 0 0 0,-1 0 0 0 0,1 1 0 0 0,0-1-1 0 0,0 0 1 0 0,0 0 0 0 0,-1 0 0 0 0,1 0 0 0 0,1 0 0 0 0,-1 0-1 0 0,0 0 1 0 0,0 0 0 0 0,0-1 0 0 0,0 1 0 0 0,0 0 0 0 0,1-1-1 0 0,-1 1 1 0 0,0-1 0 0 0,1 1 0 0 0,-1-1 0 0 0,2 1-1 0 0,-1-3 5 0 0,-1 1-1 0 0,1-1 0 0 0,0 0 0 0 0,-1 0 0 0 0,0 0 0 0 0,1 0 0 0 0,-1 0 0 0 0,0 0 0 0 0,0 0 0 0 0,0 0 0 0 0,0 0 0 0 0,0 0 0 0 0,0-1 0 0 0,0-2 0 0 0,1 0 25 0 0,2-5 35 0 0,0-1 0 0 0,-1 1 0 0 0,0 0 0 0 0,-1-1 0 0 0,0 0 0 0 0,0 1 0 0 0,-2-1 0 0 0,1-19 0 0 0,-2 27-55 0 0,1 0 1 0 0,0 0-1 0 0,-1 0 0 0 0,0-1 0 0 0,0 1 1 0 0,0 0-1 0 0,0 1 0 0 0,0-1 0 0 0,0 0 1 0 0,-1 0-1 0 0,1 0 0 0 0,-1 1 0 0 0,0-1 1 0 0,0 1-1 0 0,0-1 0 0 0,0 1 0 0 0,0 0 1 0 0,-1 0-1 0 0,1 0 0 0 0,-1 0 0 0 0,1 0 1 0 0,-1 1-1 0 0,0-1 0 0 0,1 1 0 0 0,-1-1 1 0 0,0 1-1 0 0,0 0 0 0 0,0 0 1 0 0,0 0-1 0 0,0 1 0 0 0,0-1 0 0 0,-1 1 1 0 0,1 0-1 0 0,-4 0 0 0 0,-3 0 19 0 0,0 1 0 0 0,0 0-1 0 0,0 1 1 0 0,0 0 0 0 0,0 0 0 0 0,1 1-1 0 0,-1 1 1 0 0,1-1 0 0 0,0 2 0 0 0,0-1 0 0 0,0 1-1 0 0,-12 9 1 0 0,14-9-28 0 0,0 0 0 0 0,0 1 0 0 0,1 0 1 0 0,-1 0-1 0 0,1 0 0 0 0,0 1 0 0 0,1 0 0 0 0,0 0 0 0 0,0 0 0 0 0,0 1 0 0 0,1-1 0 0 0,0 1 1 0 0,1 0-1 0 0,-5 13 0 0 0,8-19 1 0 0,-1 1-1 0 0,1 0 1 0 0,0-1 0 0 0,-1 1 0 0 0,1-1 0 0 0,0 1 0 0 0,1 0 0 0 0,-1-1 0 0 0,0 1-1 0 0,1-1 1 0 0,-1 1 0 0 0,1-1 0 0 0,0 1 0 0 0,0-1 0 0 0,0 1 0 0 0,0-1 0 0 0,0 0-1 0 0,4 5 1 0 0,-2-4 0 0 0,0 0-1 0 0,0 0 1 0 0,0 0-1 0 0,0-1 1 0 0,1 1-1 0 0,0-1 1 0 0,-1 0-1 0 0,1 0 1 0 0,0 0-1 0 0,7 2 1 0 0,2 0-2 0 0,1-1 1 0 0,0 0 0 0 0,1-1-1 0 0,-1 0 1 0 0,27-1 0 0 0,-24-2 58 0 0,-1 0 1 0 0,1-2 0 0 0,-1 0 0 0 0,0 0-1 0 0,0-2 1 0 0,31-12 0 0 0,-42 15-41 0 0,0 0 1 0 0,1-1 0 0 0,-1 0-1 0 0,0 0 1 0 0,0 0-1 0 0,0 0 1 0 0,-1-1-1 0 0,1 0 1 0 0,-1 0 0 0 0,0-1-1 0 0,0 1 1 0 0,0-1-1 0 0,-1 1 1 0 0,1-1-1 0 0,-1 0 1 0 0,-1-1 0 0 0,1 1-1 0 0,-1 0 1 0 0,1-1-1 0 0,-1 1 1 0 0,-1-1-1 0 0,2-10 1 0 0,-2 13-22 0 0,-1 1 1 0 0,0-1-1 0 0,0 0 0 0 0,0 1 1 0 0,-1-1-1 0 0,1 0 1 0 0,0 1-1 0 0,-1-1 0 0 0,0 1 1 0 0,0-1-1 0 0,0 1 1 0 0,0-1-1 0 0,0 1 0 0 0,0 0 1 0 0,0-1-1 0 0,-1 1 0 0 0,0 0 1 0 0,1 0-1 0 0,-1 0 1 0 0,0 0-1 0 0,0 0 0 0 0,0 1 1 0 0,0-1-1 0 0,0 0 1 0 0,0 1-1 0 0,0 0 0 0 0,0-1 1 0 0,-1 1-1 0 0,1 0 0 0 0,-1 0 1 0 0,1 0-1 0 0,-1 1 1 0 0,1-1-1 0 0,-1 0 0 0 0,1 1 1 0 0,-1 0-1 0 0,-3 0 1 0 0,0-1-6 0 0,1 1-1 0 0,-1 0 1 0 0,1 0 0 0 0,-1 0 0 0 0,0 1 0 0 0,1 0 0 0 0,-1 0 0 0 0,1 1 0 0 0,0-1 0 0 0,-1 1 0 0 0,1 0 0 0 0,0 1 0 0 0,0-1 0 0 0,0 1 0 0 0,0 0 0 0 0,-7 6 0 0 0,8-4-31 0 0,1-1-1 0 0,-1 1 0 0 0,1 0 1 0 0,1 0-1 0 0,-1 0 1 0 0,1 0-1 0 0,0 0 0 0 0,0 1 1 0 0,0-1-1 0 0,1 0 1 0 0,-1 1-1 0 0,1 0 0 0 0,1-1 1 0 0,-1 1-1 0 0,1 0 1 0 0,0-1-1 0 0,0 1 0 0 0,1 0 1 0 0,0-1-1 0 0,0 1 1 0 0,0-1-1 0 0,1 1 0 0 0,-1-1 1 0 0,1 1-1 0 0,1-1 1 0 0,-1 0-1 0 0,1 0 0 0 0,0 0 1 0 0,0 0-1 0 0,0-1 1 0 0,0 1-1 0 0,1-1 0 0 0,0 0 1 0 0,0 0-1 0 0,6 4 1 0 0,-9-7 24 0 0,1 0 0 0 0,-1 0 0 0 0,1 0 0 0 0,-1 0 0 0 0,1 0 1 0 0,-1 0-1 0 0,1-1 0 0 0,0 1 0 0 0,-1-1 0 0 0,1 1 1 0 0,0-1-1 0 0,0 0 0 0 0,0 0 0 0 0,-1 0 0 0 0,1 0 0 0 0,0 0 1 0 0,0 0-1 0 0,-1 0 0 0 0,1 0 0 0 0,0-1 0 0 0,0 1 1 0 0,2-2-1 0 0,-1 1 33 0 0,-1-1 1 0 0,1 0 0 0 0,-1 0-1 0 0,1 0 1 0 0,-1 0 0 0 0,0 0-1 0 0,0 0 1 0 0,0-1 0 0 0,0 1 0 0 0,0-1-1 0 0,-1 1 1 0 0,3-4 0 0 0,-1-1 74 0 0,1-1 1 0 0,-1 1-1 0 0,-1-1 1 0 0,1 0-1 0 0,-1 0 0 0 0,-1 0 1 0 0,1 0-1 0 0,-2 0 1 0 0,1-10-1 0 0,-2 13-72 0 0,0 0 0 0 0,0 0-1 0 0,0 0 1 0 0,-1 0 0 0 0,0 0-1 0 0,0 0 1 0 0,0 1 0 0 0,-1-1-1 0 0,0 0 1 0 0,0 1 0 0 0,0 0-1 0 0,0 0 1 0 0,0 0 0 0 0,-1 0-1 0 0,0 0 1 0 0,0 1 0 0 0,0 0-1 0 0,-6-4 1 0 0,8 5-12 0 0,0 1 1 0 0,0-1-1 0 0,-1 1 0 0 0,1 0 1 0 0,0 0-1 0 0,0 0 0 0 0,-1 1 0 0 0,1-1 1 0 0,-1 0-1 0 0,1 1 0 0 0,-1-1 1 0 0,1 1-1 0 0,0 0 0 0 0,-1 0 1 0 0,1 0-1 0 0,-1 0 0 0 0,1 1 0 0 0,-1-1 1 0 0,1 1-1 0 0,-1-1 0 0 0,1 1 1 0 0,-1 0-1 0 0,1 0 0 0 0,0 0 0 0 0,0 0 1 0 0,-1 0-1 0 0,1 0 0 0 0,0 1 1 0 0,0-1-1 0 0,0 1 0 0 0,0-1 0 0 0,1 1 1 0 0,-1 0-1 0 0,0 0 0 0 0,1 0 1 0 0,-1 0-1 0 0,1 0 0 0 0,0 0 1 0 0,-2 3-1 0 0,1-2-33 0 0,0 1 0 0 0,0-1 0 0 0,1 1 1 0 0,-1-1-1 0 0,1 1 0 0 0,0 0 0 0 0,0-1 0 0 0,0 1 1 0 0,0 0-1 0 0,1 0 0 0 0,-1 0 0 0 0,1 0 0 0 0,0 0 1 0 0,0 0-1 0 0,1 0 0 0 0,-1 0 0 0 0,1-1 0 0 0,0 1 1 0 0,0 0-1 0 0,0 0 0 0 0,0-1 0 0 0,1 1 0 0 0,-1 0 1 0 0,1-1-1 0 0,0 1 0 0 0,0-1 0 0 0,5 6 0 0 0,-3-5-11 0 0,0 0-1 0 0,0-1 0 0 0,1 1 0 0 0,-1-1 0 0 0,1 0 0 0 0,0 0 1 0 0,-1-1-1 0 0,1 1 0 0 0,0-1 0 0 0,1 0 0 0 0,-1 0 0 0 0,0-1 1 0 0,1 0-1 0 0,-1 0 0 0 0,0 0 0 0 0,1 0 0 0 0,-1-1 1 0 0,1 0-1 0 0,7-1 0 0 0,-6 0 71 0 0,1 0-1 0 0,-1 0 1 0 0,0-1 0 0 0,0 0 0 0 0,0-1 0 0 0,-1 0-1 0 0,1 0 1 0 0,0 0 0 0 0,-1-1 0 0 0,0 0-1 0 0,0 0 1 0 0,0 0 0 0 0,0-1 0 0 0,-1 0-1 0 0,0 0 1 0 0,0 0 0 0 0,8-12 0 0 0,-11 14-12 0 0,1-1-1 0 0,-1 0 1 0 0,-1 0 0 0 0,1 0 0 0 0,0 0 0 0 0,-1 0-1 0 0,0 0 1 0 0,0 0 0 0 0,0 0 0 0 0,0 0 0 0 0,-1-1-1 0 0,0 1 1 0 0,0 0 0 0 0,0 0 0 0 0,0-1 0 0 0,0 1-1 0 0,-1 0 1 0 0,0 0 0 0 0,0 0 0 0 0,0-1 0 0 0,-1 1-1 0 0,1 0 1 0 0,-1 1 0 0 0,0-1 0 0 0,0 0 0 0 0,0 0-1 0 0,0 1 1 0 0,-1-1 0 0 0,0 1 0 0 0,1 0 0 0 0,-7-5-1 0 0,4 4-22 0 0,0 0-1 0 0,0 0 0 0 0,0 1 0 0 0,-1-1 0 0 0,0 1 0 0 0,0 1 0 0 0,0-1 0 0 0,0 1 0 0 0,0 0 0 0 0,0 0 0 0 0,0 1 0 0 0,-1 0 0 0 0,1 0 1 0 0,-1 0-1 0 0,1 1 0 0 0,0 0 0 0 0,-1 0 0 0 0,1 1 0 0 0,-1 0 0 0 0,1 0 0 0 0,0 0 0 0 0,-1 1 0 0 0,1 0 0 0 0,0 0 0 0 0,0 1 0 0 0,0-1 1 0 0,1 1-1 0 0,-1 1 0 0 0,1-1 0 0 0,-1 1 0 0 0,1 0 0 0 0,0 0 0 0 0,0 0 0 0 0,1 1 0 0 0,-8 9 0 0 0,9-11-33 0 0,1 1-1 0 0,0 0 1 0 0,0 0-1 0 0,0 0 1 0 0,0 0-1 0 0,1 0 1 0 0,-1 1-1 0 0,1-1 1 0 0,0 0-1 0 0,0 1 1 0 0,1-1-1 0 0,-1 1 1 0 0,1-1-1 0 0,0 5 1 0 0,1-7 18 0 0,-1 0 1 0 0,1 1-1 0 0,0-1 1 0 0,0 0-1 0 0,-1 0 1 0 0,1 0 0 0 0,1 0-1 0 0,-1 0 1 0 0,0 0-1 0 0,0 0 1 0 0,1 0-1 0 0,-1 0 1 0 0,1-1 0 0 0,0 1-1 0 0,-1 0 1 0 0,1-1-1 0 0,0 0 1 0 0,0 1-1 0 0,0-1 1 0 0,0 0 0 0 0,0 0-1 0 0,0 0 1 0 0,0 0-1 0 0,0 0 1 0 0,1-1-1 0 0,-1 1 1 0 0,0-1-1 0 0,0 1 1 0 0,3-1 0 0 0,1 1-31 0 0,1-1 0 0 0,-1 1 1 0 0,1-2-1 0 0,-1 1 1 0 0,0-1-1 0 0,1 0 0 0 0,-1 0 1 0 0,10-3-1 0 0,-14 3 60 0 0,-1 1 0 0 0,1 0 0 0 0,-1-1 0 0 0,0 1-1 0 0,1-1 1 0 0,-1 1 0 0 0,0-1 0 0 0,0 1 0 0 0,0-1 0 0 0,1 0-1 0 0,-1 0 1 0 0,0 0 0 0 0,0 0 0 0 0,0 0 0 0 0,0 0-1 0 0,0 0 1 0 0,0 0 0 0 0,-1 0 0 0 0,1 0 0 0 0,0 0 0 0 0,0-1-1 0 0,-1 1 1 0 0,1 0 0 0 0,-1 0 0 0 0,1-1 0 0 0,-1 1 0 0 0,0-1-1 0 0,1 1 1 0 0,-1 0 0 0 0,0-1 0 0 0,0 1 0 0 0,0 0 0 0 0,0-1-1 0 0,0 1 1 0 0,0-1 0 0 0,0 1 0 0 0,-1 0 0 0 0,1-1-1 0 0,-1 1 1 0 0,1 0 0 0 0,0-1 0 0 0,-1 1 0 0 0,0 0 0 0 0,1-1-1 0 0,-2 0 1 0 0,-2-4 4 0 0,0 0 1 0 0,-1 1-1 0 0,1 0 0 0 0,-1 0 0 0 0,0 0 0 0 0,0 0 0 0 0,-1 1 1 0 0,1 0-1 0 0,-1 0 0 0 0,0 1 0 0 0,0-1 0 0 0,0 1 0 0 0,-1 0 1 0 0,-9-2-1 0 0,12 3-6 0 0,0 1-1 0 0,0 0 1 0 0,0 0 0 0 0,0 0-1 0 0,0 1 1 0 0,0-1 0 0 0,0 1 0 0 0,0 0-1 0 0,0 0 1 0 0,-1 0 0 0 0,1 1-1 0 0,0 0 1 0 0,0 0 0 0 0,0 0 0 0 0,0 0-1 0 0,0 0 1 0 0,1 1 0 0 0,-1-1-1 0 0,0 1 1 0 0,1 0 0 0 0,-1 1 0 0 0,1-1-1 0 0,-1 0 1 0 0,-5 6 0 0 0,2 1-32 0 0,0 1 1 0 0,1-1 0 0 0,0 1 0 0 0,0 0-1 0 0,1 1 1 0 0,-8 21 0 0 0,11-27-3 0 0,0 1 0 0 0,1 0 0 0 0,0 0 0 0 0,0-1 0 0 0,0 1 0 0 0,1 0 0 0 0,-1 0 1 0 0,1 0-1 0 0,1 0 0 0 0,-1 0 0 0 0,1 0 0 0 0,0 0 0 0 0,1-1 0 0 0,-1 1 1 0 0,4 8-1 0 0,-4-12-11 0 0,1 0 1 0 0,-1 0 0 0 0,1 1-1 0 0,0-1 1 0 0,-1 0 0 0 0,1-1-1 0 0,0 1 1 0 0,0 0 0 0 0,0 0-1 0 0,0-1 1 0 0,1 1 0 0 0,-1-1-1 0 0,0 0 1 0 0,1 0 0 0 0,-1 0-1 0 0,1 0 1 0 0,-1 0-1 0 0,1 0 1 0 0,-1-1 0 0 0,1 1-1 0 0,0-1 1 0 0,-1 0 0 0 0,1 1-1 0 0,0-1 1 0 0,-1 0 0 0 0,1-1-1 0 0,0 1 1 0 0,-1 0 0 0 0,1-1-1 0 0,-1 0 1 0 0,1 1 0 0 0,3-3-1 0 0,1 1 11 0 0,0-1-1 0 0,0 0 0 0 0,0 0 0 0 0,-1-1 1 0 0,0 1-1 0 0,0-1 0 0 0,0-1 0 0 0,0 1 1 0 0,0-1-1 0 0,8-10 0 0 0,-7 6 101 0 0,-1 0 1 0 0,0 0-1 0 0,-1-1 0 0 0,0 0 1 0 0,0 0-1 0 0,-1 0 0 0 0,-1 0 1 0 0,1-1-1 0 0,-2 0 0 0 0,4-21 1 0 0,-6 25-34 0 0,1 1 0 0 0,-1-1 0 0 0,-1 0-1 0 0,1 1 1 0 0,-1-1 0 0 0,0 0 0 0 0,0 1 0 0 0,-1-1 0 0 0,0 1 0 0 0,0 0 0 0 0,-1-1 0 0 0,0 1 0 0 0,0 0 0 0 0,0 1 0 0 0,-1-1 0 0 0,0 0 0 0 0,0 1 0 0 0,0 0 0 0 0,-7-7 0 0 0,8 10-33 0 0,0 0 0 0 0,1 0-1 0 0,-1 0 1 0 0,0 0 0 0 0,-1 1 0 0 0,1-1 0 0 0,0 1 0 0 0,0 0 0 0 0,-1 0 0 0 0,1 0 0 0 0,0 0-1 0 0,-1 0 1 0 0,1 1 0 0 0,-1 0 0 0 0,1-1 0 0 0,-1 1 0 0 0,1 1 0 0 0,-1-1 0 0 0,1 0 0 0 0,-1 1 0 0 0,1 0-1 0 0,-1 0 1 0 0,1 0 0 0 0,0 0 0 0 0,0 0 0 0 0,-1 1 0 0 0,-3 2 0 0 0,-6 3-46 0 0,0 1 1 0 0,1 1-1 0 0,1 0 0 0 0,-1 0 1 0 0,-10 13-1 0 0,20-20 21 0 0,0-1-1 0 0,0 1 1 0 0,0 0-1 0 0,0 0 1 0 0,0 0-1 0 0,1 0 1 0 0,-1 0-1 0 0,1 1 1 0 0,0-1-1 0 0,-1 0 1 0 0,1 1-1 0 0,0-1 1 0 0,0 0-1 0 0,1 1 1 0 0,-1 0-1 0 0,1-1 1 0 0,-1 1-1 0 0,1-1 1 0 0,0 1-1 0 0,-1 0 1 0 0,1-1-1 0 0,1 1 1 0 0,-1-1-1 0 0,0 1 1 0 0,1 0-1 0 0,-1-1 1 0 0,1 1-1 0 0,0-1 1 0 0,1 3-1 0 0,0-1-21 0 0,1-1 0 0 0,-1 0 0 0 0,1 1 0 0 0,0-1 0 0 0,0 0 0 0 0,1 0 0 0 0,-1-1 0 0 0,0 1 0 0 0,1-1 0 0 0,0 0 0 0 0,-1 1 0 0 0,1-2 0 0 0,0 1 0 0 0,0 0 0 0 0,0-1 0 0 0,0 0 0 0 0,5 1 0 0 0,2 0-70 0 0,0 0 0 0 0,1-1-1 0 0,-1-1 1 0 0,0 0 0 0 0,1 0 0 0 0,-1-1-1 0 0,0 0 1 0 0,0-1 0 0 0,17-5 0 0 0,-23 5 113 0 0,-1 1 1 0 0,0-1-1 0 0,1 0 1 0 0,-1 0-1 0 0,0-1 1 0 0,0 1-1 0 0,0-1 1 0 0,-1 0-1 0 0,1 0 1 0 0,-1 0-1 0 0,5-5 1 0 0,-6 6 43 0 0,-1-1 0 0 0,1 1 0 0 0,-1-1 1 0 0,1 0-1 0 0,-1 0 0 0 0,0 0 1 0 0,0 1-1 0 0,0-1 0 0 0,-1 0 1 0 0,1 0-1 0 0,-1 0 0 0 0,0 0 0 0 0,1 0 1 0 0,-1 0-1 0 0,0 0 0 0 0,-1 0 1 0 0,1 0-1 0 0,-1 0 0 0 0,0-4 1 0 0,0 4-11 0 0,0-1 0 0 0,-1 0 0 0 0,1 0 1 0 0,-1 1-1 0 0,0-1 0 0 0,1 1 0 0 0,-2 0 1 0 0,1-1-1 0 0,0 1 0 0 0,-1 0 1 0 0,1 0-1 0 0,-1 0 0 0 0,0 1 0 0 0,0-1 1 0 0,0 1-1 0 0,-5-4 0 0 0,2 3 14 0 0,0 0-1 0 0,0 0 1 0 0,0 1-1 0 0,-1 0 0 0 0,1 0 1 0 0,-1 0-1 0 0,1 1 1 0 0,-1 0-1 0 0,-10-1 0 0 0,11 2-38 0 0,0-1-1 0 0,0 1 1 0 0,0 1-1 0 0,0-1 0 0 0,0 1 1 0 0,0 0-1 0 0,0 0 0 0 0,0 1 1 0 0,0 0-1 0 0,1 0 0 0 0,-1 0 1 0 0,1 0-1 0 0,-1 1 0 0 0,1 0 1 0 0,0 0-1 0 0,0 1 0 0 0,0 0 1 0 0,0-1-1 0 0,1 2 0 0 0,-1-1 1 0 0,1 0-1 0 0,-6 10 1 0 0,7-9-17 0 0,1 0 0 0 0,0 0 0 0 0,0 0 0 0 0,1 1 0 0 0,0-1 0 0 0,0 1 0 0 0,0-1 0 0 0,0 1 0 0 0,1-1 0 0 0,0 1 0 0 0,0-1 0 0 0,1 1 0 0 0,-1-1 0 0 0,1 1 0 0 0,0-1 0 0 0,1 1 0 0 0,-1-1 1 0 0,1 0-1 0 0,0 0 0 0 0,1 0 0 0 0,-1 0 0 0 0,1 0 0 0 0,6 8 0 0 0,11 8-379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04.7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1 180 6449 0 0,'1'-37'1957'0'0,"1"1"2664"0"0,-1 120-3421 0 0,16 112 0 0 0,-11-155-801 0 0,2 0-1 0 0,2 0 1 0 0,2 0-1 0 0,29 64 1 0 0,-34-91-405 0 0,0-1-1 0 0,1-1 1 0 0,0 0 0 0 0,1 0 0 0 0,1 0 0 0 0,0-1 0 0 0,11 10-1 0 0,-16-17 6 0 0,0 0-1 0 0,-1 0 0 0 0,1 0 1 0 0,1-1-1 0 0,-1 1 0 0 0,0-1 1 0 0,1 0-1 0 0,0-1 0 0 0,-1 1 1 0 0,1-1-1 0 0,0 0 0 0 0,0-1 1 0 0,0 0-1 0 0,1 0 0 0 0,-1 0 1 0 0,0 0-1 0 0,0-1 0 0 0,0 0 1 0 0,7-1-1 0 0,-7-1 28 0 0,-1 0 1 0 0,1 0-1 0 0,-1-1 0 0 0,0 0 1 0 0,0 0-1 0 0,0 0 0 0 0,0 0 0 0 0,0-1 1 0 0,-1 0-1 0 0,0 0 0 0 0,1 0 1 0 0,-2 0-1 0 0,6-8 0 0 0,4-5 135 0 0,-2 0 0 0 0,14-27 0 0 0,-11 15 50 0 0,-2-1 1 0 0,-1 0-1 0 0,-1 0 0 0 0,-1-1 1 0 0,5-41-1 0 0,7-159 984 0 0,-16 140-673 0 0,4 23-9 0 0,-8 63-501 0 0,0-1 1 0 0,0 1-1 0 0,1 0 0 0 0,0 0 0 0 0,0 0 1 0 0,0 0-1 0 0,1 0 0 0 0,-1 0 0 0 0,1 0 0 0 0,5-5 1 0 0,-6 12 109 0 0,0 1 0 0 0,-1 0 0 0 0,0 0 0 0 0,0 1 1 0 0,1-1-1 0 0,-2 0 0 0 0,2 6 0 0 0,154 642-70 0 0,-131-572-210 0 0,53 108 0 0 0,-68-165-563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04.9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 10594 0 0,'2'-1'149'0'0,"-1"0"0"0"0,0 0 0 0 0,1 0 0 0 0,-1 0-1 0 0,0 1 1 0 0,1-1 0 0 0,-1 0 0 0 0,1 1 0 0 0,-1-1 0 0 0,1 1-1 0 0,0 0 1 0 0,-1-1 0 0 0,1 1 0 0 0,-1 0 0 0 0,1 0 0 0 0,-1 0-1 0 0,1 0 1 0 0,0 0 0 0 0,-1 1 0 0 0,1-1 0 0 0,-1 0 0 0 0,1 1 0 0 0,-1-1-1 0 0,3 1 1 0 0,-2 0 176 0 0,1 0 1 0 0,-1 1-1 0 0,1-1 0 0 0,-1 0 0 0 0,0 1 0 0 0,0-1 1 0 0,1 1-1 0 0,-1 0 0 0 0,0-1 0 0 0,0 1 0 0 0,-1 0 1 0 0,1 0-1 0 0,2 4 0 0 0,4 12 192 0 0,-1 1 0 0 0,0 0 1 0 0,-2 0-1 0 0,0 0 0 0 0,-2 1 0 0 0,4 39 0 0 0,-4-28-254 0 0,12 50 0 0 0,-8-55 62 0 0,20 46-1 0 0,-21-60-869 0 0,0-1 0 0 0,14 20 0 0 0,8-1-4794 0 0,-9-16-1828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06.0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4 118 6913 0 0,'3'-42'1721'0'0,"-2"33"-774"0"0,0-1 0 0 0,0 0-1 0 0,-1 0 1 0 0,0 0-1 0 0,-3-16 1 0 0,0 37 3479 0 0,0 22-3523 0 0,9 22-682 0 0,3 0 1 0 0,3-1-1 0 0,21 65 1 0 0,-8-34-79 0 0,-21-70-143 0 0,7 27 13 0 0,2 0-1 0 0,28 63 1 0 0,-37-95-7 0 0,1-1 0 0 0,0 0 0 0 0,1 0 0 0 0,0 0 0 0 0,0-1 0 0 0,0 1 0 0 0,1-2 0 0 0,1 1 0 0 0,-1-1 0 0 0,1 0 0 0 0,0 0 0 0 0,1-1 0 0 0,0 0 0 0 0,0-1 0 0 0,0 0 0 0 0,15 6 0 0 0,-22-10-17 0 0,0-1 0 0 0,1 1-1 0 0,-1-1 1 0 0,0 0 0 0 0,0 1 0 0 0,1-1-1 0 0,-1 0 1 0 0,0 0 0 0 0,0 0-1 0 0,1-1 1 0 0,-1 1 0 0 0,0 0-1 0 0,0-1 1 0 0,1 0 0 0 0,-1 1-1 0 0,0-1 1 0 0,0 0 0 0 0,0 0-1 0 0,2-2 1 0 0,0 1-29 0 0,-1-1 0 0 0,0 0-1 0 0,0 0 1 0 0,0 0 0 0 0,0-1 0 0 0,0 1 0 0 0,-1-1 0 0 0,1 1-1 0 0,2-7 1 0 0,2-6-14 0 0,0 0-1 0 0,-2-1 1 0 0,8-31-1 0 0,-13 48 56 0 0,13-68 458 0 0,-2 0 0 0 0,-3-1 0 0 0,-3 0 0 0 0,-8-125 0 0 0,-3 127 76 0 0,31 101 60 0 0,-5-2-578 0 0,-1 1 0 0 0,-2 1 0 0 0,14 37 1 0 0,-21-44-15 0 0,2-1 0 0 0,0 1 0 0 0,2-2 0 0 0,1 0 0 0 0,1-1 0 0 0,22 26 0 0 0,65 50-1070 0 0,-48-50-2860 0 0,-38-32-2903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06.6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23 131 6913 0 0,'-3'-2'332'0'0,"1"0"0"0"0,0 0-1 0 0,0-1 1 0 0,0 1 0 0 0,0 0-1 0 0,1-1 1 0 0,-1 0-1 0 0,0 1 1 0 0,1-1 0 0 0,0 0-1 0 0,-1-3 1 0 0,2 4-118 0 0,-1 1 0 0 0,1-1 0 0 0,1 0 0 0 0,-1 0 1 0 0,0 1-1 0 0,0-1 0 0 0,1 0 0 0 0,-1 1 0 0 0,1-1 0 0 0,-1 0 0 0 0,1 1 1 0 0,0-1-1 0 0,0 1 0 0 0,0-1 0 0 0,-1 1 0 0 0,1-1 0 0 0,1 1 0 0 0,-1 0 0 0 0,0 0 1 0 0,0-1-1 0 0,0 1 0 0 0,3-2 0 0 0,4-4 255 0 0,0 1 0 0 0,1 0 1 0 0,-1 0-1 0 0,1 0 0 0 0,1 1 0 0 0,-1 0 1 0 0,1 1-1 0 0,0 0 0 0 0,18-5 0 0 0,-23 8-385 0 0,-1 0 0 0 0,1 1 0 0 0,0-1 0 0 0,0 1 1 0 0,0 0-1 0 0,-1 0 0 0 0,1 1 0 0 0,0-1 0 0 0,0 1 0 0 0,-1 0 0 0 0,1 0 0 0 0,0 1 0 0 0,-1-1 0 0 0,1 1 0 0 0,-1 0 0 0 0,0 0 0 0 0,1 1 0 0 0,-1-1 0 0 0,0 1 0 0 0,-1 0 0 0 0,1 0 0 0 0,0 0 0 0 0,4 6 0 0 0,2 3-59 0 0,-1 1-1 0 0,-1 1 0 0 0,0-1 1 0 0,0 1-1 0 0,-1 1 0 0 0,-1-1 0 0 0,-1 1 1 0 0,0 0-1 0 0,-1 1 0 0 0,0-1 1 0 0,-1 1-1 0 0,-1 0 0 0 0,-1-1 0 0 0,0 1 1 0 0,-1 0-1 0 0,0 0 0 0 0,-2 0 1 0 0,-3 19-1 0 0,-6-7 152 0 0,9-25-143 0 0,1 0 0 0 0,-1 0 0 0 0,1 0-1 0 0,0 0 1 0 0,0 0 0 0 0,0 0-1 0 0,0 0 1 0 0,0 0 0 0 0,1 0 0 0 0,-1 0-1 0 0,1 1 1 0 0,0-1 0 0 0,0 0 0 0 0,0 0-1 0 0,1 4 1 0 0,0-5-2 0 0,0-1 0 0 0,0 0-1 0 0,0 1 1 0 0,0-1 0 0 0,1 0 0 0 0,-1 0 0 0 0,0 0 0 0 0,1 0-1 0 0,-1 0 1 0 0,1-1 0 0 0,-1 1 0 0 0,1 0 0 0 0,-1-1-1 0 0,1 1 1 0 0,-1-1 0 0 0,1 1 0 0 0,0-1 0 0 0,-1 0-1 0 0,1 1 1 0 0,-1-1 0 0 0,1 0 0 0 0,0 0 0 0 0,-1 0-1 0 0,1-1 1 0 0,0 1 0 0 0,1-1 0 0 0,47-8 313 0 0,-48 8-316 0 0,33-11 47 0 0,0-1 0 0 0,-1-2-1 0 0,-1-1 1 0 0,62-42 0 0 0,-87 53-1977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30.6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1361 5529 0 0,'-12'-21'14387'0'0,"10"17"-14384"0"0,1 0 0 0 0,0-1 0 0 0,0 1 0 0 0,0-1 0 0 0,1 1 0 0 0,-1-1 0 0 0,1-5 0 0 0,-4-23 51 0 0,-5 16 62 0 0,7 14 11 0 0,0-1 0 0 0,-1 0 0 0 0,2 0 0 0 0,-1 0 0 0 0,0 0 0 0 0,1-1 0 0 0,-2-7 0 0 0,9 14-329 0 0,-2 1 130 0 0,0-1 0 0 0,-1 1 0 0 0,1 0-1 0 0,-1 0 1 0 0,0 0 0 0 0,0 0-1 0 0,0 1 1 0 0,-1-1 0 0 0,1 1-1 0 0,-1-1 1 0 0,0 1 0 0 0,0 0-1 0 0,0 0 1 0 0,0 0 0 0 0,-1 0-1 0 0,1 0 1 0 0,0 5 0 0 0,-6-21 474 0 0,-1-1 1 0 0,0 0-1 0 0,-7-12 1 0 0,9 33-793 0 0,0 0 1 0 0,1 0 0 0 0,-2 12 0 0 0,3-18 405 0 0,0 1 0 0 0,0-1 0 0 0,0 0 0 0 0,0 1 0 0 0,0-1 0 0 0,0 0-1 0 0,-1 0 1 0 0,1 0 0 0 0,-4 4 0 0 0,4-6-17 0 0,0 1 0 0 0,1 0 0 0 0,-1 0 0 0 0,0 0 0 0 0,0 0 0 0 0,1 0 0 0 0,-1 0 0 0 0,0 0 0 0 0,1 0 0 0 0,-1 0 0 0 0,1 1 0 0 0,-1-1 0 0 0,1 0 0 0 0,0 0 0 0 0,-1 0-1 0 0,1 1 1 0 0,0-1 0 0 0,0 0 0 0 0,0 0 0 0 0,0 0 0 0 0,0 2 0 0 0,13 19-226 0 0,-12-21 264 0 0,-1 0 1 0 0,0-1 0 0 0,0 1 0 0 0,1-1-1 0 0,-1 1 1 0 0,0-1 0 0 0,1 1 0 0 0,-1 0-1 0 0,1-1 1 0 0,-1 0 0 0 0,1 1 0 0 0,-1-1-1 0 0,1 1 1 0 0,-1-1 0 0 0,1 0 0 0 0,-1 1-1 0 0,1-1 1 0 0,0 0 0 0 0,-1 1 0 0 0,1-1-1 0 0,-1 0 1 0 0,1 0 0 0 0,0 0 0 0 0,-1 0-1 0 0,1 1 1 0 0,0-1 0 0 0,-1 0 0 0 0,1 0-1 0 0,0 0 1 0 0,-1 0 0 0 0,1-1 0 0 0,0 1-1 0 0,-1 0 1 0 0,2 0 0 0 0,-3 1-22 0 0,0 1 0 0 0,-1 0 1 0 0,1 0-1 0 0,0 0 0 0 0,0 0 1 0 0,1-1-1 0 0,-1 2 0 0 0,0-1 1 0 0,1 0-1 0 0,-1 0 0 0 0,1 0 1 0 0,0 0-1 0 0,-1 0 0 0 0,1 0 1 0 0,0 0-1 0 0,1 3 0 0 0,-1-61 287 0 0,-7-375 1136 0 0,-4-23-1071 0 0,13 404-360 0 0,3 0 0 0 0,18-82 0 0 0,-23 131-17 0 0,0-1 0 0 0,0 1-1 0 0,1 0 1 0 0,-1-1 0 0 0,0 1 0 0 0,0 0-1 0 0,0 0 1 0 0,0-1 0 0 0,-1 1 0 0 0,1 0-1 0 0,0 0 1 0 0,0-1 0 0 0,-1 1 0 0 0,1 0 0 0 0,-1 0-1 0 0,1-1 1 0 0,-1 1 0 0 0,1 0 0 0 0,-1 0-1 0 0,0 0 1 0 0,0 0 0 0 0,0 0 0 0 0,1 0-1 0 0,-1 0 1 0 0,-2-1 461 0 0,4-1-1599 0 0,-1 2 1141 0 0,0 1 1 0 0,0-1-1 0 0,0 1 0 0 0,0-1 1 0 0,1 1-1 0 0,-1-1 0 0 0,0 0 1 0 0,1 1-1 0 0,-1-1 0 0 0,0 1 1 0 0,1-1-1 0 0,-1 1 0 0 0,1 0 1 0 0,-1-1-1 0 0,0 1 0 0 0,1-1 1 0 0,-1 1-1 0 0,1 0 0 0 0,0-1 1 0 0,0 1 9 0 0,-1-1-1 0 0,1 1 1 0 0,0 0 0 0 0,-1-1 0 0 0,1 1 0 0 0,-1-1 0 0 0,1 1-1 0 0,-1-1 1 0 0,0 1 0 0 0,1-1 0 0 0,-1 1 0 0 0,1-1 0 0 0,-1 0 0 0 0,0 1-1 0 0,1-1 1 0 0,-1 1 0 0 0,0-1 0 0 0,0 0 0 0 0,0 1 0 0 0,1-1-1 0 0,-1 0 1 0 0,0 1 0 0 0,0-1 0 0 0,0 0 0 0 0,0 0 0 0 0,0 1-1 0 0,0-1 1 0 0,0 0 0 0 0,-1 1 0 0 0,1-2 0 0 0,-5-36 33 0 0,5 30-33 0 0,0 1-1 0 0,-1-1 1 0 0,0 0 0 0 0,-1 1-1 0 0,1-1 1 0 0,-1 1-1 0 0,-1 0 1 0 0,1 0-1 0 0,-1 0 1 0 0,-1 0-1 0 0,-5-9 1 0 0,9 15-4 0 0,0 1 0 0 0,-1 0 0 0 0,1-1 0 0 0,0 1 0 0 0,0 0 0 0 0,0 0 0 0 0,-1-1 0 0 0,1 1 0 0 0,0 0 0 0 0,0 0 0 0 0,-1-1 0 0 0,1 1 0 0 0,0 0 0 0 0,-1 0 0 0 0,1 0 0 0 0,0-1 0 0 0,-1 1 0 0 0,1 0 0 0 0,0 0 0 0 0,-1 0 0 0 0,1 0 0 0 0,0 0 0 0 0,-1 0 0 0 0,1 0 0 0 0,0 0 0 0 0,-1 0 0 0 0,1 0 0 0 0,0 0 0 0 0,-1 0 0 0 0,1 0 0 0 0,0 0 0 0 0,-1 0 0 0 0,1 0 0 0 0,0 0 0 0 0,-1 0 0 0 0,1 0 0 0 0,0 0 0 0 0,-1 1 0 0 0,-7 14 0 0 0,2 20 0 0 0,6-33-10 0 0,0-1 0 0 0,1 0 0 0 0,-1 0 1 0 0,1 1-1 0 0,-1-1 0 0 0,1 0 0 0 0,-1 0 0 0 0,1 1 1 0 0,0-1-1 0 0,0 0 0 0 0,-1 0 0 0 0,1 0 1 0 0,0 0-1 0 0,0 0 0 0 0,0 0 0 0 0,0 0 0 0 0,0-1 1 0 0,0 1-1 0 0,0 0 0 0 0,1 0 0 0 0,-1-1 0 0 0,0 1 1 0 0,0-1-1 0 0,0 1 0 0 0,1-1 0 0 0,-1 1 0 0 0,0-1 1 0 0,1 0-1 0 0,-1 0 0 0 0,2 0 0 0 0,-1 1 23 0 0,1-1-1 0 0,-1 0 1 0 0,0 0 0 0 0,0 0-1 0 0,1 0 1 0 0,-1-1-1 0 0,0 1 1 0 0,0-1-1 0 0,1 1 1 0 0,-1-1-1 0 0,0 0 1 0 0,0 0 0 0 0,0 0-1 0 0,0 0 1 0 0,0 0-1 0 0,0 0 1 0 0,2-3-1 0 0,-4 4 18 0 0,0-1-1 0 0,1 1 0 0 0,-1-1 0 0 0,0 0 1 0 0,0 1-1 0 0,-1-1 0 0 0,1 0 0 0 0,0 1 0 0 0,0-1 1 0 0,0 0-1 0 0,0 1 0 0 0,0-1 0 0 0,-1 0 0 0 0,1 1 1 0 0,0-1-1 0 0,-1 1 0 0 0,1-1 0 0 0,0 1 0 0 0,-1-1 1 0 0,1 0-1 0 0,-1 1 0 0 0,1 0 0 0 0,-1-1 1 0 0,1 1-1 0 0,-1-1 0 0 0,-18-18-1853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20.3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99 580 5185 0 0,'-4'-17'499'0'0,"0"1"-1"0"0,-1-1 1 0 0,-1 1 0 0 0,-10-21-1 0 0,6 16 1289 0 0,-10-35 0 0 0,2-45 2945 0 0,5 19-333 0 0,10 70-2090 0 0,10 25-1480 0 0,225 465-2017 0 0,-225-463 1147 0 0,0 0 0 0 0,1-1 0 0 0,1 0 1 0 0,1 0-1 0 0,0-1 0 0 0,0-1 0 0 0,15 14 1 0 0,-22-23 31 0 0,0 0 1 0 0,0-1 0 0 0,0 1 0 0 0,1-1-1 0 0,-1 0 1 0 0,1 0 0 0 0,-1 0-1 0 0,1 0 1 0 0,0-1 0 0 0,0 1-1 0 0,0-1 1 0 0,0 0 0 0 0,0 0 0 0 0,0 0-1 0 0,0-1 1 0 0,0 1 0 0 0,0-1-1 0 0,0 0 1 0 0,0-1 0 0 0,0 1-1 0 0,1 0 1 0 0,-1-1 0 0 0,0 0 0 0 0,0 0-1 0 0,0 0 1 0 0,-1-1 0 0 0,1 0-1 0 0,0 1 1 0 0,0-1 0 0 0,-1 0 0 0 0,1-1-1 0 0,-1 1 1 0 0,5-4 0 0 0,2-3 33 0 0,0-1 0 0 0,-1 0 1 0 0,0-1-1 0 0,-1 0 0 0 0,0 0 1 0 0,0-1-1 0 0,-2 0 0 0 0,1 0 1 0 0,-1-1-1 0 0,-1 1 0 0 0,7-25 1 0 0,0-13 166 0 0,12-93 0 0 0,-20 116-176 0 0,7-59 202 0 0,-3-1 1 0 0,-5-96 0 0 0,-4 171-113 0 0,-1 0 0 0 0,0 0 0 0 0,-5-16 0 0 0,1 6 67 0 0,7 25-151 0 0,0 1 0 0 0,1-1 0 0 0,-1 0-1 0 0,1 1 1 0 0,0-1 0 0 0,0 0 0 0 0,0 0-1 0 0,4 4 1 0 0,8 12 57 0 0,52 100-93 0 0,10 17-18 0 0,-61-113 28 0 0,1 0-1 0 0,2-1 1 0 0,31 32-1 0 0,-29-35-66 0 0,0 1 1 0 0,-1 2-1 0 0,-1 0 0 0 0,-2 0 1 0 0,17 30-1 0 0,-32-50-110 0 0,1 1 0 0 0,0-1 1 0 0,0 1-1 0 0,-1-1 0 0 0,1 0 0 0 0,0 1 0 0 0,1-1 0 0 0,-1 0 1 0 0,0-1-1 0 0,5 4 0 0 0,18 3-4993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20.7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5985 0 0,'7'-20'8900'0'0,"-3"21"-7313"0"0,1 1-1253 0 0,0-1 1 0 0,0 0 0 0 0,-1 1-1 0 0,1 0 1 0 0,-1 0 0 0 0,1 1-1 0 0,-1-1 1 0 0,0 1 0 0 0,0 0-1 0 0,0 0 1 0 0,6 6 0 0 0,-3-1 12 0 0,1 1 1 0 0,-1 0 0 0 0,-1 0-1 0 0,10 18 1 0 0,1 8-72 0 0,-2 0 0 0 0,10 40 0 0 0,-22-65-177 0 0,27 94 96 0 0,-18-56-210 0 0,29 71 0 0 0,-38-112-72 0 0,0 0-1 0 0,0 0 1 0 0,1-1-1 0 0,0 0 1 0 0,10 11-1 0 0,-12-15-211 0 0,0 0-1 0 0,0 0 0 0 0,0 0 1 0 0,1 0-1 0 0,-1 0 1 0 0,1-1-1 0 0,-1 1 0 0 0,1-1 1 0 0,0 0-1 0 0,4 2 1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21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0 121 4145 0 0,'26'-16'6448'0'0,"-9"6"-5673"0"0,17-14 527 0 0,26-17 815 0 0,-17 17-6171 0 0,-27 18-558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21.2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0 261 1840 0 0,'37'-27'4112'0'0,"46"-45"-1"0"0,-14 13-1551 0 0,-47 40-1944 0 0,43-31-999 0 0,-16 23-4167 0 0,-35 21 2821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21.6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3681 0 0,'6'-9'853'0'0,"1"1"0"0"0,0 0 0 0 0,0 0 0 0 0,0 1 0 0 0,1 0 0 0 0,0 0 0 0 0,1 1 0 0 0,-1 0 0 0 0,1 1 0 0 0,1 0 0 0 0,-1 0 0 0 0,20-7 0 0 0,-25 12-623 0 0,-1-1 0 0 0,1 0-1 0 0,-1 1 1 0 0,1 0 0 0 0,0 0 0 0 0,-1 0 0 0 0,1 1 0 0 0,-1-1-1 0 0,1 1 1 0 0,-1-1 0 0 0,1 1 0 0 0,-1 1 0 0 0,1-1 0 0 0,5 3-1 0 0,-3 0-78 0 0,0-1 0 0 0,-1 1 0 0 0,0 0 0 0 0,0 1 0 0 0,0-1 0 0 0,-1 1 0 0 0,7 9 0 0 0,2 5 58 0 0,-1 0 0 0 0,-1 1 0 0 0,14 34-1 0 0,-24-51-132 0 0,18 40-168 0 0,-2 1 1 0 0,-2 0-1 0 0,-2 1 0 0 0,-1 1 0 0 0,-3 0 0 0 0,-2 1 0 0 0,2 73 1 0 0,-9-110-1259 0 0,0-1-354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21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3225 0 0,'39'37'15457'0'0,"-34"-16"-13764"0"0,-3 4-1857 0 0,1-10 45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31.7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10 461 9674 0 0,'-10'-26'6455'0'0,"18"36"-5464"0"0,10 19-638 0 0,2-2-1 0 0,1 0 1 0 0,0-2 0 0 0,42 38 0 0 0,-55-56-322 0 0,1-1 1 0 0,0 0-1 0 0,0 0 0 0 0,0-1 0 0 0,1 0 1 0 0,0 0-1 0 0,0-1 0 0 0,0-1 0 0 0,0 0 1 0 0,0 0-1 0 0,1-1 0 0 0,0 0 0 0 0,-1-1 1 0 0,1 0-1 0 0,20-2 0 0 0,-22 1-6 0 0,0-2 0 0 0,-1 1 0 0 0,1-1 0 0 0,-1 0 0 0 0,1-1 0 0 0,-1 0 0 0 0,0-1 0 0 0,0 1 0 0 0,0-1 0 0 0,0-1 0 0 0,-1 0 0 0 0,0 0 0 0 0,0 0 0 0 0,0-1 0 0 0,0 0 0 0 0,-1 0 0 0 0,0-1 0 0 0,-1 1 0 0 0,8-12 0 0 0,-1-3 37 0 0,-1 0-1 0 0,0-1 1 0 0,-2-1-1 0 0,-1 0 1 0 0,-1 0-1 0 0,0 0 1 0 0,3-34-1 0 0,-5 20 70 0 0,-2 1 0 0 0,-1 0-1 0 0,-2-1 1 0 0,-6-45 0 0 0,3 65 193 0 0,0 1 0 0 0,-9-29 1 0 0,11 41-212 0 0,-1-1 1 0 0,0 1 0 0 0,1 0 0 0 0,-2-1-1 0 0,1 1 1 0 0,0 0 0 0 0,-1 0 0 0 0,0 1 0 0 0,1-1-1 0 0,-2 0 1 0 0,1 1 0 0 0,0 0 0 0 0,-1 0-1 0 0,-6-5 1 0 0,42 47 372 0 0,149 185-577 0 0,-17-18 40 0 0,-150-189-45 0 0,39 41 34 0 0,-48-54-129 0 0,-1 0 1 0 0,1-1 0 0 0,-1 1 0 0 0,1-1 0 0 0,0 0 0 0 0,1 0 0 0 0,-1-1 0 0 0,0 1 0 0 0,1-1-1 0 0,8 2 1 0 0,-5-3-713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32.1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31 11058 0 0,'-1'-1'116'0'0,"1"-1"-1"0"0,-1 1 0 0 0,1 0 0 0 0,0-1 1 0 0,0 1-1 0 0,0-1 0 0 0,-1 1 0 0 0,1 0 1 0 0,1-1-1 0 0,-1 1 0 0 0,0-1 0 0 0,0 1 1 0 0,0 0-1 0 0,1-1 0 0 0,0-1 0 0 0,-1 2 11 0 0,1 1-1 0 0,-1-1 1 0 0,1 1-1 0 0,-1 0 1 0 0,1-1-1 0 0,-1 1 1 0 0,1-1-1 0 0,-1 1 0 0 0,1 0 1 0 0,-1-1-1 0 0,1 1 1 0 0,-1 0-1 0 0,1 0 1 0 0,-1-1-1 0 0,1 1 1 0 0,0 0-1 0 0,-1 0 1 0 0,1 0-1 0 0,0 0 0 0 0,-1 0 1 0 0,1 0-1 0 0,-1 0 1 0 0,1 0-1 0 0,0 0 1 0 0,3 1 208 0 0,-1 0 1 0 0,1 0 0 0 0,-1 0-1 0 0,0 0 1 0 0,1 1 0 0 0,-1-1-1 0 0,0 1 1 0 0,0 0 0 0 0,0 0 0 0 0,4 4-1 0 0,16 14 292 0 0,-1 2-1 0 0,-1 1 0 0 0,34 49 1 0 0,39 83-77 0 0,9 13-744 0 0,-63-117-2137 0 0,-28-40 1468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32.3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15 127 5641 0 0,'-14'21'8674'0'0,"28"-31"-6283"0"0,59-59 2259 0 0,0 0-7141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32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0 166 7370 0 0,'1'1'126'0'0,"1"-1"-1"0"0,-1 1 1 0 0,0-1 0 0 0,0 0 0 0 0,0 1 0 0 0,1-1 0 0 0,-1 0 0 0 0,0 0 0 0 0,1 0 0 0 0,-1 0 0 0 0,0 0 0 0 0,0 0 0 0 0,1 0 0 0 0,-1-1 0 0 0,0 1 0 0 0,0 0 0 0 0,0-1 0 0 0,1 1 0 0 0,-1-1 0 0 0,0 1 0 0 0,0-1-1 0 0,0 1 1 0 0,0-1 0 0 0,2-1 0 0 0,29-21 2098 0 0,-31 22-2201 0 0,57-49 1435 0 0,-34 28-4314 0 0,45-32 0 0 0,-52 42 2707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33.1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18 355 10594 0 0,'-17'-19'7141'0'0,"34"19"-4837"0"0,-11 1-2146 0 0,-1 0 0 0 0,0 1-1 0 0,0-1 1 0 0,1 1 0 0 0,-1 0 0 0 0,-1 1 0 0 0,1-1-1 0 0,0 1 1 0 0,-1 0 0 0 0,1 0 0 0 0,-1 0 0 0 0,8 8-1 0 0,4 6 9 0 0,25 32 0 0 0,-29-33-33 0 0,22 26-77 0 0,44 44 0 0 0,-64-73-48 0 0,0-1 1 0 0,1 0-1 0 0,0-1 0 0 0,1-1 0 0 0,0 0 0 0 0,0-1 1 0 0,19 7-1 0 0,-17-9 21 0 0,48 17 309 0 0,-62-23-314 0 0,1 0-1 0 0,-1 0 1 0 0,1 0 0 0 0,0-1-1 0 0,0 0 1 0 0,-1 0 0 0 0,1 0-1 0 0,0 0 1 0 0,-1-1 0 0 0,1 1-1 0 0,0-1 1 0 0,4-2 0 0 0,-7 2 49 0 0,0-1 0 0 0,0 0 0 0 0,0 1 0 0 0,0-1 0 0 0,-1 0 0 0 0,1 0 0 0 0,0 0 0 0 0,-1 0 0 0 0,0 0 0 0 0,1 0 0 0 0,-1-1 0 0 0,0 1 0 0 0,0 0 0 0 0,0-1 1 0 0,0 1-1 0 0,0-5 0 0 0,8-42 746 0 0,-4 6-334 0 0,2-11-306 0 0,-2 0 0 0 0,-3-1 0 0 0,-7-87 0 0 0,4 135-203 0 0,-1 1-1 0 0,0-1 1 0 0,0 1 0 0 0,-1 0 0 0 0,1-1 0 0 0,-2 1 0 0 0,1 1-1 0 0,0-1 1 0 0,-1 0 0 0 0,0 1 0 0 0,-6-6 0 0 0,-17-28-897 0 0,26 36 842 0 0,0 1 0 0 0,0-1 1 0 0,0 1-1 0 0,1-1 0 0 0,-1 1 0 0 0,1-1 1 0 0,-1 1-1 0 0,1-1 0 0 0,0 1 0 0 0,0-1 1 0 0,1 1-1 0 0,-1-1 0 0 0,0 1 1 0 0,1-1-1 0 0,-1 1 0 0 0,1-1 0 0 0,0 1 1 0 0,0-1-1 0 0,0 1 0 0 0,0 0 0 0 0,0-1 1 0 0,1 1-1 0 0,-1 0 0 0 0,1 0 0 0 0,-1 0 1 0 0,1 0-1 0 0,0 0 0 0 0,0 1 1 0 0,-1-1-1 0 0,1 0 0 0 0,4-1 0 0 0,4-5-780 0 0,0 1 0 0 0,1 0 0 0 0,0 1 0 0 0,23-10 0 0 0,-13 8-309 0 0,-1 2 0 0 0,1 0 0 0 0,23-2 0 0 0,-7 2 1039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18:33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44 1296 0 0,'-3'-44'16696'0'0,"-1"48"-15604"0"0,-10 10-617 0 0,0 1-1 0 0,1 1 1 0 0,1 0 0 0 0,0 1 0 0 0,1 0-1 0 0,-11 23 1 0 0,16-28-462 0 0,1 0 0 0 0,0 0 0 0 0,1 0 0 0 0,0 1 0 0 0,1-1 0 0 0,0 1 0 0 0,1 0-1 0 0,0 0 1 0 0,1 0 0 0 0,1 0 0 0 0,1 16 0 0 0,-1-25-22 0 0,1 1 1 0 0,0 0-1 0 0,0-1 0 0 0,1 1 1 0 0,-1-1-1 0 0,1 1 0 0 0,0-1 1 0 0,0 0-1 0 0,0 0 0 0 0,1 0 1 0 0,0 0-1 0 0,-1 0 0 0 0,1 0 1 0 0,1-1-1 0 0,-1 0 0 0 0,0 1 1 0 0,1-1-1 0 0,0 0 0 0 0,0-1 1 0 0,0 1-1 0 0,0-1 0 0 0,0 1 1 0 0,0-1-1 0 0,0-1 0 0 0,10 4 1 0 0,6-1-219 0 0,0 0 1 0 0,0-1 0 0 0,0-1 0 0 0,38-2-1 0 0,0 1-138 0 0,-50 0 378 0 0,1 0-1 0 0,-1 0 0 0 0,0 0 0 0 0,1 1 1 0 0,-1 0-1 0 0,0 1 0 0 0,0 0 0 0 0,0 0 0 0 0,-1 1 1 0 0,12 6-1 0 0,-16-7 9 0 0,0-1-1 0 0,0 1 1 0 0,0 0 0 0 0,-1-1 0 0 0,1 1 0 0 0,-1 0 0 0 0,0 1-1 0 0,1-1 1 0 0,-2 0 0 0 0,1 1 0 0 0,0-1 0 0 0,-1 1 0 0 0,1-1 0 0 0,-1 1-1 0 0,0 0 1 0 0,0 0 0 0 0,0-1 0 0 0,-1 1 0 0 0,1 0 0 0 0,-1 0-1 0 0,0 0 1 0 0,0 0 0 0 0,-1 0 0 0 0,1-1 0 0 0,-2 5 0 0 0,0 2 67 0 0,-1 0-1 0 0,0 0 1 0 0,-1-1 0 0 0,0 1 0 0 0,0-1 0 0 0,-1 0 0 0 0,0 0 0 0 0,-1-1 0 0 0,1 0 0 0 0,-2 0 0 0 0,1 0 0 0 0,-1 0 0 0 0,-1-1 0 0 0,1 0 0 0 0,-1-1 0 0 0,0 0-1 0 0,-1 0 1 0 0,1-1 0 0 0,-1 0 0 0 0,0 0 0 0 0,-1-1 0 0 0,1 0 0 0 0,-1-1 0 0 0,1 0 0 0 0,-1 0 0 0 0,0-1 0 0 0,0-1 0 0 0,0 1 0 0 0,-1-2 0 0 0,-18 0 0 0 0,16-1-78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19.7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759 206 1840 0 0,'-104'-5'2228'0'0,"76"1"-2038"0"0,1 3 1 0 0,0 0-1 0 0,-1 1 1 0 0,1 2-1 0 0,-1 1 1 0 0,-29 7-1 0 0,37-3-29 0 0,0 0 1 0 0,0 2-1 0 0,1 0 0 0 0,0 1 1 0 0,1 1-1 0 0,0 1 0 0 0,0 0 1 0 0,1 2-1 0 0,1 0 0 0 0,1 0 1 0 0,0 2-1 0 0,-21 27 0 0 0,9-7 80 0 0,3 2 0 0 0,0 0 0 0 0,3 2 0 0 0,1 0 1 0 0,-14 44-1 0 0,28-68-225 0 0,0 0 0 0 0,1 0 0 0 0,1 1 0 0 0,0 0 0 0 0,1 0 0 0 0,1 0 0 0 0,1 0 0 0 0,0 0 0 0 0,2 0 0 0 0,0 0 0 0 0,0 0 0 0 0,2 0 1 0 0,0 0-1 0 0,1 0 0 0 0,0-1 0 0 0,2 1 0 0 0,0-1 0 0 0,11 21 0 0 0,-1-6-38 0 0,2-1 0 0 0,1 0 0 0 0,1-2 0 0 0,1 0 0 0 0,49 48 0 0 0,-55-61 6 0 0,2-2 1 0 0,-1 0-1 0 0,2-1 0 0 0,-1 0 0 0 0,2-2 0 0 0,-1 0 1 0 0,1-1-1 0 0,1-1 0 0 0,0 0 0 0 0,0-2 0 0 0,23 5 1 0 0,-7-6-140 0 0,1-1 0 0 0,0-1 0 0 0,0-2 0 0 0,0-2 0 0 0,0-2 0 0 0,0-1 0 0 0,46-11 0 0 0,-41 5 153 0 0,1-3 1 0 0,-2-2-1 0 0,0-1 0 0 0,0-2 1 0 0,67-42-1 0 0,-89 46 31 0 0,-1 0 1 0 0,0-1-1 0 0,0-1 0 0 0,-2-1 0 0 0,0-1 1 0 0,-1 0-1 0 0,-1-1 0 0 0,-1 0 1 0 0,0-1-1 0 0,-2-1 0 0 0,13-29 0 0 0,-11 19 155 0 0,-1-1 0 0 0,-2 0-1 0 0,-1-1 1 0 0,-2 0 0 0 0,-1 0-1 0 0,-1 0 1 0 0,-1-47-1 0 0,-5 47 268 0 0,-1 0 0 0 0,-2 0-1 0 0,-1 1 1 0 0,-2 0 0 0 0,-1-1 0 0 0,-2 2-1 0 0,-16-37 1 0 0,10 31 20 0 0,-3 1 0 0 0,-1 0 0 0 0,-2 2 0 0 0,-1 0 0 0 0,-40-44 0 0 0,53 67-380 0 0,-1 0-1 0 0,-1 1 0 0 0,1 0 1 0 0,-2 1-1 0 0,1 1 0 0 0,-1 0 0 0 0,0 0 1 0 0,-1 1-1 0 0,0 1 0 0 0,-17-5 0 0 0,21 8-329 0 0,1 0 0 0 0,0 1 0 0 0,0 0 0 0 0,-1 1 1 0 0,1 0-1 0 0,-1 1 0 0 0,1 0 0 0 0,-1 0 0 0 0,1 1 0 0 0,-1 0 0 0 0,1 1 0 0 0,0 0 0 0 0,0 0 0 0 0,0 1 0 0 0,0 0 0 0 0,0 1 0 0 0,-12 6 0 0 0,-2 5-4462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0.6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789 116 6913 0 0,'-23'-15'-159'0'0,"0"0"-1"0"0,-1 2 0 0 0,0 0 1 0 0,-1 2-1 0 0,0 1 0 0 0,-46-12 1 0 0,51 17 625 0 0,0 1 0 0 0,1 1 0 0 0,-1 0 0 0 0,-1 2 0 0 0,1 0 0 0 0,0 2 0 0 0,0 0 0 0 0,0 1 0 0 0,-36 9 0 0 0,41-7-285 0 0,0 2 0 0 0,0 0 0 0 0,0 0 0 0 0,1 2 0 0 0,0-1 0 0 0,0 2 0 0 0,1 0 1 0 0,0 1-1 0 0,1 0 0 0 0,0 1 0 0 0,-11 12 0 0 0,8-5-71 0 0,1 0 1 0 0,1 1-1 0 0,1 0 0 0 0,1 1 1 0 0,0 1-1 0 0,-15 42 0 0 0,10-7-69 0 0,3 0-1 0 0,1 1 0 0 0,4 0 0 0 0,2 1 1 0 0,1 75-1 0 0,4-48-29 0 0,4 0 0 0 0,3 0 0 0 0,24 115 0 0 0,-21-164-23 0 0,0 0 0 0 0,3-1 0 0 0,1 0 0 0 0,1-1 0 0 0,2-1 0 0 0,1 0 0 0 0,2-1 0 0 0,1-1 0 0 0,1 0 0 0 0,34 34 0 0 0,165 142-60 0 0,-196-187 45 0 0,2 0 0 0 0,0-1 0 0 0,2-2 0 0 0,49 24-1 0 0,-58-33-91 0 0,0 0 0 0 0,1-2 0 0 0,0 0 0 0 0,0-1-1 0 0,1-1 1 0 0,-1-1 0 0 0,1-1 0 0 0,29 0 0 0 0,-39-3 40 0 0,0 0 0 0 0,0 0 0 0 0,-1-2-1 0 0,1 1 1 0 0,0-1 0 0 0,-1-1 0 0 0,0 0 0 0 0,1 0 0 0 0,-2-1 0 0 0,1 0 0 0 0,0-1 0 0 0,-1 0 0 0 0,0-1 0 0 0,-1 1 0 0 0,15-16 0 0 0,2-6 611 0 0,-2-1 0 0 0,-1-1-1 0 0,24-44 1 0 0,-10 17 291 0 0,-7 9-685 0 0,-1-2-1 0 0,-3-1 1 0 0,-2-1-1 0 0,17-58 1 0 0,-18 36 130 0 0,-4-1 0 0 0,13-111-1 0 0,-29 157-153 0 0,-1 0 0 0 0,-1 0-1 0 0,-2 0 1 0 0,-1 1 0 0 0,-2-1-1 0 0,0 1 1 0 0,-2 0-1 0 0,-1 0 1 0 0,-21-47 0 0 0,-10-8 890 0 0,-86-134 0 0 0,114 199-1196 0 0,0 0 0 0 0,-1 1-1 0 0,-1 0 1 0 0,0 1 0 0 0,-1 0 0 0 0,-1 1 0 0 0,-1 1 0 0 0,0 1 0 0 0,-1 0-1 0 0,-33-19 1 0 0,32 22-5768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1.6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1071 184 6913 0 0,'-39'-38'1530'0'0,"-76"-59"0"0"0,106 91-1260 0 0,0 0 0 0 0,0 1 0 0 0,-1-1 0 0 0,0 2 0 0 0,0 0 0 0 0,0 0 1 0 0,-1 0-1 0 0,1 2 0 0 0,-1-1 0 0 0,0 1 0 0 0,0 1 0 0 0,0 0 0 0 0,1 0 0 0 0,-1 1 0 0 0,0 0 1 0 0,0 1-1 0 0,0 1 0 0 0,0 0 0 0 0,0 0 0 0 0,1 1 0 0 0,-1 0 0 0 0,1 1 0 0 0,0 0 0 0 0,0 0 1 0 0,-13 9-1 0 0,-156 80 919 0 0,104-59-954 0 0,58-27-224 0 0,0 0 1 0 0,0 2-1 0 0,0-1 1 0 0,1 2-1 0 0,0 0 1 0 0,-19 17-1 0 0,3 5-11 0 0,2 0 0 0 0,1 2 0 0 0,2 1 0 0 0,-41 70 0 0 0,58-85-5 0 0,1 0 0 0 0,1 0 0 0 0,1 0 0 0 0,0 1 0 0 0,2 0 0 0 0,0 0 0 0 0,2 1 0 0 0,0-1 0 0 0,2 1 0 0 0,0 0 0 0 0,1-1-1 0 0,1 1 1 0 0,1 0 0 0 0,1-1 0 0 0,1 1 0 0 0,1-1 0 0 0,12 34 0 0 0,-5-33-233 0 0,0 0 1 0 0,2-1-1 0 0,0 0 0 0 0,1-1 0 0 0,1 0 0 0 0,27 25 1 0 0,-9-9-72 0 0,-11-13 51 0 0,1 0 1 0 0,1-2 0 0 0,1-1 0 0 0,1-1-1 0 0,1-1 1 0 0,36 17 0 0 0,-13-10-657 0 0,1-3-1 0 0,99 27 1 0 0,-115-41 650 0 0,0-2 0 0 0,1-1 1 0 0,-1-2-1 0 0,1-1 0 0 0,0-2 0 0 0,0-2 1 0 0,-1-1-1 0 0,45-10 0 0 0,-68 10 242 0 0,0-1 0 0 0,0 0 0 0 0,0 0 0 0 0,-1-2 0 0 0,0 1 0 0 0,0-2 0 0 0,0 0 0 0 0,-1 0 0 0 0,15-12 1 0 0,-11 6 208 0 0,-2-1 1 0 0,0 0-1 0 0,0 0 1 0 0,-1-1-1 0 0,18-33 1 0 0,-9 7 660 0 0,-2 0 1 0 0,-1-2 0 0 0,-3 0-1 0 0,17-80 1 0 0,-27 102-583 0 0,-1-1-1 0 0,-2 0 0 0 0,0-1 1 0 0,-2 1-1 0 0,0 0 1 0 0,-1 0-1 0 0,-2 0 1 0 0,-9-43-1 0 0,1 28 42 0 0,-2 0-1 0 0,-1 0 1 0 0,-2 1 0 0 0,-25-41-1 0 0,27 53-325 0 0,-21-39-814 0 0,-46-61 0 0 0,57 96-5261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4.2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72 6913 0 0,'-4'-18'1003'0'0,"4"14"-592"0"0,-1 0 0 0 0,1 0 0 0 0,-1 0 0 0 0,0 0 0 0 0,0 0-1 0 0,-1 0 1 0 0,1 0 0 0 0,-1 1 0 0 0,0-1 0 0 0,0 1 0 0 0,0-1 0 0 0,-4-4-1 0 0,5 8-326 0 0,0 1 0 0 0,1-1 0 0 0,-1 0-1 0 0,0 0 1 0 0,0 1 0 0 0,0-1-1 0 0,1 1 1 0 0,-1-1 0 0 0,0 1-1 0 0,1-1 1 0 0,-1 1 0 0 0,0-1-1 0 0,1 1 1 0 0,-1 0 0 0 0,1-1 0 0 0,-1 1-1 0 0,1 0 1 0 0,-1-1 0 0 0,1 1-1 0 0,0 0 1 0 0,-1 0 0 0 0,1 0-1 0 0,0-1 1 0 0,-1 1 0 0 0,1 0-1 0 0,0 0 1 0 0,0 1 0 0 0,-10 30 533 0 0,9-30-530 0 0,-6 30 136 0 0,1 0 1 0 0,1 1 0 0 0,1-1-1 0 0,2 1 1 0 0,2 0-1 0 0,0 0 1 0 0,7 39-1 0 0,-3-45-224 0 0,2 0 0 0 0,0 0 0 0 0,2-1 0 0 0,1 0 0 0 0,0-1 0 0 0,2 0 0 0 0,1 0 0 0 0,2-2 0 0 0,17 26 0 0 0,-8-21-708 0 0,-5-12-4026 0 0,-4-8-710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4.5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11 14283 0 0,'-6'-4'632'0'0,"3"2"136"0"0,2 0-616 0 0,-1 1-152 0 0,2 0 0 0 0,26 18-6121 0 0,-22-4 6121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5.2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23 6593 0 0,'11'-20'2567'0'0,"-10"19"-2384"0"0,-1 1-1 0 0,1 0 0 0 0,-1 0 1 0 0,1-1-1 0 0,-1 1 0 0 0,1 0 1 0 0,-1 0-1 0 0,1 0 0 0 0,-1 0 1 0 0,1 0-1 0 0,-1-1 0 0 0,1 1 1 0 0,-1 0-1 0 0,1 0 0 0 0,-1 0 0 0 0,1 0 1 0 0,-1 1-1 0 0,1-1 0 0 0,-1 0 1 0 0,1 0-1 0 0,0 0 0 0 0,14 14 4174 0 0,-7 2-4663 0 0,0 11 794 0 0,-1 2 1 0 0,-2-1-1 0 0,-1 0 1 0 0,2 56-1 0 0,-1-8-354 0 0,9 45-3022 0 0,-8-82-3282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5.6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60 5529 0 0,'6'-8'3874'0'0,"38"-25"-2932"0"0,-14 19-2289 0 0,-19 10-1930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5.8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91 6913 0 0,'4'-2'305'0'0,"0"1"63"0"0,0 0-296 0 0,0-2-72 0 0,0 2 0 0 0,0-1 0 0 0,0 0 344 0 0,4-2 48 0 0,5-3 16 0 0,3-2 0 0 0,4-2-408 0 0,0 0-96 0 0,-1 0-16 0 0,-2 2 0 0 0,1 2 112 0 0,-5-2 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1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53 9674 0 0,'-1'-1'129'0'0,"0"0"0"0"0,1 1 0 0 0,-1-1 0 0 0,0 0 0 0 0,0 0 0 0 0,0 0 0 0 0,1 1 0 0 0,-1-1 0 0 0,0 0 0 0 0,1 0 0 0 0,-1 0 0 0 0,0 0 0 0 0,1 0 0 0 0,0 0 0 0 0,-1 0 0 0 0,1 0 0 0 0,0 0 0 0 0,-1-1 1 0 0,1 1-1 0 0,0 0 0 0 0,0 0 0 0 0,0 0 0 0 0,0 0 0 0 0,0 0 0 0 0,0 0 0 0 0,0-1 0 0 0,0 1 0 0 0,0 0 0 0 0,1 0 0 0 0,-1 0 0 0 0,0 0 0 0 0,1 0 0 0 0,-1 0 0 0 0,1 0 0 0 0,-1 0 0 0 0,1 0 0 0 0,0 0 0 0 0,-1 0 0 0 0,1 0 0 0 0,0 0 0 0 0,0 1 0 0 0,0-1 0 0 0,-1 0 0 0 0,1 0 0 0 0,0 1 0 0 0,0-1 0 0 0,0 1 0 0 0,0-1 0 0 0,0 0 0 0 0,0 1 0 0 0,0 0 0 0 0,2-1 0 0 0,0 0-313 0 0,-1 0 1 0 0,0 1-1 0 0,1-1 0 0 0,-1 0 0 0 0,0 1 0 0 0,1 0 0 0 0,-1 0 0 0 0,0 0 0 0 0,1 0 1 0 0,-1 0-1 0 0,1 0 0 0 0,-1 1 0 0 0,0-1 0 0 0,1 1 0 0 0,-1-1 0 0 0,0 1 0 0 0,0 0 1 0 0,1 0-1 0 0,-1 0 0 0 0,0 0 0 0 0,0 0 0 0 0,0 1 0 0 0,0-1 0 0 0,0 1 1 0 0,0-1-1 0 0,2 4 0 0 0,4 9-322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1.4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31 2304 0 0,'9'-31'10035'0'0,"-9"37"-9082"0"0,0 26-663 0 0,2-1 0 0 0,1 0-1 0 0,1 0 1 0 0,2-1 0 0 0,1 0-1 0 0,1 0 1 0 0,2 0 0 0 0,1-1-1 0 0,1 0 1 0 0,2-1 0 0 0,0-1-1 0 0,2 0 1 0 0,37 48 0 0 0,-50-72-343 0 0,-1 0 0 0 0,0 0 0 0 0,1-1 1 0 0,0 1-1 0 0,-1-1 0 0 0,1 1 0 0 0,0-1 0 0 0,0 0 1 0 0,0 0-1 0 0,1 0 0 0 0,-1-1 0 0 0,0 1 0 0 0,1-1 1 0 0,-1 1-1 0 0,1-1 0 0 0,0 0 0 0 0,-1-1 0 0 0,1 1 1 0 0,0-1-1 0 0,-1 1 0 0 0,8-2 0 0 0,-7 1-425 0 0,0-1-1 0 0,0 0 0 0 0,0-1 1 0 0,0 1-1 0 0,0-1 0 0 0,0 0 1 0 0,0 0-1 0 0,-1 0 0 0 0,1 0 1 0 0,-1-1-1 0 0,0 1 0 0 0,5-6 0 0 0,7-6-3835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2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5 114 1840 0 0,'0'-35'4609'0'0,"2"28"-3823"0"0,-2 5-623 0 0,1 1-1 0 0,-1 0 1 0 0,1-1-1 0 0,-1 1 0 0 0,1 0 1 0 0,-1-1-1 0 0,0 1 1 0 0,0-1-1 0 0,0 1 0 0 0,0-1 1 0 0,0 1-1 0 0,-9-20 9002 0 0,27 7-8815 0 0,-15 11-276 0 0,1 1-1 0 0,-1 0 1 0 0,1 0-1 0 0,-1 0 1 0 0,1 0-1 0 0,0 1 1 0 0,0 0-1 0 0,0-1 1 0 0,0 1-1 0 0,0 1 1 0 0,0-1-1 0 0,0 1 1 0 0,7-1-1 0 0,-8 2-29 0 0,0-1 1 0 0,-1 1-1 0 0,1-1 0 0 0,0 1 0 0 0,0 0 0 0 0,0 0 1 0 0,0 0-1 0 0,0 1 0 0 0,-1-1 0 0 0,1 1 0 0 0,-1-1 1 0 0,1 1-1 0 0,-1 0 0 0 0,4 4 0 0 0,-1-1-11 0 0,-2 0 1 0 0,1 1-1 0 0,0-1 0 0 0,-1 1 0 0 0,0 0 0 0 0,0 0 0 0 0,-1 0 1 0 0,0 0-1 0 0,0 0 0 0 0,0 1 0 0 0,-1-1 0 0 0,0 0 1 0 0,0 1-1 0 0,0-1 0 0 0,-1 11 0 0 0,-2-2 48 0 0,0 1-1 0 0,-8 25 1 0 0,7-31-41 0 0,1 0 1 0 0,-1 0-1 0 0,2 0 1 0 0,-1 0-1 0 0,1 1 0 0 0,1-1 1 0 0,0 0-1 0 0,2 19 1 0 0,-1-27-29 0 0,-1-1 0 0 0,1 1 0 0 0,0-1 0 0 0,0 0 0 0 0,-1 1 0 0 0,1-1 0 0 0,0 0 0 0 0,0 0 1 0 0,1 0-1 0 0,-1 0 0 0 0,0 0 0 0 0,0 0 0 0 0,0 0 0 0 0,1 0 0 0 0,-1 0 0 0 0,1 0 0 0 0,-1-1 0 0 0,0 1 1 0 0,1 0-1 0 0,-1-1 0 0 0,1 0 0 0 0,-1 1 0 0 0,1-1 0 0 0,-1 0 0 0 0,1 0 0 0 0,0 0 0 0 0,-1 0 1 0 0,1 0-1 0 0,-1 0 0 0 0,1 0 0 0 0,-1 0 0 0 0,4-1 0 0 0,5-1 49 0 0,-1 0 1 0 0,1 0-1 0 0,15-7 1 0 0,-2-2-139 0 0,0 0 1 0 0,-1-2-1 0 0,0-1 0 0 0,34-29 1 0 0,-28 22-1506 0 0,-9 6-5672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3.8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13 8290 0 0,'-5'0'-122'0'0,"-19"-7"8256"0"0,36 1-6249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3.6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0 6913 0 0,'-3'16'5004'0'0,"-3"14"-3183"0"0,6 3-1063 0 0,2 0 1 0 0,2 0-1 0 0,1-1 1 0 0,1 1-1 0 0,17 49 1 0 0,-18-67-633 0 0,0 0 0 0 0,2 0 0 0 0,0-1 0 0 0,0 0 0 0 0,1 0 0 0 0,1-1 0 0 0,0 0 0 0 0,1-1 0 0 0,0 0 0 0 0,1 0-1 0 0,0-1 1 0 0,1-1 0 0 0,23 16 0 0 0,-31-23-111 0 0,0 0 0 0 0,0-1 0 0 0,0 0 0 0 0,1 0 0 0 0,-1-1-1 0 0,1 1 1 0 0,-1-1 0 0 0,1 0 0 0 0,0 0 0 0 0,-1 0 0 0 0,8 0 0 0 0,-9-1-182 0 0,-1-1 0 0 0,0 1 1 0 0,1-1-1 0 0,-1 1 1 0 0,0-1-1 0 0,1 0 0 0 0,-1 0 1 0 0,0 0-1 0 0,4-2 1 0 0,-3 1-552 0 0,0 0 1 0 0,-1 0 0 0 0,1-1 0 0 0,0 1-1 0 0,-1-1 1 0 0,0 0 0 0 0,4-5 0 0 0,3-8-4820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4.3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9 104 5985 0 0,'-1'0'89'0'0,"1"0"0"0"0,-1 0 0 0 0,1-1 0 0 0,0 1 0 0 0,-1 0 0 0 0,1 0 0 0 0,-1 0 0 0 0,1-1 0 0 0,0 1-1 0 0,-1 0 1 0 0,1 0 0 0 0,0-1 0 0 0,-1 1 0 0 0,1 0 0 0 0,0-1 0 0 0,0 1 0 0 0,-1 0 0 0 0,1-1 0 0 0,0 1 0 0 0,0 0 0 0 0,-1-1 0 0 0,1 1-1 0 0,0-1 1 0 0,0 1 0 0 0,0-1 0 0 0,0 1 0 0 0,0 0 0 0 0,0-1 0 0 0,0 1 0 0 0,-1-1 0 0 0,1 1 0 0 0,0-1 0 0 0,1 1 0 0 0,-1 0 0 0 0,0-1-1 0 0,0 1 1 0 0,0-1 0 0 0,13-20 2313 0 0,22-12 795 0 0,-28 28-2666 0 0,0 0 0 0 0,0 0 0 0 0,1 0-1 0 0,-1 1 1 0 0,14-5 0 0 0,-19 8-478 0 0,-1 1 0 0 0,1-1 0 0 0,0 1 1 0 0,-1-1-1 0 0,1 1 0 0 0,0 0 0 0 0,0 0 0 0 0,-1 0 1 0 0,1 0-1 0 0,0 0 0 0 0,-1 0 0 0 0,1 0 0 0 0,0 0 1 0 0,0 1-1 0 0,-1-1 0 0 0,1 1 0 0 0,0-1 0 0 0,-1 1 0 0 0,1 0 1 0 0,-1 0-1 0 0,1-1 0 0 0,-1 1 0 0 0,1 0 0 0 0,-1 0 1 0 0,0 1-1 0 0,1-1 0 0 0,-1 0 0 0 0,0 0 0 0 0,0 1 1 0 0,0-1-1 0 0,0 0 0 0 0,0 1 0 0 0,0-1 0 0 0,1 3 1 0 0,3 9-9 0 0,0-1 1 0 0,0 1-1 0 0,-1 0 1 0 0,-1 1-1 0 0,0-1 1 0 0,1 16-1 0 0,0 84 151 0 0,0 0 264 0 0,-4-111-422 0 0,0-1-1 0 0,0 1 0 0 0,0-1 0 0 0,0 1 0 0 0,1-1 0 0 0,-1 1 0 0 0,0-1 0 0 0,1 0 0 0 0,-1 1 0 0 0,1-1 0 0 0,0 1 0 0 0,-1-1 0 0 0,1 0 0 0 0,0 1 1 0 0,0-1-1 0 0,0 0 0 0 0,0 0 0 0 0,0 0 0 0 0,0 0 0 0 0,0 0 0 0 0,0 0 0 0 0,0 0 0 0 0,0 0 0 0 0,3 1 0 0 0,-2-1-16 0 0,0-1-1 0 0,0 0 1 0 0,0 0-1 0 0,-1 0 0 0 0,1 0 1 0 0,0 0-1 0 0,0-1 1 0 0,0 1-1 0 0,0-1 1 0 0,0 1-1 0 0,0-1 0 0 0,0 1 1 0 0,-1-1-1 0 0,1 0 1 0 0,0 0-1 0 0,2-1 1 0 0,8-7-59 0 0,1 0 1 0 0,-1-1 0 0 0,17-19 0 0 0,-25 25 12 0 0,67-69-4134 0 0,-53 57-2453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4.6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0 102 7834 0 0,'4'-4'397'0'0,"64"-59"4798"0"0,-59 57-5220 0 0,0-1 1 0 0,0 1 0 0 0,15-7-1 0 0,-23 13-171 0 0,0-1 1 0 0,-1 1-1 0 0,1-1 0 0 0,0 1 0 0 0,0 0 0 0 0,0 0 1 0 0,0 0-1 0 0,0-1 0 0 0,0 1 0 0 0,-1 0 1 0 0,1 0-1 0 0,0 0 0 0 0,0 0 0 0 0,0 0 0 0 0,0 0 1 0 0,0 1-1 0 0,0-1 0 0 0,0 0 0 0 0,0 0 1 0 0,-1 1-1 0 0,1-1 0 0 0,0 0 0 0 0,0 1 0 0 0,0-1 1 0 0,-1 1-1 0 0,1-1 0 0 0,0 1 0 0 0,0 0 0 0 0,-1-1 1 0 0,2 2-1 0 0,1 2 59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4.7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58 5065 0 0,'-3'4'224'0'0,"2"-3"48"0"0,0 0-272 0 0,1 1 0 0 0,0-1 0 0 0,1-1 0 0 0,0 0 384 0 0,1-1 16 0 0,2-1 8 0 0,1 0 1 0 0,2-2-33 0 0,2-3-8 0 0,0 0 0 0 0,1-1 0 0 0,0 0-304 0 0,0 0-64 0 0,-2-1 0 0 0,-3-2 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5.7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6 104 4057 0 0,'-2'-3'250'0'0,"1"-1"0"0"0,0 1 0 0 0,1-1 0 0 0,-1 0-1 0 0,1 1 1 0 0,-1-1 0 0 0,1 1 0 0 0,0-1 0 0 0,1 0 0 0 0,-1 1 0 0 0,1-1 0 0 0,-1 0 0 0 0,1 1 0 0 0,2-6 0 0 0,-2 7-20 0 0,-1-1 0 0 0,1 0 0 0 0,0 1 0 0 0,1-1 0 0 0,-1 1 0 0 0,0 0 1 0 0,1-1-1 0 0,-1 1 0 0 0,1 0 0 0 0,0 0 0 0 0,-1 0 0 0 0,1 0 0 0 0,0 0 1 0 0,0 0-1 0 0,1 1 0 0 0,-1-1 0 0 0,0 0 0 0 0,0 1 0 0 0,1 0 1 0 0,2-2-1 0 0,-4 3-270 0 0,-1 0-1 0 0,1 0 1 0 0,-1 0 0 0 0,0 0 0 0 0,1 0 0 0 0,-1 0 0 0 0,0 0 0 0 0,1 0-1 0 0,-1 0 1 0 0,1 0 0 0 0,-1 0 0 0 0,0 0 0 0 0,1 0 0 0 0,-1 0 0 0 0,1 1-1 0 0,-1-1 1 0 0,0 0 0 0 0,1 0 0 0 0,-1 0 0 0 0,0 1 0 0 0,1-1 0 0 0,-1 0-1 0 0,0 0 1 0 0,0 0 0 0 0,1 1 0 0 0,-1-1 0 0 0,0 0 0 0 0,0 1 0 0 0,1-1-1 0 0,-1 0 1 0 0,0 1 0 0 0,0-1 0 0 0,0 0 0 0 0,1 1 0 0 0,-1-1 0 0 0,0 0-1 0 0,0 1 1 0 0,0-1 0 0 0,0 1 0 0 0,0-1 0 0 0,0 0 0 0 0,0 1-1 0 0,0-1 1 0 0,0 1 0 0 0,0-1 0 0 0,0 0 0 0 0,0 1 0 0 0,0 0 0 0 0,-2 11-214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5.5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52 4609 0 0,'-3'-21'-257'0'0,"0"-9"13548"0"0,7 56-12210 0 0,1 13-513 0 0,3 0 1 0 0,1 0-1 0 0,24 65 1 0 0,-28-93-541 0 0,0 0-1 0 0,0 0 1 0 0,1 0 0 0 0,1-1 0 0 0,-1 0-1 0 0,2 0 1 0 0,-1-1 0 0 0,1 1 0 0 0,1-2 0 0 0,0 1-1 0 0,0-1 1 0 0,0-1 0 0 0,1 0 0 0 0,0 0-1 0 0,1-1 1 0 0,17 8 0 0 0,-26-12-132 0 0,1-2 0 0 0,-1 1-1 0 0,0 0 1 0 0,1 0 0 0 0,-1-1 0 0 0,1 1 0 0 0,-1-1 0 0 0,1 0 0 0 0,-1 0-1 0 0,1 0 1 0 0,-1 0 0 0 0,1 0 0 0 0,-1 0 0 0 0,1-1 0 0 0,-1 1-1 0 0,0-1 1 0 0,1 0 0 0 0,-1 1 0 0 0,0-1 0 0 0,1 0 0 0 0,-1-1 0 0 0,0 1-1 0 0,0 0 1 0 0,0-1 0 0 0,0 1 0 0 0,0-1 0 0 0,0 1 0 0 0,0-1-1 0 0,-1 0 1 0 0,1 0 0 0 0,0 0 0 0 0,-1 0 0 0 0,0 0 0 0 0,1 0 0 0 0,-1 0-1 0 0,0-1 1 0 0,0 1 0 0 0,0 0 0 0 0,1-5 0 0 0,3-10-1245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6.5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65 2761 0 0,'-24'3'3179'0'0,"13"-3"1510"0"0,27-7-2139 0 0,35-16-387 0 0,-36 16-1749 0 0,0 0 0 0 0,1 0 1 0 0,0 2-1 0 0,24-6 0 0 0,-39 11-405 0 0,0-1-1 0 0,1 1 1 0 0,-1 0-1 0 0,0 0 1 0 0,1 0-1 0 0,-1 0 1 0 0,0 0 0 0 0,1 1-1 0 0,-1-1 1 0 0,0 0-1 0 0,1 1 1 0 0,-1-1-1 0 0,0 0 1 0 0,1 1 0 0 0,-1 0-1 0 0,0-1 1 0 0,0 1-1 0 0,0 0 1 0 0,0-1-1 0 0,0 1 1 0 0,0 0 0 0 0,0 0-1 0 0,0 0 1 0 0,0 0-1 0 0,1 1 1 0 0,0 2 13 0 0,0-1 1 0 0,-1 0 0 0 0,0 0-1 0 0,1 0 1 0 0,-1 1-1 0 0,0-1 1 0 0,-1 1-1 0 0,1-1 1 0 0,0 7-1 0 0,0 5 103 0 0,-2-1 0 0 0,1 1 0 0 0,-6 24 0 0 0,-6 8 87 0 0,9-37-158 0 0,0 0 0 0 0,0 0 1 0 0,1 0-1 0 0,0 0 0 0 0,1 1 0 0 0,0-1 0 0 0,1 11 1 0 0,0-20-56 0 0,1 1 1 0 0,-1-1 0 0 0,1 0-1 0 0,-1-1 1 0 0,1 1 0 0 0,-1 0-1 0 0,1 0 1 0 0,0 0 0 0 0,0 0-1 0 0,-1 0 1 0 0,1-1 0 0 0,0 1-1 0 0,0 0 1 0 0,0-1-1 0 0,0 1 1 0 0,0 0 0 0 0,0-1-1 0 0,0 1 1 0 0,0-1 0 0 0,0 0-1 0 0,0 1 1 0 0,0-1 0 0 0,1 1-1 0 0,34 6-39 0 0,-21-5 30 0 0,-10 0 9 0 0,0-1 1 0 0,1 0-1 0 0,-1 1 0 0 0,0 0 1 0 0,0 0-1 0 0,-1 1 0 0 0,1 0 1 0 0,0-1-1 0 0,-1 1 0 0 0,1 1 0 0 0,-1-1 1 0 0,5 6-1 0 0,-7-7 2 0 0,0 1 1 0 0,-1-1-1 0 0,1 1 0 0 0,-1 0 0 0 0,1 0 1 0 0,-1 0-1 0 0,0 0 0 0 0,0 0 0 0 0,0 0 1 0 0,-1 0-1 0 0,1 0 0 0 0,-1 0 0 0 0,1 0 1 0 0,-1 0-1 0 0,0 0 0 0 0,0 1 0 0 0,-1-1 1 0 0,1 0-1 0 0,-1 0 0 0 0,1 0 1 0 0,-1 0-1 0 0,-2 5 0 0 0,-2 4 62 0 0,-1 0-1 0 0,0-1 1 0 0,0 0-1 0 0,-1 0 1 0 0,-1-1-1 0 0,0 0 1 0 0,0 0 0 0 0,-1 0-1 0 0,0-1 1 0 0,0-1-1 0 0,-21 15 1 0 0,11-10-7083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8.9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31 5985 0 0,'-1'-2'-187'0'0,"-19"-24"5412"0"0,20 25-5090 0 0,-1 1 0 0 0,1 0 0 0 0,0 0 1 0 0,-1 0-1 0 0,1 0 0 0 0,-1-1 0 0 0,1 1 0 0 0,0 0 0 0 0,-1 0 0 0 0,1 0 0 0 0,0 0 0 0 0,-1 0 0 0 0,1 0 0 0 0,-1 0 0 0 0,1 0 0 0 0,0 0 0 0 0,-1 0 0 0 0,1 0 0 0 0,0 0 0 0 0,-1 0 0 0 0,1 0 1 0 0,-1 0-1 0 0,1 1 0 0 0,-1-1 0 0 0,-8 16 1123 0 0,5 0-857 0 0,0 0 0 0 0,2 1 0 0 0,0-1 0 0 0,1 1 0 0 0,1-1 0 0 0,3 33 0 0 0,3 0 39 0 0,14 49 0 0 0,-16-82-374 0 0,1-1 0 0 0,0 1-1 0 0,1-1 1 0 0,0 0-1 0 0,2-1 1 0 0,-1 0-1 0 0,2 0 1 0 0,0 0-1 0 0,17 18 1 0 0,-20-24 0 0 0,1-2-1 0 0,0 1 1 0 0,0-1 0 0 0,1 0 0 0 0,0-1 0 0 0,0 1-1 0 0,1-2 1 0 0,-1 1 0 0 0,1-1 0 0 0,0-1-1 0 0,0 1 1 0 0,0-1 0 0 0,0-1 0 0 0,1 0-1 0 0,-1 0 1 0 0,1-1 0 0 0,13 0 0 0 0,-19-1-47 0 0,0 0 0 0 0,0-1 1 0 0,0 0-1 0 0,-1 0 1 0 0,1 0-1 0 0,0 0 0 0 0,0 0 1 0 0,-1-1-1 0 0,1 0 1 0 0,-1 0-1 0 0,0 0 1 0 0,1 0-1 0 0,-1 0 0 0 0,0 0 1 0 0,0-1-1 0 0,0 0 1 0 0,3-3-1 0 0,2-4-195 0 0,-1 0 0 0 0,0 0 1 0 0,0-1-1 0 0,6-12 0 0 0,-1 0-651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9.1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54 10138 0 0,'-4'-7'448'0'0,"3"3"96"0"0,1 0-440 0 0,0 2-104 0 0,1-1 0 0 0,1 1 0 0 0,0 0 0 0 0,2-2-144 0 0,3-2 32 0 0,4 0 8 0 0,0 0-1272 0 0,1 2-248 0 0,-2 2-49 0 0,0 0-15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0.7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9 5985 0 0,'-5'-8'11065'0'0,"15"10"-9730"0"0,-7-1-1543 0 0,0 0 0 0 0,0 1 0 0 0,0 0 0 0 0,-1-1 0 0 0,1 1 0 0 0,-1 0 0 0 0,1 0 0 0 0,2 4 0 0 0,3 6 187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9.7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51 6913 0 0,'27'-20'783'0'0,"-17"13"409"0"0,-7 4-819 0 0,0 1 1 0 0,0 0 0 0 0,0 0-1 0 0,0 0 1 0 0,0 0-1 0 0,1 0 1 0 0,-1 0-1 0 0,0 1 1 0 0,1 0-1 0 0,0 0 1 0 0,-1 0-1 0 0,1 0 1 0 0,-1 0 0 0 0,8 0-1 0 0,-10 2-343 0 0,0 0 0 0 0,0 0 0 0 0,0-1-1 0 0,0 1 1 0 0,0 0 0 0 0,0 0 0 0 0,0 0 0 0 0,0 0 0 0 0,-1 0 0 0 0,1 0-1 0 0,0 0 1 0 0,-1 1 0 0 0,1-1 0 0 0,0 0 0 0 0,-1 0 0 0 0,1 0-1 0 0,-1 1 1 0 0,1 1 0 0 0,5 30 131 0 0,-3-20 23 0 0,0 2-76 0 0,0-1 0 0 0,2-1 1 0 0,-1 1-1 0 0,10 16 0 0 0,-12-26-103 0 0,0 0 1 0 0,1 0-1 0 0,0 0 0 0 0,0 0 1 0 0,1 0-1 0 0,-1-1 1 0 0,1 0-1 0 0,-1 1 0 0 0,1-1 1 0 0,0-1-1 0 0,0 1 0 0 0,0-1 1 0 0,1 1-1 0 0,-1-1 1 0 0,0 0-1 0 0,9 2 0 0 0,-6-2 8 0 0,0 0 0 0 0,1 1 0 0 0,-1 0 0 0 0,0 0 0 0 0,-1 0 0 0 0,8 6 0 0 0,-12-8 17 0 0,0 0 0 0 0,-1 0 1 0 0,1 1-1 0 0,-1-1 0 0 0,0 1 0 0 0,1-1 0 0 0,-1 1 1 0 0,0 0-1 0 0,0-1 0 0 0,0 1 0 0 0,0 0 1 0 0,0 0-1 0 0,0 0 0 0 0,-1 0 0 0 0,1 0 0 0 0,0 0 1 0 0,-1 0-1 0 0,0 0 0 0 0,1 0 0 0 0,-1 0 1 0 0,0 0-1 0 0,0 0 0 0 0,0 0 0 0 0,0 0 0 0 0,-1 0 1 0 0,1 0-1 0 0,-1 0 0 0 0,0 2 0 0 0,-5 15 594 0 0,-18 35 0 0 0,12-30-1234 0 0,9-15-146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0.0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89 7834 0 0,'3'-2'637'0'0,"1"-1"0"0"0,-1 0 0 0 0,0-1 0 0 0,0 1 0 0 0,0-1 0 0 0,4-5-1 0 0,3-4 187 0 0,-4 7-799 0 0,0 0 0 0 0,0 0 1 0 0,1 0-1 0 0,12-7 0 0 0,-16 11-498 0 0,0 1 0 0 0,-1-1 0 0 0,1 1 0 0 0,0 0 0 0 0,0 0 0 0 0,0 0-1 0 0,0 1 1 0 0,0-1 0 0 0,7 0 0 0 0,-4 3-962 0 0,-1 2 866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0.1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54 8290 0 0,'1'1'136'0'0,"-1"-1"0"0"0,0 1 0 0 0,1-1 0 0 0,-1 1 0 0 0,1-1 0 0 0,-1 1 0 0 0,1-1 0 0 0,-1 1 0 0 0,1-1 0 0 0,-1 0 0 0 0,1 1 0 0 0,-1-1 0 0 0,1 0 1 0 0,0 1-1 0 0,-1-1 0 0 0,1 0 0 0 0,0 0 0 0 0,-1 0 0 0 0,1 1 0 0 0,0-1 0 0 0,-1 0 0 0 0,1 0 0 0 0,0 0 0 0 0,-1 0 0 0 0,1 0 0 0 0,0 0 0 0 0,-1 0 0 0 0,1-1 0 0 0,0 1 0 0 0,-1 0 0 0 0,1 0 0 0 0,0-1 0 0 0,25-4 2040 0 0,27-17-1025 0 0,-2-4-5697 0 0,-39 20 2900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0.5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32 11058 0 0,'-12'-32'7756'0'0,"19"49"-6424"0"0,41 131 1048 0 0,5 11-1857 0 0,-45-140-504 0 0,1 0 0 0 0,1-1 0 0 0,1-1 0 0 0,0 1-1 0 0,1-2 1 0 0,20 21 0 0 0,-26-30-29 0 0,0-1 0 0 0,1 0-1 0 0,0 0 1 0 0,0-1 0 0 0,0 1 0 0 0,15 6-1 0 0,-20-11-92 0 0,0 0-1 0 0,0 0 0 0 0,0 0 1 0 0,0-1-1 0 0,0 1 0 0 0,0-1 1 0 0,1 0-1 0 0,-1 1 0 0 0,0-1 0 0 0,0 0 1 0 0,0 0-1 0 0,0-1 0 0 0,0 1 1 0 0,1 0-1 0 0,-1-1 0 0 0,0 1 1 0 0,0-1-1 0 0,0 1 0 0 0,0-1 1 0 0,0 0-1 0 0,0 0 0 0 0,0 0 0 0 0,-1 0 1 0 0,1-1-1 0 0,0 1 0 0 0,0 0 1 0 0,-1-1-1 0 0,1 1 0 0 0,-1-1 1 0 0,1 1-1 0 0,-1-1 0 0 0,0 0 1 0 0,0 0-1 0 0,2-2 0 0 0,6-11-2100 0 0,0-4-4198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1.6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 4145 0 0,'16'-9'15142'0'0,"-12"25"-14409"0"0,-3-13-1110 0 0,34 182 3459 0 0,3 13-4602 0 0,-25-151-6042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3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48 236 6449 0 0,'-43'-187'5459'0'0,"39"165"-4308"0"0,3 0 1252 0 0,1 22-2339 0 0,0-1 0 0 0,0 1 0 0 0,0 0 0 0 0,1 0-1 0 0,-1 0 1 0 0,0-1 0 0 0,0 1 0 0 0,0 0 0 0 0,0 0 0 0 0,0 0-1 0 0,0-1 1 0 0,1 1 0 0 0,-1 0 0 0 0,0 0 0 0 0,0 0-1 0 0,0 0 1 0 0,1-1 0 0 0,-1 1 0 0 0,0 0 0 0 0,0 0 0 0 0,0 0-1 0 0,1 0 1 0 0,-1 0 0 0 0,0 0 0 0 0,0 0 0 0 0,1 0-1 0 0,-1 0 1 0 0,0 0 0 0 0,0 0 0 0 0,1 0 0 0 0,-1 0 0 0 0,0 0-1 0 0,0 0 1 0 0,0 0 0 0 0,1 0 0 0 0,-1 0 0 0 0,0 0-1 0 0,0 0 1 0 0,1 0 0 0 0,-1 0 0 0 0,2 2 69 0 0,0-1-1 0 0,0 1 1 0 0,0-1-1 0 0,-1 1 1 0 0,1 0 0 0 0,-1-1-1 0 0,1 1 1 0 0,-1 0 0 0 0,0 0-1 0 0,1 0 1 0 0,-1 0-1 0 0,0 0 1 0 0,0 0 0 0 0,0 3-1 0 0,9 30 204 0 0,-1 0 0 0 0,-2 0 0 0 0,3 53 0 0 0,-2-23-103 0 0,41 415 584 0 0,0 2-401 0 0,-35-388-368 0 0,3-1 0 0 0,5-1-1 0 0,4-1 1 0 0,52 119 0 0 0,-75-203-56 0 0,60 156-3002 0 0,-57-143 2192 0 0,0 1-1 0 0,-2 0 1 0 0,0 0 0 0 0,-2 0 0 0 0,0 0-1 0 0,-1 25 1 0 0,-3-15-5383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3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346 274 4609 0 0,'-135'5'3059'0'0,"-52"-1"1333"0"0,186-4-4242 0 0,-1 0 1 0 0,1 0-1 0 0,-1 0 1 0 0,1 0-1 0 0,-1 0 1 0 0,1-1-1 0 0,0 1 1 0 0,-1 0-1 0 0,1-1 1 0 0,-1 1-1 0 0,1-1 0 0 0,0 1 1 0 0,-1-1-1 0 0,-1-1 1 0 0,3 2-80 0 0,0-1 0 0 0,0 1 0 0 0,0-1 0 0 0,0 1 0 0 0,1-1 0 0 0,-1 1 0 0 0,0-1 0 0 0,0 1 0 0 0,1 0 0 0 0,-1-1 0 0 0,0 1 0 0 0,0-1 1 0 0,1 1-1 0 0,-1 0 0 0 0,0-1 0 0 0,1 1 0 0 0,-1 0 0 0 0,1-1 0 0 0,-1 1 0 0 0,0 0 0 0 0,1 0 0 0 0,-1-1 0 0 0,1 1 0 0 0,-1 0 0 0 0,1 0 0 0 0,-1 0 0 0 0,1 0 0 0 0,49-19 2062 0 0,-46 18-2128 0 0,92-27 1189 0 0,157-24-1 0 0,105 9 59 0 0,-121 25-761 0 0,-100 11-259 0 0,153-30-1 0 0,107-24 353 0 0,-397 61-611 0 0,0 0-1 0 0,1 0 0 0 0,-1-1 1 0 0,0 1-1 0 0,0 0 1 0 0,1 0-1 0 0,-1 0 1 0 0,0 0-1 0 0,0 0 1 0 0,0 0-1 0 0,1 0 1 0 0,-1 0-1 0 0,0 0 1 0 0,0 0-1 0 0,1 0 1 0 0,-1 0-1 0 0,0 0 1 0 0,0 0-1 0 0,1 0 1 0 0,-1 0-1 0 0,0 0 0 0 0,0 0 1 0 0,1 0-1 0 0,-1 0 1 0 0,0 0-1 0 0,0 0 1 0 0,1 0-1 0 0,-1 0 1 0 0,0 0-1 0 0,0 1 1 0 0,1-1-1 0 0,-1 0 1 0 0,0 0-1 0 0,0 0 1 0 0,0 0-1 0 0,0 1 1 0 0,1-1-1 0 0,-1 0 1 0 0,0 0-1 0 0,0 0 0 0 0,0 1 1 0 0,0-1-1 0 0,0 0 1 0 0,0 0-1 0 0,1 1 1 0 0,-1-1-1 0 0,0 0 1 0 0,0 0-1 0 0,0 1 1 0 0,0-1-1 0 0,0 0 1 0 0,0 0-1 0 0,0 1 1 0 0,0-1-1 0 0,0 0 1 0 0,0 0-1 0 0,0 1 1 0 0,0-1-1 0 0,0 0 0 0 0,0 0 1 0 0,-1 1-1 0 0,1-1 1 0 0,0 0-1 0 0,0 0 1 0 0,0 1-1 0 0,-12 12-5163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3.9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23 1376 0 0,'-2'0'894'0'0,"26"5"6890"0"0,96-18-2224 0 0,-81 6-4967 0 0,1 3 1 0 0,-1 1-1 0 0,79 4 1 0 0,-93 4-2389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4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2304 0 0,'-2'2'341'0'0,"1"0"-1"0"0,0 0 0 0 0,-1 0 0 0 0,1 1 0 0 0,0-1 1 0 0,0 0-1 0 0,0 1 0 0 0,1-1 0 0 0,-1 1 0 0 0,0-1 1 0 0,1 1-1 0 0,0-1 0 0 0,-1 1 0 0 0,1-1 0 0 0,0 1 1 0 0,1 4-1 0 0,8 49 3606 0 0,-4-33-2272 0 0,14 75 3416 0 0,6 37-2357 0 0,-16-66-2050 0 0,51 482 696 0 0,-20-171-1077 0 0,-5-52-8 0 0,-33-311-622 0 0,-1 0 0 0 0,-1 0 0 0 0,-1 0 0 0 0,0 0 0 0 0,-1 0 0 0 0,-5 22 0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4.8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11 107 1376 0 0,'-11'-13'4071'0'0,"30"0"465"0"0,-17 13-4728 0 0,32-15 712 0 0,0 1 0 0 0,1 2-1 0 0,0 2 1 0 0,1 1-1 0 0,0 2 1 0 0,1 1 0 0 0,0 2-1 0 0,61 1 1 0 0,27 9 1146 0 0,151 26-1 0 0,-129-13-800 0 0,60 8-260 0 0,213 22 457 0 0,-57-33 1225 0 0,-351-17-2293 0 0,0 1-1 0 0,0 1 1 0 0,-1 0 0 0 0,1 1-1 0 0,0 0 1 0 0,0 1 0 0 0,-1 0-1 0 0,17 7 1 0 0,-3-11-6925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5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0 402 456 0 0,'6'-12'2123'0'0,"1"0"1"0"0,1 0-1 0 0,-1 1 1 0 0,2 0-1 0 0,0 1 0 0 0,0-1 1 0 0,11-8-1 0 0,24-16 1438 0 0,-37 30-3508 0 0,-1-1-1 0 0,1-1 0 0 0,-1 1 0 0 0,0-1 0 0 0,0 0 0 0 0,-1 0 1 0 0,0-1-1 0 0,0 0 0 0 0,-1 0 0 0 0,4-11 0 0 0,5-13 2 0 0,11-47 0 0 0,-7 19 481 0 0,-17 60-532 0 0,0-1 0 0 0,0 1-1 0 0,0 0 1 0 0,0-1 0 0 0,0 1 0 0 0,0-1 0 0 0,0 1 0 0 0,0 0 0 0 0,1-1 0 0 0,-1 1 0 0 0,0-1-1 0 0,0 1 1 0 0,0 0 0 0 0,1-1 0 0 0,-1 1 0 0 0,0 0 0 0 0,0-1 0 0 0,1 1 0 0 0,-1 0-1 0 0,0 0 1 0 0,1-1 0 0 0,-1 1 0 0 0,0 0 0 0 0,1 0 0 0 0,-1-1 0 0 0,0 1 0 0 0,1 0 0 0 0,-1 0-1 0 0,0 0 1 0 0,1 0 0 0 0,-1 0 0 0 0,1-1 0 0 0,-1 1 0 0 0,0 0 0 0 0,1 0 0 0 0,-1 0 0 0 0,1 0-1 0 0,-1 0 1 0 0,0 0 0 0 0,1 0 0 0 0,0 1 0 0 0,13 15 179 0 0,9 33 87 0 0,-22-46-265 0 0,23 70 33 0 0,-14-42 12 0 0,13 33 0 0 0,-19-55-42 0 0,1 0-1 0 0,0 0 0 0 0,0-1 1 0 0,0 0-1 0 0,1 0 0 0 0,0-1 0 0 0,1 1 1 0 0,7 6-1 0 0,-13-13-6 0 0,0-1 0 0 0,-1 1 1 0 0,1 0-1 0 0,0-1 0 0 0,0 1 0 0 0,0 0 1 0 0,0-1-1 0 0,0 1 0 0 0,0-1 1 0 0,0 0-1 0 0,0 1 0 0 0,0-1 0 0 0,0 0 1 0 0,0 1-1 0 0,0-1 0 0 0,0 0 0 0 0,0 0 1 0 0,0 0-1 0 0,0 0 0 0 0,0 0 0 0 0,1 0 1 0 0,-1 0-1 0 0,0-1 0 0 0,0 1 0 0 0,0 0 1 0 0,0 0-1 0 0,0-1 0 0 0,0 1 0 0 0,0-1 1 0 0,0 1-1 0 0,0-1 0 0 0,0 1 0 0 0,-1-1 1 0 0,1 0-1 0 0,0 1 0 0 0,0-1 1 0 0,0 0-1 0 0,-1 0 0 0 0,1 0 0 0 0,0 1 1 0 0,-1-1-1 0 0,1 0 0 0 0,0-2 0 0 0,4-5 7 0 0,-1 0 0 0 0,0-1 0 0 0,0 1 0 0 0,3-12 0 0 0,-2 5 11 0 0,17-48 157 0 0,-16 44-144 0 0,0 0-1 0 0,2 1 1 0 0,0 0 0 0 0,1 0 0 0 0,14-21 0 0 0,-23 37-29 0 0,1 1-1 0 0,0-1 1 0 0,0 1-1 0 0,0 0 1 0 0,1 0-1 0 0,-1-1 1 0 0,0 1 0 0 0,0 0-1 0 0,1 0 1 0 0,-1 0-1 0 0,0 0 1 0 0,1 0-1 0 0,-1 1 1 0 0,1-1-1 0 0,-1 0 1 0 0,1 1 0 0 0,0-1-1 0 0,-1 1 1 0 0,1-1-1 0 0,0 1 1 0 0,2-1-1 0 0,-2 2 1 0 0,0-1-1 0 0,-1 1 0 0 0,1 0 1 0 0,0-1-1 0 0,0 1 0 0 0,-1 0 1 0 0,1 0-1 0 0,-1 0 0 0 0,1 0 0 0 0,-1 0 1 0 0,1 0-1 0 0,-1 0 0 0 0,0 1 1 0 0,1-1-1 0 0,-1 0 0 0 0,2 3 0 0 0,4 8 1 0 0,0 0 0 0 0,-1 0 0 0 0,-1 0 0 0 0,6 18 0 0 0,-8-22-4 0 0,25 71 17 0 0,32 79 59 0 0,-53-143-68 0 0,0 0 0 0 0,2-1 0 0 0,-1 0-1 0 0,2-1 1 0 0,0 0 0 0 0,0 0 0 0 0,25 21 0 0 0,-34-32-6 0 0,1 0 0 0 0,1-1 0 0 0,-1 1 0 0 0,0 0 0 0 0,0-1 0 0 0,1 1 0 0 0,-1-1 0 0 0,1 0 0 0 0,-1 0 0 0 0,1 0 0 0 0,0 0 0 0 0,-1 0 0 0 0,1 0 0 0 0,0-1 0 0 0,-1 1 0 0 0,1-1 0 0 0,0 0 0 0 0,0 0 0 0 0,0 0 0 0 0,-1 0 0 0 0,1 0 0 0 0,4-2 0 0 0,-3 0 0 0 0,0 0 0 0 0,-1 0 0 0 0,1-1 0 0 0,-1 1 0 0 0,0-1 0 0 0,1 0 0 0 0,-2 1 0 0 0,1-2 0 0 0,0 1 0 0 0,0 0 0 0 0,-1 0 0 0 0,0-1 0 0 0,0 0 0 0 0,3-4 0 0 0,6-17 11 0 0,-1 0 1 0 0,-1 0-1 0 0,8-35 0 0 0,16-44 45 0 0,-29 94-53 0 0,1-1 0 0 0,0 1 1 0 0,0 0-1 0 0,1 0 1 0 0,1 1-1 0 0,0 0 1 0 0,9-10-1 0 0,-15 18-3 0 0,0 0 0 0 0,1-1 0 0 0,-1 1 0 0 0,0 0 0 0 0,1 0 0 0 0,-1 0 0 0 0,0 0 0 0 0,1 1 0 0 0,-1-1 0 0 0,1 0 0 0 0,0 1 0 0 0,-1-1 0 0 0,1 1 0 0 0,-1-1 0 0 0,1 1 0 0 0,0 0 0 0 0,-1 0 0 0 0,1-1 0 0 0,0 1 0 0 0,-1 1 0 0 0,1-1 0 0 0,0 0 0 0 0,2 1 0 0 0,-1 0 0 0 0,0 0 0 0 0,0 1 0 0 0,1-1 0 0 0,-1 1 0 0 0,0 0 0 0 0,-1 0 0 0 0,1 0 0 0 0,0 0 0 0 0,-1 0 0 0 0,5 6 0 0 0,1 1 0 0 0,-1 0 0 0 0,0 1 0 0 0,-1 0 0 0 0,0 1 0 0 0,8 18 0 0 0,20 89 100 0 0,-23-77-298 0 0,16 43 0 0 0,-22-71-56 0 0,1 0 1 0 0,0-1-1 0 0,1 0 0 0 0,0 0 0 0 0,1 0 1 0 0,0-1-1 0 0,14 14 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6.4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137 248 3225 0 0,'-11'3'173'0'0,"0"0"0"0"0,1-2 0 0 0,-1 1 0 0 0,-1-1 0 0 0,-15-1-1 0 0,21-1 506 0 0,0 1 0 0 0,0-1 0 0 0,1 0 0 0 0,-1-1-1 0 0,0 0 1 0 0,0 0 0 0 0,-7-8 3853 0 0,13 9-4445 0 0,9-6 1633 0 0,16-3-566 0 0,-24 9-859 0 0,60-19 1350 0 0,0 2 0 0 0,75-11 0 0 0,131-8-547 0 0,-88 14-964 0 0,104-6-83 0 0,-27 4 33 0 0,204-2 95 0 0,-175 16-180 0 0,250 19 37 0 0,-483-5-6 0 0,-47-2-23 0 0,-1-2 0 0 0,-1 1 1 0 0,1 1-1 0 0,0-1 0 0 0,0 0 1 0 0,-1 1-1 0 0,1 0 1 0 0,0 0-1 0 0,-1 0 0 0 0,1 0 1 0 0,5 4-1 0 0,-8-5 42 0 0,-1 4-31 0 0,1-1-1 0 0,-1 1 1 0 0,1-1 0 0 0,0 0-1 0 0,0 1 1 0 0,0-1 0 0 0,1 0-1 0 0,2 5 1 0 0,7 20 110 0 0,36 274 286 0 0,-28-152-283 0 0,2 6-143 0 0,66 345-70 0 0,-41-333 129 0 0,27 126 149 0 0,-67-254-177 0 0,-1-1 0 0 0,-2 0 0 0 0,-2 1 0 0 0,-1 0 0 0 0,-10 66 1 0 0,8-96-268 0 0,1 0 0 0 0,0 0 0 0 0,0 16 0 0 0,5-8-2689 0 0,3-3-3548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5191 4 4321 0 0,'-12'-3'11074'0'0,"-9"6"-10243"0"0,1 1-1 0 0,0 0 1 0 0,0 2-1 0 0,0 0 1 0 0,-30 15-1 0 0,17-4-160 0 0,1 0 0 0 0,-46 34-1 0 0,75-49-649 0 0,0 0 0 0 0,0 0 0 0 0,1 1 0 0 0,-1-1 0 0 0,0 1 0 0 0,1 0-1 0 0,-1 0 1 0 0,1 0 0 0 0,0 0 0 0 0,0 0 0 0 0,0 0 0 0 0,-2 6-1 0 0,4-7-18 0 0,0-1-1 0 0,0 1 1 0 0,0-1-1 0 0,0 1 1 0 0,0 0-1 0 0,0-1 1 0 0,0 1-1 0 0,1 0 1 0 0,-1-1-1 0 0,0 1 1 0 0,1-1-1 0 0,0 1 1 0 0,-1-1-1 0 0,1 1 1 0 0,0-1-1 0 0,0 1 1 0 0,-1-1-1 0 0,1 0 1 0 0,0 1-1 0 0,1-1 1 0 0,-1 0-1 0 0,0 0 1 0 0,0 0-1 0 0,0 0 0 0 0,1 0 1 0 0,-1 0-1 0 0,0 0 1 0 0,1 0-1 0 0,-1-1 1 0 0,1 1-1 0 0,1 0 1 0 0,8 4-19 0 0,-1 0 0 0 0,1-1 0 0 0,0-1 0 0 0,0 0 0 0 0,0 0 0 0 0,17 1 0 0 0,74 2-7 0 0,-43-4-22 0 0,-43-1 39 0 0,-9-1 8 0 0,0 0-1 0 0,0 0 1 0 0,0 0 0 0 0,0 1 0 0 0,-1 0 0 0 0,1 1 0 0 0,0 0-1 0 0,-1 0 1 0 0,1 0 0 0 0,8 5 0 0 0,-14-6 0 0 0,-1-1 0 0 0,1 1 0 0 0,-1 0 0 0 0,0 0 0 0 0,1-1 0 0 0,-1 1 0 0 0,0 0 0 0 0,1 0 0 0 0,-1 0 0 0 0,0-1 0 0 0,0 1 0 0 0,0 0 0 0 0,0 0 0 0 0,0 0 0 0 0,0 0 0 0 0,0-1 0 0 0,0 1 0 0 0,0 0 0 0 0,0 0 0 0 0,-1 0 0 0 0,1 0 0 0 0,0-1 0 0 0,0 1 0 0 0,-1 0 0 0 0,1 0 0 0 0,-1-1 0 0 0,1 1 0 0 0,-1 0 0 0 0,1-1 0 0 0,-1 1 0 0 0,1 0 0 0 0,-2 0 0 0 0,-20 23 0 0 0,21-23 0 0 0,-69 60 14 0 0,46-42-6 0 0,1 0 0 0 0,1 2 1 0 0,1 1-1 0 0,0 1 0 0 0,-18 27 1 0 0,37-48-9 0 0,1 0 0 0 0,0-1 0 0 0,0 1 0 0 0,0 0 0 0 0,0 0 0 0 0,0 0 0 0 0,1-1 0 0 0,-1 1 0 0 0,1 0 0 0 0,-1 0 0 0 0,1 0 0 0 0,-1 0 0 0 0,1 0 0 0 0,0 0 0 0 0,0 0 0 0 0,0 0 0 0 0,1 3 0 0 0,-1-3 0 0 0,1-1 0 0 0,-1 0 0 0 0,1 0 0 0 0,0 0 0 0 0,0 0 0 0 0,-1 0 0 0 0,1 0 0 0 0,0 0 0 0 0,0 0 0 0 0,0 0 0 0 0,0 0 0 0 0,0 0 0 0 0,0-1 0 0 0,0 1 0 0 0,1 0 0 0 0,-1-1 0 0 0,0 1 0 0 0,0-1 0 0 0,0 1 0 0 0,2-1 0 0 0,5 2 0 0 0,0 0 0 0 0,0-1 0 0 0,0-1 0 0 0,0 0 0 0 0,0 0 0 0 0,16-2 0 0 0,12-3 13 0 0,-7 1 33 0 0,39-1 0 0 0,-60 5-40 0 0,0 0-1 0 0,-1 0 1 0 0,1 1 0 0 0,0 0-1 0 0,-1 1 1 0 0,1 0 0 0 0,-1 0 0 0 0,1 0-1 0 0,-1 1 1 0 0,7 4 0 0 0,-12-6-9 0 0,0 0 0 0 0,-1 0 1 0 0,1 0-1 0 0,-1 0 0 0 0,0 0 1 0 0,1 0-1 0 0,-1 0 0 0 0,0 1 1 0 0,0-1-1 0 0,1 1 0 0 0,-1-1 1 0 0,0 1-1 0 0,0-1 0 0 0,-1 1 1 0 0,1-1-1 0 0,0 1 0 0 0,0 0 1 0 0,-1-1-1 0 0,1 1 0 0 0,-1 0 1 0 0,0 0-1 0 0,1-1 0 0 0,-1 1 1 0 0,0 2-1 0 0,-1 0-15 0 0,1 0 0 0 0,-1 0-1 0 0,0 0 1 0 0,0-1 0 0 0,0 1 0 0 0,-1 0 0 0 0,1-1-1 0 0,-1 1 1 0 0,0 0 0 0 0,-4 4 0 0 0,-4 5-84 0 0,-1 0 1 0 0,0 0 0 0 0,-1-1 0 0 0,-15 11-1 0 0,-26 16 3 0 0,37-29 67 0 0,1 1 0 0 0,0 1 0 0 0,1 0 0 0 0,-15 17 1 0 0,29-29 28 0 0,-1 0 1 0 0,1 0-1 0 0,0 0 1 0 0,0 1 0 0 0,-1-1-1 0 0,1 0 1 0 0,0 0 0 0 0,0 1-1 0 0,0-1 1 0 0,-1 0-1 0 0,1 0 1 0 0,0 1 0 0 0,0-1-1 0 0,0 0 1 0 0,0 1 0 0 0,0-1-1 0 0,0 0 1 0 0,-1 0-1 0 0,1 1 1 0 0,0-1 0 0 0,0 0-1 0 0,0 1 1 0 0,0-1 0 0 0,0 0-1 0 0,0 1 1 0 0,0-1-1 0 0,1 0 1 0 0,-1 1 0 0 0,0-1-1 0 0,0 0 1 0 0,0 1 0 0 0,0-1-1 0 0,0 0 1 0 0,0 0-1 0 0,1 1 1 0 0,12 3-206 0 0,22-6-283 0 0,-32 2 427 0 0,47-9-794 0 0,-39 6 496 0 0,1 1 0 0 0,-1 0 0 0 0,1 1 0 0 0,-1 0 0 0 0,1 0 0 0 0,18 3 0 0 0,-26-1 278 0 0,-1-1 0 0 0,1 1 1 0 0,-1 1-1 0 0,1-1 0 0 0,-1 0 1 0 0,0 1-1 0 0,0 0 0 0 0,0-1 1 0 0,0 1-1 0 0,0 1 0 0 0,0-1 1 0 0,0 0-1 0 0,-1 1 0 0 0,1-1 1 0 0,-1 1-1 0 0,1 0 0 0 0,-1 0 1 0 0,0 0-1 0 0,0 0 0 0 0,-1 0 1 0 0,1 0-1 0 0,-1 0 1 0 0,2 4-1 0 0,1 8 963 0 0,0 1 0 0 0,-1-1 0 0 0,0 0 0 0 0,0 20 0 0 0,5 22 357 0 0,92 416 2122 0 0,-65-311-2922 0 0,4 28 28 0 0,-29-144-451 0 0,30 85 0 0 0,1 4 89 0 0,-31-95-27 0 0,-3-15 35 0 0,-1 1-1 0 0,-1 0 0 0 0,2 47 1 0 0,-7-71-90 0 0,-1 0 1 0 0,1-1-1 0 0,-1 1 1 0 0,1 0-1 0 0,-1-1 1 0 0,0 1-1 0 0,0-1 1 0 0,1 0-1 0 0,-1 1 1 0 0,0-1-1 0 0,0 1 1 0 0,-1-1-1 0 0,1 0 1 0 0,0 0-1 0 0,0 0 1 0 0,-1 0-1 0 0,1 0 1 0 0,0 0-1 0 0,-1 0 1 0 0,1 0-1 0 0,-1 0 1 0 0,1-1-1 0 0,-4 2 1 0 0,-44 13-32 0 0,37-12 74 0 0,-41 9-49 0 0,0-3 1 0 0,-1-3 0 0 0,0-2-1 0 0,-68-3 1 0 0,-74 6-16 0 0,99 3 22 0 0,0-4 0 0 0,-119-8 1 0 0,-382-10-264 0 0,391 13 60 0 0,65 0 193 0 0,-327-12 58 0 0,-76-28-165 0 0,196 7 66 0 0,-369-20-60 0 0,612 50 31 0 0,-434 6-699 0 0,450 2 789 0 0,1 5 0 0 0,1 3 0 0 0,-117 34 0 0 0,98-5 66 0 0,-11 3-54 0 0,104-42 87 0 0,0 0 1 0 0,0-1-1 0 0,-1-1 0 0 0,1 0 1 0 0,-1-1-1 0 0,-22-1 1 0 0,-7 0-109 0 0,37 1-167 0 0,0 0 0 0 0,1-1 0 0 0,-1 0 0 0 0,0 0 0 0 0,0 0 1 0 0,0-1-1 0 0,0 0 0 0 0,0-1 0 0 0,0 0 0 0 0,1 0 0 0 0,-1 0 0 0 0,-8-4 0 0 0,11-2-2272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9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1 178 13827 0 0,'13'4'6241'0'0,"6"11"-6317"0"0,-9-8 519 0 0,42 33 186 0 0,81 78 0 0 0,-90-76-261 0 0,2-2 0 0 0,57 38 0 0 0,-89-69-366 0 0,8 5 26 0 0,0-1 0 0 0,30 14 0 0 0,-45-25-20 0 0,-1 1-1 0 0,0-1 1 0 0,1-1 0 0 0,-1 1 0 0 0,1-1 0 0 0,0 0-1 0 0,-1 0 1 0 0,1-1 0 0 0,0 1 0 0 0,-1-1 0 0 0,1 0-1 0 0,0-1 1 0 0,0 0 0 0 0,-1 0 0 0 0,11-3 0 0 0,-14 3 29 0 0,0 0 0 0 0,0 0 0 0 0,0 0 0 0 0,-1 0 1 0 0,1-1-1 0 0,-1 1 0 0 0,1-1 0 0 0,-1 1 1 0 0,1-1-1 0 0,-1 0 0 0 0,0 1 0 0 0,0-1 1 0 0,0 0-1 0 0,0 0 0 0 0,0 0 0 0 0,0 0 0 0 0,-1 0 1 0 0,1 0-1 0 0,0 0 0 0 0,-1 0 0 0 0,0 0 1 0 0,1 0-1 0 0,-1-4 0 0 0,0-6 134 0 0,0-1 0 0 0,-3-23 0 0 0,1 18-34 0 0,-5-56 217 0 0,5-82 1 0 0,3 130-480 0 0,1 0 1 0 0,2 1 0 0 0,0-1 0 0 0,2 1 0 0 0,1-1 0 0 0,18-42 0 0 0,-25 67 43 0 0,0 0-1 0 0,0 0 1 0 0,1 0 0 0 0,-1 1 0 0 0,0-1 0 0 0,1 0 0 0 0,-1 0 0 0 0,1 1 0 0 0,-1-1 0 0 0,1 0 0 0 0,-1 1 0 0 0,1-1 0 0 0,-1 0 0 0 0,1 1 0 0 0,0-1 0 0 0,-1 1 0 0 0,1-1 0 0 0,0 1 0 0 0,-1-1 0 0 0,1 1 0 0 0,0-1 0 0 0,0 1 0 0 0,0 0 0 0 0,-1 0 0 0 0,1-1 0 0 0,0 1 0 0 0,0 0 0 0 0,2 0 0 0 0,0 3-1076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19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95 9218 0 0,'8'-12'297'0'0,"-4"7"486"0"0,0-1-1 0 0,0 1 1 0 0,0-1-1 0 0,-1 0 1 0 0,0 0 0 0 0,0 0-1 0 0,-1 0 1 0 0,0 0 0 0 0,0-1-1 0 0,2-7 1 0 0,-4 13-689 0 0,0 1 1 0 0,0 0-1 0 0,0-1 1 0 0,0 1-1 0 0,0 0 1 0 0,0-1-1 0 0,0 1 1 0 0,0 0-1 0 0,0-1 1 0 0,0 1-1 0 0,0 0 1 0 0,0-1-1 0 0,-1 1 0 0 0,1 0 1 0 0,0 0-1 0 0,0-1 1 0 0,0 1-1 0 0,0 0 1 0 0,0-1-1 0 0,-1 1 1 0 0,1 0-1 0 0,0 0 1 0 0,0-1-1 0 0,-1 1 1 0 0,1 0-1 0 0,0 0 1 0 0,0-1-1 0 0,-1 1 1 0 0,1 0-1 0 0,0 0 0 0 0,-1 0 1 0 0,1 0-1 0 0,0-1 1 0 0,0 1-1 0 0,-1 0 1 0 0,-13 5 1028 0 0,-9 14-814 0 0,18-15-283 0 0,0 1 0 0 0,0 1 1 0 0,1-1-1 0 0,0 1 0 0 0,0 0 0 0 0,0 0 1 0 0,1 0-1 0 0,0 0 0 0 0,0 0 0 0 0,1 1 0 0 0,0-1 1 0 0,0 1-1 0 0,0 0 0 0 0,1 0 0 0 0,-2 13 1 0 0,4-13-28 0 0,-1-1 1 0 0,1 0 0 0 0,0 0 0 0 0,0 0 0 0 0,1 1-1 0 0,0-1 1 0 0,0-1 0 0 0,0 1 0 0 0,1 0 0 0 0,0 0-1 0 0,0-1 1 0 0,0 0 0 0 0,1 0 0 0 0,0 0 0 0 0,0 0-1 0 0,0 0 1 0 0,9 7 0 0 0,69 49 44 0 0,-63-49-56 0 0,0 1 0 0 0,-1 1 0 0 0,-1 0 1 0 0,31 35-1 0 0,-44-44 9 0 0,0 0-1 0 0,0 1 1 0 0,-1 0 0 0 0,0 0-1 0 0,0 0 1 0 0,0 0 0 0 0,-1 0-1 0 0,0 1 1 0 0,0-1 0 0 0,-1 1 0 0 0,1-1-1 0 0,-1 1 1 0 0,-1 0 0 0 0,0-1-1 0 0,1 1 1 0 0,-2 0 0 0 0,1-1-1 0 0,-1 1 1 0 0,0 0 0 0 0,-1-1-1 0 0,-2 10 1 0 0,0-6 72 0 0,1-1 1 0 0,-1 0-1 0 0,0 0 0 0 0,-1 0 0 0 0,0 0 1 0 0,0-1-1 0 0,-1 0 0 0 0,0 0 1 0 0,-1 0-1 0 0,0-1 0 0 0,0 0 1 0 0,0 0-1 0 0,-1-1 0 0 0,0 0 1 0 0,0 0-1 0 0,0-1 0 0 0,-1 0 0 0 0,0-1 1 0 0,0 0-1 0 0,0 0 0 0 0,-1-1 1 0 0,1 0-1 0 0,-1 0 0 0 0,0-1 1 0 0,0 0-1 0 0,1-1 0 0 0,-20 0 0 0 0,-29-3-1969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20.6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18 14283 0 0,'-8'-18'2524'0'0,"7"18"-2440"0"0,1 0-1 0 0,0 0 0 0 0,-1 0 0 0 0,1 1 0 0 0,0-1 1 0 0,-1 0-1 0 0,1 0 0 0 0,0 0 0 0 0,0 0 0 0 0,-1 0 1 0 0,1 1-1 0 0,0-1 0 0 0,0 0 0 0 0,-1 0 0 0 0,1 1 1 0 0,0-1-1 0 0,0 0 0 0 0,0 0 0 0 0,-1 1 0 0 0,1-1 1 0 0,0 0-1 0 0,0 1 0 0 0,0-1 0 0 0,0 0 0 0 0,0 0 1 0 0,0 1-1 0 0,-1-1 0 0 0,1 0 0 0 0,0 1 0 0 0,0 0 1 0 0,-6 34 1820 0 0,5 14-1501 0 0,2 0 0 0 0,2 0 1 0 0,11 52-1 0 0,38 141-269 0 0,-39-190-55 0 0,7 18 55 0 0,-11-43-1090 0 0,9 50-1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20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1 132 5065 0 0,'2'-5'240'0'0,"0"0"-1"0"0,1 1 1 0 0,0-1-1 0 0,0 0 1 0 0,0 1-1 0 0,0 0 0 0 0,1-1 1 0 0,0 1-1 0 0,0 1 1 0 0,0-1-1 0 0,0 0 1 0 0,6-3-1 0 0,58-34 2761 0 0,-58 36-2473 0 0,1 0-1 0 0,-1 1 1 0 0,1 0 0 0 0,0 0-1 0 0,0 1 1 0 0,19-2-1 0 0,-24 4-299 0 0,0 1-1 0 0,0 0 0 0 0,0 0 1 0 0,0 0-1 0 0,0 1 1 0 0,0 0-1 0 0,0 0 0 0 0,-1 0 1 0 0,1 1-1 0 0,0-1 0 0 0,-1 2 1 0 0,1-1-1 0 0,-1 1 1 0 0,8 4-1 0 0,-11-5-194 0 0,0 0 0 0 0,0 0 0 0 0,0 1 0 0 0,0-1 0 0 0,0 1 0 0 0,0-1 0 0 0,0 1 0 0 0,-1 0 0 0 0,0-1 0 0 0,1 1-1 0 0,-1 0 1 0 0,0 0 0 0 0,0 0 0 0 0,-1 0 0 0 0,1 0 0 0 0,-1 0 0 0 0,1 1 0 0 0,-1-1 0 0 0,0 0 0 0 0,0 0 0 0 0,0 0 0 0 0,-1 0 0 0 0,1 0 0 0 0,-1 0 0 0 0,-1 4 0 0 0,-2 9-34 0 0,0-1 0 0 0,-1 1 1 0 0,-10 18-1 0 0,-13 25 11 0 0,17-38 104 0 0,0 1 0 0 0,2 0-1 0 0,0 0 1 0 0,2 1 0 0 0,-8 35 0 0 0,15-56-39 0 0,0 0 0 0 0,-1 0 1 0 0,1 1-1 0 0,0-1 0 0 0,1 0 1 0 0,-1 0-1 0 0,0 1 0 0 0,0-1 1 0 0,1 0-1 0 0,0 0 1 0 0,-1 0-1 0 0,1 0 0 0 0,0 0 1 0 0,0 0-1 0 0,0 0 0 0 0,0 0 1 0 0,0 0-1 0 0,0 0 1 0 0,1 0-1 0 0,2 3 0 0 0,-1-3 55 0 0,1 0-1 0 0,-1 1 0 0 0,1-1 1 0 0,-1 0-1 0 0,1-1 0 0 0,0 1 1 0 0,0-1-1 0 0,-1 1 0 0 0,1-1 0 0 0,7 1 1 0 0,8 0 37 0 0,0-1 0 0 0,-1-1 1 0 0,36-3-1 0 0,-53 3-180 0 0,13-2-125 0 0,77-10 481 0 0,-81 10-1246 0 0,1-1 0 0 0,-1-1-1 0 0,16-7 1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21.1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2761 0 0,'16'1'12872'0'0,"-13"5"-11199"0"0,9 17-1177 0 0,-2 1 0 0 0,-1-1 0 0 0,11 43 0 0 0,11 83 2351 0 0,-19-86-1741 0 0,23 75 0 0 0,-32-127-1392 0 0,2 0 0 0 0,-1 0-1 0 0,1-1 1 0 0,1 0 0 0 0,12 17 0 0 0,1-6-7823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21.9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58 13851 0 0,'-7'-24'1137'0'0,"-2"-10"3538"0"0,24 55-1588 0 0,7 8-2800 0 0,4 20-146 0 0,-2 0 0 0 0,24 74 0 0 0,24 113-160 0 0,-26-77-800 0 0,-41-135-749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22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0 181 6449 0 0,'1'-8'311'0'0,"0"0"0"0"0,1 0 0 0 0,0 0 0 0 0,0 0 0 0 0,0 1 0 0 0,1-1 0 0 0,1 1 0 0 0,-1 0 0 0 0,1 0 0 0 0,0 0 0 0 0,0 0 0 0 0,1 1 0 0 0,0-1 0 0 0,0 1 0 0 0,1 0 0 0 0,0 1 0 0 0,0 0 0 0 0,7-5 0 0 0,-7 4 91 0 0,0 2 1 0 0,1-1-1 0 0,0 1 1 0 0,0 0-1 0 0,0 0 1 0 0,0 1-1 0 0,1 0 0 0 0,-1 0 1 0 0,1 1-1 0 0,0-1 1 0 0,0 2-1 0 0,0-1 1 0 0,0 1-1 0 0,0 1 1 0 0,0-1-1 0 0,0 2 0 0 0,0-1 1 0 0,9 2-1 0 0,-15-1-377 0 0,1-1-1 0 0,-1 1 0 0 0,0 0 1 0 0,0 0-1 0 0,1 0 1 0 0,-1 0-1 0 0,0 0 0 0 0,0 1 1 0 0,0-1-1 0 0,0 0 1 0 0,0 1-1 0 0,-1 0 0 0 0,1-1 1 0 0,0 1-1 0 0,-1 0 1 0 0,1 0-1 0 0,-1 0 0 0 0,2 3 1 0 0,-1-1-20 0 0,-1 0 0 0 0,1 1 0 0 0,-1-1 0 0 0,0 0 0 0 0,0 1 0 0 0,-1-1 0 0 0,1 1 1 0 0,-1-1-1 0 0,0 6 0 0 0,-1 7-46 0 0,-2-1 1 0 0,0 1-1 0 0,0-1 1 0 0,-8 20-1 0 0,-25 58-74 0 0,-8 26 1105 0 0,44-119-934 0 0,-1 0 0 0 0,1 0 1 0 0,0 0-1 0 0,-1 0 0 0 0,1 0 0 0 0,0 1 0 0 0,0-1 0 0 0,0 0 0 0 0,0 0 0 0 0,0 0 0 0 0,0 0 1 0 0,0 0-1 0 0,0 1 0 0 0,0-1 0 0 0,1 0 0 0 0,-1 0 0 0 0,0 0 0 0 0,1 0 0 0 0,-1 0 0 0 0,1 0 1 0 0,-1 0-1 0 0,1 0 0 0 0,0 0 0 0 0,-1 0 0 0 0,1 0 0 0 0,0 0 0 0 0,0 0 0 0 0,1 1 0 0 0,1-1 15 0 0,-1 0 0 0 0,1 0-1 0 0,-1 0 1 0 0,1 0 0 0 0,0 0-1 0 0,-1-1 1 0 0,1 1 0 0 0,0-1-1 0 0,0 0 1 0 0,-1 0 0 0 0,6 0-1 0 0,5-1 95 0 0,-1-1 0 0 0,0-1 1 0 0,0 1-1 0 0,18-8 0 0 0,27-18 114 0 0,-43 20-968 0 0,1 0 0 0 0,1 2 0 0 0,22-9 0 0 0,-17 10-7267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23.1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48 168 4401 0 0,'-47'-8'12567'0'0,"50"1"-12160"0"0,1 0 0 0 0,0 0 0 0 0,0 0 0 0 0,1 1 0 0 0,0-1-1 0 0,0 1 1 0 0,1 0 0 0 0,-1 1 0 0 0,1-1 0 0 0,0 1 0 0 0,12-7 0 0 0,13-10 54 0 0,-23 15-399 0 0,1 0 1 0 0,0 1-1 0 0,1 0 0 0 0,0 0 1 0 0,0 1-1 0 0,0 1 0 0 0,0-1 1 0 0,1 2-1 0 0,14-4 1 0 0,-23 6-63 0 0,0 1 1 0 0,-1 0 0 0 0,1 0 0 0 0,0 0 0 0 0,-1 0 0 0 0,1 1-1 0 0,0-1 1 0 0,0 0 0 0 0,-1 1 0 0 0,1-1 0 0 0,0 1 0 0 0,-1 0 0 0 0,1-1-1 0 0,-1 1 1 0 0,1 0 0 0 0,-1 0 0 0 0,1 0 0 0 0,-1 0 0 0 0,0 0-1 0 0,1 0 1 0 0,0 2 0 0 0,0 0 1 0 0,0-1 0 0 0,-1 1 0 0 0,1 0-1 0 0,-1 0 1 0 0,0 0 0 0 0,0 0 0 0 0,0 0 0 0 0,0 0 0 0 0,0 0-1 0 0,0 5 1 0 0,0 6 3 0 0,-1 0-1 0 0,0-1 1 0 0,-1 1-1 0 0,-3 15 1 0 0,-6 18-58 0 0,-20 58 0 0 0,2-10-1 0 0,28-94 60 0 0,-1 0 0 0 0,1 0-1 0 0,0-1 1 0 0,-1 1 0 0 0,1 0 0 0 0,0 0 0 0 0,0 0 0 0 0,0 0-1 0 0,-1 0 1 0 0,1 0 0 0 0,0 0 0 0 0,0-1 0 0 0,0 1 0 0 0,1 0 0 0 0,-1 0-1 0 0,0 0 1 0 0,0 0 0 0 0,0 0 0 0 0,1 0 0 0 0,-1-1 0 0 0,0 1-1 0 0,1 0 1 0 0,-1 0 0 0 0,1 0 0 0 0,-1-1 0 0 0,1 1 0 0 0,-1 0-1 0 0,1-1 1 0 0,0 1 0 0 0,-1 0 0 0 0,1-1 0 0 0,0 1 0 0 0,-1-1-1 0 0,1 1 1 0 0,0-1 0 0 0,0 1 0 0 0,0-1 0 0 0,-1 0 0 0 0,1 1 0 0 0,0-1-1 0 0,0 0 1 0 0,0 0 0 0 0,0 1 0 0 0,0-1 0 0 0,0 0 0 0 0,-1 0-1 0 0,1 0 1 0 0,0 0 0 0 0,0 0 0 0 0,0 0 0 0 0,0-1 0 0 0,0 1-1 0 0,0 0 1 0 0,-1 0 0 0 0,1-1 0 0 0,1 1 0 0 0,10-3 127 0 0,-1 0 0 0 0,1-1 0 0 0,15-7 0 0 0,-14 6-38 0 0,57-22 279 0 0,0-3-1 0 0,89-51 0 0 0,-139 69-2160 0 0,1 1-6508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31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109 226 11522 0 0,'4'3'308'0'0,"1"0"-1"0"0,0-1 0 0 0,1 1 0 0 0,-1-1 0 0 0,0-1 0 0 0,1 1 0 0 0,-1-1 0 0 0,1 0 0 0 0,10 1 0 0 0,6 2 430 0 0,41 8 1574 0 0,-57-11-2037 0 0,0 0 0 0 0,0-1 1 0 0,0 0-1 0 0,0 0 0 0 0,0-1 0 0 0,-1 0 0 0 0,1 0 0 0 0,10-2 0 0 0,-16 2-256 0 0,0 1-1 0 0,1-1 1 0 0,-1 1-1 0 0,0-1 1 0 0,1 0-1 0 0,-1 1 0 0 0,0-1 1 0 0,0 1-1 0 0,1-1 1 0 0,-1 0-1 0 0,0 1 1 0 0,0-1-1 0 0,0 1 1 0 0,0-1-1 0 0,0 0 1 0 0,0 1-1 0 0,0-1 0 0 0,0 0 1 0 0,0 1-1 0 0,0-1 1 0 0,0 1-1 0 0,0-1 1 0 0,-1 0-1 0 0,1 1 1 0 0,0-1-1 0 0,-8-24 253 0 0,5 15-150 0 0,-1-9-29 0 0,-2 1 0 0 0,0 0 0 0 0,-1 0 0 0 0,-1 1 0 0 0,0 0 0 0 0,-17-25 0 0 0,21 37-81 0 0,0 0 0 0 0,0 0 0 0 0,-1 0 0 0 0,1 1 0 0 0,-1-1 0 0 0,0 1 0 0 0,0 0 1 0 0,-1 1-1 0 0,1-1 0 0 0,-7-2 0 0 0,8 4-5 0 0,0 1 1 0 0,0 0 0 0 0,0 0-1 0 0,0 0 1 0 0,0 0-1 0 0,0 1 1 0 0,0 0 0 0 0,0 0-1 0 0,0 0 1 0 0,0 0-1 0 0,0 0 1 0 0,0 1 0 0 0,0 0-1 0 0,0 0 1 0 0,0 0-1 0 0,0 0 1 0 0,-6 3 0 0 0,4 0 7 0 0,0 0 0 0 0,0 1 0 0 0,0-1 0 0 0,0 1 0 0 0,1 0 0 0 0,-1 0 0 0 0,1 1 0 0 0,1 0 1 0 0,-1-1-1 0 0,1 2 0 0 0,0-1 0 0 0,0 0 0 0 0,1 1 0 0 0,0 0 0 0 0,-3 8 0 0 0,-1 3-13 0 0,2 1 0 0 0,0 0 0 0 0,0 0 0 0 0,-2 32 0 0 0,6-32-37 0 0,1-1 1 0 0,0 1-1 0 0,1 0 1 0 0,1-1-1 0 0,1 1 1 0 0,10 35-1 0 0,-11-47 30 0 0,1 1 0 0 0,0-1 0 0 0,1-1 0 0 0,-1 1 0 0 0,1 0 0 0 0,1-1-1 0 0,-1 0 1 0 0,10 10 0 0 0,-11-13 16 0 0,1 1-1 0 0,0-1 0 0 0,1 0 0 0 0,-1 0 1 0 0,0-1-1 0 0,1 1 0 0 0,-1-1 0 0 0,1 0 1 0 0,0 0-1 0 0,0-1 0 0 0,0 0 0 0 0,0 1 1 0 0,0-1-1 0 0,6 0 0 0 0,-8-1 10 0 0,0 0 0 0 0,-1 0 1 0 0,1 0-1 0 0,0-1 0 0 0,-1 1 0 0 0,1-1 0 0 0,0 1 1 0 0,-1-1-1 0 0,1 0 0 0 0,-1 0 0 0 0,1 0 1 0 0,-1 0-1 0 0,0-1 0 0 0,1 1 0 0 0,-1-1 0 0 0,3-2 1 0 0,-1 0-35 0 0,0 0 0 0 0,0-1 0 0 0,0 1 0 0 0,0-1 0 0 0,-1 0 0 0 0,0 0 0 0 0,3-6 0 0 0,1-6-87 0 0,0 0-1 0 0,-1 0 1 0 0,6-33-1 0 0,-10 40 86 0 0,-1 1 1 0 0,-1-1-1 0 0,0 1 1 0 0,0-1-1 0 0,-1 1 1 0 0,0-1-1 0 0,0 1 0 0 0,-6-17 1 0 0,6 22 18 0 0,0 1-1 0 0,0 0 1 0 0,-1 0-1 0 0,1 0 1 0 0,-1 0 0 0 0,0 0-1 0 0,0 0 1 0 0,0 1-1 0 0,0-1 1 0 0,-1 0 0 0 0,1 1-1 0 0,-4-3 1 0 0,4 4 2 0 0,0 0 1 0 0,0-1 0 0 0,0 2-1 0 0,0-1 1 0 0,0 0-1 0 0,-1 0 1 0 0,1 1 0 0 0,0-1-1 0 0,0 1 1 0 0,-1 0-1 0 0,1 0 1 0 0,0-1 0 0 0,-1 1-1 0 0,1 1 1 0 0,0-1-1 0 0,-1 0 1 0 0,1 1-1 0 0,0-1 1 0 0,0 1 0 0 0,-3 1-1 0 0,1-1 10 0 0,1 1-1 0 0,0 0 1 0 0,-1 0-1 0 0,1 1 1 0 0,0-1-1 0 0,0 1 1 0 0,0 0 0 0 0,0-1-1 0 0,0 1 1 0 0,1 1-1 0 0,0-1 1 0 0,-1 0-1 0 0,1 0 1 0 0,0 1-1 0 0,0 0 1 0 0,1-1-1 0 0,-1 1 1 0 0,1 0-1 0 0,-2 5 1 0 0,0 6 23 0 0,0-1-1 0 0,0 0 1 0 0,-1 29 0 0 0,4-35-48 0 0,0 1 0 0 0,0-1 0 0 0,1 1 0 0 0,0-1 0 0 0,1 0 0 0 0,-1 1 0 0 0,1-1 0 0 0,6 13 0 0 0,-7-18 7 0 0,1 0 1 0 0,-1-1 0 0 0,1 1-1 0 0,0 0 1 0 0,0 0 0 0 0,0-1-1 0 0,0 1 1 0 0,1-1 0 0 0,-1 0-1 0 0,1 0 1 0 0,-1 0 0 0 0,1 0-1 0 0,0 0 1 0 0,0 0 0 0 0,-1-1 0 0 0,1 1-1 0 0,1-1 1 0 0,-1 0 0 0 0,0 0-1 0 0,0 0 1 0 0,0 0 0 0 0,0-1-1 0 0,1 1 1 0 0,4-1 0 0 0,1 0-1 0 0,0 0 1 0 0,0 0 0 0 0,0-1 0 0 0,0 0 0 0 0,-1-1-1 0 0,1 0 1 0 0,0 0 0 0 0,-1-1 0 0 0,1 0 0 0 0,-1 0-1 0 0,0-1 1 0 0,0 0 0 0 0,0-1 0 0 0,-1 0-1 0 0,1 0 1 0 0,-1 0 0 0 0,-1-1 0 0 0,7-7 0 0 0,-3 2-4 0 0,0-1 0 0 0,-1 0 0 0 0,0-1 0 0 0,-1 0 0 0 0,-1-1 0 0 0,0 0 0 0 0,-1 0 0 0 0,-1 0 0 0 0,7-27 0 0 0,-9 31 12 0 0,-1-1 1 0 0,-1 0-1 0 0,0 1 1 0 0,0-1-1 0 0,-1 0 1 0 0,0 0 0 0 0,-1 1-1 0 0,0-1 1 0 0,-1 0-1 0 0,0 1 1 0 0,-1-1-1 0 0,0 1 1 0 0,-6-12 0 0 0,7 18-3 0 0,0-1 0 0 0,0 0 0 0 0,-1 1 0 0 0,0 0 0 0 0,0 0 0 0 0,0 0 1 0 0,0 0-1 0 0,-1 0 0 0 0,0 1 0 0 0,1-1 0 0 0,-1 1 0 0 0,0 0 0 0 0,-1 0 0 0 0,1 1 1 0 0,0-1-1 0 0,-1 1 0 0 0,0 0 0 0 0,1 0 0 0 0,-1 0 0 0 0,0 1 0 0 0,0 0 1 0 0,0 0-1 0 0,0 0 0 0 0,0 0 0 0 0,0 1 0 0 0,0 0 0 0 0,0 0 0 0 0,0 0 1 0 0,-10 3-1 0 0,5-1-9 0 0,0 1 1 0 0,0 1 0 0 0,0-1 0 0 0,0 2 0 0 0,1-1 0 0 0,0 1 0 0 0,0 1 0 0 0,0 0-1 0 0,1 0 1 0 0,-1 1 0 0 0,2 0 0 0 0,-1 0 0 0 0,1 1 0 0 0,-12 15 0 0 0,10-12-5 0 0,1 1 1 0 0,1 0-1 0 0,0 0 0 0 0,0 0 1 0 0,2 1-1 0 0,-1 0 1 0 0,2 0-1 0 0,-1 0 1 0 0,2 0-1 0 0,-4 26 1 0 0,7-28-8 0 0,0 1 0 0 0,1 0 0 0 0,0-1 0 0 0,1 0 0 0 0,1 1 1 0 0,-1-1-1 0 0,2 0 0 0 0,-1 0 0 0 0,2 0 0 0 0,-1-1 0 0 0,2 0 0 0 0,-1 0 1 0 0,1 0-1 0 0,9 11 0 0 0,-12-17 6 0 0,0 1 0 0 0,1-1 0 0 0,0 0-1 0 0,0 0 1 0 0,0-1 0 0 0,0 1 0 0 0,0-1 0 0 0,1 0 0 0 0,-1 0 0 0 0,1 0-1 0 0,0-1 1 0 0,0 1 0 0 0,0-1 0 0 0,0 0 0 0 0,0-1 0 0 0,1 1 0 0 0,-1-1-1 0 0,0 0 1 0 0,1-1 0 0 0,-1 1 0 0 0,1-1 0 0 0,-1 0 0 0 0,1 0 0 0 0,-1-1-1 0 0,1 1 1 0 0,-1-1 0 0 0,0-1 0 0 0,1 1 0 0 0,-1-1 0 0 0,0 1 0 0 0,8-5-1 0 0,-7 2 17 0 0,1-1 0 0 0,0 1-1 0 0,-1-1 1 0 0,0 0 0 0 0,0-1-1 0 0,-1 1 1 0 0,1-1-1 0 0,-1 0 1 0 0,0-1 0 0 0,-1 1-1 0 0,1-1 1 0 0,-1 0-1 0 0,-1 0 1 0 0,1 0 0 0 0,-1-1-1 0 0,-1 1 1 0 0,1-1 0 0 0,-1 0-1 0 0,-1 1 1 0 0,2-15-1 0 0,-1 8 4 0 0,-2 1-1 0 0,1-1 0 0 0,-2 0 1 0 0,0 1-1 0 0,0-1 0 0 0,-1 0 1 0 0,-1 1-1 0 0,0 0 0 0 0,-1 0 1 0 0,0 0-1 0 0,-9-17 0 0 0,8 19 44 0 0,-1 1-1 0 0,0 0 0 0 0,-1 1 0 0 0,0-1 0 0 0,-1 1 0 0 0,0 0 0 0 0,0 1 0 0 0,0 0 0 0 0,-11-7 0 0 0,15 12-25 0 0,0 0-1 0 0,0 1 1 0 0,-1 0-1 0 0,1 0 1 0 0,0 0-1 0 0,-1 0 1 0 0,0 1-1 0 0,1-1 0 0 0,-1 1 1 0 0,0 1-1 0 0,0-1 1 0 0,1 1-1 0 0,-1-1 1 0 0,0 1-1 0 0,0 1 1 0 0,0-1-1 0 0,1 1 1 0 0,-1-1-1 0 0,0 1 1 0 0,0 1-1 0 0,1-1 1 0 0,-1 1-1 0 0,1 0 1 0 0,-8 4-1 0 0,4-1 9 0 0,0 1-1 0 0,0 0 1 0 0,0 0-1 0 0,1 1 1 0 0,0 0-1 0 0,0 0 1 0 0,1 1-1 0 0,0 0 1 0 0,0 0-1 0 0,0 0 1 0 0,1 1 0 0 0,1 0-1 0 0,0 0 1 0 0,0 0-1 0 0,0 0 1 0 0,1 1-1 0 0,1-1 1 0 0,0 1-1 0 0,0 0 1 0 0,-1 14 0 0 0,3-18-37 0 0,-1 0 0 0 0,1 0 1 0 0,0 0-1 0 0,1 1 1 0 0,0-1-1 0 0,0 0 0 0 0,0 0 1 0 0,0 0-1 0 0,1 0 1 0 0,0 0-1 0 0,1 0 1 0 0,-1-1-1 0 0,1 1 0 0 0,0-1 1 0 0,0 1-1 0 0,1-1 1 0 0,0 0-1 0 0,0 0 0 0 0,0-1 1 0 0,0 1-1 0 0,1-1 1 0 0,-1 0-1 0 0,1 0 1 0 0,0 0-1 0 0,0-1 0 0 0,1 0 1 0 0,-1 0-1 0 0,1 0 1 0 0,0-1-1 0 0,0 1 1 0 0,-1-1-1 0 0,1-1 0 0 0,8 2 1 0 0,-8-2 1 0 0,-1 0 1 0 0,1 0 0 0 0,0-1-1 0 0,-1 0 1 0 0,1 0 0 0 0,-1 0-1 0 0,1-1 1 0 0,-1 0-1 0 0,1 0 1 0 0,-1 0 0 0 0,1-1-1 0 0,-1 0 1 0 0,0 0 0 0 0,0 0-1 0 0,1-1 1 0 0,6-4 0 0 0,-5 2-2 0 0,-1-1 0 0 0,1 1 0 0 0,-1-1 0 0 0,0-1 1 0 0,0 1-1 0 0,-1-1 0 0 0,0 0 0 0 0,0 0 0 0 0,-1-1 1 0 0,5-8-1 0 0,-4 5 1 0 0,0 0 0 0 0,-1-1 0 0 0,-1 1 0 0 0,1-1 0 0 0,-2 1 1 0 0,0-1-1 0 0,0 0 0 0 0,-1 0 0 0 0,0 0 0 0 0,-1 0 0 0 0,-1 0 0 0 0,0 0 0 0 0,0 0 1 0 0,-1 0-1 0 0,-6-19 0 0 0,5 25 25 0 0,1 0 1 0 0,-1 0-1 0 0,0 0 0 0 0,-1 1 1 0 0,0-1-1 0 0,1 1 0 0 0,-2 0 1 0 0,1 0-1 0 0,0 0 0 0 0,-1 1 1 0 0,0-1-1 0 0,0 1 0 0 0,0 0 1 0 0,-1 1-1 0 0,-6-4 1 0 0,8 5-8 0 0,0 1 1 0 0,0 0-1 0 0,0 0 1 0 0,0 0-1 0 0,0 0 1 0 0,0 1-1 0 0,0-1 1 0 0,0 1-1 0 0,0 0 1 0 0,0 0-1 0 0,-1 1 1 0 0,1-1-1 0 0,0 1 1 0 0,0 0-1 0 0,0 0 1 0 0,1 0 0 0 0,-1 1-1 0 0,0-1 1 0 0,0 1-1 0 0,1 0 1 0 0,-1 0-1 0 0,1 0 1 0 0,-1 1-1 0 0,1-1 1 0 0,-4 4-1 0 0,0 2 6 0 0,0 0 0 0 0,0 0 0 0 0,0 0-1 0 0,1 1 1 0 0,1 0 0 0 0,-1 0 0 0 0,1 0 0 0 0,1 1-1 0 0,0 0 1 0 0,0 0 0 0 0,1 0 0 0 0,-4 20 0 0 0,5-23-10 0 0,1 1 1 0 0,0 0 0 0 0,0 0 0 0 0,1-1 0 0 0,0 1 0 0 0,0 0-1 0 0,1 0 1 0 0,0 0 0 0 0,0-1 0 0 0,1 1 0 0 0,0 0-1 0 0,0-1 1 0 0,1 0 0 0 0,0 1 0 0 0,0-1 0 0 0,0 0-1 0 0,1 0 1 0 0,5 6 0 0 0,-5-10-25 0 0,-1 0 0 0 0,0 0 0 0 0,1 0 0 0 0,-1 0-1 0 0,1-1 1 0 0,0 0 0 0 0,0 1 0 0 0,0-2 0 0 0,0 1 0 0 0,0 0 0 0 0,0-1-1 0 0,0 0 1 0 0,1 0 0 0 0,5 1 0 0 0,-8-1 1 0 0,1-1-1 0 0,0 0 1 0 0,-1 0 0 0 0,1 0 0 0 0,0 0-1 0 0,-1 0 1 0 0,1-1 0 0 0,-1 1 0 0 0,1-1-1 0 0,-1 1 1 0 0,1-1 0 0 0,-1 0-1 0 0,1 0 1 0 0,-1 0 0 0 0,0 0 0 0 0,1-1-1 0 0,-1 1 1 0 0,0-1 0 0 0,0 1 0 0 0,0-1-1 0 0,0 0 1 0 0,0 0 0 0 0,0 0-1 0 0,-1 0 1 0 0,3-2 0 0 0,1-5-336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32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130 123 1840 0 0,'-2'17'10617'0'0,"1"52"-7201"0"0,0-39-2450 0 0,1 2-318 0 0,0-1 0 0 0,6 36 0 0 0,-5-60-615 0 0,1 0 0 0 0,-1 1 0 0 0,1-1 0 0 0,0 0-1 0 0,1 0 1 0 0,0 0 0 0 0,0 0 0 0 0,0 0 0 0 0,1-1 0 0 0,0 0 0 0 0,0 0 0 0 0,1 0-1 0 0,-1 0 1 0 0,9 8 0 0 0,-11-13-24 0 0,-1 0 1 0 0,0 0-1 0 0,0 0 0 0 0,1 0 1 0 0,-1 0-1 0 0,1-1 0 0 0,-1 1 0 0 0,1 0 1 0 0,-1-1-1 0 0,1 1 0 0 0,-1-1 0 0 0,1 1 1 0 0,0-1-1 0 0,-1 0 0 0 0,1 0 1 0 0,0 0-1 0 0,-1 0 0 0 0,1 0 0 0 0,-1 0 1 0 0,1 0-1 0 0,0 0 0 0 0,-1-1 1 0 0,3 0-1 0 0,-1 0 24 0 0,0 0 0 0 0,-1-1 1 0 0,1 0-1 0 0,0 0 0 0 0,-1 0 0 0 0,0 0 0 0 0,1 0 1 0 0,-1 0-1 0 0,0 0 0 0 0,0-1 0 0 0,3-3 0 0 0,1-4 120 0 0,-1 0-1 0 0,0 0 1 0 0,0 0-1 0 0,0 0 1 0 0,4-20-1 0 0,-7 18-20 0 0,0 0 0 0 0,-1 1 0 0 0,0-1 0 0 0,-1 0-1 0 0,-1 0 1 0 0,0 1 0 0 0,0-1 0 0 0,-1 0 0 0 0,0 1-1 0 0,-6-16 1 0 0,6 20-104 0 0,0 1 1 0 0,-1 0-1 0 0,1 0 0 0 0,-1 0 0 0 0,-1 0 0 0 0,1 0 1 0 0,-1 0-1 0 0,0 1 0 0 0,0 0 0 0 0,-1 0 0 0 0,1 0 1 0 0,-1 0-1 0 0,0 1 0 0 0,-1 0 0 0 0,1 0 0 0 0,-1 0 1 0 0,1 0-1 0 0,-1 1 0 0 0,-9-3 0 0 0,10 5-26 0 0,1 0-1 0 0,-1 0 1 0 0,1 1-1 0 0,-1 0 0 0 0,1 0 1 0 0,-1 0-1 0 0,0 1 1 0 0,1-1-1 0 0,-1 1 1 0 0,1 0-1 0 0,-1 1 1 0 0,1-1-1 0 0,0 1 1 0 0,0 0-1 0 0,0 0 0 0 0,0 0 1 0 0,0 0-1 0 0,0 1 1 0 0,0-1-1 0 0,0 1 1 0 0,1 0-1 0 0,0 0 1 0 0,-4 5-1 0 0,-2 2-53 0 0,0 0-1 0 0,0 0 1 0 0,1 1-1 0 0,1 1 1 0 0,0-1 0 0 0,-9 22-1 0 0,13-24 35 0 0,1 0 1 0 0,0 0-1 0 0,0 1 0 0 0,1-1 1 0 0,0 1-1 0 0,1-1 0 0 0,0 1 0 0 0,0-1 1 0 0,1 1-1 0 0,0-1 0 0 0,1 1 1 0 0,0-1-1 0 0,1 0 0 0 0,0 0 0 0 0,0 0 1 0 0,7 12-1 0 0,-7-15 13 0 0,0 1 0 0 0,1-2 0 0 0,0 1 1 0 0,0 0-1 0 0,0-1 0 0 0,1 1 0 0 0,0-1 0 0 0,0-1 0 0 0,0 1 0 0 0,8 5 0 0 0,-9-8 2 0 0,1 0 0 0 0,-1 1-1 0 0,0-2 1 0 0,1 1 0 0 0,-1 0-1 0 0,1-1 1 0 0,-1 0-1 0 0,1 0 1 0 0,0 0 0 0 0,-1-1-1 0 0,1 0 1 0 0,0 1 0 0 0,0-2-1 0 0,-1 1 1 0 0,1 0-1 0 0,6-2 1 0 0,-5 0 12 0 0,0 0 1 0 0,0 0-1 0 0,0 0 0 0 0,0 0 0 0 0,0-1 1 0 0,0 0-1 0 0,-1-1 0 0 0,1 1 1 0 0,-1-1-1 0 0,0 0 0 0 0,0 0 0 0 0,-1 0 1 0 0,1-1-1 0 0,-1 0 0 0 0,0 0 0 0 0,0 0 1 0 0,0 0-1 0 0,-1-1 0 0 0,0 1 1 0 0,0-1-1 0 0,0 0 0 0 0,-1 0 0 0 0,1 0 1 0 0,-2 0-1 0 0,1 0 0 0 0,1-9 0 0 0,-1 2 2 0 0,-1-1 0 0 0,0 0 0 0 0,-1 0 0 0 0,0 0 0 0 0,-1 1 0 0 0,-1-1 0 0 0,0 0 0 0 0,-1 1 0 0 0,0-1 0 0 0,-1 1 0 0 0,-7-16-1 0 0,4 14 16 0 0,0 1-1 0 0,-1 0 0 0 0,-1 0 0 0 0,-16-20 1 0 0,22 29-8 0 0,-1 1 1 0 0,0 0 0 0 0,0 0 0 0 0,-1 0-1 0 0,1 0 1 0 0,-1 1 0 0 0,0-1 0 0 0,1 1 0 0 0,-2 0-1 0 0,1 1 1 0 0,0-1 0 0 0,0 1 0 0 0,-1 0 0 0 0,1 1-1 0 0,-1-1 1 0 0,-7 0 0 0 0,9 2-11 0 0,-1 1-1 0 0,0-1 1 0 0,1 1 0 0 0,-1 0 0 0 0,1 0-1 0 0,-1 1 1 0 0,1-1 0 0 0,0 1 0 0 0,0 0-1 0 0,-1 0 1 0 0,1 0 0 0 0,1 1 0 0 0,-1 0-1 0 0,0-1 1 0 0,0 1 0 0 0,1 1 0 0 0,0-1-1 0 0,0 0 1 0 0,0 1 0 0 0,0 0 0 0 0,0-1-1 0 0,1 1 1 0 0,-1 0 0 0 0,-1 5 0 0 0,0-1-21 0 0,0 0-1 0 0,0 0 1 0 0,1 0 0 0 0,0 1 0 0 0,1 0 0 0 0,0-1 0 0 0,0 1 0 0 0,1 0 0 0 0,0 0 0 0 0,0 0 0 0 0,1 14 0 0 0,2-15 2 0 0,0 0 0 0 0,0 0 0 0 0,1-1 0 0 0,-1 1 0 0 0,2-1 0 0 0,-1 1 0 0 0,1-1 0 0 0,0 0 0 0 0,1 0-1 0 0,0-1 1 0 0,0 1 0 0 0,0-1 0 0 0,1 0 0 0 0,0 0 0 0 0,0-1 0 0 0,0 0 0 0 0,1 0 0 0 0,-1 0 0 0 0,1-1 0 0 0,9 4 0 0 0,-10-4 1 0 0,1-1 1 0 0,0 0 0 0 0,0-1 0 0 0,0 0-1 0 0,0 0 1 0 0,0 0 0 0 0,0-1 0 0 0,1 0-1 0 0,-1 0 1 0 0,0-1 0 0 0,1 0 0 0 0,-1 0-1 0 0,1-1 1 0 0,-1 1 0 0 0,0-2 0 0 0,0 1-1 0 0,0-1 1 0 0,1 0 0 0 0,-2-1 0 0 0,1 0-1 0 0,0 0 1 0 0,10-6 0 0 0,-14 7 9 0 0,0 0 0 0 0,-1-1 0 0 0,1 1 0 0 0,0 0 0 0 0,-1-1 0 0 0,0 0 0 0 0,0 1 0 0 0,0-1 0 0 0,0 0 0 0 0,0 0 0 0 0,0 0 0 0 0,-1 0 0 0 0,0 0 0 0 0,1-1 0 0 0,-1 1 0 0 0,1-6 0 0 0,-1 3 0 0 0,-1-1 0 0 0,0 1 0 0 0,0 0 0 0 0,0 0 0 0 0,-1 0 0 0 0,0 0 0 0 0,0 0 0 0 0,-4-11 0 0 0,-2-2 0 0 0,-1 0 0 0 0,-2 0 0 0 0,0 0 0 0 0,-17-24 0 0 0,20 32 16 0 0,-1 1 1 0 0,0 0 0 0 0,0 0-1 0 0,-1 0 1 0 0,-1 1-1 0 0,-12-11 1 0 0,19 19-14 0 0,1-1 0 0 0,0 1 1 0 0,-1-1-1 0 0,1 1 0 0 0,-1 0 0 0 0,1 0 0 0 0,-1 0 1 0 0,1 0-1 0 0,-1 0 0 0 0,0 1 0 0 0,0-1 1 0 0,1 1-1 0 0,-1 0 0 0 0,0 0 0 0 0,0 0 0 0 0,0 0 1 0 0,1 0-1 0 0,-1 0 0 0 0,0 1 0 0 0,0 0 1 0 0,1-1-1 0 0,-1 1 0 0 0,1 0 0 0 0,-1 0 0 0 0,0 0 1 0 0,1 1-1 0 0,0-1 0 0 0,-1 1 0 0 0,1-1 1 0 0,0 1-1 0 0,0 0 0 0 0,0 0 0 0 0,0 0 0 0 0,0 0 1 0 0,-3 4-1 0 0,-2 3-27 0 0,1 0-1 0 0,0 1 1 0 0,0 0 0 0 0,0 0-1 0 0,2 1 1 0 0,-1-1 0 0 0,1 1-1 0 0,1 0 1 0 0,0 0 0 0 0,-2 17-1 0 0,2-9-30 0 0,1-1-1 0 0,1 1 0 0 0,1 0 0 0 0,1 0 0 0 0,4 29 0 0 0,-4-41 11 0 0,1-1 1 0 0,0 1-1 0 0,0-1 0 0 0,0 0 0 0 0,1 0 1 0 0,0 0-1 0 0,0 0 0 0 0,1 0 1 0 0,-1 0-1 0 0,1-1 0 0 0,1 0 0 0 0,-1 0 1 0 0,1 0-1 0 0,0 0 0 0 0,0-1 0 0 0,0 0 1 0 0,0 0-1 0 0,1 0 0 0 0,0 0 0 0 0,0-1 1 0 0,0 0-1 0 0,0 0 0 0 0,10 2 1 0 0,-11-3 39 0 0,1-1 1 0 0,0 0-1 0 0,-1 0 1 0 0,1 0-1 0 0,0-1 1 0 0,-1 0 0 0 0,1 0-1 0 0,0 0 1 0 0,-1-1-1 0 0,1 0 1 0 0,0 0-1 0 0,-1-1 1 0 0,1 1 0 0 0,-1-1-1 0 0,0 0 1 0 0,1 0-1 0 0,-1-1 1 0 0,0 0-1 0 0,0 0 1 0 0,-1 0 0 0 0,1 0-1 0 0,-1-1 1 0 0,1 0-1 0 0,-1 0 1 0 0,0 0-1 0 0,-1 0 1 0 0,7-9-1 0 0,-4 3 79 0 0,0-1-1 0 0,0-1 1 0 0,-1 1-1 0 0,-1-1 0 0 0,0 0 1 0 0,0 0-1 0 0,-1 0 1 0 0,-1-1-1 0 0,0 1 0 0 0,-1-1 1 0 0,0 1-1 0 0,-1-1 1 0 0,0 1-1 0 0,-2-14 0 0 0,-1 5-2 0 0,-1 0-1 0 0,0 0 0 0 0,-2 0 0 0 0,0 1 0 0 0,-1 0 0 0 0,-2 0 0 0 0,-15-27 0 0 0,23 45-67 0 0,1 0-1 0 0,-1 0 1 0 0,0 0 0 0 0,0 1-1 0 0,-1-1 1 0 0,1 0 0 0 0,0 1-1 0 0,0-1 1 0 0,-1 1-1 0 0,1 0 1 0 0,-1-1 0 0 0,1 1-1 0 0,-1 0 1 0 0,0 0 0 0 0,1 0-1 0 0,-1 0 1 0 0,0 0 0 0 0,0 0-1 0 0,0 1 1 0 0,0-1-1 0 0,-3 0 1 0 0,3 1-2 0 0,0 1-1 0 0,1-1 1 0 0,-1 1 0 0 0,0 0-1 0 0,1-1 1 0 0,-1 1 0 0 0,1 0-1 0 0,-1 0 1 0 0,1 0 0 0 0,-1 0-1 0 0,1 1 1 0 0,0-1 0 0 0,0 0-1 0 0,-1 0 1 0 0,1 1 0 0 0,0-1-1 0 0,0 1 1 0 0,0-1 0 0 0,0 1-1 0 0,1-1 1 0 0,-1 1 0 0 0,0 0 0 0 0,1-1-1 0 0,-1 4 1 0 0,-11 25-159 0 0,1 1 1 0 0,-10 54-1 0 0,19-71 93 0 0,0-1 1 0 0,0 1-1 0 0,2 0 1 0 0,-1-1 0 0 0,2 1-1 0 0,0 0 1 0 0,1 0-1 0 0,0-1 1 0 0,4 16-1 0 0,-5-27 60 0 0,0 1-1 0 0,0-1 1 0 0,0 0-1 0 0,0 1 1 0 0,0-1-1 0 0,0 0 1 0 0,1 1-1 0 0,-1-1 1 0 0,1 0-1 0 0,-1 0 1 0 0,1 0-1 0 0,0 0 1 0 0,0-1-1 0 0,0 1 1 0 0,0 0-1 0 0,3 1 1 0 0,-3-2-11 0 0,0-1 0 0 0,-1 1-1 0 0,1-1 1 0 0,0 1 0 0 0,0-1 0 0 0,0 1 0 0 0,1-1-1 0 0,-1 0 1 0 0,0 0 0 0 0,0 0 0 0 0,0 0 0 0 0,0-1-1 0 0,0 1 1 0 0,0 0 0 0 0,0-1 0 0 0,2-1 0 0 0,3-1 5 0 0,0 0 0 0 0,0-1 0 0 0,-1 0 0 0 0,1 0 0 0 0,-1-1 0 0 0,0 1 0 0 0,-1-2 1 0 0,1 1-1 0 0,6-8 0 0 0,1-4 127 0 0,0 0 0 0 0,18-31 0 0 0,-28 42-75 0 0,0 0 0 0 0,0 0-1 0 0,0-1 1 0 0,-1 1-1 0 0,0-1 1 0 0,0 1 0 0 0,0-1-1 0 0,-1 0 1 0 0,0 0-1 0 0,0 0 1 0 0,-1 0-1 0 0,0-8 1 0 0,0 13-8 0 0,-1-1 0 0 0,1 1 0 0 0,0 0 1 0 0,-1 0-1 0 0,1 0 0 0 0,-1 0 0 0 0,0 0 0 0 0,1 0 0 0 0,-1 0 0 0 0,0 0 1 0 0,0 0-1 0 0,-1 0 0 0 0,1 0 0 0 0,0 1 0 0 0,-1-1 0 0 0,1 0 0 0 0,-1 1 0 0 0,1-1 1 0 0,-1 1-1 0 0,0-1 0 0 0,1 1 0 0 0,-1 0 0 0 0,0 0 0 0 0,0 0 0 0 0,0 0 1 0 0,0 0-1 0 0,0 0 0 0 0,0 1 0 0 0,0-1 0 0 0,0 1 0 0 0,-1-1 0 0 0,1 1 0 0 0,0 0 1 0 0,0 0-1 0 0,0 0 0 0 0,0 0 0 0 0,-4 0 0 0 0,0 1 19 0 0,0 1 0 0 0,0-1 0 0 0,0 1 0 0 0,1 0 0 0 0,-1 0 0 0 0,0 1 0 0 0,1 0 0 0 0,0 0 0 0 0,0 0 0 0 0,0 0 0 0 0,0 1 0 0 0,-6 6 0 0 0,-3 5-122 0 0,0 2 0 0 0,1 0 1 0 0,1 1-1 0 0,1 0 0 0 0,1 0 0 0 0,0 1 0 0 0,1 1 0 0 0,1-1 1 0 0,1 1-1 0 0,-8 42 0 0 0,14-60 48 0 0,0 0 0 0 0,1 1 0 0 0,0-1 1 0 0,0 1-1 0 0,-1-1 0 0 0,1 1 0 0 0,1-1 0 0 0,-1 1 0 0 0,0-1 0 0 0,1 1 1 0 0,-1-1-1 0 0,1 1 0 0 0,0-1 0 0 0,0 0 0 0 0,2 5 0 0 0,-3-6-4 0 0,1 0 1 0 0,0 0-1 0 0,0 0 0 0 0,0 0 0 0 0,0-1 0 0 0,1 1 0 0 0,-1 0 1 0 0,0 0-1 0 0,0-1 0 0 0,0 1 0 0 0,1 0 0 0 0,-1-1 0 0 0,0 1 0 0 0,1-1 1 0 0,-1 0-1 0 0,0 1 0 0 0,1-1 0 0 0,-1 0 0 0 0,1 0 0 0 0,1 0 1 0 0,2-1-35 0 0,1 1 0 0 0,-1-1 0 0 0,0-1 0 0 0,0 1 0 0 0,0-1 0 0 0,0 0 0 0 0,0 0 0 0 0,0 0 0 0 0,0-1 0 0 0,-1 1 0 0 0,1-1 0 0 0,6-6 0 0 0,0-2-77 0 0,-1 0 0 0 0,-1-1 0 0 0,0 0 0 0 0,-1 0 0 0 0,0-1 0 0 0,-1 0 0 0 0,9-21 0 0 0,-16 33 135 0 0,7-13-405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37.2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109 106 3225 0 0,'-9'2'5686'0'0,"13"13"-4881"0"0,2 0 0 0 0,0 0-1 0 0,0-1 1 0 0,1 0 0 0 0,13 19 0 0 0,-16-28-604 0 0,0 0 1 0 0,-1-1 0 0 0,1 0-1 0 0,1 1 1 0 0,-1-1 0 0 0,1-1-1 0 0,-1 1 1 0 0,9 4 0 0 0,-11-7-143 0 0,1 1 0 0 0,0-1 1 0 0,-1 0-1 0 0,1-1 1 0 0,0 1-1 0 0,0 0 0 0 0,0-1 1 0 0,0 1-1 0 0,-1-1 1 0 0,1 0-1 0 0,0 0 1 0 0,0 0-1 0 0,0 0 0 0 0,0-1 1 0 0,0 1-1 0 0,0-1 1 0 0,0 0-1 0 0,3-1 1 0 0,-3 1-5 0 0,1-1 0 0 0,-1 0 0 0 0,0 0 0 0 0,0 0 0 0 0,0 0 0 0 0,0-1 0 0 0,0 1 0 0 0,0-1 0 0 0,0 1 0 0 0,-1-1 0 0 0,1 0 0 0 0,-1 0 0 0 0,0 0 0 0 0,0-1 0 0 0,0 1 0 0 0,-1 0 0 0 0,1-1 0 0 0,-1 1 0 0 0,1-1 0 0 0,-1 0 0 0 0,0 1 0 0 0,-1-1 0 0 0,2-7 0 0 0,-2 6 53 0 0,0 0-1 0 0,0 0 1 0 0,0 1 0 0 0,0-1 0 0 0,-1 0 0 0 0,0 0 0 0 0,0 1-1 0 0,0-1 1 0 0,0 0 0 0 0,-1 1 0 0 0,0-1 0 0 0,0 1-1 0 0,0 0 1 0 0,-1 0 0 0 0,1-1 0 0 0,-1 2 0 0 0,0-1-1 0 0,-5-5 1 0 0,3 4-64 0 0,0 0-1 0 0,-1 1 1 0 0,0 0 0 0 0,0 0-1 0 0,0 0 1 0 0,0 1-1 0 0,0 0 1 0 0,-1 0 0 0 0,1 1-1 0 0,-1 0 1 0 0,0 0-1 0 0,0 0 1 0 0,0 1-1 0 0,0 0 1 0 0,0 0 0 0 0,0 1-1 0 0,0 0 1 0 0,0 0-1 0 0,0 0 1 0 0,0 1 0 0 0,0 1-1 0 0,0-1 1 0 0,1 1-1 0 0,-1 0 1 0 0,0 0-1 0 0,1 1 1 0 0,-1 0 0 0 0,1 0-1 0 0,0 0 1 0 0,0 1-1 0 0,0 0 1 0 0,1 0 0 0 0,-1 1-1 0 0,1-1 1 0 0,0 1-1 0 0,0 0 1 0 0,0 1-1 0 0,1-1 1 0 0,0 1 0 0 0,0 0-1 0 0,1 0 1 0 0,-1 0-1 0 0,1 1 1 0 0,0-1 0 0 0,1 1-1 0 0,0-1 1 0 0,0 1-1 0 0,0 0 1 0 0,0 8-1 0 0,2-10-39 0 0,0 0 0 0 0,0 0 0 0 0,1-1-1 0 0,0 1 1 0 0,0 0 0 0 0,0 0 0 0 0,0 0-1 0 0,1-1 1 0 0,-1 1 0 0 0,1-1 0 0 0,1 1-1 0 0,-1-1 1 0 0,1 0 0 0 0,-1 0 0 0 0,1 0-1 0 0,0 0 1 0 0,1 0 0 0 0,3 4 0 0 0,-4-6-9 0 0,0 1 1 0 0,0-1 0 0 0,-1 1 0 0 0,1-1-1 0 0,1 0 1 0 0,-1 0 0 0 0,0 0 0 0 0,1-1-1 0 0,-1 1 1 0 0,0-1 0 0 0,1 0 0 0 0,0 0 0 0 0,-1 0-1 0 0,1 0 1 0 0,0-1 0 0 0,-1 1 0 0 0,1-1-1 0 0,0 0 1 0 0,0 0 0 0 0,-1 0 0 0 0,1-1-1 0 0,0 1 1 0 0,0-1 0 0 0,5-2 0 0 0,-6 1 4 0 0,0 0 0 0 0,1 0 0 0 0,-1 0 0 0 0,0-1 0 0 0,0 1 0 0 0,0-1 0 0 0,0 0 0 0 0,-1 0 0 0 0,1 0 0 0 0,-1 0 0 0 0,0-1 0 0 0,0 1 0 0 0,0 0 0 0 0,0-1 0 0 0,0 0 0 0 0,-1 1 0 0 0,0-1 0 0 0,1 0 0 0 0,-2 0 0 0 0,1 0 0 0 0,0 0 0 0 0,0-7 0 0 0,-1 7 0 0 0,1-1 0 0 0,-1 1 0 0 0,0-1 0 0 0,-1 0 0 0 0,1 1 0 0 0,-1-1 0 0 0,1 1 0 0 0,-1-1 0 0 0,-1 1 0 0 0,1-1 0 0 0,-1 1 0 0 0,1 0 0 0 0,-1 0 0 0 0,0 0 0 0 0,-1 0 0 0 0,1 0 0 0 0,-1 0 0 0 0,0 1 0 0 0,-4-6 0 0 0,5 8 4 0 0,0-1 0 0 0,-1 0 0 0 0,1 1 0 0 0,0-1 0 0 0,0 1 0 0 0,-1 0 0 0 0,1 0 0 0 0,-1 0 0 0 0,0 0 0 0 0,1 0 0 0 0,-1 0 1 0 0,1 1-1 0 0,-1 0 0 0 0,0-1 0 0 0,0 1 0 0 0,1 0 0 0 0,-1 0 0 0 0,0 0 0 0 0,1 1 0 0 0,-1-1 0 0 0,0 0 0 0 0,1 1 0 0 0,-1 0 0 0 0,0 0 0 0 0,1 0 0 0 0,-1 0 0 0 0,1 0 1 0 0,0 0-1 0 0,-1 1 0 0 0,1-1 0 0 0,0 1 0 0 0,0 0 0 0 0,0-1 0 0 0,-2 3 0 0 0,0 1 17 0 0,0-1 1 0 0,0 1-1 0 0,0 0 1 0 0,1-1-1 0 0,0 2 1 0 0,0-1-1 0 0,0 0 1 0 0,1 1-1 0 0,-1-1 1 0 0,1 1-1 0 0,1 0 0 0 0,-1-1 1 0 0,1 1-1 0 0,-1 10 1 0 0,2-10-19 0 0,-1 1 1 0 0,2 0 0 0 0,-1-1-1 0 0,1 1 1 0 0,0 0 0 0 0,1-1-1 0 0,-1 1 1 0 0,1-1 0 0 0,1 1-1 0 0,-1-1 1 0 0,1 0 0 0 0,4 6-1 0 0,-6-10-2 0 0,1 1-1 0 0,0-1 1 0 0,0 0-1 0 0,0 0 1 0 0,0 0-1 0 0,0 0 1 0 0,0-1-1 0 0,0 1 1 0 0,1 0 0 0 0,-1-1-1 0 0,1 0 1 0 0,-1 1-1 0 0,1-1 1 0 0,0 0-1 0 0,-1 0 1 0 0,1-1-1 0 0,0 1 1 0 0,0 0-1 0 0,0-1 1 0 0,0 0-1 0 0,-1 0 1 0 0,1 0 0 0 0,0 0-1 0 0,0 0 1 0 0,0 0-1 0 0,0-1 1 0 0,-1 1-1 0 0,1-1 1 0 0,0 0-1 0 0,5-2 1 0 0,0 0-1 0 0,-1-1 0 0 0,1 0 0 0 0,0 0 0 0 0,-1-1 0 0 0,0 1 0 0 0,0-2 0 0 0,7-5 0 0 0,-11 7 0 0 0,1 1 0 0 0,-1-1 0 0 0,1 1 0 0 0,-1-1 0 0 0,-1 0 0 0 0,1 0 0 0 0,0-1 0 0 0,-1 1 0 0 0,0 0 0 0 0,0-1 0 0 0,0 1 0 0 0,-1-1 0 0 0,1 0 0 0 0,0-4 0 0 0,-2 7 0 0 0,0 0 0 0 0,-1 1 0 0 0,1-1 0 0 0,0 0 0 0 0,-1 1 0 0 0,1-1 0 0 0,-1 1 0 0 0,0-1 0 0 0,1 1 0 0 0,-1-1 0 0 0,0 1 0 0 0,0 0 0 0 0,0-1 0 0 0,0 1 0 0 0,0 0 0 0 0,0 0 0 0 0,0-1 0 0 0,0 1 0 0 0,-1 0 0 0 0,1 0 0 0 0,0 0 0 0 0,-1 1 0 0 0,1-1 0 0 0,-1 0 0 0 0,1 0 0 0 0,-4 0 0 0 0,-46-15 0 0 0,43 14 0 0 0,0 0-1 0 0,-1 0 0 0 0,1 0 0 0 0,0 1 1 0 0,-1 0-1 0 0,1 1 0 0 0,-1 0 0 0 0,1 0 0 0 0,-16 3 1 0 0,21-2 2 0 0,1-1 1 0 0,-1 1 0 0 0,1 0 0 0 0,-1 0 0 0 0,1 1-1 0 0,0-1 1 0 0,-1 0 0 0 0,1 1 0 0 0,0-1 0 0 0,0 1 0 0 0,0 0-1 0 0,0 0 1 0 0,0 0 0 0 0,1 0 0 0 0,-1 0 0 0 0,0 0-1 0 0,1 0 1 0 0,0 0 0 0 0,-1 1 0 0 0,1-1 0 0 0,0 0-1 0 0,0 1 1 0 0,0-1 0 0 0,0 1 0 0 0,1 0 0 0 0,-1-1-1 0 0,1 1 1 0 0,0-1 0 0 0,-1 1 0 0 0,1 0 0 0 0,1 4 0 0 0,-1-4 0 0 0,-1 0 1 0 0,1 0 0 0 0,1 0-1 0 0,-1 0 1 0 0,0 0-1 0 0,1 1 1 0 0,-1-1 0 0 0,1 0-1 0 0,0 0 1 0 0,0 0 0 0 0,0 0-1 0 0,1-1 1 0 0,-1 1 0 0 0,1 0-1 0 0,-1 0 1 0 0,1-1 0 0 0,0 1-1 0 0,0-1 1 0 0,0 1 0 0 0,1-1-1 0 0,-1 0 1 0 0,0 0 0 0 0,1 0-1 0 0,-1 0 1 0 0,1-1 0 0 0,4 3-1 0 0,-1-2 3 0 0,-1-1-1 0 0,0 1 1 0 0,1-2-1 0 0,-1 1 1 0 0,1 0-1 0 0,0-1 1 0 0,-1 0-1 0 0,1 0 1 0 0,-1-1-1 0 0,1 0 1 0 0,-1 0-1 0 0,1 0 1 0 0,-1 0-1 0 0,8-4 1 0 0,3-1-22 0 0,-1 0 0 0 0,0-2 1 0 0,0 0-1 0 0,-1 0 0 0 0,17-15 0 0 0,-23 17 6 0 0,0 0 0 0 0,-1-1 0 0 0,0 1 0 0 0,0-2 0 0 0,-1 1 0 0 0,0-1 0 0 0,0 0 0 0 0,-1 0 0 0 0,0-1 0 0 0,5-12 0 0 0,-9 19 9 0 0,0 0 1 0 0,-1-1 0 0 0,1 1 0 0 0,-1-1 0 0 0,0 1 0 0 0,0 0 0 0 0,0-1 0 0 0,0 1 0 0 0,0-1 0 0 0,0 1 0 0 0,-1 0 0 0 0,1-1 0 0 0,-1 1 0 0 0,0 0 0 0 0,0-1 0 0 0,1 1 0 0 0,-3-3 0 0 0,0 1 2 0 0,0-1 1 0 0,0 1-1 0 0,0 0 1 0 0,0-1-1 0 0,-1 2 0 0 0,0-1 1 0 0,-7-6-1 0 0,5 6 1 0 0,0-1 0 0 0,-1 1 0 0 0,1 1 0 0 0,-1-1 0 0 0,1 1 0 0 0,-1 0-1 0 0,0 0 1 0 0,-1 1 0 0 0,1 0 0 0 0,0 0 0 0 0,-11 0 0 0 0,16 2-2 0 0,-1 0 0 0 0,1 1 0 0 0,0-1 0 0 0,-1 1 0 0 0,1 0 0 0 0,0-1 0 0 0,0 1 0 0 0,0 0 0 0 0,-1 1 0 0 0,1-1 0 0 0,0 0 0 0 0,1 0 0 0 0,-1 1 0 0 0,0 0 0 0 0,0-1 0 0 0,0 1 0 0 0,1 0-1 0 0,-1 0 1 0 0,1-1 0 0 0,0 1 0 0 0,-1 0 0 0 0,1 1 0 0 0,0-1 0 0 0,0 0 0 0 0,0 0 0 0 0,1 0 0 0 0,-1 1 0 0 0,0-1 0 0 0,0 3 0 0 0,-1 5 7 0 0,0 1-1 0 0,1-1 1 0 0,0 0-1 0 0,0 0 1 0 0,2 15 0 0 0,-1-16-5 0 0,1 0 0 0 0,0 0 0 0 0,1 0 0 0 0,0-1 0 0 0,0 1 0 0 0,1-1 1 0 0,0 1-1 0 0,1-1 0 0 0,0 0 0 0 0,9 14 0 0 0,-11-19-2 0 0,1 1 0 0 0,0-1-1 0 0,0-1 1 0 0,0 1 0 0 0,0 0 0 0 0,0-1-1 0 0,1 1 1 0 0,-1-1 0 0 0,1 0-1 0 0,-1 0 1 0 0,1 0 0 0 0,0-1 0 0 0,0 0-1 0 0,0 1 1 0 0,0-1 0 0 0,0 0-1 0 0,0-1 1 0 0,0 1 0 0 0,0-1 0 0 0,0 0-1 0 0,0 0 1 0 0,0 0 0 0 0,0 0-1 0 0,0-1 1 0 0,7-1 0 0 0,-1-1-11 0 0,1 0 0 0 0,-1-1-1 0 0,0 0 1 0 0,0-1 0 0 0,0 0 0 0 0,0-1 0 0 0,-1 1-1 0 0,0-2 1 0 0,0 1 0 0 0,12-14 0 0 0,-16 15 3 0 0,1 0 0 0 0,-1-1 0 0 0,0 0 0 0 0,0 0 0 0 0,-1-1 0 0 0,0 1 0 0 0,0-1 0 0 0,-1 0 0 0 0,0 0 0 0 0,0 0 0 0 0,0 0 0 0 0,-1-1 0 0 0,0 1 0 0 0,0-1 0 0 0,0-13 0 0 0,-2 16 22 0 0,-1 0 1 0 0,0 0-1 0 0,0 0 0 0 0,0 0 0 0 0,-1 1 1 0 0,0-1-1 0 0,0 0 0 0 0,0 1 1 0 0,0-1-1 0 0,-1 1 0 0 0,1 0 1 0 0,-1 0-1 0 0,0 0 0 0 0,-1 0 1 0 0,1 0-1 0 0,-1 1 0 0 0,1 0 1 0 0,-1-1-1 0 0,0 1 0 0 0,0 1 1 0 0,-1-1-1 0 0,1 1 0 0 0,-1-1 1 0 0,1 1-1 0 0,-1 0 0 0 0,0 1 1 0 0,-5-2-1 0 0,5 1 5 0 0,0 0-1 0 0,-1 1 1 0 0,1 0 0 0 0,0 0-1 0 0,-1 0 1 0 0,1 1-1 0 0,-1-1 1 0 0,1 1 0 0 0,-1 1-1 0 0,1-1 1 0 0,-1 1 0 0 0,1 0-1 0 0,-1 0 1 0 0,1 0 0 0 0,0 1-1 0 0,-1 0 1 0 0,1 0 0 0 0,0 0-1 0 0,0 1 1 0 0,1 0-1 0 0,-1 0 1 0 0,0 0 0 0 0,1 0-1 0 0,-6 6 1 0 0,2 2 5 0 0,0 1-1 0 0,1 0 1 0 0,0 0 0 0 0,1 1 0 0 0,0-1-1 0 0,1 1 1 0 0,0 1 0 0 0,-4 22-1 0 0,5-19-19 0 0,2 1 0 0 0,0-1 0 0 0,1 0 0 0 0,0 1-1 0 0,1-1 1 0 0,5 27 0 0 0,-5-40-6 0 0,1-1 1 0 0,-1 1-1 0 0,1 0 0 0 0,0-1 0 0 0,0 0 1 0 0,0 1-1 0 0,1-1 0 0 0,-1 0 1 0 0,1 1-1 0 0,0-1 0 0 0,0 0 0 0 0,0 0 1 0 0,0 0-1 0 0,1-1 0 0 0,-1 1 0 0 0,1-1 1 0 0,0 1-1 0 0,-1-1 0 0 0,1 0 1 0 0,0 0-1 0 0,4 2 0 0 0,13 4-79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45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2231 2761 0 0,'-36'63'15571'0'0,"39"-67"-15206"0"0,0-3-171 0 0,0 1-1 0 0,0-1 0 0 0,0 0 1 0 0,-1 1-1 0 0,0-1 1 0 0,0 0-1 0 0,-1 0 0 0 0,0-1 1 0 0,0 1-1 0 0,0 0 0 0 0,-1 0 1 0 0,-1-8-1 0 0,-20-879 1668 0 0,-3 629-1581 0 0,-5-93 93 0 0,22 264-265 0 0,-1-15 427 0 0,8 105-527 0 0,0-1 0 0 0,0 1 0 0 0,1-1 0 0 0,-1 1 0 0 0,1-1 0 0 0,2-4 1 0 0,-3 7-8 0 0,1 1 1 0 0,0-1 0 0 0,-1 1-1 0 0,1-1 1 0 0,0 1 0 0 0,0 0-1 0 0,0 0 1 0 0,0-1 0 0 0,0 1-1 0 0,0 0 1 0 0,0 0 0 0 0,1 0-1 0 0,-1 0 1 0 0,0 0 0 0 0,1 0-1 0 0,-1 1 1 0 0,0-1 0 0 0,1 0-1 0 0,-1 1 1 0 0,1-1 0 0 0,1 0-1 0 0,6 0-1 0 0,0 0 0 0 0,-1 0 0 0 0,1 1 0 0 0,0 0 0 0 0,-1 1 0 0 0,11 1 0 0 0,38 2 0 0 0,166-5 0 0 0,12 0 0 0 0,-123-16 0 0 0,11 0 0 0 0,-86 12 0 0 0,-1 0 0 0 0,1-3 0 0 0,34-11 0 0 0,-25 6 0 0 0,49-8 0 0 0,-55 16 0 0 0,-22 4 0 0 0,0-2 0 0 0,1 0 0 0 0,-1-1 0 0 0,0 0 0 0 0,21-10 0 0 0,-37 13 0 0 0,0 0 0 0 0,0 1 0 0 0,0-1 0 0 0,0 1 0 0 0,1-1 0 0 0,-1 1 0 0 0,0 0 0 0 0,0 0 0 0 0,1 0 0 0 0,1 0 0 0 0,1 0 0 0 0,-5 0-74 0 0,5-17-5937 0 0,-6 14 5892 0 0,0 0-1 0 0,1-1 1 0 0,-1 1 0 0 0,-1 0 0 0 0,1 0 0 0 0,0 0-1 0 0,-1 0 1 0 0,1 0 0 0 0,-1 0 0 0 0,0 0 0 0 0,0 0-1 0 0,0 1 1 0 0,-1-1 0 0 0,-2-2 0 0 0,-2-4 260 0 0,-8-10-335 0 0,4 3 875 0 0,-1 1 0 0 0,-1 1 0 0 0,0 0 0 0 0,-21-17 0 0 0,29 26-361 0 0,0 0-1 0 0,0-1 1 0 0,0 0-1 0 0,-7-11 1 0 0,10 13-211 0 0,-1-1 0 0 0,1 1 1 0 0,-1 0-1 0 0,0 0 0 0 0,-1 0 0 0 0,1 1 1 0 0,-1-1-1 0 0,1 1 0 0 0,-1 0 0 0 0,0 0 1 0 0,0 0-1 0 0,-5-2 0 0 0,15 10 20 0 0,1 1 0 0 0,-1 1-1 0 0,0-1 1 0 0,-1 1 0 0 0,7 11-1 0 0,-1-3-148 0 0,1 0-1 0 0,17 17 1 0 0,40 17 18 0 0,-55-41 12 0 0,0 1-1 0 0,0 1 1 0 0,-1 0-1 0 0,0 1 0 0 0,-1 0 1 0 0,12 15-1 0 0,-17-18-9 0 0,0 0 0 0 0,1 0 0 0 0,0-1 0 0 0,0 0 0 0 0,0-1 0 0 0,1 0 0 0 0,0 0 0 0 0,0-1 0 0 0,1 0 0 0 0,17 6 0 0 0,-27-10 0 0 0,1-1 0 0 0,0 0 0 0 0,0 0 0 0 0,-1 1 0 0 0,1-1 0 0 0,0 0 0 0 0,-1 1 0 0 0,1-1 0 0 0,0 1 0 0 0,-1-1 0 0 0,1 1 0 0 0,0-1 0 0 0,-1 1 0 0 0,1-1 0 0 0,-1 1 0 0 0,1 0 0 0 0,-1-1 0 0 0,1 1 0 0 0,-1 0 0 0 0,0-1 0 0 0,1 1 0 0 0,-1 0 0 0 0,0 0 0 0 0,0-1 0 0 0,1 1 0 0 0,-1 0 0 0 0,0 0 0 0 0,0-1 0 0 0,0 1 0 0 0,0 0 0 0 0,0 0 0 0 0,0 0 0 0 0,0-1 0 0 0,0 1 0 0 0,0 0 0 0 0,0 0 0 0 0,-1 0 0 0 0,1-1 0 0 0,0 1 0 0 0,0 0 0 0 0,-1 0 0 0 0,1-1 0 0 0,-1 1 0 0 0,1 0 0 0 0,-4 6 0 0 0,-1-1 0 0 0,1-1 0 0 0,-1 1 0 0 0,-7 6 0 0 0,-4 6 0 0 0,15-17-2 0 0,-31 45 74 0 0,2 3 1 0 0,-38 83 0 0 0,59-121-1101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47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82 5673 0 0,'-4'1'290'0'0,"-1"0"0"0"0,1 0-1 0 0,0 1 1 0 0,0-1 0 0 0,0 1-1 0 0,0 0 1 0 0,-6 4 0 0 0,-28 10 3447 0 0,195-21 4883 0 0,-21-15-8485 0 0,42-2 66 0 0,245-3 677 0 0,-393 22-753 0 0,-1-2 0 0 0,34-8 0 0 0,-46 8-65 0 0,1 0 0 0 0,0 2 0 0 0,1 0 0 0 0,-1 1 0 0 0,0 0 0 0 0,1 2 0 0 0,-1 0 0 0 0,28 4 0 0 0,-22 1 162 0 0,-18-5-122 0 0,0 1 0 0 0,0 1 0 0 0,0-1 0 0 0,0 1-1 0 0,8 3 1 0 0,-3-6 97 0 0,-11 0-177 0 0,1 1 1 0 0,-1 0-1 0 0,1-1 1 0 0,-1 1-1 0 0,1 0 0 0 0,-1 0 1 0 0,1-1-1 0 0,-1 1 1 0 0,1 0-1 0 0,-1 0 1 0 0,1 0-1 0 0,-1 0 1 0 0,1 0-1 0 0,-1 0 1 0 0,1 0-1 0 0,0 0 0 0 0,-1 0 1 0 0,1 0-1 0 0,-1 0 1 0 0,1 0-1 0 0,-1 0 1 0 0,1 0-1 0 0,-1 1 1 0 0,1-1-1 0 0,-1 0 0 0 0,1 0 1 0 0,-1 1-1 0 0,1-1 1 0 0,-1 0-1 0 0,1 0 1 0 0,-1 1-1 0 0,1-1 1 0 0,-1 1-1 0 0,0-1 0 0 0,1 0 1 0 0,-1 1-1 0 0,0-1 1 0 0,1 1-1 0 0,-1-1 1 0 0,1 1-1 0 0,40 172 65 0 0,7 30-10 0 0,3 41-75 0 0,-27-143 0 0 0,15 137 0 0 0,11 96 0 0 0,-5-99 0 0 0,5 25 0 0 0,-17-67 0 0 0,-8-34 0 0 0,-3-75 90 0 0,-19-76-74 0 0,0 0 0 0 0,1 0 0 0 0,0 0-1 0 0,0 0 1 0 0,1-1 0 0 0,0 1 0 0 0,10 10-1 0 0,-10-14 508 0 0,-3-3-1313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47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46 339 3177 0 0,'-6'-6'535'0'0,"0"-1"0"0"0,0 0 1 0 0,1 0-1 0 0,-7-12 0 0 0,2-17 11944 0 0,31 51-7166 0 0,-5-1-5379 0 0,2-1 1 0 0,27 18-1 0 0,3 1-45 0 0,104 73 171 0 0,-150-103-60 0 0,1 0-1 0 0,-1 0 1 0 0,1-1 0 0 0,-1 1-1 0 0,1 0 1 0 0,0-1 0 0 0,0 0-1 0 0,0 0 1 0 0,0 0 0 0 0,0 0-1 0 0,0 0 1 0 0,5 0 0 0 0,-7-1 12 0 0,1 0-1 0 0,0-1 1 0 0,0 1 0 0 0,-1-1 0 0 0,1 0 0 0 0,-1 1 0 0 0,1-1 0 0 0,-1 0-1 0 0,1 0 1 0 0,-1 0 0 0 0,1 0 0 0 0,-1 0 0 0 0,0 0 0 0 0,1 0-1 0 0,-1-1 1 0 0,0 1 0 0 0,0 0 0 0 0,0-1 0 0 0,0 1 0 0 0,0-1 0 0 0,0 1-1 0 0,-1-1 1 0 0,2-2 0 0 0,19-39 208 0 0,-3 0-1 0 0,-1-1 1 0 0,-3-1-1 0 0,-1-1 1 0 0,9-61 0 0 0,-20 63-168 0 0,-3 36-39 0 0,1-1 0 0 0,0 1-1 0 0,1-1 1 0 0,0 1 0 0 0,0-1 0 0 0,1 1 0 0 0,4-15-1 0 0,-3 19-1644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0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30 3681 0 0,'-30'-29'11272'0'0,"30"35"-10575"0"0,1 5-5006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0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1 1 456 0 0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0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15 512 0 0,'1'-7'0'0'0,"-1"0"0"0"0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0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18 157 456 0 0,'-2'-4'191'0'0,"0"0"0"0"0,0-1 0 0 0,0 1 0 0 0,0-1 0 0 0,1 0 0 0 0,-1 1 0 0 0,1-1 1 0 0,1 0-1 0 0,-2-8 0 0 0,1-51 2827 0 0,1 48-839 0 0,0 15-1717 0 0,0-1-1 0 0,12-17 7912 0 0,-10 30-5653 0 0,-3-3-2134 0 0,-2 29 93 0 0,0-8-384 0 0,0 0 1 0 0,3 0 0 0 0,0 1 0 0 0,5 32-1 0 0,-3-53-283 0 0,-1 0-1 0 0,2-1 1 0 0,-1 1-1 0 0,1-1 1 0 0,0 1-1 0 0,1-1 1 0 0,0 0-1 0 0,0-1 0 0 0,1 1 1 0 0,0-1-1 0 0,0 0 1 0 0,1 0-1 0 0,0 0 1 0 0,0-1-1 0 0,1 0 0 0 0,-1 0 1 0 0,1 0-1 0 0,13 7 1 0 0,-6-5-7 0 0,0 0 0 0 0,1-1 0 0 0,-1 0 0 0 0,1-1 0 0 0,23 5 0 0 0,-34-10-19 0 0,0 0 0 0 0,0 0 0 0 0,0-1 0 0 0,0 1 0 0 0,0-1 0 0 0,0 0 0 0 0,0 0 0 0 0,0-1 1 0 0,0 1-1 0 0,0-1 0 0 0,0 0 0 0 0,0 0 0 0 0,0 0 0 0 0,0 0 0 0 0,0-1 0 0 0,-1 0 0 0 0,1 1 0 0 0,0-1 0 0 0,-1-1 0 0 0,0 1 0 0 0,1 0 0 0 0,-1-1 0 0 0,0 0 0 0 0,0 0 0 0 0,-1 0 0 0 0,5-5 0 0 0,2-6-1638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0.9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5985 0 0,'2'-6'3705'0'0,"13"14"17"0"0,-9-2-2947 0 0,-1 1-1 0 0,0-1 1 0 0,-1 1-1 0 0,1 0 1 0 0,-1 1-1 0 0,-1-1 1 0 0,1 1-1 0 0,3 15 1 0 0,14 72 1029 0 0,-15-62-1460 0 0,36 218-440 0 0,-37-226-1568 0 0,2 0-5800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2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88 3225 0 0,'-1'-7'746'0'0,"0"0"0"0"0,1 0 0 0 0,0 0 0 0 0,1 0 1 0 0,0 0-1 0 0,2-11 0 0 0,-1 5 1672 0 0,4-2 2517 0 0,3 16-1569 0 0,-7 1-3191 0 0,-1 0 0 0 0,1-1 0 0 0,-1 1-1 0 0,1 0 1 0 0,-1 0 0 0 0,0 0 0 0 0,0 0-1 0 0,0 0 1 0 0,0 0 0 0 0,1 4 0 0 0,2 9-110 0 0,2 11 13 0 0,2 0 1 0 0,1 0-1 0 0,0-1 0 0 0,17 29 1 0 0,-22-47-73 0 0,0-1 0 0 0,0 1 0 0 0,1-1 0 0 0,0 0 0 0 0,1 0 0 0 0,-1-1 0 0 0,1 1 1 0 0,0-1-1 0 0,0 0 0 0 0,1-1 0 0 0,-1 0 0 0 0,1 0 0 0 0,0 0 0 0 0,0-1 0 0 0,0 0 0 0 0,1 0 0 0 0,-1 0 0 0 0,1-1 1 0 0,10 1-1 0 0,-11-2 13 0 0,0-1 1 0 0,0 0 0 0 0,0 0 0 0 0,1 0-1 0 0,-1-1 1 0 0,0 0 0 0 0,-1-1 0 0 0,1 0-1 0 0,0 0 1 0 0,0 0 0 0 0,-1-1 0 0 0,1 0 0 0 0,7-4-1 0 0,-9 4 33 0 0,0 0 0 0 0,0-1 0 0 0,-1 1 0 0 0,1-1-1 0 0,-1 0 1 0 0,1 0 0 0 0,-1-1 0 0 0,-1 1 0 0 0,1-1-1 0 0,-1 0 1 0 0,1 0 0 0 0,-1 0 0 0 0,-1 0 0 0 0,1 0 0 0 0,-1-1-1 0 0,2-6 1 0 0,-4 12-83 0 0,0 0 0 0 0,1-1 0 0 0,-1 1 0 0 0,0 0 0 0 0,0-1 0 0 0,0 1 0 0 0,0 0 0 0 0,0-1 0 0 0,0 1 0 0 0,0-1 0 0 0,0 1 0 0 0,-1 0 0 0 0,1-1 0 0 0,0 1 0 0 0,0 0 0 0 0,0 0 0 0 0,0-1 0 0 0,0 1 0 0 0,0 0 0 0 0,-1-1 0 0 0,1 1 0 0 0,0 0 0 0 0,0-1 0 0 0,-1 1 0 0 0,1 0 0 0 0,0 0 0 0 0,0 0 0 0 0,-1-1 0 0 0,1 1 0 0 0,0 0 0 0 0,0 0 0 0 0,-1 0 0 0 0,1-1 0 0 0,0 1 0 0 0,-1 0 0 0 0,1 0 0 0 0,0 0 0 0 0,-1 0 0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2.9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 7370 0 0,'3'-3'517'0'0,"-1"1"1"0"0,1 0 0 0 0,0 0 0 0 0,-1 0 0 0 0,1 0 0 0 0,0 0 0 0 0,0 1 0 0 0,0 0 0 0 0,0-1 0 0 0,0 1-1 0 0,1 0 1 0 0,-1 0 0 0 0,0 1 0 0 0,6-2 0 0 0,-7 2-687 0 0,1 0 0 0 0,-1 0 1 0 0,1 1-1 0 0,-1-1 0 0 0,1 0 0 0 0,-1 1 0 0 0,0-1 1 0 0,1 1-1 0 0,-1 0 0 0 0,0 0 0 0 0,0 0 0 0 0,0 0 1 0 0,1 0-1 0 0,-1 1 0 0 0,0-1 0 0 0,0 1 0 0 0,-1-1 1 0 0,1 1-1 0 0,0 0 0 0 0,2 2 0 0 0,1 5-1174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3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19 142 6913 0 0,'-5'-10'135'0'0,"3"6"517"0"0,0 1 0 0 0,0-1 0 0 0,0 0 0 0 0,1 0 0 0 0,-1 0 0 0 0,1 0 0 0 0,-1-5 1 0 0,2 6-485 0 0,0 1 0 0 0,1 0 1 0 0,-1-1-1 0 0,0 1 0 0 0,1 0 0 0 0,-1 0 1 0 0,1 0-1 0 0,0 0 0 0 0,0-1 1 0 0,0 1-1 0 0,0 0 0 0 0,0 0 0 0 0,0 1 1 0 0,0-1-1 0 0,1 0 0 0 0,-1 0 1 0 0,3-2-1 0 0,2-2 134 0 0,-1 0 0 0 0,1 1 0 0 0,0 0 0 0 0,0 0 0 0 0,0 0 0 0 0,1 1 1 0 0,-1 0-1 0 0,1 0 0 0 0,11-4 0 0 0,-16 8-251 0 0,1-1 0 0 0,-1 0 0 0 0,1 1 0 0 0,-1-1 0 0 0,1 1 0 0 0,0 0 0 0 0,-1 0 0 0 0,1 0-1 0 0,-1 0 1 0 0,1 1 0 0 0,0-1 0 0 0,-1 1 0 0 0,1-1 0 0 0,-1 1 0 0 0,1 0 0 0 0,-1 0 0 0 0,1 0 0 0 0,-1 0 0 0 0,0 0 0 0 0,0 1 0 0 0,1-1 0 0 0,-1 1 0 0 0,0-1 0 0 0,0 1 0 0 0,0 0 0 0 0,-1 0 0 0 0,1 0 0 0 0,0 0 0 0 0,-1 0 0 0 0,1 0 0 0 0,1 5 0 0 0,3 4-36 0 0,-1 2 1 0 0,0-1 0 0 0,0 0 0 0 0,-2 1-1 0 0,1 0 1 0 0,-2 0 0 0 0,0 0 0 0 0,1 26-1 0 0,-1-18 106 0 0,0 0-1 0 0,8 28 0 0 0,-10-49-98 0 0,0 1-1 0 0,0-1 1 0 0,1 0-1 0 0,-1 1 1 0 0,0-1-1 0 0,0 1 1 0 0,0-1-1 0 0,1 0 1 0 0,-1 1-1 0 0,0-1 1 0 0,1 1-1 0 0,-1-1 1 0 0,0 0-1 0 0,1 1 1 0 0,-1-1-1 0 0,0 0 1 0 0,1 0-1 0 0,-1 1 1 0 0,1-1-1 0 0,-1 0 1 0 0,0 0-1 0 0,1 0 1 0 0,-1 1-1 0 0,1-1 1 0 0,-1 0 0 0 0,1 0-1 0 0,-1 0 1 0 0,1 0-1 0 0,0 0 1 0 0,18-5 487 0 0,19-18 206 0 0,-34 20-596 0 0,14-9-61 0 0,0 0 1 0 0,1 2-1 0 0,1 0 1 0 0,-1 1-1 0 0,1 0 1 0 0,1 2-1 0 0,32-7 1 0 0,-37 12-239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7.4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3310 1214 5065 0 0,'6'3'294'0'0,"1"-1"-1"0"0,-1 0 1 0 0,0-1 0 0 0,1 1-1 0 0,-1-1 1 0 0,1 0 0 0 0,21-1 11452 0 0,-236 23-7267 0 0,-30 3-4551 0 0,34-8 410 0 0,-215-8-1 0 0,349-8-256 0 0,0 3 1 0 0,0 4-1 0 0,1 2 1 0 0,-72 22-1 0 0,75-19-192 0 0,-118 9 0 0 0,-28 6-10 0 0,104-4-53 0 0,23-5 37 0 0,-150 17 0 0 0,138-29 150 0 0,7 0-52 0 0,-180-7 1 0 0,260-2 38 0 0,0 0 0 0 0,0 1 0 0 0,1-1 0 0 0,-1 2 0 0 0,0 0 0 0 0,0 0 0 0 0,0 1 0 0 0,0 0 0 0 0,1 0 0 0 0,-1 1 0 0 0,1 1 0 0 0,0-1 0 0 0,0 1 0 0 0,-15 10 0 0 0,15-9 0 0 0,-2 3 0 0 0,-2-1 0 0 0,1 0 0 0 0,-20 7 0 0 0,32-14 0 0 0,-1 1 0 0 0,1-1 0 0 0,-1 0 0 0 0,1 0 0 0 0,-1 0 0 0 0,1 0 0 0 0,-1 0 0 0 0,1 0 0 0 0,-1 0 0 0 0,1 0 0 0 0,-1 0 0 0 0,1 0 0 0 0,0 0 0 0 0,-1 0 0 0 0,1-1 0 0 0,-1 1 0 0 0,1 0 0 0 0,-1 0 0 0 0,1 0 0 0 0,-1 0 0 0 0,1-1 0 0 0,0 1 0 0 0,-1 0 0 0 0,1-1 0 0 0,0 1 0 0 0,-1 0 0 0 0,1-1 0 0 0,0 1 0 0 0,-1 0 0 0 0,1-1 0 0 0,-1 0 0 0 0,-4-5 0 0 0,0 0 0 0 0,0-1 0 0 0,1 0 0 0 0,0 0 0 0 0,0 0 0 0 0,0 0 0 0 0,1-1 0 0 0,-3-8 0 0 0,-18-75 0 0 0,6 17 0 0 0,0 12 260 0 0,-17-116-1 0 0,8-67-441 0 0,6 37 277 0 0,6 49-83 0 0,-18-101 278 0 0,21 187-206 0 0,6 35 3 0 0,-18-59 0 0 0,0 55-3378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7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182 151 5817 0 0,'-17'11'930'0'0,"2"1"0"0"0,-1 0-1 0 0,1 2 1 0 0,1 0 0 0 0,1 0-1 0 0,0 1 1 0 0,1 1-1 0 0,0 0 1 0 0,1 1 0 0 0,-15 32-1 0 0,19-36-288 0 0,-3 11 1162 0 0,10-24-1791 0 0,0 0 1 0 0,0 0 0 0 0,0 0-1 0 0,0 0 1 0 0,0 0 0 0 0,0 0-1 0 0,0 0 1 0 0,0-1 0 0 0,0 1-1 0 0,0 0 1 0 0,0 0 0 0 0,0 0-1 0 0,1 0 1 0 0,-1 0 0 0 0,0 0-1 0 0,0 0 1 0 0,0 0 0 0 0,0 0 0 0 0,0 0-1 0 0,0 0 1 0 0,0 0 0 0 0,0 0-1 0 0,0 0 1 0 0,0 0 0 0 0,0 0-1 0 0,0 0 1 0 0,0 0 0 0 0,0 0-1 0 0,1 0 1 0 0,-1 0 0 0 0,0 0-1 0 0,0 0 1 0 0,0 0 0 0 0,0 0-1 0 0,0 1 1 0 0,0-1 0 0 0,0 0-1 0 0,0 0 1 0 0,0 0 0 0 0,0 0-1 0 0,0 0 1 0 0,0 0 0 0 0,0 0-1 0 0,0 0 1 0 0,0 0 0 0 0,0 0-1 0 0,0 0 1 0 0,0 0 0 0 0,0 0-1 0 0,0 0 1 0 0,1 0 0 0 0,-1 0-1 0 0,0 0 1 0 0,0 1 0 0 0,0-1-1 0 0,0 0 1 0 0,0 0 0 0 0,0 0-1 0 0,0 0 1 0 0,0 0 0 0 0,0 0-1 0 0,0 0 1 0 0,12-12 466 0 0,8-14-173 0 0,-1-1 1 0 0,-1-1-1 0 0,-1 0 0 0 0,25-60 0 0 0,20-36 245 0 0,-60 121-502 0 0,0-1 0 0 0,0 1 0 0 0,0 0-1 0 0,0 0 1 0 0,0 0 0 0 0,1 1 0 0 0,0-1 0 0 0,-1 1 0 0 0,1-1-1 0 0,0 1 1 0 0,0 0 0 0 0,0 0 0 0 0,1 0 0 0 0,-1 0 0 0 0,0 1-1 0 0,1-1 1 0 0,-1 1 0 0 0,5-1 0 0 0,-5 1-35 0 0,0 1 1 0 0,0 1-1 0 0,0-1 0 0 0,0 0 1 0 0,0 1-1 0 0,0-1 0 0 0,0 1 1 0 0,0 0-1 0 0,-1 0 0 0 0,1 0 1 0 0,0 1-1 0 0,0-1 0 0 0,-1 0 1 0 0,1 1-1 0 0,-1 0 1 0 0,1 0-1 0 0,-1 0 0 0 0,0 0 1 0 0,0 0-1 0 0,0 0 0 0 0,0 0 1 0 0,0 1-1 0 0,2 2 0 0 0,10 17 59 0 0,0 1 0 0 0,-2 0 0 0 0,12 28 0 0 0,-16-31-72 0 0,0-1 0 0 0,2 0-1 0 0,0 0 1 0 0,2-1 0 0 0,0-1 0 0 0,14 17 0 0 0,-16-24-152 0 0,1 0-1 0 0,0 0 1 0 0,0-1 0 0 0,1 0 0 0 0,0-1 0 0 0,1 0 0 0 0,-1-1 0 0 0,2 0 0 0 0,23 7 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8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11 10594 0 0,'-4'-4'360'0'0,"4"4"-292"0"0,0 0 0 0 0,0-1-1 0 0,0 1 1 0 0,0 0-1 0 0,0-1 1 0 0,-1 1 0 0 0,1 0-1 0 0,0-1 1 0 0,0 1-1 0 0,0 0 1 0 0,-1-1 0 0 0,1 1-1 0 0,0 0 1 0 0,-1 0 0 0 0,1-1-1 0 0,0 1 1 0 0,0 0-1 0 0,-1 0 1 0 0,1 0 0 0 0,0 0-1 0 0,-1-1 1 0 0,1 1-1 0 0,0 0 1 0 0,-1 0 0 0 0,1 0-1 0 0,0 0 1 0 0,-1 0 0 0 0,1 0-1 0 0,-1 0 1 0 0,1 0-1 0 0,0 0 1 0 0,-1 0 0 0 0,1 0-1 0 0,0 0 1 0 0,-1 0-1 0 0,1 0 1 0 0,0 0 0 0 0,-1 0-1 0 0,1 0 1 0 0,0 1 0 0 0,-1-1-1 0 0,1 0 1 0 0,0 0-1 0 0,-1 0 1 0 0,1 1 0 0 0,0-1-1 0 0,-1 0 1 0 0,1 0-1 0 0,0 1 1 0 0,0-1 0 0 0,-1 0-1 0 0,1 0 1 0 0,0 1-1 0 0,0-1 1 0 0,0 0 0 0 0,0 1-1 0 0,-2 1 882 0 0,1 3-298 0 0,-2 17-211 0 0,0 1 0 0 0,1-1 1 0 0,2 1-1 0 0,0-1 1 0 0,6 39-1 0 0,2-12-147 0 0,23 77 0 0 0,-25-106-213 0 0,1 0-1 0 0,1-1 0 0 0,1 0 1 0 0,0-1-1 0 0,2 0 0 0 0,14 20 1 0 0,-20-32-28 0 0,0 0 1 0 0,0 0 0 0 0,0 0-1 0 0,1 0 1 0 0,-1-1 0 0 0,2 0-1 0 0,-1 0 1 0 0,0 0-1 0 0,1-1 1 0 0,0 0 0 0 0,0-1-1 0 0,0 1 1 0 0,0-1 0 0 0,1-1-1 0 0,-1 1 1 0 0,1-1 0 0 0,0-1-1 0 0,0 1 1 0 0,8 0 0 0 0,-13-2-26 0 0,-1 0 0 0 0,1-1 0 0 0,-1 1 0 0 0,1 0 1 0 0,-1-1-1 0 0,1 0 0 0 0,-1 1 0 0 0,1-1 0 0 0,-1 0 1 0 0,0 0-1 0 0,1 0 0 0 0,-1 0 0 0 0,0-1 0 0 0,0 1 1 0 0,0-1-1 0 0,0 1 0 0 0,0-1 0 0 0,0 0 0 0 0,2-2 1 0 0,-1 0-19 0 0,-1-1 1 0 0,1 1-1 0 0,-1-1 1 0 0,0 1-1 0 0,0-1 1 0 0,0 0-1 0 0,0 0 1 0 0,-1 1-1 0 0,1-7 1 0 0,0-8-723 0 0,0-1 1 0 0,-1 1 0 0 0,-4-38 0 0 0,-1 28-359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8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94 11522 0 0,'-3'-2'767'0'0,"0"0"0"0"0,1 0 0 0 0,-1 0 0 0 0,1-1-1 0 0,-1 1 1 0 0,1-1 0 0 0,-3-5 0 0 0,2 5-552 0 0,0-1-1 0 0,1 0 1 0 0,-1-1 0 0 0,1 1-1 0 0,0 0 1 0 0,0-1 0 0 0,1 1 0 0 0,-1-1-1 0 0,0-7 1 0 0,2 12-314 0 0,0-1-1 0 0,0 0 1 0 0,0 0 0 0 0,0 0-1 0 0,0 0 1 0 0,1 1-1 0 0,-1-1 1 0 0,0 0 0 0 0,0 0-1 0 0,1 0 1 0 0,-1 1-1 0 0,1-1 1 0 0,-1 0-1 0 0,1 1 1 0 0,-1-1 0 0 0,1 0-1 0 0,-1 1 1 0 0,1-1-1 0 0,-1 0 1 0 0,1 1 0 0 0,0-1-1 0 0,-1 1 1 0 0,1 0-1 0 0,0-1 1 0 0,0 1 0 0 0,-1-1-1 0 0,1 1 1 0 0,0 0-1 0 0,0-1 1 0 0,-1 1-1 0 0,1 0 1 0 0,0 0 0 0 0,0 0-1 0 0,0 0 1 0 0,0 0-1 0 0,-1 0 1 0 0,1 0 0 0 0,0 0-1 0 0,0 0 1 0 0,0 0-1 0 0,0 0 1 0 0,-1 0 0 0 0,1 1-1 0 0,0-1 1 0 0,0 0-1 0 0,0 1 1 0 0,0-1 0 0 0,9 5-1587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0:59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44 1376 0 0,'-38'-11'15314'0'0,"41"8"-14824"0"0,1 0-392 0 0,-1 0 1 0 0,1 0 0 0 0,0 0-1 0 0,0 1 1 0 0,0 0 0 0 0,0 0-1 0 0,0 0 1 0 0,0 0 0 0 0,0 0 0 0 0,1 1-1 0 0,-1 0 1 0 0,1 0 0 0 0,-1 0-1 0 0,1 0 1 0 0,-1 1 0 0 0,1 0-1 0 0,-1 0 1 0 0,1 0 0 0 0,0 0-1 0 0,-1 1 1 0 0,1 0 0 0 0,-1 0 0 0 0,0 0-1 0 0,1 0 1 0 0,-1 1 0 0 0,0 0-1 0 0,1 0 1 0 0,-1 0 0 0 0,0 0-1 0 0,-1 1 1 0 0,1-1 0 0 0,0 1-1 0 0,-1 0 1 0 0,1 0 0 0 0,-1 0-1 0 0,0 1 1 0 0,0-1 0 0 0,0 1 0 0 0,-1 0-1 0 0,1 0 1 0 0,-1-1 0 0 0,0 2-1 0 0,0-1 1 0 0,0 0 0 0 0,-1 0-1 0 0,1 1 1 0 0,1 6 0 0 0,-1 8-67 0 0,0 0 0 0 0,-2 28 0 0 0,-1-29 13 0 0,2 1 0 0 0,4 31 1 0 0,-5-49-47 0 0,1-1 0 0 0,-1 1 1 0 0,0 0-1 0 0,1-1 1 0 0,-1 1-1 0 0,1-1 0 0 0,-1 1 1 0 0,1-1-1 0 0,-1 0 0 0 0,1 1 1 0 0,-1-1-1 0 0,1 1 0 0 0,0-1 1 0 0,-1 0-1 0 0,1 0 1 0 0,0 1-1 0 0,-1-1 0 0 0,1 0 1 0 0,0 0-1 0 0,-1 0 0 0 0,1 1 1 0 0,0-1-1 0 0,-1 0 1 0 0,1 0-1 0 0,0 0 0 0 0,-1 0 1 0 0,1-1-1 0 0,0 1 0 0 0,-1 0 1 0 0,1 0-1 0 0,0 0 0 0 0,1-1 1 0 0,30-7 45 0 0,-22 5-12 0 0,-8 2-52 0 0,69-12-174 0 0,-64 12 194 0 0,0 0 0 0 0,0 1 1 0 0,0 0-1 0 0,0 0 0 0 0,0 1 0 0 0,0 0 0 0 0,0 0 1 0 0,8 3-1 0 0,-13-3 1 0 0,0-1 1 0 0,0 1-1 0 0,0 0 1 0 0,-1 0-1 0 0,1-1 1 0 0,0 1-1 0 0,-1 1 1 0 0,1-1-1 0 0,0 0 1 0 0,-1 0-1 0 0,0 1 1 0 0,1-1-1 0 0,-1 0 1 0 0,0 1-1 0 0,1-1 1 0 0,-1 1-1 0 0,0 0 1 0 0,0 0-1 0 0,0-1 1 0 0,-1 1-1 0 0,1 0 1 0 0,1 3-1 0 0,-2-2 25 0 0,0 1-1 0 0,0-1 1 0 0,0 1-1 0 0,0-1 0 0 0,0 0 1 0 0,-1 1-1 0 0,0-1 1 0 0,1 0-1 0 0,-1 1 0 0 0,0-1 1 0 0,-1 0-1 0 0,-1 4 1 0 0,-4 6 117 0 0,-2 1-1 0 0,1-1 1 0 0,-2 0 0 0 0,-15 16 0 0 0,13-14-51 0 0,0-2 1 0 0,-2 1-1 0 0,1-2 0 0 0,-2 0 1 0 0,0 0-1 0 0,0-2 0 0 0,-1 0 1 0 0,-28 14-1 0 0,37-19-1785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8.5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 85 5065 0 0,'-1'1'226'0'0,"0"1"0"0"0,0 0 0 0 0,1-1-1 0 0,-1 1 1 0 0,0 0 0 0 0,1-1 0 0 0,-1 1 0 0 0,1 0-1 0 0,0 0 1 0 0,-1-1 0 0 0,1 1 0 0 0,0 0 0 0 0,0 0 0 0 0,0 0-1 0 0,1 2 1 0 0,4 30 2558 0 0,-4-30-2234 0 0,-1-3-380 0 0,0 1 0 0 0,0-1 0 0 0,1 0 0 0 0,-1 0 0 0 0,1 1 0 0 0,-1-1 0 0 0,0 0 1 0 0,1 0-1 0 0,0 0 0 0 0,-1 1 0 0 0,1-1 0 0 0,0 0 0 0 0,0 0 0 0 0,-1 0 0 0 0,1 0 0 0 0,0 0 0 0 0,0 0 0 0 0,0-1 0 0 0,0 1 0 0 0,0 0 0 0 0,1 0 1 0 0,-1-1-1 0 0,2 2 0 0 0,-3-2-93 0 0,1 0 0 0 0,-1 0 0 0 0,0 0 1 0 0,1 0-1 0 0,-1 0 0 0 0,1 0 0 0 0,-1 0 1 0 0,1 0-1 0 0,-1-1 0 0 0,0 1 0 0 0,1 0 0 0 0,-1 0 1 0 0,1 0-1 0 0,-1 0 0 0 0,0-1 0 0 0,1 1 1 0 0,-1 0-1 0 0,0 0 0 0 0,1-1 0 0 0,-1 1 1 0 0,0 0-1 0 0,1 0 0 0 0,-1-1 0 0 0,0 1 0 0 0,1-1 1 0 0,3-18 51 0 0,-5 14-123 0 0,1 0 0 0 0,-1 0 0 0 0,-1 0 0 0 0,1 0 0 0 0,-1 1 0 0 0,0-1 0 0 0,0 1 0 0 0,0-1 0 0 0,-1 1 0 0 0,1 0 0 0 0,-1-1 0 0 0,0 2 0 0 0,-5-6 0 0 0,6 7-3 0 0,1 0 0 0 0,-1-1-1 0 0,0 1 1 0 0,0 0 0 0 0,-1 0-1 0 0,1 1 1 0 0,0-1 0 0 0,-1 0 0 0 0,1 1-1 0 0,-1 0 1 0 0,1-1 0 0 0,-1 1-1 0 0,0 0 1 0 0,1 0 0 0 0,-1 0-1 0 0,0 1 1 0 0,0-1 0 0 0,0 1-1 0 0,1-1 1 0 0,-1 1 0 0 0,0 0 0 0 0,0 0-1 0 0,-6 1 1 0 0,8 0-6 0 0,-1 0 1 0 0,0 0-1 0 0,1 0 1 0 0,-1 0-1 0 0,1 1 1 0 0,-1-1-1 0 0,1 0 1 0 0,0 1-1 0 0,0-1 1 0 0,-1 1-1 0 0,1-1 1 0 0,0 1-1 0 0,0 0 0 0 0,0-1 1 0 0,1 1-1 0 0,-1 0 1 0 0,0 0-1 0 0,1-1 1 0 0,-1 1-1 0 0,1 0 1 0 0,-1 0-1 0 0,1 0 1 0 0,0 0-1 0 0,0 0 1 0 0,0 0-1 0 0,0-1 1 0 0,0 1-1 0 0,0 0 0 0 0,2 4 1 0 0,-2-5 0 0 0,0 1 0 0 0,0 0-1 0 0,1-1 1 0 0,-1 1 0 0 0,0 0 0 0 0,1-1 0 0 0,0 1 0 0 0,-1 0-1 0 0,1-1 1 0 0,0 1 0 0 0,0-1 0 0 0,0 0 0 0 0,0 1 0 0 0,0-1-1 0 0,0 0 1 0 0,0 1 0 0 0,0-1 0 0 0,1 0 0 0 0,-1 0-1 0 0,1 0 1 0 0,-1 0 0 0 0,0 0 0 0 0,1 0 0 0 0,0 0 0 0 0,-1-1-1 0 0,1 1 1 0 0,-1-1 0 0 0,1 1 0 0 0,0-1 0 0 0,-1 1 0 0 0,1-1-1 0 0,0 0 1 0 0,0 0 0 0 0,1 0 0 0 0,1 0 87 0 0,-1-1 0 0 0,1 0 1 0 0,-1 0-1 0 0,0 0 0 0 0,1-1 1 0 0,-1 1-1 0 0,0-1 0 0 0,0 0 0 0 0,0 0 1 0 0,0 0-1 0 0,0 0 0 0 0,0 0 0 0 0,0 0 1 0 0,-1-1-1 0 0,0 0 0 0 0,1 1 1 0 0,-1-1-1 0 0,0 0 0 0 0,0 0 0 0 0,3-6 1 0 0,-4 7-14 0 0,0-1 0 0 0,0 0 0 0 0,0 0 0 0 0,0 0 0 0 0,0 0 0 0 0,0 0 0 0 0,-1 0 0 0 0,1 0 0 0 0,-1 0 1 0 0,0 0-1 0 0,0 0 0 0 0,0 0 0 0 0,0 0 0 0 0,-1 0 0 0 0,1 0 0 0 0,-1 0 0 0 0,0 0 0 0 0,1 0 0 0 0,-2 0 0 0 0,1 0 0 0 0,0 0 0 0 0,0 0 1 0 0,-4-4-1 0 0,3 5-65 0 0,1 0 1 0 0,-1 0-1 0 0,0 0 1 0 0,0 0-1 0 0,0 0 1 0 0,0 0 0 0 0,0 1-1 0 0,-1-1 1 0 0,1 1-1 0 0,0 0 1 0 0,-1 0-1 0 0,1 0 1 0 0,-1 0-1 0 0,1 0 1 0 0,-1 0 0 0 0,1 0-1 0 0,-1 1 1 0 0,0-1-1 0 0,1 1 1 0 0,-1 0-1 0 0,0 0 1 0 0,1 0-1 0 0,-1 0 1 0 0,0 1 0 0 0,1-1-1 0 0,-1 0 1 0 0,1 1-1 0 0,-1 0 1 0 0,0 0-1 0 0,1 0 1 0 0,0 0-1 0 0,-1 0 1 0 0,1 0 0 0 0,0 1-1 0 0,-1-1 1 0 0,1 1-1 0 0,0 0 1 0 0,0-1-1 0 0,0 1 1 0 0,0 0-1 0 0,1 0 1 0 0,-1 0 0 0 0,0 0-1 0 0,1 1 1 0 0,-1-1-1 0 0,1 0 1 0 0,0 1-1 0 0,0-1 1 0 0,0 1-1 0 0,0-1 1 0 0,0 1 0 0 0,1-1-1 0 0,-1 6 1 0 0,1-8-7 0 0,-1 0 0 0 0,1 0 0 0 0,0 0 1 0 0,0 1-1 0 0,0-1 0 0 0,0 0 0 0 0,0 0 1 0 0,0 1-1 0 0,0-1 0 0 0,0 0 0 0 0,0 1 0 0 0,0-1 1 0 0,0 0-1 0 0,0 0 0 0 0,0 1 0 0 0,0-1 1 0 0,0 0-1 0 0,0 0 0 0 0,0 1 0 0 0,0-1 0 0 0,0 0 1 0 0,0 0-1 0 0,0 1 0 0 0,1-1 0 0 0,-1 0 1 0 0,0 0-1 0 0,0 0 0 0 0,0 1 0 0 0,0-1 1 0 0,1 0-1 0 0,-1 0 0 0 0,0 0 0 0 0,0 0 0 0 0,0 1 1 0 0,1-1-1 0 0,-1 0 0 0 0,0 0 0 0 0,0 0 1 0 0,1 0-1 0 0,-1 0 0 0 0,12-3 33 0 0,11-14 204 0 0,-18 1-19 0 0,-5 15-210 0 0,0 1 1 0 0,0 0-1 0 0,0-1 0 0 0,0 1 1 0 0,0 0-1 0 0,0-1 0 0 0,0 1 1 0 0,0 0-1 0 0,-1-1 0 0 0,1 1 1 0 0,0 0-1 0 0,0 0 0 0 0,0-1 1 0 0,0 1-1 0 0,-1 0 0 0 0,1 0 1 0 0,0-1-1 0 0,0 1 0 0 0,-1 0 1 0 0,1 0-1 0 0,0 0 0 0 0,-1 0 1 0 0,1-1-1 0 0,0 1 0 0 0,0 0 0 0 0,-1 0 1 0 0,1 0-1 0 0,-1 0 0 0 0,0 0-50 0 0,0 0-1 0 0,0 0 1 0 0,0 0-1 0 0,0 0 1 0 0,0 1-1 0 0,0-1 0 0 0,0 0 1 0 0,-1 1-1 0 0,1-1 1 0 0,0 0-1 0 0,1 1 1 0 0,-1 0-1 0 0,0-1 0 0 0,0 1 1 0 0,0 0-1 0 0,0-1 1 0 0,0 1-1 0 0,1 0 1 0 0,-1 0-1 0 0,0-1 0 0 0,0 1 1 0 0,1 0-1 0 0,-1 0 1 0 0,1 0-1 0 0,-1 0 1 0 0,0 1-1 0 0,-4 10-1072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9.9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77 4145 0 0,'-43'2'9851'0'0,"64"-13"-7912"0"0,-13 7-1690 0 0,10-7 309 0 0,0 1-1 0 0,0 1 0 0 0,1 0 1 0 0,1 2-1 0 0,22-7 0 0 0,-38 13-533 0 0,0 0-1 0 0,-1 1 1 0 0,1-1 0 0 0,-1 1-1 0 0,1-1 1 0 0,0 1-1 0 0,-1 0 1 0 0,1 1 0 0 0,0-1-1 0 0,-1 0 1 0 0,1 1 0 0 0,0 0-1 0 0,-1 0 1 0 0,1 0-1 0 0,-1 0 1 0 0,0 1 0 0 0,1-1-1 0 0,-1 1 1 0 0,0 0-1 0 0,0 0 1 0 0,0 0 0 0 0,0 1-1 0 0,0-1 1 0 0,-1 0 0 0 0,1 1-1 0 0,-1 0 1 0 0,1 0-1 0 0,-1 0 1 0 0,0 0 0 0 0,0 0-1 0 0,0 0 1 0 0,-1 0 0 0 0,1 1-1 0 0,-1-1 1 0 0,0 1-1 0 0,1-1 1 0 0,0 7 0 0 0,-1 0-41 0 0,1-1 1 0 0,-2 1-1 0 0,1-1 0 0 0,-1 1 1 0 0,-1-1-1 0 0,0 1 1 0 0,0-1-1 0 0,-4 15 1 0 0,2-11-23 0 0,1-1 1 0 0,0 1 0 0 0,1-1 0 0 0,1 14 0 0 0,0-24 31 0 0,1 0 1 0 0,-1 0 0 0 0,0 0-1 0 0,1 0 1 0 0,0 0 0 0 0,-1 0-1 0 0,1-1 1 0 0,0 1 0 0 0,0 0-1 0 0,0-1 1 0 0,0 1 0 0 0,0 0-1 0 0,0-1 1 0 0,1 0 0 0 0,-1 1-1 0 0,0-1 1 0 0,1 0 0 0 0,-1 1-1 0 0,1-1 1 0 0,0 0 0 0 0,-1 0-1 0 0,1 0 1 0 0,0 0 0 0 0,-1-1-1 0 0,1 1 1 0 0,0 0 0 0 0,3 0-1 0 0,7 2-22 0 0,0-1 0 0 0,0-1 0 0 0,20 1 0 0 0,6 1 12 0 0,-33-2 12 0 0,0 0 0 0 0,0 0 1 0 0,0 1-1 0 0,0-1 0 0 0,0 1 0 0 0,0 0 1 0 0,-1 1-1 0 0,1-1 0 0 0,-1 1 0 0 0,1 0 1 0 0,-1 0-1 0 0,0 0 0 0 0,0 1 0 0 0,0-1 1 0 0,5 8-1 0 0,-6-6 1 0 0,0 0 1 0 0,0 0 0 0 0,-1 0-1 0 0,0 0 1 0 0,0 1 0 0 0,0-1-1 0 0,-1 1 1 0 0,0 0-1 0 0,0-1 1 0 0,0 1 0 0 0,-1 0-1 0 0,0-1 1 0 0,0 1 0 0 0,-1 8-1 0 0,-1 4 156 0 0,0-1-1 0 0,-2 0 0 0 0,0 0 1 0 0,-1 0-1 0 0,-1 0 0 0 0,0-1 1 0 0,-1 1-1 0 0,-11 16 0 0 0,11-22-258 0 0,0 0-1 0 0,-1 0 0 0 0,0-1 0 0 0,-1 0 0 0 0,0 0 0 0 0,-11 8 1 0 0,12-12-854 0 0,-1 0 0 0 0,1 0 1 0 0,-1-1-1 0 0,-18 8 1 0 0,10-6-5675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20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207 169 7834 0 0,'-17'7'266'0'0,"0"1"0"0"0,0 0-1 0 0,1 1 1 0 0,1 1 0 0 0,-20 15 0 0 0,14-10 558 0 0,9-6-344 0 0,2-3 179 0 0,1 0 0 0 0,0 1-1 0 0,1 0 1 0 0,-12 12 0 0 0,20-19-628 0 0,0 0-1 0 0,0 1 1 0 0,0-1-1 0 0,0 0 1 0 0,0 0-1 0 0,0 0 1 0 0,0 0-1 0 0,0 0 1 0 0,0 0-1 0 0,0 0 1 0 0,0 1 0 0 0,0-1-1 0 0,0 0 1 0 0,0 0-1 0 0,0 0 1 0 0,-1 0-1 0 0,1 0 1 0 0,0 0-1 0 0,0 1 1 0 0,1-1 0 0 0,-1 0-1 0 0,0 0 1 0 0,0 0-1 0 0,0 0 1 0 0,0 0-1 0 0,0 0 1 0 0,0 0-1 0 0,0 1 1 0 0,0-1-1 0 0,0 0 1 0 0,0 0 0 0 0,0 0-1 0 0,0 0 1 0 0,0 0-1 0 0,0 0 1 0 0,0 0-1 0 0,0 0 1 0 0,1 1-1 0 0,-1-1 1 0 0,0 0-1 0 0,0 0 1 0 0,0 0 0 0 0,0 0-1 0 0,0 0 1 0 0,0 0-1 0 0,0 0 1 0 0,0 0-1 0 0,1 0 1 0 0,-1 0-1 0 0,0 0 1 0 0,0 0-1 0 0,0 0 1 0 0,0 0 0 0 0,0 0-1 0 0,0 0 1 0 0,1 0-1 0 0,-1 0 1 0 0,14 1 704 0 0,13-5-299 0 0,260-80 882 0 0,-84 20-903 0 0,284-70 174 0 0,-470 129-582 0 0,57-12 107 0 0,-69 16-101 0 0,1 0 0 0 0,0 1 0 0 0,-1-1 0 0 0,1 1 0 0 0,0 1 0 0 0,-1-1 0 0 0,1 1 0 0 0,0 0 0 0 0,-1 0 0 0 0,9 4 0 0 0,-12-4 64 0 0,-1 0 0 0 0,1 0 0 0 0,0 0 1 0 0,-1 1-1 0 0,1-1 0 0 0,-1 0 0 0 0,1 1 0 0 0,-1-1 0 0 0,0 1 0 0 0,0 0 0 0 0,0-1 0 0 0,0 1 1 0 0,0 0-1 0 0,0 0 0 0 0,0 0 0 0 0,-1 0 0 0 0,1 0 0 0 0,0 0 0 0 0,-1 0 0 0 0,1 2 0 0 0,2 48 1314 0 0,-3-32-1330 0 0,7 42 33 0 0,3-1-1 0 0,30 102 0 0 0,-3-17-11 0 0,-10-8-88 0 0,-5 1 0 0 0,-7 2 0 0 0,-4 216 0 0 0,-11-285 59 0 0,1-31 76 0 0,-6 63 0 0 0,3-94-112 0 0,0 1-1 0 0,0 0 1 0 0,-1 0 0 0 0,0-1-1 0 0,0 0 1 0 0,-2 1-1 0 0,1-1 1 0 0,-1-1-1 0 0,0 1 1 0 0,-12 14-1 0 0,11-17 10 0 0,-1-1 0 0 0,0 1 0 0 0,-1-1 0 0 0,0 0 0 0 0,0-1 0 0 0,0 0 0 0 0,0 0 0 0 0,-1-1 0 0 0,0 0 0 0 0,0 0 0 0 0,0-1 0 0 0,0 0 0 0 0,-11 1 0 0 0,-17 3 190 0 0,-76 3-1 0 0,88-9-199 0 0,-209 20 56 0 0,-136 4 72 0 0,322-26-144 0 0,1 3 0 0 0,-1 2 0 0 0,-65 13 0 0 0,105-15-171 0 0,1 0-1 0 0,0-1 0 0 0,-1 0 1 0 0,1-1-1 0 0,-1 0 1 0 0,1 0-1 0 0,-1 0 0 0 0,-8-2 1 0 0,13 1 84 0 0,0 0-1 0 0,0 0 1 0 0,0 0 0 0 0,0 0-1 0 0,1 0 1 0 0,-1-1 0 0 0,0 1-1 0 0,0-1 1 0 0,1 0 0 0 0,-1 0-1 0 0,1 0 1 0 0,0 0 0 0 0,-1 0-1 0 0,1 0 1 0 0,0-1 0 0 0,0 1-1 0 0,1-1 1 0 0,-1 1 0 0 0,0-1-1 0 0,1 0 1 0 0,0 0 0 0 0,-2-2-1 0 0,-2-13-840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21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88 196 5529 0 0,'-9'-27'347'0'0,"2"2"1256"0"0,-1 0-1 0 0,-2 1 1 0 0,0 0-1 0 0,-2 1 1 0 0,-18-24 2923 0 0,29 47-4481 0 0,1 12 1096 0 0,2 13-310 0 0,92 375 578 0 0,-22-116-1421 0 0,-23-15 154 0 0,-30-161-148 0 0,-3 54 393 0 0,-12-104 93 0 0,11 59 0 0 0,-12-115-416 0 0,-3-2-131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0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10 211 5529 0 0,'-9'-6'6922'0'0,"9"1"-6226"0"0,1-10-262 0 0,1 0 1 0 0,0 0 0 0 0,1 0-1 0 0,8-22 1 0 0,3-7-1998 0 0,-5 17-1442 0 0,1-4-1618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0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20 167 456 0 0,'-6'5'3702'0'0,"5"-4"-3496"0"0,1-1 0 0 0,-1 0-1 0 0,1 0 1 0 0,-1 0 0 0 0,1 0 0 0 0,-1 0-1 0 0,1 0 1 0 0,-1 0 0 0 0,1 0-1 0 0,-1 0 1 0 0,1 0 0 0 0,-1 0-1 0 0,1 0 1 0 0,-1-1 0 0 0,0 1-1 0 0,-4-16 1922 0 0,8-25-2324 0 0,23-49-240 0 0,-19 66 425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0.7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0 191 5065 0 0,'2'-3'224'0'0,"-2"1"48"0"0,0 0-272 0 0,0 1 0 0 0,2 1 160 0 0,-2-2-32 0 0,2 0 0 0 0,1-3 0 0 0,1-2-64 0 0,1-4-64 0 0,2-4 96 0 0,0-5-96 0 0,3-4 0 0 0,-1-4 0 0 0,1-5 0 0 0,-1-2 0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0.9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0 159 8754 0 0,'0'0'936'0'0,"2"-1"-609"0"0,-1 1 0 0 0,0-1 1 0 0,0 0-1 0 0,0 1 0 0 0,0-1 0 0 0,0 0 0 0 0,0 0 0 0 0,0 0 1 0 0,-1 0-1 0 0,1 0 0 0 0,0 0 0 0 0,0 0 0 0 0,-1 0 0 0 0,1 0 1 0 0,-1-1-1 0 0,1 1 0 0 0,0-1 0 0 0,9-22 24 0 0,-10 23-428 0 0,8-15-138 0 0,0 1 0 0 0,0 1 0 0 0,2-1 0 0 0,-1 2 0 0 0,13-14 0 0 0,-6 11 215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1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3225 0 0,'0'0'136'0'0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1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94 5449 0 0,'-2'-1'100'0'0,"1"0"1"0"0,0-1-1 0 0,0 1 0 0 0,0-1 1 0 0,0 1-1 0 0,0-1 0 0 0,0 0 1 0 0,1 1-1 0 0,-1-1 0 0 0,0 0 0 0 0,1 0 1 0 0,-1 1-1 0 0,1-1 0 0 0,0 0 1 0 0,0 0-1 0 0,-1 0 0 0 0,1 0 1 0 0,1-3-1 0 0,7-4-570 0 0,-7 8 579 0 0,0 0 0 0 0,0 1 0 0 0,0-1 0 0 0,0 0 0 0 0,-1 0 0 0 0,1 0 0 0 0,0 0 0 0 0,0 0 0 0 0,-1-1 0 0 0,1 1 0 0 0,-1 0 0 0 0,1 0 0 0 0,0-2 0 0 0,-4-31 11738 0 0,9 37-9675 0 0,1 3-2153 0 0,-1 1 0 0 0,0 0 0 0 0,0 0 0 0 0,-1 1 0 0 0,0 0-1 0 0,0-1 1 0 0,-1 2 0 0 0,0-1 0 0 0,0 0 0 0 0,-1 1 0 0 0,3 10 0 0 0,24 110 117 0 0,-26-109-132 0 0,10 50 24 0 0,-3-22 26 0 0,-3 0 1 0 0,5 82 0 0 0,-13-126-85 0 0,0 0-1 0 0,-1-1 1 0 0,0 1-1 0 0,1-1 1 0 0,-1 1-1 0 0,-1 0 1 0 0,1-1 0 0 0,0 0-1 0 0,-4 6 1 0 0,4-9-274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2.4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144 297 1824 0 0,'-16'-9'894'0'0,"-1"0"-1"0"0,-20-8 1 0 0,-13-7 3568 0 0,29 8-1757 0 0,21 16-2569 0 0,0-1 0 0 0,-1 1 0 0 0,1-1 0 0 0,0 1 0 0 0,0-1 0 0 0,-1 1 0 0 0,1-1 0 0 0,0 1 0 0 0,0-1 0 0 0,0 0 0 0 0,0 1 0 0 0,0-1 0 0 0,0 1 0 0 0,0-1 0 0 0,0 0 0 0 0,0 1 0 0 0,0-1 0 0 0,0 1 0 0 0,0-1 0 0 0,0 0 0 0 0,0 1 0 0 0,1-2 0 0 0,1-1 85 0 0,0 0 1 0 0,1 0-1 0 0,-1 1 1 0 0,1-1 0 0 0,0 0-1 0 0,0 1 1 0 0,0 0-1 0 0,0 0 1 0 0,5-3 0 0 0,20-12-107 0 0,1 2 0 0 0,1 1 0 0 0,0 1 1 0 0,0 1-1 0 0,1 2 0 0 0,42-9 1 0 0,195-18-79 0 0,-141 24-29 0 0,-3-16-8 0 0,-123 29 61 0 0,0 0 0 0 0,0 0 0 0 0,0 0 0 0 0,0 0 0 0 0,0 0-1 0 0,0 1 1 0 0,0-1 0 0 0,0 0 0 0 0,0 1 0 0 0,0-1 0 0 0,0 1 0 0 0,0-1 0 0 0,0 1 0 0 0,0-1 0 0 0,0 1 0 0 0,-1 0 0 0 0,1-1 0 0 0,0 1 0 0 0,0 0 0 0 0,-1 0 0 0 0,1-1 0 0 0,0 1-1 0 0,-1 0 1 0 0,1 0 0 0 0,-1 0 0 0 0,1 0 0 0 0,-1 0 0 0 0,1 0 0 0 0,-1 0 0 0 0,0 0 0 0 0,0 0 0 0 0,1 0 0 0 0,-1 0 0 0 0,0 0 0 0 0,0 0 0 0 0,0 2 0 0 0,2 53 1393 0 0,-3-32-1266 0 0,50 341 260 0 0,-24-221-408 0 0,-6 1 0 0 0,-6 1 0 0 0,-6 0 0 0 0,-20 233 0 0 0,9-348 211 0 0,-12 48 1 0 0,13-68-218 0 0,0 0 1 0 0,-1 0-1 0 0,-1 0 1 0 0,1-1-1 0 0,-2 1 1 0 0,1-1-1 0 0,-11 13 1 0 0,16-23-96 0 0,-1 1 1 0 0,1-1 0 0 0,0 1 0 0 0,0-1-1 0 0,-1 0 1 0 0,1 1 0 0 0,0-1-1 0 0,-1 0 1 0 0,1 0 0 0 0,0 1 0 0 0,-1-1-1 0 0,1 0 1 0 0,-1 0 0 0 0,1 1 0 0 0,0-1-1 0 0,-1 0 1 0 0,1 0 0 0 0,-1 0-1 0 0,1 0 1 0 0,0 0 0 0 0,-1 0 0 0 0,1 1-1 0 0,-1-1 1 0 0,1 0 0 0 0,-1 0 0 0 0,1 0-1 0 0,-1-1 1 0 0,1 1 0 0 0,0 0-1 0 0,-1 0 1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3.0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66 182 3225 0 0,'-4'-10'671'0'0,"1"1"-1"0"0,0-1 1 0 0,1 0 0 0 0,-2-11 0 0 0,-2-10 777 0 0,4 24-1044 0 0,1-1 315 0 0,-1 1-1 0 0,0-1 0 0 0,0 1 0 0 0,-1-1 1 0 0,0 1-1 0 0,0 0 0 0 0,-1 0 0 0 0,0 0 1 0 0,-13-11 2342 0 0,17 28-2187 0 0,2 9-420 0 0,111 514 1073 0 0,-27-234-1527 0 0,-73-256 0 0 0,-8-30 5 0 0,-1 0-1 0 0,-1 1 1 0 0,-1-1-1 0 0,0 1 1 0 0,0 0-1 0 0,-1-1 1 0 0,-1 1-1 0 0,-1 0 0 0 0,0 0 1 0 0,0-1-1 0 0,-1 1 1 0 0,-1-1-1 0 0,-1 1 1 0 0,-7 20-1 0 0,8-27-3 0 0,0 0 0 0 0,1 0 0 0 0,0 0-1 0 0,0 1 1 0 0,1-1 0 0 0,0 0 0 0 0,0 1 0 0 0,0-1 0 0 0,1 0-1 0 0,0 1 1 0 0,1-1 0 0 0,0 1 0 0 0,0-1 0 0 0,0 0 0 0 0,4 8-1 0 0,-5-14 13 0 0,1 0-1 0 0,-1-1 0 0 0,1 1 0 0 0,0-1 1 0 0,-1 1-1 0 0,1-1 0 0 0,0 1 0 0 0,-1-1 1 0 0,1 0-1 0 0,0 1 0 0 0,0-1 0 0 0,0 0 0 0 0,-1 0 1 0 0,1 1-1 0 0,0-1 0 0 0,0 0 0 0 0,0 0 1 0 0,0 0-1 0 0,-1 0 0 0 0,1 0 0 0 0,0 0 1 0 0,0 0-1 0 0,0 0 0 0 0,0 0 0 0 0,-1-1 0 0 0,1 1 1 0 0,0 0-1 0 0,0 0 0 0 0,0-1 0 0 0,1 0 1 0 0,29-12 522 0 0,-28 12-489 0 0,27-14 79 0 0,0 2 0 0 0,0 1 1 0 0,2 1-1 0 0,-1 2 0 0 0,64-10 1 0 0,261-24-51 0 0,-326 40-56 0 0,0 1 1 0 0,38 3 0 0 0,-61-1 13 0 0,0 0 0 0 0,0 1 0 0 0,0 0-1 0 0,0 1 1 0 0,0 0 0 0 0,-1 0 0 0 0,1 0 0 0 0,0 1 0 0 0,-1-1 0 0 0,0 2 0 0 0,0-1-1 0 0,0 1 1 0 0,0 0 0 0 0,0 0 0 0 0,9 9 0 0 0,-14-11-28 0 0,0-1-1 0 0,-1 0 1 0 0,1 1 0 0 0,0-1-1 0 0,-1 0 1 0 0,1 1 0 0 0,-1-1-1 0 0,1 1 1 0 0,-1-1 0 0 0,0 1 0 0 0,0-1-1 0 0,1 1 1 0 0,-1-1 0 0 0,-1 3-1 0 0,4 14-189 0 0,1-14 96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4.4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0 128 4609 0 0,'3'6'6541'0'0,"-3"-5"-6450"0"0,8-11-114 0 0,0-1 0 0 0,-1 1 0 0 0,-1-1 0 0 0,10-20 1 0 0,1-6-3155 0 0,-8 13-244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4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15 283 1840 0 0,'1'-1'111'0'0,"0"0"0"0"0,0 0 0 0 0,-1 0 0 0 0,1 0 0 0 0,-1 0 0 0 0,1 0 0 0 0,-1 0 0 0 0,1 0 0 0 0,-1 0 0 0 0,0 0 0 0 0,0 0 0 0 0,1-1 0 0 0,-1 1 0 0 0,0 0 0 0 0,0 0 0 0 0,0 0 0 0 0,0-1 0 0 0,0 1 0 0 0,0 0 0 0 0,-1 0 0 0 0,1 0 0 0 0,0 0 0 0 0,-1 0 0 0 0,1 0 0 0 0,0-1-1 0 0,-1 1 1 0 0,0 0 0 0 0,1 0 0 0 0,-1 0 0 0 0,0 0 0 0 0,1 0 0 0 0,-1 1 0 0 0,0-1 0 0 0,0 0 0 0 0,0 0 0 0 0,1 0 0 0 0,-1 1 0 0 0,0-1 0 0 0,-1 0 0 0 0,-4-5 1498 0 0,6 5-1513 0 0,-1 1-1 0 0,1-1 1 0 0,0 0 0 0 0,0 0-1 0 0,0 0 1 0 0,0 0-1 0 0,0 0 1 0 0,0 1-1 0 0,0-1 1 0 0,0 0-1 0 0,0 0 1 0 0,0 0-1 0 0,0 0 1 0 0,0 0-1 0 0,1 1 1 0 0,-1-1-1 0 0,0 0 1 0 0,1 0 0 0 0,-1 1-1 0 0,1-1 1 0 0,-1 0-1 0 0,1 0 1 0 0,-1 1-1 0 0,1-1 1 0 0,0 0-1 0 0,18-24-202 0 0,-15 21 204 0 0,123-154-3679 0 0,-106 130 3571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4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94 1376 0 0,'-9'4'128'0'0,"5"-4"-128"0"0,1 2 0 0 0,-2-2 2073 0 0,5-2-1329 0 0,0-2-360 0 0,0-1-64 0 0,3-4 784 0 0,15-24-560 0 0,-8 18 17 0 0,2-1-1 0 0,2 0-440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5.2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1 111 2761 0 0,'11'-15'650'0'0,"0"1"1"0"0,0-2 0 0 0,-2 1 0 0 0,5-35 9482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6.1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50 191 920 0 0,'-2'0'350'0'0,"0"0"1"0"0,0 0-1 0 0,0 0 0 0 0,0 0 0 0 0,0 0 0 0 0,0-1 1 0 0,-1 1-1 0 0,1-1 0 0 0,0 1 0 0 0,0-1 0 0 0,1 0 1 0 0,-1 0-1 0 0,0 0 0 0 0,0 0 0 0 0,0 0 0 0 0,1 0 1 0 0,-1 0-1 0 0,0-1 0 0 0,1 1 0 0 0,-1-1 0 0 0,1 1 1 0 0,-1-1-1 0 0,1 1 0 0 0,-1-3 0 0 0,1 2-59 0 0,0-1 0 0 0,1 1 0 0 0,-1 0 0 0 0,1 0 0 0 0,-1-1 0 0 0,1 1 0 0 0,0 0 0 0 0,0-1 0 0 0,0 1 0 0 0,0 0 0 0 0,1-1 0 0 0,-1 1 0 0 0,1 0 0 0 0,-1-1 0 0 0,1 1 0 0 0,0 0 0 0 0,0 0 0 0 0,0 0 0 0 0,0 0 0 0 0,0 0 0 0 0,2-3 0 0 0,5-6 211 0 0,-1 2 0 0 0,1-1 0 0 0,1 1 0 0 0,-1 1 0 0 0,2-1 0 0 0,-1 2 0 0 0,16-11 0 0 0,-19 14-378 0 0,1-1 0 0 0,0 1 0 0 0,1 1 0 0 0,-1-1 0 0 0,1 1 0 0 0,-1 1 0 0 0,1 0 0 0 0,0 0 0 0 0,0 0 0 0 0,0 1 0 0 0,0 0 0 0 0,11 0 0 0 0,-17 1-115 0 0,1 1 0 0 0,0 0 0 0 0,-1 0 0 0 0,1 0 0 0 0,-1 0 1 0 0,1 0-1 0 0,-1 1 0 0 0,1-1 0 0 0,-1 1 0 0 0,0-1 0 0 0,0 1 1 0 0,0 0-1 0 0,0 0 0 0 0,0 0 0 0 0,0 0 0 0 0,0 0 0 0 0,-1 0 1 0 0,1 1-1 0 0,-1-1 0 0 0,1 0 0 0 0,-1 1 0 0 0,0-1 0 0 0,0 1 1 0 0,0 0-1 0 0,-1-1 0 0 0,2 4 0 0 0,1 7-14 0 0,0 0 0 0 0,-1 1 1 0 0,1 25-1 0 0,-3-8-3 0 0,-2 0 0 0 0,-2 0 1 0 0,-11 52-1 0 0,-6 37 464 0 0,21-118-475 0 0,0-1 1 0 0,0 1-1 0 0,0-1 0 0 0,0 1 1 0 0,0-1-1 0 0,0 1 0 0 0,0-1 1 0 0,1 1-1 0 0,-1-1 0 0 0,0 1 1 0 0,1-1-1 0 0,-1 0 0 0 0,1 1 1 0 0,0-1-1 0 0,-1 0 0 0 0,1 1 1 0 0,0-1-1 0 0,0 0 0 0 0,0 0 1 0 0,0 1-1 0 0,2 1 0 0 0,-1-2 16 0 0,0 0-1 0 0,0 0 0 0 0,0 0 0 0 0,0 0 1 0 0,1 0-1 0 0,-1 0 0 0 0,0 0 0 0 0,1-1 1 0 0,-1 1-1 0 0,1-1 0 0 0,-1 0 1 0 0,4 0-1 0 0,8 0 112 0 0,0-2 0 0 0,0 0 0 0 0,25-7 0 0 0,-26 6-2 0 0,26-7-226 0 0,0-3 0 0 0,60-27 0 0 0,-26 6-2382 0 0,-62 27 348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6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95 236 3225 0 0,'-10'-4'328'0'0,"-1"1"0"0"0,1-2 1 0 0,-16-8-1 0 0,24 12 30 0 0,-1-1 1 0 0,0 1-1 0 0,1-1 0 0 0,-1 0 1 0 0,1 0-1 0 0,0 0 1 0 0,0 0-1 0 0,-1 0 0 0 0,1-1 1 0 0,1 1-1 0 0,-1-1 1 0 0,0 1-1 0 0,0-1 0 0 0,1 0 1 0 0,0 1-1 0 0,0-1 1 0 0,-2-5-1 0 0,3 7-178 0 0,0-1 0 0 0,1 1 0 0 0,-1 0-1 0 0,1-1 1 0 0,-1 1 0 0 0,1 0 0 0 0,-1-1 0 0 0,1 1 0 0 0,0 0 0 0 0,-1 0-1 0 0,1-1 1 0 0,0 1 0 0 0,0 0 0 0 0,0 0 0 0 0,0 0 0 0 0,0 0 0 0 0,0 0-1 0 0,0 0 1 0 0,1 1 0 0 0,-1-1 0 0 0,2-1 0 0 0,34-17 525 0 0,-30 15-377 0 0,38-16 101 0 0,1 1-1 0 0,1 3 0 0 0,1 1 0 0 0,0 3 0 0 0,66-9 0 0 0,-39 13-84 0 0,0 3 0 0 0,139 8 0 0 0,-178 0-214 0 0,44 9 0 0 0,-65-9-152 0 0,-1 1 1 0 0,0 0-1 0 0,0 1 1 0 0,0 1-1 0 0,24 14 1 0 0,-35-18 89 0 0,0 0 0 0 0,0 1 0 0 0,-1-1 1 0 0,1 1-1 0 0,-1-1 0 0 0,0 1 0 0 0,1 0 0 0 0,-1 0 0 0 0,-1 0 1 0 0,1 1-1 0 0,0-1 0 0 0,-1 0 0 0 0,1 1 0 0 0,0 5 0 0 0,9 56 1334 0 0,-5-23-1434 0 0,43 149 216 0 0,-26-110-147 0 0,-3 1-1 0 0,10 93 1 0 0,-28-149-37 0 0,-1 0 0 0 0,-1 0-1 0 0,-1 0 1 0 0,-1 0 0 0 0,-2-1 0 0 0,0 1 0 0 0,-2-1 0 0 0,-1 1 0 0 0,-12 30 0 0 0,11-38 10 0 0,-1-1-1 0 0,0 0 1 0 0,-2 0 0 0 0,1-1 0 0 0,-2 0-1 0 0,0-1 1 0 0,-1 0 0 0 0,-1-1 0 0 0,0 0 0 0 0,-1-1-1 0 0,0-1 1 0 0,-1-1 0 0 0,-17 11 0 0 0,-45 17 403 0 0,-154 56-1 0 0,197-84-464 0 0,-1-2 0 0 0,0-1 0 0 0,0-2 0 0 0,0-1 0 0 0,-1-2-1 0 0,1-2 1 0 0,-1-1 0 0 0,-58-8 0 0 0,93 8-80 0 0,-1 0-248 0 0,0-1 1 0 0,0 1 0 0 0,0-1-1 0 0,0 0 1 0 0,0 1 0 0 0,0-1-1 0 0,0 0 1 0 0,-5-3 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1:17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86 6449 0 0,'-15'-39'2284'0'0,"13"35"-1529"0"0,0 0 0 0 0,0 0-1 0 0,-1 1 1 0 0,1-1 0 0 0,-1 0 0 0 0,0 1 0 0 0,0 0 0 0 0,0 0 0 0 0,0 0 0 0 0,-1 0 0 0 0,1 0 0 0 0,-7-2 0 0 0,10 5-609 0 0,-1 1 0 0 0,0 0 0 0 0,1-1 1 0 0,-1 1-1 0 0,0 0 0 0 0,1-1 1 0 0,-1 1-1 0 0,1 0 0 0 0,-1 0 1 0 0,1 0-1 0 0,0-1 0 0 0,-1 1 0 0 0,1 0 1 0 0,0 0-1 0 0,-1 0 0 0 0,1 0 1 0 0,0 0-1 0 0,0 0 0 0 0,0 0 0 0 0,0 0 1 0 0,0 0-1 0 0,0 1 0 0 0,-3 25-23 0 0,1 20-55 0 0,3 0 0 0 0,11 73-1 0 0,28 94 171 0 0,-22-126-204 0 0,30 266 155 0 0,-38-259-138 0 0,-9-81-3 0 0,0-3 102 0 0,0 0 0 0 0,0 0 0 0 0,1 0 0 0 0,1 0 0 0 0,0 0 0 0 0,0 0 0 0 0,8 15 0 0 0,-11-25-150 0 0,1-1-1 0 0,-1 0 0 0 0,1 1 1 0 0,-1-1-1 0 0,1 1 0 0 0,-1-1 1 0 0,1 0-1 0 0,-1 0 1 0 0,1 1-1 0 0,-1-1 0 0 0,1 0 1 0 0,-1 0-1 0 0,1 0 1 0 0,0 1-1 0 0,-1-1 0 0 0,1 0 1 0 0,-1 0-1 0 0,1 0 1 0 0,0 0-1 0 0,-1 0 0 0 0,1 0 1 0 0,-1 0-1 0 0,1-1 1 0 0,0 1-1 0 0,-1 0 0 0 0,1 0 1 0 0,-1 0-1 0 0,1 0 0 0 0,-1-1 1 0 0,1 1-1 0 0,-1 0 1 0 0,1-1-1 0 0,-1 1 0 0 0,1 0 1 0 0,-1-1-1 0 0,1 1 1 0 0,-1-1-1 0 0,1 1 0 0 0,0-1 1 0 0,19-20-1513 0 0,-18 18 862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01.4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72 220 2761 0 0,'-2'-1'218'0'0,"-32"-18"3667"0"0,33 18-3643 0 0,0 0 1 0 0,-1 1-1 0 0,1-1 0 0 0,0 1 0 0 0,-1 0 1 0 0,1-1-1 0 0,0 1 0 0 0,-1 0 0 0 0,1 0 1 0 0,-1 0-1 0 0,1 0 0 0 0,0 0 1 0 0,-1 0-1 0 0,1 0 0 0 0,0 0 0 0 0,-1 0 1 0 0,1 1-1 0 0,0-1 0 0 0,-1 1 0 0 0,1-1 1 0 0,0 1-1 0 0,-1-1 0 0 0,1 1 0 0 0,0 0 1 0 0,-1 0-1 0 0,2 0-98 0 0,0 0 1 0 0,0-1-1 0 0,0 1 0 0 0,0 0 1 0 0,0-1-1 0 0,0 1 0 0 0,0 0 1 0 0,1-1-1 0 0,-1 1 0 0 0,0 0 1 0 0,0-1-1 0 0,1 1 0 0 0,-1-1 1 0 0,0 1-1 0 0,1 0 0 0 0,-1-1 1 0 0,1 1-1 0 0,-1-1 0 0 0,0 1 1 0 0,1-1-1 0 0,-1 0 0 0 0,1 1 1 0 0,0-1-1 0 0,-1 1 0 0 0,1-1 1 0 0,-1 0-1 0 0,1 1 0 0 0,0-1 1 0 0,-1 0-1 0 0,1 0 1 0 0,-1 1-1 0 0,2-1 0 0 0,19 10 155 0 0,-6-6-120 0 0,-1-1 1 0 0,1 0-1 0 0,0-1 0 0 0,0 0 0 0 0,0-1 1 0 0,0-1-1 0 0,0-1 0 0 0,16-2 0 0 0,-10 2-13 0 0,267-26 874 0 0,-46 3-791 0 0,397-36-113 0 0,-73 5-136 0 0,100 6 0 0 0,-1 27 0 0 0,-461 21 6 0 0,341 7 132 0 0,-468-6-138 0 0,-55-1 28 0 0,0 0 1 0 0,0 2-1 0 0,0 1 0 0 0,40 7 0 0 0,-59-7 0 0 0,0-1 0 0 0,-1 0 0 0 0,1 1 1 0 0,-1-1-1 0 0,1 1 0 0 0,-1 0 0 0 0,0 0 0 0 0,1 0 0 0 0,-1 0 1 0 0,0 0-1 0 0,0 1 0 0 0,-1-1 0 0 0,1 0 0 0 0,0 1 0 0 0,-1 0 1 0 0,0-1-1 0 0,3 6 0 0 0,15 53 389 0 0,-16-48-365 0 0,134 563 214 0 0,-98-403-233 0 0,69 204-33 0 0,-47-181 0 0 0,9 94 0 0 0,0-2 0 0 0,-56-237 0 0 0,12 69 0 0 0,-24-103 0 0 0,0 1 0 0 0,-1-1 0 0 0,-1 0 0 0 0,0 1 0 0 0,-1-1 0 0 0,-1 1 0 0 0,-1-1 0 0 0,-5 17 0 0 0,6-27 25 0 0,-1 0-1 0 0,0 0 1 0 0,-1 0-1 0 0,0 0 1 0 0,0-1-1 0 0,0 1 1 0 0,-1-1 0 0 0,0 0-1 0 0,0 0 1 0 0,-1-1-1 0 0,0 0 1 0 0,1 0 0 0 0,-2 0-1 0 0,1 0 1 0 0,0-1-1 0 0,-1 0 1 0 0,0-1 0 0 0,0 1-1 0 0,0-1 1 0 0,-1-1-1 0 0,1 1 1 0 0,0-1 0 0 0,-10 1-1 0 0,-18 2 165 0 0,1-1-1 0 0,0-1 1 0 0,-67-5-1 0 0,67 1-152 0 0,-730 15 344 0 0,620-6-393 0 0,-265 5-240 0 0,-114-8-33 0 0,315 0 158 0 0,-231 26-628 0 0,201-11 755 0 0,27-3-109 0 0,-316 12 153 0 0,190-27-33 0 0,-95-1-184 0 0,311-14 287 0 0,113 12-35 0 0,-14 0-192 0 0,18 1 170 0 0,0 0 0 0 0,-1 0 0 0 0,1 0 1 0 0,0-1-1 0 0,0 1 0 0 0,-6-3 0 0 0,8 3-474 0 0,1-1-1 0 0,0 0 1 0 0,0 1-1 0 0,0-1 1 0 0,0 0-1 0 0,0 1 0 0 0,0-1 1 0 0,0 0-1 0 0,-2-2-836 0 0,2 2 836 0 0,0 0 0 0 0,1 0 1 0 0,-2-2-1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01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110 214 3681 0 0,'-7'-9'211'0'0,"0"-1"1"0"0,0 1-1 0 0,1-2 1 0 0,1 1 0 0 0,0-1-1 0 0,0 0 1 0 0,-4-15-1 0 0,2 3 663 0 0,2 7 448 0 0,-1-1 0 0 0,0 2-1 0 0,0-1 1 0 0,-16-13 5489 0 0,22 29-6728 0 0,-4 20 1709 0 0,1 22-1210 0 0,6 17-414 0 0,3 0 0 0 0,17 75 1 0 0,4 36 49 0 0,-16 138-196 0 0,-26 1 13 0 0,6-156-28 0 0,4-74-6 0 0,4 0 1 0 0,4 0 0 0 0,2 0 0 0 0,5 0-1 0 0,33 136 1 0 0,31 72 1217 0 0,-74-283-1190 0 0,1 3 30 0 0,0 0 0 0 0,1-1 0 0 0,-1 1 0 0 0,1-1 0 0 0,1 0 0 0 0,-1 1 0 0 0,1-1 0 0 0,0 0 0 0 0,6 9 0 0 0,-5-32-126 0 0,-2 2-266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04.4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16777 4380 10138 0 0,'2'1'80'0'0,"0"-1"0"0"0,-1 1-1 0 0,1-1 1 0 0,0 1 0 0 0,-1-1-1 0 0,1 0 1 0 0,0 1 0 0 0,-1-1 0 0 0,1 0-1 0 0,0 0 1 0 0,0-1 0 0 0,-1 1-1 0 0,1 0 1 0 0,0 0 0 0 0,-1-1 0 0 0,1 1-1 0 0,0-1 1 0 0,-1 0 0 0 0,1 1-1 0 0,-1-1 1 0 0,1 0 0 0 0,1-1 0 0 0,-1 0 169 0 0,0 0-1 0 0,0 0 1 0 0,-1 0 0 0 0,1 0 0 0 0,-1-1 0 0 0,1 1 0 0 0,-1 0 0 0 0,0-1 0 0 0,0 1 0 0 0,0-1 0 0 0,0 1 0 0 0,0-6 0 0 0,1-1 397 0 0,-1 0 0 0 0,0-1 0 0 0,-1 1 0 0 0,0-1 0 0 0,0 1 0 0 0,-4-16 0 0 0,-1 6-381 0 0,-2 1 1 0 0,0 0 0 0 0,0 0-1 0 0,-2 0 1 0 0,0 1 0 0 0,-1 1-1 0 0,-1 0 1 0 0,0 0 0 0 0,-17-16 0 0 0,-8-7-175 0 0,-2 1 0 0 0,-47-34 0 0 0,-17-5-63 0 0,-163-94 0 0 0,-126-39-235 0 0,319 173 183 0 0,-26-15 23 0 0,-208-100-9 0 0,269 135 6 0 0,-1082-474 194 0 0,174 125 58 0 0,140 59-155 0 0,-72-11 31 0 0,-506-167-71 0 0,858 317-186 0 0,-10 26 19 0 0,417 112 105 0 0,-310-67-45 0 0,202 49 2 0 0,-1443-245-98 0 0,651 184 121 0 0,492 77 80 0 0,315 22-38 0 0,-18 0 69 0 0,-202-14 111 0 0,202 6-271 0 0,-253-30 102 0 0,122 5 23 0 0,62 7-100 0 0,-94 10 35 0 0,206 18 21 0 0,-263 8 9 0 0,183 6 11 0 0,-165 27-58 0 0,384-28 72 0 0,-131 11-66 0 0,-153 23-123 0 0,146-6-224 0 0,-175 39 92 0 0,357-71 340 0 0,0 0 3 0 0,-1 0 1 0 0,1 0-1 0 0,0 0 1 0 0,0 0 0 0 0,-1-1-1 0 0,1 0 1 0 0,0 1 0 0 0,-1-1-1 0 0,1 0 1 0 0,0 0-1 0 0,-1-1 1 0 0,-3 0 0 0 0,16-5 182 0 0,-5 4-235 0 0,5-2-15 0 0,0-1 0 0 0,0 0 0 0 0,14-10 1 0 0,-20 13-21 0 0,-1 0 1 0 0,1 0 0 0 0,-1-1 0 0 0,0 1 0 0 0,0 0-1 0 0,0-1 1 0 0,0 1 0 0 0,0-1 0 0 0,-1 0 0 0 0,1 1-1 0 0,-1-1 1 0 0,0 0 0 0 0,0 0 0 0 0,0 0 0 0 0,0 0-1 0 0,0 0 1 0 0,-1 0 0 0 0,1-6 0 0 0,-1 4-2 0 0,1 0-1 0 0,-1 0 1 0 0,1 0 0 0 0,0 1 0 0 0,1-1 0 0 0,-1 0-1 0 0,1 1 1 0 0,0-1 0 0 0,0 1 0 0 0,0-1 0 0 0,0 1-1 0 0,1 0 1 0 0,0 0 0 0 0,0 0 0 0 0,5-5 0 0 0,5-4-5 0 0,1 1 0 0 0,28-20 0 0 0,-29 23 20 0 0,0 0 0 0 0,-1-1 0 0 0,17-18 1 0 0,-28 27 12 0 0,0 1 1 0 0,-1-1 0 0 0,1 0 0 0 0,0 1-1 0 0,-1-1 1 0 0,1 0 0 0 0,-1 0 0 0 0,1 1-1 0 0,-1-1 1 0 0,1 0 0 0 0,-1 0 0 0 0,1 0-1 0 0,-1 0 1 0 0,0 0 0 0 0,0 1 0 0 0,1-1-1 0 0,-1 0 1 0 0,0 0 0 0 0,0 0 0 0 0,0 0-1 0 0,0 0 1 0 0,0 0 0 0 0,-1-2 0 0 0,1 3 2 0 0,-1 0 1 0 0,1 0-1 0 0,-1-1 1 0 0,0 1 0 0 0,1 0-1 0 0,-1 0 1 0 0,1 0-1 0 0,-1 0 1 0 0,0-1 0 0 0,1 1-1 0 0,-1 0 1 0 0,0 0-1 0 0,1 0 1 0 0,-1 0 0 0 0,0 1-1 0 0,1-1 1 0 0,-1 0 0 0 0,0 0-1 0 0,1 0 1 0 0,-1 0-1 0 0,1 1 1 0 0,-1-1 0 0 0,1 0-1 0 0,-1 1 1 0 0,0-1-1 0 0,1 0 1 0 0,-1 1 0 0 0,1-1-1 0 0,-1 1 1 0 0,0 0-1 0 0,0-1 52 0 0,-3 4 10 0 0,-5 3-15 0 0,-25 21 137 0 0,-48 29 0 0 0,71-48-176 0 0,-1-1 0 0 0,1 2-1 0 0,1-1 1 0 0,0 2 0 0 0,0-1-1 0 0,1 1 1 0 0,0 1 0 0 0,1-1-1 0 0,0 1 1 0 0,-7 17 0 0 0,11-19-10 0 0,0 1 0 0 0,1-1 0 0 0,0 1 0 0 0,1 0 0 0 0,0 0 0 0 0,1 0 0 0 0,0 0 0 0 0,2 21 0 0 0,-1-30 1 0 0,1-1 0 0 0,-1 1 0 0 0,1-1 0 0 0,0 1 0 0 0,0-1 0 0 0,-1 1 0 0 0,1-1 1 0 0,0 0-1 0 0,0 1 0 0 0,1-1 0 0 0,-1 0 0 0 0,0 0 0 0 0,0 0 0 0 0,0 0 0 0 0,1 0 0 0 0,-1 0 0 0 0,1 0 0 0 0,-1 0 0 0 0,1-1 1 0 0,-1 1-1 0 0,1 0 0 0 0,-1-1 0 0 0,1 1 0 0 0,-1-1 0 0 0,1 0 0 0 0,2 1 0 0 0,53 4 88 0 0,-38-5-50 0 0,95 8 30 0 0,131 16-71 0 0,-238-19 230 0 0,-6-4-576 0 0,-1-1 305 0 0,0 0-1 0 0,0 0 1 0 0,0 1-1 0 0,0-1 1 0 0,0 0 0 0 0,0 0-1 0 0,0 0 1 0 0,0 0-1 0 0,0 0 1 0 0,0 0-1 0 0,0 1 1 0 0,0-1 0 0 0,0 0-1 0 0,0 0 1 0 0,0 0-1 0 0,0 0 1 0 0,0 0-1 0 0,0 1 1 0 0,0-1 0 0 0,0 0-1 0 0,0 0 1 0 0,0 0-1 0 0,0 0 1 0 0,0 0-1 0 0,0 0 1 0 0,-1 0 0 0 0,1 1-1 0 0,0-1 1 0 0,0 0-218 0 0,0 0 218 0 0,-1 0-1 0 0,1 0 1 0 0,0 0-1 0 0,0 0 1 0 0,0 1 0 0 0,0-1-1 0 0,0 0 1 0 0,0 0-1 0 0,-1 0 1 0 0,1 0-1 0 0,0 0 1 0 0,0 0 0 0 0,0 0-1 0 0,0 0 1 0 0,0 0-1 0 0,0 0 1 0 0,-1 0-1 0 0,1 0 1 0 0,0 0 0 0 0,0-1-1 0 0,0 1 1 0 0,-2 0-70 0 0,0-1-1 0 0,1 1 1 0 0,-1-1 0 0 0,1 1 0 0 0,-1-1 0 0 0,1 0 0 0 0,-1 0 0 0 0,1 0-1 0 0,-1 0 1 0 0,1 0 0 0 0,0 0 0 0 0,-3-2 0 0 0,1 0-149 0 0,-10-4-335 0 0,-1 0 0 0 0,0 1 0 0 0,0 0-1 0 0,-22-5 1 0 0,26 9 250 0 0,1 0-1 0 0,-1-1 1 0 0,1 0-1 0 0,0-1 1 0 0,0 0 0 0 0,1 0-1 0 0,-1-1 1 0 0,1 0 0 0 0,0-1-1 0 0,0 0 1 0 0,-8-8-1 0 0,7 5 666 0 0,1 1-1 0 0,-1 0 0 0 0,0 1 1 0 0,-1 0-1 0 0,0 0 0 0 0,0 1 1 0 0,-13-5-1 0 0,20 9-229 0 0,0 0-1 0 0,-1 1 1 0 0,1 0 0 0 0,0 0-1 0 0,0 0 1 0 0,-1 0 0 0 0,1 0-1 0 0,-1 1 1 0 0,1 0 0 0 0,-1-1 0 0 0,1 1-1 0 0,0 0 1 0 0,-1 1 0 0 0,1-1-1 0 0,-1 1 1 0 0,1-1 0 0 0,-1 1-1 0 0,1 0 1 0 0,0 0 0 0 0,0 1-1 0 0,0-1 1 0 0,-1 1 0 0 0,1-1-1 0 0,1 1 1 0 0,-1 0 0 0 0,0 0 0 0 0,0 0-1 0 0,1 1 1 0 0,-4 2 0 0 0,6-5-79 0 0,0 1 0 0 0,-1-1 1 0 0,1 0-1 0 0,0 0 0 0 0,-1 1 1 0 0,1-1-1 0 0,0 0 0 0 0,-1 0 1 0 0,1 1-1 0 0,0-1 0 0 0,-1 1 1 0 0,1-1-1 0 0,0 0 0 0 0,0 1 1 0 0,0-1-1 0 0,-1 0 0 0 0,1 1 0 0 0,0-1 1 0 0,0 1-1 0 0,0-1 0 0 0,0 1 1 0 0,0-1-1 0 0,0 0 0 0 0,0 1 1 0 0,0-1-1 0 0,0 1 0 0 0,0-1 1 0 0,0 1-1 0 0,0-1 0 0 0,0 0 1 0 0,0 1-1 0 0,0-1 0 0 0,0 1 1 0 0,0-1-1 0 0,1 0 0 0 0,-1 1 1 0 0,0 0-1 0 0,19-1 62 0 0,23-12 110 0 0,1-7 158 0 0,8-3-11 0 0,-1-3-1 0 0,59-38 1 0 0,-83 43-162 0 0,-24 19-157 0 0,-1 0 1 0 0,1-1-1 0 0,-1 1 0 0 0,1-1 0 0 0,-1 1 1 0 0,0-1-1 0 0,0 1 0 0 0,1-1 1 0 0,-1 0-1 0 0,0 1 0 0 0,-1-1 0 0 0,1 0 1 0 0,1-3-1 0 0,-4 6 24 0 0,0-1-1 0 0,1 1 1 0 0,-1 0 0 0 0,0 0 0 0 0,0 0-1 0 0,1 0 1 0 0,-1 0 0 0 0,0 0 0 0 0,1 0-1 0 0,-3 3 1 0 0,-26 30 549 0 0,1 2 0 0 0,-36 60 0 0 0,49-71-593 0 0,9-14 17 0 0,-5 5-5 0 0,1 1-1 0 0,1 1 1 0 0,0-1-1 0 0,1 2 1 0 0,-9 29-1 0 0,56-111 169 0 0,-26 40-145 0 0,39-81 173 0 0,-46 92-178 0 0,-1 0-1 0 0,0 0 1 0 0,-1-1 0 0 0,0 0-1 0 0,-1 0 1 0 0,1-20 0 0 0,-3 33-19 0 0,0 0 1 0 0,0 0-1 0 0,0 0 1 0 0,0 0-1 0 0,0 0 0 0 0,0 0 1 0 0,0 0-1 0 0,0 0 1 0 0,-1 1-1 0 0,1-1 1 0 0,0 0-1 0 0,0 0 1 0 0,0 0-1 0 0,0 0 1 0 0,0 0-1 0 0,0 0 1 0 0,0 0-1 0 0,0 0 1 0 0,-1 0-1 0 0,1 0 1 0 0,0 0-1 0 0,0 0 1 0 0,0 0-1 0 0,0 0 1 0 0,0 0-1 0 0,0 0 1 0 0,-1 0-1 0 0,1 0 1 0 0,0 0-1 0 0,0 0 1 0 0,0 0-1 0 0,0 0 1 0 0,0 0-1 0 0,0 0 0 0 0,-1 0 1 0 0,1 0-1 0 0,0 0 1 0 0,0 0-1 0 0,0 0 1 0 0,0 0-1 0 0,0 0 1 0 0,0 0-1 0 0,0 0 1 0 0,-1 0-1 0 0,1 0 1 0 0,0 0-1 0 0,0 0 1 0 0,0-1-1 0 0,0 1 1 0 0,0 0-1 0 0,0 0 1 0 0,0 0-1 0 0,0 0 1 0 0,0 0-1 0 0,0 0 1 0 0,0 0-1 0 0,0-1 1 0 0,-13 21 62 0 0,-11 27 48 0 0,21-38-103 0 0,0-3-8 0 0,0 1 1 0 0,0-1 0 0 0,1 1-1 0 0,0 0 1 0 0,0 0-1 0 0,0 0 1 0 0,1 0-1 0 0,0 0 1 0 0,0 9 0 0 0,1-15-3 0 0,0-1 0 0 0,0 0 1 0 0,0 1-1 0 0,0-1 0 0 0,1 0 1 0 0,-1 0-1 0 0,0 1 0 0 0,0-1 1 0 0,0 0-1 0 0,0 1 0 0 0,0-1 1 0 0,1 0-1 0 0,-1 0 0 0 0,0 1 1 0 0,0-1-1 0 0,0 0 0 0 0,1 0 1 0 0,-1 0-1 0 0,0 1 0 0 0,0-1 1 0 0,1 0-1 0 0,-1 0 0 0 0,0 0 1 0 0,0 0-1 0 0,1 1 0 0 0,-1-1 1 0 0,0 0-1 0 0,0 0 0 0 0,1 0 1 0 0,-1 0-1 0 0,0 0 1 0 0,1 0-1 0 0,-1 0 0 0 0,0 0 1 0 0,1 0-1 0 0,-1 0 0 0 0,0 0 1 0 0,1 0-1 0 0,-1 0 0 0 0,1 0 1 0 0,14-10-52 0 0,9-17-66 0 0,-19 22 100 0 0,0-1 13 0 0,0-1-1 0 0,0 1 1 0 0,-1-1 0 0 0,0 0-1 0 0,0 0 1 0 0,0-1 0 0 0,-1 1-1 0 0,0-1 1 0 0,-1 1 0 0 0,1-1-1 0 0,0-11 1 0 0,-35 47 878 0 0,19-13-570 0 0,9-9-260 0 0,0-1 0 0 0,-1 1 0 0 0,0-1 0 0 0,0-1 0 0 0,0 1 1 0 0,0-1-1 0 0,-7 5 0 0 0,25-48 254 0 0,-5 20-222 0 0,2-5 44 0 0,-13 45-69 0 0,-16 50-265 0 0,0-23 119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11.5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85 6913 0 0,'-34'-20'3617'0'0,"60"15"-315"0"0,228-41 703 0 0,-164 37-3610 0 0,0 5-1 0 0,115 9 0 0 0,789 122-58 0 0,-989-126-336 0 0,328 63 60 0 0,-5 27 14 0 0,174 104 65 0 0,-337-128-76 0 0,-49-20 60 0 0,298 123-74 0 0,-10 24-13 0 0,-6 11 31 0 0,62 34 47 0 0,-18 31-55 0 0,329 243 155 0 0,130 125-138 0 0,-879-622-78 0 0,196 151 56 0 0,159 112 68 0 0,-6-38-89 0 0,109 72 14 0 0,164 122 129 0 0,-379-236 444 0 0,-28-19-378 0 0,-149-123-5 0 0,44 31 144 0 0,-114-74-354 0 0,-1 1 1 0 0,0 1-1 0 0,-1 0 0 0 0,26 33 1 0 0,-21-13-28 0 0,-18-30 0 0 0,0 1 0 0 0,1-1 0 0 0,-1 0 0 0 0,2 0 0 0 0,-1 0 0 0 0,1-1 0 0 0,-1 0 0 0 0,9 7 0 0 0,11 4-134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13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7 346 8754 0 0,'-6'1'11184'0'0,"15"72"-10832"0"0,31 115 0 0 0,37 75-193 0 0,-54-187-148 0 0,14 32 503 0 0,4-2 0 0 0,79 147 0 0 0,-73-155-575 0 0,-42-85 88 0 0,-1-1-1 0 0,0 1 0 0 0,-1 0 0 0 0,-1 0 0 0 0,0 0 1 0 0,0 18-1 0 0,0-14 0 0 0,0 0-1 0 0,1-1 1 0 0,0 1 0 0 0,8 21-1 0 0,0 0 896 0 0,-9-29-1081 0 0,1 0-1 0 0,-2 0 0 0 0,1 1 1 0 0,-1-1-1 0 0,-1 0 0 0 0,0 12 1 0 0,-7 13-2798 0 0,6-34 2963 0 0,1 1 0 0 0,0-1 0 0 0,0 1 0 0 0,0-1 0 0 0,0 1 0 0 0,0-1 1 0 0,0 1-1 0 0,0-1 0 0 0,0 1 0 0 0,0-1 0 0 0,0 1 0 0 0,0-1 0 0 0,0 1 0 0 0,0-1 0 0 0,1 1 0 0 0,-1-1 0 0 0,0 1 0 0 0,0-1 0 0 0,0 1 0 0 0,1-1 0 0 0,-1 0 0 0 0,0 1 0 0 0,1-1 0 0 0,-1 1 1 0 0,0-1-1 0 0,1 0 0 0 0,-1 1 0 0 0,0-1 0 0 0,1 0 0 0 0,-1 0 0 0 0,1 1 0 0 0,-1-1 0 0 0,0 0 0 0 0,1 0 0 0 0,-1 1 0 0 0,1-1 0 0 0,-1 0 0 0 0,1 0 0 0 0,-1 0 0 0 0,1 0 0 0 0,-1 0 0 0 0,1 0 1 0 0,-1 0-1 0 0,1 0 0 0 0,-1 0 0 0 0,1 0 0 0 0,0 0 0 0 0,24-2 669 0 0,-24 2-647 0 0,226-15 790 0 0,-71 6-339 0 0,191 15 0 0 0,-132 0-358 0 0,452-32-22 0 0,-130 1-40 0 0,380-28 190 0 0,-2-38-240 0 0,-913 91-8 0 0,83-7 99 0 0,0-3-1 0 0,120-31 1 0 0,-184 33-53 0 0,0-1 0 0 0,-1-1 0 0 0,0 0-1 0 0,24-18 1 0 0,-21 13-27 0 0,-16 9 35 0 0,0 1 1 0 0,0-1-1 0 0,0 0 0 0 0,-1-1 1 0 0,0 1-1 0 0,-1-1 0 0 0,0-1 1 0 0,0 1-1 0 0,0-1 0 0 0,-1 1 1 0 0,0-1-1 0 0,0-1 0 0 0,-1 1 1 0 0,0 0-1 0 0,-1-1 0 0 0,0 0 1 0 0,0 1-1 0 0,1-17 0 0 0,-2-4 4 0 0,-2 0-1 0 0,0 0 1 0 0,-2 0-1 0 0,-2 1 1 0 0,-13-52-1 0 0,-9-53 102 0 0,14 19-199 0 0,-42-168 0 0 0,-49-149 376 0 0,99 409-299 0 0,2 0 0 0 0,0 0-1 0 0,1-33 1 0 0,9 2-1867 0 0,-2 27 1065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16.5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1 675 6913 0 0,'2'-6'4518'0'0,"-2"6"-4418"0"0,14-6 1760 0 0,16 0-1240 0 0,34 6 113 0 0,1 2 1 0 0,99 17-1 0 0,29 18-351 0 0,234 49-163 0 0,35 14-268 0 0,-328-73 34 0 0,150 27 15 0 0,80 16 0 0 0,359 65 217 0 0,-505-102 36 0 0,122 16 117 0 0,-23-11-46 0 0,264 26 209 0 0,1386-33 478 0 0,-1197-53-821 0 0,-117-12 64 0 0,-599 30-247 0 0,559-51 2 0 0,-334 25-9 0 0,90-12 0 0 0,-122 10 60 0 0,308-50 124 0 0,698-197-106 0 0,-994 218 94 0 0,-169 40-211 0 0,263-72 64 0 0,-177 37 268 0 0,-76 27-18 0 0,-1-4 0 0 0,135-67 0 0 0,-220 92-265 0 0,203-112 134 0 0,-163 86-150 0 0,93-75-1 0 0,-132 94 7 0 0,0-1 0 0 0,-1-1 0 0 0,-1 0 0 0 0,-1 0 0 0 0,0-2 0 0 0,14-28 0 0 0,-24 39 546 0 0,-6 7-2093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17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1 495 2304 0 0,'6'-21'15789'0'0,"2"32"-15436"0"0,-1 1 0 0 0,1 1 0 0 0,-2-1-1 0 0,0 1 1 0 0,0 0 0 0 0,-2 1 0 0 0,5 14 0 0 0,20 110 543 0 0,-24-110-847 0 0,47 277-7 0 0,8 50-23 0 0,25-6-16 0 0,-69-296 11 0 0,-4-7 40 0 0,3-1-1 0 0,1 0 1 0 0,2-1 0 0 0,45 79-1 0 0,-58-116-18 0 0,0 0 0 0 0,0-1 0 0 0,1 0 0 0 0,0 0 0 0 0,0 0 0 0 0,0-1 0 0 0,1 1 0 0 0,-1-1 0 0 0,1-1 0 0 0,0 0 0 0 0,1 0 0 0 0,-1 0-1 0 0,1-1 1 0 0,0 0 0 0 0,0 0 0 0 0,0-1 0 0 0,0 0 0 0 0,0 0 0 0 0,0-1 0 0 0,11 1 0 0 0,77 4-35 0 0,162-10 0 0 0,96-32-43 0 0,-136 12 18 0 0,-25 2 130 0 0,147-11-259 0 0,148-11 208 0 0,-196 14 54 0 0,-11-10-221 0 0,-4 1 233 0 0,-218 34-89 0 0,1-3 0 0 0,-1-3 1 0 0,-1-2-1 0 0,106-39 0 0 0,-109 30-30 0 0,22-11-5 0 0,2 3 0 0 0,95-21 0 0 0,-68 31-67 0 0,75-18 110 0 0,-179 37-28 0 0,1 0-1 0 0,0 0 0 0 0,0 0 0 0 0,-1 0 1 0 0,1 0-1 0 0,-1-1 0 0 0,1 1 0 0 0,-1-1 1 0 0,0 1-1 0 0,1-1 0 0 0,-1 0 0 0 0,0 0 1 0 0,0 0-1 0 0,0 0 0 0 0,-1 0 0 0 0,1-1 1 0 0,1-2-1 0 0,0 0-14 0 0,-1-1 0 0 0,0 0 0 0 0,0 0 0 0 0,-1-1 0 0 0,2-11 0 0 0,3-19 14 0 0,5-8 4 0 0,-3 0 1 0 0,-2-1-1 0 0,1-46 0 0 0,-8-140 66 0 0,-1 159-73 0 0,-3-22 168 0 0,-33-171-1 0 0,-14-87-107 0 0,49 336-67 0 0,0-1 0 0 0,1 0 0 0 0,2 0 0 0 0,-1 0 0 0 0,2 0 0 0 0,1 1 0 0 0,0-1 0 0 0,1 0 0 0 0,1 1 0 0 0,0-1 0 0 0,1 1 0 0 0,9-17 0 0 0,-13 32 26 0 0,0 0-1 0 0,0-1 1 0 0,0 1 0 0 0,0 0-1 0 0,0-1 1 0 0,0 1 0 0 0,-1 0-1 0 0,1-1 1 0 0,-1 1 0 0 0,0-1-1 0 0,0 1 1 0 0,1-1 0 0 0,-2 1-1 0 0,1-1 1 0 0,-1-3 0 0 0,1 5-13 0 0,0 1 0 0 0,-1-1 0 0 0,1 1 0 0 0,0-1 0 0 0,-1 1 0 0 0,1-1 0 0 0,-1 1 0 0 0,1 0 0 0 0,-1-1 0 0 0,1 1 0 0 0,-1-1 0 0 0,0 1 0 0 0,1 0 0 0 0,-1-1 0 0 0,1 1 0 0 0,-1 0 1 0 0,0 0-1 0 0,1 0 0 0 0,-1-1 0 0 0,1 1 0 0 0,-2 0 0 0 0,-24 3 127 0 0,-55 22-125 0 0,53-16-294 0 0,-1 0 0 0 0,-56 9 0 0 0,31-13 59 0 0,-12-2 176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56.6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79 296 456 0 0,'-3'-69'1013'0'0,"2"20"4482"0"0,-9-49-1 0 0,-4 39-3778 0 0,14 58-1560 0 0,-1 0 1 0 0,1 0-1 0 0,0-1 0 0 0,-1 1 1 0 0,1 0-1 0 0,-1 0 1 0 0,1 0-1 0 0,-1 0 1 0 0,1-1-1 0 0,-1 1 0 0 0,0 0 1 0 0,0 0-1 0 0,0 0 1 0 0,1 0-1 0 0,-1 0 1 0 0,0 1-1 0 0,-2-2 0 0 0,3 2-84 0 0,-1 0 0 0 0,1 0-1 0 0,-1 0 1 0 0,1 0-1 0 0,-1 1 1 0 0,1-1-1 0 0,-1 0 1 0 0,1 0 0 0 0,-1 0-1 0 0,1 1 1 0 0,-1-1-1 0 0,1 0 1 0 0,-1 1 0 0 0,1-1-1 0 0,0 0 1 0 0,-1 1-1 0 0,1-1 1 0 0,0 1 0 0 0,-1-1-1 0 0,1 1 1 0 0,0-1-1 0 0,0 1 1 0 0,-1-1-1 0 0,1 1 1 0 0,0-1 0 0 0,0 1-1 0 0,0 0 1 0 0,-13 47 1133 0 0,12-46-1266 0 0,-5 40 238 0 0,1 0 0 0 0,2 0 0 0 0,4 56 0 0 0,20 125 30 0 0,-11-149-162 0 0,30 115 0 0 0,-34-165-39 0 0,2-1 0 0 0,1 0 0 0 0,0 0 0 0 0,2-1 0 0 0,0 0 0 0 0,2-1 0 0 0,1 0 0 0 0,29 34 0 0 0,-42-53-28 0 0,0-1 0 0 0,1 1 0 0 0,-1-1 0 0 0,1 1 0 0 0,-1-1 0 0 0,1 1-1 0 0,0-1 1 0 0,0 0 0 0 0,-1 0 0 0 0,1 0 0 0 0,0 0 0 0 0,0 0 0 0 0,0 0 0 0 0,0-1 0 0 0,0 1 0 0 0,0-1 0 0 0,0 1 0 0 0,0-1 0 0 0,1 0 0 0 0,-1 0 0 0 0,0 0 0 0 0,0 0 0 0 0,4 0 0 0 0,-4-2-14 0 0,1 1-1 0 0,-1 0 0 0 0,0-1 1 0 0,1 1-1 0 0,-1-1 1 0 0,0 1-1 0 0,0-1 0 0 0,0 0 1 0 0,0 0-1 0 0,-1 0 0 0 0,1 0 1 0 0,0 0-1 0 0,-1-1 0 0 0,1 1 1 0 0,-1 0-1 0 0,0-1 1 0 0,0 1-1 0 0,1-5 0 0 0,5-12-64 0 0,-2 0 0 0 0,0 1-1 0 0,-1-2 1 0 0,-1 1 0 0 0,-1 0 0 0 0,0-32-1 0 0,-15-116 1146 0 0,0 11 942 0 0,15 166-1959 0 0,1 0 1 0 0,0-1-1 0 0,0 1 1 0 0,0 0 0 0 0,1-1-1 0 0,1 0 1 0 0,0 0-1 0 0,7 11 1 0 0,-2-6-49 0 0,1 0 0 0 0,0 0 0 0 0,1-1 1 0 0,0-1-1 0 0,1 0 0 0 0,1-1 0 0 0,0 0 0 0 0,0-1 0 0 0,1 0 1 0 0,29 13-1 0 0,-15-11 16 0 0,-1 0 0 0 0,1-2 0 0 0,1-1 0 0 0,0-2 0 0 0,42 6 0 0 0,-66-12 30 0 0,1 0 0 0 0,0-1-1 0 0,0 0 1 0 0,-1 0 0 0 0,1 0 0 0 0,0-1 0 0 0,0 0-1 0 0,-1 0 1 0 0,1-1 0 0 0,-1 0 0 0 0,1 0 0 0 0,5-3-1 0 0,-9 3-1 0 0,0 0-1 0 0,0 0 0 0 0,0-1 1 0 0,0 1-1 0 0,-1 0 0 0 0,1-1 0 0 0,-1 0 1 0 0,1 0-1 0 0,-1 0 0 0 0,0 0 1 0 0,0 0-1 0 0,-1 0 0 0 0,1 0 1 0 0,-1 0-1 0 0,1-1 0 0 0,-1 1 1 0 0,0-1-1 0 0,0 1 0 0 0,-1-1 0 0 0,1 1 1 0 0,-1-1-1 0 0,0 0 0 0 0,0-6 1 0 0,-2-16 92 0 0,-1 1 1 0 0,-2 0 0 0 0,0 1-1 0 0,-2-1 1 0 0,0 1 0 0 0,-16-33-1 0 0,-14-48-1433 0 0,33 89-32 0 0,1 1-1 0 0,0-1 0 0 0,1 1 1 0 0,-1-32-1 0 0,6 19-5485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57.0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 69 5529 0 0,'-9'6'1584'0'0,"1"1"0"0"0,-1 1 0 0 0,1 0 0 0 0,1 0 0 0 0,-1 0 0 0 0,1 1 0 0 0,-11 18 0 0 0,15-20-1270 0 0,0 0-1 0 0,0 1 0 0 0,0-1 0 0 0,1 1 0 0 0,0-1 1 0 0,0 1-1 0 0,1 0 0 0 0,0 0 0 0 0,0-1 0 0 0,1 1 0 0 0,0 0 1 0 0,1 10-1 0 0,1-8-236 0 0,0-1 1 0 0,1 1 0 0 0,0-1 0 0 0,0 1-1 0 0,1-1 1 0 0,0 0 0 0 0,1 0-1 0 0,8 13 1 0 0,-10-19-64 0 0,0 1-1 0 0,0-1 1 0 0,0 1-1 0 0,0-1 1 0 0,0 0-1 0 0,1 0 1 0 0,-1-1-1 0 0,1 1 1 0 0,6 3-1 0 0,-8-5-7 0 0,1 0-1 0 0,-1 0 1 0 0,0-1-1 0 0,1 1 1 0 0,-1-1-1 0 0,1 1 1 0 0,-1-1 0 0 0,1 0-1 0 0,-1 0 1 0 0,1 0-1 0 0,-1 0 1 0 0,0 0 0 0 0,1-1-1 0 0,-1 1 1 0 0,1-1-1 0 0,-1 0 1 0 0,0 1-1 0 0,4-3 1 0 0,-2 1-5 0 0,0-1 0 0 0,-1 0 0 0 0,1 0 0 0 0,-1 0 0 0 0,1 0 0 0 0,-1 0 0 0 0,0-1 0 0 0,-1 0 0 0 0,1 1 0 0 0,-1-1 0 0 0,1 0 0 0 0,-1 0 0 0 0,0 0 0 0 0,0-1 1 0 0,-1 1-1 0 0,1 0 0 0 0,0-6 0 0 0,2-6 10 0 0,-1 1 0 0 0,-1-1 1 0 0,1-25-1 0 0,-3 26 1 0 0,0 0-1 0 0,-1 0 1 0 0,-1 0 0 0 0,0 0 0 0 0,-1 1 0 0 0,-1-1-1 0 0,0 1 1 0 0,-1 0 0 0 0,-7-14 0 0 0,10 23-35 0 0,0 1 0 0 0,-1-1 0 0 0,1 1 0 0 0,-1 0 0 0 0,0 0 0 0 0,0 0 0 0 0,0 0 0 0 0,-1 1 0 0 0,1-1 0 0 0,-1 1 0 0 0,0 0 0 0 0,0 0 0 0 0,0 0 0 0 0,0 1 0 0 0,-1 0 1 0 0,1-1-1 0 0,-1 1 0 0 0,1 1 0 0 0,-1-1 0 0 0,0 1 0 0 0,1-1 0 0 0,-1 2 0 0 0,0-1 0 0 0,0 0 0 0 0,0 1 0 0 0,0 0 0 0 0,0 0 0 0 0,0 0 0 0 0,0 1 0 0 0,-7 1 1 0 0,7-1-185 0 0,0 1 0 0 0,0-1 0 0 0,1 1 1 0 0,-1 0-1 0 0,0 0 0 0 0,1 0 1 0 0,-1 1-1 0 0,-6 5 0 0 0,-2 2-1148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57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0 226 2761 0 0,'5'-2'806'0'0,"0"-1"1"0"0,-1 2 0 0 0,1-1-1 0 0,0 0 1 0 0,0 1-1 0 0,0 0 1 0 0,0 0 0 0 0,0 1-1 0 0,0-1 1 0 0,0 1 0 0 0,1 0-1 0 0,7 1 1 0 0,-7 1-233 0 0,-1-1-1 0 0,1 1 1 0 0,0 0-1 0 0,-1 0 1 0 0,1 0-1 0 0,-1 1 1 0 0,0 0 0 0 0,0 0-1 0 0,8 6 1 0 0,-3 0-197 0 0,-1 0 1 0 0,0 0-1 0 0,-1 1 0 0 0,0 0 1 0 0,-1 1-1 0 0,1 0 1 0 0,-2 0-1 0 0,0 0 0 0 0,7 18 1 0 0,-40-85 1200 0 0,15 34-1264 0 0,2-1 0 0 0,-15-43 0 0 0,23 58-384 0 0,0 0 0 0 0,0 0 1 0 0,1 0-1 0 0,0 0 0 0 0,1 0 1 0 0,0 0-1 0 0,0 0 0 0 0,0-1 1 0 0,1 1-1 0 0,1 0 0 0 0,-1 0 1 0 0,1 0-1 0 0,4-10 0 0 0,21-31-1058 0 0,-10 26 280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57.7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48 6449 0 0,'-2'-6'1386'0'0,"0"0"-1"0"0,0 1 0 0 0,-1-1 1 0 0,0 0-1 0 0,0 1 0 0 0,0-1 0 0 0,-9-1 3333 0 0,10 24-4140 0 0,2-15-303 0 0,-23 478 1757 0 0,21-433-2618 0 0,3 0 0 0 0,1 0 1 0 0,13 68-1 0 0,-8-82-7121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58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234 39 4633 0 0,'10'-36'459'0'0,"-10"35"-379"0"0,0 1 0 0 0,-1 0 0 0 0,1 0 0 0 0,0 0 0 0 0,0-1 0 0 0,-1 1 0 0 0,1 0 0 0 0,0 0 0 0 0,-1 0 0 0 0,1 0 0 0 0,0 0 0 0 0,-1 0 0 0 0,1 0 0 0 0,0 0 0 0 0,-1 0 0 0 0,1 0 0 0 0,0 0 0 0 0,-1 0 1 0 0,1 0-1 0 0,0 0 0 0 0,-1 0 0 0 0,1 0 0 0 0,0 0 0 0 0,-1 0 0 0 0,1 1 0 0 0,0-1 0 0 0,-1 0 0 0 0,1 0 0 0 0,0 0 0 0 0,-1 0 0 0 0,1 1 0 0 0,0-1 0 0 0,0 0 0 0 0,-1 0 0 0 0,1 1 0 0 0,-15 7 2600 0 0,-5 6-667 0 0,1 0 0 0 0,-31 34 0 0 0,26-22-1140 0 0,1 1 0 0 0,1 1-1 0 0,-18 32 1 0 0,38-56-762 0 0,-1 0 0 0 0,1 0 0 0 0,0 0-1 0 0,0 0 1 0 0,0 1 0 0 0,1-1 0 0 0,-1 0 0 0 0,1 1 0 0 0,0-1-1 0 0,1 1 1 0 0,-1-1 0 0 0,1 1 0 0 0,-1 0 0 0 0,2 7 0 0 0,0-9-72 0 0,0 0-1 0 0,0 0 1 0 0,0-1 0 0 0,1 1 0 0 0,-1 0 0 0 0,1-1 0 0 0,-1 1 0 0 0,1-1 0 0 0,0 0 0 0 0,0 1 0 0 0,0-1 0 0 0,0 0 0 0 0,1 0 0 0 0,-1 0 0 0 0,0-1 0 0 0,1 1 0 0 0,0-1 0 0 0,-1 1 0 0 0,1-1 0 0 0,0 0 0 0 0,-1 0 0 0 0,1 0 0 0 0,4 1 0 0 0,14 3-147 0 0,0-2 0 0 0,0 0 0 0 0,-1-1 1 0 0,1-1-1 0 0,0-1 0 0 0,27-4 0 0 0,-37 3-415 0 0,18 0-7169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59.3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322 4 10594 0 0,'-3'-1'195'0'0,"-1"0"0"0"0,1 0 0 0 0,-1 1 0 0 0,1-1 0 0 0,-1 1 0 0 0,1 0 0 0 0,0 0 0 0 0,-1 1 0 0 0,1-1 0 0 0,-1 1 0 0 0,1-1 0 0 0,0 1 0 0 0,-1 0-1 0 0,-3 2 1 0 0,-47 21 1192 0 0,41-17-1056 0 0,0 0 0 0 0,0 1 0 0 0,1 1 1 0 0,0 0-1 0 0,1 1 0 0 0,0 0 1 0 0,0 1-1 0 0,1 0 0 0 0,1 0 1 0 0,-12 19-1 0 0,10-12-67 0 0,1 0 1 0 0,1 1-1 0 0,1 1 1 0 0,1-1 0 0 0,0 1-1 0 0,-7 39 1 0 0,9-25-58 0 0,2 0 1 0 0,1 0-1 0 0,1 1 1 0 0,2-1-1 0 0,2 0 1 0 0,1 0 0 0 0,1 0-1 0 0,19 64 1 0 0,1-31-37 0 0,2-2 0 0 0,65 112 0 0 0,-18-53-6862 0 0,-56-97-230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59.5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50 11979 0 0,'55'0'3391'0'0,"-20"2"-2264"0"0,1-3 0 0 0,59-7 0 0 0,-27-5-1229 0 0,77-13-6328 0 0,-111 23 5853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2:59.7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2 9218 0 0,'-16'-2'7772'0'0,"14"3"-7419"0"0,1 0-104 0 0,0-1 1 0 0,1 1-1 0 0,-1 0 1 0 0,0 0-1 0 0,1-1 0 0 0,-1 1 1 0 0,1 0-1 0 0,-1 0 1 0 0,1 0-1 0 0,-1 0 1 0 0,1 0-1 0 0,0 0 0 0 0,-1 0 1 0 0,1 0-1 0 0,0 1 1 0 0,-1 42 1336 0 0,2-36-1390 0 0,-1 1-139 0 0,16 295 1049 0 0,-8-225-1864 0 0,35 143-1 0 0,-32-180-86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0.0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31 7370 0 0,'-13'-14'1059'0'0,"13"14"-954"0"0,0 0 0 0 0,0 0 0 0 0,-1 0 0 0 0,1 0 0 0 0,0 0 0 0 0,-5 3 1889 0 0,5-2-1889 0 0,0-1 0 0 0,0 0 0 0 0,-1 0 0 0 0,1 1 0 0 0,0-1 0 0 0,0 0 0 0 0,0 1 0 0 0,-5 31 4279 0 0,4-30-4690 0 0,1 5 464 0 0,0-1-1 0 0,1 1 0 0 0,-1 0 0 0 0,1-1 0 0 0,0 1 0 0 0,1-1 0 0 0,0 0 0 0 0,0 1 0 0 0,0-1 0 0 0,1 0 0 0 0,-1 0 0 0 0,1-1 1 0 0,1 1-1 0 0,-1 0 0 0 0,1-1 0 0 0,0 0 0 0 0,1 0 0 0 0,-1 0 0 0 0,8 6 0 0 0,-8-7-85 0 0,1-1 0 0 0,-1 1 0 0 0,1-1-1 0 0,0 0 1 0 0,0-1 0 0 0,0 1 0 0 0,1-1 0 0 0,-1 0-1 0 0,0 0 1 0 0,1 0 0 0 0,-1-1 0 0 0,1 0-1 0 0,0 0 1 0 0,-1-1 0 0 0,1 1 0 0 0,0-1 0 0 0,0 0-1 0 0,-1-1 1 0 0,1 0 0 0 0,0 1 0 0 0,-1-2 0 0 0,7-1-1 0 0,-10 2-30 0 0,0 1 0 0 0,0-1 0 0 0,-1 0 0 0 0,1 0 0 0 0,0 0-1 0 0,-1 0 1 0 0,1 0 0 0 0,-1 0 0 0 0,0-1 0 0 0,1 1-1 0 0,-1 0 1 0 0,0-1 0 0 0,0 1 0 0 0,1-1 0 0 0,-1 1 0 0 0,-1-1-1 0 0,1 0 1 0 0,0 1 0 0 0,0-1 0 0 0,0-2 0 0 0,0 0 3 0 0,0 0 0 0 0,0 0 0 0 0,-1-1 1 0 0,0 1-1 0 0,0 0 0 0 0,0 0 0 0 0,0-1 1 0 0,-2-6-1 0 0,1 2-20 0 0,-2 0-1 0 0,1 1 1 0 0,-1 0 0 0 0,0 0-1 0 0,-1 0 1 0 0,0 0-1 0 0,0 0 1 0 0,-7-9 0 0 0,7 13-38 0 0,-1-1 0 0 0,1 1 0 0 0,-1-1 0 0 0,0 1 0 0 0,0 1 0 0 0,-1-1 0 0 0,1 1 0 0 0,-1 0 0 0 0,0 0 0 0 0,1 0-1 0 0,-1 1 1 0 0,-1 0 0 0 0,1 0 0 0 0,0 1 0 0 0,0 0 0 0 0,-12-1 0 0 0,13 2-858 0 0,-1 0 0 0 0,1 0 0 0 0,0 1 0 0 0,0-1 0 0 0,0 1 0 0 0,-1 1 0 0 0,-7 2 0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0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61 121 10138 0 0,'-2'0'95'0'0,"-1"0"-1"0"0,1 0 1 0 0,0 0-1 0 0,0 0 1 0 0,-1 1-1 0 0,1-1 1 0 0,0 1-1 0 0,0 0 1 0 0,0-1-1 0 0,-1 1 1 0 0,1 0-1 0 0,0 0 1 0 0,0 0-1 0 0,0 1 1 0 0,1-1-1 0 0,-1 0 1 0 0,0 1-1 0 0,0-1 1 0 0,1 1-1 0 0,-1 0 1 0 0,1-1-1 0 0,-2 3 1 0 0,1 0 255 0 0,0 0 0 0 0,0 0 0 0 0,1 0 0 0 0,-1 0 0 0 0,1 1 0 0 0,0-1 0 0 0,0 0 0 0 0,1 0 0 0 0,-1 1 0 0 0,1-1 0 0 0,0 5 0 0 0,0 2 308 0 0,1 0 0 0 0,1 1 1 0 0,0-1-1 0 0,0 0 0 0 0,1 0 1 0 0,0-1-1 0 0,1 1 0 0 0,8 14 1 0 0,-8-16-659 0 0,1-1 0 0 0,0 1 0 0 0,1-2 0 0 0,0 1 0 0 0,0-1 0 0 0,0 1 0 0 0,1-2 0 0 0,0 1 0 0 0,1-1 0 0 0,0 0 0 0 0,-1-1 0 0 0,2 1 0 0 0,-1-2 0 0 0,15 7 0 0 0,-23-11 0 0 0,1 0-1 0 0,-1 0 1 0 0,0 0 0 0 0,1 0 0 0 0,-1 0-1 0 0,1 0 1 0 0,-1 0 0 0 0,1 0 0 0 0,-1 0-1 0 0,1 0 1 0 0,-1-1 0 0 0,1 1 0 0 0,-1 0-1 0 0,0 0 1 0 0,1-1 0 0 0,-1 1 0 0 0,1 0-1 0 0,-1 0 1 0 0,0-1 0 0 0,1 1 0 0 0,-1 0 0 0 0,0-1-1 0 0,1 1 1 0 0,-1 0 0 0 0,0-1 0 0 0,0 1-1 0 0,1-1 1 0 0,-1 1 0 0 0,0 0 0 0 0,0-1-1 0 0,0 1 1 0 0,1-1 0 0 0,-1 1 0 0 0,0-1-1 0 0,0 1 1 0 0,0-1 0 0 0,0 1 0 0 0,0-1-1 0 0,0 1 1 0 0,0-1 0 0 0,0 1 0 0 0,0-1-1 0 0,-1-28-6 0 0,0 21 14 0 0,2-9-10 0 0,-1 0 0 0 0,2 0 0 0 0,6-28 0 0 0,-6 39-52 0 0,-1 0 0 0 0,1 0 0 0 0,0 0 0 0 0,1 0 0 0 0,0 0 0 0 0,0 0 1 0 0,0 0-1 0 0,0 1 0 0 0,1 0 0 0 0,0 0 0 0 0,0 0 0 0 0,9-8 1 0 0,-12 12 44 0 0,-1 1 1 0 0,1-1-1 0 0,0 1 1 0 0,-1-1-1 0 0,1 1 1 0 0,0 0-1 0 0,-1-1 1 0 0,1 1-1 0 0,0 0 0 0 0,-1 0 1 0 0,1 0-1 0 0,0-1 1 0 0,-1 1-1 0 0,1 0 1 0 0,0 0-1 0 0,0 0 1 0 0,-1 0-1 0 0,1 0 1 0 0,0 0-1 0 0,0 0 1 0 0,-1 0-1 0 0,1 1 1 0 0,0-1-1 0 0,-1 0 1 0 0,1 0-1 0 0,0 1 1 0 0,0-1-1 0 0,-1 0 1 0 0,1 1-1 0 0,-1-1 1 0 0,1 0-1 0 0,0 1 1 0 0,-1-1-1 0 0,1 1 1 0 0,-1-1-1 0 0,1 1 1 0 0,-1 0-1 0 0,1-1 1 0 0,0 2-1 0 0,16 32 72 0 0,-9-17 79 0 0,-5-12-106 0 0,1 1-1 0 0,0-1 0 0 0,0 0 1 0 0,1 0-1 0 0,0-1 0 0 0,-1 0 1 0 0,2 1-1 0 0,-1-2 1 0 0,0 1-1 0 0,1 0 0 0 0,-1-1 1 0 0,1 0-1 0 0,0-1 0 0 0,0 1 1 0 0,1-1-1 0 0,-1 0 1 0 0,0-1-1 0 0,1 1 0 0 0,-1-1 1 0 0,1-1-1 0 0,-1 1 0 0 0,1-1 1 0 0,-1 0-1 0 0,1-1 0 0 0,-1 1 1 0 0,1-1-1 0 0,-1 0 1 0 0,0-1-1 0 0,1 0 0 0 0,-1 0 1 0 0,0 0-1 0 0,0-1 0 0 0,0 0 1 0 0,0 0-1 0 0,-1 0 1 0 0,1-1-1 0 0,-1 0 0 0 0,0 0 1 0 0,0 0-1 0 0,0 0 0 0 0,-1-1 1 0 0,1 0-1 0 0,-1 0 0 0 0,0 0 1 0 0,-1-1-1 0 0,1 1 1 0 0,2-7-1 0 0,-2 4 61 0 0,-1 0 1 0 0,0 0-1 0 0,-1 0 1 0 0,0 0-1 0 0,0 0 0 0 0,0 0 1 0 0,-1-1-1 0 0,-1 1 0 0 0,1-1 1 0 0,-1 1-1 0 0,-1-1 1 0 0,1 1-1 0 0,-5-15 0 0 0,4 16-243 0 0,-1 1 0 0 0,-1-1 0 0 0,1 1 0 0 0,-1 0 0 0 0,0 0 0 0 0,-1 0 0 0 0,-5-8 0 0 0,4 9-585 0 0,1 0 1 0 0,-1 0-1 0 0,0 1 1 0 0,0 0-1 0 0,0-1 0 0 0,0 2 1 0 0,-1-1-1 0 0,-7-3 0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0.9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42 10138 0 0,'21'-42'12025'0'0,"-22"45"-12322"0"0,1 0 0 0 0,0 0 0 0 0,-1 0-1 0 0,1 0 1 0 0,0 1 0 0 0,0-1 0 0 0,1 0-1 0 0,-1 0 1 0 0,1 4 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1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9674 0 0,'2'4'864'0'0,"0"-1"-696"0"0,1-1-168 0 0,-1-2 0 0 0,0-2 352 0 0,0 2 32 0 0,3 0 1 0 0,0 2 7 0 0,6 0-152 0 0,-3-2-32 0 0,1 0-8 0 0,1 0 0 0 0,-1 2-200 0 0,-2-4 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2.8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19 11979 0 0,'-7'-19'7889'0'0,"22"46"-7548"0"0,-1 1 0 0 0,-1 1 0 0 0,-1 0 0 0 0,-2 0-1 0 0,-1 1 1 0 0,-2 0 0 0 0,8 61 0 0 0,-7 7 61 0 0,-7 119 0 0 0,0 15-378 0 0,2-188-13 0 0,2 0-1 0 0,1 0 1 0 0,15 49-1 0 0,7-9 137 0 0,-18-58-35 0 0,-1 1 0 0 0,-1 1 1 0 0,-1 0-1 0 0,4 38 0 0 0,-12-46-17 0 0,1-20-96 0 0,1 1 1 0 0,-1-1-1 0 0,0 1 1 0 0,0-1-1 0 0,0 1 1 0 0,0-1-1 0 0,0 1 1 0 0,0-1-1 0 0,0 1 1 0 0,-1-1-1 0 0,1 1 1 0 0,0-1-1 0 0,0 1 1 0 0,0-1-1 0 0,0 1 1 0 0,-1-1-1 0 0,1 1 1 0 0,0-1-1 0 0,0 1 1 0 0,-1-1-1 0 0,1 0 1 0 0,0 1-1 0 0,-1-1 1 0 0,1 0-1 0 0,-1 1 1 0 0,1-1-1 0 0,0 0 1 0 0,-2 1-1 0 0,2-2-120 0 0,-1 0 0 0 0,1 1 0 0 0,-1-1 0 0 0,1 0 0 0 0,-1 0 1 0 0,1 0-1 0 0,0 0 0 0 0,-1 0 0 0 0,1 0 0 0 0,0 0 0 0 0,0 0 0 0 0,-1 0 0 0 0,1 0 0 0 0,0-2 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3.8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6 1376 0 0,'-5'-1'212'0'0,"0"0"-1"0"0,0 0 0 0 0,0 0 1 0 0,0 0-1 0 0,0 1 0 0 0,-1 0 0 0 0,1 0 1 0 0,0 0-1 0 0,0 1 0 0 0,0 0 1 0 0,0 0-1 0 0,0 0 0 0 0,0 1 1 0 0,-6 1-1 0 0,-11 7 1175 0 0,-38 20-1 0 0,37-18-316 0 0,5-3-354 0 0,-7 3 881 0 0,0 1 1 0 0,1 1-1 0 0,1 2 0 0 0,-38 30 0 0 0,61-46-1577 0 0,0 0 0 0 0,0 0 1 0 0,0 0-1 0 0,0 0 0 0 0,0 0 0 0 0,0 1 0 0 0,0-1 0 0 0,0 0 0 0 0,0 0 0 0 0,0 0 0 0 0,-1 0 0 0 0,1 0 0 0 0,0 0 0 0 0,0 0 1 0 0,0 1-1 0 0,0-1 0 0 0,0 0 0 0 0,0 0 0 0 0,0 0 0 0 0,0 0 0 0 0,0 0 0 0 0,0 1 0 0 0,0-1 0 0 0,0 0 0 0 0,0 0 0 0 0,0 0 1 0 0,0 0-1 0 0,0 0 0 0 0,0 0 0 0 0,0 1 0 0 0,1-1 0 0 0,-1 0 0 0 0,0 0 0 0 0,0 0 0 0 0,0 0 0 0 0,0 0 0 0 0,0 0 0 0 0,0 0 0 0 0,0 1 1 0 0,0-1-1 0 0,0 0 0 0 0,0 0 0 0 0,1 0 0 0 0,-1 0 0 0 0,0 0 0 0 0,0 0 0 0 0,0 0 0 0 0,0 0 0 0 0,0 0 0 0 0,0 0 0 0 0,1 0 1 0 0,-1 0-1 0 0,0 0 0 0 0,0 0 0 0 0,0 0 0 0 0,14 3 348 0 0,16-3-97 0 0,411-39 2377 0 0,-277 24-1926 0 0,143-8-80 0 0,-211 20-1165 0 0,114 11 0 0 0,-202-7 290 0 0,32 4-430 0 0,-38-4 376 0 0,1-1 0 0 0,-1 1 0 0 0,0 0 0 0 0,0 0 0 0 0,0 0 0 0 0,0 0 0 0 0,0 0 0 0 0,0 0 0 0 0,0 0 0 0 0,0 1 0 0 0,0-1 0 0 0,-1 1 0 0 0,1 0 0 0 0,2 2 1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4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54 9794 0 0,'3'2'140'0'0,"-1"0"0"0"0,1-1 0 0 0,-1 0 0 0 0,1 1 1 0 0,0-1-1 0 0,-1 0 0 0 0,1 0 0 0 0,0 0 0 0 0,0-1 0 0 0,0 1 0 0 0,-1-1 0 0 0,1 0 0 0 0,0 1 0 0 0,4-2 0 0 0,46-2 3026 0 0,-38 2-2173 0 0,49-7 2363 0 0,70-16 0 0 0,-3-7-6879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4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 3225 0 0,'12'-4'16018'0'0,"16"79"-14776"0"0,-3 2 0 0 0,-4 0 0 0 0,12 81 0 0 0,18 245-1233 0 0,-30-204 286 0 0,-8-105-394 0 0,4-1 0 0 0,53 168 1 0 0,-41-170-1528 0 0,-22-78 686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4.9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204 82 6913 0 0,'-11'1'147'0'0,"0"1"-1"0"0,1 0 0 0 0,-1 1 0 0 0,1 0 0 0 0,0 1 0 0 0,-14 6 1 0 0,-5 2 599 0 0,-59 21 3104 0 0,88-33-3800 0 0,1 0 0 0 0,-1 0 1 0 0,0 0-1 0 0,0 0 0 0 0,0 0 0 0 0,1 0 0 0 0,-1 1 0 0 0,0-1 0 0 0,0 0 0 0 0,0 0 0 0 0,1 0 0 0 0,-1 0 0 0 0,0 1 0 0 0,0-1 0 0 0,0 0 0 0 0,0 0 0 0 0,1 0 0 0 0,-1 1 1 0 0,0-1-1 0 0,0 0 0 0 0,0 0 0 0 0,0 0 0 0 0,0 1 0 0 0,0-1 0 0 0,0 0 0 0 0,0 0 0 0 0,0 1 0 0 0,0-1 0 0 0,0 0 0 0 0,0 0 0 0 0,0 1 0 0 0,0-1 0 0 0,0 0 0 0 0,0 0 1 0 0,0 1-1 0 0,0-1 0 0 0,0 0 0 0 0,0 0 0 0 0,0 1 0 0 0,0-1 0 0 0,0 0 0 0 0,-1 0 0 0 0,1 0 0 0 0,0 1 0 0 0,0-1 0 0 0,0 0 0 0 0,0 0 0 0 0,-1 0 0 0 0,1 0 0 0 0,0 1 1 0 0,-1-1-1 0 0,27 2 792 0 0,58-7 397 0 0,0-3 0 0 0,118-28 1 0 0,-43 7-534 0 0,184-14 308 0 0,373 2 0 0 0,-693 40-1378 0 0,26 0 10 0 0,-19 7-6472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5.8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1 232 6449 0 0,'7'-2'12694'0'0,"-7"-8"-12297"0"0,0 0-1 0 0,0 0 1 0 0,2 0 0 0 0,-1-1 0 0 0,5-14 0 0 0,-5 22-356 0 0,0 1 1 0 0,0-1-1 0 0,0 1 0 0 0,0 0 1 0 0,0-1-1 0 0,1 1 0 0 0,-1 0 1 0 0,1 0-1 0 0,-1 0 0 0 0,1 0 0 0 0,0 0 1 0 0,0 0-1 0 0,0 0 0 0 0,0 1 1 0 0,0-1-1 0 0,0 1 0 0 0,0 0 1 0 0,1-1-1 0 0,-1 1 0 0 0,0 0 1 0 0,1 0-1 0 0,-1 0 0 0 0,1 1 1 0 0,-1-1-1 0 0,1 1 0 0 0,0-1 1 0 0,-1 1-1 0 0,6 0 0 0 0,-3 0-55 0 0,0 1-1 0 0,0 0 0 0 0,0 0 1 0 0,0 0-1 0 0,0 0 0 0 0,0 1 0 0 0,-1 0 1 0 0,1 0-1 0 0,0 0 0 0 0,-1 1 1 0 0,1-1-1 0 0,-1 1 0 0 0,0 0 1 0 0,0 0-1 0 0,0 1 0 0 0,-1-1 1 0 0,6 7-1 0 0,5 8 14 0 0,-1 0 0 0 0,20 35-1 0 0,-8-12 19 0 0,-22-35-36 0 0,1-1 0 0 0,-1 0 0 0 0,1 0 0 0 0,1 0-1 0 0,-1-1 1 0 0,1 1 0 0 0,-1-1 0 0 0,10 6 0 0 0,-12-9 22 0 0,1 0 1 0 0,-1 0-1 0 0,0 0 1 0 0,0-1-1 0 0,0 1 1 0 0,1-1-1 0 0,-1 0 1 0 0,0 1 0 0 0,0-1-1 0 0,1 0 1 0 0,-1 0-1 0 0,0 0 1 0 0,1-1-1 0 0,-1 1 1 0 0,0 0-1 0 0,0-1 1 0 0,0 0 0 0 0,1 1-1 0 0,-1-1 1 0 0,0 0-1 0 0,0 0 1 0 0,0 0-1 0 0,0 0 1 0 0,0-1-1 0 0,0 1 1 0 0,-1-1 0 0 0,3-1-1 0 0,2-2 30 0 0,-2 0 1 0 0,1 0-1 0 0,0 0 0 0 0,-1-1 0 0 0,0 1 0 0 0,0-1 1 0 0,-1 0-1 0 0,5-11 0 0 0,18-58 416 0 0,-22 59-373 0 0,1 0-1 0 0,1 0 1 0 0,0 0 0 0 0,13-21 0 0 0,-12 26-85 0 0,26-36 64 0 0,-31 45-52 0 0,-1 1 0 0 0,1-1 0 0 0,-1 0-1 0 0,1 1 1 0 0,0-1 0 0 0,0 1 0 0 0,0-1-1 0 0,0 1 1 0 0,0 0 0 0 0,0 0 0 0 0,0 0-1 0 0,0 0 1 0 0,0 0 0 0 0,0 0 0 0 0,1 1-1 0 0,-1-1 1 0 0,0 1 0 0 0,1-1 0 0 0,-1 1-1 0 0,3 0 1 0 0,-4 1-1 0 0,1-1-1 0 0,-1 1 1 0 0,1-1-1 0 0,-1 1 1 0 0,1 0 0 0 0,-1 0-1 0 0,0 0 1 0 0,1 0-1 0 0,-1 0 1 0 0,0 0 0 0 0,0 0-1 0 0,1 0 1 0 0,-1 0-1 0 0,0 0 1 0 0,0 1 0 0 0,-1-1-1 0 0,1 1 1 0 0,0-1-1 0 0,1 2 1 0 0,12 35 46 0 0,-9-25-40 0 0,-1-2-9 0 0,37 86-76 0 0,-36-86 68 0 0,1 0-1 0 0,1-1 1 0 0,-1 0-1 0 0,2 0 1 0 0,-1-1-1 0 0,15 14 1 0 0,-20-22 5 0 0,-1 0-1 0 0,0 0 1 0 0,1 0-1 0 0,-1 0 1 0 0,0-1 0 0 0,1 1-1 0 0,-1 0 1 0 0,1-1-1 0 0,-1 1 1 0 0,1-1 0 0 0,0 0-1 0 0,-1 1 1 0 0,1-1-1 0 0,-1 0 1 0 0,1 0 0 0 0,0 0-1 0 0,-1 0 1 0 0,1 0 0 0 0,-1-1-1 0 0,1 1 1 0 0,0 0-1 0 0,-1-1 1 0 0,1 1 0 0 0,-1-1-1 0 0,1 1 1 0 0,-1-1-1 0 0,0 0 1 0 0,1 0 0 0 0,-1 0-1 0 0,1 0 1 0 0,-1 0-1 0 0,0 0 1 0 0,0 0 0 0 0,0 0-1 0 0,0 0 1 0 0,2-2-1 0 0,5-6 31 0 0,0-1 0 0 0,-1 0 0 0 0,11-19 0 0 0,-11 17-39 0 0,27-51 42 0 0,-29 51-3 0 0,1-1 0 0 0,0 1 0 0 0,1 0 1 0 0,0 1-1 0 0,0 0 0 0 0,2 0 0 0 0,-1 1 0 0 0,1 0 1 0 0,19-16-1 0 0,-27 25-21 0 0,0 1-1 0 0,0-1 1 0 0,0 1 0 0 0,0 0 0 0 0,1-1-1 0 0,-1 1 1 0 0,0 0 0 0 0,0 0 0 0 0,0-1 0 0 0,1 1-1 0 0,-1 0 1 0 0,0 0 0 0 0,0 1 0 0 0,0-1 0 0 0,1 0-1 0 0,-1 0 1 0 0,0 0 0 0 0,0 1 0 0 0,0-1-1 0 0,0 1 1 0 0,0-1 0 0 0,1 1 0 0 0,-1-1 0 0 0,0 1-1 0 0,0 0 1 0 0,0-1 0 0 0,-1 1 0 0 0,1 0 0 0 0,0 0-1 0 0,0 0 1 0 0,0 0 0 0 0,0 0 0 0 0,1 2-1 0 0,27 43 168 0 0,-19-28-165 0 0,44 77 122 0 0,-6-10-1885 0 0,-9-34-5343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6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18 1376 0 0,'-14'3'1644'0'0,"-1"-1"1"0"0,0-1-1 0 0,0-1 0 0 0,1 0 0 0 0,-1-1 0 0 0,-15-2 0 0 0,96 9 6262 0 0,62-5-6724 0 0,203-14-177 0 0,-56 5-466 0 0,-17 3-337 0 0,402 43 0 0 0,-473-7-89 0 0,-185-31-1087 0 0,-6-1 182 0 0,-17-3-1336 0 0,-6 2-2541 0 0,2 13-5849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6.5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3681 0 0,'-7'-1'7894'0'0,"1"12"-3706"0"0,1 16-1811 0 0,19 154 1993 0 0,-3-84-4139 0 0,5 151-69 0 0,43 324 452 0 0,-50-516-570 0 0,3 0 0 0 0,3-1 0 0 0,41 103 0 0 0,-50-145-1787 0 0,-1-2-3077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8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4198 110 6913 0 0,'-1'0'63'0'0,"1"0"0"0"0,-1 0 0 0 0,1-1 0 0 0,-1 1 0 0 0,1 0-1 0 0,-1-1 1 0 0,1 1 0 0 0,-1 0 0 0 0,1-1 0 0 0,-1 1 0 0 0,1 0-1 0 0,-1-1 1 0 0,1 1 0 0 0,0-1 0 0 0,-1 1 0 0 0,1-1-1 0 0,0 1 1 0 0,0-1 0 0 0,-1 1 0 0 0,1-1 0 0 0,0 0 0 0 0,0 1-1 0 0,0-1 1 0 0,-1 1 0 0 0,1-1 0 0 0,0 1 0 0 0,0-1 0 0 0,0 0-1 0 0,0 1 1 0 0,0-1 0 0 0,0 1 0 0 0,0-1 0 0 0,1 0 0 0 0,-1 1-1 0 0,0-1 1 0 0,1-1 308 0 0,0 1 0 0 0,1 0 0 0 0,-1-1 0 0 0,0 1 0 0 0,1 0 0 0 0,-1 0 0 0 0,0 0 0 0 0,1 0 0 0 0,0 0 0 0 0,-1 0 0 0 0,3 0 0 0 0,43-18 1125 0 0,-1 3 1 0 0,2 1-1 0 0,84-14 0 0 0,-132 30-1498 0 0,0-1 0 0 0,-1 0 0 0 0,1 0 0 0 0,0 0 0 0 0,0 0 0 0 0,0 0 0 0 0,0 0 0 0 0,0 0 0 0 0,0 0-1 0 0,0 1 1 0 0,0-1 0 0 0,0 0 0 0 0,0 0 0 0 0,0 0 0 0 0,0 0 0 0 0,0 0 0 0 0,0 0 0 0 0,0 0 0 0 0,0 1 0 0 0,0-1 0 0 0,0 0 0 0 0,0 0-1 0 0,0 0 1 0 0,0 0 0 0 0,0 0 0 0 0,0 0 0 0 0,0 0 0 0 0,0 0 0 0 0,0 1 0 0 0,0-1 0 0 0,0 0 0 0 0,0 0 0 0 0,1 0 0 0 0,-1 0 0 0 0,0 0-1 0 0,0 0 1 0 0,0 0 0 0 0,0 0 0 0 0,0 0 0 0 0,0 0 0 0 0,0 0 0 0 0,0 1 0 0 0,0-1 0 0 0,1 0 0 0 0,-1 0 0 0 0,0 0 0 0 0,0 0 0 0 0,0 0-1 0 0,0 0 1 0 0,0 0 0 0 0,0 0 0 0 0,0 0 0 0 0,0 0 0 0 0,1 0 0 0 0,-1 0 0 0 0,0 0 0 0 0,0 0 0 0 0,0 0 0 0 0,0 0 0 0 0,0 0 0 0 0,0 0-1 0 0,0 0 1 0 0,1 0 0 0 0,-1 0 0 0 0,0-1 0 0 0,0 1 0 0 0,0 0 0 0 0,0 0 0 0 0,0 0 0 0 0,-10 11-344 0 0,-18 14-408 0 0,25-23 678 0 0,-28 23-609 0 0,16-14 625 0 0,0 1 1 0 0,1 0-1 0 0,0 1 0 0 0,1 0 1 0 0,0 1-1 0 0,1 1 1 0 0,-13 20-1 0 0,24-34 47 0 0,1 1 1 0 0,-1-1-1 0 0,1 0 1 0 0,-1 0-1 0 0,1 0 0 0 0,-1 1 1 0 0,1-1-1 0 0,0 0 0 0 0,0 0 1 0 0,0 1-1 0 0,0-1 1 0 0,0 0-1 0 0,0 0 0 0 0,0 1 1 0 0,0-1-1 0 0,0 0 1 0 0,0 1-1 0 0,1-1 0 0 0,-1 0 1 0 0,1 0-1 0 0,-1 0 1 0 0,1 1-1 0 0,0 0 0 0 0,1 0-37 0 0,0 0 1 0 0,-1 0-1 0 0,1 0 0 0 0,0 0 0 0 0,0 0 0 0 0,1-1 0 0 0,-1 1 1 0 0,0-1-1 0 0,1 1 0 0 0,4 1 0 0 0,6 1-137 0 0,1 1 1 0 0,0-2-1 0 0,20 4 0 0 0,-26-6 222 0 0,41 5 56 0 0,-37-6-2 0 0,1 1 0 0 0,-1 1 0 0 0,0 0 0 0 0,1 1 0 0 0,-1 0 0 0 0,0 1 0 0 0,12 5 0 0 0,-23-8-85 0 0,0-1 1 0 0,0 1 0 0 0,0 0-1 0 0,0-1 1 0 0,-1 1-1 0 0,1 0 1 0 0,0 0 0 0 0,0-1-1 0 0,0 1 1 0 0,-1 0-1 0 0,1 0 1 0 0,0 0-1 0 0,-1 0 1 0 0,1 0 0 0 0,-1 0-1 0 0,1 0 1 0 0,-1 0-1 0 0,0 0 1 0 0,1 0 0 0 0,-1 0-1 0 0,0 1 1 0 0,0-1-1 0 0,0 0 1 0 0,0 0 0 0 0,0 0-1 0 0,0 0 1 0 0,0 0-1 0 0,0 1 1 0 0,0-1 0 0 0,0 0-1 0 0,-1 0 1 0 0,1 0-1 0 0,0 0 1 0 0,-1 0-1 0 0,1 0 1 0 0,-1 0 0 0 0,1 0-1 0 0,-1 0 1 0 0,0 0-1 0 0,1 0 1 0 0,-2 1 0 0 0,-4 6 77 0 0,-1 0 0 0 0,0 0 0 0 0,-13 12 1 0 0,11-12 4 0 0,-9 8 270 0 0,-30 21 0 0 0,34-27-224 0 0,1-1 0 0 0,0 2 1 0 0,0 0-1 0 0,1 1 1 0 0,-12 14-1 0 0,23-25-116 0 0,0 1 0 0 0,0-1-1 0 0,0 0 1 0 0,0 1 0 0 0,0-1 0 0 0,1 1 0 0 0,-1-1 0 0 0,0 1-1 0 0,1-1 1 0 0,-1 1 0 0 0,1-1 0 0 0,-1 1 0 0 0,1-1 0 0 0,0 1-1 0 0,0 0 1 0 0,0-1 0 0 0,0 1 0 0 0,0 0 0 0 0,0-1 0 0 0,0 3-1 0 0,1-3-23 0 0,0 0-1 0 0,0 1 0 0 0,-1-1 0 0 0,1 0 0 0 0,0 0 0 0 0,0 0 0 0 0,0 0 0 0 0,0 0 0 0 0,0 0 0 0 0,1 0 0 0 0,-1 0 0 0 0,0 0 0 0 0,0-1 0 0 0,1 1 0 0 0,-1 0 0 0 0,0-1 0 0 0,1 1 0 0 0,1 0 0 0 0,9 1-248 0 0,0 1 0 0 0,1-2-1 0 0,-1 0 1 0 0,18 0 0 0 0,-10-1-312 0 0,2 2-1082 0 0,-1 2-1 0 0,1 0 1 0 0,38 12 0 0 0,-56-15 2502 0 0,-1 0 1 0 0,0 0 0 0 0,0 0 0 0 0,0 1-1 0 0,0-1 1 0 0,0 1 0 0 0,0-1 0 0 0,-1 1-1 0 0,6 5 1 0 0,-6-4-589 0 0,0 0 0 0 0,0 0 1 0 0,0 0-1 0 0,0 1 0 0 0,-1-1 0 0 0,0 1 0 0 0,1 0 0 0 0,-1-1 0 0 0,0 5 1 0 0,121 538 2130 0 0,-109-494-2316 0 0,2 0 1 0 0,3 0 0 0 0,26 55-1 0 0,-27-68-64 0 0,27 98 499 0 0,-31-90-266 0 0,20 47 0 0 0,-24-80-162 0 0,0 1 1 0 0,1-2 0 0 0,0 1-1 0 0,1-1 1 0 0,0-1-1 0 0,17 14 1 0 0,-9-7-49 0 0,-24-23-37 0 0,0 0-1 0 0,-1 1 1 0 0,1 0 0 0 0,-1 0 0 0 0,0 0-1 0 0,0 1 1 0 0,0 0 0 0 0,-10-2 0 0 0,3 1-68 0 0,0 0 0 0 0,0 1 0 0 0,-20-1-1 0 0,-128 11-210 0 0,-24 0 72 0 0,-722 30-759 0 0,605-17 934 0 0,-198-10-398 0 0,-107 8-442 0 0,278-12 928 0 0,96-7-150 0 0,55 12-44 0 0,95-4 15 0 0,-1-4-1 0 0,-90-7 1 0 0,86-2 38 0 0,-1 4 1 0 0,-157 17-1 0 0,199-11 80 0 0,-1-2 1 0 0,0-2-1 0 0,1-2 1 0 0,-1-2-1 0 0,-47-10 1 0 0,40 3 287 0 0,0 3 1 0 0,-74 0-1 0 0,108 6-237 0 0,19 0-51 0 0,0 1 1 0 0,0 0-1 0 0,0 0 1 0 0,-1 0-1 0 0,1 0 1 0 0,0 0-1 0 0,0 0 1 0 0,-1 0-1 0 0,1 1 0 0 0,0-1 1 0 0,0 1-1 0 0,0 0 1 0 0,0-1-1 0 0,0 1 1 0 0,0 0-1 0 0,-3 2 1 0 0,-53 39 540 0 0,22-15-471 0 0,28-21 93 0 0,6-4-159 0 0,0-1 0 0 0,0 1 0 0 0,0 0 0 0 0,0-1 0 0 0,0 1 0 0 0,0-1 0 0 0,-1 0 0 0 0,1 0 0 0 0,0 0 0 0 0,-1 0 0 0 0,1 0 0 0 0,-1-1 1 0 0,1 1-1 0 0,-1-1 0 0 0,-4 1 0 0 0,3-1-219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8.8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70 5985 0 0,'4'-12'604'0'0,"17"-46"12080"0"0,-15 66-11249 0 0,3 11-788 0 0,4 22-264 0 0,-1 1 1 0 0,-2 0-1 0 0,-3 1 0 0 0,5 82 0 0 0,-8-73-444 0 0,2 0-1 0 0,21 89 0 0 0,-7-85 175 0 0,-4-28-1722 0 0,3-10-5091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9.1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0 185 3969 0 0,'3'-13'660'0'0,"1"0"0"0"0,1 1 1 0 0,0 0-1 0 0,1 0 0 0 0,0 0 0 0 0,0 1 0 0 0,1 0 1 0 0,1 0-1 0 0,12-13 0 0 0,-16 19-273 0 0,1 1 0 0 0,0-1 0 0 0,0 1 0 0 0,0-1 0 0 0,0 2 0 0 0,1-1 0 0 0,0 1 0 0 0,-1-1 0 0 0,1 2 0 0 0,1-1 0 0 0,-1 1 0 0 0,0-1 0 0 0,0 2 0 0 0,1-1 1 0 0,0 1-1 0 0,-1 0 0 0 0,1 0 0 0 0,-1 1 0 0 0,1 0 0 0 0,8 1 0 0 0,-13-1-308 0 0,0 0 1 0 0,0 0-1 0 0,0 1 1 0 0,0-1-1 0 0,0 1 1 0 0,-1-1-1 0 0,1 1 1 0 0,0 0-1 0 0,0-1 1 0 0,-1 1-1 0 0,1 0 1 0 0,-1 0-1 0 0,1 0 1 0 0,-1 1-1 0 0,1-1 1 0 0,-1 0-1 0 0,1 0 1 0 0,-1 1-1 0 0,0-1 1 0 0,0 1-1 0 0,0-1 1 0 0,0 1-1 0 0,1 2 1 0 0,-1-1-33 0 0,0 0 1 0 0,0 1 0 0 0,-1-1 0 0 0,1 0 0 0 0,-1 1-1 0 0,0-1 1 0 0,0 0 0 0 0,0 1 0 0 0,0-1 0 0 0,-1 1-1 0 0,1-1 1 0 0,-2 4 0 0 0,-2 6-39 0 0,-1-1 0 0 0,0 1-1 0 0,0-1 1 0 0,-2 0 0 0 0,-9 16 0 0 0,-13 12-78 0 0,-1-1 0 0 0,-49 47 0 0 0,79-86 85 0 0,0 1 1 0 0,0-1-1 0 0,0 0 1 0 0,0 0 0 0 0,0 0-1 0 0,0 0 1 0 0,0 0-1 0 0,0 0 1 0 0,0 1-1 0 0,0-1 1 0 0,0 0-1 0 0,0 0 1 0 0,0 0 0 0 0,0 0-1 0 0,-1 0 1 0 0,1 1-1 0 0,0-1 1 0 0,0 0-1 0 0,0 0 1 0 0,1 0-1 0 0,-1 0 1 0 0,0 0-1 0 0,0 1 1 0 0,0-1 0 0 0,0 0-1 0 0,0 0 1 0 0,0 0-1 0 0,0 0 1 0 0,0 0-1 0 0,0 1 1 0 0,0-1-1 0 0,0 0 1 0 0,0 0 0 0 0,0 0-1 0 0,0 0 1 0 0,1 0-1 0 0,-1 0 1 0 0,0 0-1 0 0,0 1 1 0 0,0-1-1 0 0,0 0 1 0 0,0 0 0 0 0,0 0-1 0 0,1 0 1 0 0,-1 0-1 0 0,0 0 1 0 0,0 0-1 0 0,0 0 1 0 0,0 0-1 0 0,0 0 1 0 0,1 0-1 0 0,15 5 520 0 0,25-1-150 0 0,-33-3-381 0 0,15 3 68 0 0,-1 2 1 0 0,-1 0-1 0 0,1 1 0 0 0,-1 0 1 0 0,34 19-1 0 0,-31-14-377 0 0,0-1 0 0 0,1-2 0 0 0,35 10 0 0 0,-53-18-245 0 0,0 0 1 0 0,0-1 0 0 0,0 1-1 0 0,0-1 1 0 0,0-1 0 0 0,14-1 0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09.4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 9474 0 0,'-2'2'1181'0'0,"1"-1"-984"0"0,1-1 0 0 0,0 1 0 0 0,0-1 0 0 0,-1 1-1 0 0,1-1 1 0 0,0 1 0 0 0,0-1 0 0 0,0 1 0 0 0,0-1 0 0 0,0 1 0 0 0,0-1-1 0 0,0 1 1 0 0,0-1 0 0 0,0 1 0 0 0,0-1 0 0 0,0 1 0 0 0,0 0 0 0 0,0-1-1 0 0,0 1 1 0 0,0-1 0 0 0,1 1 0 0 0,3 21 3522 0 0,-4-18-3087 0 0,6 22 723 0 0,1-1 0 0 0,1 0 0 0 0,17 37 0 0 0,-15-41-1273 0 0,-1 1 1 0 0,-1 0-1 0 0,-1 0 0 0 0,8 46 0 0 0,-10-36-846 0 0,0-16 365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0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36 6913 0 0,'-12'-15'-553'0'0,"8"-6"9831"0"0,5 21-9179 0 0,14 10 3008 0 0,-10-4-2750 0 0,0 1-1 0 0,0 0 0 0 0,-1 0 1 0 0,0 0-1 0 0,0 0 1 0 0,0 1-1 0 0,-1 0 1 0 0,-1 0-1 0 0,4 13 1 0 0,4 8-41 0 0,28 92-373 0 0,37 189 1 0 0,-67-271-249 0 0,-7-35 69 0 0,-1-1 0 0 0,1 0 0 0 0,0 0 0 0 0,0 0 0 0 0,0 0 0 0 0,0 0 0 0 0,1 0 0 0 0,2 4 0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0.5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10 173 4145 0 0,'-2'-5'251'0'0,"0"1"0"0"0,1-1 0 0 0,0 0 0 0 0,0 1 0 0 0,0-1 0 0 0,0 0 0 0 0,1 0 0 0 0,-1 0 0 0 0,1 1 0 0 0,1-1 0 0 0,-1 0 0 0 0,1 0 0 0 0,-1 0 1 0 0,1 1-1 0 0,1-1 0 0 0,-1 0 0 0 0,1 1 0 0 0,0-1 0 0 0,0 1 0 0 0,0 0 0 0 0,0 0 0 0 0,1-1 0 0 0,0 2 0 0 0,-1-1 0 0 0,2 0 0 0 0,-1 0 0 0 0,0 1 0 0 0,1 0 0 0 0,-1 0 0 0 0,1 0 0 0 0,0 0 0 0 0,0 0 0 0 0,0 1 0 0 0,1 0 0 0 0,-1-1 1 0 0,7-1-1 0 0,3-1 466 0 0,1 1 1 0 0,0 0 0 0 0,18-2 0 0 0,-30 5-619 0 0,0 0 0 0 0,1 1 0 0 0,-1 0 0 0 0,0 0 0 0 0,1 0 0 0 0,-1 0 0 0 0,0 0 0 0 0,0 1 0 0 0,1-1 0 0 0,-1 1 0 0 0,0 0 0 0 0,0 0 0 0 0,0 0 0 0 0,0 1 0 0 0,0-1 0 0 0,0 1 0 0 0,0-1 0 0 0,0 1 0 0 0,-1 0 0 0 0,1 0 0 0 0,4 5 0 0 0,-6-5-104 0 0,1 1 1 0 0,-1 0-1 0 0,0 0 1 0 0,0-1 0 0 0,0 1-1 0 0,0 0 1 0 0,-1 0-1 0 0,1 0 1 0 0,-1 0-1 0 0,1 0 1 0 0,-1 0 0 0 0,0 0-1 0 0,-1 0 1 0 0,1 0-1 0 0,0 0 1 0 0,-1 0-1 0 0,0 0 1 0 0,1 0 0 0 0,-1 0-1 0 0,0 0 1 0 0,-2 2-1 0 0,-4 11-157 0 0,0-1-1 0 0,-15 23 1 0 0,11-20 29 0 0,-21 31-250 0 0,-7 12 2010 0 0,38-60-1559 0 0,0 1-1 0 0,0-1 1 0 0,0 1-1 0 0,1 0 1 0 0,-1-1 0 0 0,1 1-1 0 0,-1 0 1 0 0,1-1-1 0 0,-1 1 1 0 0,1 0-1 0 0,0 0 1 0 0,0-1-1 0 0,0 1 1 0 0,0 0-1 0 0,0 0 1 0 0,0-1-1 0 0,1 1 1 0 0,-1 0-1 0 0,1-1 1 0 0,-1 1-1 0 0,1 0 1 0 0,-1-1-1 0 0,1 1 1 0 0,0 0-1 0 0,0-1 1 0 0,0 1-1 0 0,0-1 1 0 0,0 0-1 0 0,0 1 1 0 0,0-1-1 0 0,0 0 1 0 0,1 0 0 0 0,-1 1-1 0 0,0-1 1 0 0,1 0-1 0 0,-1 0 1 0 0,1-1-1 0 0,-1 1 1 0 0,1 0-1 0 0,0 0 1 0 0,1 0-1 0 0,3 1 6 0 0,1 0 0 0 0,0 0-1 0 0,0 0 1 0 0,-1-1 0 0 0,1 0 0 0 0,0 0 0 0 0,0-1-1 0 0,0 0 1 0 0,7 0 0 0 0,7-3-91 0 0,38-9 1 0 0,-10-8-3974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1.3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 6449 0 0,'-16'6'16153'0'0,"28"-9"-16124"0"0,0 1 0 0 0,0 0-1 0 0,0 0 1 0 0,0 2 0 0 0,0-1 0 0 0,1 2-1 0 0,-1 0 1 0 0,23 4 0 0 0,-30-4-30 0 0,0 1 0 0 0,0-1 1 0 0,0 1-1 0 0,-1 0 1 0 0,1 1-1 0 0,-1-1 0 0 0,1 1 1 0 0,-1 0-1 0 0,0 0 1 0 0,0 0-1 0 0,0 1 0 0 0,-1-1 1 0 0,1 1-1 0 0,-1 0 1 0 0,0 0-1 0 0,0 0 0 0 0,0 0 1 0 0,0 1-1 0 0,-1-1 1 0 0,0 1-1 0 0,0-1 0 0 0,0 1 1 0 0,0 0-1 0 0,-1 0 0 0 0,1 5 1 0 0,0 1-24 0 0,0 0 1 0 0,-2 1 0 0 0,1-1-1 0 0,-1 0 1 0 0,-1 0-1 0 0,0 0 1 0 0,-1 0 0 0 0,0 0-1 0 0,-5 14 1 0 0,-3 5-14 0 0,-1-1 0 0 0,-17 29 1 0 0,27-56 75 0 0,0 1 1 0 0,-1-1-1 0 0,1 1 0 0 0,0-1 1 0 0,0 1-1 0 0,1 0 0 0 0,-1-1 1 0 0,1 1-1 0 0,-1 0 1 0 0,1 0-1 0 0,0 3 0 0 0,0-6-19 0 0,0 1-1 0 0,0-1 0 0 0,0 1 0 0 0,0-1 1 0 0,1 1-1 0 0,-1-1 0 0 0,0 1 0 0 0,0-1 0 0 0,1 0 1 0 0,-1 1-1 0 0,0-1 0 0 0,1 1 0 0 0,-1-1 1 0 0,0 0-1 0 0,1 1 0 0 0,-1-1 0 0 0,0 0 1 0 0,1 1-1 0 0,-1-1 0 0 0,1 0 0 0 0,-1 0 0 0 0,1 1 1 0 0,0-1-1 0 0,20 0 206 0 0,15-9-99 0 0,0-2 1 0 0,-1-1-1 0 0,40-21 1 0 0,-6 4-448 0 0,-12 5-330 0 0,-30 13 118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2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10 308 14283 0 0,'-1'-1'99'0'0,"0"0"1"0"0,0-1-1 0 0,0 1 0 0 0,0-1 1 0 0,1 1-1 0 0,-1-1 0 0 0,0 1 0 0 0,1-1 1 0 0,-1 1-1 0 0,1-1 0 0 0,-1 0 1 0 0,1 1-1 0 0,0-1 0 0 0,0 0 1 0 0,0 1-1 0 0,0-1 0 0 0,0 0 0 0 0,0 1 1 0 0,0-1-1 0 0,0 0 0 0 0,1 0 1 0 0,-1 1-1 0 0,0-1 0 0 0,1 1 0 0 0,0-1 1 0 0,-1 0-1 0 0,1 1 0 0 0,2-3 1 0 0,-2 3-21 0 0,0 0 1 0 0,0 0 0 0 0,0 1 0 0 0,0-1 0 0 0,1 0 0 0 0,-1 0-1 0 0,0 1 1 0 0,1-1 0 0 0,-1 1 0 0 0,0-1 0 0 0,1 1 0 0 0,-1 0-1 0 0,1 0 1 0 0,-1-1 0 0 0,0 1 0 0 0,1 0 0 0 0,-1 0-1 0 0,1 0 1 0 0,-1 1 0 0 0,1-1 0 0 0,-1 0 0 0 0,1 0 0 0 0,-1 1-1 0 0,0-1 1 0 0,1 1 0 0 0,-1-1 0 0 0,0 1 0 0 0,1 0 0 0 0,-1 0-1 0 0,0-1 1 0 0,0 1 0 0 0,0 0 0 0 0,0 0 0 0 0,0 0-1 0 0,2 2 1 0 0,14 14 128 0 0,0 1 0 0 0,-1 0 0 0 0,-1 1 0 0 0,-1 0 0 0 0,12 24 0 0 0,31 40-181 0 0,-41-62-55 0 0,1-2-1 0 0,0 0 1 0 0,1-1-1 0 0,1-1 1 0 0,1-1 0 0 0,1 0-1 0 0,0-2 1 0 0,0 0-1 0 0,2-1 1 0 0,-1-2-1 0 0,40 15 1 0 0,-60-25 65 0 0,-1 0 1 0 0,1-1 0 0 0,0 1-1 0 0,0-1 1 0 0,-1 1-1 0 0,1-1 1 0 0,0 0-1 0 0,0 0 1 0 0,0 1-1 0 0,-1-1 1 0 0,1-1 0 0 0,0 1-1 0 0,0 0 1 0 0,0 0-1 0 0,0-1 1 0 0,-1 1-1 0 0,1-1 1 0 0,0 1 0 0 0,-1-1-1 0 0,1 0 1 0 0,0 1-1 0 0,-1-1 1 0 0,1 0-1 0 0,-1 0 1 0 0,1 0-1 0 0,-1-1 1 0 0,1 1 0 0 0,-1 0-1 0 0,0 0 1 0 0,0-1-1 0 0,0 1 1 0 0,0-1-1 0 0,0 1 1 0 0,0-1 0 0 0,0 1-1 0 0,0-1 1 0 0,0 0-1 0 0,-1 1 1 0 0,1-1-1 0 0,-1 0 1 0 0,1-3 0 0 0,2-8 232 0 0,-2-1 0 0 0,1 0 0 0 0,-2 1 0 0 0,-1-25 0 0 0,0 8-227 0 0,1 22-8 0 0,13-235 472 0 0,-8 196-765 0 0,2 0 0 0 0,2 0 1 0 0,17-49-1 0 0,-25 90-139 0 0,1 0 0 0 0,1 1 0 0 0,-1-1 1 0 0,1 1-1 0 0,6-9 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2.5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211 13 6913 0 0,'-1'-1'153'0'0,"0"0"-1"0"0,1 0 1 0 0,-1 0-1 0 0,0 0 0 0 0,0 0 1 0 0,0 1-1 0 0,0-1 0 0 0,0 0 1 0 0,0 0-1 0 0,0 1 1 0 0,0-1-1 0 0,-1 1 0 0 0,1-1 1 0 0,0 1-1 0 0,0 0 0 0 0,0-1 1 0 0,-1 1-1 0 0,1 0 1 0 0,0 0-1 0 0,0 0 0 0 0,0-1 1 0 0,-1 1-1 0 0,1 1 0 0 0,0-1 1 0 0,0 0-1 0 0,-1 0 1 0 0,1 0-1 0 0,0 1 0 0 0,0-1 1 0 0,0 1-1 0 0,-1-1 0 0 0,1 1 1 0 0,0-1-1 0 0,0 1 1 0 0,0 0-1 0 0,0-1 0 0 0,0 1 1 0 0,0 0-1 0 0,0 0 0 0 0,0 0 1 0 0,0 0-1 0 0,-1 1 1 0 0,-26 23 1654 0 0,-38 41 1 0 0,58-57-1577 0 0,-1 2-1 0 0,1-1 0 0 0,1 1 0 0 0,0 0 0 0 0,0 1 0 0 0,1 0 1 0 0,-7 21-1 0 0,12-31-194 0 0,0 1-1 0 0,1-1 1 0 0,0 0 0 0 0,-1 1 0 0 0,1-1 0 0 0,0 1 0 0 0,0-1 0 0 0,0 0-1 0 0,0 1 1 0 0,1-1 0 0 0,-1 0 0 0 0,1 1 0 0 0,-1-1 0 0 0,1 0 0 0 0,0 1-1 0 0,0-1 1 0 0,0 0 0 0 0,0 0 0 0 0,0 0 0 0 0,1 0 0 0 0,-1 0 0 0 0,1 0-1 0 0,-1 0 1 0 0,1 0 0 0 0,0-1 0 0 0,-1 1 0 0 0,1 0 0 0 0,0-1 0 0 0,4 2-1 0 0,5 4 31 0 0,0-1 0 0 0,1-1 0 0 0,0 0 0 0 0,19 5 0 0 0,2 1 164 0 0,-24-7-145 0 0,0 0 0 0 0,0 0 1 0 0,-1 0-1 0 0,0 2 1 0 0,0-1-1 0 0,0 1 0 0 0,12 11 1 0 0,-18-15-56 0 0,-1 0 0 0 0,1 0 0 0 0,-1-1 1 0 0,0 1-1 0 0,1 0 0 0 0,-1 0 0 0 0,0 0 0 0 0,0 1 1 0 0,-1-1-1 0 0,1 0 0 0 0,0 0 0 0 0,-1 0 1 0 0,1 1-1 0 0,-1-1 0 0 0,0 0 0 0 0,0 1 0 0 0,0-1 1 0 0,0 0-1 0 0,0 1 0 0 0,0-1 0 0 0,-1 0 0 0 0,1 0 1 0 0,-1 1-1 0 0,1-1 0 0 0,-1 0 0 0 0,0 0 0 0 0,0 0 1 0 0,0 0-1 0 0,0 0 0 0 0,0 0 0 0 0,-1 0 1 0 0,1 0-1 0 0,0 0 0 0 0,-1 0 0 0 0,0-1 0 0 0,1 1 1 0 0,-4 2-1 0 0,-3 2 36 0 0,0 0 0 0 0,0 0 0 0 0,0-1 1 0 0,0 0-1 0 0,-1-1 0 0 0,0 1 0 0 0,0-2 1 0 0,0 1-1 0 0,-1-1 0 0 0,1-1 0 0 0,-1 0 1 0 0,0 0-1 0 0,1-1 0 0 0,-18 1 0 0 0,1-2-187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3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62 6913 0 0,'-10'-33'1724'0'0,"4"4"9834"0"0,-2 80-10040 0 0,-78 536-313 0 0,33-261-3380 0 0,50-305 793 0 0,2-6-311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4.0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4 182 12899 0 0,'-2'-22'292'0'0,"1"-37"549"0"0,1 54-814 0 0,0 1-1 0 0,1-1 1 0 0,-1 1 0 0 0,1-1-1 0 0,0 1 1 0 0,1 0 0 0 0,-1-1 0 0 0,1 1-1 0 0,3-7 1 0 0,-3 7 139 0 0,1 0 0 0 0,-1 1 0 0 0,1-1 0 0 0,0 1 0 0 0,0 0 0 0 0,0 0 1 0 0,0 0-1 0 0,0 0 0 0 0,0 1 0 0 0,1-1 0 0 0,0 1 0 0 0,-1 0 0 0 0,1 0 0 0 0,0 0 0 0 0,0 1 0 0 0,0-1 0 0 0,0 1 0 0 0,8-2 0 0 0,-6 3-8 0 0,-1 0 0 0 0,0 1-1 0 0,0-1 1 0 0,0 1-1 0 0,0 0 1 0 0,0 1-1 0 0,0-1 1 0 0,0 1-1 0 0,0 0 1 0 0,0 0-1 0 0,0 0 1 0 0,-1 1-1 0 0,1 0 1 0 0,7 6 0 0 0,6 5 105 0 0,0 2 0 0 0,-1 0 0 0 0,-1 1 0 0 0,0 1 0 0 0,-1 0 0 0 0,-1 1 0 0 0,-1 1 0 0 0,-1 0 0 0 0,10 22 0 0 0,8 26-225 0 0,31 109 0 0 0,-3-8-1858 0 0,-37-128-1618 0 0,-16-32 2191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4.2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67 8754 0 0,'-18'-11'-552'0'0,"-17"-14"10339"0"0,46 23-6768 0 0,14 0-3050 0 0,1 0-1 0 0,31-9 1 0 0,0 1-2090 0 0,-26 7-4669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4.5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5 8754 0 0,'0'-1'150'0'0,"-1"1"0"0"0,0 0 0 0 0,1-1 0 0 0,-1 1 0 0 0,0-1 1 0 0,1 1-1 0 0,-1 0 0 0 0,0-1 0 0 0,1 1 0 0 0,-1 0 0 0 0,0 0 0 0 0,0 0 0 0 0,1 0 1 0 0,-1 0-1 0 0,0 0 0 0 0,0 0 0 0 0,1 0 0 0 0,-1 0 0 0 0,0 0 0 0 0,0 0 0 0 0,1 0 0 0 0,-1 0 1 0 0,0 0-1 0 0,1 1 0 0 0,-2-1 0 0 0,1 2 117 0 0,1-1 1 0 0,-1 0-1 0 0,0 1 1 0 0,1-1-1 0 0,-1 0 1 0 0,1 1-1 0 0,0-1 1 0 0,-1 1-1 0 0,1-1 1 0 0,0 1-1 0 0,0-1 1 0 0,0 3-1 0 0,-1 26 1845 0 0,5 49 0 0 0,22 84-1424 0 0,-22-144-1096 0 0,28 120 741 0 0,-16-94-2906 0 0,4-4-3568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4.7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54 5065 0 0,'1'-3'148'0'0,"1"0"0"0"0,0 0 0 0 0,0-1 0 0 0,0 1-1 0 0,0 0 1 0 0,0 1 0 0 0,1-1 0 0 0,-1 0 0 0 0,1 1 0 0 0,0-1 0 0 0,0 1 0 0 0,0 0-1 0 0,0 0 1 0 0,0 0 0 0 0,0 0 0 0 0,0 0 0 0 0,1 1 0 0 0,3-2 0 0 0,0 2 220 0 0,-1-1 0 0 0,1 1 0 0 0,-1 1 0 0 0,1-1 0 0 0,-1 1 0 0 0,1 0 0 0 0,-1 0 0 0 0,1 1-1 0 0,10 2 1 0 0,-12-2-279 0 0,0 0-1 0 0,0 0 1 0 0,0 1-1 0 0,-1 0 1 0 0,1-1-1 0 0,0 2 1 0 0,-1-1-1 0 0,1 1 1 0 0,-1-1-1 0 0,0 1 1 0 0,1 0-1 0 0,-1 1 1 0 0,-1-1-1 0 0,1 1 1 0 0,-1-1-1 0 0,1 1 0 0 0,-1 0 1 0 0,0 1-1 0 0,0-1 1 0 0,-1 0-1 0 0,1 1 1 0 0,-1 0-1 0 0,0-1 1 0 0,0 1-1 0 0,-1 0 1 0 0,1 0-1 0 0,-1 0 1 0 0,0 0-1 0 0,-1 0 1 0 0,1 7-1 0 0,-1 0 97 0 0,0 1 0 0 0,-1-1 0 0 0,-1 1 0 0 0,0-1-1 0 0,0 0 1 0 0,-1 0 0 0 0,-1 0 0 0 0,0 0 0 0 0,-1-1 0 0 0,0 1 0 0 0,-10 15 0 0 0,5-9-528 0 0,-2-1 0 0 0,0 0 0 0 0,-1-1 0 0 0,-1 0 0 0 0,0-1 0 0 0,-1 0 0 0 0,-23 17 0 0 0,23-23-4675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5.0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6913 0 0,'3'5'842'0'0,"0"0"-1"0"0,-1 1 1 0 0,0-1-1 0 0,0 1 1 0 0,-1-1-1 0 0,1 1 1 0 0,-1-1-1 0 0,0 1 1 0 0,0 10-1 0 0,0-3 235 0 0,5 23 126 0 0,0 0 0 0 0,3-1 1 0 0,14 43-1 0 0,-16-61-1181 0 0,1 0 0 0 0,0-1 0 0 0,1 0 0 0 0,1 0-1 0 0,0-1 1 0 0,1 0 0 0 0,1-1 0 0 0,18 18 0 0 0,-10-16-481 0 0,-15-12-16 0 0,1 1 0 0 0,-1-1-1 0 0,0 1 1 0 0,7 8 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5.2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54 5985 0 0,'-1'-1'108'0'0,"1"0"-1"0"0,-1 1 0 0 0,0-1 1 0 0,1 0-1 0 0,-1 0 0 0 0,1 0 1 0 0,-1 1-1 0 0,1-1 0 0 0,-1 0 1 0 0,1 0-1 0 0,0 0 0 0 0,-1 0 1 0 0,1 0-1 0 0,0 0 1 0 0,0 0-1 0 0,0 0 0 0 0,0 0 1 0 0,0 0-1 0 0,0 0 0 0 0,0 0 1 0 0,0 0-1 0 0,0 0 0 0 0,0 0 1 0 0,0 0-1 0 0,1 0 0 0 0,-1 0 1 0 0,0 0-1 0 0,1 0 0 0 0,-1 1 1 0 0,1-1-1 0 0,-1 0 0 0 0,1 0 1 0 0,-1 0-1 0 0,1 0 1 0 0,-1 1-1 0 0,2-2 0 0 0,2-1 289 0 0,-1 1-1 0 0,0 0 1 0 0,0 1-1 0 0,1-1 0 0 0,-1 0 1 0 0,1 1-1 0 0,0 0 1 0 0,7-2-1 0 0,-8 2-267 0 0,0 1 1 0 0,0-1-1 0 0,1 1 0 0 0,-1-1 1 0 0,0 1-1 0 0,1 0 0 0 0,-1 1 0 0 0,0-1 1 0 0,1 0-1 0 0,-1 1 0 0 0,0 0 0 0 0,0 0 1 0 0,1 0-1 0 0,-1 0 0 0 0,0 0 0 0 0,0 1 1 0 0,0-1-1 0 0,-1 1 0 0 0,6 3 0 0 0,-4-1-2 0 0,-1-1-1 0 0,1 2 0 0 0,0-1 1 0 0,-1 0-1 0 0,0 1 0 0 0,0-1 1 0 0,-1 1-1 0 0,1 0 0 0 0,-1 0 1 0 0,0 0-1 0 0,2 6 0 0 0,0 4-9 0 0,-1 0 1 0 0,-1 0-1 0 0,0 0 0 0 0,0 1 0 0 0,-2-1 0 0 0,0 0 0 0 0,-4 29 1 0 0,3-32-235 0 0,-2 0 1 0 0,1 0 0 0 0,-2 0 0 0 0,0-1-1 0 0,0 1 1 0 0,-1-1 0 0 0,0 0-1 0 0,-1 0 1 0 0,0-1 0 0 0,-1 1 0 0 0,0-2-1 0 0,0 1 1 0 0,-1-1 0 0 0,-13 12 0 0 0,14-17-692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5.8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34 6913 0 0,'4'-15'-170'0'0,"11"-3"5812"0"0,-14 18-5485 0 0,-1 0 0 0 0,0-1 0 0 0,1 1-1 0 0,-1 0 1 0 0,5 2 2038 0 0,-4-2-2038 0 0,8 19 3159 0 0,11 79-2600 0 0,-13-57 129 0 0,23 73 0 0 0,-26-102-752 0 0,1 1 0 0 0,1-1 0 0 0,0 0 0 0 0,1 0 0 0 0,0-1 0 0 0,0 0 0 0 0,1 0 0 0 0,1-1 0 0 0,18 17 0 0 0,-20-19-140 0 0,1-2 1 0 0,1 1-1 0 0,-1-1 1 0 0,1 0-1 0 0,0-1 1 0 0,0 0-1 0 0,15 5 1 0 0,-20-9 32 0 0,-1 0 1 0 0,0 0 0 0 0,1-1 0 0 0,-1 1-1 0 0,0-1 1 0 0,1 0 0 0 0,-1 0-1 0 0,0-1 1 0 0,1 1 0 0 0,-1-1-1 0 0,0 1 1 0 0,1-1 0 0 0,-1 0 0 0 0,0 0-1 0 0,0 0 1 0 0,0-1 0 0 0,0 1-1 0 0,0-1 1 0 0,0 0 0 0 0,0 0 0 0 0,-1 0-1 0 0,1 0 1 0 0,0 0 0 0 0,-1-1-1 0 0,0 1 1 0 0,0-1 0 0 0,3-2 0 0 0,10-16 13 0 0,-2 0 0 0 0,0-1 0 0 0,-1-1 0 0 0,12-32 0 0 0,-13 29 0 0 0,2 0 0 0 0,27-44 0 0 0,-40 69-2 0 0,1 0 1 0 0,0 0-1 0 0,-1 0 1 0 0,1 0 0 0 0,0 0-1 0 0,0 0 1 0 0,-1 0-1 0 0,1 0 1 0 0,0 0-1 0 0,0 1 1 0 0,0-1 0 0 0,0 0-1 0 0,0 1 1 0 0,0-1-1 0 0,0 1 1 0 0,1-1 0 0 0,-1 1-1 0 0,0-1 1 0 0,1 1-1 0 0,-1 0 9 0 0,0 0 0 0 0,-1 0 0 0 0,1 0 0 0 0,-1 1 0 0 0,1-1 0 0 0,0 0 0 0 0,-1 1 0 0 0,1-1 0 0 0,-1 1 0 0 0,1-1 0 0 0,-1 1 0 0 0,1-1 0 0 0,-1 1 0 0 0,1-1 0 0 0,-1 1 0 0 0,1-1 0 0 0,-1 1 0 0 0,0-1 0 0 0,1 1 0 0 0,-1 0 0 0 0,0-1 0 0 0,0 1 0 0 0,0 0 0 0 0,1 0 0 0 0,1 9 149 0 0,1 1 0 0 0,-2-1-1 0 0,1 16 1 0 0,0-11 64 0 0,-1-9-213 0 0,0 0-1 0 0,0 0 0 0 0,1-1 1 0 0,0 1-1 0 0,0-1 1 0 0,0 1-1 0 0,1-1 1 0 0,0 0-1 0 0,0 1 0 0 0,0-1 1 0 0,0-1-1 0 0,1 1 1 0 0,0 0-1 0 0,0-1 1 0 0,0 0-1 0 0,9 6 0 0 0,-10-8-4 0 0,0 0-1 0 0,1 0 0 0 0,-1 0 1 0 0,1-1-1 0 0,-1 0 0 0 0,1 0 0 0 0,-1 0 1 0 0,1 0-1 0 0,-1 0 0 0 0,1-1 1 0 0,0 1-1 0 0,-1-1 0 0 0,1 0 1 0 0,0 0-1 0 0,0-1 0 0 0,-1 1 0 0 0,1-1 1 0 0,0 0-1 0 0,-1 0 0 0 0,1 0 1 0 0,-1 0-1 0 0,1 0 0 0 0,-1-1 0 0 0,0 0 1 0 0,0 1-1 0 0,1-1 0 0 0,-1-1 1 0 0,2-1-1 0 0,1-1 11 0 0,-1-1 0 0 0,0 1 0 0 0,0-1 1 0 0,0 0-1 0 0,-1 0 0 0 0,0-1 0 0 0,0 1 0 0 0,-1-1 1 0 0,0 0-1 0 0,0 0 0 0 0,-1 0 0 0 0,4-13 0 0 0,-4 11 8 0 0,1 0 1 0 0,0 1-1 0 0,0-1 0 0 0,1 1 0 0 0,0 0 0 0 0,0 0 1 0 0,11-14-1 0 0,-14 21-9 0 0,-1 1 1 0 0,1-1 0 0 0,0 0-1 0 0,-1 0 1 0 0,1 0-1 0 0,0 1 1 0 0,0-1 0 0 0,0 0-1 0 0,-1 1 1 0 0,1-1-1 0 0,0 1 1 0 0,0-1 0 0 0,0 1-1 0 0,0-1 1 0 0,0 1-1 0 0,0-1 1 0 0,0 1-1 0 0,0 0 1 0 0,0 0 0 0 0,0 0-1 0 0,0-1 1 0 0,0 1-1 0 0,0 0 1 0 0,0 0 0 0 0,0 1-1 0 0,1-1 1 0 0,0 1-2 0 0,-1-1 0 0 0,0 1 0 0 0,0 0 0 0 0,1 0 0 0 0,-1 0 0 0 0,0 0 0 0 0,0 0 0 0 0,0 1 0 0 0,0-1 0 0 0,0 0 0 0 0,-1 0 0 0 0,1 1 0 0 0,0-1 0 0 0,-1 0 0 0 0,2 4 0 0 0,2 8 37 0 0,0 0 0 0 0,-1 0 0 0 0,2 17-1 0 0,-4-20 22 0 0,2 14-8 0 0,-2 0 1 0 0,0 0-1 0 0,-1 0 1 0 0,-2 1-1 0 0,-1-2 0 0 0,0 1 1 0 0,-2 0-1 0 0,0-1 0 0 0,-16 39 1 0 0,3-16 21 0 0,-3-1-1 0 0,-2 0 1 0 0,-47 69 0 0 0,-62 52-200 0 0,58-77-975 0 0,56-65 708 0 0,7-1 218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6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34 12899 0 0,'-21'-33'6899'0'0,"26"78"-3845"0"0,7 16-2762 0 0,-3 2 0 0 0,1 83 1 0 0,-13 126-214 0 0,0 8 34 0 0,3-260-427 0 0,1 1-1 0 0,1-1 1 0 0,1 0 0 0 0,1 0-1 0 0,0 0 1 0 0,2 0 0 0 0,0-1-1 0 0,1 0 1 0 0,1 0-1 0 0,11 20 1 0 0,-8-28-2739 0 0,-6-9 1486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6.7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249 10 7370 0 0,'1'-1'28'0'0,"-1"0"0"0"0,1 1 0 0 0,-1-1 0 0 0,1 0 0 0 0,0 1 0 0 0,-1-1 0 0 0,1 1 0 0 0,0-1 0 0 0,-1 1 0 0 0,1-1 0 0 0,0 1 0 0 0,-1-1 0 0 0,1 1 0 0 0,0 0 0 0 0,0-1 1 0 0,0 1-1 0 0,-1 0 0 0 0,1 0 0 0 0,0 0 0 0 0,0-1 0 0 0,0 1 0 0 0,0 0 0 0 0,-1 0 0 0 0,1 0 0 0 0,0 0 0 0 0,0 1 0 0 0,0-1 0 0 0,0 0 0 0 0,-1 0 0 0 0,2 1 0 0 0,-1 0 40 0 0,1 0-1 0 0,-1 0 0 0 0,0 0 0 0 0,0 1 0 0 0,0-1 0 0 0,0 1 0 0 0,0-1 1 0 0,0 0-1 0 0,-1 1 0 0 0,1 0 0 0 0,0-1 0 0 0,-1 1 0 0 0,1-1 0 0 0,-1 3 1 0 0,2 4 244 0 0,0 0 1 0 0,-1 0-1 0 0,0 0 1 0 0,-1 1 0 0 0,0 8-1 0 0,-2-4 83 0 0,-1 0-1 0 0,0 0 0 0 0,-1 0 0 0 0,0-1 1 0 0,-1 1-1 0 0,0-1 0 0 0,-1 0 0 0 0,0-1 1 0 0,-15 20-1 0 0,-4 1-76 0 0,-55 52 0 0 0,52-57 536 0 0,1 2 1 0 0,-25 33-1 0 0,50-59-636 0 0,0-1 0 0 0,0 1 0 0 0,0 0 0 0 0,0 0 0 0 0,0 1 0 0 0,1-1 0 0 0,-1 0 0 0 0,1 0 0 0 0,0 1 0 0 0,0-1 0 0 0,0 1 0 0 0,1-1 0 0 0,-1 6 0 0 0,1-6-149 0 0,1-1 1 0 0,0 0-1 0 0,-1 0 0 0 0,1 0 0 0 0,0 0 1 0 0,1 0-1 0 0,-1 0 0 0 0,0-1 0 0 0,0 1 1 0 0,1 0-1 0 0,-1 0 0 0 0,1-1 0 0 0,0 1 1 0 0,-1-1-1 0 0,1 0 0 0 0,0 1 0 0 0,0-1 1 0 0,0 0-1 0 0,0 0 0 0 0,0 0 0 0 0,0 0 1 0 0,3 0-1 0 0,18 7 1 0 0,1-1 0 0 0,0-1 0 0 0,0-1 0 0 0,0-1-1 0 0,1-1 1 0 0,38-1 0 0 0,-26 0-55 0 0,115-3-2299 0 0,-133 0-5322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7.3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182 142 2761 0 0,'-3'-26'524'0'0,"-4"-34"5751"0"0,6 56-5957 0 0,0 0 1 0 0,0 0 0 0 0,0 1-1 0 0,0-1 1 0 0,-1 0 0 0 0,1 1 0 0 0,-1-1-1 0 0,0 1 1 0 0,0 0 0 0 0,-1 0-1 0 0,-4-6 1 0 0,6 8-175 0 0,0 0 0 0 0,1 1-1 0 0,-1-1 1 0 0,0 0 0 0 0,0 1 0 0 0,0-1-1 0 0,0 1 1 0 0,0-1 0 0 0,0 1-1 0 0,-1-1 1 0 0,1 1 0 0 0,0 0 0 0 0,0 0-1 0 0,0-1 1 0 0,0 1 0 0 0,0 0 0 0 0,0 0-1 0 0,-1 0 1 0 0,1 0 0 0 0,0 0-1 0 0,0 1 1 0 0,-2-1 0 0 0,1 1 15 0 0,-1 0 1 0 0,1 1-1 0 0,-1-1 0 0 0,1 0 0 0 0,0 1 1 0 0,-1 0-1 0 0,1-1 0 0 0,0 1 1 0 0,-2 3-1 0 0,-4 4 151 0 0,1 0-1 0 0,0 1 1 0 0,-8 13 0 0 0,15-22-268 0 0,-10 17 99 0 0,1 0 0 0 0,1 1-1 0 0,1-1 1 0 0,1 2 0 0 0,1-1-1 0 0,0 1 1 0 0,1 0 0 0 0,1 0-1 0 0,1 0 1 0 0,1 0 0 0 0,2 22 0 0 0,0-33-88 0 0,1 0 0 0 0,1 0 1 0 0,0 0-1 0 0,0-1 0 0 0,0 1 1 0 0,1-1-1 0 0,0 0 0 0 0,1 1 1 0 0,0-2-1 0 0,0 1 0 0 0,1-1 1 0 0,0 0-1 0 0,0 0 0 0 0,1 0 1 0 0,-1-1-1 0 0,2 0 0 0 0,-1 0 1 0 0,0-1-1 0 0,1 0 0 0 0,0 0 1 0 0,12 5-1 0 0,-13-7-18 0 0,1 0 1 0 0,-1 0-1 0 0,1 0 1 0 0,-1-1-1 0 0,1 0 1 0 0,0 0-1 0 0,0-1 1 0 0,0 0-1 0 0,0 0 1 0 0,0-1-1 0 0,0 0 1 0 0,0 0-1 0 0,0-1 1 0 0,0 0-1 0 0,0-1 1 0 0,-1 0-1 0 0,1 0 1 0 0,0 0-1 0 0,-1-1 1 0 0,0 0-1 0 0,1-1 1 0 0,-1 1-1 0 0,0-1 1 0 0,-1-1-1 0 0,8-5 1 0 0,-12 8-151 0 0,1-1 1 0 0,-1 0-1 0 0,0 1 1 0 0,0-1-1 0 0,0 0 1 0 0,-1 0-1 0 0,1 0 1 0 0,-1-1-1 0 0,2-4 0 0 0,-1 0-635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7.6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47 13363 0 0,'-3'-8'872'0'0,"-10"-17"1228"0"0,12 24-1849 0 0,1 0-1 0 0,-1 0 1 0 0,0 0 0 0 0,1 0-1 0 0,-1 0 1 0 0,0 0 0 0 0,0 1-1 0 0,0-1 1 0 0,0 0 0 0 0,1 1-1 0 0,-1-1 1 0 0,0 0 0 0 0,0 1-1 0 0,0-1 1 0 0,0 1 0 0 0,0-1 0 0 0,-1 1-1 0 0,1 0 1 0 0,0 0 0 0 0,-1-1-1 0 0,1 3-170 0 0,0-1 0 0 0,0 1-1 0 0,0 0 1 0 0,1 0 0 0 0,-1-1 0 0 0,1 1-1 0 0,-1 0 1 0 0,1 0 0 0 0,-1 0-1 0 0,1 0 1 0 0,0-1 0 0 0,0 1 0 0 0,0 0-1 0 0,0 0 1 0 0,1 0 0 0 0,-1 2-1 0 0,1 1 15 0 0,12 210 235 0 0,-3-95-301 0 0,-10-116-28 0 0,2 32 0 0 0,10 50 0 0 0,-11-76 0 0 0,2-1 0 0 0,-1 1 0 0 0,2-1 0 0 0,-1 1 0 0 0,1-1 0 0 0,0 0 0 0 0,1 0 0 0 0,0-1 0 0 0,1 1 0 0 0,7 7 0 0 0,-12-14 15 0 0,1 0 0 0 0,0-1 1 0 0,0 1-1 0 0,0-1 0 0 0,0 1 0 0 0,0-1 0 0 0,0 0 1 0 0,0 0-1 0 0,0 0 0 0 0,0 0 0 0 0,1 0 0 0 0,-1-1 1 0 0,0 1-1 0 0,1-1 0 0 0,-1 1 0 0 0,0-1 0 0 0,1 0 1 0 0,-1 0-1 0 0,1 0 0 0 0,-1 0 0 0 0,0-1 0 0 0,1 1 1 0 0,-1 0-1 0 0,0-1 0 0 0,1 0 0 0 0,-1 1 0 0 0,0-1 1 0 0,0 0-1 0 0,1 0 0 0 0,2-3 0 0 0,8-4 69 0 0,-1 0 0 0 0,0-1-1 0 0,0 0 1 0 0,9-12 0 0 0,0 3 82 0 0,-17 15-178 0 0,6-6 111 0 0,1 0 0 0 0,0 1-1 0 0,1 0 1 0 0,20-10 0 0 0,-29 17-168 0 0,0 0 1 0 0,-1 0-1 0 0,1 0 1 0 0,0 0 0 0 0,0 0-1 0 0,0 1 1 0 0,0-1-1 0 0,0 1 1 0 0,0 0 0 0 0,0 0-1 0 0,0 0 1 0 0,0 0-1 0 0,0 1 1 0 0,0-1 0 0 0,0 1-1 0 0,0-1 1 0 0,0 1 0 0 0,-1 0-1 0 0,1 0 1 0 0,0 1-1 0 0,0-1 1 0 0,-1 1 0 0 0,1-1-1 0 0,-1 1 1 0 0,1 0-1 0 0,-1 0 1 0 0,3 2 0 0 0,2 3-483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9.2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69 920 0 0,'-12'-21'-818'0'0,"10"15"2712"0"0,-1 0 0 0 0,-1 1 1 0 0,1-1-1 0 0,-1 1 0 0 0,0 0 0 0 0,-8-9 1 0 0,12 14-1792 0 0,-1 0 0 0 0,1 0 1 0 0,0 0-1 0 0,-1 0 1 0 0,1 0-1 0 0,0 0 1 0 0,-1 0-1 0 0,1 0 1 0 0,0 0-1 0 0,-1 0 1 0 0,1 1-1 0 0,0-1 1 0 0,0 0-1 0 0,-1 0 1 0 0,1 0-1 0 0,0 1 1 0 0,-1-1 206 0 0,1 0-206 0 0,0 1-1 0 0,-1-1 0 0 0,1 0 1 0 0,0 0-1 0 0,0 1 1 0 0,0-1-1 0 0,0 0 1 0 0,0 1-1 0 0,-1-1 1 0 0,1 0-1 0 0,0 1 1 0 0,0-1-1 0 0,0 0 1 0 0,0 1-1 0 0,0-1 1 0 0,0 0-1 0 0,0 1 1 0 0,0-1-1 0 0,0 0 1 0 0,0 1-1 0 0,0-1 1 0 0,0 0-1 0 0,0 1 0 0 0,1-1 1 0 0,-3 20 1358 0 0,14 128 885 0 0,-3-64-4969 0 0,-7-64-4332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9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15667 0 0,'1'10'373'0'0,"-1"0"0"0"0,2 0 0 0 0,0-1 0 0 0,3 13 0 0 0,8 25-753 0 0,-11-40-222 0 0,1 0 1 0 0,0-1 0 0 0,0 1 0 0 0,1-1 0 0 0,-1 0 0 0 0,1 1 0 0 0,8 8 0 0 0,-3-6 149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19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81 10594 0 0,'0'-1'38'0'0,"0"0"-1"0"0,0 1 0 0 0,0-1 0 0 0,0 1 1 0 0,1-1-1 0 0,-1 0 0 0 0,0 1 0 0 0,0-1 0 0 0,0 1 1 0 0,1-1-1 0 0,-1 0 0 0 0,0 1 0 0 0,1-1 1 0 0,-1 1-1 0 0,1-1 0 0 0,-1 1 0 0 0,0-1 1 0 0,1 1-1 0 0,-1 0 0 0 0,1-1 0 0 0,-1 1 1 0 0,1-1-1 0 0,-1 1 0 0 0,1 0 0 0 0,0 0 1 0 0,-1-1-1 0 0,1 1 0 0 0,-1 0 0 0 0,1 0 1 0 0,0-1-1 0 0,-1 1 0 0 0,1 0 0 0 0,-1 0 1 0 0,1 0-1 0 0,0 0 0 0 0,-1 0 0 0 0,1 0 1 0 0,0 0-1 0 0,-1 0 0 0 0,1 0 0 0 0,-1 1 1 0 0,1-1-1 0 0,0 0 0 0 0,-1 0 0 0 0,1 1 1 0 0,-1-1-1 0 0,2 1 0 0 0,0-1 122 0 0,0 1 1 0 0,0 0-1 0 0,0-1 1 0 0,0 1-1 0 0,-1 0 0 0 0,1 0 1 0 0,0 1-1 0 0,0-1 0 0 0,-1 0 1 0 0,1 0-1 0 0,0 1 0 0 0,-1-1 1 0 0,0 1-1 0 0,2 2 0 0 0,0 2 67 0 0,-2 0 0 0 0,1 0 0 0 0,-1 0 0 0 0,0 0 0 0 0,0 0 0 0 0,-1 0 0 0 0,0 8 0 0 0,0-7-125 0 0,1 0 0 0 0,-1 0 1 0 0,1 0-1 0 0,3 11 0 0 0,-4-18-100 0 0,0 0-1 0 0,0 0 0 0 0,0 1 0 0 0,0-1 0 0 0,0 0 1 0 0,0 0-1 0 0,0 0 0 0 0,0 0 0 0 0,0 0 0 0 0,0 0 1 0 0,0 0-1 0 0,0 1 0 0 0,0-1 0 0 0,0 0 0 0 0,0 0 1 0 0,0 0-1 0 0,0 0 0 0 0,0 0 0 0 0,0 0 0 0 0,0 0 1 0 0,0 1-1 0 0,0-1 0 0 0,0 0 0 0 0,0 0 0 0 0,1 0 1 0 0,-1 0-1 0 0,0 0 0 0 0,0 0 0 0 0,0 0 0 0 0,0 0 1 0 0,0 0-1 0 0,0 0 0 0 0,0 0 0 0 0,0 0 0 0 0,1 0 1 0 0,-1 0-1 0 0,0 0 0 0 0,0 0 0 0 0,0 0 0 0 0,0 0 0 0 0,0 1 1 0 0,0-2-1 0 0,0 1 0 0 0,1 0 0 0 0,-1 0 0 0 0,0 0 1 0 0,0 0-1 0 0,0 0 0 0 0,0 0 0 0 0,0 0 0 0 0,0 0 1 0 0,0 0-1 0 0,1 0 0 0 0,-1 0 0 0 0,0 0 0 0 0,0 0 1 0 0,0 0-1 0 0,0 0 0 0 0,0 0 0 0 0,0 0 0 0 0,0 0 1 0 0,0 0-1 0 0,0-1 0 0 0,0 1 0 0 0,1 0 0 0 0,-1 0 1 0 0,5-13 2 0 0,2-16-6 0 0,-6 20 19 0 0,10-60 570 0 0,-10 64-526 0 0,1-1 1 0 0,-1 1 0 0 0,1 0-1 0 0,0 0 1 0 0,1 0-1 0 0,-1 0 1 0 0,1 0 0 0 0,0 0-1 0 0,7-8 1 0 0,-10 12-27 0 0,1 0 0 0 0,0 0 0 0 0,0 0-1 0 0,0 0 1 0 0,0 0 0 0 0,0 1 0 0 0,0-1 0 0 0,0 0 0 0 0,0 0 0 0 0,0 1 0 0 0,0-1 0 0 0,1 1-1 0 0,-1-1 1 0 0,0 1 0 0 0,0 0 0 0 0,1-1 0 0 0,-1 1 0 0 0,0 0 0 0 0,0 0 0 0 0,1 0-1 0 0,-1 0 1 0 0,0 0 0 0 0,0 0 0 0 0,1 0 0 0 0,1 1 0 0 0,-1 0 14 0 0,0 0 1 0 0,0 0-1 0 0,0 1 0 0 0,0-1 1 0 0,-1 1-1 0 0,1-1 0 0 0,0 1 1 0 0,-1-1-1 0 0,1 1 0 0 0,-1 0 1 0 0,0 0-1 0 0,0 0 0 0 0,2 2 1 0 0,2 8 184 0 0,0 0 0 0 0,0 0 0 0 0,4 23 0 0 0,2 21 104 0 0,-9-41-639 0 0,0-1 0 0 0,1 1 1 0 0,1-1-1 0 0,1 0 0 0 0,-1 0 0 0 0,11 20 1 0 0,-4-17-6575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0.1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 2304 0 0,'14'-15'12603'0'0,"-14"15"-12451"0"0,13 43 7887 0 0,-8-23-9184 0 0,29 83 1656 0 0,33 182 1 0 0,-30-53-3206 0 0,-30-195-4633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0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1 415 5985 0 0,'2'-4'868'0'0,"16"-5"-292"0"0,38-15 129 0 0,-18 8-93 0 0,69-34 375 0 0,-2-6 0 0 0,142-99 0 0 0,-198 114-1035 0 0,-37 29 535 0 0,0 2 0 0 0,1 0 0 0 0,0 0 0 0 0,15-8 0 0 0,-28 18-409 0 0,1 0 1 0 0,-1 0 0 0 0,0 0 0 0 0,1 0-1 0 0,-1 0 1 0 0,0 1 0 0 0,0-1 0 0 0,1 0 0 0 0,-1 0-1 0 0,0 0 1 0 0,1 0 0 0 0,-1 0 0 0 0,0 1-1 0 0,0-1 1 0 0,1 0 0 0 0,-1 0 0 0 0,0 1-1 0 0,0-1 1 0 0,0 0 0 0 0,1 0 0 0 0,-1 1-1 0 0,0-1 1 0 0,0 0 0 0 0,0 0 0 0 0,0 1-1 0 0,0-1 1 0 0,1 0 0 0 0,-1 1 0 0 0,0-1 0 0 0,0 0-1 0 0,0 1 1 0 0,0-1 0 0 0,0 0 0 0 0,0 0-1 0 0,0 1 1 0 0,0-1 0 0 0,0 0 0 0 0,0 1-1 0 0,0-1 1 0 0,0 0 0 0 0,-1 1 0 0 0,1-1-1 0 0,0 0 1 0 0,0 1 0 0 0,0-1 0 0 0,-2 26 1125 0 0,1-17-721 0 0,0 25 213 0 0,1 1 0 0 0,7 55 1 0 0,-5-75-668 0 0,1-1 1 0 0,0 1 0 0 0,1-1 0 0 0,0 0 0 0 0,1 0-1 0 0,1-1 1 0 0,0 1 0 0 0,15 22 0 0 0,-20-35-32 0 0,0 1 1 0 0,0 0 0 0 0,0-1-1 0 0,0 1 1 0 0,0-1 0 0 0,0 1-1 0 0,0-1 1 0 0,0 0 0 0 0,1 0-1 0 0,-1 1 1 0 0,1-1 0 0 0,-1 0-1 0 0,1 0 1 0 0,-1 0 0 0 0,1-1-1 0 0,-1 1 1 0 0,1 0 0 0 0,0 0-1 0 0,-1-1 1 0 0,1 1 0 0 0,0-1-1 0 0,0 0 1 0 0,-1 1 0 0 0,1-1-1 0 0,0 0 1 0 0,0 0 0 0 0,0 0-1 0 0,0 0 1 0 0,-1-1 0 0 0,1 1-1 0 0,0 0 1 0 0,0-1 0 0 0,-1 1-1 0 0,1-1 1 0 0,0 0 0 0 0,-1 1-1 0 0,1-1 1 0 0,0 0 0 0 0,-1 0-1 0 0,1 0 1 0 0,-1 0 0 0 0,0 0-1 0 0,1-1 1 0 0,1-1 0 0 0,6-6-46 0 0,-1-2 0 0 0,0 1 0 0 0,-1-1 0 0 0,0 0 1 0 0,6-13-1 0 0,-6 11 86 0 0,24-53-135 0 0,-27 53 187 0 0,1 1 1 0 0,0-1-1 0 0,1 1 0 0 0,1 0 1 0 0,0 1-1 0 0,0 0 1 0 0,1 0-1 0 0,1 0 0 0 0,14-13 1 0 0,-22 23-64 0 0,0 0-1 0 0,0 0 1 0 0,0 0 0 0 0,0 0 0 0 0,1 1-1 0 0,-1-1 1 0 0,0 0 0 0 0,0 1 0 0 0,1-1-1 0 0,-1 1 1 0 0,1-1 0 0 0,-1 1 0 0 0,0 0-1 0 0,1 0 1 0 0,-1-1 0 0 0,1 1 0 0 0,-1 0-1 0 0,1 0 1 0 0,-1 1 0 0 0,0-1 0 0 0,1 0-1 0 0,1 1 1 0 0,-1 0 6 0 0,0 0 0 0 0,0 0 0 0 0,0 0 0 0 0,0 1 0 0 0,0-1 0 0 0,-1 1 0 0 0,1-1 0 0 0,-1 1 0 0 0,1 0 0 0 0,-1-1 0 0 0,1 1 0 0 0,-1 0 0 0 0,1 3 0 0 0,4 8 101 0 0,0 0-1 0 0,-1 0 0 0 0,5 27 1 0 0,-5-24-67 0 0,5 24-74 0 0,-7-26-340 0 0,1 1 0 0 0,0-1 1 0 0,1 0-1 0 0,0 0 0 0 0,1 0 0 0 0,1-1 1 0 0,0 0-1 0 0,13 19 0 0 0,-3-14-7202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1.1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1 266 8290 0 0,'-1'-15'481'0'0,"1"0"1"0"0,1 1 0 0 0,1-1-1 0 0,0 0 1 0 0,6-20 0 0 0,2-11 3541 0 0,-10 49-3610 0 0,-1 1 0 0 0,1-1 0 0 0,0 0-1 0 0,1 1 1 0 0,-1-1 0 0 0,1 0 0 0 0,-1 0 0 0 0,1 1-1 0 0,0-1 1 0 0,0 0 0 0 0,0 0 0 0 0,1 0-1 0 0,2 6 1 0 0,0-3-206 0 0,0-1 0 0 0,1 1 0 0 0,-1-1 0 0 0,1 0 0 0 0,0 0 1 0 0,10 8-1 0 0,-10-8-193 0 0,1-1-1 0 0,0-1 1 0 0,-1 1 0 0 0,1-1 0 0 0,1 0 0 0 0,-1 0 0 0 0,0-1 0 0 0,1 1 0 0 0,-1-2 0 0 0,1 1 0 0 0,-1-1 0 0 0,1 0 0 0 0,0 0 0 0 0,0 0 0 0 0,0-1 0 0 0,9-1 0 0 0,-10 0 19 0 0,0-1 0 0 0,1 0 0 0 0,-1 1 0 0 0,0-2 0 0 0,-1 1 0 0 0,1-1 0 0 0,0 0 0 0 0,-1 0 0 0 0,1 0 0 0 0,-1-1 0 0 0,0 0 0 0 0,0 0 0 0 0,-1 0 0 0 0,6-7 0 0 0,-7 7 15 0 0,-1 0 0 0 0,1 0 0 0 0,-1 0 0 0 0,0 0 0 0 0,0 0 0 0 0,-1 0 0 0 0,1-1 0 0 0,-1 1 0 0 0,0-1 0 0 0,0 1 0 0 0,0-1 0 0 0,-1 0 0 0 0,0 1 0 0 0,0-1 0 0 0,0 0 0 0 0,0 1 0 0 0,-1-1 0 0 0,1 1 0 0 0,-4-9 0 0 0,-14-40 482 0 0,17 49-493 0 0,-1 1 1 0 0,0-1-1 0 0,1 1 1 0 0,-1-1-1 0 0,0 1 1 0 0,-1 0-1 0 0,1 0 1 0 0,-1 0-1 0 0,1 0 1 0 0,-1 0 0 0 0,-6-4-1 0 0,7 7 6 0 0,2 1-22 0 0,0-1 79 0 0,0 2-316 0 0,0 0 214 0 0,0-1 0 0 0,1 1 0 0 0,-1 0 1 0 0,1 0-1 0 0,-1 0 0 0 0,1-1 0 0 0,-1 1 1 0 0,1 0-1 0 0,0-1 0 0 0,0 1 0 0 0,0-1 1 0 0,0 1-1 0 0,0-1 0 0 0,3 3 0 0 0,0-4-386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1.4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50 6449 0 0,'0'-2'265'0'0,"0"0"-1"0"0,0 0 0 0 0,0 0 0 0 0,-1 0 0 0 0,1 0 0 0 0,0 0 0 0 0,-1 0 0 0 0,1 0 1 0 0,-1 0-1 0 0,0 1 0 0 0,0-1 0 0 0,0 0 0 0 0,0 0 0 0 0,0 0 0 0 0,0 1 0 0 0,0-1 1 0 0,0 1-1 0 0,-1-1 0 0 0,1 1 0 0 0,-1-1 0 0 0,1 1 0 0 0,-1 0 0 0 0,1 0 0 0 0,-1 0 1 0 0,0 0-1 0 0,0 0 0 0 0,1 0 0 0 0,-1 0 0 0 0,0 0 0 0 0,0 1 0 0 0,0-1 0 0 0,0 1 1 0 0,0-1-1 0 0,0 1 0 0 0,0 0 0 0 0,0 0 0 0 0,-4 0 0 0 0,0 0 136 0 0,1 0-1 0 0,-1 1 1 0 0,0 0-1 0 0,0 0 1 0 0,1 0-1 0 0,-1 1 0 0 0,1 0 1 0 0,-1 0-1 0 0,1 0 1 0 0,0 1-1 0 0,-1 0 1 0 0,-5 4-1 0 0,-1 3-312 0 0,0 0 0 0 0,1 1 1 0 0,0 0-1 0 0,1 1 0 0 0,1 0 0 0 0,0 0 0 0 0,0 1 0 0 0,1 0 0 0 0,1 1 0 0 0,0 0 0 0 0,-8 25 0 0 0,13-33-56 0 0,0 1 0 0 0,0-1 0 0 0,1 1 0 0 0,0-1 0 0 0,0 1 0 0 0,1 0 0 0 0,0-1 0 0 0,0 1 0 0 0,1 0-1 0 0,-1-1 1 0 0,1 1 0 0 0,1-1 0 0 0,-1 1 0 0 0,1-1 0 0 0,1 1 0 0 0,-1-1 0 0 0,1 0 0 0 0,0 0 0 0 0,0 0 0 0 0,0-1 0 0 0,1 1 0 0 0,0-1 0 0 0,0 0-1 0 0,1 0 1 0 0,0 0 0 0 0,-1 0 0 0 0,1-1 0 0 0,11 8 0 0 0,-5-6-255 0 0,-1 1 1 0 0,1-2-1 0 0,1 1 1 0 0,-1-2-1 0 0,1 1 0 0 0,19 3 1 0 0,-15-4-782 0 0,0-2 0 0 0,1 0 0 0 0,-1-1 0 0 0,26-2 1 0 0,-1-2-6322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2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12899 0 0,'0'0'997'0'0,"7"18"1623"0"0,36 109 1266 0 0,-23-62-3249 0 0,2-1 1 0 0,50 96-1 0 0,-72-159-641 0 0,1 1 0 0 0,0 0 0 0 0,-1-1-1 0 0,1 1 1 0 0,0-1 0 0 0,0 0 0 0 0,0 1 0 0 0,0-1 0 0 0,0 0 0 0 0,0 1-1 0 0,0-1 1 0 0,1 0 0 0 0,-1 0 0 0 0,0 0 0 0 0,1 0 0 0 0,-1 0-1 0 0,1 0 1 0 0,-1-1 0 0 0,1 1 0 0 0,-1 0 0 0 0,1-1 0 0 0,-1 1 0 0 0,1-1-1 0 0,0 1 1 0 0,-1-1 0 0 0,3 0 0 0 0,-2-1-7 0 0,1 0 0 0 0,-1 0 0 0 0,0 0 0 0 0,0-1 0 0 0,0 1 0 0 0,0 0 0 0 0,0-1 0 0 0,0 0 0 0 0,0 0 0 0 0,0 1 0 0 0,-1-1 0 0 0,1 0 0 0 0,-1 0 1 0 0,1 0-1 0 0,-1-1 0 0 0,0 1 0 0 0,1-3 0 0 0,61-134 242 0 0,-8 12-168 0 0,-46 110-72 0 0,0 0 0 0 0,2 1 1 0 0,0 0-1 0 0,1 1 0 0 0,14-15 0 0 0,-23 27 28 0 0,-1 1 0 0 0,1-1-1 0 0,0 1 1 0 0,-1-1 0 0 0,1 1 0 0 0,0 0 0 0 0,1 0-1 0 0,-1 1 1 0 0,0-1 0 0 0,0 1 0 0 0,1-1 0 0 0,-1 1-1 0 0,1 0 1 0 0,-1 0 0 0 0,1 0 0 0 0,0 1-1 0 0,-1 0 1 0 0,8-1 0 0 0,-8 2 4 0 0,0 0 1 0 0,0 0-1 0 0,0 0 1 0 0,0 0-1 0 0,0 0 0 0 0,-1 1 1 0 0,1 0-1 0 0,0-1 1 0 0,-1 1-1 0 0,1 0 0 0 0,-1 0 1 0 0,0 0-1 0 0,1 0 0 0 0,-1 1 1 0 0,0-1-1 0 0,0 1 1 0 0,-1-1-1 0 0,1 1 0 0 0,0-1 1 0 0,-1 1-1 0 0,0 0 1 0 0,2 4-1 0 0,4 14 144 0 0,0 0 0 0 0,7 42 1 0 0,-11-45-311 0 0,1 0 0 0 0,0 0 0 0 0,2 0 1 0 0,0 0-1 0 0,10 19 0 0 0,-6-18-1751 0 0,1-2-5667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2.6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78 127 13827 0 0,'-1'-18'697'0'0,"2"15"-486"0"0,-1-1 0 0 0,0 1 0 0 0,-1-1 0 0 0,1 1 0 0 0,-1-1 0 0 0,1 1 0 0 0,-1-1 0 0 0,0 1 0 0 0,0 0 0 0 0,-1 0 0 0 0,-1-5 0 0 0,2 7-147 0 0,1 1 1 0 0,0 0 0 0 0,-1-1-1 0 0,1 1 1 0 0,-1 0-1 0 0,1 0 1 0 0,-1-1 0 0 0,1 1-1 0 0,0 0 1 0 0,-1 0 0 0 0,1-1-1 0 0,-1 1 1 0 0,1 0 0 0 0,-1 0-1 0 0,1 0 1 0 0,-1 0 0 0 0,1 0-1 0 0,-1 0 1 0 0,1 0-1 0 0,-1 0 1 0 0,1 0 0 0 0,-1 0-1 0 0,1 0 1 0 0,-1 0 0 0 0,1 0-1 0 0,-1 0 1 0 0,1 1 0 0 0,-1-1-1 0 0,1 0 1 0 0,-1 0 0 0 0,1 1-1 0 0,-1-1 1 0 0,1 0-1 0 0,-1 0 1 0 0,1 1 0 0 0,0-1-1 0 0,-1 0 1 0 0,1 1 0 0 0,0-1-1 0 0,-1 1 1 0 0,1-1 0 0 0,0 0-1 0 0,0 1 1 0 0,-1-1-1 0 0,1 1 1 0 0,0 0 0 0 0,-15 24 780 0 0,9-11-762 0 0,0 0 1 0 0,2 1-1 0 0,-1 0 0 0 0,2 0 0 0 0,0 0 1 0 0,0 0-1 0 0,2 1 0 0 0,0-1 0 0 0,0 0 1 0 0,4 27-1 0 0,-2-35-48 0 0,0 0 0 0 0,0-1 0 0 0,1 1 0 0 0,0-1 0 0 0,1 1 0 0 0,-1-1 1 0 0,1 0-1 0 0,1 0 0 0 0,-1 0 0 0 0,1 0 0 0 0,6 7 0 0 0,-6-9-25 0 0,0 0 1 0 0,0 0-1 0 0,0-1 1 0 0,1 0-1 0 0,-1 0 0 0 0,1 0 1 0 0,0-1-1 0 0,0 1 1 0 0,0-1-1 0 0,0 0 0 0 0,0 0 1 0 0,1-1-1 0 0,-1 0 1 0 0,0 0-1 0 0,1 0 0 0 0,5 0 1 0 0,-3-1 10 0 0,0 0-1 0 0,0-1 1 0 0,0 1 0 0 0,0-2-1 0 0,0 1 1 0 0,0-1 0 0 0,0 0-1 0 0,-1-1 1 0 0,1 0 0 0 0,-1 0 0 0 0,0 0-1 0 0,1-1 1 0 0,-2 0 0 0 0,1-1-1 0 0,0 1 1 0 0,-1-1 0 0 0,0-1-1 0 0,0 1 1 0 0,0-1 0 0 0,-1 0 0 0 0,0 0-1 0 0,5-9 1 0 0,-5 8 3 0 0,0 0 0 0 0,-1-1 0 0 0,-1 1 1 0 0,1-1-1 0 0,-1 0 0 0 0,0 0 0 0 0,-1 0 0 0 0,0-1 1 0 0,0 1-1 0 0,-1 0 0 0 0,0-1 0 0 0,-1 1 0 0 0,1-1 1 0 0,-2 1-1 0 0,1-1 0 0 0,-1 1 0 0 0,0-1 0 0 0,-1 1 1 0 0,0 0-1 0 0,-6-16 0 0 0,4 16-33 0 0,-1-1 1 0 0,0 0-1 0 0,0 1 1 0 0,-1 0-1 0 0,0 1 1 0 0,0-1-1 0 0,-1 1 1 0 0,0 0-1 0 0,0 0 1 0 0,-1 1-1 0 0,0 0 1 0 0,0 1-1 0 0,0 0 1 0 0,-1 0-1 0 0,1 0 1 0 0,-13-4-1 0 0,11 6-1128 0 0,-1 0 1 0 0,1 0-1 0 0,0 1 0 0 0,-1 0 0 0 0,-13 0 1 0 0,2 2-5942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3.0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260 572 11058 0 0,'8'-2'443'0'0,"-1"0"-1"0"0,-1 0 0 0 0,1-1 1 0 0,0 0-1 0 0,7-4 0 0 0,-11 5-204 0 0,-1 1 0 0 0,1-1 0 0 0,-1 1 0 0 0,1-1 0 0 0,-1 0 0 0 0,0 0 0 0 0,0 0-1 0 0,0 0 1 0 0,0 0 0 0 0,0-1 0 0 0,0 1 0 0 0,-1-1 0 0 0,1 1 0 0 0,-1-1 0 0 0,2-3-1 0 0,-3 5-155 0 0,0 0-1 0 0,0 0 0 0 0,0 0 0 0 0,0 0 1 0 0,0 1-1 0 0,-1-1 0 0 0,1 0 0 0 0,0 0 0 0 0,0 0 1 0 0,-1 0-1 0 0,1 1 0 0 0,0-1 0 0 0,-1 0 0 0 0,1 0 1 0 0,-1 1-1 0 0,1-1 0 0 0,-1 0 0 0 0,0 0 1 0 0,1 1-1 0 0,-1-1 0 0 0,0 1 0 0 0,1-1 0 0 0,-1 1 1 0 0,0-1-1 0 0,1 1 0 0 0,-1-1 0 0 0,0 1 1 0 0,0-1-1 0 0,0 1 0 0 0,1 0 0 0 0,-1 0 0 0 0,0-1 1 0 0,0 1-1 0 0,0 0 0 0 0,0 0 0 0 0,0 0 0 0 0,0 0 1 0 0,1 0-1 0 0,-3 0 0 0 0,-37 0 1093 0 0,26 1-1102 0 0,-1 2 1 0 0,1-1-1 0 0,0 2 1 0 0,0 0-1 0 0,0 1 1 0 0,0 0-1 0 0,1 1 1 0 0,0 0-1 0 0,0 1 1 0 0,1 1-1 0 0,-20 15 1 0 0,24-16-41 0 0,0 0 0 0 0,0 0 0 0 0,0 1 0 0 0,1 0 1 0 0,0 1-1 0 0,1-1 0 0 0,0 1 0 0 0,0 1 0 0 0,1-1 0 0 0,0 1 0 0 0,0 0 0 0 0,1 0 0 0 0,1 0 1 0 0,0 1-1 0 0,0-1 0 0 0,-1 15 0 0 0,4-20-34 0 0,0 0 0 0 0,0 1 1 0 0,1-1-1 0 0,0 0 0 0 0,0 0 0 0 0,0 0 1 0 0,0 0-1 0 0,1 0 0 0 0,0 0 0 0 0,0 0 0 0 0,0-1 1 0 0,1 1-1 0 0,0-1 0 0 0,5 8 0 0 0,-7-10 0 0 0,1 0 1 0 0,0 0-1 0 0,-1 0 0 0 0,1 0 0 0 0,0-1 0 0 0,0 1 0 0 0,0 0 1 0 0,0-1-1 0 0,1 0 0 0 0,-1 1 0 0 0,0-1 0 0 0,0 0 0 0 0,1 0 1 0 0,-1 0-1 0 0,1 0 0 0 0,-1-1 0 0 0,1 1 0 0 0,-1-1 0 0 0,1 1 1 0 0,0-1-1 0 0,-1 0 0 0 0,1 0 0 0 0,-1 0 0 0 0,1 0 0 0 0,0-1 1 0 0,-1 1-1 0 0,1-1 0 0 0,-1 1 0 0 0,1-1 0 0 0,-1 0 0 0 0,3-1 1 0 0,6-5-58 0 0,0 0-1 0 0,-1-1 1 0 0,1 0 0 0 0,-1 0 0 0 0,-1-1 0 0 0,0-1 0 0 0,0 1 0 0 0,-1-2 0 0 0,0 1 0 0 0,9-18 0 0 0,-3 3-232 0 0,-1 0 1 0 0,-1-1 0 0 0,15-48 0 0 0,-17 34 362 0 0,-3 1 1 0 0,0-1 0 0 0,-3-1 0 0 0,-2 1 0 0 0,-1-1 0 0 0,-2 1 0 0 0,-2 0-1 0 0,-1-1 1 0 0,-2 1 0 0 0,-20-65 0 0 0,25 100 24 0 0,0 1-36 0 0,1 0 1 0 0,-1 0-1 0 0,0 0 0 0 0,-1 0 0 0 0,1 0 0 0 0,-1 0 1 0 0,0 1-1 0 0,0-1 0 0 0,0 0 0 0 0,0 1 0 0 0,0 0 0 0 0,-1-1 1 0 0,0 1-1 0 0,-3-4 0 0 0,5 7-44 0 0,1 0-1 0 0,0 0 1 0 0,-1 0 0 0 0,1 0-1 0 0,0 0 1 0 0,-1 0-1 0 0,1 0 1 0 0,-1 0 0 0 0,1 0-1 0 0,0 0 1 0 0,-1 0 0 0 0,1 0-1 0 0,0 0 1 0 0,-1 0-1 0 0,1 0 1 0 0,0 0 0 0 0,-1 0-1 0 0,1 1 1 0 0,0-1 0 0 0,-1 0-1 0 0,1 0 1 0 0,0 0-1 0 0,-1 1 1 0 0,1-1 0 0 0,0 0-1 0 0,0 0 1 0 0,-1 1 0 0 0,1-1-1 0 0,0 0 1 0 0,0 0 0 0 0,-1 1-1 0 0,1 0 1 0 0,-7 16 329 0 0,3 17-43 0 0,4-5-213 0 0,1-1 0 0 0,1 0 1 0 0,2 0-1 0 0,11 41 0 0 0,41 110 30 0 0,-32-107-129 0 0,88 248-1127 0 0,-94-270 728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3.3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1 351 9218 0 0,'15'-5'837'0'0,"-1"0"1"0"0,1-1-1 0 0,-1 0 1 0 0,0-1-1 0 0,-1-1 0 0 0,0 0 1 0 0,0-1-1 0 0,-1 0 1 0 0,0-1-1 0 0,0-1 1 0 0,14-16-1 0 0,-19 19-737 0 0,0 0-1 0 0,-1 0 1 0 0,0 0 0 0 0,0-1 0 0 0,-1 0-1 0 0,0 0 1 0 0,-1-1 0 0 0,0 1-1 0 0,0-1 1 0 0,-1 0 0 0 0,0 0 0 0 0,-1 0-1 0 0,0 0 1 0 0,-1 0 0 0 0,0-1-1 0 0,-1 1 1 0 0,-1-21 0 0 0,1 29-67 0 0,0 0 0 0 0,0 0 0 0 0,0 0 0 0 0,-1 0 0 0 0,1 0-1 0 0,-1 0 1 0 0,1 0 0 0 0,-1 0 0 0 0,0 0 0 0 0,0 0 0 0 0,0 0 0 0 0,0 0 0 0 0,0 0 0 0 0,0 1 0 0 0,0-1 0 0 0,-1 0 0 0 0,1 1 0 0 0,0-1 0 0 0,-1 1 0 0 0,0-1 0 0 0,1 1-1 0 0,-1 0 1 0 0,0 0 0 0 0,0 0 0 0 0,1 0 0 0 0,-1 0 0 0 0,0 0 0 0 0,0 0 0 0 0,0 0 0 0 0,0 1 0 0 0,0-1 0 0 0,-1 1 0 0 0,1 0 0 0 0,0 0 0 0 0,0-1 0 0 0,0 1 0 0 0,0 0 0 0 0,0 1-1 0 0,-3-1 1 0 0,0 2 4 0 0,-1-1 0 0 0,1 1 0 0 0,0 0 0 0 0,0 0-1 0 0,0 0 1 0 0,1 1 0 0 0,-1 0 0 0 0,0 0 0 0 0,1 0-1 0 0,0 0 1 0 0,0 1 0 0 0,0 0 0 0 0,0 0 0 0 0,-5 6 0 0 0,3 0-20 0 0,0-1 1 0 0,1 1 0 0 0,-1 1 0 0 0,2-1 0 0 0,0 1-1 0 0,0 0 1 0 0,1 0 0 0 0,0 0 0 0 0,1 0 0 0 0,0 0 0 0 0,1 1-1 0 0,0-1 1 0 0,1 1 0 0 0,0-1 0 0 0,1 1 0 0 0,0-1-1 0 0,1 0 1 0 0,0 1 0 0 0,1-1 0 0 0,4 11 0 0 0,-3-9-68 0 0,1 0 1 0 0,1 0 0 0 0,0-1-1 0 0,1 0 1 0 0,0 0 0 0 0,1-1 0 0 0,1 0-1 0 0,-1 0 1 0 0,2-1 0 0 0,-1 0-1 0 0,1-1 1 0 0,1 0 0 0 0,0-1-1 0 0,0 0 1 0 0,0 0 0 0 0,19 8-1 0 0,3-2-1773 0 0,3-1-5634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3.7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308 74 4609 0 0,'-46'-29'1086'0'0,"35"22"1066"0"0,-1-1 1 0 0,0 1-1 0 0,-24-9 1 0 0,32 14-1842 0 0,0 1 0 0 0,0 0 0 0 0,0 0 1 0 0,-1 0-1 0 0,1 1 0 0 0,0 0 0 0 0,0 0 0 0 0,-1 0 0 0 0,1 0 1 0 0,0 0-1 0 0,0 1 0 0 0,0 0 0 0 0,-1 0 0 0 0,1 0 1 0 0,0 0-1 0 0,-7 4 0 0 0,2 0-191 0 0,0-1 1 0 0,1 2-1 0 0,-1-1 0 0 0,1 1 1 0 0,1 0-1 0 0,-1 1 0 0 0,1 0 1 0 0,0 0-1 0 0,1 0 0 0 0,-1 1 0 0 0,-5 9 1 0 0,10-12-77 0 0,0-1 0 0 0,0 0 0 0 0,0 1 0 0 0,0 0 0 0 0,1-1 0 0 0,-1 1 0 0 0,1 0 0 0 0,1 0 1 0 0,-1 0-1 0 0,1 0 0 0 0,-1 0 0 0 0,1-1 0 0 0,1 1 0 0 0,-1 0 0 0 0,1 0 0 0 0,0 0 0 0 0,0 0 0 0 0,0 0 0 0 0,1-1 0 0 0,-1 1 0 0 0,1-1 1 0 0,0 1-1 0 0,1-1 0 0 0,3 6 0 0 0,8 9-10 0 0,2 0 0 0 0,0-1 1 0 0,1 0-1 0 0,0-1 0 0 0,2-2 1 0 0,23 17-1 0 0,41 37 62 0 0,-79-65-101 0 0,1 0 1 0 0,-1 1-1 0 0,-1-1 1 0 0,1 1-1 0 0,-1-1 1 0 0,1 1-1 0 0,-1 0 1 0 0,-1 1-1 0 0,1-1 1 0 0,-1 0-1 0 0,0 1 0 0 0,3 10 1 0 0,-5-13 7 0 0,0 0 0 0 0,0 1-1 0 0,0-1 1 0 0,0 0 0 0 0,0 0 0 0 0,-1 0-1 0 0,1 1 1 0 0,-1-1 0 0 0,0 0 0 0 0,0 0 0 0 0,0 0-1 0 0,-1 0 1 0 0,1 0 0 0 0,-1 0 0 0 0,1-1-1 0 0,-1 1 1 0 0,0 0 0 0 0,0-1 0 0 0,0 1 0 0 0,0-1-1 0 0,-1 0 1 0 0,1 0 0 0 0,-1 0 0 0 0,-3 3-1 0 0,-3 0-59 0 0,-1 0-1 0 0,0 0 0 0 0,0-1 0 0 0,0 0 0 0 0,0-1 0 0 0,0 0 0 0 0,-1 0 0 0 0,0-1 1 0 0,1-1-1 0 0,-1 0 0 0 0,0 0 0 0 0,0-1 0 0 0,0-1 0 0 0,-18-2 0 0 0,13 0-444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6.2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52 813 7834 0 0,'-12'-1'561'0'0,"8"1"-549"0"0,0-1 1 0 0,0 1-1 0 0,0 0 0 0 0,0 0 0 0 0,0 1 0 0 0,0-1 0 0 0,-8 3 0 0 0,39 2 1298 0 0,559 6 1703 0 0,-284-4-2106 0 0,8-12-489 0 0,-33-2 943 0 0,187-8 1554 0 0,-249 4-1981 0 0,194-17 183 0 0,54 0-600 0 0,-260 20-366 0 0,164 4 178 0 0,-41 1 69 0 0,423-13 31 0 0,-573 11-274 0 0,267-15 124 0 0,-71-1-256 0 0,16-2 154 0 0,28 2-114 0 0,-186 12-9 0 0,359-7 2 0 0,-213 9-37 0 0,1502-110 61 0 0,423-67-7 0 0,-782 78 22 0 0,-1024 70-71 0 0,189-11 16 0 0,-415 30-43 0 0,169-7 18 0 0,355-2-35 0 0,-108 14 444 0 0,-95-1-76 0 0,-297 7-281 0 0,159 3 84 0 0,-193 10-174 0 0,177 11-56 0 0,-226-7 79 0 0,-9-1 0 0 0,-136-9-62 0 0,-46-2 33 0 0,0 1 0 0 0,35 5 0 0 0,-54-4 33 0 0,1-1 1 0 0,0 1-1 0 0,0-1 1 0 0,-1 1-1 0 0,1-1 1 0 0,0 1-1 0 0,-1-1 1 0 0,1 1-1 0 0,-1-1 0 0 0,1 1 1 0 0,-1 0-1 0 0,1-1 1 0 0,-1 1-1 0 0,1 0 1 0 0,-1 0-1 0 0,1-1 1 0 0,-1 1-1 0 0,0 0 1 0 0,0 0-1 0 0,1 0 1 0 0,-1-1-1 0 0,0 1 1 0 0,0 0-1 0 0,0 0 0 0 0,0 0 1 0 0,0 0-1 0 0,0-1 1 0 0,0 1-1 0 0,0 0 1 0 0,-1 2-1 0 0,-5 34 212 0 0,3-24-201 0 0,-6 82 86 0 0,3 0-1 0 0,12 159 0 0 0,44 189-117 0 0,76 187 17 0 0,-63-353 0 0 0,32 135-1 0 0,-20-95 13 0 0,-57-214 102 0 0,-5 0 0 0 0,1 121-1 0 0,-12-206-109 0 0,1 22-12 0 0,-3-38 11 0 0,0 0 0 0 0,0 0 0 0 0,0-1 1 0 0,0 1-1 0 0,0 0 0 0 0,0-1 0 0 0,-1 1 0 0 0,1 0 1 0 0,-1-1-1 0 0,1 1 0 0 0,-1-1 0 0 0,0 1 1 0 0,1-1-1 0 0,-1 1 0 0 0,0-1 0 0 0,0 1 0 0 0,-2 1 1 0 0,0-1-6 0 0,0-1 0 0 0,-1 1 0 0 0,1-1 0 0 0,-1 0-1 0 0,0 0 1 0 0,1 0 0 0 0,-1 0 0 0 0,0-1 0 0 0,1 1 0 0 0,-1-1 0 0 0,0 0 0 0 0,-6-1 0 0 0,-44-7-41 0 0,8-5 60 0 0,-62-27 1 0 0,-32-10 11 0 0,-5 15-127 0 0,-293-30 0 0 0,-154 46-98 0 0,142 19 194 0 0,-507 14-105 0 0,-212 80-265 0 0,3 40-237 0 0,310-34 403 0 0,583-69 102 0 0,-714 72-752 0 0,367-37 400 0 0,-119 4-70 0 0,28-6 508 0 0,-313 43 423 0 0,285-26 2 0 0,-2-26-307 0 0,-368 11-100 0 0,-248 59-105 0 0,1111-101 54 0 0,-371 26 20 0 0,-61-22 706 0 0,329-33-955 0 0,19 0-76 0 0,-52-8-316 0 0,178 3 933 0 0,-190-37 995 0 0,333 37-1198 0 0,12 3 22 0 0,1 3 1 0 0,-58 2 0 0 0,-98 15 274 0 0,54-3-235 0 0,-95 19-33 0 0,86-8-61 0 0,-43-15-941 0 0,146-6 251 0 0,51 0 424 0 0,0 0 0 0 0,-1-1-1 0 0,1 1 1 0 0,0-1-1 0 0,0 0 1 0 0,0 0-1 0 0,-1-1 1 0 0,1 0-1 0 0,1 0 1 0 0,-1 0-1 0 0,0 0 1 0 0,0-1-1 0 0,1 1 1 0 0,-1-1-1 0 0,1-1 1 0 0,0 1-1 0 0,0 0 1 0 0,-5-7-1 0 0,3 3-692 0 0,1-1 0 0 0,0 0 0 0 0,0 0 0 0 0,1-1 0 0 0,0 1 0 0 0,0-1 0 0 0,1 0 0 0 0,0 0 1 0 0,-2-16-1 0 0,0 1-843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26.8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21 140 6737 0 0,'-10'-58'636'0'0,"6"39"1755"0"0,1 1-1 0 0,-1-27 0 0 0,5 45-2286 0 0,0 1 0 0 0,0-1-1 0 0,0 0 1 0 0,0 0 0 0 0,0 0-1 0 0,0 0 1 0 0,0 1-1 0 0,0-1 1 0 0,0 0 0 0 0,0 1-1 0 0,-1-1 1 0 0,1 1 0 0 0,0-1-1 0 0,0 1 1 0 0,0-1-1 0 0,-1 1 1 0 0,1 0 0 0 0,0-1-1 0 0,-1 1 1 0 0,1 0 0 0 0,0 1-1 0 0,22 22 1709 0 0,-20-16-1754 0 0,-1-1-1 0 0,0 1 1 0 0,0 0 0 0 0,-1-1-1 0 0,0 1 1 0 0,0 0 0 0 0,-1 0 0 0 0,-1 10-1 0 0,-9 69 789 0 0,4-48-635 0 0,-9 78-100 0 0,6 0-1 0 0,4 1 1 0 0,6-1-1 0 0,21 160 0 0 0,30 118-61 0 0,33 199 77 0 0,68 26 295 0 0,-123-513-232 0 0,-21-72-160 0 0,25 101 820 0 0,-31-115-661 0 0,0 1-1 0 0,-1-1 1 0 0,-2 0-1 0 0,-2 35 1 0 0,-4-19 43 0 0,4-28-170 0 0,0 0-1 0 0,0 0 1 0 0,1 1-1 0 0,1-1 1 0 0,-1 0-1 0 0,2 0 1 0 0,-1 1-1 0 0,1-1 1 0 0,2 10-1 0 0,-1-17-48 0 0,-4-16-1164 0 0,2 13 752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34.1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236 240 10594 0 0,'-40'6'1371'0'0,"30"-5"-757"0"0,0 0 0 0 0,0 0 1 0 0,0 1-1 0 0,1 1 0 0 0,-1 0 0 0 0,0 0 1 0 0,1 0-1 0 0,-14 9 0 0 0,22-12-537 0 0,0 1 0 0 0,0-1 1 0 0,1 1-1 0 0,-1 0 0 0 0,0-1 0 0 0,1 1 1 0 0,-1 0-1 0 0,1-1 0 0 0,-1 1 0 0 0,1 0 0 0 0,-1 0 1 0 0,1 0-1 0 0,-1-1 0 0 0,1 1 0 0 0,0 0 0 0 0,-1 0 1 0 0,1 0-1 0 0,0 0 0 0 0,0 0 0 0 0,0 0 0 0 0,0 0 1 0 0,0 0-1 0 0,0 0 0 0 0,0-1 0 0 0,0 1 0 0 0,0 0 1 0 0,0 0-1 0 0,0 1 0 0 0,1 0 20 0 0,0 0 0 0 0,0 0 0 0 0,0 0 0 0 0,0 0 0 0 0,0 0 0 0 0,0 0 0 0 0,1-1 0 0 0,-1 1 0 0 0,0-1 1 0 0,1 1-1 0 0,-1-1 0 0 0,4 3 0 0 0,-4-3-71 0 0,0 0 0 0 0,0 0 1 0 0,0 0-1 0 0,1 0 1 0 0,-1 0-1 0 0,0 0 1 0 0,0-1-1 0 0,1 1 0 0 0,-1 0 1 0 0,0-1-1 0 0,1 1 1 0 0,-1-1-1 0 0,1 0 0 0 0,-1 1 1 0 0,1-1-1 0 0,-1 0 1 0 0,1 0-1 0 0,-1 0 1 0 0,1 0-1 0 0,-1 0 0 0 0,1 0 1 0 0,-1 0-1 0 0,1-1 1 0 0,-1 1-1 0 0,1 0 0 0 0,-1-1 1 0 0,0 1-1 0 0,1-1 1 0 0,-1 0-1 0 0,1 1 1 0 0,-1-1-1 0 0,0 0 0 0 0,0 0 1 0 0,0 0-1 0 0,1 0 1 0 0,-1 0-1 0 0,0 0 0 0 0,0 0 1 0 0,0 0-1 0 0,1-2 1 0 0,2-6 39 0 0,-1-1 0 0 0,0 1 1 0 0,0 0-1 0 0,-1-1 0 0 0,0 0 1 0 0,-1 1-1 0 0,0-1 0 0 0,-1 0 1 0 0,0-14-1 0 0,-1 6-71 0 0,-2 0 1 0 0,0 0-1 0 0,0 0 1 0 0,-8-20-1 0 0,11 37 7 0 0,-1-1-1 0 0,1 1 1 0 0,-1-1 0 0 0,1 1-1 0 0,-1-1 1 0 0,0 1 0 0 0,1 0 0 0 0,-1-1-1 0 0,0 1 1 0 0,0 0 0 0 0,0 0 0 0 0,0-1-1 0 0,0 1 1 0 0,0 0 0 0 0,-2-1-1 0 0,2 2-4 0 0,1 0-1 0 0,-1-1 0 0 0,1 1 0 0 0,-1 0 1 0 0,0 0-1 0 0,1 0 0 0 0,-1 0 0 0 0,1 0 1 0 0,-1 0-1 0 0,1 0 0 0 0,-1 0 0 0 0,0 0 1 0 0,1 0-1 0 0,-1 1 0 0 0,1-1 0 0 0,-1 0 1 0 0,1 0-1 0 0,-1 0 0 0 0,1 1 0 0 0,-1-1 1 0 0,1 0-1 0 0,-1 1 0 0 0,1-1 0 0 0,0 0 0 0 0,-1 1 1 0 0,1-1-1 0 0,-1 1 0 0 0,-1 2-16 0 0,0-1-1 0 0,0 1 1 0 0,0 0-1 0 0,1 0 1 0 0,-1 0-1 0 0,1 0 1 0 0,0 0-1 0 0,0 0 1 0 0,0 0-1 0 0,0 1 1 0 0,0-1-1 0 0,0 5 1 0 0,1-1-14 0 0,0 0-1 0 0,1-1 1 0 0,0 1 0 0 0,0 0 0 0 0,0 0-1 0 0,1-1 1 0 0,0 1 0 0 0,0 0 0 0 0,1-1 0 0 0,4 8-1 0 0,-6-12 42 0 0,0 0 0 0 0,0 0-1 0 0,0 0 1 0 0,0 0 0 0 0,1 0-1 0 0,-1-1 1 0 0,0 1 0 0 0,1 0-1 0 0,0-1 1 0 0,-1 1 0 0 0,1-1-1 0 0,0 0 1 0 0,0 1 0 0 0,0-1-1 0 0,-1 0 1 0 0,1 0 0 0 0,0 0 0 0 0,1 0-1 0 0,-1-1 1 0 0,0 1 0 0 0,0 0-1 0 0,0-1 1 0 0,0 0 0 0 0,1 1-1 0 0,-1-1 1 0 0,0 0 0 0 0,0 0-1 0 0,0 0 1 0 0,1-1 0 0 0,-1 1-1 0 0,0 0 1 0 0,0-1 0 0 0,0 1-1 0 0,0-1 1 0 0,3-1 0 0 0,-2 0 3 0 0,-1 1 0 0 0,1-1 1 0 0,0 0-1 0 0,-1-1 0 0 0,0 1 1 0 0,1 0-1 0 0,-1-1 0 0 0,0 1 1 0 0,0-1-1 0 0,0 0 0 0 0,-1 0 1 0 0,1 1-1 0 0,0-1 0 0 0,-1 0 1 0 0,0 0-1 0 0,0-1 0 0 0,0 1 1 0 0,0 0-1 0 0,0 0 0 0 0,-1 0 1 0 0,0-1-1 0 0,1 1 0 0 0,-1 0 0 0 0,-1-5 1 0 0,1-4 24 0 0,-1-1 1 0 0,0 1 0 0 0,-1 0-1 0 0,0 0 1 0 0,-5-14 0 0 0,6 21-19 0 0,-1 0 0 0 0,1 1 0 0 0,-1 0 0 0 0,0-1 0 0 0,0 1 0 0 0,-1 0 0 0 0,1 0 0 0 0,-1 0 0 0 0,0 0 0 0 0,0 0 0 0 0,0 1 0 0 0,-1-1 1 0 0,-6-5-1 0 0,7 8-5 0 0,0-1 1 0 0,-1 1 0 0 0,1 0 0 0 0,0 0-1 0 0,-1 0 1 0 0,1 0 0 0 0,-1 0-1 0 0,1 1 1 0 0,-1-1 0 0 0,1 1 0 0 0,-1 0-1 0 0,1 0 1 0 0,-1 1 0 0 0,1-1 0 0 0,-1 1-1 0 0,1-1 1 0 0,0 1 0 0 0,-1 0 0 0 0,-5 3-1 0 0,0-1 4 0 0,1 0-1 0 0,0 1 1 0 0,0 0 0 0 0,0 1-1 0 0,0 0 1 0 0,1 0-1 0 0,-1 0 1 0 0,1 1 0 0 0,1 0-1 0 0,-1 0 1 0 0,1 1-1 0 0,-7 9 1 0 0,13-16-13 0 0,-1 1-1 0 0,1 0 1 0 0,-1 0-1 0 0,1 0 1 0 0,-1 0-1 0 0,1 0 1 0 0,0 1-1 0 0,-1-1 1 0 0,1 0-1 0 0,0 0 1 0 0,0 0-1 0 0,0 0 1 0 0,0 0-1 0 0,0 0 1 0 0,0 0-1 0 0,0 0 1 0 0,0 0-1 0 0,0 1 1 0 0,1-1-1 0 0,-1 0 1 0 0,0 0-1 0 0,1 0 1 0 0,-1 0-1 0 0,0 0 1 0 0,2 1-1 0 0,-1-1-1 0 0,0 1 1 0 0,1-1-1 0 0,-1 1 0 0 0,1-1 1 0 0,0 0-1 0 0,-1 0 0 0 0,1 1 1 0 0,0-1-1 0 0,0 0 0 0 0,0-1 1 0 0,0 1-1 0 0,3 1 1 0 0,0-1 21 0 0,-1 1 1 0 0,1-1-1 0 0,0-1 1 0 0,0 1-1 0 0,0-1 1 0 0,1 1-1 0 0,-1-2 1 0 0,0 1-1 0 0,0 0 1 0 0,7-3-1 0 0,-10 3-13 0 0,-1-1 0 0 0,1 1 0 0 0,-1-1 0 0 0,0 1 1 0 0,1-1-1 0 0,-1 0 0 0 0,0 0 0 0 0,1 0 0 0 0,-1 0 0 0 0,0 0 0 0 0,0 0 0 0 0,0 0 0 0 0,0 0 0 0 0,0 0 0 0 0,0-1 0 0 0,0 1 0 0 0,0 0 0 0 0,0-1 0 0 0,-1 1 0 0 0,1-1 0 0 0,0 1 0 0 0,-1-1 0 0 0,1 1 0 0 0,-1-3 0 0 0,1 1 21 0 0,-1 0 0 0 0,-1 1 1 0 0,1-1-1 0 0,0 0 0 0 0,-1 0 0 0 0,1 1 1 0 0,-1-1-1 0 0,0 0 0 0 0,0 1 0 0 0,0-1 1 0 0,0 1-1 0 0,0-1 0 0 0,-3-2 0 0 0,3 2-190 0 0,-1 0 1 0 0,0 0-1 0 0,0 1 0 0 0,0-1 0 0 0,0 1 0 0 0,0-1 0 0 0,0 1 0 0 0,-1 0 1 0 0,1 0-1 0 0,-1 0 0 0 0,0 0 0 0 0,0 0 0 0 0,1 0 0 0 0,-1 1 1 0 0,0 0-1 0 0,0-1 0 0 0,0 1 0 0 0,-1 0 0 0 0,1 1 0 0 0,0-1 0 0 0,0 0 1 0 0,0 1-1 0 0,-1 0 0 0 0,-5 0 0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35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5065 0 0,'4'-14'18932'0'0,"-3"14"-18921"0"0,1 0 6 0 0,0 0-1 0 0,0 0 1 0 0,0 0-1 0 0,0 0 1 0 0,0-1-1 0 0,0 1 1 0 0,0 0-1 0 0,-1-1 1 0 0,1 0 0 0 0,0 1-1 0 0,0-1 1 0 0,0 0-1 0 0,-1 0 1 0 0,1 0-1 0 0,0 0 1 0 0,1-1-1 0 0,-1-1-9 0 0,1 1 1 0 0,-1 0-1 0 0,1-1 0 0 0,-1 1 0 0 0,1 0 0 0 0,0 0 0 0 0,0 1 1 0 0,0-1-1 0 0,0 1 0 0 0,0-1 0 0 0,4 0 0 0 0,45-16 88 0 0,-41 14-88 0 0,-2 1-7 0 0,0 0 0 0 0,1 1 0 0 0,-1 0 0 0 0,0 1 0 0 0,1 0 0 0 0,0 0 0 0 0,-1 1 0 0 0,1 0 0 0 0,-1 1 0 0 0,12 2 0 0 0,-17-2 0 0 0,0 0 0 0 0,0 0 0 0 0,0 1 0 0 0,0-1 0 0 0,0 1 0 0 0,0 0 0 0 0,-1 0 0 0 0,1 0 0 0 0,-1 1 0 0 0,1-1 0 0 0,-1 1 0 0 0,0 0 0 0 0,0 0 0 0 0,0 0 0 0 0,0 0 0 0 0,-1 1 0 0 0,1-1 0 0 0,-1 1 0 0 0,0-1 0 0 0,0 1 0 0 0,0 0 0 0 0,0 0 0 0 0,-1 0 0 0 0,1 0 0 0 0,0 4 0 0 0,-1 1-28 0 0,1-1 1 0 0,-1 1-1 0 0,-1-1 0 0 0,0 1 0 0 0,0 0 1 0 0,0-1-1 0 0,-1 1 0 0 0,-1 0 0 0 0,1-1 1 0 0,-5 12-1 0 0,-1-1-53 0 0,0-1 1 0 0,-1 0 0 0 0,-16 25-1 0 0,23-42 78 0 0,-1 1-1 0 0,1 0 1 0 0,0 0-1 0 0,0 0 0 0 0,0-1 1 0 0,1 1-1 0 0,-1 0 1 0 0,0 0-1 0 0,1 0 1 0 0,-1 0-1 0 0,1 0 0 0 0,0 0 1 0 0,-1 1-1 0 0,1-1 1 0 0,1 4-1 0 0,-1-5 4 0 0,1-1 0 0 0,0 1 0 0 0,-1 0 1 0 0,1 0-1 0 0,0-1 0 0 0,0 1 0 0 0,0 0 0 0 0,-1-1 0 0 0,1 1 0 0 0,0 0 0 0 0,0-1 1 0 0,0 0-1 0 0,0 1 0 0 0,0-1 0 0 0,0 1 0 0 0,0-1 0 0 0,0 0 0 0 0,0 0 0 0 0,0 0 1 0 0,0 0-1 0 0,1 0 0 0 0,-1 0 0 0 0,0 0 0 0 0,0 0 0 0 0,0 0 0 0 0,0 0 1 0 0,0 0-1 0 0,0-1 0 0 0,0 1 0 0 0,1-1 0 0 0,4 0 11 0 0,9-1 4 0 0,1 0-1 0 0,0 0 1 0 0,20 2-1 0 0,-31 0-14 0 0,1 1 0 0 0,-1 0-1 0 0,0 0 1 0 0,0 0-1 0 0,0 1 1 0 0,0 0 0 0 0,0 0-1 0 0,0 0 1 0 0,-1 0 0 0 0,1 1-1 0 0,-1 0 1 0 0,1 0-1 0 0,7 7 1 0 0,-5-4-5 0 0,0 1 1 0 0,0 0-1 0 0,-1 0 1 0 0,1 1-1 0 0,-2 0 0 0 0,1 0 1 0 0,-1 1-1 0 0,0-1 0 0 0,3 11 1 0 0,-7-15 1 0 0,0 0 0 0 0,0 0 0 0 0,0 0-1 0 0,0 0 1 0 0,-1 0 0 0 0,0 0 0 0 0,0 1 0 0 0,0-1 0 0 0,0 0 0 0 0,-1 0 0 0 0,0 0 0 0 0,0 0 0 0 0,0 0 0 0 0,0 0 0 0 0,0 0 0 0 0,-1 0 0 0 0,0 0-1 0 0,0 0 1 0 0,0-1 0 0 0,0 1 0 0 0,0-1 0 0 0,-1 0 0 0 0,-5 6 0 0 0,-6 5 99 0 0,-1-1-1 0 0,-1 0 1 0 0,0-2-1 0 0,0 0 1 0 0,-1-1-1 0 0,0 0 1 0 0,-1-1-1 0 0,0-1 1 0 0,-1-1 0 0 0,1-1-1 0 0,-2 0 1 0 0,1-2-1 0 0,-27 4 1 0 0,40-7-301 0 0,0-1 0 0 0,0 1 0 0 0,0-1 0 0 0,0-1 0 0 0,0 1 0 0 0,0-1 1 0 0,-6-2-1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30.8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48 232 4145 0 0,'-2'-1'280'0'0,"0"0"1"0"0,0 1-1 0 0,0-1 1 0 0,0 1-1 0 0,0 0 1 0 0,0-1-1 0 0,0 1 1 0 0,0 0-1 0 0,0 0 1 0 0,0 0-1 0 0,-1 1 0 0 0,1-1 1 0 0,0 0-1 0 0,0 1 1 0 0,0-1-1 0 0,0 1 1 0 0,-3 2-1 0 0,4-2-113 0 0,0 0-1 0 0,0 0 1 0 0,0 1-1 0 0,1-1 1 0 0,-1 1-1 0 0,0-1 1 0 0,1 1-1 0 0,-1-1 1 0 0,1 1-1 0 0,0-1 1 0 0,0 1 0 0 0,-1-1-1 0 0,1 1 1 0 0,0-1-1 0 0,0 1 1 0 0,0 0-1 0 0,0-1 1 0 0,1 1-1 0 0,-1-1 1 0 0,0 1-1 0 0,1-1 1 0 0,-1 1-1 0 0,1-1 1 0 0,-1 1-1 0 0,2 1 1 0 0,1 4 220 0 0,0 0 1 0 0,1 0 0 0 0,0-1-1 0 0,0 1 1 0 0,0-1-1 0 0,1 0 1 0 0,0 0 0 0 0,0 0-1 0 0,0-1 1 0 0,1 0-1 0 0,12 9 1 0 0,-9-8-42 0 0,0 0 0 0 0,1 0-1 0 0,0 0 1 0 0,0-2 0 0 0,0 1 0 0 0,0-1 0 0 0,18 4-1 0 0,-24-8-330 0 0,0 0 0 0 0,0 0 0 0 0,0 0 0 0 0,0-1 0 0 0,0 0 0 0 0,0 1 0 0 0,0-2 0 0 0,0 1 0 0 0,0 0 0 0 0,-1-1 0 0 0,1 1 0 0 0,0-1 0 0 0,-1 0 0 0 0,1 0-1 0 0,-1-1 1 0 0,0 1 0 0 0,0-1 0 0 0,0 0 0 0 0,0 0 0 0 0,0 0 0 0 0,0 0 0 0 0,-1 0 0 0 0,4-6 0 0 0,2-3 2 0 0,0 0 0 0 0,0-1 0 0 0,-2 0 1 0 0,1 0-1 0 0,5-19 0 0 0,-6 13 33 0 0,-1-1 0 0 0,-1 0 0 0 0,0-1 0 0 0,-2 1 0 0 0,0-1 0 0 0,-1 1 0 0 0,-2-1 1 0 0,-4-39-1 0 0,5 58-44 0 0,-1 0 1 0 0,1 0 0 0 0,0 0 0 0 0,-1 0-1 0 0,1 0 1 0 0,-1 1 0 0 0,0-1-1 0 0,0 0 1 0 0,0 0 0 0 0,0 0 0 0 0,0 1-1 0 0,0-1 1 0 0,0 1 0 0 0,0-1-1 0 0,-1 1 1 0 0,1-1 0 0 0,-3-2 0 0 0,2 4-1 0 0,1-1 1 0 0,0 1-1 0 0,0 0 1 0 0,-1-1 0 0 0,1 1-1 0 0,0 0 1 0 0,-1 0-1 0 0,1 0 1 0 0,0 0 0 0 0,-1 0-1 0 0,1 0 1 0 0,0 0 0 0 0,0 0-1 0 0,-1 1 1 0 0,1-1-1 0 0,0 0 1 0 0,-1 1 0 0 0,1-1-1 0 0,0 1 1 0 0,-1 0-1 0 0,-5 3 14 0 0,1 0 0 0 0,0 1-1 0 0,0 0 1 0 0,0 0-1 0 0,1 0 1 0 0,-1 1-1 0 0,-6 9 1 0 0,-1 4-42 0 0,0 0 1 0 0,1 1 0 0 0,1 0 0 0 0,1 0-1 0 0,1 1 1 0 0,-9 33 0 0 0,15-46-9 0 0,1 0 0 0 0,0 0 0 0 0,0 1 0 0 0,1-1 0 0 0,0 1 0 0 0,1-1 0 0 0,0 1 0 0 0,0-1 0 0 0,1 1 0 0 0,0-1 0 0 0,0 1 1 0 0,1-1-1 0 0,0 0 0 0 0,0 1 0 0 0,1-1 0 0 0,0 0 0 0 0,1-1 0 0 0,0 1 0 0 0,0-1 0 0 0,7 10 0 0 0,-8-14 25 0 0,0 0 0 0 0,0 1 0 0 0,0-1 0 0 0,1 0 0 0 0,0-1-1 0 0,-1 1 1 0 0,1-1 0 0 0,0 1 0 0 0,0-1 0 0 0,0-1 0 0 0,0 1 0 0 0,1 0 0 0 0,-1-1-1 0 0,0 0 1 0 0,9 1 0 0 0,-10-1 22 0 0,-1-1 0 0 0,0 0 0 0 0,1-1 0 0 0,-1 1-1 0 0,0 0 1 0 0,0-1 0 0 0,1 1 0 0 0,-1-1 0 0 0,0 0 0 0 0,0 0-1 0 0,0 0 1 0 0,0 0 0 0 0,0 0 0 0 0,0 0 0 0 0,0 0 0 0 0,0-1-1 0 0,0 1 1 0 0,-1-1 0 0 0,1 1 0 0 0,0-1 0 0 0,-1 0 0 0 0,1 1-1 0 0,-1-1 1 0 0,0 0 0 0 0,0 0 0 0 0,1 0 0 0 0,-1 0 0 0 0,-1 0-1 0 0,1-1 1 0 0,0 1 0 0 0,0 0 0 0 0,0-3 0 0 0,0-5 20 0 0,1 1 0 0 0,-2-1 1 0 0,1 0-1 0 0,-1 0 0 0 0,-1 0 0 0 0,0 1 1 0 0,0-1-1 0 0,-1 0 0 0 0,0 1 0 0 0,-4-12 1 0 0,5 17-32 0 0,-1 0 1 0 0,1 1 0 0 0,-1-1 0 0 0,0 1 0 0 0,0 0 0 0 0,0-1 0 0 0,0 1-1 0 0,-1 0 1 0 0,1 0 0 0 0,-1 1 0 0 0,0-1 0 0 0,-4-3 0 0 0,5 4-10 0 0,-1 1 0 0 0,1 0 0 0 0,0 0 0 0 0,0 1 0 0 0,0-1 0 0 0,-1 0 0 0 0,1 1 0 0 0,0 0 0 0 0,-1-1 1 0 0,1 1-1 0 0,-1 0 0 0 0,1 0 0 0 0,0 0 0 0 0,-1 0 0 0 0,1 1 0 0 0,0-1 0 0 0,-1 1 0 0 0,1-1 0 0 0,0 1 1 0 0,0 0-1 0 0,-1 0 0 0 0,-1 1 0 0 0,0 0-6 0 0,1 0 1 0 0,0-1-1 0 0,0 1 1 0 0,0 1-1 0 0,0-1 0 0 0,0 0 1 0 0,0 1-1 0 0,1-1 1 0 0,-1 1-1 0 0,1 0 1 0 0,-1 0-1 0 0,1 0 0 0 0,0 0 1 0 0,0 0-1 0 0,1 0 1 0 0,-1 1-1 0 0,1-1 1 0 0,-1 1-1 0 0,1-1 1 0 0,0 1-1 0 0,0-1 0 0 0,1 1 1 0 0,-1 0-1 0 0,1-1 1 0 0,0 1-1 0 0,0 0 1 0 0,0 0-1 0 0,0-1 0 0 0,1 1 1 0 0,-1 0-1 0 0,1-1 1 0 0,0 1-1 0 0,0-1 1 0 0,0 1-1 0 0,1-1 1 0 0,-1 1-1 0 0,1-1 0 0 0,0 0 1 0 0,0 0-1 0 0,0 0 1 0 0,0 0-1 0 0,1 0 1 0 0,-1 0-1 0 0,1 0 0 0 0,-1-1 1 0 0,1 1-1 0 0,0-1 1 0 0,0 0-1 0 0,0 0 1 0 0,0 0-1 0 0,1 0 1 0 0,-1-1-1 0 0,1 1 0 0 0,-1-1 1 0 0,1 0-1 0 0,5 1 1 0 0,-5-1 23 0 0,0 0-1 0 0,0 0 1 0 0,0-1 0 0 0,0 0 0 0 0,0 0 0 0 0,0 0 0 0 0,0 0 0 0 0,0 0 0 0 0,0-1 0 0 0,0 0-1 0 0,0 0 1 0 0,0 0 0 0 0,0 0 0 0 0,0-1 0 0 0,4-2 0 0 0,-5 3 1 0 0,-1-1 0 0 0,0 0 1 0 0,0 0-1 0 0,0 0 0 0 0,-1 0 0 0 0,1 0 1 0 0,0 0-1 0 0,-1-1 0 0 0,1 1 0 0 0,-1 0 1 0 0,0-1-1 0 0,0 0 0 0 0,0 1 0 0 0,0-1 1 0 0,0 1-1 0 0,-1-1 0 0 0,1 0 0 0 0,-1 1 1 0 0,1-1-1 0 0,-1 0 0 0 0,0 0 0 0 0,0 1 1 0 0,-1-5-1 0 0,-1-8 41 0 0,0 0 0 0 0,-2 1 1 0 0,1 0-1 0 0,-2 0 1 0 0,0 0-1 0 0,0 0 0 0 0,-1 1 1 0 0,-1 0-1 0 0,0 0 0 0 0,-1 0 1 0 0,-1 1-1 0 0,1 1 0 0 0,-2-1 1 0 0,0 1-1 0 0,-19-16 0 0 0,25 24-55 0 0,1 1 0 0 0,-1-1 0 0 0,0 1-1 0 0,0 0 1 0 0,0 0 0 0 0,0 1 0 0 0,0-1 0 0 0,-8-1-1 0 0,11 3-1 0 0,0 0 0 0 0,0 0 0 0 0,0 0 0 0 0,0 0 0 0 0,-1 0 0 0 0,1 0 0 0 0,0 0 0 0 0,0 0 0 0 0,0 0 0 0 0,0 1 0 0 0,0-1 0 0 0,0 0 0 0 0,0 1 0 0 0,0-1 0 0 0,0 1 0 0 0,0-1 0 0 0,0 1 0 0 0,0-1 0 0 0,0 1 0 0 0,0 0 0 0 0,0-1 0 0 0,1 1 0 0 0,-1 0 0 0 0,0 0-1 0 0,0 0 1 0 0,1 0 0 0 0,-1-1 0 0 0,1 1 0 0 0,-1 0 0 0 0,1 0 0 0 0,-1 0 0 0 0,1 0 0 0 0,-1 0 0 0 0,1 1 0 0 0,0-1 0 0 0,0 0 0 0 0,-1 0 0 0 0,1 2 0 0 0,0 2-7 0 0,0 0 0 0 0,0-1-1 0 0,0 1 1 0 0,1 0 0 0 0,-1 0 0 0 0,1 0 0 0 0,1 0-1 0 0,-1 0 1 0 0,0 0 0 0 0,1-1 0 0 0,0 1 0 0 0,0-1-1 0 0,1 1 1 0 0,-1-1 0 0 0,1 0 0 0 0,4 4-1 0 0,-6-5 8 0 0,1-1-1 0 0,0 1 1 0 0,0-1 0 0 0,0 0-1 0 0,1 0 1 0 0,-1 0-1 0 0,0 0 1 0 0,1 0-1 0 0,-1-1 1 0 0,1 1-1 0 0,0-1 1 0 0,0 1-1 0 0,-1-1 1 0 0,1 0-1 0 0,0 0 1 0 0,0-1-1 0 0,0 1 1 0 0,0 0-1 0 0,0-1 1 0 0,0 0-1 0 0,0 0 1 0 0,0 0-1 0 0,0 0 1 0 0,0 0-1 0 0,0 0 1 0 0,0-1-1 0 0,5-1 1 0 0,-7 1 3 0 0,1 1 0 0 0,-1-1 0 0 0,0 0 1 0 0,0 0-1 0 0,0 0 0 0 0,0 0 0 0 0,0 0 0 0 0,0 0 0 0 0,0 0 1 0 0,0 0-1 0 0,0 0 0 0 0,0 0 0 0 0,0 0 0 0 0,-1-1 0 0 0,1 1 1 0 0,0 0-1 0 0,-1-1 0 0 0,1 1 0 0 0,-1 0 0 0 0,0-1 0 0 0,1 1 1 0 0,-1-1-1 0 0,0 1 0 0 0,0 0 0 0 0,0-1 0 0 0,0 1 0 0 0,0-1 0 0 0,0 1 1 0 0,-1-1-1 0 0,1 1 0 0 0,0 0 0 0 0,-1-1 0 0 0,1 1 0 0 0,-1-2 1 0 0,-3-8-74 0 0,0 0 0 0 0,0 0 0 0 0,-7-12 0 0 0,5 12-226 0 0,0-1 78 0 0,6 12 167 0 0,0 0-1 0 0,0 0 1 0 0,0 0 0 0 0,0 0 0 0 0,0-1-1 0 0,0 1 1 0 0,0 0 0 0 0,0 0 0 0 0,0 0 0 0 0,0 0-1 0 0,0-1 1 0 0,0 1 0 0 0,0 0 0 0 0,0 0-1 0 0,0 0 1 0 0,0 0 0 0 0,0-1 0 0 0,0 1-1 0 0,0 0 1 0 0,0 0 0 0 0,0 0 0 0 0,-1 0-1 0 0,1 0 1 0 0,0-1 0 0 0,0 1 0 0 0,0 0-1 0 0,0 0 1 0 0,0 0 0 0 0,0 0 0 0 0,-1 0-1 0 0,1 0 1 0 0,0 0 0 0 0,0 0 0 0 0,0 0 0 0 0,0 0-1 0 0,-1 0 1 0 0,1-1 0 0 0,0 1 0 0 0,0 0-1 0 0,0 0 1 0 0,0 0 0 0 0,-1 0 0 0 0,1 0-1 0 0,0 0 1 0 0,0 0 0 0 0,0 0 0 0 0,0 0-1 0 0,-1 1 1 0 0,1-1 0 0 0,0 0 0 0 0,0 0-1 0 0,0 0 1 0 0,0 0 0 0 0,0 0 0 0 0,-1 0 0 0 0,1 0-1 0 0,0 0 1 0 0,0 0 0 0 0,0 5-956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31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59 7834 0 0,'-1'-5'786'0'0,"0"0"1"0"0,1 0-1 0 0,0 0 0 0 0,0 0 1 0 0,1-9-1 0 0,-1 14-616 0 0,0-1-1 0 0,0 0 0 0 0,0 1 0 0 0,0-1 1 0 0,0 0-1 0 0,0 0 0 0 0,0 1 0 0 0,0-1 1 0 0,0 0-1 0 0,0 1 0 0 0,0-1 1 0 0,1 0-1 0 0,-1 1 0 0 0,0-1 0 0 0,0 0 1 0 0,1 1-1 0 0,-1-1 0 0 0,1 0 1 0 0,-1 1-1 0 0,1-1 0 0 0,-1 1 0 0 0,1-1 1 0 0,-1 1-1 0 0,1-1 0 0 0,-1 1 1 0 0,1-1-1 0 0,-1 1 0 0 0,1 0 0 0 0,0-1 1 0 0,-1 1-1 0 0,1 0 0 0 0,0-1 1 0 0,-1 1-1 0 0,1 0 0 0 0,0 0 0 0 0,-1 0 1 0 0,1 0-1 0 0,0 0 0 0 0,0-1 1 0 0,-1 1-1 0 0,1 1 0 0 0,0-1 0 0 0,-1 0 1 0 0,1 0-1 0 0,0 0 0 0 0,0 0 1 0 0,-1 0-1 0 0,1 1 0 0 0,0-1 0 0 0,1 1-99 0 0,-1 1 0 0 0,1-1 0 0 0,-1 0 0 0 0,0 1 0 0 0,1-1 0 0 0,-1 1 0 0 0,0-1 0 0 0,0 1 0 0 0,0 0 0 0 0,0-1 0 0 0,0 1 0 0 0,-1 0 0 0 0,1 0 0 0 0,0 0 0 0 0,-1 0 0 0 0,1-1 0 0 0,-1 4 0 0 0,5 40 149 0 0,-3-28-110 0 0,34 199 253 0 0,-28-184-249 0 0,2 0 1 0 0,0-1-1 0 0,2-1 1 0 0,27 50-1 0 0,-32-66 67 0 0,0 1 1 0 0,9 28-1 0 0,-15-39-149 0 0,-1-7-140 0 0,1-1 0 0 0,-1 0 0 0 0,1 0 0 0 0,-1 0 0 0 0,1 0 0 0 0,0 1 0 0 0,1-1 0 0 0,-1 0 0 0 0,1 1 0 0 0,0-1 0 0 0,2-3 0 0 0,6-5-339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1.9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62 808 1840 0 0,'-10'5'16428'0'0,"6"-10"-18176"0"0,-1-2 2189 0 0,1-1 1 0 0,0 0-1 0 0,1 0 1 0 0,-1 0 0 0 0,2 0-1 0 0,-1 0 1 0 0,-2-16 0 0 0,2 10-223 0 0,-2-14-5 0 0,1-1-1 0 0,1 0 1 0 0,1 0-1 0 0,4-48 1 0 0,21-118 446 0 0,-17 150-471 0 0,-2 18-147 0 0,0 1 1 0 0,2 0-1 0 0,12-35 1 0 0,-15 53-37 0 0,0 1 1 0 0,0 0-1 0 0,1 0 0 0 0,0 0 1 0 0,1 0-1 0 0,-1 1 0 0 0,1 0 1 0 0,0 0-1 0 0,1 0 1 0 0,0 0-1 0 0,0 1 0 0 0,0 0 1 0 0,0 0-1 0 0,1 1 0 0 0,13-7 1 0 0,-2 3-30 0 0,0 1 0 0 0,0 1 1 0 0,1 1-1 0 0,0 1 0 0 0,0 0 0 0 0,0 2 1 0 0,0 0-1 0 0,0 1 0 0 0,1 1 1 0 0,-1 0-1 0 0,33 6 0 0 0,9 7-99 0 0,0 2-1 0 0,74 29 0 0 0,-75-24 96 0 0,-53-17 4 0 0,0-1 0 0 0,0-1 0 0 0,0 1 1 0 0,0-1-1 0 0,0 0 0 0 0,0-1 0 0 0,1 0 1 0 0,-1 0-1 0 0,0 0 0 0 0,0-1 0 0 0,1 0 1 0 0,-1 0-1 0 0,0-1 0 0 0,0 0 0 0 0,0 0 1 0 0,-1-1-1 0 0,1 0 0 0 0,11-6 0 0 0,-13 5-568 0 0,1 0-1 0 0,-1-1 0 0 0,0 1 0 0 0,0-1 1 0 0,0 0-1 0 0,-1 0 0 0 0,8-12 0 0 0,-9 10-839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2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79 920 0 0,'-6'-3'598'0'0,"1"1"0"0"0,-1 0 0 0 0,0 0 0 0 0,0 0 0 0 0,0 1 0 0 0,0 0 0 0 0,0 0-1 0 0,0 1 1 0 0,0 0 0 0 0,0 0 0 0 0,0 0 0 0 0,-1 1 0 0 0,1-1 0 0 0,0 2 0 0 0,0-1 0 0 0,0 1 0 0 0,-5 2-1 0 0,39-19 6473 0 0,43-39-6333 0 0,-61 48-658 0 0,-7 10 369 0 0,8 9 1013 0 0,-2-6-1367 0 0,1-1 0 0 0,0 0 1 0 0,16 6-1 0 0,-14-6 25 0 0,-1-1 0 0 0,1 1 0 0 0,14 11-1 0 0,-22-14-94 0 0,-1 1-1 0 0,1-1 1 0 0,-1 0-1 0 0,0 1 0 0 0,0 0 1 0 0,0-1-1 0 0,0 1 0 0 0,-1 0 1 0 0,0 0-1 0 0,1 1 1 0 0,-2-1-1 0 0,1 0 0 0 0,2 8 1 0 0,-3-5 0 0 0,1 0 1 0 0,-1 1 0 0 0,-1-1-1 0 0,1 0 1 0 0,-1 1-1 0 0,-1-1 1 0 0,1 0-1 0 0,-1 0 1 0 0,0 1 0 0 0,-1-1-1 0 0,0 0 1 0 0,0 0-1 0 0,0 0 1 0 0,-1 0-1 0 0,-5 9 1 0 0,-5 4-513 0 0,0-1-1 0 0,-1 0 1 0 0,-23 24-1 0 0,2-3-4556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2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 4609 0 0,'0'0'353'0'0,"0"0"-270"0"0,1 0-1 0 0,-1 1 0 0 0,0-1 0 0 0,1 0 0 0 0,-1 0 0 0 0,0 1 0 0 0,1-1 1 0 0,-1 0-1 0 0,0 1 0 0 0,1-1 0 0 0,-1 1 0 0 0,0-1 0 0 0,0 0 1 0 0,0 1-1 0 0,1-1 0 0 0,-1 1 0 0 0,0-1 0 0 0,0 0 0 0 0,0 1 0 0 0,0-1 1 0 0,0 1-1 0 0,0-1 0 0 0,0 1 0 0 0,0-1 0 0 0,0 1 0 0 0,0-1 0 0 0,0 1 1 0 0,0-1-1 0 0,0 1 0 0 0,-2 16 1356 0 0,2-16-1185 0 0,-6 45 263 0 0,0-12 617 0 0,2 0 1 0 0,2 1-1 0 0,2 53 1 0 0,0-79-978 0 0,1-1 0 0 0,1 1 0 0 0,-1-1 1 0 0,1 1-1 0 0,1-1 0 0 0,0 0 0 0 0,0 0 0 0 0,0 0 1 0 0,1 0-1 0 0,0 0 0 0 0,1-1 0 0 0,-1 0 0 0 0,1 0 1 0 0,1 0-1 0 0,0-1 0 0 0,-1 1 0 0 0,2-1 0 0 0,-1-1 1 0 0,12 8-1 0 0,-16-11-387 0 0,0-1 0 0 0,1 0 1 0 0,-1 0-1 0 0,0 0 1 0 0,1 0-1 0 0,-1 0 0 0 0,1-1 1 0 0,0 1-1 0 0,-1-1 1 0 0,1 0-1 0 0,-1 1 0 0 0,1-1 1 0 0,0 0-1 0 0,-1-1 0 0 0,1 1 1 0 0,-1 0-1 0 0,1-1 1 0 0,-1 0-1 0 0,1 1 0 0 0,-1-1 1 0 0,1 0-1 0 0,-1 0 1 0 0,0 0-1 0 0,1-1 0 0 0,2-1 1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3.0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56 6449 0 0,'0'0'93'0'0,"-1"0"0"0"0,1 0 0 0 0,-1 0 0 0 0,1 0 0 0 0,-1 0 0 0 0,1 0 0 0 0,-1-1-1 0 0,1 1 1 0 0,0 0 0 0 0,-1 0 0 0 0,1-1 0 0 0,-1 1 0 0 0,1 0 0 0 0,-1-1 0 0 0,1 1-1 0 0,0 0 1 0 0,-1-1 0 0 0,1 1 0 0 0,0-1 0 0 0,-1 1 0 0 0,1 0 0 0 0,0-1 0 0 0,0 1-1 0 0,0-1 1 0 0,-1 1 0 0 0,1-1 0 0 0,0 1 0 0 0,0-1 0 0 0,0 1 0 0 0,0-1 0 0 0,0 1 0 0 0,0-1-1 0 0,0 1 1 0 0,0-1 0 0 0,11-16 3990 0 0,23-7-636 0 0,-34 23-3493 0 0,1 1-6 0 0,0 0-1 0 0,0-1 1 0 0,0 1 0 0 0,0 0 0 0 0,1-1 0 0 0,-1 1 0 0 0,0 0-1 0 0,0 0 1 0 0,0 0 0 0 0,0 0 0 0 0,1 0 0 0 0,-1 0 0 0 0,0 0-1 0 0,0 1 1 0 0,0-1 0 0 0,0 0 0 0 0,0 1 0 0 0,0-1 0 0 0,0 1-1 0 0,0-1 1 0 0,0 1 0 0 0,0-1 0 0 0,0 1 0 0 0,0 0 0 0 0,2 1-1 0 0,2 3 53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3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 4145 0 0,'3'7'10772'0'0,"-1"-4"-10412"0"0,0 1 0 0 0,-1 0 0 0 0,0 0 1 0 0,1 0-1 0 0,-2 0 0 0 0,1 0 0 0 0,0 0 0 0 0,-1 0 0 0 0,0 0 0 0 0,0 0 1 0 0,0 1-1 0 0,-1 5 0 0 0,-14 44 440 0 0,10-38-495 0 0,0 1 1 0 0,2 0-1 0 0,-1 0 0 0 0,0 26 0 0 0,4-43-298 0 0,0 1 1 0 0,0 0-1 0 0,0-1 1 0 0,0 1 0 0 0,0 0-1 0 0,0 0 1 0 0,0-1-1 0 0,0 1 1 0 0,1-1-1 0 0,-1 1 1 0 0,0 0 0 0 0,0-1-1 0 0,1 1 1 0 0,-1 0-1 0 0,0-1 1 0 0,1 1 0 0 0,-1-1-1 0 0,0 1 1 0 0,1-1-1 0 0,-1 1 1 0 0,1-1-1 0 0,0 1 1 0 0,-1-1-2 0 0,1 0 0 0 0,-1 0 1 0 0,0 1-1 0 0,1-1 0 0 0,-1 0 0 0 0,1-1 0 0 0,-1 1 1 0 0,0 0-1 0 0,1 0 0 0 0,-1 0 0 0 0,0 0 0 0 0,1 0 0 0 0,-1 0 1 0 0,1 0-1 0 0,-1 0 0 0 0,0-1 0 0 0,1 1 0 0 0,-1 0 1 0 0,0 0-1 0 0,1 0 0 0 0,-1-1 0 0 0,0 1 0 0 0,0 0 0 0 0,1-1 1 0 0,-1 1-1 0 0,0 0 0 0 0,0 0 0 0 0,1-1 0 0 0,-1 1 1 0 0,0 0-1 0 0,0-1 0 0 0,0 1 0 0 0,0-1 0 0 0,1 0 0 0 0,-1 1 76 0 0,2-5-16 0 0,-1 4-60 0 0,0-3-5 0 0,0 0 0 0 0,0 1 0 0 0,1-1 0 0 0,0 1-1 0 0,-1 0 1 0 0,1-1 0 0 0,0 1 0 0 0,4-4 0 0 0,-6 7 9 0 0,0 0 0 0 0,0 0 0 0 0,0 0 0 0 0,0 0 0 0 0,0 0 0 0 0,0 0 1 0 0,1 0-1 0 0,-1 0 0 0 0,0 0 0 0 0,0 0 0 0 0,0 0 0 0 0,0 0 0 0 0,0 0 0 0 0,0 0 1 0 0,0 0-1 0 0,1 0 0 0 0,-1 0 0 0 0,0 0 0 0 0,0 0 0 0 0,0 0 0 0 0,0 0 0 0 0,0 0 0 0 0,0 0 1 0 0,0 0-1 0 0,0 0 0 0 0,1 0 0 0 0,-1 0 0 0 0,0 0 0 0 0,0 0 0 0 0,0 0 0 0 0,0 0 0 0 0,0 0 1 0 0,0 0-1 0 0,0 0 0 0 0,0 0 0 0 0,0 0 0 0 0,1 0 0 0 0,-1 0 0 0 0,0 1 0 0 0,0-1 1 0 0,0 0-1 0 0,0 0 0 0 0,0 0 0 0 0,0 0 0 0 0,0 0 0 0 0,0 0 0 0 0,0 0 0 0 0,0 0 0 0 0,0 1 1 0 0,0-1-1 0 0,0 0 0 0 0,0 0 0 0 0,0 0 0 0 0,0 0 0 0 0,0 0 0 0 0,0 0 0 0 0,0 0 0 0 0,0 1 1 0 0,0-1-1 0 0,0 0 0 0 0,0 0 0 0 0,0 0 0 0 0,1 3-1256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5.2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1 6449 0 0,'-29'3'335'0'0,"-14"3"-136"0"0,20 4 2903 0 0,77-5 1195 0 0,34 7-2393 0 0,-51-9-1368 0 0,0 2-1 0 0,-1 1 1 0 0,0 2-1 0 0,49 18 1 0 0,-78-23-458 0 0,-1 0-1 0 0,1 1 0 0 0,-1-1 1 0 0,1 1-1 0 0,-1 1 1 0 0,-1-1-1 0 0,1 1 1 0 0,0 0-1 0 0,-1 0 1 0 0,0 1-1 0 0,-1-1 1 0 0,1 1-1 0 0,-1 0 1 0 0,0 1-1 0 0,0-1 1 0 0,-1 1-1 0 0,0-1 0 0 0,0 1 1 0 0,0 0-1 0 0,2 14 1 0 0,-1 6 38 0 0,-1 0 0 0 0,-1 0 0 0 0,-1 0 0 0 0,-4 39 0 0 0,1-30-75 0 0,3 47 0 0 0,30 135-19 0 0,-11-95 73 0 0,-16-102-31 0 0,1 0 0 0 0,9 23-1 0 0,-7-23 134 0 0,8 37-1 0 0,-15-52-176 0 0,0 1 1 0 0,0 0-1 0 0,-1 0 1 0 0,0 0-1 0 0,0-1 0 0 0,0 1 1 0 0,-1 0-1 0 0,0-1 1 0 0,0 1-1 0 0,-1-1 1 0 0,0 0-1 0 0,0 1 0 0 0,0-2 1 0 0,-7 10-1 0 0,-6 15-1829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5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33 148 1840 0 0,'-10'-14'-606'0'0,"7"10"1958"0"0,-1-1 0 0 0,1 1 1 0 0,1-1-1 0 0,-1 0 0 0 0,-3-9 1 0 0,5 14-1140 0 0,1-1 0 0 0,0 1 1 0 0,0-1-1 0 0,0 0 1 0 0,0 1-1 0 0,0-1 0 0 0,0 1 1 0 0,0-1-1 0 0,0 0 0 0 0,0 1 1 0 0,0-1-1 0 0,0 1 1 0 0,0-1-1 0 0,0 1 0 0 0,1-1 1 0 0,-1 0-1 0 0,0 1 1 0 0,0-1-1 0 0,1 1 0 0 0,0-2 428 0 0,-1 1-428 0 0,2 1 2 0 0,-1-1 0 0 0,0 0 0 0 0,0 1 0 0 0,0-1 0 0 0,1 1 0 0 0,-1-1 0 0 0,0 1 0 0 0,1-1 0 0 0,-1 1 0 0 0,0 0 0 0 0,1 0 0 0 0,-1 0 0 0 0,1 0 0 0 0,1 0 0 0 0,-1 0-107 0 0,0 0-1 0 0,-1 1 0 0 0,1-1 0 0 0,0 0 0 0 0,-1 1 0 0 0,1 0 0 0 0,0-1 0 0 0,-1 1 0 0 0,1 0 0 0 0,-1 0 0 0 0,1 0 0 0 0,-1 0 0 0 0,0 0 0 0 0,1 0 0 0 0,-1 0 0 0 0,0 0 0 0 0,0 1 0 0 0,0-1 0 0 0,1 0 0 0 0,-1 1 1 0 0,-1-1-1 0 0,1 1 0 0 0,1 1 0 0 0,17 47 117 0 0,-7-16-81 0 0,-9-29-154 0 0,0 1-1 0 0,0-1 0 0 0,1 0 1 0 0,0 0-1 0 0,0 0 1 0 0,0 0-1 0 0,1-1 1 0 0,-1 1-1 0 0,1-1 1 0 0,0 0-1 0 0,0-1 1 0 0,1 1-1 0 0,-1-1 1 0 0,12 5-1 0 0,-13-7 54 0 0,-1 0 0 0 0,1-1 0 0 0,-1 1 1 0 0,1 0-1 0 0,0-1 0 0 0,-1 0 0 0 0,1 0 0 0 0,0 0 0 0 0,-1-1 0 0 0,1 1 1 0 0,0-1-1 0 0,-1 0 0 0 0,1 0 0 0 0,-1 0 0 0 0,1 0 0 0 0,-1 0 0 0 0,0-1 1 0 0,1 0-1 0 0,-1 1 0 0 0,0-1 0 0 0,0-1 0 0 0,0 1 0 0 0,0 0 0 0 0,-1-1 1 0 0,1 1-1 0 0,-1-1 0 0 0,3-3 0 0 0,3-6 31 0 0,-1 0 0 0 0,0 0 0 0 0,0 0 0 0 0,-1-1 0 0 0,-1 0 0 0 0,0-1 0 0 0,-1 1 0 0 0,-1-1 0 0 0,3-20 0 0 0,6-19-1613 0 0,-5 30-5917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6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8 2761 0 0,'-14'-7'6613'0'0,"15"27"-1997"0"0,1-6-5066 0 0,4 21 2058 0 0,0 0-1 0 0,22 63 0 0 0,-22-81-1312 0 0,1-1-1 0 0,0 0 1 0 0,1 0 0 0 0,1-1-1 0 0,0 0 1 0 0,1-1-1 0 0,22 24 1 0 0,-30-35-266 0 0,1-1 0 0 0,0 1-1 0 0,0-1 1 0 0,0 0 0 0 0,0 0 0 0 0,0 0 0 0 0,0-1-1 0 0,1 1 1 0 0,5 1 0 0 0,-8-3-71 0 0,0 1 1 0 0,1-1-1 0 0,-1 0 1 0 0,1 0-1 0 0,-1 1 1 0 0,1-1 0 0 0,-1 0-1 0 0,1 0 1 0 0,-1-1-1 0 0,1 1 1 0 0,-1 0-1 0 0,0 0 1 0 0,1-1-1 0 0,-1 1 1 0 0,1-1-1 0 0,-1 1 1 0 0,0-1-1 0 0,1 1 1 0 0,-1-1-1 0 0,0 0 1 0 0,0 0-1 0 0,0 0 1 0 0,1 0-1 0 0,-1 0 1 0 0,0 0-1 0 0,1-1 1 0 0,3-7-826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6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6 2304 0 0,'-24'-6'12906'0'0,"47"38"-13207"0"0,-1-3-5441 0 0,-15-14 3320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6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6913 0 0,'10'-4'473'0'0,"1"-1"-1"0"0,0 1 0 0 0,1 1 0 0 0,-1 0 1 0 0,0 1-1 0 0,1 0 0 0 0,0 1 0 0 0,-1 0 0 0 0,1 1 1 0 0,17 1-1 0 0,-25 0-287 0 0,-1-1 0 0 0,0 1-1 0 0,1 0 1 0 0,-1 0 0 0 0,0 1 0 0 0,0-1 0 0 0,0 1-1 0 0,0 0 1 0 0,0-1 0 0 0,0 1 0 0 0,0 0 0 0 0,-1 1 0 0 0,1-1-1 0 0,-1 0 1 0 0,0 1 0 0 0,1 0 0 0 0,-1-1 0 0 0,0 1-1 0 0,0 0 1 0 0,2 5 0 0 0,-3-4-51 0 0,0 1 0 0 0,0 0-1 0 0,0-1 1 0 0,-1 1 0 0 0,1 0 0 0 0,-1 0 0 0 0,0 0-1 0 0,-1-1 1 0 0,1 1 0 0 0,-1 0 0 0 0,0 0 0 0 0,0-1-1 0 0,0 1 1 0 0,-3 4 0 0 0,4-8-120 0 0,-1 0 0 0 0,1 1 0 0 0,-1-1 1 0 0,1 0-1 0 0,-1 0 0 0 0,1 0 0 0 0,0 0 0 0 0,-1 1 1 0 0,1-1-1 0 0,0 0 0 0 0,0 0 0 0 0,0 1 0 0 0,0-1 0 0 0,0 0 1 0 0,0 0-1 0 0,0 1 0 0 0,1-1 0 0 0,-1 0 0 0 0,0 0 1 0 0,1 1-1 0 0,-1-1 0 0 0,1 0 0 0 0,-1 0 0 0 0,1 0 0 0 0,-1 0 1 0 0,1 0-1 0 0,0 0 0 0 0,0 0 0 0 0,-1 0 0 0 0,1 0 1 0 0,0 0-1 0 0,1 1 0 0 0,-2 1 260 0 0,0 0 0 0 0,0 1 0 0 0,0-1 0 0 0,-1 1 0 0 0,1-1-1 0 0,-1 0 1 0 0,0 1 0 0 0,0-1 0 0 0,-2 5 0 0 0,-7 8 121 0 0,4-5 244 0 0,7-10-619 0 0,-1-1-1 0 0,1 1 1 0 0,-1-1 0 0 0,1 1-1 0 0,0-1 1 0 0,-1 1 0 0 0,1-1-1 0 0,0 0 1 0 0,-1 0 0 0 0,1 1 0 0 0,0-1-1 0 0,0 0 1 0 0,-1 0 0 0 0,1 0-1 0 0,0 0 1 0 0,0 0 0 0 0,-1 1 0 0 0,1-2-1 0 0,0 1 1 0 0,0 0 0 0 0,-1 0-1 0 0,2 0 1 0 0,35-3 20 0 0,0-2 0 0 0,0-2 0 0 0,-1-1 0 0 0,59-21 0 0 0,-88 26-102 0 0,13-3-201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9.1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73 3681 0 0,'-4'-8'72'0'0,"-10"-29"1778"0"0,11 10 5276 0 0,-7 149-636 0 0,4-77-6307 0 0,1 76 0 0 0,5-108-255 0 0,1 1 0 0 0,1-1 1 0 0,0 0-1 0 0,1 0 0 0 0,0 0 1 0 0,1 0-1 0 0,1 0 0 0 0,0-1 0 0 0,0 1 1 0 0,9 12-1 0 0,-10-18-6 0 0,1 0 1 0 0,0-1-1 0 0,1 1 0 0 0,-1-1 1 0 0,1 0-1 0 0,1-1 0 0 0,-1 0 1 0 0,1 0-1 0 0,-1 0 1 0 0,2 0-1 0 0,-1-1 0 0 0,0 0 1 0 0,1-1-1 0 0,-1 0 0 0 0,1 0 1 0 0,0-1-1 0 0,15 3 0 0 0,-7-3 205 0 0,-1-1 0 0 0,1 0 0 0 0,0-2 0 0 0,0 1 0 0 0,0-2-1 0 0,-1 0 1 0 0,1-1 0 0 0,20-7 0 0 0,21-7 270 0 0,175-43 746 0 0,-206 56-1063 0 0,-1 0-1 0 0,2 2 1 0 0,-1 1-1 0 0,0 2 1 0 0,0 0-1 0 0,0 1 1 0 0,28 7-1 0 0,-27-4-302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49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251 1 6913 0 0,'-1'-1'0'0'0,"1"1"-1"0"0,-1 0 0 0 0,1 0 1 0 0,-1 0-1 0 0,1 0 0 0 0,-1 0 1 0 0,1 0-1 0 0,-1 0 0 0 0,1 0 0 0 0,-1 0 1 0 0,1 0-1 0 0,-1 0 0 0 0,1 1 1 0 0,-1-1-1 0 0,1 0 0 0 0,-1 0 1 0 0,1 0-1 0 0,-1 1 0 0 0,1-1 1 0 0,-1 0-1 0 0,1 0 0 0 0,0 1 0 0 0,-1-1 1 0 0,1 0-1 0 0,0 1 0 0 0,-1-1 1 0 0,1 1-1 0 0,0-1 0 0 0,-1 1 1 0 0,-15 13 1086 0 0,-48 69 1743 0 0,46-57-2590 0 0,-41 46 0 0 0,25-47-236 0 0,32-24-14 0 0,1 0 0 0 0,-1 0 0 0 0,0 0 0 0 0,0 0 0 0 0,1 0 0 0 0,-1-1 1 0 0,0 1-1 0 0,0 0 0 0 0,0-1 0 0 0,0 0 0 0 0,0 1 0 0 0,0-1 0 0 0,0 0 1 0 0,0 0-1 0 0,0 0 0 0 0,0 0 0 0 0,-4-1 0 0 0,5 0 2 0 0,1 1-1 0 0,-1-1 0 0 0,0 0 1 0 0,1 1-1 0 0,-1-1 1 0 0,1 0-1 0 0,-1 0 1 0 0,1 0-1 0 0,-1 0 1 0 0,1 1-1 0 0,0-1 1 0 0,-1 0-1 0 0,1 0 1 0 0,0 0-1 0 0,0 0 1 0 0,0 0-1 0 0,0 0 1 0 0,0 0-1 0 0,-1 0 0 0 0,2 0 1 0 0,-1 0-1 0 0,0 0 1 0 0,0 0-1 0 0,0 0 1 0 0,0 1-1 0 0,1-1 1 0 0,-1 0-1 0 0,1-2 1 0 0,12-30 456 0 0,-10 27-277 0 0,1-4 57 0 0,1-3 598 0 0,1-1 0 0 0,0 1 0 0 0,1 0 0 0 0,1 0 0 0 0,11-13 1 0 0,-16 23-625 0 0,0-1 1 0 0,0 2 0 0 0,0-1 0 0 0,0 0 0 0 0,1 1 0 0 0,-1-1-1 0 0,1 1 1 0 0,-1 0 0 0 0,1 0 0 0 0,0 1 0 0 0,0-1 0 0 0,0 1-1 0 0,0 0 1 0 0,0 0 0 0 0,0 0 0 0 0,1 0 0 0 0,-1 1 0 0 0,0 0 0 0 0,0-1-1 0 0,0 2 1 0 0,1-1 0 0 0,7 2 0 0 0,101 26 1453 0 0,-108-28-1727 0 0,-3 1-109 0 0,1-1 1 0 0,0 1-1 0 0,0-1 1 0 0,0 1 0 0 0,0 0-1 0 0,0 0 1 0 0,0 0 0 0 0,-1 0-1 0 0,1 1 1 0 0,4 2-1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0.5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66 5529 0 0,'7'-35'2726'0'0,"-1"4"3095"0"0,-11 107-1340 0 0,2-52-4083 0 0,2-1-1 0 0,0 1 1 0 0,4 31 0 0 0,-2-47-380 0 0,0-1 0 0 0,1 0 0 0 0,0 1 0 0 0,0-1 0 0 0,1 0 0 0 0,0 0 0 0 0,0 0 0 0 0,0 0 0 0 0,1-1 0 0 0,0 1 0 0 0,1-1 0 0 0,-1 0 0 0 0,1 0 0 0 0,10 8 0 0 0,-6-6 32 0 0,0-1 0 0 0,0 0 0 0 0,1-1 0 0 0,0 0 0 0 0,0-1 1 0 0,15 6-1 0 0,-21-9-186 0 0,1-1 0 0 0,-1 1 0 0 0,1-1 0 0 0,0 0 0 0 0,0 0 0 0 0,-1 0 0 0 0,1-1 1 0 0,0 0-1 0 0,0 0 0 0 0,0 0 0 0 0,0 0 0 0 0,0-1 0 0 0,-1 0 0 0 0,1 0 0 0 0,0 0 0 0 0,-1 0 0 0 0,8-4 1 0 0,-4 0-728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0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15 7834 0 0,'-12'-14'3935'0'0,"21"17"-643"0"0,10 9-2152 0 0,-3 0-3659 0 0,-6-2 1480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1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0 5385 0 0,'-49'20'2092'0'0,"18"-5"2687"0"0,54-22-306 0 0,13 2-2531 0 0,-26 4-1849 0 0,1-1 315 0 0,0 0 0 0 0,0 0 0 0 0,1 2 0 0 0,-1-1 0 0 0,0 1 0 0 0,13 2 0 0 0,-22-1-373 0 0,1 0 0 0 0,0 0 0 0 0,-1 0 0 0 0,1 0-1 0 0,-1 0 1 0 0,1 0 0 0 0,-1 0 0 0 0,0 1 0 0 0,1 0-1 0 0,-1-1 1 0 0,0 1 0 0 0,0 0 0 0 0,0 0 0 0 0,0 0 0 0 0,0 0-1 0 0,-1 0 1 0 0,1 1 0 0 0,-1-1 0 0 0,1 0 0 0 0,-1 1 0 0 0,0-1-1 0 0,0 1 1 0 0,0 0 0 0 0,0-1 0 0 0,0 1 0 0 0,-1 0 0 0 0,1-1-1 0 0,-1 5 1 0 0,1 1-85 0 0,-1 1-1 0 0,0-1 1 0 0,0 0 0 0 0,-1 1-1 0 0,0-1 1 0 0,0 0-1 0 0,-1 0 1 0 0,0 0 0 0 0,0 0-1 0 0,-1 0 1 0 0,-6 11 0 0 0,-11 36-410 0 0,20-55 462 0 0,0 1 0 0 0,0-1 0 0 0,0 1 0 0 0,0-1 0 0 0,0 0 0 0 0,0 1 0 0 0,0-1 0 0 0,0 0 0 0 0,0 1 0 0 0,0-1 0 0 0,0 1-1 0 0,0-1 1 0 0,0 0 0 0 0,0 1 0 0 0,0-1 0 0 0,0 1 0 0 0,0-1 0 0 0,0 0 0 0 0,1 1 0 0 0,-1-1 0 0 0,0 0 0 0 0,0 1 0 0 0,0-1 0 0 0,1 0 0 0 0,-1 0 0 0 0,0 1 0 0 0,0-1 0 0 0,1 0 0 0 0,-1 1 0 0 0,0-1 0 0 0,1 0 0 0 0,14 4 273 0 0,-14-4-260 0 0,0 0 0 0 0,0 0-1 0 0,0-1 1 0 0,0 2-1 0 0,0-1 1 0 0,1 0 0 0 0,-1 0-1 0 0,0 0 1 0 0,0 0-1 0 0,0 1 1 0 0,0-1 0 0 0,0 0-1 0 0,0 1 1 0 0,0-1-1 0 0,0 1 1 0 0,-1-1 0 0 0,1 1-1 0 0,0 0 1 0 0,0-1-1 0 0,0 1 1 0 0,0 0 0 0 0,-1-1-1 0 0,1 1 1 0 0,0 0 0 0 0,-1 0-1 0 0,1 0 1 0 0,-1 0-1 0 0,1 0 1 0 0,-1 0 0 0 0,1 0-1 0 0,-1 0 1 0 0,1 0-1 0 0,-1 0 1 0 0,0 0 0 0 0,0 0-1 0 0,1 1 1 0 0,-2 3-29 0 0,0 0 0 0 0,0 1 0 0 0,0-1 0 0 0,0 0 1 0 0,-1 0-1 0 0,0 0 0 0 0,0-1 0 0 0,0 1 0 0 0,-1 0 0 0 0,0-1 0 0 0,0 1 1 0 0,0-1-1 0 0,0 0 0 0 0,0 0 0 0 0,-7 5 0 0 0,-7 7-128 0 0,-2 0 1 0 0,-20 13-1 0 0,31-23 90 0 0,-21 14-363 0 0,-2-4-8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3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0 12899 0 0,'-1'0'167'0'0,"1"0"1"0"0,-1 0-1 0 0,1 0 0 0 0,-8 5 3349 0 0,7-4-3349 0 0,1-1 1 0 0,0 0-1 0 0,0 1 1 0 0,0-1-1 0 0,-1 1 0 0 0,1-1 1 0 0,0 1-1 0 0,0-1 1 0 0,0 1-1 0 0,0-1 0 0 0,0 0 1 0 0,0 1-1 0 0,0-1 1 0 0,0 1-1 0 0,0-1 1 0 0,0 1-1 0 0,0-1 0 0 0,0 1 1 0 0,0-1-1 0 0,1 1 1 0 0,-1-1-1 0 0,0 0 0 0 0,0 1 1 0 0,0-1-1 0 0,1 1 1 0 0,3 20-77 0 0,5 21 210 0 0,-3 0 1 0 0,-1 0-1 0 0,-1 48 0 0 0,-30 173-3298 0 0,23-244 2404 0 0,-2 18-6411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4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61 220 4145 0 0,'-21'-15'108'0'0,"16"11"771"0"0,0 0 0 0 0,1 0 0 0 0,0-1 1 0 0,0 1-1 0 0,-5-7 0 0 0,8 10-687 0 0,1 0 1 0 0,-1-1-1 0 0,0 1 0 0 0,0 0 1 0 0,0-1-1 0 0,1 1 0 0 0,-1-1 0 0 0,1 1 1 0 0,-1-1-1 0 0,1 1 0 0 0,-1-1 0 0 0,1 1 1 0 0,0-1-1 0 0,0 1 0 0 0,0-1 1 0 0,0 1-1 0 0,0-1 0 0 0,0 1 0 0 0,0-1 1 0 0,1 1-1 0 0,-1-1 0 0 0,0 1 1 0 0,1-1-1 0 0,-1 1 0 0 0,1-1 0 0 0,0 1 1 0 0,-1 0-1 0 0,1-1 0 0 0,0 1 0 0 0,0 0 1 0 0,0-1-1 0 0,0 1 0 0 0,0 0 1 0 0,0 0-1 0 0,0 0 0 0 0,0 0 0 0 0,1 0 1 0 0,-1 0-1 0 0,0 0 0 0 0,1 1 0 0 0,1-2 1 0 0,28-14 543 0 0,0 2 1 0 0,1 1-1 0 0,55-16 1 0 0,103-11 390 0 0,-177 38-1114 0 0,-1 1 1 0 0,0 0-1 0 0,0 0 1 0 0,1 1-1 0 0,-1 1 0 0 0,0 0 1 0 0,1 1-1 0 0,-1 0 1 0 0,0 1-1 0 0,0 0 1 0 0,0 1-1 0 0,-1 0 1 0 0,1 1-1 0 0,-1 0 1 0 0,0 1-1 0 0,-1 0 1 0 0,1 1-1 0 0,18 15 1 0 0,-11-8-11 0 0,26 24-39 0 0,-41-35 90 0 0,-1 0 0 0 0,1 0 0 0 0,-1 0 0 0 0,1 1 0 0 0,-1-1 0 0 0,0 1 0 0 0,0 0 0 0 0,-1-1 0 0 0,1 1 0 0 0,-1 0 0 0 0,2 6-1 0 0,60 294 813 0 0,-36-162-775 0 0,-11-67 52 0 0,12 150-1 0 0,-29-208-98 0 0,0 0 0 0 0,-1 1-1 0 0,-1-1 1 0 0,0 0 0 0 0,-2 0-1 0 0,0-1 1 0 0,0 1 0 0 0,-2-1 0 0 0,0 0-1 0 0,-14 22 1 0 0,7-15-311 0 0,-1 0 0 0 0,-2-1 0 0 0,0 0 1 0 0,-1-2-1 0 0,-40 35 0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4.3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0 6913 0 0,'-5'5'10613'0'0,"2"8"-6710"0"0,1 22-4920 0 0,1-19 2172 0 0,-1 92-719 0 0,12 136 0 0 0,1-34-338 0 0,-11-168-58 0 0,2 46 62 0 0,-1-80-96 0 0,0 1 1 0 0,0-1 0 0 0,1 0 0 0 0,1 0 0 0 0,-1 0-1 0 0,1 0 1 0 0,7 14 0 0 0,-8-20 7 0 0,-1 0 0 0 0,0 0-1 0 0,1 0 1 0 0,0 0 0 0 0,-1-1 0 0 0,1 1 0 0 0,0-1 0 0 0,0 1 0 0 0,0-1-1 0 0,0 0 1 0 0,0 1 0 0 0,0-1 0 0 0,0 0 0 0 0,0 0 0 0 0,0-1 0 0 0,0 1-1 0 0,1 0 1 0 0,-1-1 0 0 0,0 1 0 0 0,1-1 0 0 0,-1 0 0 0 0,0 0 0 0 0,1 0 0 0 0,-1 0-1 0 0,0 0 1 0 0,1 0 0 0 0,-1-1 0 0 0,4 0 0 0 0,6-3 105 0 0,0 0 0 0 0,1 0 1 0 0,-2-1-1 0 0,14-8 0 0 0,-7 4-37 0 0,32-14-88 0 0,0 2-1 0 0,1 2 1 0 0,86-19 0 0 0,-108 31-1281 0 0,0 0-4173 0 0,-1 0-1867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5.1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0,'2'3'4936'0'0,"10"16"-2334"0"0,2 11-1546 0 0,-2 0 1 0 0,-1 0 0 0 0,9 48-1 0 0,11 27-482 0 0,-19-71-407 0 0,2 0 0 0 0,19 33 1 0 0,-27-56-170 0 0,0 0 1 0 0,1 0 0 0 0,1-1 0 0 0,0-1-1 0 0,0 1 1 0 0,1-1 0 0 0,0 0 0 0 0,0-1-1 0 0,18 12 1 0 0,-26-20-98 0 0,-1 1-1 0 0,1-1 1 0 0,0 1 0 0 0,0-1 0 0 0,0 1-1 0 0,0-1 1 0 0,-1 1 0 0 0,1-1 0 0 0,0 0-1 0 0,0 0 1 0 0,0 1 0 0 0,0-1 0 0 0,0 0-1 0 0,0 0 1 0 0,0 0 0 0 0,0 0 0 0 0,0 0-1 0 0,0 0 1 0 0,0 0 0 0 0,0 0 0 0 0,0 0-1 0 0,-1-1 1 0 0,1 1 0 0 0,0 0 0 0 0,0-1-1 0 0,0 1 1 0 0,1-1 0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5.3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74 16588 0 0,'-17'-26'1188'0'0,"12"16"-157"0"0,-1 1 1 0 0,0 0-1 0 0,-10-11 1 0 0,18 29 1 0 0,5 5-3836 0 0,9 14-4470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5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62 8754 0 0,'60'-23'4252'0'0,"-45"18"-3735"0"0,11-4-500 0 0,1 1 0 0 0,33-5 1 0 0,-54 12-409 0 0,0 0 0 0 0,1 0 0 0 0,-1 1 0 0 0,1-1 0 0 0,-1 1 0 0 0,0 1 0 0 0,1-1 0 0 0,-1 1 0 0 0,1 1 0 0 0,-1-1 0 0 0,0 1 0 0 0,0 0 0 0 0,0 0 0 0 0,0 1 0 0 0,10 5 0 0 0,-8-1 346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5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9674 0 0,'2'2'199'0'0,"0"-1"1"0"0,0-1-1 0 0,0 1 0 0 0,0 0 0 0 0,0 0 1 0 0,0-1-1 0 0,0 1 0 0 0,0-1 0 0 0,0 1 1 0 0,0-1-1 0 0,0 0 0 0 0,0 0 0 0 0,0 0 1 0 0,0 0-1 0 0,0 0 0 0 0,1-1 0 0 0,2 0 1 0 0,36-10 2384 0 0,27-23-917 0 0,-56 26-2702 0 0,0 2 0 0 0,0-1 0 0 0,1 2 0 0 0,0 0 0 0 0,0 0 0 0 0,20-4 1 0 0,-17 6 896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11 2761 0 0,'-35'-10'12537'0'0,"41"28"-10711"0"0,0 1 1 0 0,5 24-1 0 0,1 40 97 0 0,-9-56-2053 0 0,2 0 0 0 0,0 1 1 0 0,1-2-1 0 0,15 37 0 0 0,-9-36-644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7.2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21 16588 0 0,'-8'-2'332'0'0,"-1"-2"1554"0"0,17-4 954 0 0,-3 6-4163 0 0,-3 1 1288 0 0,0 1 0 0 0,0-1 0 0 0,0 0 0 0 0,0 1 0 0 0,1-1 0 0 0,-1 1 0 0 0,0 0-1 0 0,0 0 1 0 0,1 0 0 0 0,-1 0 0 0 0,0 0 0 0 0,0 1 0 0 0,1-1 0 0 0,-1 0 0 0 0,0 1 0 0 0,3 1 0 0 0,3 0 88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7.0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49 8754 0 0,'0'-5'972'0'0,"0"0"-1"0"0,1 0 1 0 0,-1 0 0 0 0,1 0 0 0 0,0 0-1 0 0,1 1 1 0 0,-1-1 0 0 0,3-5 0 0 0,-3 11-849 0 0,-1-1 0 0 0,1 0 1 0 0,-1 1-1 0 0,1-1 0 0 0,-1 1 1 0 0,1-1-1 0 0,-1 0 0 0 0,0 1 1 0 0,1-1-1 0 0,-1 1 0 0 0,0-1 0 0 0,1 1 1 0 0,-1-1-1 0 0,0 1 0 0 0,1-1 1 0 0,-1 1-1 0 0,0 0 0 0 0,0-1 1 0 0,0 1-1 0 0,0-1 0 0 0,1 1 1 0 0,-1 0-1 0 0,0-1 0 0 0,0 1 0 0 0,0 1 1 0 0,5 21 625 0 0,1 10-405 0 0,2-1-1 0 0,1 0 1 0 0,27 61-1 0 0,-32-83-324 0 0,1 0-1 0 0,0-1 1 0 0,1 1 0 0 0,0-1 0 0 0,1 0-1 0 0,0-1 1 0 0,0 1 0 0 0,0-1 0 0 0,1-1-1 0 0,1 1 1 0 0,-1-1 0 0 0,1-1 0 0 0,0 0-1 0 0,1 0 1 0 0,19 9 0 0 0,-24-14-32 0 0,0 1 0 0 0,-1-1 1 0 0,1 0-1 0 0,0 0 0 0 0,0-1 0 0 0,0 1 1 0 0,0-1-1 0 0,0 0 0 0 0,-1-1 0 0 0,1 1 1 0 0,0-1-1 0 0,0 0 0 0 0,0 0 0 0 0,-1 0 1 0 0,1-1-1 0 0,4-1 0 0 0,23-19-6202 0 0,-14 4-960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7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 7834 0 0,'6'-4'853'0'0,"0"0"-1"0"0,0 0 1 0 0,1 1 0 0 0,-1-1 0 0 0,1 1 0 0 0,0 1 0 0 0,-1-1 0 0 0,1 1-1 0 0,10-1 1 0 0,-15 2-738 0 0,0 1-1 0 0,-1 0 1 0 0,1 0-1 0 0,0 0 1 0 0,0 0 0 0 0,0 0-1 0 0,0 0 1 0 0,0 1-1 0 0,0-1 1 0 0,0 1-1 0 0,0-1 1 0 0,-1 1-1 0 0,1 0 1 0 0,0-1 0 0 0,0 1-1 0 0,-1 0 1 0 0,1 0-1 0 0,-1 0 1 0 0,1 0-1 0 0,-1 1 1 0 0,1-1-1 0 0,-1 0 1 0 0,1 1-1 0 0,-1-1 1 0 0,0 1 0 0 0,0-1-1 0 0,0 1 1 0 0,0 0-1 0 0,0-1 1 0 0,0 1-1 0 0,0 0 1 0 0,-1 0-1 0 0,1-1 1 0 0,-1 1 0 0 0,1 0-1 0 0,-1 0 1 0 0,0 0-1 0 0,1 3 1 0 0,0 16-7 0 0,0 1 1 0 0,-2-1-1 0 0,-5 39 1 0 0,3-43 62 0 0,1 1 0 0 0,1-1 0 0 0,0 1 0 0 0,1-1 0 0 0,1 0 0 0 0,5 25 0 0 0,-6-40-149 0 0,0-1 0 0 0,1 1 0 0 0,-1 0 1 0 0,0-1-1 0 0,1 1 0 0 0,0 0 0 0 0,0-1 0 0 0,-1 1 1 0 0,1-1-1 0 0,0 1 0 0 0,0-1 0 0 0,0 1 0 0 0,0-1 0 0 0,1 0 1 0 0,-1 1-1 0 0,0-1 0 0 0,0 0 0 0 0,1 0 0 0 0,-1 0 1 0 0,1 0-1 0 0,-1 0 0 0 0,1 0 0 0 0,-1 0 0 0 0,1-1 1 0 0,0 1-1 0 0,-1-1 0 0 0,1 1 0 0 0,0-1 0 0 0,0 1 1 0 0,-1-1-1 0 0,1 0 0 0 0,0 0 0 0 0,0 0 0 0 0,-1 0 1 0 0,1 0-1 0 0,0 0 0 0 0,0-1 0 0 0,-1 1 0 0 0,1-1 1 0 0,0 1-1 0 0,-1-1 0 0 0,1 1 0 0 0,2-2 0 0 0,8-4 198 0 0,1 0-1 0 0,-1-1 1 0 0,0 0 0 0 0,16-13-1 0 0,-15 10-157 0 0,59-45-139 0 0,-47 35-900 0 0,1 0 1 0 0,53-30-1 0 0,-51 37-6842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8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20 230 10594 0 0,'0'-4'304'0'0,"-1"1"0"0"0,1-1-1 0 0,-1 1 1 0 0,0-1 0 0 0,0 1 0 0 0,0-1-1 0 0,-1 1 1 0 0,-1-4 0 0 0,1 4 238 0 0,1 0-1 0 0,0 0 1 0 0,0 0 0 0 0,0 0 0 0 0,0 0 0 0 0,0-1 0 0 0,0-6-1 0 0,1 6-368 0 0,1 0 0 0 0,0 1 0 0 0,0-1-1 0 0,1 0 1 0 0,-1 0 0 0 0,1 1-1 0 0,-1-1 1 0 0,1 1 0 0 0,0-1 0 0 0,1 1-1 0 0,-1 0 1 0 0,4-5 0 0 0,35-34 280 0 0,-40 41-434 0 0,8-7 83 0 0,1-1-1 0 0,0 1 1 0 0,0 1-1 0 0,1-1 1 0 0,0 2-1 0 0,20-10 1 0 0,-28 15-94 0 0,-1 0 1 0 0,1 0-1 0 0,0 0 1 0 0,-1 0 0 0 0,1 1-1 0 0,0-1 1 0 0,0 1-1 0 0,-1 0 1 0 0,1 0-1 0 0,0 0 1 0 0,0 0 0 0 0,0 0-1 0 0,0 0 1 0 0,-1 1-1 0 0,1-1 1 0 0,0 1-1 0 0,0 0 1 0 0,-1 0 0 0 0,1 0-1 0 0,0 0 1 0 0,-1 1-1 0 0,1-1 1 0 0,-1 0-1 0 0,0 1 1 0 0,1 0 0 0 0,-1 0-1 0 0,0 0 1 0 0,0 0-1 0 0,0 0 1 0 0,0 0-1 0 0,-1 0 1 0 0,1 0 0 0 0,-1 1-1 0 0,1-1 1 0 0,1 6-1 0 0,2 2-28 0 0,-1 0 0 0 0,0 1 0 0 0,-1 0 0 0 0,0 0 0 0 0,-1-1 0 0 0,0 2 0 0 0,-1-1 0 0 0,0 17 0 0 0,-2 8-20 0 0,-8 47 0 0 0,2-33 786 0 0,7-49-715 0 0,-1-1-1 0 0,1 1 1 0 0,0-1 0 0 0,0 1 0 0 0,0 0 0 0 0,0-1-1 0 0,0 1 1 0 0,0 0 0 0 0,0-1 0 0 0,0 1 0 0 0,0-1 0 0 0,0 1-1 0 0,0 0 1 0 0,0-1 0 0 0,0 1 0 0 0,0 0 0 0 0,1-1 0 0 0,-1 1-1 0 0,0-1 1 0 0,0 1 0 0 0,1-1 0 0 0,-1 1 0 0 0,0-1 0 0 0,1 1-1 0 0,-1-1 1 0 0,0 1 0 0 0,1-1 0 0 0,-1 1 0 0 0,1-1 0 0 0,-1 1-1 0 0,1-1 1 0 0,-1 0 0 0 0,1 1 0 0 0,0-1 0 0 0,-1 0 0 0 0,1 1-1 0 0,0-1 1 0 0,1 0-3 0 0,0 0 0 0 0,0-1 0 0 0,0 1 0 0 0,0 0 0 0 0,0-1 0 0 0,0 0 0 0 0,0 1 0 0 0,0-1 0 0 0,0 0 0 0 0,0 0 0 0 0,2-2 0 0 0,49-36-186 0 0,-52 38 165 0 0,144-129-3677 0 0,-123 108 2607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9.6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178 252 3225 0 0,'-15'-1'2690'0'0,"40"-11"2323"0"0,-11 6-4965 0 0,82-40 3967 0 0,199-65 1 0 0,-220 90-3162 0 0,0 4-1 0 0,1 2 0 0 0,112-6 1 0 0,-170 20-814 0 0,0 0-1 0 0,1 2 1 0 0,-1 0 0 0 0,0 1-1 0 0,0 1 1 0 0,0 1 0 0 0,19 6 0 0 0,-28-6-19 0 0,1 0-1 0 0,-1 0 1 0 0,0 1 0 0 0,0 0 0 0 0,0 1 0 0 0,-1 0 0 0 0,0 0 0 0 0,0 1 0 0 0,0 0 0 0 0,-1 0 0 0 0,0 1 0 0 0,-1 0 0 0 0,12 17 0 0 0,-14-18 22 0 0,21 38 182 0 0,-23-42-167 0 0,-1 0 0 0 0,0-1 0 0 0,0 1-1 0 0,0 0 1 0 0,0 0 0 0 0,0 0 0 0 0,-1 0 0 0 0,1 0-1 0 0,-1 0 1 0 0,0-1 0 0 0,0 1 0 0 0,0 0-1 0 0,-1 6 1 0 0,-9 14 588 0 0,8-19-582 0 0,0 0 1 0 0,0 0-1 0 0,1 0 1 0 0,-1 0-1 0 0,1 0 1 0 0,0 0 0 0 0,0 0-1 0 0,1 0 1 0 0,-1 7-1 0 0,2 5-4 0 0,1 0 0 0 0,1 0 1 0 0,9 28-1 0 0,1 13 40 0 0,-4 14-141 0 0,-3 0 0 0 0,-4 1-1 0 0,-3-1 1 0 0,-12 92 0 0 0,11-146 20 0 0,-1 0 1 0 0,0 0 0 0 0,-2 0-1 0 0,0 0 1 0 0,-1 0 0 0 0,0-1-1 0 0,-2 0 1 0 0,0-1 0 0 0,0 1-1 0 0,-1-2 1 0 0,-1 1-1 0 0,-1-1 1 0 0,0-1 0 0 0,-19 18-1 0 0,19-21 20 0 0,-1 0 0 0 0,0-1-1 0 0,-1 0 1 0 0,0-1-1 0 0,-1-1 1 0 0,0 0 0 0 0,0 0-1 0 0,0-2 1 0 0,-1 0-1 0 0,1 0 1 0 0,-22 3 0 0 0,-19 0-81 0 0,-100 4 0 0 0,114-10 46 0 0,-41 5 10 0 0,-145 34 0 0 0,58-8-18 0 0,128-26 4 0 0,0-1 0 0 0,-1-3 0 0 0,-59-2 0 0 0,97-1-31 0 0,1 0 0 0 0,-1 0 0 0 0,1-1 0 0 0,-1 1 0 0 0,1-1 0 0 0,-1 0 0 0 0,1 0 0 0 0,0 0 0 0 0,0-1 0 0 0,-1 1-1 0 0,1-1 1 0 0,0 0 0 0 0,0 0 0 0 0,0 0 0 0 0,1 0 0 0 0,-1 0 0 0 0,0-1 0 0 0,1 1 0 0 0,-1-1 0 0 0,1 0 0 0 0,0 0 0 0 0,0 1 0 0 0,0-2 0 0 0,0 1-1 0 0,1 0 1 0 0,-1 0 0 0 0,1 0 0 0 0,0-1 0 0 0,0 1 0 0 0,0 0 0 0 0,0-1 0 0 0,1 1 0 0 0,-1-1 0 0 0,1 0 0 0 0,0 1 0 0 0,0-1 0 0 0,0 1 0 0 0,1-1-1 0 0,-1 1 1 0 0,2-5 0 0 0,1-9-1152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59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112 268 5985 0 0,'-4'-61'-21'0'0,"-2"-32"2666"0"0,4 76-1164 0 0,-1 1-1 0 0,-1-1 1 0 0,-7-22-1 0 0,10 37-1312 0 0,1 1 0 0 0,-1-1 0 0 0,1 1 1 0 0,-1 0-1 0 0,0-1 0 0 0,1 1 0 0 0,-1-1 0 0 0,0 1 0 0 0,0 0 0 0 0,0 0 0 0 0,0 0 1 0 0,0-1-1 0 0,0 1 0 0 0,0 0 0 0 0,0 0 0 0 0,0 0 0 0 0,-1 1 0 0 0,-1-3 0 0 0,2 3-45 0 0,0 0-1 0 0,0 0 0 0 0,0 0 0 0 0,0 0 0 0 0,0 0 0 0 0,1 1 0 0 0,-1-1 0 0 0,0 0 0 0 0,0 0 1 0 0,0 0-1 0 0,0 1 0 0 0,0-1 0 0 0,1 0 0 0 0,-1 1 0 0 0,0-1 0 0 0,0 1 0 0 0,0-1 1 0 0,1 1-1 0 0,-1-1 0 0 0,0 1 0 0 0,1 0 0 0 0,-2 1 0 0 0,-1 2 131 0 0,-1 1 1 0 0,1 0-1 0 0,0 0 0 0 0,0 0 0 0 0,0 0 0 0 0,1 0 0 0 0,0 1 1 0 0,-2 6-1 0 0,-1 12-25 0 0,1 0 0 0 0,0 0 0 0 0,1 48 0 0 0,12 77 206 0 0,-2-60-380 0 0,-6-59-178 0 0,0 6-206 0 0,1 0 0 0 0,2 0 0 0 0,1 0 0 0 0,2-1 0 0 0,14 44 0 0 0,-6-46-7616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19.9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0,'0'2'1400'0'0,"2"0"-1248"0"0,0-2-152 0 0,0 0 0 0 0,-1 0 0 0 0,3 2-344 0 0,-1-2-96 0 0,6 1-16 0 0,0 3-8 0 0,3-1-8 0 0,0 1 0 0 0,-1 1 0 0 0,-1 0 0 0 0,4 6 376 0 0,-7-1 96 0 0,-7 4 0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19.7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14283 0 0,'0'0'1103'0'0,"2"1"-843"0"0,0 0 1 0 0,0 0-1 0 0,0 0 1 0 0,-1 0-1 0 0,1 1 1 0 0,0-1 0 0 0,0 1-1 0 0,-1 0 1 0 0,1-1-1 0 0,-1 1 1 0 0,0 0-1 0 0,1 0 1 0 0,-1 0-1 0 0,0 0 1 0 0,0 0-1 0 0,0 0 1 0 0,1 3-1 0 0,19 43 582 0 0,-21-47-809 0 0,22 59 734 0 0,-4-10-276 0 0,27 54-1 0 0,-39-91-467 0 0,2 0 0 0 0,-1-1 0 0 0,2 0 0 0 0,0 0-1 0 0,0 0 1 0 0,1-1 0 0 0,0-1 0 0 0,22 18 0 0 0,-28-25-169 0 0,0 0 0 0 0,0 0 0 0 0,1-1 0 0 0,-1 0 0 0 0,1 1 0 0 0,-1-1 0 0 0,1-1 1 0 0,0 1-1 0 0,0-1 0 0 0,0 0 0 0 0,-1 0 0 0 0,1 0 0 0 0,0-1 0 0 0,1 1 0 0 0,-1-1 1 0 0,0-1-1 0 0,0 1 0 0 0,0-1 0 0 0,0 1 0 0 0,5-3 0 0 0,11-5-7051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0.5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96 6913 0 0,'0'-2'186'0'0,"0"0"0"0"0,0 0-1 0 0,-1 1 1 0 0,1-1-1 0 0,0 0 1 0 0,1 0-1 0 0,-1 0 1 0 0,0 0-1 0 0,0 1 1 0 0,1-1-1 0 0,-1 0 1 0 0,1 0 0 0 0,0 0-1 0 0,-1 1 1 0 0,1-1-1 0 0,0 0 1 0 0,0 1-1 0 0,0-1 1 0 0,0 1-1 0 0,0-1 1 0 0,0 1-1 0 0,1 0 1 0 0,-1-1 0 0 0,0 1-1 0 0,1 0 1 0 0,-1 0-1 0 0,1 0 1 0 0,1-1-1 0 0,5-4 506 0 0,0 0-1 0 0,0 1 0 0 0,0 0 1 0 0,12-4-1 0 0,-13 5-319 0 0,0 2 0 0 0,0-1 0 0 0,1 1 0 0 0,-1 0 0 0 0,1 0 0 0 0,11 0 0 0 0,-17 2-298 0 0,0 0-1 0 0,0 0 0 0 0,1 0 1 0 0,-1 1-1 0 0,0-1 0 0 0,0 1 1 0 0,0-1-1 0 0,0 1 0 0 0,0 0 1 0 0,0-1-1 0 0,0 1 0 0 0,-1 0 0 0 0,1 0 1 0 0,0 1-1 0 0,0-1 0 0 0,-1 0 1 0 0,1 1-1 0 0,-1-1 0 0 0,1 1 1 0 0,-1-1-1 0 0,1 1 0 0 0,-1 0 1 0 0,0-1-1 0 0,0 1 0 0 0,0 0 0 0 0,0 0 1 0 0,0 0-1 0 0,1 3 0 0 0,2 9 74 0 0,0 1 0 0 0,-1-1 0 0 0,0 1 0 0 0,-1 0 0 0 0,-1 0 0 0 0,0 29-1 0 0,-16 94 87 0 0,10-99-104 0 0,2-21-72 0 0,2-13-35 0 0,0 0-1 0 0,0 1 0 0 0,0-1 1 0 0,0 0-1 0 0,1 1 0 0 0,0-1 1 0 0,0 1-1 0 0,1-1 0 0 0,0 1 1 0 0,-1-1-1 0 0,2 0 0 0 0,-1 1 1 0 0,4 7-1 0 0,-4-12-3 0 0,-1 0 0 0 0,1 0 0 0 0,0 0 0 0 0,0-1 1 0 0,0 1-1 0 0,0-1 0 0 0,0 1 0 0 0,0-1 0 0 0,0 1 0 0 0,0-1 0 0 0,0 1 0 0 0,0-1 0 0 0,0 0 0 0 0,0 1 0 0 0,0-1 1 0 0,0 0-1 0 0,0 0 0 0 0,0 0 0 0 0,0 0 0 0 0,0 0 0 0 0,0 0 0 0 0,0 0 0 0 0,0 0 0 0 0,0-1 0 0 0,0 1 0 0 0,0 0 1 0 0,0 0-1 0 0,0-1 0 0 0,0 1 0 0 0,0-1 0 0 0,0 1 0 0 0,0-1 0 0 0,2-1 0 0 0,32-22 179 0 0,-33 23-186 0 0,58-49 56 0 0,73-53-2306 0 0,-108 85-5236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0.7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0 134 10594 0 0,'17'-13'1430'0'0,"27"-26"1"0"0,15-11-487 0 0,-54 46-1313 0 0,1 0 1 0 0,0 0-1 0 0,0 1 1 0 0,0 0-1 0 0,1 1 1 0 0,-1-1-1 0 0,1 1 1 0 0,12-2-1 0 0,-8 2 265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0.9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86 10594 0 0,'2'4'472'0'0,"-1"-3"96"0"0,3 1-455 0 0,-2-2-113 0 0,1 0 0 0 0,-1-2 0 0 0,1 1-185 0 0,4-1-55 0 0,6-3-16 0 0,1-2 0 0 0,1-2 408 0 0,3 0 72 0 0,-1-1 24 0 0,2-1 0 0 0,1 3-175 0 0,-5-5-73 0 0,1-2 64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1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13 11058 0 0,'-16'-12'4451'0'0,"8"12"-1381"0"0,7 2-2838 0 0,1 1 0 0 0,-1-1 0 0 0,1 0-1 0 0,-1 1 1 0 0,1-1 0 0 0,0 0 0 0 0,0 1-1 0 0,0-1 1 0 0,0 4 0 0 0,0 4-389 0 0,1 40 668 0 0,2 0-1 0 0,18 92 0 0 0,-14-113-480 0 0,0-1-1 0 0,2 0 0 0 0,1 0 1 0 0,1-1-1 0 0,2-1 0 0 0,19 33 1 0 0,-25-50-4 0 0,0 0 1 0 0,0-1-1 0 0,1 1 1 0 0,0-2-1 0 0,0 1 1 0 0,1-1-1 0 0,0-1 1 0 0,1 1-1 0 0,-1-1 1 0 0,20 8-1 0 0,-26-12-117 0 0,0-1 0 0 0,1 1-1 0 0,-1-1 1 0 0,1 0 0 0 0,0 0 0 0 0,-1 0 0 0 0,1-1 0 0 0,0 1-1 0 0,-1-1 1 0 0,1 0 0 0 0,0 0 0 0 0,0 0 0 0 0,-1 0-1 0 0,1-1 1 0 0,0 1 0 0 0,0-1 0 0 0,-1 0 0 0 0,1 0 0 0 0,-1 0-1 0 0,1-1 1 0 0,-1 1 0 0 0,1-1 0 0 0,-1 0 0 0 0,0 0-1 0 0,0 0 1 0 0,0-1 0 0 0,0 1 0 0 0,0-1 0 0 0,-1 1 0 0 0,1-1-1 0 0,-1 0 1 0 0,1 0 0 0 0,-1 0 0 0 0,0 0 0 0 0,2-5-1 0 0,-1 3-292 0 0,0 0-1 0 0,0-1 1 0 0,-1 1-1 0 0,0-1 0 0 0,0 1 1 0 0,0-1-1 0 0,-1 1 1 0 0,0-1-1 0 0,0 0 0 0 0,0 0 1 0 0,-1 0-1 0 0,1 0 0 0 0,-1 0 1 0 0,-2-9-1 0 0,-7-14 328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1.8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29 11522 0 0,'-5'-2'302'0'0,"-12"-6"6712"0"0,17 3-4663 0 0,9-3-4239 0 0,-5 7 1772 0 0,0 0-1 0 0,0 0 1 0 0,0 0-1 0 0,0 0 1 0 0,1 1-1 0 0,-1 0 1 0 0,0 0-1 0 0,0 0 0 0 0,0 0 1 0 0,0 0-1 0 0,1 1 1 0 0,-1 0-1 0 0,0 0 1 0 0,7 3-1 0 0,7 1 208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2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1 1 7618 0 0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3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57 6769 0 0,'-11'0'6911'0'0,"31"-12"614"0"0,-14 8-7516 0 0,1 0 0 0 0,-1 0 0 0 0,1 1 0 0 0,-1 0 1 0 0,11-3-1 0 0,-3 0 0 0 0,-7 3-9 0 0,-1 1 0 0 0,1 0 0 0 0,0 0 0 0 0,0 0 1 0 0,0 1-1 0 0,0 0 0 0 0,0 0 0 0 0,0 1 0 0 0,0 0 0 0 0,1 0 1 0 0,-1 1-1 0 0,0-1 0 0 0,9 4 0 0 0,-13-3 0 0 0,1 0-1 0 0,0 0 1 0 0,-1 1-1 0 0,1 0 1 0 0,-1 0-1 0 0,0 0 1 0 0,1 0-1 0 0,-1 0 1 0 0,0 0-1 0 0,0 1 1 0 0,0 0-1 0 0,-1 0 1 0 0,1-1-1 0 0,-1 1 1 0 0,1 1-1 0 0,-1-1 1 0 0,0 0-1 0 0,0 1 1 0 0,-1-1-1 0 0,1 1 1 0 0,-1-1-1 0 0,0 1 1 0 0,1 0-1 0 0,-2-1 1 0 0,1 1-1 0 0,0 5 1 0 0,0-3 6 0 0,-1 0 1 0 0,1 0-1 0 0,-2 1 1 0 0,1-1-1 0 0,-1 0 1 0 0,0 1-1 0 0,0-1 1 0 0,0 0-1 0 0,-1 0 1 0 0,0 0-1 0 0,0 0 0 0 0,-1 0 1 0 0,0-1-1 0 0,0 1 1 0 0,0-1-1 0 0,0 0 1 0 0,-1 0-1 0 0,0 0 1 0 0,-8 8-1 0 0,16-17 23 0 0,1-1 0 0 0,0 1 0 0 0,0 1 0 0 0,0-1 0 0 0,0 1-1 0 0,1 0 1 0 0,-1 0 0 0 0,1 0 0 0 0,0 1 0 0 0,-1 0 0 0 0,1 0 0 0 0,0 0-1 0 0,0 1 1 0 0,1 0 0 0 0,-1 0 0 0 0,0 1 0 0 0,8-1 0 0 0,-6 2-26 0 0,0 0 0 0 0,0 1 0 0 0,-1-1 0 0 0,1 1 1 0 0,0 1-1 0 0,-1-1 0 0 0,1 2 0 0 0,-1-1 0 0 0,0 1 1 0 0,0 0-1 0 0,0 0 0 0 0,0 0 0 0 0,10 11 0 0 0,-13-12-1 0 0,0 1 0 0 0,0 0 0 0 0,-1 0-1 0 0,1 0 1 0 0,-1 0 0 0 0,0 1-1 0 0,0-1 1 0 0,0 1 0 0 0,0 0 0 0 0,-1 0-1 0 0,0 0 1 0 0,0 0 0 0 0,0 0 0 0 0,-1 0-1 0 0,1 8 1 0 0,-1-8 25 0 0,-1 0 1 0 0,-1-1-1 0 0,1 1 1 0 0,-1 0-1 0 0,0-1 1 0 0,0 1-1 0 0,0-1 1 0 0,0 1-1 0 0,-1-1 1 0 0,0 0-1 0 0,0 1 1 0 0,0-1-1 0 0,-1 0 0 0 0,1 0 1 0 0,-1 0-1 0 0,0-1 1 0 0,0 1-1 0 0,-6 5 1 0 0,5-5-31 0 0,0 0 1 0 0,0 0-1 0 0,-1 0 1 0 0,1-1-1 0 0,-1 0 0 0 0,0 0 1 0 0,0 0-1 0 0,0 0 1 0 0,-1-1-1 0 0,1 1 1 0 0,-9 1-1 0 0,0-2-102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4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84 10594 0 0,'-1'0'819'0'0,"1"0"-676"0"0,-1-1 0 0 0,1 1 0 0 0,0-1 1 0 0,-1 0-1 0 0,1 1 0 0 0,-1-1 0 0 0,1 1 0 0 0,0-1 0 0 0,0 0 0 0 0,-1 1 0 0 0,1-1 0 0 0,0 0 0 0 0,0 1 1 0 0,0-1-1 0 0,0 0 0 0 0,0 1 0 0 0,0-1 0 0 0,0 0 0 0 0,0 1 0 0 0,0-1 0 0 0,0 0 0 0 0,0 1 0 0 0,0-1 1 0 0,1 0-1 0 0,-1 1 0 0 0,0-1 0 0 0,0 1 0 0 0,1-1 0 0 0,-1 0 0 0 0,0 1 0 0 0,1-1 0 0 0,-1 1 1 0 0,1-1-1 0 0,-1 1 0 0 0,0-1 0 0 0,1 1 0 0 0,1-2 0 0 0,22-16 836 0 0,-13 12-723 0 0,0 0-1 0 0,1 1 0 0 0,0 0 0 0 0,-1 1 0 0 0,1 0 0 0 0,1 1 0 0 0,-1 0 0 0 0,24-2 0 0 0,-32 5-249 0 0,0 0 1 0 0,-1 0-1 0 0,1 0 1 0 0,0 0-1 0 0,0 1 1 0 0,0-1-1 0 0,0 1 1 0 0,0 0-1 0 0,-1 1 1 0 0,1-1-1 0 0,0 0 1 0 0,-1 1-1 0 0,1 0 1 0 0,-1 0-1 0 0,0 0 1 0 0,0 0-1 0 0,0 1 1 0 0,0-1-1 0 0,0 1 1 0 0,0 0-1 0 0,0 0 1 0 0,-1 0-1 0 0,1 0 1 0 0,-1 0-1 0 0,0 0 1 0 0,0 1-1 0 0,0-1 1 0 0,-1 1-1 0 0,1-1 1 0 0,-1 1-1 0 0,0 0 1 0 0,1 6-1 0 0,-1-2-54 0 0,0 0-1 0 0,0-1 0 0 0,-1 1 0 0 0,-1 0 1 0 0,1 0-1 0 0,-1 0 0 0 0,-1-1 1 0 0,1 1-1 0 0,-4 7 0 0 0,3-6 42 0 0,0-1 0 0 0,0 0 0 0 0,1 1 0 0 0,0-1 0 0 0,0 1 0 0 0,1 15 0 0 0,1-23 10 0 0,-1-1 0 0 0,0 1 0 0 0,0-1-1 0 0,1 1 1 0 0,-1-1 0 0 0,0 0 0 0 0,1 1 0 0 0,-1-1-1 0 0,0 1 1 0 0,1-1 0 0 0,-1 0 0 0 0,1 1-1 0 0,-1-1 1 0 0,1 0 0 0 0,-1 1 0 0 0,1-1 0 0 0,-1 0-1 0 0,1 0 1 0 0,-1 0 0 0 0,1 1 0 0 0,-1-1 0 0 0,1 0-1 0 0,-1 0 1 0 0,1 0 0 0 0,-1 0 0 0 0,1 0-1 0 0,-1 0 1 0 0,1 0 0 0 0,0 0 0 0 0,-1 0 0 0 0,1 0-1 0 0,-1 0 1 0 0,1 0 0 0 0,-1-1 0 0 0,1 1 0 0 0,-1 0-1 0 0,1 0 1 0 0,-1-1 0 0 0,1 1 0 0 0,-1 0-1 0 0,1 0 1 0 0,-1-1 0 0 0,0 1 0 0 0,1-1 0 0 0,31-17 143 0 0,-25 13-27 0 0,2 0-58 0 0,0 1-1 0 0,0 0 1 0 0,0 0 0 0 0,0 1-1 0 0,1 0 1 0 0,0 0-1 0 0,-1 1 1 0 0,17-1 0 0 0,-22 3-46 0 0,-1 0 0 0 0,0 0 0 0 0,0 0-1 0 0,1 0 1 0 0,-1 1 0 0 0,0 0 0 0 0,0-1 0 0 0,0 1 0 0 0,1 0 0 0 0,-1 1 0 0 0,0-1 0 0 0,-1 0 0 0 0,1 1 0 0 0,0 0 0 0 0,0 0 0 0 0,-1 0-1 0 0,1 0 1 0 0,-1 0 0 0 0,1 0 0 0 0,-1 1 0 0 0,0-1 0 0 0,0 1 0 0 0,0-1 0 0 0,0 1 0 0 0,0 0 0 0 0,-1 0 0 0 0,1 0 0 0 0,-1 0 0 0 0,2 6 0 0 0,-1-2-17 0 0,0 1 0 0 0,0 0 0 0 0,-1 0 0 0 0,0 0 0 0 0,0 0 0 0 0,-1 1 0 0 0,0-1 0 0 0,-1 0 0 0 0,1 0 0 0 0,-2 0 0 0 0,1 0 0 0 0,-1 0 0 0 0,0 0 0 0 0,-6 12 0 0 0,2-7-267 0 0,0 0 1 0 0,-2-1-1 0 0,1 0 0 0 0,-1 0 1 0 0,-1-1-1 0 0,0 0 0 0 0,-17 15 0 0 0,9-12-6585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5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42 5985 0 0,'0'-1'129'0'0,"-1"-1"0"0"0,1 1 0 0 0,-1 0 0 0 0,1-1 0 0 0,-1 1 0 0 0,1-1 0 0 0,0 1 0 0 0,-1 0 0 0 0,1-1 0 0 0,0 1 0 0 0,0-1 0 0 0,0 1 0 0 0,12-22 9635 0 0,-11 22-9524 0 0,6 19 3318 0 0,-6 15-2782 0 0,-1-27-669 0 0,8 141 307 0 0,36 194 1 0 0,-42-328-429 0 0,102 455-607 0 0,-102-454 254 0 0,5 10-4147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5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0 221 5985 0 0,'5'-8'304'0'0,"0"1"0"0"0,0-1 0 0 0,0 2-1 0 0,1-1 1 0 0,0 0 0 0 0,1 1 0 0 0,-1 0 0 0 0,15-9-1 0 0,64-36 2788 0 0,-78 48-2797 0 0,27-13 150 0 0,1 1 0 0 0,1 1 1 0 0,0 2-1 0 0,1 2 0 0 0,0 2 0 0 0,1 1 1 0 0,57-4-1 0 0,25 7 985 0 0,125 12 0 0 0,-230-8-1342 0 0,0 2-1 0 0,0 0 1 0 0,0 0-1 0 0,0 2 1 0 0,-1-1-1 0 0,26 12 1 0 0,-33-12-45 0 0,-1 1 0 0 0,1-1 0 0 0,-1 2 1 0 0,0-1-1 0 0,0 1 0 0 0,-1-1 0 0 0,1 2 0 0 0,-1-1 0 0 0,0 1 0 0 0,0-1 1 0 0,-1 1-1 0 0,1 1 0 0 0,-2-1 0 0 0,1 1 0 0 0,4 9 0 0 0,82 159 1170 0 0,-17-39-1021 0 0,29 54 11 0 0,-64-125 201 0 0,-2 2 0 0 0,40 109 0 0 0,-71-163-308 0 0,-1 1 0 0 0,0 0 0 0 0,-1 1 0 0 0,-1-1 1 0 0,0 1-1 0 0,-1-1 0 0 0,-1 18 0 0 0,-1-26-65 0 0,1-1 1 0 0,-1 0 0 0 0,0 0-1 0 0,0 1 1 0 0,-1-1-1 0 0,0 0 1 0 0,0 0-1 0 0,0 0 1 0 0,0-1 0 0 0,-1 1-1 0 0,0 0 1 0 0,0-1-1 0 0,0 0 1 0 0,0 0 0 0 0,-1 0-1 0 0,0 0 1 0 0,1 0-1 0 0,-1-1 1 0 0,-1 1 0 0 0,1-1-1 0 0,0 0 1 0 0,-9 4-1 0 0,-23 7-14 0 0,0-1-1 0 0,0-2 0 0 0,-75 13 0 0 0,48-11-20 0 0,-60 12-225 0 0,-216 16-1 0 0,220-32 220 0 0,42-2-1321 0 0,-78-4 0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8.8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 10138 0 0,'0'-2'896'0'0,"0"0"-712"0"0,2 2-184 0 0,0-1 0 0 0,-1 1 617 0 0,3-2 87 0 0,1 0 24 0 0,2 0 0 0 0,2-1-304 0 0,1-1-56 0 0,1 1-16 0 0,-1-1 0 0 0,-1 3-992 0 0,-2-1-192 0 0,0 4-48 0 0,2-1-8 0 0,1 6 720 0 0,-1 2 168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8.6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79 8290 0 0,'-1'-6'895'0'0,"1"0"1"0"0,0 0 0 0 0,0-1 0 0 0,0 1-1 0 0,3-10 1 0 0,0-15 4895 0 0,-5 75-2656 0 0,1-22-3003 0 0,1 0 0 0 0,0 0-1 0 0,5 26 1 0 0,2-10-17 0 0,1-1 0 0 0,17 46 1 0 0,-21-73-89 0 0,0 0 1 0 0,0-1 0 0 0,1 1 0 0 0,0-1 0 0 0,1 0 0 0 0,0 0 0 0 0,0-1 0 0 0,1 1 0 0 0,0-1 0 0 0,0-1-1 0 0,1 0 1 0 0,0 0 0 0 0,11 7 0 0 0,-16-12-49 0 0,0 0-1 0 0,0-1 1 0 0,0 1-1 0 0,0-1 1 0 0,0 0-1 0 0,1 0 1 0 0,-1 0-1 0 0,0 0 1 0 0,1-1-1 0 0,-1 1 1 0 0,0-1-1 0 0,1 0 1 0 0,-1 0-1 0 0,0 0 1 0 0,1 0-1 0 0,-1-1 1 0 0,0 1-1 0 0,6-3 1 0 0,-4 1-135 0 0,0 0-1 0 0,0-1 1 0 0,-1 0 0 0 0,1 0 0 0 0,-1 0-1 0 0,0 0 1 0 0,0-1 0 0 0,0 1 0 0 0,0-1-1 0 0,0 0 1 0 0,3-6 0 0 0,7-10-802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29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5 5985 0 0,'-7'-2'12003'0'0,"15"3"-11764"0"0,-1 0 0 0 0,1 0 0 0 0,0 0 0 0 0,-1-1 0 0 0,1 0 0 0 0,-1 0 0 0 0,13-3 0 0 0,-12 2-72 0 0,0 0 0 0 0,1 0 0 0 0,-1 1 0 0 0,1 0 0 0 0,-1 0 0 0 0,0 1 0 0 0,11 2 1 0 0,-15-2-155 0 0,0 1 1 0 0,-1-1-1 0 0,1 1 1 0 0,0 0-1 0 0,0 0 1 0 0,-1 0-1 0 0,1 0 1 0 0,-1 1-1 0 0,1-1 1 0 0,-1 1-1 0 0,0 0 1 0 0,0 0 0 0 0,0 0-1 0 0,-1 0 1 0 0,1 1-1 0 0,-1-1 1 0 0,0 1-1 0 0,1-1 1 0 0,-2 1-1 0 0,1 0 1 0 0,0 0-1 0 0,-1 0 1 0 0,0 0-1 0 0,0 0 1 0 0,0 0-1 0 0,1 7 1 0 0,-2-1 72 0 0,0 0-1 0 0,0 1 1 0 0,-1-1-1 0 0,-1 0 1 0 0,1 0 0 0 0,-2 0-1 0 0,1 0 1 0 0,-1-1 0 0 0,-8 18-1 0 0,10-25-61 0 0,0 1-1 0 0,0-1 1 0 0,1 1-1 0 0,-1 0 1 0 0,1-1-1 0 0,-1 1 1 0 0,1 0-1 0 0,0-1 1 0 0,0 1-1 0 0,0 0 1 0 0,0-1-1 0 0,1 1 1 0 0,-1 0-1 0 0,1 2 1 0 0,1 25 154 0 0,-5-20-475 0 0,0-1 1 0 0,-1 1-1 0 0,-1-1 1 0 0,0 0-1 0 0,0 0 1 0 0,0 0-1 0 0,-1-1 1 0 0,-12 12-1 0 0,17-18 249 0 0,-4 2-1661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30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79 14283 0 0,'6'-1'189'0'0,"-1"-1"0"0"0,0 1 0 0 0,1-1 0 0 0,-1 0-1 0 0,0-1 1 0 0,0 1 0 0 0,8-7 0 0 0,4 0 551 0 0,7-5 71 0 0,23-10-1859 0 0,-44 22 467 0 0,1 1 0 0 0,0-1 0 0 0,0 1 0 0 0,0 0 0 0 0,0 0 0 0 0,0 1 0 0 0,0-1 0 0 0,0 1 0 0 0,7 0 1 0 0,-9 0 560 0 0,-1 1 1 0 0,1-1 0 0 0,0 1 0 0 0,0 0 0 0 0,-1-1 0 0 0,1 1 0 0 0,-1 0-1 0 0,1 0 1 0 0,0 0 0 0 0,-1 0 0 0 0,0 1 0 0 0,1-1 0 0 0,-1 0 0 0 0,0 1 0 0 0,0-1-1 0 0,0 1 1 0 0,1-1 0 0 0,-2 1 0 0 0,1-1 0 0 0,0 1 0 0 0,0 0 0 0 0,0-1-1 0 0,-1 1 1 0 0,1 0 0 0 0,-1 0 0 0 0,1-1 0 0 0,-1 1 0 0 0,0 0 0 0 0,0 0-1 0 0,0 0 1 0 0,0 0 0 0 0,0-1 0 0 0,0 1 0 0 0,0 0 0 0 0,-1 0 0 0 0,1 0 0 0 0,-1-1-1 0 0,1 1 1 0 0,-2 2 0 0 0,-3 12-125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30.1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 5065 0 0,'0'0'528'0'0,"0"1"-302"0"0,0 1 0 0 0,0-1 0 0 0,-1 1-1 0 0,2-1 1 0 0,-1 0 0 0 0,0 1 0 0 0,0-1 0 0 0,0 1 0 0 0,1-1-1 0 0,-1 1 1 0 0,1-1 0 0 0,-1 0 0 0 0,1 1 0 0 0,-1-1-1 0 0,1 0 1 0 0,0 0 0 0 0,0 0 0 0 0,0 1 0 0 0,-1-1-1 0 0,1 0 1 0 0,0 0 0 0 0,0 0 0 0 0,1 0 0 0 0,-1 0-1 0 0,0 0 1 0 0,0-1 0 0 0,0 1 0 0 0,1 0 0 0 0,-1-1 0 0 0,0 1-1 0 0,1-1 1 0 0,-1 1 0 0 0,0-1 0 0 0,1 1 0 0 0,-1-1-1 0 0,1 0 1 0 0,-1 0 0 0 0,0 0 0 0 0,1 0 0 0 0,-1 0-1 0 0,1 0 1 0 0,-1 0 0 0 0,1 0 0 0 0,-1-1 0 0 0,0 1 0 0 0,1 0-1 0 0,-1-1 1 0 0,2 0 0 0 0,11-3-42 0 0,-1-1 0 0 0,0 0-1 0 0,25-15 1 0 0,-24 13-1055 0 0,4-1 144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30.5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9674 0 0,'-1'0'349'0'0,"-1"1"0"0"0,1 0 1 0 0,0-1-1 0 0,-1 1 0 0 0,1 0 0 0 0,0 0 0 0 0,0 0 0 0 0,0 0 0 0 0,0 0 1 0 0,0 0-1 0 0,0 0 0 0 0,0 0 0 0 0,0 1 0 0 0,0-1 0 0 0,0 0 1 0 0,1 1-1 0 0,-1-1 0 0 0,0 0 0 0 0,0 3 0 0 0,1-3-257 0 0,0 0-1 0 0,0-1 1 0 0,0 1 0 0 0,-1 0-1 0 0,1 0 1 0 0,0 0-1 0 0,1 0 1 0 0,-1-1 0 0 0,0 1-1 0 0,0 0 1 0 0,0 0 0 0 0,0 0-1 0 0,1-1 1 0 0,-1 1-1 0 0,0 0 1 0 0,1 0 0 0 0,-1-1-1 0 0,0 1 1 0 0,1 0 0 0 0,-1-1-1 0 0,1 1 1 0 0,-1 0-1 0 0,1-1 1 0 0,0 1 0 0 0,-1-1-1 0 0,1 1 1 0 0,0-1-1 0 0,-1 1 1 0 0,1-1 0 0 0,0 1-1 0 0,-1-1 1 0 0,1 0 0 0 0,0 1-1 0 0,0-1 1 0 0,-1 0-1 0 0,1 0 1 0 0,0 1 0 0 0,0-1-1 0 0,0 0 1 0 0,0 0 0 0 0,-1 0-1 0 0,1 0 1 0 0,1 0-1 0 0,28 4-2408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30.4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0,'0'0'964'0'0,"3"19"2635"0"0,11 83 2124 0 0,-10-61-5231 0 0,2-1 0 0 0,1 0 1 0 0,2 0-1 0 0,28 75 0 0 0,-32-106-467 0 0,-1 0-1 0 0,1-1 1 0 0,1 1 0 0 0,7 8-1 0 0,-11-15-99 0 0,0 0-1 0 0,-1 0 1 0 0,1 0-1 0 0,0 0 1 0 0,1 0 0 0 0,-1 0-1 0 0,0 0 1 0 0,0-1-1 0 0,1 1 1 0 0,-1-1-1 0 0,1 0 1 0 0,-1 0-1 0 0,1 0 1 0 0,-1 0 0 0 0,1 0-1 0 0,0 0 1 0 0,-1-1-1 0 0,1 1 1 0 0,4-1-1 0 0,-1-2-1293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31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3225 0 0,'4'9'19012'0'0,"2"-1"-18809"0"0,-2 1 0 0 0,1 0 0 0 0,-1 1 0 0 0,-1-1 0 0 0,1 1 0 0 0,-2 0 0 0 0,1 0 0 0 0,-1 0 0 0 0,0 13 0 0 0,1 103 682 0 0,-3-36-400 0 0,9-15-423 0 0,-2-43-7253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35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0,'1'2'14408'0'0,"4"16"-14317"0"0,-2-6 170 0 0,-2 0 0 0 0,0 0 0 0 0,0 12 0 0 0,-1-16-215 0 0,1 0 0 0 0,-1 0 0 0 0,1 0 1 0 0,0 0-1 0 0,1 0 0 0 0,4 12 0 0 0,-1-8 7 0 0,5 10-14 0 0,-2 0-1 0 0,0 1 1 0 0,-1-1 0 0 0,-1 2 0 0 0,-1-1 0 0 0,2 36 0 0 0,-6 193 258 0 0,-3-126-323 0 0,22 196 0 0 0,73 384 395 0 0,-72-543-330 0 0,6 25 118 0 0,10 88-58 0 0,3 107 234 0 0,16 381 38 0 0,-56-693-361 0 0,0 94-7 0 0,21 177 0 0 0,-2-164-3 0 0,-6 200 0 0 0,-32 179 0 0 0,-30 222 0 0 0,48-246 53 0 0,5-125-18 0 0,-14-110-67 0 0,-74 468 0 0 0,68-673-137 0 0,4 1 0 0 0,1 163 0 0 0,13-66 43 0 0,7 136 582 0 0,-4-287-691 0 0,16 68 1 0 0,4 17 609 0 0,-12-21-135 0 0,-1-15 383 0 0,1 95 0 0 0,-13-177-639 0 0,0-1-1 0 0,0 1 1 0 0,-1 0-1 0 0,1-1 1 0 0,-1 1 0 0 0,-1-1-1 0 0,1 0 1 0 0,-1 1-1 0 0,0-1 1 0 0,-1 0 0 0 0,0 0-1 0 0,-6 11 1 0 0,9-22-658 0 0,3-9 330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57.9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64 6449 0 0,'-1'-4'17'0'0,"-7"-33"2169"0"0,12 15 6954 0 0,10 39-7472 0 0,9 23-1374 0 0,-2 1-1 0 0,-2 1 1 0 0,-1 0-1 0 0,-3 2 1 0 0,-1 0-1 0 0,12 72 1 0 0,-15-40 82 0 0,-4 1 1 0 0,-2 0-1 0 0,-7 87 1 0 0,-2-98-390 0 0,0 197-2900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58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0 273 5985 0 0,'4'-7'262'0'0,"0"0"0"0"0,0 1 0 0 0,0-1-1 0 0,1 1 1 0 0,-1 0 0 0 0,2 0 0 0 0,-1 1 0 0 0,0-1 0 0 0,10-6-1 0 0,63-41 2840 0 0,-51 37-1977 0 0,27-19 612 0 0,105-49-1 0 0,-114 70-2807 0 0,-27 12-96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58.3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0 123 10594 0 0,'11'-1'379'0'0,"-1"-1"-1"0"0,0-1 0 0 0,0 0 0 0 0,0 0 0 0 0,0-1 1 0 0,18-10-1 0 0,-10 5 224 0 0,32-15-597 0 0,44-19-865 0 0,-84 39 781 0 0,-1 1-1 0 0,1 1 1 0 0,0-1 0 0 0,0 1 0 0 0,0 1-1 0 0,0 0 1 0 0,19 1 0 0 0,-11 2 79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58.5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10594 0 0,'-1'4'231'0'0,"1"-1"0"0"0,0 1-1 0 0,1-1 1 0 0,-1 0 0 0 0,0 1-1 0 0,1-1 1 0 0,0 0 0 0 0,0 0-1 0 0,0 1 1 0 0,0-1-1 0 0,0 0 1 0 0,1 0 0 0 0,-1 0-1 0 0,1 0 1 0 0,2 2 0 0 0,2 8 406 0 0,65 127 5721 0 0,-44-95-7457 0 0,2-1-4184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58.7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6 14747 0 0,'-5'-6'3924'0'0,"5"6"-3848"0"0,20 2-354 0 0,-16-1-400 0 0,0 0 1 0 0,1 0-1 0 0,-1 0 1 0 0,0 1-1 0 0,0-1 0 0 0,0 1 1 0 0,0 0-1 0 0,0 0 1 0 0,-1 1-1 0 0,7 4 1 0 0,4 5-17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59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8754 0 0,'1'0'909'0'0,"14"17"1634"0"0,0 0-1 0 0,24 37 0 0 0,-20-23-2012 0 0,-2 1 0 0 0,22 54 0 0 0,-33-65-381 0 0,0 0 1 0 0,-1 0-1 0 0,-2 0 1 0 0,2 23-1 0 0,-3-28-124 0 0,-2-15-28 0 0,0-1-1 0 0,0 0 0 0 0,0 1 0 0 0,0-1 1 0 0,0 0-1 0 0,0 1 0 0 0,0-1 1 0 0,0 1-1 0 0,0-1 0 0 0,0 0 0 0 0,0 1 1 0 0,0-1-1 0 0,1 0 0 0 0,-1 1 1 0 0,0-1-1 0 0,0 0 0 0 0,0 1 1 0 0,1-1-1 0 0,-1 0 0 0 0,0 0 0 0 0,0 1 1 0 0,1-1-1 0 0,-1 0 0 0 0,0 0 1 0 0,0 1-1 0 0,1-1 0 0 0,-1 0 1 0 0,0 0-1 0 0,1 0 0 0 0,-1 1 0 0 0,0-1 1 0 0,1 0-1 0 0,-1 0 0 0 0,1 0 1 0 0,-1 0-1 0 0,1 0 0 0 0,14-7-330 0 0,17-25-467 0 0,-28 27 646 0 0,82-102-961 0 0,-62 75 1859 0 0,1 0 0 0 0,35-34-1 0 0,-58 65-647 0 0,-1 0-1 0 0,0-1 0 0 0,0 1 0 0 0,1 0 1 0 0,-1 0-1 0 0,1 0 0 0 0,-1 0 0 0 0,1 1 0 0 0,-1-1 1 0 0,1 0-1 0 0,0 1 0 0 0,-1-1 0 0 0,1 1 0 0 0,0-1 1 0 0,-1 1-1 0 0,1 0 0 0 0,0 0 0 0 0,0-1 1 0 0,-1 1-1 0 0,1 1 0 0 0,0-1 0 0 0,2 0 0 0 0,-2 1 15 0 0,1 0-1 0 0,-1 0 0 0 0,1 1 0 0 0,-1-1 0 0 0,0 1 0 0 0,1-1 1 0 0,-1 1-1 0 0,0 0 0 0 0,0 0 0 0 0,0-1 0 0 0,-1 2 0 0 0,4 3 1 0 0,3 6-109 0 0,0 1 0 0 0,-2 0 0 0 0,1 1 0 0 0,4 15 0 0 0,-11-28-45 0 0,8 19-1172 0 0,0 4-4223 0 0,1-2-1535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59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6913 0 0,'1'2'218'0'0,"0"0"-1"0"0,0 0 0 0 0,-1 0 0 0 0,1-1 0 0 0,-1 1 0 0 0,1 0 0 0 0,-1 1 1 0 0,1-1-1 0 0,-1 0 0 0 0,0 0 0 0 0,0 0 0 0 0,0 0 0 0 0,0 0 0 0 0,-1 0 0 0 0,0 3 1 0 0,2 23 1634 0 0,0-26-1746 0 0,0 0 0 0 0,-1-1 0 0 0,1 1 0 0 0,0-1 0 0 0,0 1 0 0 0,0 0 0 0 0,0-1 0 0 0,0 1 0 0 0,0-1 0 0 0,0 0 0 0 0,1 1 0 0 0,-1-1-1 0 0,0 0 1 0 0,1 0 0 0 0,-1 0 0 0 0,1 0 0 0 0,-1 0 0 0 0,1 0 0 0 0,-1 0 0 0 0,1-1 0 0 0,0 1 0 0 0,0-1 0 0 0,3 2 0 0 0,-1-2 235 0 0,0 0-1 0 0,0 0 1 0 0,0 0-1 0 0,1 0 0 0 0,-1 0 1 0 0,0-1-1 0 0,0 0 1 0 0,0 0-1 0 0,5-1 1 0 0,-8 1-301 0 0,-1 1 1 0 0,0-1 0 0 0,1 1-1 0 0,-1-1 1 0 0,0 1-1 0 0,1-1 1 0 0,-1 1 0 0 0,0-1-1 0 0,0 1 1 0 0,1-1-1 0 0,-1 1 1 0 0,0-1-1 0 0,0 0 1 0 0,0 1 0 0 0,0-1-1 0 0,0 1 1 0 0,0-1-1 0 0,0 1 1 0 0,0-1 0 0 0,0 0-1 0 0,0 1 1 0 0,0-1-1 0 0,0 0 1 0 0,0-1-650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4:59.9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294 609 5985 0 0,'-17'-27'2115'0'0,"12"17"-1056"0"0,-1 1 0 0 0,0-1 0 0 0,-1 1-1 0 0,1 1 1 0 0,-15-15 0 0 0,18 21-882 0 0,0 0 1 0 0,1 0-1 0 0,-1 1 0 0 0,0-1 1 0 0,0 1-1 0 0,0-1 0 0 0,0 1 1 0 0,0 0-1 0 0,0 0 1 0 0,0 0-1 0 0,-1 1 0 0 0,1-1 1 0 0,0 1-1 0 0,0 0 0 0 0,-1 0 1 0 0,1 0-1 0 0,0 0 0 0 0,-1 0 1 0 0,1 1-1 0 0,0-1 0 0 0,0 1 1 0 0,0 0-1 0 0,-1 0 0 0 0,-3 2 1 0 0,-2 2-67 0 0,1-1 1 0 0,0 1-1 0 0,0 1 1 0 0,0-1-1 0 0,0 1 1 0 0,1 1 0 0 0,0-1-1 0 0,0 1 1 0 0,1 0-1 0 0,0 1 1 0 0,0 0-1 0 0,1 0 1 0 0,0 0 0 0 0,0 0-1 0 0,1 1 1 0 0,0 0-1 0 0,-4 14 1 0 0,2-5-110 0 0,1 1 0 0 0,0-1 0 0 0,2 1 1 0 0,0 0-1 0 0,2 0 0 0 0,0 0 0 0 0,3 37 0 0 0,-2-51-36 0 0,1 1-1 0 0,1-1 0 0 0,-1 0 0 0 0,0 1 1 0 0,1-1-1 0 0,0 0 0 0 0,1 0 1 0 0,-1 0-1 0 0,1 0 0 0 0,0-1 0 0 0,0 1 1 0 0,0-1-1 0 0,1 1 0 0 0,-1-1 0 0 0,8 6 1 0 0,-8-8-25 0 0,-1 0 1 0 0,1 0-1 0 0,0-1 1 0 0,0 1 0 0 0,-1-1-1 0 0,1 0 1 0 0,0 1 0 0 0,1-2-1 0 0,-1 1 1 0 0,0 0 0 0 0,0 0-1 0 0,0-1 1 0 0,0 0-1 0 0,0 1 1 0 0,1-1 0 0 0,-1 0-1 0 0,0-1 1 0 0,0 1 0 0 0,0-1-1 0 0,1 1 1 0 0,-1-1 0 0 0,0 0-1 0 0,0 0 1 0 0,0 0-1 0 0,0-1 1 0 0,0 1 0 0 0,-1-1-1 0 0,4-1 1 0 0,6-6-74 0 0,0 0 1 0 0,-1-1-1 0 0,0 0 0 0 0,-1 0 0 0 0,0-1 1 0 0,0-1-1 0 0,-1 0 0 0 0,-1 0 0 0 0,0-1 1 0 0,-1 1-1 0 0,0-2 0 0 0,-1 1 0 0 0,-1-1 1 0 0,0 0-1 0 0,6-28 0 0 0,-3 3-141 0 0,-3 0-1 0 0,-1 0 1 0 0,-2 0-1 0 0,-5-71 1 0 0,0 61 256 0 0,0-25 392 0 0,-5 0-1 0 0,-17-83 0 0 0,21 146 282 0 0,1-1-1 0 0,-2 0 1 0 0,1 1-1 0 0,-13-22 0 0 0,24 79 2473 0 0,-6-42-3106 0 0,79 276 1208 0 0,-60-195-883 0 0,13 116-1 0 0,-15 36-2726 0 0,-15-198-5642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0.5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11 306 13363 0 0,'-1'-1'57'0'0,"1"1"0"0"0,-1 0 0 0 0,0 0 1 0 0,1-1-1 0 0,-1 1 0 0 0,1 0 0 0 0,-1-1 0 0 0,1 1 0 0 0,-1-1 1 0 0,1 1-1 0 0,-1-1 0 0 0,1 1 0 0 0,0-1 0 0 0,-1 1 0 0 0,1-1 1 0 0,0 1-1 0 0,-1-1 0 0 0,1 0 0 0 0,0 1 0 0 0,0-1 0 0 0,-1 1 1 0 0,1-1-1 0 0,0 0 0 0 0,0 1 0 0 0,0-2 0 0 0,4 0 964 0 0,7 9 1604 0 0,10 16-1879 0 0,-1 1 0 0 0,-1 0 1 0 0,-1 2-1 0 0,27 51 0 0 0,3 4-374 0 0,-35-60-354 0 0,52 73 78 0 0,-57-83-88 0 0,2 0-1 0 0,-1-1 1 0 0,2 0-1 0 0,-1 0 0 0 0,23 14 1 0 0,-32-23-1 0 0,0 0 0 0 0,1 0 0 0 0,-1 0 0 0 0,1-1 0 0 0,0 1 0 0 0,-1 0 0 0 0,1-1 0 0 0,0 1 0 0 0,-1-1 0 0 0,1 0 0 0 0,0 1 0 0 0,0-1 0 0 0,-1 0 0 0 0,1 0-1 0 0,0 0 1 0 0,0 0 0 0 0,-1-1 0 0 0,1 1 0 0 0,0 0 0 0 0,2-2 0 0 0,-1 1 14 0 0,-1 0 1 0 0,1-1-1 0 0,-1 0 0 0 0,1 1 0 0 0,-1-1 0 0 0,0 0 0 0 0,0 0 0 0 0,0 0 1 0 0,0-1-1 0 0,0 1 0 0 0,2-4 0 0 0,3-8 116 0 0,0 1 0 0 0,-1-1 0 0 0,9-29 0 0 0,-11 31-61 0 0,17-62 267 0 0,17-116 0 0 0,-27 122-751 0 0,2 1 0 0 0,33-94-1 0 0,-34 135-818 0 0,2 3-4318 0 0,-3 6-1539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0.8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1 1376 0 0,'-4'2'249'0'0,"0"1"0"0"0,0 0-1 0 0,1-1 1 0 0,-1 2 0 0 0,1-1-1 0 0,0 0 1 0 0,0 1-1 0 0,0-1 1 0 0,0 1 0 0 0,1 0-1 0 0,-1 0 1 0 0,1 0 0 0 0,0 0-1 0 0,0 0 1 0 0,1 1 0 0 0,-1-1-1 0 0,1 0 1 0 0,-1 7 0 0 0,-1 1 559 0 0,0 1 0 0 0,1 0 0 0 0,1 0 0 0 0,0 0 0 0 0,1 19 0 0 0,2-23-511 0 0,0 0-1 0 0,0 0 1 0 0,0-1 0 0 0,1 1-1 0 0,1 0 1 0 0,-1-1-1 0 0,2 0 1 0 0,-1 0 0 0 0,1 0-1 0 0,0-1 1 0 0,0 1 0 0 0,1-1-1 0 0,0 0 1 0 0,0-1 0 0 0,1 0-1 0 0,0 0 1 0 0,9 6-1 0 0,-10-7-154 0 0,1 0 0 0 0,0-1 0 0 0,0 0-1 0 0,0 0 1 0 0,0-1 0 0 0,1 0-1 0 0,-1-1 1 0 0,1 1 0 0 0,0-1 0 0 0,-1-1-1 0 0,1 1 1 0 0,0-1 0 0 0,0-1-1 0 0,0 1 1 0 0,0-1 0 0 0,0-1 0 0 0,0 0-1 0 0,0 0 1 0 0,15-4 0 0 0,-20 4-81 0 0,1-1 0 0 0,-1 1 0 0 0,1-1 0 0 0,-1 0 1 0 0,0 0-1 0 0,0 0 0 0 0,0 0 0 0 0,0-1 0 0 0,0 0 0 0 0,0 1 0 0 0,-1-1 1 0 0,1 0-1 0 0,-1 0 0 0 0,0 0 0 0 0,4-7 0 0 0,-4 5 21 0 0,1-1 1 0 0,-1 0-1 0 0,0 0 0 0 0,-1-1 0 0 0,1 1 1 0 0,-1 0-1 0 0,-1 0 0 0 0,1-1 0 0 0,-1-6 0 0 0,-1 3 15 0 0,1 0 0 0 0,-2 0-1 0 0,1 0 1 0 0,-1 0 0 0 0,-1 0-1 0 0,0 1 1 0 0,0-1 0 0 0,-1 1-1 0 0,0-1 1 0 0,-1 1 0 0 0,-11-16-1 0 0,8 16-80 0 0,0 0 0 0 0,-1 0 1 0 0,0 1-1 0 0,-1 0 0 0 0,0 1 0 0 0,0 0 0 0 0,0 1 0 0 0,-1 0 0 0 0,-12-5 0 0 0,-32-6-6233 0 0,22 13-664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1.2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13 10138 0 0,'-5'-13'2724'0'0,"11"35"3415"0"0,18 133-2345 0 0,-3 88-3104 0 0,-20-204-1085 0 0,3 74 880 0 0,-2-38-7110 0 0,0-33-659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1.6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 8290 0 0,'1'-19'4268'0'0,"6"30"547"0"0,3 13-3996 0 0,-1 1 0 0 0,-2 0 1 0 0,0 0-1 0 0,-1 0 0 0 0,2 31 0 0 0,5 144-70 0 0,-10-132-584 0 0,0-2-656 0 0,10 138 1258 0 0,3-70-7681 0 0,-8-93-208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2.1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23 350 7370 0 0,'-3'-2'88'0'0,"1"0"0"0"0,0-1 0 0 0,-1 1 0 0 0,1 0 0 0 0,0-1 0 0 0,0 0 1 0 0,1 0-1 0 0,-1 1 0 0 0,-2-6 0 0 0,4 6 24 0 0,0 0-1 0 0,0 0 1 0 0,0 0-1 0 0,0 0 1 0 0,1 0-1 0 0,-1 0 1 0 0,0 0 0 0 0,1 0-1 0 0,-1 0 1 0 0,1 1-1 0 0,0-1 1 0 0,0 0 0 0 0,0 0-1 0 0,0 0 1 0 0,0 1-1 0 0,0-1 1 0 0,1-1 0 0 0,11-15 127 0 0,1 1 0 0 0,1 1 0 0 0,0 0 0 0 0,1 1 0 0 0,0 1 0 0 0,1 0 0 0 0,1 1 0 0 0,0 1 1 0 0,1 1-1 0 0,38-17 0 0 0,-2 5-268 0 0,0 4 0 0 0,107-24 0 0 0,-126 34 325 0 0,1 3 0 0 0,0 1 1 0 0,1 2-1 0 0,45 1 0 0 0,-82 2-239 0 0,1 0 0 0 0,-1 0 0 0 0,1 0 0 0 0,-1 0-1 0 0,1 0 1 0 0,-1 1 0 0 0,1-1 0 0 0,-1 0-1 0 0,0 1 1 0 0,1-1 0 0 0,-1 1 0 0 0,0 0 0 0 0,1-1-1 0 0,-1 1 1 0 0,0 0 0 0 0,0 0 0 0 0,1 0 0 0 0,-1 0-1 0 0,0 0 1 0 0,0 0 0 0 0,1 1 0 0 0,-2 0-2 0 0,1-1 0 0 0,-1 0 0 0 0,1 1 1 0 0,-1-1-1 0 0,0 0 0 0 0,0 1 0 0 0,0-1 1 0 0,0 1-1 0 0,0-1 0 0 0,0 0 0 0 0,0 1 0 0 0,0-1 1 0 0,-1 1-1 0 0,1-1 0 0 0,-1 0 0 0 0,1 1 1 0 0,-2 1-1 0 0,-3 7 156 0 0,-1 0 0 0 0,0 0 0 0 0,-1-1 0 0 0,-9 11 0 0 0,14-18-193 0 0,-36 41 397 0 0,23-28-371 0 0,1 0 0 0 0,1 1 0 0 0,0 0 0 0 0,2 1 0 0 0,0 0 0 0 0,0 1 0 0 0,-9 24 0 0 0,19-40-42 0 0,0 1 1 0 0,0 0-1 0 0,1 0 1 0 0,-1-1-1 0 0,1 1 1 0 0,-1 0-1 0 0,1 0 1 0 0,0 0-1 0 0,0 0 1 0 0,1 4-1 0 0,-1-6 15 0 0,1 0 0 0 0,-1 0 0 0 0,0 0 0 0 0,1 0 0 0 0,-1 0 0 0 0,1 0 1 0 0,-1 0-1 0 0,1 0 0 0 0,0 0 0 0 0,-1 0 0 0 0,1 0 0 0 0,0 0 0 0 0,0-1 0 0 0,-1 1 0 0 0,1 0 0 0 0,0-1 0 0 0,0 1 0 0 0,0 0 0 0 0,1 0 0 0 0,1 0 21 0 0,-1-1-1 0 0,1 1 1 0 0,-1-1-1 0 0,1 0 1 0 0,-1 0 0 0 0,1 0-1 0 0,-1 0 1 0 0,1 0-1 0 0,-1 0 1 0 0,1-1-1 0 0,-1 1 1 0 0,1-1 0 0 0,-1 0-1 0 0,0 0 1 0 0,1 0-1 0 0,-1 0 1 0 0,0 0 0 0 0,0 0-1 0 0,0 0 1 0 0,0-1-1 0 0,4-2 1 0 0,4-4 19 0 0,-1-1 0 0 0,1 0 0 0 0,-1 0 0 0 0,-1 0 0 0 0,0-1 1 0 0,0-1-1 0 0,-1 1 0 0 0,9-18 0 0 0,-1-4 64 0 0,18-57 0 0 0,-6 11 613 0 0,-26 76-679 0 0,-1 0 0 0 0,1 1 0 0 0,-1-1 0 0 0,1 1 0 0 0,0-1 0 0 0,0 1 0 0 0,-1-1 0 0 0,1 1 0 0 0,0-1 0 0 0,0 1 0 0 0,0 0 0 0 0,1-1 0 0 0,-1 1 0 0 0,0 0 0 0 0,0 0 0 0 0,1 0 0 0 0,1-1 0 0 0,5 7 555 0 0,-2 15-506 0 0,-2 2-240 0 0,1 16 409 0 0,21 73-1 0 0,-22-99-696 0 0,1-1 0 0 0,0 0 0 0 0,0 1 0 0 0,1-1 0 0 0,0-1 0 0 0,1 1 0 0 0,0-1 0 0 0,1-1 0 0 0,0 1 1 0 0,12 10-1 0 0,3-2-6397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2.4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278 96 5065 0 0,'0'-2'-102'0'0,"2"-5"386"0"0,0-1 1 0 0,0 1-1 0 0,-1-1 1 0 0,0 1-1 0 0,-1-15 0 0 0,0 21-102 0 0,0-1-1 0 0,-1 0 0 0 0,1 1 0 0 0,0-1 0 0 0,-1 1 1 0 0,1-1-1 0 0,-1 1 0 0 0,0-1 0 0 0,1 1 1 0 0,-1-1-1 0 0,0 1 0 0 0,0 0 0 0 0,0-1 0 0 0,0 1 1 0 0,0 0-1 0 0,0 0 0 0 0,0 0 0 0 0,-1 0 1 0 0,1 0-1 0 0,0 0 0 0 0,-1 0 0 0 0,1 0 0 0 0,0 0 1 0 0,-1 1-1 0 0,1-1 0 0 0,-1 1 0 0 0,1-1 1 0 0,-1 1-1 0 0,0-1 0 0 0,1 1 0 0 0,-1 0 0 0 0,1 0 1 0 0,-1 0-1 0 0,-2 0 0 0 0,-4 0 167 0 0,1 1 1 0 0,0 0-1 0 0,-1 1 0 0 0,1-1 0 0 0,0 1 1 0 0,0 1-1 0 0,0-1 0 0 0,0 1 0 0 0,1 0 1 0 0,-1 1-1 0 0,1 0 0 0 0,-1 0 0 0 0,-9 9 0 0 0,-2 2 127 0 0,0 2 0 0 0,-30 35 0 0 0,41-44-405 0 0,1 1-1 0 0,0-1 1 0 0,0 2-1 0 0,1-1 1 0 0,0 0-1 0 0,0 1 1 0 0,1 0-1 0 0,-3 13 1 0 0,6-20-68 0 0,0 0 1 0 0,1 0-1 0 0,-1 0 1 0 0,1 0-1 0 0,0 0 1 0 0,0 0-1 0 0,0 0 1 0 0,0 0 0 0 0,0 0-1 0 0,1 0 1 0 0,-1 0-1 0 0,1-1 1 0 0,0 1-1 0 0,0 0 1 0 0,0 0-1 0 0,0 0 1 0 0,1-1-1 0 0,-1 1 1 0 0,1 0-1 0 0,-1-1 1 0 0,1 1-1 0 0,0-1 1 0 0,0 0-1 0 0,0 0 1 0 0,0 0-1 0 0,0 0 1 0 0,1 0-1 0 0,-1 0 1 0 0,1 0-1 0 0,-1-1 1 0 0,1 1-1 0 0,0-1 1 0 0,-1 0-1 0 0,4 1 1 0 0,-1 0-8 0 0,-1-1 0 0 0,1 0 0 0 0,-1-1 0 0 0,1 1 0 0 0,0-1 0 0 0,-1 0 0 0 0,1 0 0 0 0,0 0 0 0 0,-1 0 0 0 0,1-1 1 0 0,-1 0-1 0 0,1 0 0 0 0,-1 0 0 0 0,1-1 0 0 0,-1 1 0 0 0,0-1 0 0 0,1 0 0 0 0,-1 0 0 0 0,5-5 0 0 0,10-5-1 0 0,-1-1-1 0 0,29-29 0 0 0,-27 23 24 0 0,-2 3-26 0 0,-14 11 137 0 0,1-1 0 0 0,1 2 0 0 0,-1-1 0 0 0,1 1 0 0 0,0-1 0 0 0,8-3 0 0 0,-12 7-87 0 0,0 1 0 0 0,-1-1-1 0 0,1 1 1 0 0,0-1 0 0 0,0 1-1 0 0,-1 0 1 0 0,1 0 0 0 0,0 0 0 0 0,0 0-1 0 0,0 0 1 0 0,-1 0 0 0 0,1 0-1 0 0,0 0 1 0 0,0 1 0 0 0,-1-1-1 0 0,1 1 1 0 0,0 0 0 0 0,0-1-1 0 0,-1 1 1 0 0,1 0 0 0 0,-1 0-1 0 0,1 0 1 0 0,-1 0 0 0 0,1 0 0 0 0,-1 0-1 0 0,0 0 1 0 0,1 1 0 0 0,-1-1-1 0 0,0 0 1 0 0,1 3 0 0 0,6 6 30 0 0,-1 0-1 0 0,-1 1 1 0 0,0 0 0 0 0,0 0 0 0 0,-1 0 0 0 0,-1 1 0 0 0,0-1-1 0 0,0 1 1 0 0,-1 0 0 0 0,-1 0 0 0 0,2 21 0 0 0,-1 4 36 0 0,-2 1 1 0 0,-6 57-1 0 0,0-49 39 0 0,-16 69 1 0 0,17-98-144 0 0,-1 1 0 0 0,-1-1 1 0 0,0-1-1 0 0,-2 1 0 0 0,1-1 0 0 0,-2 0 0 0 0,-10 15 1 0 0,7-17-1657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2.8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1 365 5065 0 0,'0'0'390'0'0,"23"2"6111"0"0,-16-1-5848 0 0,1 0 0 0 0,0-1 0 0 0,0 0 0 0 0,-1 0 0 0 0,1 0 0 0 0,0-1-1 0 0,-1 0 1 0 0,1-1 0 0 0,-1 0 0 0 0,1 0 0 0 0,-1 0 0 0 0,0-1 0 0 0,7-3 0 0 0,-5 1-432 0 0,-1-1 0 0 0,0 1 0 0 0,0-1 1 0 0,0-1-1 0 0,-1 1 0 0 0,0-1 0 0 0,0-1 0 0 0,-1 1 0 0 0,8-12 0 0 0,-6 7-217 0 0,-2 1-1 0 0,1-1 0 0 0,-2 0 0 0 0,1-1 0 0 0,-2 1 1 0 0,0-1-1 0 0,0 0 0 0 0,-1 0 0 0 0,-1-1 0 0 0,0 1 1 0 0,-1 0-1 0 0,0-1 0 0 0,-1 1 0 0 0,0-1 0 0 0,-4-15 1 0 0,4 26 0 0 0,0 1 1 0 0,-1-1-1 0 0,1 1 1 0 0,-1-1-1 0 0,0 1 1 0 0,0-1-1 0 0,0 1 1 0 0,0 0-1 0 0,0-1 1 0 0,0 1-1 0 0,0 0 1 0 0,-1 0-1 0 0,1 0 1 0 0,-1 0-1 0 0,0 0 1 0 0,0 0-1 0 0,1 1 1 0 0,-1-1-1 0 0,0 0 1 0 0,-1 1-1 0 0,1 0 1 0 0,0-1-1 0 0,0 1 1 0 0,0 0-1 0 0,-5-1 1 0 0,4 1 6 0 0,1 1 0 0 0,-1 0 0 0 0,0 0 0 0 0,0 1 0 0 0,1-1 0 0 0,-1 1 0 0 0,0-1 0 0 0,1 1 0 0 0,-1 0 0 0 0,1 0 0 0 0,-1 0 0 0 0,1 0 0 0 0,-1 0 0 0 0,1 1 0 0 0,-1-1 0 0 0,1 1 0 0 0,0-1 0 0 0,0 1 0 0 0,0 0 0 0 0,0 0 0 0 0,0 0 0 0 0,0 0 0 0 0,-2 4 0 0 0,1-1 1 0 0,-1 1 1 0 0,1-1-1 0 0,1 1 0 0 0,-1 0 1 0 0,1 0-1 0 0,0 0 1 0 0,0 0-1 0 0,1 1 0 0 0,-1-1 1 0 0,1 0-1 0 0,1 1 0 0 0,-1-1 1 0 0,1 1-1 0 0,1-1 0 0 0,-1 0 1 0 0,1 1-1 0 0,0-1 0 0 0,0 1 1 0 0,1-1-1 0 0,0 0 1 0 0,4 10-1 0 0,-1-4-52 0 0,0 0 1 0 0,1-1-1 0 0,0 0 1 0 0,1 0-1 0 0,0-1 1 0 0,0 1-1 0 0,1-2 1 0 0,1 1-1 0 0,0-1 1 0 0,12 10-1 0 0,3-3-245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3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499 653 8290 0 0,'0'-6'311'0'0,"-1"0"1"0"0,1 1-1 0 0,-1-1 1 0 0,0 0-1 0 0,0 1 0 0 0,0-1 1 0 0,-1 1-1 0 0,0 0 1 0 0,0-1-1 0 0,-1 1 1 0 0,1 0-1 0 0,-1 0 0 0 0,0 0 1 0 0,0 1-1 0 0,-1-1 1 0 0,1 1-1 0 0,-1 0 1 0 0,0-1-1 0 0,0 2 1 0 0,-1-1-1 0 0,1 0 0 0 0,-8-3 1 0 0,5 3-76 0 0,0 1 0 0 0,0 0 0 0 0,0 0 0 0 0,0 1 0 0 0,0-1 0 0 0,-1 2 0 0 0,1-1 0 0 0,-1 1-1 0 0,0 0 1 0 0,1 1 0 0 0,-1 0 0 0 0,0 0 0 0 0,1 1 0 0 0,-1 0 0 0 0,1 0 0 0 0,-10 3 0 0 0,-4 2-100 0 0,2 2-1 0 0,-1 0 1 0 0,1 1 0 0 0,0 1-1 0 0,1 1 1 0 0,0 0-1 0 0,1 2 1 0 0,0 0 0 0 0,1 1-1 0 0,1 0 1 0 0,0 1 0 0 0,1 1-1 0 0,0 0 1 0 0,2 1-1 0 0,-12 19 1 0 0,21-29-137 0 0,-1 0 0 0 0,2 1 0 0 0,-1-1 0 0 0,1 1 0 0 0,0-1 0 0 0,0 1 0 0 0,1 0 0 0 0,0-1 0 0 0,1 1 0 0 0,0 0 0 0 0,0 0 0 0 0,0 0 0 0 0,1-1 0 0 0,0 1 0 0 0,1 0 0 0 0,-1-1 0 0 0,2 1 0 0 0,2 7 0 0 0,-3-11-55 0 0,0 1 1 0 0,1-1-1 0 0,-1 0 1 0 0,1 1-1 0 0,0-1 0 0 0,0-1 1 0 0,0 1-1 0 0,1 0 0 0 0,-1-1 1 0 0,1 0-1 0 0,0 1 0 0 0,0-1 1 0 0,0-1-1 0 0,0 1 0 0 0,0-1 1 0 0,1 0-1 0 0,-1 0 0 0 0,1 0 1 0 0,0 0-1 0 0,0-1 0 0 0,-1 0 1 0 0,1 0-1 0 0,0 0 0 0 0,0 0 1 0 0,0-1-1 0 0,0 0 1 0 0,0 0-1 0 0,0 0 0 0 0,7-2 1 0 0,-3 1-62 0 0,-1-1 1 0 0,1 1 0 0 0,0-2 0 0 0,-1 1 0 0 0,1-1 0 0 0,-1-1-1 0 0,0 1 1 0 0,0-2 0 0 0,0 1 0 0 0,-1-1 0 0 0,1 0 0 0 0,-1 0-1 0 0,10-11 1 0 0,-9 7 15 0 0,0 0 0 0 0,-1-1 0 0 0,0 0 1 0 0,-1 0-1 0 0,0 0 0 0 0,-1-1 0 0 0,0 0 0 0 0,-1 0 0 0 0,4-13 0 0 0,0-12-73 0 0,-1-1 1 0 0,-2 0-1 0 0,-2 0 0 0 0,-2 0 0 0 0,-3-54 0 0 0,1 80 181 0 0,-7-288 283 0 0,21 100 3182 0 0,-6 318-655 0 0,2 5-2426 0 0,32 160 0 0 0,-1-26-2377 0 0,-36-214-5772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3.7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17 176 5985 0 0,'-3'-9'391'0'0,"0"-1"-1"0"0,0 0 1 0 0,1 1-1 0 0,0-1 1 0 0,0-11-1 0 0,1 16 125 0 0,1 1-1 0 0,0-1 1 0 0,0 1-1 0 0,0-1 1 0 0,1 1 0 0 0,0 0-1 0 0,-1-1 1 0 0,2 1 0 0 0,-1 0-1 0 0,0 0 1 0 0,1-1-1 0 0,0 1 1 0 0,4-7 0 0 0,-5 10-384 0 0,0 0 1 0 0,0 0 0 0 0,0 1-1 0 0,1-1 1 0 0,-1 1 0 0 0,0-1-1 0 0,0 1 1 0 0,0-1 0 0 0,0 1 0 0 0,0 0-1 0 0,1-1 1 0 0,-1 1 0 0 0,0 0-1 0 0,0 0 1 0 0,1 0 0 0 0,-1 0-1 0 0,0 0 1 0 0,0 0 0 0 0,1 0-1 0 0,-1 0 1 0 0,0 1 0 0 0,0-1 0 0 0,0 0-1 0 0,1 1 1 0 0,-1-1 0 0 0,0 1-1 0 0,0-1 1 0 0,0 1 0 0 0,0 0-1 0 0,2 1 1 0 0,38 27 873 0 0,-34-23-751 0 0,19 14 219 0 0,82 69 672 0 0,-96-77-1045 0 0,0 0-1 0 0,0 1 0 0 0,-1 0 0 0 0,-1 1 0 0 0,16 28 1 0 0,-18-9-41 0 0,-9-17 82 0 0,1-16-131 0 0,0 1 0 0 0,0-1 0 0 0,0 0 0 0 0,0 0 1 0 0,0 1-1 0 0,0-1 0 0 0,-1 0 0 0 0,1 0 0 0 0,0 0 1 0 0,0 1-1 0 0,0-1 0 0 0,-1 0 0 0 0,1 0 0 0 0,0 0 1 0 0,0 0-1 0 0,-1 1 0 0 0,1-1 0 0 0,0 0 0 0 0,0 0 1 0 0,-1 0-1 0 0,1 0 0 0 0,0 0 0 0 0,0 0 1 0 0,-1 0-1 0 0,1 0 0 0 0,0 0 0 0 0,0 0 0 0 0,-1 0 1 0 0,1 0-1 0 0,0 0 0 0 0,0 0 0 0 0,-1 0 0 0 0,1 0 1 0 0,0 0-1 0 0,-1 0 0 0 0,1 0 0 0 0,0 0 0 0 0,0-1 1 0 0,-1 1-1 0 0,1 0 0 0 0,0 0 0 0 0,0 0 0 0 0,-2-2 34 0 0,0 1-1 0 0,0-1 0 0 0,0 0 0 0 0,0 0 1 0 0,1 1-1 0 0,-1-1 0 0 0,1 0 1 0 0,-1 0-1 0 0,1 0 0 0 0,0-1 0 0 0,0 1 1 0 0,0 0-1 0 0,0 0 0 0 0,0-1 0 0 0,1 1 1 0 0,-1-1-1 0 0,1 1 0 0 0,-1 0 1 0 0,1-4-1 0 0,-1-48 226 0 0,4 39-353 0 0,-1 0 1 0 0,2 0-1 0 0,0 0 0 0 0,1 1 0 0 0,0 0 0 0 0,1 0 1 0 0,1 0-1 0 0,13-20 0 0 0,21-23-6569 0 0,-10 22-855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4.1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166 51 24 0 0,'-3'-3'388'0'0,"1"0"-1"0"0,-1 0 1 0 0,1 0-1 0 0,-1 0 1 0 0,0 0 0 0 0,0 1-1 0 0,0 0 1 0 0,-1-1 0 0 0,1 1-1 0 0,-1 0 1 0 0,-5-2-1 0 0,2 1 510 0 0,1 0 0 0 0,-1 1 0 0 0,1 0 0 0 0,-1 0 0 0 0,-12-2 0 0 0,16 4-643 0 0,0 0 1 0 0,1 0-1 0 0,-1 0 0 0 0,1 0 1 0 0,-1 0-1 0 0,1 1 0 0 0,-1-1 1 0 0,1 1-1 0 0,-1 0 0 0 0,1-1 1 0 0,-1 1-1 0 0,1 0 0 0 0,0 1 1 0 0,-1-1-1 0 0,1 0 0 0 0,0 1 1 0 0,0-1-1 0 0,0 1 0 0 0,0-1 1 0 0,0 1-1 0 0,-2 2 0 0 0,2 0-69 0 0,0 0-1 0 0,-1 0 0 0 0,2 0 0 0 0,-1 0 0 0 0,0 0 1 0 0,1 0-1 0 0,0 1 0 0 0,0-1 0 0 0,0 0 1 0 0,0 1-1 0 0,0 6 0 0 0,1 2-21 0 0,1-1 1 0 0,0 1-1 0 0,0 0 0 0 0,1 0 1 0 0,1-1-1 0 0,0 1 0 0 0,9 21 0 0 0,-6-22 2 0 0,1 1-1 0 0,0-1 0 0 0,0 0 0 0 0,2-1 0 0 0,-1 0 0 0 0,19 17 0 0 0,-23-23-81 0 0,1-1 1 0 0,0 0-1 0 0,0 0 0 0 0,1 0 0 0 0,-1 0 0 0 0,1-1 1 0 0,-1 0-1 0 0,1 0 0 0 0,0 0 0 0 0,1-1 0 0 0,-1 0 1 0 0,0 0-1 0 0,1-1 0 0 0,-1 0 0 0 0,1 0 0 0 0,8 0 1 0 0,-12-1-61 0 0,0 0 1 0 0,0 0-1 0 0,0-1 1 0 0,-1 0 0 0 0,1 1-1 0 0,0-1 1 0 0,0 0 0 0 0,-1 0-1 0 0,1-1 1 0 0,-1 1-1 0 0,1-1 1 0 0,-1 1 0 0 0,0-1-1 0 0,1 0 1 0 0,-1 1 0 0 0,0-1-1 0 0,0 0 1 0 0,2-4-1 0 0,-1 2 7 0 0,0-1-1 0 0,0 0 0 0 0,-1 0 0 0 0,1 0 1 0 0,-1-1-1 0 0,0 1 0 0 0,-1 0 1 0 0,3-11-1 0 0,-2 0 8 0 0,-1 1 0 0 0,0-1-1 0 0,-1 0 1 0 0,-1 0 0 0 0,-4-27 0 0 0,2 32-198 0 0,1 0 1 0 0,-2 0-1 0 0,1 0 0 0 0,-1 1 1 0 0,-1-1-1 0 0,0 1 0 0 0,0 0 1 0 0,-1 1-1 0 0,-1-1 0 0 0,1 1 0 0 0,-12-12 1 0 0,6 10-998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4.5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 8754 0 0,'-18'-1'3717'0'0,"24"29"1368"0"0,-3-16-5480 0 0,51 243 5485 0 0,2 128-4427 0 0,-55-373-799 0 0,0-4-35 0 0,0 0-1 0 0,-1 0 0 0 0,1 1 0 0 0,-1-1 1 0 0,-1 0-1 0 0,1 1 0 0 0,-1-1 0 0 0,-3 11 1 0 0,-2-9-1242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4.7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1 131 2304 0 0,'20'-45'308'0'0,"-17"40"140"0"0,1 1 1 0 0,-1 0-1 0 0,0 0 0 0 0,1 0 1 0 0,0 0-1 0 0,0 1 1 0 0,0-1-1 0 0,1 1 0 0 0,-1 0 1 0 0,1 0-1 0 0,8-3 0 0 0,2-1 210 0 0,0 1-1 0 0,0 0 1 0 0,0 1 0 0 0,1 1-1 0 0,0 1 1 0 0,0 0-1 0 0,0 1 1 0 0,0 1-1 0 0,1 0 1 0 0,-1 1-1 0 0,0 1 1 0 0,0 0 0 0 0,0 1-1 0 0,0 1 1 0 0,0 1-1 0 0,0 0 1 0 0,15 7-1 0 0,-29-11-628 0 0,0 1 0 0 0,1 0 0 0 0,-1 0-1 0 0,0 0 1 0 0,0 1 0 0 0,0-1 0 0 0,0 0 0 0 0,0 1 0 0 0,0-1-1 0 0,-1 1 1 0 0,1 0 0 0 0,0-1 0 0 0,-1 1 0 0 0,1 0-1 0 0,-1 0 1 0 0,0 0 0 0 0,0 0 0 0 0,0 0 0 0 0,0 1 0 0 0,0-1-1 0 0,1 5 1 0 0,-2-4 26 0 0,0 0-1 0 0,0 0 1 0 0,0-1 0 0 0,-1 1-1 0 0,1 0 1 0 0,-1 0 0 0 0,0 0-1 0 0,0 0 1 0 0,0 0 0 0 0,0-1-1 0 0,0 1 1 0 0,-1 0 0 0 0,1-1-1 0 0,-1 1 1 0 0,-2 2 0 0 0,-7 8 166 0 0,-1-1 1 0 0,0 0 0 0 0,-1 0-1 0 0,-24 16 1 0 0,-49 26-1118 0 0,39-27-1321 0 0,25-14-4824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5.2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306 31 6913 0 0,'0'-1'138'0'0,"1"0"0"0"0,-1 0 0 0 0,0 0 0 0 0,1 0 0 0 0,-1 0 0 0 0,0 0 0 0 0,0 0 0 0 0,0 0 0 0 0,0 0-1 0 0,0-1 1 0 0,0 1 0 0 0,0 0 0 0 0,0 0 0 0 0,0 0 0 0 0,-1 0 0 0 0,1 0 0 0 0,0 0 0 0 0,-1 0-1 0 0,1 0 1 0 0,0 0 0 0 0,-1 0 0 0 0,0 0 0 0 0,1 0 0 0 0,-1 0 0 0 0,1 1 0 0 0,-2-2 0 0 0,0 1 128 0 0,0 1 0 0 0,0-1 1 0 0,0 1-1 0 0,0 0 1 0 0,1 0-1 0 0,-1 0 0 0 0,0 0 1 0 0,0 0-1 0 0,0 0 1 0 0,0 0-1 0 0,0 1 1 0 0,0-1-1 0 0,1 1 0 0 0,-1-1 1 0 0,-2 2-1 0 0,-33 13 476 0 0,2 2 1 0 0,0 0-1 0 0,-42 30 0 0 0,69-42-724 0 0,0 0 0 0 0,0 1-1 0 0,1 0 1 0 0,0 0 0 0 0,0 1 0 0 0,0 0 0 0 0,1 0 0 0 0,-6 10 0 0 0,10-14-14 0 0,0 0 1 0 0,0 0 0 0 0,1 1-1 0 0,-1-1 1 0 0,1 1-1 0 0,0-1 1 0 0,0 1 0 0 0,0 0-1 0 0,1-1 1 0 0,-1 1 0 0 0,1 0-1 0 0,0-1 1 0 0,0 1 0 0 0,0 0-1 0 0,1 0 1 0 0,-1-1-1 0 0,1 1 1 0 0,0 0 0 0 0,0-1-1 0 0,0 1 1 0 0,0-1 0 0 0,1 1-1 0 0,1 3 1 0 0,7 8-3 0 0,-1-1 0 0 0,2 0 0 0 0,0 0 0 0 0,19 17 0 0 0,-18-19 46 0 0,0 1 0 0 0,-1 0 0 0 0,0 1 0 0 0,12 21 1 0 0,-22-33-41 0 0,0 1 1 0 0,0-1-1 0 0,0 0 1 0 0,0 1-1 0 0,0-1 1 0 0,-1 0-1 0 0,1 1 1 0 0,-1-1-1 0 0,1 1 1 0 0,-1-1-1 0 0,0 1 1 0 0,0-1-1 0 0,0 1 1 0 0,-1-1-1 0 0,1 1 1 0 0,0-1-1 0 0,-1 0 1 0 0,0 1-1 0 0,1-1 1 0 0,-1 1-1 0 0,0-1 1 0 0,0 0-1 0 0,-1 0 1 0 0,1 0-1 0 0,0 1 1 0 0,-1-1-1 0 0,1-1 1 0 0,-1 1-1 0 0,0 0 1 0 0,1 0-1 0 0,-1 0 1 0 0,0-1-1 0 0,-3 2 1 0 0,-4 4-183 0 0,0-1 0 0 0,-1-1 0 0 0,0 0 0 0 0,0 0 0 0 0,0-1 0 0 0,-13 4 0 0 0,-4-1-6054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6.3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195 251 1376 0 0,'-3'-12'506'0'0,"0"0"-1"0"0,2 0 0 0 0,-1-1 1 0 0,1-15-1 0 0,2 16-142 0 0,-2 1 1 0 0,0 0-1 0 0,0 0 1 0 0,-1 0-1 0 0,0 0 1 0 0,-4-12-1 0 0,4 20-251 0 0,1 0-1 0 0,-1 0 1 0 0,0 0-1 0 0,0 0 1 0 0,0 0-1 0 0,0 0 1 0 0,-1 1-1 0 0,1-1 1 0 0,-1 1 0 0 0,1-1-1 0 0,-1 1 1 0 0,0 0-1 0 0,0 0 1 0 0,0 1-1 0 0,0-1 1 0 0,0 0-1 0 0,0 1 1 0 0,-1 0-1 0 0,1 0 1 0 0,0 0-1 0 0,-1 0 1 0 0,1 0-1 0 0,-1 1 1 0 0,-4-1-1 0 0,2 1 164 0 0,-1 0-1 0 0,0 0 0 0 0,1 1 1 0 0,-1-1-1 0 0,1 1 0 0 0,-12 4 1 0 0,15-4-183 0 0,1-1-1 0 0,-1 1 1 0 0,1 0 0 0 0,0 0-1 0 0,-1 0 1 0 0,1 0 0 0 0,0 0-1 0 0,0 0 1 0 0,0 1 0 0 0,0-1 0 0 0,0 1-1 0 0,0 0 1 0 0,0-1 0 0 0,1 1-1 0 0,-1 0 1 0 0,1 0 0 0 0,-1 0-1 0 0,1 0 1 0 0,0 1 0 0 0,-2 3-1 0 0,3-5-77 0 0,0 0 0 0 0,0 1 0 0 0,0-1 0 0 0,0 1 0 0 0,0-1 0 0 0,1 0 0 0 0,-1 1 0 0 0,0-1 0 0 0,1 0 0 0 0,-1 1 0 0 0,1-1 0 0 0,0 0-1 0 0,-1 0 1 0 0,1 1 0 0 0,0-1 0 0 0,0 0 0 0 0,0 0 0 0 0,0 0 0 0 0,0 0 0 0 0,0 0 0 0 0,0 0 0 0 0,0 0 0 0 0,0-1 0 0 0,0 1 0 0 0,1 0-1 0 0,-1 0 1 0 0,0-1 0 0 0,0 1 0 0 0,1-1 0 0 0,1 1 0 0 0,44 13 191 0 0,26-5 432 0 0,1-3 0 0 0,0-3 0 0 0,98-8 1 0 0,-48 1-493 0 0,1032-39 384 0 0,31 0 763 0 0,-453 21-963 0 0,187-3-250 0 0,2 45-71 0 0,1066 40 1237 0 0,-1020-46-1859 0 0,-873-12 597 0 0,448 13 386 0 0,-292-9 83 0 0,57 4-48 0 0,104 5-169 0 0,-52-3-50 0 0,-16-3 264 0 0,7 0 223 0 0,253 6 260 0 0,-521-14-884 0 0,-13-3-341 0 0,118-20 1 0 0,-78 7-1641 0 0,-97 13 1076 0 0,-1 1 0 0 0,1 1-1 0 0,18 2 1 0 0,-28-2 703 0 0,-1 0-1 0 0,1 1 1 0 0,-1-1 0 0 0,1 1 0 0 0,-1 0-1 0 0,1 0 1 0 0,-1 0 0 0 0,0 1 0 0 0,0-1-1 0 0,1 1 1 0 0,-1 0 0 0 0,0 0 0 0 0,-1 0-1 0 0,1 0 1 0 0,0 0 0 0 0,0 0 0 0 0,-1 1-1 0 0,3 3 1 0 0,0 9 154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07.2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120 191 6913 0 0,'-28'3'537'0'0,"21"-1"-176"0"0,-1-1-1 0 0,1 0 1 0 0,-1-1-1 0 0,1 0 1 0 0,-1 0-1 0 0,1 0 1 0 0,-1-1-1 0 0,1 0 1 0 0,-1-1-1 0 0,-9-2 1 0 0,74 1 2662 0 0,26 6-2261 0 0,126-12-1 0 0,-39 0-135 0 0,346-17 1163 0 0,-45 1-530 0 0,244 9 10 0 0,209-8-377 0 0,1168 34-292 0 0,-688-7-600 0 0,-255-10 302 0 0,378-16 183 0 0,-718-12-310 0 0,2 40 327 0 0,-522 13-57 0 0,354 1 542 0 0,-632-20-1025 0 0,1 1 44 0 0,-1-1 0 0 0,1 0 0 0 0,0-1 0 0 0,14-4 0 0 0,-23 5-81 0 0,0 0 1 0 0,0 0 0 0 0,-1 0 0 0 0,1-1 0 0 0,0 1 0 0 0,-1-1-1 0 0,1 1 1 0 0,-1-1 0 0 0,0 0 0 0 0,1 0 0 0 0,-1 0 0 0 0,0 0-1 0 0,0-1 1 0 0,0 1 0 0 0,-1-1 0 0 0,1 1 0 0 0,-1-1 0 0 0,1 1 0 0 0,-1-1-1 0 0,0 0 1 0 0,2-5 0 0 0,-1-2-342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37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56 100 7370 0 0,'-13'-28'2788'0'0,"-9"-18"1371"0"0,3 21 1863 0 0,21 50-3712 0 0,2 35-2106 0 0,-1 0 0 0 0,-10 88 0 0 0,3 70-188 0 0,13-161 60 0 0,-8-54-145 0 0,0-1 0 0 0,-1 1 0 0 0,1 0 0 0 0,0-1 1 0 0,0 1-1 0 0,1-1 0 0 0,-1 1 0 0 0,0-1 0 0 0,1 1 1 0 0,0-1-1 0 0,-1 0 0 0 0,1 0 0 0 0,0 0 0 0 0,0 0 0 0 0,0 0 1 0 0,0 0-1 0 0,5 3 0 0 0,-6-5-11 0 0,-1 0-1 0 0,0 0 1 0 0,1 0-1 0 0,-1 0 1 0 0,1 0-1 0 0,-1 0 1 0 0,0 0 0 0 0,1 0-1 0 0,-1 0 1 0 0,1 0-1 0 0,-1-1 1 0 0,1 1-1 0 0,-1 0 1 0 0,0 0 0 0 0,1 0-1 0 0,-1 0 1 0 0,0-1-1 0 0,1 1 1 0 0,-1 0-1 0 0,0 0 1 0 0,1-1 0 0 0,-1 1-1 0 0,0 0 1 0 0,1-1-1 0 0,-1 1 1 0 0,0 0-1 0 0,0-1 1 0 0,1 1 0 0 0,-1 0-1 0 0,0-1 1 0 0,0 1-1 0 0,1-1 1 0 0,5-15-3420 0 0,-6 16 3249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37.9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1 248 3225 0 0,'2'-14'629'0'0,"1"-1"0"0"0,0 1 0 0 0,2-1 0 0 0,0 1 0 0 0,0 1 1 0 0,1-1-1 0 0,1 1 0 0 0,0 0 0 0 0,1 0 0 0 0,15-19 0 0 0,-16 24-40 0 0,0 0-1 0 0,0 1 1 0 0,0 0-1 0 0,1 0 0 0 0,0 1 1 0 0,0 0-1 0 0,13-7 0 0 0,-15 11-304 0 0,-1-1 0 0 0,0 1 0 0 0,1 0 0 0 0,0 0 0 0 0,-1 1 0 0 0,1 0 0 0 0,0 0-1 0 0,0 0 1 0 0,0 0 0 0 0,0 1 0 0 0,0 0 0 0 0,0 1 0 0 0,7 0 0 0 0,-10 0-242 0 0,0-1 1 0 0,0 1 0 0 0,0-1-1 0 0,0 1 1 0 0,0 0 0 0 0,-1 0-1 0 0,1 0 1 0 0,0 1 0 0 0,-1-1-1 0 0,1 1 1 0 0,-1-1 0 0 0,1 1-1 0 0,-1 0 1 0 0,0 0 0 0 0,0 0-1 0 0,0 0 1 0 0,0 0 0 0 0,0 1-1 0 0,0-1 1 0 0,2 5 0 0 0,-2-3-26 0 0,-1 0 1 0 0,0 0-1 0 0,0 0 1 0 0,-1 1-1 0 0,1-1 1 0 0,-1 0-1 0 0,0 0 1 0 0,0 0-1 0 0,0 1 1 0 0,0-1-1 0 0,-1 0 0 0 0,0 0 1 0 0,-1 4-1 0 0,-5 13-45 0 0,-1 0 0 0 0,-1-1 0 0 0,0 0 0 0 0,-17 25 0 0 0,22-40 37 0 0,-22 35-94 0 0,-34 40 0 0 0,35-50 662 0 0,2 1 0 0 0,-32 58 0 0 0,54-89-539 0 0,1 1 1 0 0,-1 0 0 0 0,1-1-1 0 0,0 1 1 0 0,-1 0 0 0 0,1 0 0 0 0,0-1-1 0 0,0 1 1 0 0,-1 0 0 0 0,1 0-1 0 0,0-1 1 0 0,0 1 0 0 0,0 0 0 0 0,0 0-1 0 0,0 0 1 0 0,0-1 0 0 0,0 1-1 0 0,0 0 1 0 0,1 0 0 0 0,-1-1 0 0 0,0 1-1 0 0,0 0 1 0 0,1 0 0 0 0,-1-1 0 0 0,0 1-1 0 0,1 0 1 0 0,-1-1 0 0 0,1 1-1 0 0,-1 0 1 0 0,2 0 0 0 0,-1 1 1 0 0,1-1 1 0 0,0 0-1 0 0,0 0 1 0 0,0 0 0 0 0,1 0-1 0 0,-1 0 1 0 0,0-1-1 0 0,0 1 1 0 0,0-1-1 0 0,5 1 1 0 0,6 0 39 0 0,0 0 0 0 0,23-3 1 0 0,-35 2-56 0 0,89-13 160 0 0,-59 7-260 0 0,-1 2 0 0 0,51-1 0 0 0,-20 8-553 0 0,-30-1 56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38.2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56 7370 0 0,'1'-2'225'0'0,"-1"0"1"0"0,1-1 0 0 0,0 1 0 0 0,0 0-1 0 0,0 0 1 0 0,0 0 0 0 0,1 0 0 0 0,-1 0 0 0 0,0 0-1 0 0,1 0 1 0 0,0 0 0 0 0,-1 1 0 0 0,1-1-1 0 0,0 0 1 0 0,0 1 0 0 0,0 0 0 0 0,0-1 0 0 0,0 1-1 0 0,0 0 1 0 0,0 0 0 0 0,0 0 0 0 0,4-1-1 0 0,0-1 404 0 0,1 1-1 0 0,0-1 0 0 0,0 1 1 0 0,0 1-1 0 0,0-1 1 0 0,11 0-1 0 0,-14 2-480 0 0,-1 0 0 0 0,1 0 0 0 0,-1 0 0 0 0,1 1-1 0 0,-1 0 1 0 0,1-1 0 0 0,-1 1 0 0 0,1 1 0 0 0,-1-1 0 0 0,1 0 0 0 0,-1 1 0 0 0,0-1 0 0 0,0 1-1 0 0,0 0 1 0 0,0 0 0 0 0,0 1 0 0 0,0-1 0 0 0,3 4 0 0 0,-3-2-61 0 0,0 0 0 0 0,0 1 0 0 0,-1-1 0 0 0,1 1-1 0 0,-1 0 1 0 0,0 0 0 0 0,0 0 0 0 0,-1 0 0 0 0,1 0 0 0 0,-1 0 0 0 0,1 7 0 0 0,-1 7-18 0 0,-1-1 0 0 0,0 1 0 0 0,-1 0 0 0 0,-1 0 0 0 0,-8 32 1 0 0,7-39 42 0 0,1 0 1 0 0,0 0-1 0 0,1 1 1 0 0,0-1 0 0 0,1 0-1 0 0,1 14 1 0 0,-1-24-83 0 0,0 0 1 0 0,1 1 0 0 0,-1-1-1 0 0,1 0 1 0 0,0 0 0 0 0,0 0-1 0 0,0 1 1 0 0,0-1-1 0 0,0 0 1 0 0,0 0 0 0 0,0 0-1 0 0,1 0 1 0 0,-1-1 0 0 0,1 1-1 0 0,-1 0 1 0 0,3 1 0 0 0,-2-2-19 0 0,0 0 0 0 0,1 0 1 0 0,-1 0-1 0 0,0 0 0 0 0,1 0 1 0 0,-1-1-1 0 0,0 1 1 0 0,1-1-1 0 0,-1 0 0 0 0,1 1 1 0 0,-1-1-1 0 0,1 0 1 0 0,-1 0-1 0 0,0-1 0 0 0,1 1 1 0 0,-1-1-1 0 0,1 1 0 0 0,3-2 1 0 0,17-6-634 0 0,0 0 0 0 0,-1-1-1 0 0,35-20 1 0 0,-34 15-6704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38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1 296 7834 0 0,'0'-2'64'0'0,"1"0"1"0"0,-1 0-1 0 0,1 0 0 0 0,0 0 1 0 0,0 0-1 0 0,0 0 1 0 0,0 0-1 0 0,0 0 1 0 0,0 1-1 0 0,0-1 1 0 0,1 0-1 0 0,-1 1 1 0 0,1-1-1 0 0,-1 1 0 0 0,1 0 1 0 0,0-1-1 0 0,-1 1 1 0 0,1 0-1 0 0,0 0 1 0 0,0 0-1 0 0,4-1 1 0 0,52-21 777 0 0,-40 17-639 0 0,153-52 1870 0 0,2 7 1 0 0,287-45-1 0 0,-349 81-832 0 0,1 5-1 0 0,217 10 1 0 0,-312 1-1178 0 0,0 1 0 0 0,0 0-1 0 0,0 2 1 0 0,-1 0 0 0 0,1 0 0 0 0,-1 2-1 0 0,0 0 1 0 0,-1 1 0 0 0,23 13 0 0 0,-26-13 25 0 0,-2 1 1 0 0,1 0 0 0 0,-1 1 0 0 0,-1 0 0 0 0,1 1-1 0 0,-1 0 1 0 0,-1 0 0 0 0,0 1 0 0 0,-1 0-1 0 0,0 0 1 0 0,0 1 0 0 0,7 20 0 0 0,63 201 641 0 0,-32-85-631 0 0,162 331-68 0 0,-129-314 25 0 0,-75-160-52 0 0,13 28 94 0 0,-1 2-1 0 0,-1 0 0 0 0,14 60 0 0 0,-26-85-66 0 0,0 0 0 0 0,-1 1 0 0 0,0-1 0 0 0,-1 0 0 0 0,0 1-1 0 0,0-1 1 0 0,-1 0 0 0 0,-1 1 0 0 0,0-1 0 0 0,0 0 0 0 0,-1 0 0 0 0,0 0 0 0 0,-1-1 0 0 0,0 1 0 0 0,0-1-1 0 0,-1 0 1 0 0,0 0 0 0 0,-8 10 0 0 0,-2-2 6 0 0,0-1 0 0 0,-1-1 0 0 0,-1 0 0 0 0,-1-1 0 0 0,0 0 0 0 0,0-2 0 0 0,-1 0 0 0 0,-23 9 0 0 0,-17 6 22 0 0,-94 29 1 0 0,-314 82 368 0 0,344-113-386 0 0,-153 12 0 0 0,-17 3-46 0 0,145-19-414 0 0,128-19-193 0 0,0-2 0 0 0,-1 0-1 0 0,1-1 1 0 0,0-1-1 0 0,-26-7 1 0 0,22 3-6929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39.2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11058 0 0,'4'1'427'0'0,"0"1"1"0"0,0 0-1 0 0,-1 0 0 0 0,1 0 0 0 0,-1 1 0 0 0,1-1 0 0 0,-1 1 0 0 0,0 0 0 0 0,0-1 0 0 0,0 2 0 0 0,-1-1 0 0 0,4 5 1 0 0,0 1 8 0 0,0 1 0 0 0,-1-1 1 0 0,0 2-1 0 0,5 14 0 0 0,0 9-39 0 0,-2 0 0 0 0,7 47 0 0 0,-1 71 253 0 0,-5 161 0 0 0,-1 2-315 0 0,4-136-564 0 0,-8-132-75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35.7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62 7370 0 0,'-1'-4'474'0'0,"-1"0"0"0"0,1 1 0 0 0,0-1 0 0 0,1 0 0 0 0,-1 0 0 0 0,1 1 0 0 0,-1-6 0 0 0,1 8-311 0 0,0 0 1 0 0,0 0 0 0 0,0 0-1 0 0,0 0 1 0 0,0 0 0 0 0,0-1-1 0 0,0 1 1 0 0,0 0 0 0 0,0 0-1 0 0,1 0 1 0 0,-1 0-1 0 0,0 0 1 0 0,1 0 0 0 0,-1 0-1 0 0,1 0 1 0 0,-1 0 0 0 0,1 0-1 0 0,-1 0 1 0 0,1 0 0 0 0,0 0-1 0 0,0 1 1 0 0,-1-1 0 0 0,1 0-1 0 0,0 0 1 0 0,1 0 0 0 0,-1 1-68 0 0,1 0 1 0 0,-1 0-1 0 0,0 1 0 0 0,0-1 1 0 0,1 0-1 0 0,-1 1 1 0 0,0-1-1 0 0,0 1 1 0 0,0 0-1 0 0,0-1 1 0 0,0 1-1 0 0,0 0 0 0 0,0-1 1 0 0,0 1-1 0 0,0 0 1 0 0,0 0-1 0 0,0 0 1 0 0,0 0-1 0 0,0 0 1 0 0,-1 0-1 0 0,1 0 0 0 0,0 0 1 0 0,-1 0-1 0 0,1 1 1 0 0,0 1-1 0 0,14 32 1022 0 0,-15-34-1105 0 0,16 49 510 0 0,-2 1-1 0 0,-2 0 1 0 0,5 61 0 0 0,2 161 142 0 0,-14-158-780 0 0,26 148 1 0 0,-22-199-203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36.1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49 353 920 0 0,'2'-49'1954'0'0,"1"1"-1"0"0,3 0 1 0 0,2 0-1 0 0,15-52 1 0 0,-22 97-1784 0 0,0 0 0 0 0,0 0 0 0 0,0 1 0 0 0,0-1 0 0 0,0 0 0 0 0,0 1 0 0 0,1-1 0 0 0,-1 1 0 0 0,1-1 0 0 0,0 1 0 0 0,0-1 0 0 0,0 1 0 0 0,0 0 0 0 0,0 0 0 0 0,0 0 0 0 0,1 1 0 0 0,-1-1 0 0 0,1 0 0 0 0,3-1 1 0 0,1 0 273 0 0,1 1 1 0 0,0 0 0 0 0,0 1-1 0 0,-1 0 1 0 0,16 0 0 0 0,-15 0-408 0 0,-3 1 103 0 0,1-1 1 0 0,0 1-1 0 0,0 0 0 0 0,-1 1 0 0 0,1-1 1 0 0,0 1-1 0 0,-1 0 0 0 0,1 1 0 0 0,-1-1 0 0 0,1 1 1 0 0,8 4-1 0 0,-11-4-116 0 0,-1 0 0 0 0,0 0 0 0 0,1 0 0 0 0,-1 0 0 0 0,0 1 0 0 0,0-1 0 0 0,0 1 1 0 0,0-1-1 0 0,0 1 0 0 0,-1 0 0 0 0,1 0 0 0 0,-1 0 0 0 0,0 0 0 0 0,0 0 0 0 0,0 0 0 0 0,0 0 0 0 0,0 0 0 0 0,-1 0 0 0 0,1 0 0 0 0,-1 0 1 0 0,0 0-1 0 0,-1 6 0 0 0,1 5 14 0 0,-1 1 1 0 0,-1-1 0 0 0,0 0 0 0 0,-1 0-1 0 0,-1-1 1 0 0,0 1 0 0 0,-1 0 0 0 0,0-1-1 0 0,-1 0 1 0 0,0-1 0 0 0,-12 18 0 0 0,-8 6 63 0 0,-2-1 1 0 0,-41 41-1 0 0,-32 38 851 0 0,98-110-891 0 0,0 1-1 0 0,0-1 0 0 0,1 0 1 0 0,-1 1-1 0 0,1-1 0 0 0,0 1 1 0 0,0 0-1 0 0,1 0 0 0 0,-2 6 1 0 0,3-9-47 0 0,0-1 1 0 0,0 1-1 0 0,0-1 1 0 0,0 0-1 0 0,0 1 1 0 0,0-1-1 0 0,1 1 1 0 0,-1-1-1 0 0,0 0 1 0 0,1 1-1 0 0,0-1 1 0 0,-1 0-1 0 0,1 0 1 0 0,0 1-1 0 0,-1-1 1 0 0,1 0-1 0 0,0 0 1 0 0,0 0-1 0 0,0 0 1 0 0,0 0-1 0 0,0 0 1 0 0,0 0-1 0 0,0 0 1 0 0,1 0-1 0 0,-1-1 1 0 0,0 1-1 0 0,0 0 1 0 0,1-1-1 0 0,-1 1 1 0 0,0-1-1 0 0,1 1 1 0 0,-1-1-1 0 0,0 0 1 0 0,1 0-1 0 0,-1 1 1 0 0,3-1-1 0 0,35 5 162 0 0,-1-2-1 0 0,1-2 0 0 0,0-1 0 0 0,51-8 0 0 0,12 2 21 0 0,-81 5-248 0 0,-7-1-480 0 0,0 2 0 0 0,0 0-1 0 0,0 0 1 0 0,0 2 0 0 0,0-1-1 0 0,24 8 1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36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 5065 0 0,'0'-2'398'0'0,"0"0"0"0"0,0 1 0 0 0,0-1 0 0 0,0 1 0 0 0,1-1 0 0 0,-1 0 1 0 0,0 1-1 0 0,1-1 0 0 0,-1 1 0 0 0,1-1 0 0 0,0 1 0 0 0,-1-1 0 0 0,1 1 0 0 0,0 0 0 0 0,0-1 0 0 0,0 1 0 0 0,0 0 0 0 0,0 0 0 0 0,0-1 0 0 0,0 1 1 0 0,0 0-1 0 0,1 0 0 0 0,-1 0 0 0 0,0 0 0 0 0,1 1 0 0 0,-1-1 0 0 0,0 0 0 0 0,1 0 0 0 0,-1 1 0 0 0,1-1 0 0 0,-1 1 0 0 0,1-1 0 0 0,2 1 0 0 0,-2 0-231 0 0,-1-1 1 0 0,0 1-1 0 0,1 0 0 0 0,-1 0 0 0 0,0 0 0 0 0,0 0 0 0 0,1 1 0 0 0,-1-1 0 0 0,0 0 0 0 0,1 1 0 0 0,-1-1 0 0 0,0 0 0 0 0,0 1 1 0 0,0-1-1 0 0,0 1 0 0 0,1 0 0 0 0,-1-1 0 0 0,1 2 0 0 0,4 4-46 0 0,-1 0 0 0 0,0 1 0 0 0,0-1-1 0 0,0 1 1 0 0,-1 0 0 0 0,0 0 0 0 0,0 0 0 0 0,-1 1 0 0 0,0-1 0 0 0,0 1-1 0 0,2 12 1 0 0,2 14-199 0 0,5 46-1 0 0,-10-61 33 0 0,5 51-3 0 0,-3-22 393 0 0,12 54-1 0 0,-13-87-568 0 0,1 0 0 0 0,1-1 1 0 0,0 0-1 0 0,1 0 0 0 0,1 0 0 0 0,0-1 0 0 0,16 24 1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0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0 305 7834 0 0,'4'-4'330'0'0,"1"-1"0"0"0,-1 1 1 0 0,1 0-1 0 0,0 0 0 0 0,0 0 0 0 0,0 0 1 0 0,0 1-1 0 0,1 0 0 0 0,0 0 1 0 0,9-3-1 0 0,4-3 95 0 0,39-19 665 0 0,2 2 1 0 0,95-27-1 0 0,131-18 790 0 0,-223 57-1505 0 0,37-6-8 0 0,2 4-1 0 0,0 5 1 0 0,126 2-1 0 0,-90 7-425 0 0,80 1 38 0 0,-168 3 49 0 0,-1 2-1 0 0,65 15 1 0 0,-103-17 37 0 0,0 1 0 0 0,0 0 1 0 0,-1 1-1 0 0,1 0 1 0 0,17 11-1 0 0,-24-13 2 0 0,0 1-1 0 0,0 0 1 0 0,-1 0 0 0 0,0 0-1 0 0,1 0 1 0 0,-1 1 0 0 0,0-1-1 0 0,0 1 1 0 0,-1 0 0 0 0,1 0-1 0 0,-1 0 1 0 0,0 0 0 0 0,0 0-1 0 0,0 0 1 0 0,-1 1 0 0 0,2 7-1 0 0,123 566 1164 0 0,-56-47-1025 0 0,-62-445-167 0 0,-4-41-23 0 0,-1-1 0 0 0,-2 1 0 0 0,-2-1 0 0 0,-14 88-1 0 0,12-118 45 0 0,0 0 0 0 0,-1 0 0 0 0,-1-1-1 0 0,0 1 1 0 0,0-1 0 0 0,-2 0-1 0 0,1-1 1 0 0,-2 0 0 0 0,1 0-1 0 0,-2 0 1 0 0,0-1 0 0 0,0 0-1 0 0,-1-1 1 0 0,0 0 0 0 0,-1-1-1 0 0,0 0 1 0 0,0 0 0 0 0,-1-1-1 0 0,-20 10 1 0 0,-1-4 78 0 0,0 0 0 0 0,-2-3 0 0 0,-45 10 0 0 0,-111 11 195 0 0,46-9-140 0 0,-116 19 61 0 0,-188 42-2 0 0,409-74-563 0 0,1-1 0 0 0,-73 6 0 0 0,92-15-3265 0 0,-42-3-1 0 0,34 0-3574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0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45 8290 0 0,'-3'-3'284'0'0,"-33"-39"2982"0"0,45 54 490 0 0,-4-7-3520 0 0,-1 1-1 0 0,0-1 1 0 0,0 1 0 0 0,-1-1 0 0 0,6 12-1 0 0,0 11 237 0 0,0 0 0 0 0,-2 0 0 0 0,-2 1 0 0 0,4 50 0 0 0,-6 122 790 0 0,-4-124-829 0 0,13 335 241 0 0,-4-324-478 0 0,4-1 0 0 0,39 145 0 0 0,-20-114 354 0 0,-5 1-1 0 0,-5 2 1 0 0,7 153-1 0 0,-26-260-549 0 0,0-1 0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3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10 102 5985 0 0,'-5'-35'4086'0'0,"4"30"-3431"0"0,0 0 0 0 0,0 0 0 0 0,0 1 0 0 0,1-1-1 0 0,-1 0 1 0 0,1 0 0 0 0,1 0 0 0 0,-1 0 0 0 0,8-10 3460 0 0,-8 15-4047 0 0,9 10 1100 0 0,4 13-695 0 0,4 33-170 0 0,12 71 0 0 0,11 37-227 0 0,-34-143-75 0 0,2-1 0 0 0,0-1 0 0 0,2 1 0 0 0,0-1 0 0 0,23 32 0 0 0,-30-47-2 0 0,0 0 0 0 0,0 0 1 0 0,1 0-1 0 0,0 0 0 0 0,0-1 0 0 0,0 1 1 0 0,0-1-1 0 0,0 0 0 0 0,1 0 1 0 0,-1-1-1 0 0,1 1 0 0 0,0-1 0 0 0,0 0 1 0 0,0 0-1 0 0,0-1 0 0 0,0 1 1 0 0,6 0-1 0 0,-5-2 3 0 0,0 0 1 0 0,1 0 0 0 0,-1-1-1 0 0,0 1 1 0 0,1-1-1 0 0,-1-1 1 0 0,0 1 0 0 0,0-1-1 0 0,0-1 1 0 0,0 1-1 0 0,0-1 1 0 0,7-4 0 0 0,2-2 7 0 0,-2-1 1 0 0,0 0 0 0 0,0-1 0 0 0,-1-1-1 0 0,0 0 1 0 0,-1-1 0 0 0,0 0-1 0 0,-1 0 1 0 0,15-27 0 0 0,-1-13 160 0 0,-2-1 1 0 0,-2-1-1 0 0,22-107 0 0 0,-27 101 72 0 0,-15 59-231 0 0,0 0 0 0 0,1 0 1 0 0,-1 0-1 0 0,1 0 0 0 0,0 0 0 0 0,-1 0 0 0 0,1 0 0 0 0,0 0 1 0 0,0 0-1 0 0,0 1 0 0 0,1-1 0 0 0,-1 0 0 0 0,0 1 0 0 0,0-1 1 0 0,1 1-1 0 0,-1-1 0 0 0,1 1 0 0 0,0 0 0 0 0,-1 0 0 0 0,1 0 1 0 0,0 0-1 0 0,-1 0 0 0 0,4-1 0 0 0,-4 2-3 0 0,1 0-1 0 0,0 0 1 0 0,-1 0 0 0 0,1 0 0 0 0,-1 1-1 0 0,1-1 1 0 0,-1 1 0 0 0,1-1-1 0 0,-1 1 1 0 0,1 0 0 0 0,-1-1-1 0 0,1 1 1 0 0,-1 0 0 0 0,0 0-1 0 0,1 0 1 0 0,-1 0 0 0 0,0 0 0 0 0,0 0-1 0 0,0 0 1 0 0,0 1 0 0 0,0-1-1 0 0,0 0 1 0 0,0 1 0 0 0,0-1-1 0 0,0 0 1 0 0,-1 1 0 0 0,1-1-1 0 0,0 4 1 0 0,13 30 18 0 0,-1 1-1 0 0,12 60 0 0 0,-19-67-7 0 0,2 1 0 0 0,0-2 0 0 0,2 1 0 0 0,1-1-1 0 0,21 38 1 0 0,-21-49-194 0 0,32 48-2292 0 0,-39-59 2160 0 0,1-1-1 0 0,0 1 1 0 0,0-1-1 0 0,0 0 1 0 0,0-1-1 0 0,1 0 1 0 0,0 0-1 0 0,10 6 1 0 0,-15-9 66 0 0,0-1-1 0 0,1 1 1 0 0,-1-1-1 0 0,0 1 1 0 0,1-1 0 0 0,-1 0-1 0 0,0 0 1 0 0,1 1 0 0 0,-1-1-1 0 0,1 0 1 0 0,-1 0-1 0 0,0 0 1 0 0,1 0 0 0 0,-1 0-1 0 0,3-1 1 0 0,8-4-466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4.0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5065 0 0,'2'28'10314'0'0,"12"-2"-9313"0"0,-2 0-1 0 0,-1 0 1 0 0,0 2-1 0 0,12 54 0 0 0,7 22 148 0 0,-23-85-960 0 0,46 144 781 0 0,-53-160-1214 0 0,2-3-95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5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58 5065 0 0,'22'-2'1690'0'0,"162"-24"5179"0"0,49-3-1644 0 0,-190 28-4662 0 0,-64 15-2531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7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1 128 4609 0 0,'1'-11'1128'0'0,"0"0"0"0"0,1 0-1 0 0,5-17 1 0 0,1-8 1967 0 0,-8 35-3002 0 0,16-29 8330 0 0,-13 34-8368 0 0,20 16 30 0 0,-21-17-50 0 0,0 0 1 0 0,0 0-1 0 0,0 0 0 0 0,-1 0 1 0 0,0 0-1 0 0,1 0 0 0 0,-1 0 0 0 0,0 0 1 0 0,-1 0-1 0 0,1 0 0 0 0,0 1 1 0 0,-1-1-1 0 0,0 5 0 0 0,-1 54 735 0 0,0-31-588 0 0,2-17-182 0 0,0 0 0 0 0,1 0 0 0 0,1 0 0 0 0,0 0 0 0 0,1 0 0 0 0,0 0 0 0 0,1-1 0 0 0,1 1 0 0 0,0-1 0 0 0,1-1 0 0 0,0 1 0 0 0,1-1 0 0 0,0-1 0 0 0,1 1 0 0 0,1-1 0 0 0,-1-1 0 0 0,2 0 0 0 0,-1 0 0 0 0,1-1 0 0 0,1 0 0 0 0,0-1 0 0 0,0-1 0 0 0,24 12 0 0 0,-31-17 6 0 0,0 0 0 0 0,0-1 0 0 0,0 0 0 0 0,0 0 0 0 0,0 0 0 0 0,0 0 0 0 0,0-1 0 0 0,1 0 0 0 0,-1 0 0 0 0,0 0 0 0 0,0-1 0 0 0,0 1 0 0 0,0-1 0 0 0,0-1 0 0 0,0 1 0 0 0,0-1 0 0 0,0 0 0 0 0,0 0 0 0 0,-1 0 0 0 0,1 0 0 0 0,-1-1 0 0 0,1 0 0 0 0,-1 0 0 0 0,7-6 0 0 0,-5 2 6 0 0,0 1 0 0 0,-1-1 0 0 0,0 0 0 0 0,0-1 0 0 0,0 1 0 0 0,-1-1 0 0 0,0 0 0 0 0,0 0 0 0 0,-1-1 0 0 0,0 1-1 0 0,-1-1 1 0 0,0 1 0 0 0,2-15 0 0 0,4-49 66 0 0,-4 28-12 0 0,1 1 0 0 0,3-1 0 0 0,14-46 0 0 0,-17 80-106 0 0,-2 9 17 0 0,2 18 13 0 0,-4 31 17 0 0,-1-47-8 0 0,2 47 1 0 0,1 0 0 0 0,2-1 0 0 0,3 1 0 0 0,1-1 0 0 0,20 57 0 0 0,3 9 212 0 0,-29-98-800 0 0,-1 0 0 0 0,0 1-1 0 0,-1-1 1 0 0,0 0-1 0 0,-3 26 1 0 0,-2-23-6544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7.5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55 5065 0 0,'63'-14'1788'0'0,"-11"1"1538"0"0,1 2 0 0 0,70-5 1 0 0,-120 16-3233 0 0,0 0 1 0 0,0 0 0 0 0,0 0-1 0 0,0 0 1 0 0,0 0 0 0 0,0 0 0 0 0,0 1-1 0 0,0-1 1 0 0,0 1 0 0 0,0 0-1 0 0,0 0 1 0 0,0 0 0 0 0,-1 0-1 0 0,1 1 1 0 0,0-1 0 0 0,-1 1 0 0 0,1 0-1 0 0,-1-1 1 0 0,0 1 0 0 0,1 0-1 0 0,-1 0 1 0 0,0 1 0 0 0,0-1-1 0 0,0 0 1 0 0,0 1 0 0 0,-1-1 0 0 0,1 1-1 0 0,1 4 1 0 0,-1-1 20 0 0,0 0-1 0 0,-1 1 1 0 0,0-1 0 0 0,0 1-1 0 0,-1-1 1 0 0,0 1 0 0 0,0-1-1 0 0,0 1 1 0 0,-1-1 0 0 0,0 1-1 0 0,0-1 1 0 0,-2 8 0 0 0,-5 12 304 0 0,-17 35 1 0 0,18-45-284 0 0,0 0-1 0 0,1 1 0 0 0,0 0 0 0 0,1 0 0 0 0,-4 35 1 0 0,8-50-136 0 0,1 1-1 0 0,0 0 1 0 0,0-1 0 0 0,0 1 0 0 0,0 0 0 0 0,0-1 0 0 0,1 1 0 0 0,-1 0 0 0 0,1-1 0 0 0,0 1 0 0 0,-1-1 0 0 0,1 1 0 0 0,0-1 0 0 0,1 1 0 0 0,-1-1 0 0 0,0 0 0 0 0,1 1 0 0 0,-1-1 0 0 0,1 0 0 0 0,0 0 0 0 0,0 0 0 0 0,-1 0 0 0 0,2 0 0 0 0,-1-1 0 0 0,0 1 0 0 0,0-1 0 0 0,0 1 0 0 0,1-1 0 0 0,-1 0 0 0 0,0 0 0 0 0,1 0 0 0 0,-1 0 0 0 0,1 0 0 0 0,4 1 0 0 0,2-1-429 0 0,0-1 1 0 0,0 1-1 0 0,0-1 0 0 0,1-1 1 0 0,-1 0-1 0 0,0 0 1 0 0,0-1-1 0 0,17-5 0 0 0,0-1-6461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7.7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63 4609 0 0,'15'0'2439'0'0,"1"-1"0"0"0,-1-1 0 0 0,20-5 0 0 0,42-15 273 0 0,21-5-4871 0 0,-80 23-3245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7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3225 0 0,'-2'3'288'0'0,"2"-1"-288"0"0,0-1 0 0 0,6 3 1920 0 0,-5-1-864 0 0,5 1 1 0 0,2 1 79 0 0,5-1 16 0 0,2-3 8 0 0,3-1 1 0 0,1-1-969 0 0,2-5-192 0 0,2 1 0 0 0,-1-2-72 0 0,5 4 72 0 0,-5-2 0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8.3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0 6449 0 0,'-7'4'10832'0'0,"-6"40"-9811"0"0,2 1 0 0 0,2 0 1 0 0,2 1-1 0 0,-2 69 0 0 0,10-99-1003 0 0,0 0-1 0 0,1 1 1 0 0,0-1 0 0 0,1 0-1 0 0,1 0 1 0 0,1-1 0 0 0,7 18 0 0 0,-7-22-5 0 0,0-1 0 0 0,1 0 1 0 0,0-1-1 0 0,1 1 1 0 0,0-1-1 0 0,0 0 1 0 0,1-1-1 0 0,0 0 1 0 0,1 0-1 0 0,0-1 1 0 0,13 9-1 0 0,-16-12-117 0 0,0-1-1 0 0,0 1 0 0 0,1-1 1 0 0,0-1-1 0 0,-1 1 0 0 0,1-1 1 0 0,12 2-1 0 0,-14-3-406 0 0,0-1 0 0 0,-1 0 0 0 0,1 0 0 0 0,0 0 0 0 0,-1 0 0 0 0,1-1 0 0 0,7-2 0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8.8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 11522 0 0,'11'0'3208'0'0,"10"1"2924"0"0,-21-1-6055 0 0,1 0 1 0 0,0 1 0 0 0,-1-1 0 0 0,1 1-1 0 0,-1-1 1 0 0,1 0 0 0 0,-1 1 0 0 0,1-1-1 0 0,-1 1 1 0 0,1-1 0 0 0,-1 1 0 0 0,0-1 0 0 0,1 1-1 0 0,-1 0 1 0 0,0-1 0 0 0,1 1 0 0 0,-1-1-1 0 0,0 1 1 0 0,0 0 0 0 0,0-1 0 0 0,1 1 0 0 0,-1 0-1 0 0,0-1 1 0 0,0 1 0 0 0,0 0 0 0 0,0-1-1 0 0,0 1 1 0 0,0 0 0 0 0,3-5-25 0 0,-1 2-80 0 0,0-1-8 0 0,1-1 1 0 0,0 1 0 0 0,-1-1 0 0 0,0 0-1 0 0,1 0 1 0 0,-2 0 0 0 0,1 0 0 0 0,0 0 0 0 0,-1 0-1 0 0,2-9 1 0 0,-2 10-274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9.5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9218 0 0,'0'0'707'0'0,"2"0"-492"0"0,-1 1 0 0 0,1-1 0 0 0,-1 1 0 0 0,0 0 0 0 0,0-1 0 0 0,1 1 0 0 0,-1 0-1 0 0,0 0 1 0 0,0 0 0 0 0,0 0 0 0 0,0 0 0 0 0,0 0 0 0 0,0 0 0 0 0,0 0 0 0 0,-1 0 0 0 0,2 3 0 0 0,13 22 1846 0 0,-15-25-1890 0 0,9 18 489 0 0,-1 1 1 0 0,-2 0-1 0 0,0 0 0 0 0,-1 1 0 0 0,-1 0 0 0 0,2 27 0 0 0,-1 131-442 0 0,-5-132-161 0 0,0-26-347 0 0,-3 72-1729 0 0,2-82 935 0 0,-1 1 0 0 0,-1-1 0 0 0,-4 14 0 0 0,2-14-249 0 0,-2-2-18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49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0 228 4145 0 0,'1'-9'354'0'0,"0"0"-1"0"0,1 0 1 0 0,0 0-1 0 0,1 0 1 0 0,0 0 0 0 0,0 1-1 0 0,1-1 1 0 0,-1 1-1 0 0,2 0 1 0 0,0 0 0 0 0,0 1-1 0 0,6-9 1 0 0,0 5 85 0 0,0 1 0 0 0,1 0 0 0 0,0 1 1 0 0,0 0-1 0 0,1 1 0 0 0,1 0 0 0 0,-1 1 1 0 0,1 0-1 0 0,0 1 0 0 0,0 1 0 0 0,1 0 0 0 0,0 1 1 0 0,0 1-1 0 0,0 0 0 0 0,0 1 0 0 0,0 1 0 0 0,1 0 1 0 0,-1 1-1 0 0,0 0 0 0 0,24 5 0 0 0,-38-5-421 0 0,1 1 0 0 0,-1 0-1 0 0,1-1 1 0 0,0 1 0 0 0,-1 0-1 0 0,0 0 1 0 0,1 0 0 0 0,-1 0-1 0 0,1 0 1 0 0,-1 0 0 0 0,0 0-1 0 0,0 0 1 0 0,0 1 0 0 0,0-1 0 0 0,0 1-1 0 0,0-1 1 0 0,0 0 0 0 0,0 1-1 0 0,0 0 1 0 0,-1-1 0 0 0,1 1-1 0 0,-1-1 1 0 0,1 1 0 0 0,-1 0-1 0 0,1-1 1 0 0,-1 1 0 0 0,0 0 0 0 0,0-1-1 0 0,0 1 1 0 0,0 0 0 0 0,0 0-1 0 0,0-1 1 0 0,-1 1 0 0 0,1 0-1 0 0,-1 2 1 0 0,-2 10 92 0 0,-1 0 0 0 0,0-1 0 0 0,-9 19 1 0 0,8-18 162 0 0,-5 10-58 0 0,-16 50-95 0 0,24-69-109 0 0,1-1 1 0 0,0 0-1 0 0,1 1 0 0 0,-1-1 1 0 0,1 1-1 0 0,-1-1 0 0 0,2 1 1 0 0,-1-1-1 0 0,0 1 0 0 0,1-1 1 0 0,0 1-1 0 0,0-1 0 0 0,2 8 1 0 0,0-9 66 0 0,-1 0 0 0 0,1 0 1 0 0,-1 0-1 0 0,1-1 0 0 0,0 1 1 0 0,0-1-1 0 0,0 1 1 0 0,0-1-1 0 0,1 0 0 0 0,-1 0 1 0 0,0-1-1 0 0,1 1 0 0 0,0-1 1 0 0,-1 1-1 0 0,8 0 0 0 0,61 11 1052 0 0,-68-12-1096 0 0,10 0-66 0 0,0-1 0 0 0,0 0-1 0 0,24-4 1 0 0,-8 1-6407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0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3681 0 0,'9'0'722'0'0,"2"-1"1215"0"0,0 1 0 0 0,0 1 0 0 0,0 0 0 0 0,1 0 0 0 0,11 4-1 0 0,-19-4-1399 0 0,-1 1 0 0 0,0-1 0 0 0,1 1-1 0 0,-1-1 1 0 0,0 1 0 0 0,0 0 0 0 0,0 1-1 0 0,0-1 1 0 0,0 0 0 0 0,3 5 0 0 0,12 24 382 0 0,-12-15-767 0 0,-1 1 1 0 0,-1 0 0 0 0,-1 0 0 0 0,0 0 0 0 0,0 24 0 0 0,-6 90-90 0 0,1-7 106 0 0,4-93-1038 0 0,9 46 0 0 0,-4-43-7099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0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 3225 0 0,'9'-7'16339'0'0,"-4"20"-16063"0"0,0-1-1 0 0,-2 1 0 0 0,0 0 1 0 0,0 0-1 0 0,-1 0 1 0 0,0 0-1 0 0,-1 0 0 0 0,-1 16 1 0 0,6 47-29 0 0,18 42-283 0 0,-15-91-165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2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78 6449 0 0,'16'-26'11677'0'0,"-15"26"-11093"0"0,1-1 0 0 0,-1 0 0 0 0,0 0 0 0 0,3 0-1 0 0,13 0-494 0 0,17 22 2227 0 0,-33-19-2307 0 0,0 0 0 0 0,1 0 0 0 0,-1 0 0 0 0,0 0 0 0 0,0 0 0 0 0,0 0 0 0 0,0 1 0 0 0,-1-1 0 0 0,1 0 0 0 0,-1 0 0 0 0,1 1 0 0 0,-1-1 0 0 0,0 0 0 0 0,0 1 0 0 0,0-1 0 0 0,0 0 0 0 0,0 4 0 0 0,0-1 0 0 0,2 29-9 0 0,1 0 0 0 0,2 0 0 0 0,2 0 0 0 0,1-1 0 0 0,14 37 0 0 0,-17-57 0 0 0,0 1 0 0 0,1-1 0 0 0,1-1 0 0 0,0 1 0 0 0,1-1 0 0 0,0 0 0 0 0,1-1 0 0 0,0 0 0 0 0,1-1 0 0 0,0 1 0 0 0,1-2 0 0 0,0 0 0 0 0,0 0 0 0 0,1-1 0 0 0,13 8 0 0 0,-19-13-8 0 0,0-1 1 0 0,0 1-1 0 0,0-1 0 0 0,0 0 0 0 0,0 0 1 0 0,1-1-1 0 0,-1 0 0 0 0,0 0 0 0 0,1-1 1 0 0,-1 1-1 0 0,1-1 0 0 0,-1-1 0 0 0,1 1 1 0 0,-1-1-1 0 0,13-3 0 0 0,-11 1-16 0 0,0 0-1 0 0,-1-1 0 0 0,1 0 1 0 0,-1 0-1 0 0,1-1 0 0 0,-1 0 1 0 0,0 0-1 0 0,-1 0 1 0 0,0-1-1 0 0,11-12 0 0 0,-6 4-6 0 0,-1 0-1 0 0,0-1 1 0 0,-1 0-1 0 0,-1 0 0 0 0,0-1 1 0 0,-1 0-1 0 0,-1 0 1 0 0,-1-1-1 0 0,0 0 1 0 0,-1 0-1 0 0,2-22 1 0 0,-1-72 140 0 0,-4 62 61 0 0,9-63 1 0 0,-8 107 144 0 0,-1 11-176 0 0,0 18-207 0 0,3 88 195 0 0,4-1 0 0 0,6-1 0 0 0,34 140 0 0 0,-44-235-587 0 0,1-1 0 0 0,1 1 0 0 0,0-1 1 0 0,16 26-1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3.3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0 103 7834 0 0,'2'-3'436'0'0,"0"1"0"0"0,0-1 0 0 0,0 1 0 0 0,0-1 0 0 0,0 1 0 0 0,0 0 0 0 0,1 0 0 0 0,-1 0 0 0 0,1 0 0 0 0,3-1 0 0 0,2-3 361 0 0,5-4 882 0 0,0 1-1 0 0,27-15 1 0 0,-31 20-1354 0 0,0-1 1 0 0,0 1-1 0 0,0 1 1 0 0,1 0-1 0 0,0 0 0 0 0,0 1 1 0 0,-1 1-1 0 0,1-1 0 0 0,19 1 1 0 0,-26 1-310 0 0,-1 0 1 0 0,0 1 0 0 0,1-1 0 0 0,-1 1 0 0 0,0-1 0 0 0,0 1-1 0 0,0 0 1 0 0,1 0 0 0 0,-1 0 0 0 0,0 0 0 0 0,0 0-1 0 0,0 0 1 0 0,-1 1 0 0 0,1-1 0 0 0,0 1 0 0 0,0-1 0 0 0,-1 1-1 0 0,1-1 1 0 0,1 4 0 0 0,0-1-8 0 0,-1 1 0 0 0,1-1 0 0 0,-1 0 0 0 0,-1 1 0 0 0,1 0 0 0 0,-1 0 0 0 0,1-1 0 0 0,0 10 0 0 0,-1 4 7 0 0,0 0 1 0 0,-1 0-1 0 0,-5 35 0 0 0,-33 131 758 0 0,37-183-770 0 0,1 0 0 0 0,0-1 0 0 0,0 1 0 0 0,0-1-1 0 0,0 1 1 0 0,0 0 0 0 0,0-1 0 0 0,0 1 0 0 0,0 0 0 0 0,0-1 0 0 0,0 1 0 0 0,1-1 0 0 0,-1 1 0 0 0,0 0-1 0 0,0-1 1 0 0,0 1 0 0 0,1-1 0 0 0,-1 1 0 0 0,0 0 0 0 0,1-1 0 0 0,-1 1 0 0 0,1-1 0 0 0,-1 1 0 0 0,0-1 0 0 0,1 0-1 0 0,-1 1 1 0 0,1-1 0 0 0,0 1 0 0 0,19 0 93 0 0,24-16-1228 0 0,-42 14 888 0 0,22-10-5058 0 0,3-4-1797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3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33 1840 0 0,'67'-5'15716'0'0,"8"-6"-10403"0"0,-34 4-6220 0 0,1 2 0 0 0,77 0 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4.1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86 5985 0 0,'-2'0'315'0'0,"0"1"0"0"0,-1-1 0 0 0,1 1 0 0 0,-1-1 0 0 0,1 1 0 0 0,0 0 1 0 0,0 0-1 0 0,0 0 0 0 0,-1 1 0 0 0,1-1 0 0 0,0 0 0 0 0,0 1 0 0 0,1-1 0 0 0,-1 1 0 0 0,0 0 0 0 0,0 0 0 0 0,-2 3 0 0 0,-22 37 2283 0 0,24-39-2477 0 0,-10 23 204 0 0,0 0 0 0 0,2 2 1 0 0,1-1-1 0 0,2 1 0 0 0,0 0 0 0 0,2 1 0 0 0,1-1 0 0 0,1 1 1 0 0,2 0-1 0 0,2 32 0 0 0,0-50-277 0 0,1 0 1 0 0,0 0-1 0 0,1-1 1 0 0,0 1-1 0 0,0-1 0 0 0,2 1 1 0 0,-1-1-1 0 0,1 0 1 0 0,0-1-1 0 0,1 1 1 0 0,0-1-1 0 0,1 0 1 0 0,0-1-1 0 0,0 1 0 0 0,1-1 1 0 0,0-1-1 0 0,1 0 1 0 0,16 12-1 0 0,-17-14 36 0 0,-1-1 0 0 0,1 0-1 0 0,0 0 1 0 0,-1-1 0 0 0,2 0 0 0 0,-1 0-1 0 0,0-1 1 0 0,1 0 0 0 0,-1 0 0 0 0,1-1-1 0 0,-1 0 1 0 0,1-1 0 0 0,0 0 0 0 0,-1 0-1 0 0,1-1 1 0 0,-1 0 0 0 0,1 0 0 0 0,-1-1-1 0 0,1 0 1 0 0,-1-1 0 0 0,0 1 0 0 0,0-2-1 0 0,0 1 1 0 0,11-8 0 0 0,-11 6 17 0 0,-1 0-1 0 0,0 0 1 0 0,0-1 0 0 0,-1 1-1 0 0,1-2 1 0 0,-1 1 0 0 0,-1-1 0 0 0,1 0-1 0 0,-1 0 1 0 0,0 0 0 0 0,-1-1-1 0 0,0 0 1 0 0,6-14 0 0 0,-7 10-15 0 0,0 1 0 0 0,0 0 1 0 0,-2-1-1 0 0,1 1 0 0 0,-1-1 1 0 0,-1 0-1 0 0,0 1 0 0 0,-1-1 0 0 0,0 1 1 0 0,-3-14-1 0 0,-3-4-29 0 0,-1 1-1 0 0,-1 0 1 0 0,-2 0-1 0 0,-1 1 1 0 0,-1 0-1 0 0,-1 1 1 0 0,-1 1-1 0 0,-1 0 1 0 0,-2 1-1 0 0,0 1 1 0 0,-1 0-1 0 0,-2 2 1 0 0,0 0-1 0 0,-1 1 1 0 0,-29-19-1 0 0,45 35-425 0 0,0-1 0 0 0,0 1 0 0 0,0 1-1 0 0,-1-1 1 0 0,0 1 0 0 0,-7-2 0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4.4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40 11058 0 0,'-5'0'543'0'0,"1"0"-1"0"0,-1 1 0 0 0,0-1 1 0 0,1 1-1 0 0,-1 0 0 0 0,0 0 0 0 0,-11 9 5352 0 0,52-15-4885 0 0,112-30-131 0 0,-47 21-3955 0 0,-89 14 763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4.6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51 8754 0 0,'-4'3'384'0'0,"2"-1"88"0"0,2 0-376 0 0,0-1-96 0 0,2 1 0 0 0,0-2 0 0 0,1 0 440 0 0,3 2 72 0 0,4 0 8 0 0,6-4 9 0 0,3-2 63 0 0,4-1 16 0 0,3-4 0 0 0,-2 1 0 0 0,1-3-496 0 0,1 3-112 0 0,-2-1 0 0 0,1 0 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5.0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12 8754 0 0,'-4'-3'282'0'0,"4"2"-180"0"0,0 1-1 0 0,0-1 1 0 0,-1 1-1 0 0,1-1 0 0 0,0 1 1 0 0,0 0-1 0 0,-1-1 1 0 0,1 1-1 0 0,0 0 1 0 0,0-1-1 0 0,-1 1 1 0 0,1 0-1 0 0,0-1 1 0 0,-1 1-1 0 0,1 0 1 0 0,-1-1-1 0 0,1 1 0 0 0,0 0 1 0 0,-1 0-1 0 0,1 0 1 0 0,-1 0-1 0 0,1-1 1 0 0,-1 1-1 0 0,1 0 1 0 0,-1 0-1 0 0,1 0 1 0 0,0 0-1 0 0,-1 0 0 0 0,1 0 1 0 0,-1 0-1 0 0,-5 3 2469 0 0,5 1-1180 0 0,-1 16-789 0 0,0 0 0 0 0,1 0 0 0 0,1 0 1 0 0,1 0-1 0 0,0 0 0 0 0,2 0 0 0 0,0 0 0 0 0,2-1 0 0 0,9 29 1 0 0,-8-30-595 0 0,1 0 1 0 0,1-1-1 0 0,0 0 1 0 0,2 0-1 0 0,-1-1 1 0 0,2-1-1 0 0,0 0 1 0 0,1 0-1 0 0,1-1 1 0 0,20 18-1 0 0,-29-28-115 0 0,1-1 0 0 0,0 1 0 0 0,0-1 0 0 0,0 0 0 0 0,1-1 0 0 0,-1 1 0 0 0,1-1 0 0 0,-1 0 0 0 0,1-1 0 0 0,0 1 0 0 0,-1-1 0 0 0,1 0 0 0 0,10 0 0 0 0,7-1-1155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5.2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57 7370 0 0,'0'-2'567'0'0,"0"-1"1"0"0,0 1 0 0 0,1 0 0 0 0,-1 0 0 0 0,0 0 0 0 0,1 1-1 0 0,0-1 1 0 0,-1 0 0 0 0,1 0 0 0 0,0 0 0 0 0,2-3 0 0 0,17-13 1706 0 0,5 8-4081 0 0,0 9-3619 0 0,-16 2 2962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5.7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90 7370 0 0,'0'-1'97'0'0,"0"-1"1"0"0,1 1-1 0 0,-1 0 1 0 0,0 0-1 0 0,0 0 1 0 0,0-1-1 0 0,1 1 1 0 0,-1 0-1 0 0,1 0 1 0 0,-1 0-1 0 0,1 0 1 0 0,-1 0 0 0 0,1 0-1 0 0,0 0 1 0 0,-1 0-1 0 0,1 0 1 0 0,0 0-1 0 0,0 0 1 0 0,0 0-1 0 0,1-1 1 0 0,20-18 1358 0 0,-14 14-1006 0 0,0 1-1 0 0,0 0 1 0 0,1 0-1 0 0,-1 1 0 0 0,1 0 1 0 0,0 1-1 0 0,0 0 1 0 0,0 0-1 0 0,1 1 0 0 0,-1 0 1 0 0,0 0-1 0 0,1 1 1 0 0,0 1-1 0 0,-1-1 0 0 0,16 3 1 0 0,-21-2-376 0 0,1 1 0 0 0,0 0 0 0 0,0 0 0 0 0,-1 0 0 0 0,1 0 0 0 0,0 1 0 0 0,-1 0 0 0 0,1 0 0 0 0,-1 0 0 0 0,0 0 0 0 0,0 1 0 0 0,0 0 0 0 0,0 0 0 0 0,0 0 0 0 0,-1 0 0 0 0,1 1 0 0 0,-1-1 0 0 0,0 1 0 0 0,0 0 0 0 0,0 0 0 0 0,0 0 0 0 0,-1 0 0 0 0,0 0 0 0 0,0 1 0 0 0,0-1 0 0 0,0 1 0 0 0,-1-1 0 0 0,1 1 0 0 0,-1 0 0 0 0,-1 0 0 0 0,1-1 0 0 0,0 7 0 0 0,-1 4-40 0 0,0 0 0 0 0,-1 0 0 0 0,0 0 0 0 0,-1 0 1 0 0,-1-1-1 0 0,-7 24 0 0 0,-38 79 128 0 0,32-83 154 0 0,-23 72 1 0 0,38-103-253 0 0,0 0 1 0 0,0 0-1 0 0,1 0 1 0 0,-1 1 0 0 0,1-1-1 0 0,0 0 1 0 0,0 0-1 0 0,0 1 1 0 0,0-1 0 0 0,0 0-1 0 0,2 6 1 0 0,-1-8-46 0 0,-1 0 1 0 0,0-1 0 0 0,1 1-1 0 0,-1-1 1 0 0,0 1 0 0 0,1 0-1 0 0,-1-1 1 0 0,1 1-1 0 0,-1-1 1 0 0,1 1 0 0 0,0-1-1 0 0,-1 1 1 0 0,1-1-1 0 0,-1 0 1 0 0,1 1 0 0 0,0-1-1 0 0,-1 0 1 0 0,1 1 0 0 0,0-1-1 0 0,-1 0 1 0 0,2 0-1 0 0,0 0-10 0 0,0 1-1 0 0,1-1 0 0 0,-1-1 1 0 0,0 1-1 0 0,0 0 1 0 0,0 0-1 0 0,0-1 0 0 0,0 1 1 0 0,1-1-1 0 0,1-1 1 0 0,85-39 105 0 0,-35 15-1993 0 0,-23 12-5681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6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0 2745 0 0,'-26'2'8424'0'0,"26"0"-8150"0"0,-6 21 6284 0 0,7-9-5947 0 0,16 62 2369 0 0,13 87-1876 0 0,-27-129-1207 0 0,2 22-305 0 0,2 1-1 0 0,21 80 0 0 0,-22-113-4826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6.4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7 210 8290 0 0,'-1'-6'227'0'0,"-1"0"1"0"0,1 0-1 0 0,0 1 1 0 0,0-1 0 0 0,1 0-1 0 0,0 0 1 0 0,0 0-1 0 0,0 0 1 0 0,1 1-1 0 0,-1-1 1 0 0,1 0-1 0 0,1 0 1 0 0,-1 1 0 0 0,1-1-1 0 0,0 1 1 0 0,1-1-1 0 0,-1 1 1 0 0,4-6-1 0 0,-2 4 86 0 0,0 0-1 0 0,1 1 0 0 0,-1-1 1 0 0,2 1-1 0 0,-1 0 0 0 0,0 0 1 0 0,1 0-1 0 0,0 1 0 0 0,1 0 0 0 0,-1 0 1 0 0,1 1-1 0 0,0-1 0 0 0,7-2 1 0 0,-10 5-232 0 0,1 0 0 0 0,-1 0 1 0 0,1 0-1 0 0,-1 1 0 0 0,1-1 1 0 0,-1 1-1 0 0,1 1 0 0 0,0-1 1 0 0,-1 1-1 0 0,1-1 0 0 0,0 1 1 0 0,0 0-1 0 0,-1 1 0 0 0,1-1 1 0 0,0 1-1 0 0,-1 0 0 0 0,1 0 0 0 0,-1 1 1 0 0,1-1-1 0 0,-1 1 0 0 0,1 0 1 0 0,-1 0-1 0 0,5 4 0 0 0,-6-4-78 0 0,-1 1 0 0 0,0-1-1 0 0,-1 0 1 0 0,1 1 0 0 0,0-1-1 0 0,-1 1 1 0 0,1-1 0 0 0,-1 1-1 0 0,0 0 1 0 0,0-1 0 0 0,0 1-1 0 0,0 0 1 0 0,-1 0 0 0 0,1 0-1 0 0,-1 0 1 0 0,1 0 0 0 0,-1 0-1 0 0,0 0 1 0 0,0-1 0 0 0,0 1-1 0 0,-1 0 1 0 0,1 0 0 0 0,-1 0-1 0 0,0 0 1 0 0,-1 3 0 0 0,-1 7 3 0 0,-1-1-1 0 0,-1-1 1 0 0,0 1 0 0 0,-10 17 0 0 0,-50 61 107 0 0,49-71-55 0 0,1 0-1 0 0,1 2 0 0 0,1-1 1 0 0,1 2-1 0 0,-11 25 1 0 0,22-46 22 0 0,1 1 0 0 0,-1-1 0 0 0,1 0 1 0 0,0 0-1 0 0,-1 0 0 0 0,1 1 1 0 0,0-1-1 0 0,0 0 0 0 0,0 0 1 0 0,-1 0-1 0 0,1 1 0 0 0,1-1 1 0 0,-1 0-1 0 0,0 0 0 0 0,0 1 1 0 0,0-1-1 0 0,1 0 0 0 0,-1 0 1 0 0,1 2-1 0 0,0-2-29 0 0,0 0 0 0 0,-1-1 0 0 0,1 1 0 0 0,0 0 0 0 0,0-1 0 0 0,0 1-1 0 0,-1-1 1 0 0,1 1 0 0 0,0-1 0 0 0,0 0 0 0 0,0 1 0 0 0,0-1 0 0 0,0 0 0 0 0,0 0 0 0 0,0 1 0 0 0,0-1 0 0 0,0 0-1 0 0,0 0 1 0 0,1 0 0 0 0,8-1 85 0 0,0-1 1 0 0,0 0-1 0 0,-1 0 0 0 0,13-4 0 0 0,-1 0-251 0 0,-4 2-406 0 0,1 2 1 0 0,0 1-1 0 0,34 1 1 0 0,-29 1-902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56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89 6913 0 0,'0'-4'423'0'0,"1"-1"0"0"0,-1 0 0 0 0,1 1 0 0 0,0-1 0 0 0,1 0 0 0 0,-1 1 0 0 0,1-1 0 0 0,0 1 0 0 0,0 0 0 0 0,0 0 0 0 0,1 0 0 0 0,3-5 0 0 0,-4 6-172 0 0,0 1 1 0 0,1 0-1 0 0,-1 0 0 0 0,0 0 0 0 0,1 0 1 0 0,0 0-1 0 0,-1 0 0 0 0,1 1 1 0 0,0-1-1 0 0,0 1 0 0 0,0 0 1 0 0,0 0-1 0 0,0 0 0 0 0,0 0 0 0 0,0 1 1 0 0,0-1-1 0 0,0 1 0 0 0,1 0 1 0 0,-1 0-1 0 0,0 0 0 0 0,0 0 1 0 0,0 0-1 0 0,0 1 0 0 0,5 0 0 0 0,-6 0-155 0 0,1 0 0 0 0,0 0 0 0 0,-1-1 0 0 0,1 2 0 0 0,-1-1 0 0 0,1 0 0 0 0,-1 0 0 0 0,1 1 0 0 0,-1 0 0 0 0,0-1 0 0 0,0 1 0 0 0,0 0 0 0 0,0 0-1 0 0,0 0 1 0 0,0 0 0 0 0,0 0 0 0 0,-1 1 0 0 0,1-1 0 0 0,-1 0 0 0 0,1 1 0 0 0,-1-1 0 0 0,0 1 0 0 0,0 0 0 0 0,0-1 0 0 0,-1 1 0 0 0,1 0 0 0 0,0 5 0 0 0,0 18-157 0 0,-2 0 1 0 0,0 0 0 0 0,-2 0-1 0 0,0-1 1 0 0,-8 27 0 0 0,6-34 172 0 0,-1 0 0 0 0,0 0 0 0 0,-1 0 0 0 0,-1-1 0 0 0,-1 0 0 0 0,0 0 0 0 0,-18 22 0 0 0,25-37-64 0 0,1-1-1 0 0,0 1 1 0 0,0 0-1 0 0,-1-1 0 0 0,1 1 1 0 0,0 0-1 0 0,0-1 1 0 0,1 1-1 0 0,-1 0 0 0 0,0 0 1 0 0,1 0-1 0 0,-1 0 0 0 0,1 0 1 0 0,0 0-1 0 0,-1 0 1 0 0,1 2-1 0 0,1-3-30 0 0,-1 0 0 0 0,1 0 0 0 0,-1 0-1 0 0,1 0 1 0 0,-1-1 0 0 0,1 1 0 0 0,0 0 0 0 0,-1 0 0 0 0,1-1 0 0 0,0 1-1 0 0,0 0 1 0 0,0-1 0 0 0,-1 1 0 0 0,1-1 0 0 0,0 1 0 0 0,0-1-1 0 0,0 0 1 0 0,0 1 0 0 0,0-1 0 0 0,0 0 0 0 0,0 1 0 0 0,0-1 0 0 0,0 0-1 0 0,0 0 1 0 0,0 0 0 0 0,0 0 0 0 0,0 0 0 0 0,0 0 0 0 0,0 0-1 0 0,0 0 1 0 0,0-1 0 0 0,1 1 0 0 0,233-36 933 0 0,-179 25-916 0 0,-25 5-1102 0 0,32-11 0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01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69 920 0 0,'-3'-6'390'0'0,"0"1"0"0"0,-1 0 1 0 0,1 1-1 0 0,-1-1 0 0 0,-1 1 0 0 0,1 0 0 0 0,0-1 0 0 0,-9-4 0 0 0,-12-13 4304 0 0,28 48 312 0 0,-1 0-4490 0 0,10 66 480 0 0,-7-43-787 0 0,19 75 0 0 0,-20-110-212 0 0,0 0 1 0 0,1 0-1 0 0,1-1 1 0 0,0 0-1 0 0,0 0 1 0 0,2-1-1 0 0,0 1 1 0 0,0-2-1 0 0,19 22 0 0 0,-24-30-2 0 0,0 0-1 0 0,1 0 0 0 0,-1 0 1 0 0,1 0-1 0 0,-1-1 0 0 0,1 0 0 0 0,0 1 1 0 0,0-1-1 0 0,0-1 0 0 0,0 1 1 0 0,1 0-1 0 0,-1-1 0 0 0,0 0 1 0 0,1 0-1 0 0,-1 0 0 0 0,1-1 0 0 0,-1 1 1 0 0,0-1-1 0 0,1 0 0 0 0,-1-1 1 0 0,10-1-1 0 0,-3-1-11 0 0,-1 0 0 0 0,1-1 0 0 0,-1-1 1 0 0,0 0-1 0 0,0 0 0 0 0,0-1 0 0 0,15-12 0 0 0,-12 8 65 0 0,0 0 0 0 0,-2-1 0 0 0,1 0 0 0 0,-1-1 0 0 0,-1 0 0 0 0,0-1-1 0 0,-1 0 1 0 0,0 0 0 0 0,11-25 0 0 0,-10 14 24 0 0,-1-2-1 0 0,-1 1 1 0 0,-1-1-1 0 0,7-53 1 0 0,-13 77-37 0 0,1-15 510 0 0,0 1 0 0 0,1-1 0 0 0,1 1 0 0 0,12-31 0 0 0,0 103 1119 0 0,-10-26-1620 0 0,6 30 333 0 0,2 0 1 0 0,41 106 0 0 0,-48-151-345 0 0,3 10-411 0 0,1 0 0 0 0,2-1 0 0 0,28 42 0 0 0,-25-46-7017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32.5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436 129 5529 0 0,'-10'4'227'0'0,"1"1"1"0"0,0 1-1 0 0,0-1 0 0 0,0 1 1 0 0,1 1-1 0 0,-13 11 0 0 0,17-14 86 0 0,0 1-1 0 0,0-1 1 0 0,0 1-1 0 0,0 0 1 0 0,1 0 0 0 0,0 1-1 0 0,0-1 1 0 0,0 1-1 0 0,1-1 1 0 0,0 1 0 0 0,0 0-1 0 0,-2 9 1 0 0,4-14-228 0 0,-1-1 0 0 0,1 1 1 0 0,0-1-1 0 0,0 0 1 0 0,0 1-1 0 0,-1-1 0 0 0,1 1 1 0 0,0-1-1 0 0,0 0 0 0 0,0 1 1 0 0,0-1-1 0 0,0 1 1 0 0,0-1-1 0 0,0 1 0 0 0,0-1 1 0 0,0 0-1 0 0,0 1 0 0 0,0-1 1 0 0,0 1-1 0 0,0-1 1 0 0,0 1-1 0 0,1-1 0 0 0,-1 0 1 0 0,0 1-1 0 0,0-1 1 0 0,0 1-1 0 0,1-1 0 0 0,-1 0 1 0 0,0 1-1 0 0,0-1 0 0 0,1 0 1 0 0,-1 1-1 0 0,0-1 1 0 0,1 0-1 0 0,-1 0 0 0 0,0 1 1 0 0,1-1-1 0 0,-1 0 0 0 0,0 0 1 0 0,1 1-1 0 0,-1-1 1 0 0,1 0-1 0 0,-1 0 0 0 0,0 0 1 0 0,1 0-1 0 0,-1 0 0 0 0,1 0 1 0 0,-1 0-1 0 0,1 0 1 0 0,-1 0-1 0 0,0 0 0 0 0,1 0 1 0 0,-1 0-1 0 0,1 0 0 0 0,-1 0 1 0 0,1 0-1 0 0,-1 0 1 0 0,0 0-1 0 0,1 0 0 0 0,-1-1 1 0 0,1 1-1 0 0,1-1 149 0 0,0 0 0 0 0,0 0 0 0 0,0-1 0 0 0,0 1 1 0 0,0 0-1 0 0,0-1 0 0 0,-1 0 0 0 0,1 1 0 0 0,0-1 0 0 0,1-2 0 0 0,0-3-143 0 0,0 1 0 0 0,0-1 0 0 0,-1 0 0 0 0,1 0 0 0 0,-1-1 0 0 0,-1 1 0 0 0,0 0 0 0 0,0-1 0 0 0,0 1 0 0 0,-1 0 0 0 0,0-1 0 0 0,0 1-1 0 0,-1-1 1 0 0,0 1 0 0 0,0 0 0 0 0,-1-1 0 0 0,0 1 0 0 0,0 0 0 0 0,-1 0 0 0 0,1 0 0 0 0,-2 0 0 0 0,1 1 0 0 0,-8-12 0 0 0,7 13-84 0 0,1 0 0 0 0,-1-1 0 0 0,0 1 0 0 0,-1 1 0 0 0,1-1 0 0 0,-1 1 0 0 0,0-1 0 0 0,0 2 0 0 0,-1-1 1 0 0,1 0-1 0 0,-1 1 0 0 0,1 0 0 0 0,-1 0 0 0 0,0 1 0 0 0,0 0 0 0 0,0 0 0 0 0,-1 0 0 0 0,1 0 0 0 0,0 1 0 0 0,-1 0 0 0 0,1 1 0 0 0,-1 0 0 0 0,1 0 0 0 0,-1 0 0 0 0,1 0 0 0 0,-1 1 1 0 0,-8 2-1 0 0,7 0-60 0 0,-1 1 0 0 0,1-1 0 0 0,0 1 1 0 0,0 1-1 0 0,0-1 0 0 0,0 1 0 0 0,1 1 0 0 0,0-1 1 0 0,0 1-1 0 0,1 0 0 0 0,-1 1 0 0 0,1 0 1 0 0,1 0-1 0 0,-1 0 0 0 0,1 1 0 0 0,-5 11 1 0 0,7-14 36 0 0,0 0 0 0 0,1 1 0 0 0,0-1 0 0 0,0 1-1 0 0,0 0 1 0 0,1-1 0 0 0,0 1 0 0 0,0 0 0 0 0,1 0 0 0 0,-1 0 0 0 0,1 0 0 0 0,1 0 0 0 0,-1 0 0 0 0,1 0 0 0 0,0 0 0 0 0,0 0 0 0 0,1-1 0 0 0,-1 1 0 0 0,1 0 0 0 0,0-1 0 0 0,1 1 0 0 0,0-1 0 0 0,0 0 0 0 0,0 0 0 0 0,7 9 0 0 0,-7-10 36 0 0,0-1 0 0 0,0 0 0 0 0,1 0-1 0 0,-1 0 1 0 0,0 0 0 0 0,1 0 0 0 0,0-1 0 0 0,0 0 0 0 0,0 0 0 0 0,0 0-1 0 0,0 0 1 0 0,0 0 0 0 0,0-1 0 0 0,0 0 0 0 0,1 0 0 0 0,-1 0 0 0 0,0 0-1 0 0,1-1 1 0 0,-1 1 0 0 0,1-1 0 0 0,5-1 0 0 0,-4 0 42 0 0,0 0 0 0 0,0-1 0 0 0,-1 1 0 0 0,1-1 0 0 0,0-1 0 0 0,-1 1 0 0 0,1-1 0 0 0,-1 0 0 0 0,0 0 0 0 0,0-1 0 0 0,0 1 0 0 0,0-1 0 0 0,-1 0 0 0 0,5-5 0 0 0,-4 4 3 0 0,-1 0-1 0 0,-1 0 0 0 0,1 0 0 0 0,-1 0 0 0 0,1-1 0 0 0,-2 1 0 0 0,1-1 0 0 0,-1 0 1 0 0,1 0-1 0 0,-1 0 0 0 0,-1 0 0 0 0,1 0 0 0 0,0-11 0 0 0,-2 13-48 0 0,0-1 0 0 0,0 1 0 0 0,-1-1 0 0 0,1 1 1 0 0,-1-1-1 0 0,0 1 0 0 0,-1 0 0 0 0,1-1 0 0 0,-1 1 0 0 0,0 0 0 0 0,1 0 0 0 0,-2 0 0 0 0,1 0 0 0 0,0 0 1 0 0,-1 1-1 0 0,0-1 0 0 0,0 1 0 0 0,0 0 0 0 0,0 0 0 0 0,-8-6 0 0 0,8 7-16 0 0,0 1 0 0 0,0-1 0 0 0,0 1 0 0 0,0-1 0 0 0,-1 1 1 0 0,1 0-1 0 0,-1 0 0 0 0,1 0 0 0 0,-1 1 0 0 0,1-1 0 0 0,-1 1 0 0 0,0 0 0 0 0,1 0 0 0 0,-1 0 0 0 0,1 1 0 0 0,-1-1 0 0 0,1 1 0 0 0,-1 0 0 0 0,1 0 0 0 0,-1 0 0 0 0,1 0 0 0 0,-4 2 1 0 0,4-1-2 0 0,-1-1 0 0 0,1 1 1 0 0,0 0-1 0 0,0 0 0 0 0,0 0 1 0 0,0 0-1 0 0,0 0 0 0 0,1 1 1 0 0,-1-1-1 0 0,0 1 0 0 0,1-1 1 0 0,0 1-1 0 0,0 0 1 0 0,0 0-1 0 0,0 0 0 0 0,0 1 1 0 0,1-1-1 0 0,-1 0 0 0 0,1 1 1 0 0,0-1-1 0 0,0 1 0 0 0,-1 3 1 0 0,3-4-7 0 0,-1 1 1 0 0,1 0-1 0 0,0-1 0 0 0,0 1 1 0 0,0-1-1 0 0,0 1 0 0 0,0-1 1 0 0,1 1-1 0 0,0-1 0 0 0,0 0 0 0 0,-1 0 1 0 0,2 0-1 0 0,-1 0 0 0 0,0 0 1 0 0,1 0-1 0 0,-1-1 0 0 0,1 1 1 0 0,0-1-1 0 0,0 0 0 0 0,0 0 1 0 0,4 3-1 0 0,5 2-25 0 0,0 0-1 0 0,0 0 1 0 0,0-1-1 0 0,18 6 0 0 0,-24-10 30 0 0,-4-1 5 0 0,0 0 1 0 0,-1 0-1 0 0,1-1 1 0 0,0 1 0 0 0,-1 0-1 0 0,1-1 1 0 0,0 1-1 0 0,0-1 1 0 0,0 0-1 0 0,0 0 1 0 0,-1 1 0 0 0,1-1-1 0 0,0 0 1 0 0,0-1-1 0 0,0 1 1 0 0,0 0 0 0 0,2-1-1 0 0,-4 0 2 0 0,0 0 1 0 0,0 1-1 0 0,0-1 0 0 0,0 0 1 0 0,0 0-1 0 0,0 0 0 0 0,-1 1 1 0 0,1-1-1 0 0,0 0 0 0 0,0 0 1 0 0,-1 0-1 0 0,1 1 0 0 0,0-1 1 0 0,-1 0-1 0 0,1 1 0 0 0,0-1 1 0 0,-1 0-1 0 0,1 1 0 0 0,-1-1 1 0 0,0 0-1 0 0,1 1 0 0 0,-1-1 1 0 0,1 1-1 0 0,-1-1 0 0 0,-1 0 1 0 0,-16-15 81 0 0,-9-6-330 0 0,-1 2 0 0 0,0 1 0 0 0,-2 1 0 0 0,0 2 0 0 0,-59-23 0 0 0,80 35-913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3:33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58 123 3225 0 0,'0'-4'463'0'0,"-2"1"0"0"0,1 0 0 0 0,0 0-1 0 0,0 0 1 0 0,-1 0 0 0 0,0 0 0 0 0,0 0 0 0 0,0 0 0 0 0,0 0 0 0 0,0 1 0 0 0,0-1 0 0 0,-1 1 0 0 0,1-1 0 0 0,-1 1 0 0 0,-2-2 0 0 0,-18-19 4052 0 0,23 22-4431 0 0,-1 1-1 0 0,1 0 1 0 0,0-1 0 0 0,0 1-1 0 0,-1 0 1 0 0,1-1 0 0 0,0 1-1 0 0,0-1 1 0 0,0 1-1 0 0,0-1 1 0 0,-1 1 0 0 0,1 0-1 0 0,0-1 1 0 0,0 1 0 0 0,0-1-1 0 0,0 1 1 0 0,0-1-1 0 0,0 1 1 0 0,0-1 0 0 0,1 1-1 0 0,-1-1 1 0 0,0 1 0 0 0,0 0-1 0 0,0-1 1 0 0,0 1-1 0 0,0-1 1 0 0,1 1 0 0 0,-1 0-1 0 0,0-1 1 0 0,0 1 0 0 0,1-1-1 0 0,-1 1 1 0 0,1-1-1 0 0,18-11 941 0 0,27-1-506 0 0,-44 12-406 0 0,12-2 207 0 0,1 0 0 0 0,-1 1 0 0 0,1 0 0 0 0,0 1 0 0 0,-1 1 0 0 0,1 0 0 0 0,23 4 0 0 0,-33-3-294 0 0,-1 0 1 0 0,1 0-1 0 0,-1 0 1 0 0,0 1-1 0 0,0-1 1 0 0,1 1-1 0 0,-1 0 1 0 0,0 1-1 0 0,-1-1 1 0 0,1 1-1 0 0,0 0 1 0 0,-1 0-1 0 0,1 0 1 0 0,-1 0-1 0 0,0 0 1 0 0,0 1-1 0 0,-1-1 1 0 0,1 1-1 0 0,0 0 1 0 0,-1 0-1 0 0,0 0 1 0 0,0 0-1 0 0,0 0 1 0 0,-1 1 0 0 0,0-1-1 0 0,1 0 1 0 0,-1 1-1 0 0,0 7 1 0 0,0-1-28 0 0,0 0 1 0 0,-1-1-1 0 0,0 1 1 0 0,-1 0 0 0 0,0 0-1 0 0,-1-1 1 0 0,-5 19-1 0 0,-3 1-58 0 0,-18 36-1 0 0,17-43 49 0 0,1-1 0 0 0,2 1 0 0 0,-8 32 1 0 0,16-55 29 0 0,-1 1 1 0 0,1-1 0 0 0,0 1-1 0 0,0 0 1 0 0,0-1 0 0 0,0 1-1 0 0,0 0 1 0 0,0-1 0 0 0,0 1 0 0 0,0-1-1 0 0,0 1 1 0 0,0 0 0 0 0,0-1-1 0 0,0 1 1 0 0,0 0 0 0 0,1-1-1 0 0,-1 1 1 0 0,0-1 0 0 0,0 1 0 0 0,1 0-1 0 0,-1-1 1 0 0,0 1 0 0 0,1-1-1 0 0,-1 1 1 0 0,0-1 0 0 0,1 1 0 0 0,-1-1-1 0 0,1 0 1 0 0,-1 1 0 0 0,1-1-1 0 0,0 1 1 0 0,1 0 15 0 0,0-1 0 0 0,0 0 0 0 0,-1 1 0 0 0,1-1 0 0 0,0 0-1 0 0,0 0 1 0 0,-1 0 0 0 0,1 0 0 0 0,0 0 0 0 0,0-1 0 0 0,3 0 0 0 0,54-22 384 0 0,-50 19-360 0 0,77-31-823 0 0,141-39 1 0 0,-216 72 147 0 0,-1 2-5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03.2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72 3681 0 0,'-9'-72'13307'0'0,"5"76"-13240"0"0,1-1 0 0 0,0 1 0 0 0,0 0 0 0 0,1 0 0 0 0,-1 0 0 0 0,1 0 0 0 0,0 0 0 0 0,0 0 0 0 0,0 0 0 0 0,0 1 0 0 0,1-1 0 0 0,0 1 0 0 0,0 0 0 0 0,0-1 0 0 0,0 10 0 0 0,-1 11-10 0 0,2 0 1 0 0,0 0-1 0 0,2 0 1 0 0,0 1-1 0 0,2-1 1 0 0,1-1-1 0 0,12 39 0 0 0,-13-51-60 0 0,1-1 0 0 0,0 1-1 0 0,0-1 1 0 0,1 0-1 0 0,1 0 1 0 0,0 0-1 0 0,0-1 1 0 0,1 0-1 0 0,0-1 1 0 0,1 0-1 0 0,0 0 1 0 0,0-1 0 0 0,1 0-1 0 0,0 0 1 0 0,1-1-1 0 0,-1-1 1 0 0,14 7-1 0 0,-19-12 32 0 0,1 0-1 0 0,-1 0 0 0 0,1 0 1 0 0,0 0-1 0 0,-1-1 0 0 0,1 0 1 0 0,0 0-1 0 0,0 0 0 0 0,-1-1 1 0 0,1 0-1 0 0,-1 0 0 0 0,1 0 1 0 0,-1-1-1 0 0,1 0 0 0 0,8-4 1 0 0,-1 0 39 0 0,-1 0 1 0 0,1-1-1 0 0,-1-1 1 0 0,-1 1 0 0 0,14-13-1 0 0,-17 11-8 0 0,0 1-1 0 0,-1-1 1 0 0,0 0-1 0 0,0 0 0 0 0,-1-1 1 0 0,-1 0-1 0 0,0 0 1 0 0,0-1-1 0 0,-1 1 1 0 0,0-1-1 0 0,-1 0 1 0 0,0 0-1 0 0,2-16 1 0 0,-3 9 55 0 0,0 0 1 0 0,-1 0-1 0 0,-1 0 1 0 0,-1 0-1 0 0,0 0 1 0 0,-1 0 0 0 0,-9-31-1 0 0,11 49-110 0 0,0 0-1 0 0,0 0 1 0 0,0-1 0 0 0,0 1-1 0 0,-1 0 1 0 0,1 0 0 0 0,0 0-1 0 0,0 0 1 0 0,0 0 0 0 0,0 0-1 0 0,0-1 1 0 0,0 1 0 0 0,0 0-1 0 0,0 0 1 0 0,-1 0 0 0 0,1 0-1 0 0,0 0 1 0 0,0-1 0 0 0,0 1-1 0 0,0 0 1 0 0,0 0 0 0 0,0 0-1 0 0,0 0 1 0 0,0-1 0 0 0,0 1-1 0 0,0 0 1 0 0,0 0 0 0 0,0 0-1 0 0,0 0 1 0 0,0-1 0 0 0,0 1-1 0 0,0 0 1 0 0,0 0 0 0 0,1 0-1 0 0,-1 0 1 0 0,0-1 0 0 0,0 1-1 0 0,0 0 1 0 0,0 0-1 0 0,0 0 1 0 0,0 0 0 0 0,0 0-1 0 0,0-1 1 0 0,1 1 0 0 0,-1 0-1 0 0,0 0 1 0 0,0 0 0 0 0,0 0-1 0 0,0 0 1 0 0,0 0 0 0 0,1 0-1 0 0,-1 0 1 0 0,0 0 0 0 0,0 0-1 0 0,0-1 1 0 0,0 1 0 0 0,1 0-1 0 0,-1 0 1 0 0,0 0 0 0 0,0 0-1 0 0,0 0 1 0 0,0 0 0 0 0,1 0-1 0 0,12 11 385 0 0,15 23 136 0 0,-20-21-508 0 0,-1 0 0 0 0,0 1 0 0 0,-1 0 1 0 0,0 1-1 0 0,5 25 0 0 0,9 80 179 0 0,-16-89-155 0 0,0 0 0 0 0,2-1 0 0 0,20 60 0 0 0,-18-72-757 0 0,1-1 0 0 0,1-1 1 0 0,0 0-1 0 0,17 22 0 0 0,-13-22-6241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34.55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484 77 8290 0 0,'0'-1'97'0'0,"-1"0"1"0"0,1 0-1 0 0,-1 0 1 0 0,1 0-1 0 0,-1-1 1 0 0,1 1-1 0 0,-1 0 0 0 0,0 0 1 0 0,1 0-1 0 0,-1 0 1 0 0,0 0-1 0 0,0 1 1 0 0,0-1-1 0 0,0 0 1 0 0,0 0-1 0 0,0 0 1 0 0,0 1-1 0 0,0-1 1 0 0,0 1-1 0 0,0-1 1 0 0,0 1-1 0 0,0-1 0 0 0,0 1 1 0 0,-2-1-1 0 0,-1 0 142 0 0,0 1-1 0 0,-1 0 0 0 0,1-1 0 0 0,0 1 1 0 0,0 1-1 0 0,0-1 0 0 0,-7 2 1 0 0,-6 2 571 0 0,-1 1 1 0 0,-24 10 0 0 0,6 0-127 0 0,0 1 1 0 0,0 1-1 0 0,2 2 0 0 0,0 2 1 0 0,1 1-1 0 0,1 1 1 0 0,-50 49-1 0 0,79-69-629 0 0,1 0-1 0 0,-1 0 0 0 0,1 0 0 0 0,-1 0 1 0 0,1 1-1 0 0,0-1 0 0 0,-1 5 0 0 0,2-8-45 0 0,1 1-1 0 0,0-1 0 0 0,0 1 0 0 0,0-1 1 0 0,0 0-1 0 0,0 1 0 0 0,0-1 0 0 0,0 1 1 0 0,0-1-1 0 0,0 1 0 0 0,0-1 0 0 0,0 1 1 0 0,0-1-1 0 0,0 1 0 0 0,0-1 0 0 0,0 1 0 0 0,0-1 1 0 0,1 1-1 0 0,-1-1 0 0 0,0 1 0 0 0,0-1 1 0 0,0 0-1 0 0,1 2 0 0 0,0-2 1 0 0,0 1-1 0 0,0-1 1 0 0,0 1-1 0 0,0-1 1 0 0,0 1-1 0 0,0-1 1 0 0,0 0-1 0 0,1 1 1 0 0,-1-1-1 0 0,0 0 1 0 0,0 0-1 0 0,0 0 1 0 0,0 0 0 0 0,0 0-1 0 0,2 0 1 0 0,15-2 10 0 0,1-1 1 0 0,-1 0-1 0 0,0-2 1 0 0,0 0-1 0 0,-1-1 1 0 0,1-1-1 0 0,20-11 1 0 0,-3 2 52 0 0,327-167 100 0 0,-287 143-180 0 0,-58 30 8 0 0,-10 5 0 0 0,0 1 0 0 0,1 0 0 0 0,-1 0 0 0 0,1 0 0 0 0,0 1 0 0 0,0 1 0 0 0,0-1 0 0 0,12-1 0 0 0,-20 4-2 0 0,0 0 1 0 0,0 0 0 0 0,0 0 0 0 0,1 0 0 0 0,-1 0-1 0 0,0 0 1 0 0,0 0 0 0 0,0 0 0 0 0,0 0-1 0 0,0 0 1 0 0,1 0 0 0 0,-1 0 0 0 0,0 0 0 0 0,0 0-1 0 0,0 0 1 0 0,0 0 0 0 0,0 0 0 0 0,0 0 0 0 0,1 0-1 0 0,-1 1 1 0 0,0-1 0 0 0,0 0 0 0 0,0 0-1 0 0,0 0 1 0 0,0 0 0 0 0,0 0 0 0 0,0 0 0 0 0,0 0-1 0 0,0 0 1 0 0,1 1 0 0 0,-1-1 0 0 0,0 0 0 0 0,0 0-1 0 0,0 0 1 0 0,0 0 0 0 0,0 0 0 0 0,0 0-1 0 0,0 1 1 0 0,0-1 0 0 0,0 0 0 0 0,0 0 0 0 0,0 0-1 0 0,0 0 1 0 0,0 0 0 0 0,0 1 0 0 0,0-1 0 0 0,0 0-1 0 0,0 0 1 0 0,0 0 0 0 0,-6 10-6 0 0,-10 8-16 0 0,-239 204-994 0 0,82-76 1288 0 0,169-142-262 0 0,-18 15 90 0 0,-22 26-1 0 0,40-41-88 0 0,-1 1-1 0 0,2 0 1 0 0,-1 0 0 0 0,0 0 0 0 0,1 1-1 0 0,0-1 1 0 0,0 1 0 0 0,1 0 0 0 0,0 0-1 0 0,0 0 1 0 0,0 0 0 0 0,-1 7 0 0 0,3-12-12 0 0,0 0 0 0 0,0 0 0 0 0,0 1 0 0 0,1-1 1 0 0,-1 0-1 0 0,0 1 0 0 0,1-1 0 0 0,-1 0 0 0 0,1 0 1 0 0,-1 0-1 0 0,1 1 0 0 0,-1-1 0 0 0,1 0 0 0 0,0 0 1 0 0,0 0-1 0 0,-1 0 0 0 0,1 0 0 0 0,0 0 1 0 0,0 0-1 0 0,0 0 0 0 0,0-1 0 0 0,0 1 0 0 0,0 0 1 0 0,1-1-1 0 0,-1 1 0 0 0,0 0 0 0 0,0-1 0 0 0,0 1 1 0 0,1-1-1 0 0,-1 0 0 0 0,0 1 0 0 0,0-1 0 0 0,1 0 1 0 0,-1 0-1 0 0,0 0 0 0 0,1 0 0 0 0,-1 0 0 0 0,2 0 1 0 0,5 0-32 0 0,1 0 0 0 0,0-1 0 0 0,-1 0 0 0 0,12-3 0 0 0,43-15-154 0 0,-1-2-1 0 0,-1-3 1 0 0,98-55 0 0 0,-86 42 186 0 0,-70 35 1 0 0,27-10 1 0 0,-22 13-3 0 0,-15 14-7 0 0,-144 167 25 0 0,50-66 106 0 0,-30 26 275 0 0,89-99-276 0 0,39-40-111 0 0,1-1 0 0 0,-1 1 0 0 0,1 0 0 0 0,0 0 1 0 0,0 0-1 0 0,0 0 0 0 0,0 0 0 0 0,-2 6 0 0 0,4-9-7 0 0,0 1 1 0 0,0-1-1 0 0,-1 0 0 0 0,1 1 0 0 0,0-1 1 0 0,0 0-1 0 0,0 1 0 0 0,0-1 0 0 0,1 1 1 0 0,-1-1-1 0 0,0 0 0 0 0,0 1 0 0 0,0-1 1 0 0,0 0-1 0 0,0 1 0 0 0,0-1 0 0 0,0 0 1 0 0,1 1-1 0 0,-1-1 0 0 0,0 0 0 0 0,0 1 1 0 0,0-1-1 0 0,1 0 0 0 0,-1 1 0 0 0,0-1 0 0 0,1 0 1 0 0,-1 0-1 0 0,0 1 0 0 0,0-1 0 0 0,1 0 1 0 0,22 2 79 0 0,-12-3-82 0 0,0-1 0 0 0,1-1 0 0 0,-1 0 0 0 0,-1-1 1 0 0,1 0-1 0 0,14-8 0 0 0,62-39-26 0 0,-61 35 55 0 0,149-103 289 0 0,-105 69-157 0 0,1 2-1 0 0,103-49 0 0 0,-199 113-132 0 0,1 2 0 0 0,-39 37 1 0 0,24-21-9 0 0,-105 92 253 0 0,-208 165-63 0 0,328-272-134 0 0,24-19-76 0 0,0 0 0 0 0,0 0 0 0 0,-1 0 0 0 0,1 0 0 0 0,0 0 0 0 0,0 0 0 0 0,0 0 0 0 0,0 0 0 0 0,0 0 0 0 0,0 0 0 0 0,0 0 0 0 0,0 0 0 0 0,0 1 0 0 0,0-1 0 0 0,0 0 0 0 0,0 0 0 0 0,0 0 0 0 0,0 0 0 0 0,0 0 0 0 0,-1 0 0 0 0,1 0 0 0 0,0 0 0 0 0,0 1 0 0 0,0-1 0 0 0,0 0 0 0 0,0 0 0 0 0,0 0 0 0 0,0 0 0 0 0,0 0 0 0 0,0 0 0 0 0,1 0 0 0 0,-1 0 0 0 0,0 1 0 0 0,0-1 0 0 0,0 0 0 0 0,0 0 0 0 0,0 0-1 0 0,0 0 1 0 0,0 0 0 0 0,0 0 0 0 0,0 0 0 0 0,0 0 0 0 0,0 0 0 0 0,0 0 0 0 0,0 1 0 0 0,0-1 0 0 0,0 0 0 0 0,1 0 0 0 0,-1 0 0 0 0,0 0 0 0 0,0 0 0 0 0,0 0 0 0 0,0 0 0 0 0,0 0 0 0 0,0 0 0 0 0,0 0 0 0 0,0 0 0 0 0,0 0 0 0 0,1 0 0 0 0,16-2 5 0 0,29-14-47 0 0,0-1-1 0 0,-1-2 1 0 0,-2-3 0 0 0,61-38 0 0 0,-3 2-160 0 0,-93 54 193 0 0,8-6-1 0 0,0 1 0 0 0,1 1 0 0 0,0 1-1 0 0,0 0 1 0 0,1 1 0 0 0,-1 1 0 0 0,23-3 0 0 0,-39 8 7 0 0,0-1 1 0 0,0 1-1 0 0,0 0 1 0 0,1 0-1 0 0,-1 0 1 0 0,0 0-1 0 0,0 0 1 0 0,0 0-1 0 0,1 0 1 0 0,-1 0-1 0 0,0 0 1 0 0,0 0-1 0 0,0 1 1 0 0,0-1-1 0 0,0 1 1 0 0,1-1-1 0 0,-1 1 0 0 0,0-1 1 0 0,0 1-1 0 0,0-1 1 0 0,0 1-1 0 0,0 0 1 0 0,0 0-1 0 0,-1-1 1 0 0,3 3-1 0 0,-3-2-3 0 0,0 1-1 0 0,1-1 1 0 0,-1 1 0 0 0,0-1-1 0 0,0 1 1 0 0,0-1-1 0 0,0 1 1 0 0,0-1-1 0 0,0 0 1 0 0,-1 1-1 0 0,1-1 1 0 0,0 1-1 0 0,-1-1 1 0 0,1 1-1 0 0,-1-1 1 0 0,0 0-1 0 0,0 2 1 0 0,-5 8-59 0 0,-1 0 0 0 0,0-1 0 0 0,-11 14 0 0 0,-151 157-760 0 0,6-4 951 0 0,158-172-79 0 0,1 1-1 0 0,-1 0 1 0 0,1 0 0 0 0,-4 10-1 0 0,7-15-46 0 0,1-1 0 0 0,-1 1 1 0 0,1 0-1 0 0,0 0 0 0 0,-1-1 0 0 0,1 1 0 0 0,0 0 0 0 0,0 0 0 0 0,-1-1 1 0 0,1 1-1 0 0,0 0 0 0 0,0 0 0 0 0,0 0 0 0 0,0-1 0 0 0,0 1 0 0 0,0 0 1 0 0,0 0-1 0 0,0 0 0 0 0,1-1 0 0 0,-1 1 0 0 0,0 0 0 0 0,0 0 0 0 0,1-1 1 0 0,-1 1-1 0 0,0 0 0 0 0,1 0 0 0 0,-1-1 0 0 0,1 1 0 0 0,-1-1 0 0 0,1 1 1 0 0,-1 0-1 0 0,1-1 0 0 0,-1 1 0 0 0,1-1 0 0 0,0 1 0 0 0,-1-1 0 0 0,1 1 1 0 0,0-1-1 0 0,0 0 0 0 0,-1 1 0 0 0,1-1 0 0 0,0 0 0 0 0,0 1 0 0 0,-1-1 1 0 0,1 0-1 0 0,0 0 0 0 0,0 0 0 0 0,-1 0 0 0 0,1 0 0 0 0,0 0 0 0 0,0 0 0 0 0,1 0 1 0 0,10 0-95 0 0,-1 0 0 0 0,1-1 1 0 0,-1-1-1 0 0,1 1 0 0 0,20-8 1 0 0,57-23-244 0 0,-66 23 267 0 0,-19 7 53 0 0,99-33-43 0 0,-91 32 56 0 0,0 0 0 0 0,0 1 0 0 0,0 0 0 0 0,0 1 0 0 0,0 1 0 0 0,21 1 0 0 0,-32-1 3 0 0,0 0-1 0 0,0 0 1 0 0,0 0-1 0 0,0 0 1 0 0,0 0-1 0 0,0 0 1 0 0,-1 0-1 0 0,1 1 1 0 0,0-1-1 0 0,0 0 1 0 0,0 1-1 0 0,0-1 1 0 0,-1 0-1 0 0,1 1 1 0 0,0-1-1 0 0,0 1 1 0 0,-1-1-1 0 0,1 1 1 0 0,0 0-1 0 0,-1-1 1 0 0,1 1-1 0 0,-1 0 1 0 0,1-1-1 0 0,-1 1 1 0 0,1 0 0 0 0,-1 0-1 0 0,1-1 1 0 0,-1 2-1 0 0,0 0 1 0 0,0 0 0 0 0,0-1-1 0 0,0 1 1 0 0,0 0 0 0 0,-1-1 0 0 0,1 1 0 0 0,0-1-1 0 0,-1 1 1 0 0,0 0 0 0 0,1-1 0 0 0,-1 0-1 0 0,0 1 1 0 0,0-1 0 0 0,-1 2 0 0 0,-7 9 1 0 0,0-2 0 0 0,-20 19 0 0 0,23-24-3 0 0,-100 94 387 0 0,41-42 156 0 0,-85 99 0 0 0,146-151-458 0 0,-1 1 0 0 0,1 0-1 0 0,0 0 1 0 0,1 0-1 0 0,-6 12 1 0 0,8-17-78 0 0,1 0-1 0 0,0 0 1 0 0,-1 0 0 0 0,1 1 0 0 0,0-1 0 0 0,0 0-1 0 0,0 0 1 0 0,0 0 0 0 0,0 0 0 0 0,0 0-1 0 0,0 0 1 0 0,0 0 0 0 0,0 0 0 0 0,0 0 0 0 0,1 0-1 0 0,-1 1 1 0 0,0-1 0 0 0,1 0 0 0 0,-1 0-1 0 0,1 0 1 0 0,-1 0 0 0 0,1-1 0 0 0,-1 1 0 0 0,1 0-1 0 0,0 0 1 0 0,0 0 0 0 0,-1 0 0 0 0,1-1-1 0 0,0 1 1 0 0,0 0 0 0 0,0-1 0 0 0,0 1 0 0 0,0 0-1 0 0,0-1 1 0 0,0 1 0 0 0,0-1 0 0 0,0 0-1 0 0,0 1 1 0 0,0-1 0 0 0,0 0 0 0 0,0 0 0 0 0,0 1-1 0 0,0-1 1 0 0,0 0 0 0 0,0 0 0 0 0,2 0-1 0 0,10 1 21 0 0,0 0 0 0 0,0-1 0 0 0,1-1-1 0 0,-1 0 1 0 0,0 0 0 0 0,0-1 0 0 0,14-5-1 0 0,94-33-8 0 0,-76 24-16 0 0,-6 1-7 0 0,-21 7-35 0 0,0 2 0 0 0,1 0 0 0 0,31-6 0 0 0,-69 17-395 0 0,1 2 0 0 0,-27 12 0 0 0,0 0-510 0 0,18-8 131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40.5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2 109 7834 0 0,'0'-6'660'0'0,"-1"-4"303"0"0,1 0 0 0 0,0 1-1 0 0,1-1 1 0 0,0 0 0 0 0,0 0-1 0 0,1 0 1 0 0,1 1 0 0 0,4-12-1 0 0,-7 20-905 0 0,0 1-1 0 0,0 0 0 0 0,0 0 0 0 0,1-1 1 0 0,-1 1-1 0 0,0 0 0 0 0,1 0 0 0 0,-1 0 1 0 0,0 0-1 0 0,0-1 0 0 0,1 1 0 0 0,-1 0 1 0 0,0 0-1 0 0,1 0 0 0 0,-1 0 0 0 0,0 0 1 0 0,1 0-1 0 0,-1 0 0 0 0,0 0 1 0 0,1 0-1 0 0,-1 0 0 0 0,0 0 0 0 0,1 0 1 0 0,-1 0-1 0 0,0 0 0 0 0,1 0 0 0 0,-1 0 1 0 0,0 0-1 0 0,0 1 0 0 0,1-1 0 0 0,-1 0 1 0 0,0 0-1 0 0,1 0 0 0 0,-1 0 0 0 0,0 1 1 0 0,0-1-1 0 0,1 0 0 0 0,-1 0 0 0 0,0 0 1 0 0,0 1-1 0 0,0-1 0 0 0,1 0 1 0 0,-1 1-1 0 0,0-1 0 0 0,0 0 0 0 0,0 0 1 0 0,0 1-1 0 0,1-1 0 0 0,-1 0 0 0 0,0 1 1 0 0,0-1-1 0 0,0 0 0 0 0,0 1 0 0 0,0-1 1 0 0,0 1-1 0 0,9 20 682 0 0,7 35-344 0 0,-2 1 0 0 0,-3 1 0 0 0,7 102 0 0 0,-4-27-311 0 0,-9-93-353 0 0,16 86 832 0 0,-18-110-1211 0 0,2 0 0 0 0,0-1-1 0 0,0 1 1 0 0,2-1 0 0 0,12 23 0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40.8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276 33 11522 0 0,'-2'-18'954'0'0,"-2"3"2711"0"0,3 16-3532 0 0,0-1 0 0 0,0 0 0 0 0,0 1 0 0 0,0-1 0 0 0,0 1 0 0 0,0-1 0 0 0,0 1 0 0 0,0 0 0 0 0,0-1 0 0 0,1 1 0 0 0,-1 0 0 0 0,0-1 0 0 0,0 1 0 0 0,0 0 0 0 0,1 0 0 0 0,-1 0 0 0 0,1 0 0 0 0,-2 1 0 0 0,-136 185 1432 0 0,104-137-1423 0 0,20-31-83 0 0,-1 0 80 0 0,-19 37 0 0 0,31-51-104 0 0,1 0 0 0 0,0 0 0 0 0,0 0 0 0 0,0 0 0 0 0,0 0 0 0 0,1 0 0 0 0,0 1 0 0 0,0-1 0 0 0,0 1 0 0 0,1-1 0 0 0,0 0 0 0 0,0 1 0 0 0,1 7 0 0 0,0-11-4 0 0,0 1 0 0 0,0-1 0 0 0,0 1 0 0 0,0-1-1 0 0,1 0 1 0 0,-1 0 0 0 0,1 0 0 0 0,-1 1 0 0 0,1-1 0 0 0,0-1 0 0 0,0 1 0 0 0,0 0 0 0 0,0 0 0 0 0,0-1 0 0 0,0 1 0 0 0,0-1-1 0 0,0 0 1 0 0,1 1 0 0 0,-1-1 0 0 0,1 0 0 0 0,-1-1 0 0 0,1 1 0 0 0,-1 0 0 0 0,1-1 0 0 0,-1 1 0 0 0,1-1 0 0 0,0 0 0 0 0,-1 0-1 0 0,1 0 1 0 0,2 0 0 0 0,8 0 55 0 0,0-1 0 0 0,0 0-1 0 0,0-1 1 0 0,22-6 0 0 0,58-22 224 0 0,46-11-1491 0 0,-116 36-315 0 0,0 1-1 0 0,29 0 1 0 0,-29 4-465 0 0,-10 0 715 0 0,0-1 0 0 0,0 0 0 0 0,0 0 0 0 0,14-4 0 0 0,-7-3 1042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41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64 7834 0 0,'-5'-22'1364'0'0,"5"22"-1231"0"0,0-1 1 0 0,0 1-1 0 0,0-1 1 0 0,0 1-1 0 0,0 0 1 0 0,0-1-1 0 0,0 1 1 0 0,0-1-1 0 0,0 1 1 0 0,0-1-1 0 0,0 1 1 0 0,0-1-1 0 0,1 1 1 0 0,-1 0-1 0 0,0-1 1 0 0,0 1-1 0 0,1-1 1 0 0,-1 1-1 0 0,0 0 1 0 0,0-1-1 0 0,1 1 1 0 0,-1 0-1 0 0,0-1 1 0 0,1 1-1 0 0,-1 0 1 0 0,1 0-1 0 0,-1-1 1 0 0,0 1-1 0 0,1 0 1 0 0,-1 0-1 0 0,1 0 1 0 0,-1 0-1 0 0,1-1 1 0 0,-1 1-1 0 0,0 0 1 0 0,1 0-1 0 0,-1 0 1 0 0,1 0-1 0 0,-1 0 1 0 0,1 0-1 0 0,-1 0 1 0 0,1 0-1 0 0,-1 0 1 0 0,0 0-1 0 0,1 0 1 0 0,-1 1 0 0 0,1-1-1 0 0,1 1 80 0 0,-1-1 0 0 0,0 1 0 0 0,1 0 0 0 0,-1 0 0 0 0,0 0 0 0 0,0 0 1 0 0,0 0-1 0 0,0 0 0 0 0,0 0 0 0 0,0 1 0 0 0,0-1 0 0 0,-1 0 0 0 0,1 0 0 0 0,0 1 0 0 0,-1-1 0 0 0,1 0 0 0 0,-1 1 0 0 0,1 1 0 0 0,9 32 678 0 0,-8-27-460 0 0,9 33-47 0 0,2-1 0 0 0,26 57-1 0 0,-39-96-386 0 0,0-1 0 0 0,0 1 0 0 0,1 0 0 0 0,-1 0-1 0 0,0 0 1 0 0,1 0 0 0 0,-1-1 0 0 0,0 1 0 0 0,1 0 0 0 0,-1 0-1 0 0,1-1 1 0 0,0 1 0 0 0,-1 0 0 0 0,1-1 0 0 0,-1 1-1 0 0,1 0 1 0 0,0-1 0 0 0,0 1 0 0 0,-1-1 0 0 0,1 0 0 0 0,0 1-1 0 0,0-1 1 0 0,0 1 0 0 0,-1-1 0 0 0,1 0 0 0 0,0 0-1 0 0,0 1 1 0 0,0-1 0 0 0,0 0 0 0 0,0 0 0 0 0,-1 0-1 0 0,1 0 1 0 0,0 0 0 0 0,0 0 0 0 0,0 0 0 0 0,0 0 0 0 0,0-1-1 0 0,0 1 1 0 0,0 0 0 0 0,-1 0 0 0 0,1-1 0 0 0,0 1-1 0 0,0-1 1 0 0,0 1 0 0 0,-1 0 0 0 0,1-1 0 0 0,0 1-1 0 0,-1-1 1 0 0,1 0 0 0 0,0 1 0 0 0,-1-1 0 0 0,1 0 0 0 0,-1 1-1 0 0,1-1 1 0 0,-1 0 0 0 0,1 0 0 0 0,-1 1 0 0 0,1-2-1 0 0,6-8-48 0 0,-1-1-1 0 0,0 0 0 0 0,7-16 1 0 0,-7 14-32 0 0,17-41-67 0 0,-12 29 448 0 0,17-32 0 0 0,-25 51-177 0 0,2-1 0 0 0,-1 1-1 0 0,1 0 1 0 0,-1 0 0 0 0,2 1-1 0 0,-1-1 1 0 0,1 1 0 0 0,-1 0-1 0 0,10-5 1 0 0,-13 8-90 0 0,0 1 1 0 0,0 0-1 0 0,0 0 1 0 0,0 1-1 0 0,0-1 1 0 0,0 0-1 0 0,0 1 0 0 0,0-1 1 0 0,0 1-1 0 0,0-1 1 0 0,0 1-1 0 0,0 0 1 0 0,1 0-1 0 0,-1 0 1 0 0,0 0-1 0 0,0 1 0 0 0,0-1 1 0 0,0 0-1 0 0,3 2 1 0 0,-1-1-11 0 0,-1 1 0 0 0,0 0 0 0 0,0 0 1 0 0,0 0-1 0 0,0 0 0 0 0,0 1 0 0 0,0-1 0 0 0,0 1 0 0 0,-1-1 1 0 0,4 6-1 0 0,3 6-19 0 0,0 0 0 0 0,-1 1-1 0 0,12 30 1 0 0,-17-36 13 0 0,4 8-59 0 0,1 1 0 0 0,0-1-1 0 0,1-1 1 0 0,20 28 0 0 0,-24-38-268 0 0,0-1 0 0 0,0 0 1 0 0,0 0-1 0 0,0-1 1 0 0,1 0-1 0 0,0 1 1 0 0,0-2-1 0 0,0 1 0 0 0,0-1 1 0 0,1 0-1 0 0,-1 0 1 0 0,1-1-1 0 0,0 0 1 0 0,0 0-1 0 0,13 2 0 0 0,-11-3-146 0 0,0 0 0 0 0,0 0 0 0 0,1-1 0 0 0,-1 0 0 0 0,0-1 0 0 0,0 0 0 0 0,1 0 0 0 0,-1-1 0 0 0,14-5 0 0 0,2-4 443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41.5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89 241 2304 0 0,'-3'-21'208'0'0,"-11"-19"7287"0"0,13 37-6887 0 0,0 2 0 0 0,0-1 1 0 0,0 0-1 0 0,0 0 0 0 0,0 0 0 0 0,-1 0 1 0 0,1 1-1 0 0,-1-1 0 0 0,1 1 0 0 0,-1-1 0 0 0,-3-1 1 0 0,4 2-506 0 0,0 1 0 0 0,0-1 0 0 0,0 1 1 0 0,0 0-1 0 0,0 0 0 0 0,0 0 0 0 0,0 0 1 0 0,0 0-1 0 0,0 0 0 0 0,0 0 0 0 0,0 0 1 0 0,0 0-1 0 0,0 0 0 0 0,0 0 0 0 0,0 0 0 0 0,0 1 1 0 0,0-1-1 0 0,0 0 0 0 0,1 1 0 0 0,-1-1 1 0 0,0 1-1 0 0,0-1 0 0 0,0 1 0 0 0,0-1 1 0 0,1 1-1 0 0,-1 0 0 0 0,-1 1 0 0 0,-1 1 20 0 0,1 0 0 0 0,-1 1-1 0 0,0 0 1 0 0,1 0 0 0 0,0 0 0 0 0,0 0-1 0 0,0 0 1 0 0,1 0 0 0 0,-1 0-1 0 0,1 1 1 0 0,0-1 0 0 0,0 0 0 0 0,1 1-1 0 0,-1-1 1 0 0,1 9 0 0 0,0 1-83 0 0,1 0 1 0 0,0-1-1 0 0,1 0 1 0 0,3 14-1 0 0,-3-19-27 0 0,0 0 0 0 0,1 0 0 0 0,0-1 0 0 0,0 1 0 0 0,1-1 0 0 0,0 0 0 0 0,0 0 0 0 0,0 0 0 0 0,1-1 0 0 0,0 0 0 0 0,1 0 0 0 0,-1 0 0 0 0,1 0 0 0 0,0-1 0 0 0,0 0 0 0 0,1 0 0 0 0,0-1 0 0 0,0 1 0 0 0,0-1 0 0 0,0-1 0 0 0,0 0 0 0 0,1 0-1 0 0,0 0 1 0 0,-1-1 0 0 0,1 0 0 0 0,0 0 0 0 0,0-1 0 0 0,0 0 0 0 0,0-1 0 0 0,0 0 0 0 0,0 0 0 0 0,0 0 0 0 0,0-1 0 0 0,0 0 0 0 0,0-1 0 0 0,0 0 0 0 0,0 0 0 0 0,0-1 0 0 0,-1 0 0 0 0,0 0 0 0 0,1-1 0 0 0,-1 1 0 0 0,12-10 0 0 0,-11 6 6 0 0,1 0-1 0 0,-1 0 1 0 0,0-1 0 0 0,0 0 0 0 0,-1 0 0 0 0,0-1-1 0 0,0 0 1 0 0,-1 0 0 0 0,-1-1 0 0 0,1 1-1 0 0,-1-1 1 0 0,-1-1 0 0 0,0 1 0 0 0,3-12 0 0 0,-6 14-7 0 0,1 1 0 0 0,-1-1 0 0 0,0 0 0 0 0,-1 1 0 0 0,0-1 0 0 0,0 0 0 0 0,0 1 0 0 0,-1-1 1 0 0,-1 1-1 0 0,1-1 0 0 0,-1 1 0 0 0,0-1 0 0 0,-1 1 0 0 0,0 0 0 0 0,0 0 0 0 0,0 0 1 0 0,-1 0-1 0 0,0 1 0 0 0,0-1 0 0 0,-11-10 0 0 0,1 3-29 0 0,0 0 0 0 0,-1 2-1 0 0,-1 0 1 0 0,0 0 0 0 0,-1 2-1 0 0,-18-10 1 0 0,23 14-2465 0 0,-1 1-1 0 0,-23-7 1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41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9 8290 0 0,'11'-8'6219'0'0,"-21"23"-972"0"0,3-5-5988 0 0,4-2 785 0 0,0 0 0 0 0,0-1 0 0 0,1 1-1 0 0,0 0 1 0 0,1 0 0 0 0,-1 1 0 0 0,2-1 0 0 0,-1 0 0 0 0,1 0 0 0 0,0 0 0 0 0,1 1 0 0 0,0-1 0 0 0,0 0 0 0 0,1 0 0 0 0,0 0 0 0 0,0 0 0 0 0,5 10 0 0 0,-5-14-26 0 0,0 0 0 0 0,0 0 0 0 0,0 0 0 0 0,1 0 0 0 0,-1 0 0 0 0,1-1 1 0 0,0 1-1 0 0,0-1 0 0 0,0 0 0 0 0,0 0 0 0 0,1 0 0 0 0,-1 0 0 0 0,1-1 1 0 0,-1 1-1 0 0,1-1 0 0 0,0 0 0 0 0,0 0 0 0 0,0 0 0 0 0,1-1 0 0 0,-1 0 1 0 0,0 1-1 0 0,0-1 0 0 0,1-1 0 0 0,-1 1 0 0 0,1-1 0 0 0,-1 1 1 0 0,1-1-1 0 0,-1-1 0 0 0,1 1 0 0 0,-1-1 0 0 0,0 1 0 0 0,5-3 0 0 0,-1 1-2 0 0,0 0-1 0 0,0-1 1 0 0,0 0-1 0 0,-1 0 0 0 0,1-1 1 0 0,-1 0-1 0 0,0-1 1 0 0,0 1-1 0 0,-1-1 0 0 0,1-1 1 0 0,-1 1-1 0 0,0-1 1 0 0,0 0-1 0 0,-1 0 1 0 0,0-1-1 0 0,0 0 0 0 0,-1 1 1 0 0,1-2-1 0 0,-2 1 1 0 0,1 0-1 0 0,-1-1 0 0 0,0 0 1 0 0,0 0-1 0 0,-1 0 1 0 0,0 0-1 0 0,1-10 0 0 0,-3 24 212 0 0,1 0-1 0 0,0 0 1 0 0,0 0-1 0 0,0 1 0 0 0,1-1 1 0 0,0 0-1 0 0,5 10 1 0 0,-5-11-227 0 0,0 0 1 0 0,1 0 0 0 0,0-1 0 0 0,-1 1 0 0 0,1-1 0 0 0,1 0 0 0 0,-1 0 0 0 0,1 0 0 0 0,0-1-1 0 0,-1 1 1 0 0,2-1 0 0 0,-1 0 0 0 0,0 0 0 0 0,8 4 0 0 0,-4-4 6 0 0,0 0 1 0 0,0-1-1 0 0,0 0 1 0 0,1 0-1 0 0,-1-1 1 0 0,0 0-1 0 0,1 0 0 0 0,-1-1 1 0 0,1 0-1 0 0,-1-1 1 0 0,0 0-1 0 0,1 0 1 0 0,-1-1-1 0 0,0 0 1 0 0,0 0-1 0 0,11-5 0 0 0,-15 5 0 0 0,1 0 0 0 0,-1 0 0 0 0,0-1 0 0 0,0 0 0 0 0,0 1 0 0 0,-1-1 0 0 0,1-1 0 0 0,0 1 0 0 0,-1 0 0 0 0,0-1 0 0 0,0 0 0 0 0,0 0 0 0 0,-1 0 0 0 0,1 0 0 0 0,-1 0 0 0 0,0 0 0 0 0,0-1 0 0 0,0 1 0 0 0,0-1 0 0 0,-1 1 0 0 0,0-1 0 0 0,0 0 0 0 0,0 1 0 0 0,-1-1 0 0 0,1 0 0 0 0,-1 0 0 0 0,0 1 0 0 0,-1-1 0 0 0,-1-8 0 0 0,-1-3-450 0 0,-1 6-2728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42.3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60 11979 0 0,'0'0'135'0'0,"-1"-1"0"0"0,1 0 0 0 0,0 1 0 0 0,0-1 0 0 0,0 0 0 0 0,-1 1 0 0 0,1-1 0 0 0,0 0 1 0 0,0 1-1 0 0,0-1 0 0 0,0 0 0 0 0,0 0 0 0 0,0 1 0 0 0,0-1 0 0 0,1 0 0 0 0,-1 1 0 0 0,0-1 1 0 0,0 0-1 0 0,0 1 0 0 0,1-1 0 0 0,-1 0 0 0 0,0 1 0 0 0,1-1 0 0 0,-1 1 0 0 0,0-1 0 0 0,1 1 1 0 0,-1-1-1 0 0,1 1 0 0 0,-1-1 0 0 0,1 1 0 0 0,-1-1 0 0 0,1 1 0 0 0,-1-1 0 0 0,1 1 0 0 0,1-1 1 0 0,-1 0 31 0 0,0 0 0 0 0,0 1 1 0 0,0-1-1 0 0,0 0 0 0 0,0 1 1 0 0,0-1-1 0 0,0 1 0 0 0,0-1 1 0 0,0 1-1 0 0,0-1 0 0 0,0 1 0 0 0,1 0 1 0 0,-1-1-1 0 0,0 1 0 0 0,0 0 1 0 0,0 0-1 0 0,1 0 0 0 0,-1 0 1 0 0,0 0-1 0 0,0 0 0 0 0,0 0 1 0 0,2 1-1 0 0,9 7 16 0 0,-1 1-1 0 0,-1 0 1 0 0,0 1 0 0 0,0 0-1 0 0,-1 1 1 0 0,0 0 0 0 0,0 0-1 0 0,10 21 1 0 0,-7-14-291 0 0,0 0 1 0 0,24 25 0 0 0,-35-43 104 0 0,-1 0 0 0 0,1 0 0 0 0,0 1 0 0 0,-1-1 0 0 0,1 0 0 0 0,0 0 0 0 0,0 0 0 0 0,-1 0 0 0 0,1 0 0 0 0,0 0 0 0 0,0 0 0 0 0,-1-1 0 0 0,1 1 0 0 0,0 0 0 0 0,-1 0 0 0 0,1 0 0 0 0,0-1 0 0 0,-1 1 0 0 0,1 0 0 0 0,0-1 0 0 0,-1 1 0 0 0,1-1 1 0 0,-1 1-1 0 0,1-1 0 0 0,0 1 0 0 0,-1-1 0 0 0,1 1 0 0 0,-1-1 0 0 0,0 1 0 0 0,1-1 0 0 0,-1 0 0 0 0,1 1 0 0 0,-1-1 0 0 0,0 0 0 0 0,0 1 0 0 0,1-2 0 0 0,18-31-184 0 0,-17 29 164 0 0,10-19-200 0 0,2-4 73 0 0,20-29 0 0 0,-30 49 267 0 0,0 1-1 0 0,1 0 1 0 0,0 0-1 0 0,0 1 1 0 0,1 0 0 0 0,-1 0-1 0 0,1 0 1 0 0,0 1 0 0 0,1-1-1 0 0,6-2 1 0 0,-11 6-84 0 0,1 0 1 0 0,-1 0-1 0 0,1 1 1 0 0,-1-1-1 0 0,0 1 1 0 0,1 0-1 0 0,-1 0 1 0 0,1 0-1 0 0,-1 0 1 0 0,1 0-1 0 0,-1 0 1 0 0,1 1-1 0 0,-1-1 1 0 0,0 1-1 0 0,1 0 1 0 0,-1 0 0 0 0,0 0-1 0 0,1 0 1 0 0,-1 0-1 0 0,0 0 1 0 0,0 0-1 0 0,0 1 1 0 0,0-1-1 0 0,0 1 1 0 0,0 0-1 0 0,-1-1 1 0 0,1 1-1 0 0,0 0 1 0 0,-1 0-1 0 0,0 0 1 0 0,3 4-1 0 0,5 8 265 0 0,-1 0 0 0 0,0 1 0 0 0,8 24 0 0 0,-11-27-250 0 0,1 2-133 0 0,1-1 0 0 0,15 25-1 0 0,-11-24-202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47.965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466 0 8754 0 0,'-34'33'5719'0'0,"-47"57"-3606"0"0,70-78-1687 0 0,-4 5-167 0 0,-69 75 1699 0 0,-132 192-1 0 0,212-278-1924 0 0,1-1-5 0 0,0 0 0 0 0,0-1 0 0 0,0 1 0 0 0,1 0 1 0 0,-3 10-1 0 0,4-14-27 0 0,1 0 1 0 0,0-1 0 0 0,0 1-1 0 0,0 0 1 0 0,0-1-1 0 0,0 1 1 0 0,0 0-1 0 0,0-1 1 0 0,0 1-1 0 0,0 0 1 0 0,1-1 0 0 0,-1 1-1 0 0,0 0 1 0 0,0-1-1 0 0,0 1 1 0 0,1-1-1 0 0,-1 1 1 0 0,0 0 0 0 0,1-1-1 0 0,-1 1 1 0 0,1 0-1 0 0,0 0-3 0 0,1 0 0 0 0,-1-1 0 0 0,0 1 0 0 0,0-1 0 0 0,1 1 0 0 0,-1-1 0 0 0,0 1 0 0 0,0-1 0 0 0,1 1 0 0 0,-1-1 0 0 0,1 0-1 0 0,-1 0 1 0 0,0 0 0 0 0,3 0 0 0 0,7-1-50 0 0,-1 0-1 0 0,1 0 0 0 0,-1-1 1 0 0,0-1-1 0 0,1 0 1 0 0,-1 0-1 0 0,0-1 0 0 0,-1 0 1 0 0,11-6-1 0 0,14-10-292 0 0,35-27 1 0 0,-18 11-69 0 0,21-14 292 0 0,-41 28 107 0 0,0 1 1 0 0,1 1 0 0 0,60-27-1 0 0,-91 47 24 0 0,1-1 0 0 0,-1 0 0 0 0,0 1 0 0 0,1-1 0 0 0,-1 1 0 0 0,1-1 0 0 0,-1 1 0 0 0,1 0 0 0 0,-1-1 0 0 0,1 1 0 0 0,-1 0 0 0 0,1 0 0 0 0,-1 0 0 0 0,1 1 0 0 0,-1-1 0 0 0,1 0-1 0 0,-1 0 1 0 0,1 1 0 0 0,-1-1 0 0 0,2 1 0 0 0,-2 0-4 0 0,-1 0 0 0 0,1 0 0 0 0,0-1-1 0 0,-1 1 1 0 0,1 0 0 0 0,-1 0-1 0 0,0 0 1 0 0,1 0 0 0 0,-1 0 0 0 0,0 0-1 0 0,1 0 1 0 0,-1 0 0 0 0,0 0 0 0 0,0 0-1 0 0,0 0 1 0 0,0 0 0 0 0,0 0 0 0 0,0 0-1 0 0,0 0 1 0 0,0 0 0 0 0,0 0 0 0 0,-1 1-1 0 0,-2 8 26 0 0,0 1 0 0 0,-1-1 0 0 0,0 0 0 0 0,-5 11 0 0 0,7-19-23 0 0,-102 191 446 0 0,-30 62 133 0 0,131-247-586 0 0,-14 38 34 0 0,16-43-33 0 0,0 0-1 0 0,0 0 1 0 0,1 0 0 0 0,-1 0 0 0 0,1-1 0 0 0,0 1 0 0 0,0 0 0 0 0,0 0-1 0 0,1 0 1 0 0,-1 0 0 0 0,0 0 0 0 0,1 0 0 0 0,0-1 0 0 0,1 4 0 0 0,-1-5-2 0 0,0 1 0 0 0,0-1 0 0 0,0 0 0 0 0,0 0 0 0 0,0 0 0 0 0,0 0 0 0 0,0-1 0 0 0,1 1 0 0 0,-1 0 0 0 0,0 0 0 0 0,1-1 0 0 0,-1 1 0 0 0,0-1 0 0 0,1 1 0 0 0,-1-1 0 0 0,1 0 0 0 0,-1 1 0 0 0,1-1 0 0 0,-1 0 0 0 0,1 0 0 0 0,-1 0 0 0 0,1 0 0 0 0,-1 0 0 0 0,1 0 0 0 0,-1-1 0 0 0,0 1 0 0 0,1 0 0 0 0,-1-1 0 0 0,1 1 0 0 0,1-2 0 0 0,43-17 0 0 0,-46 19 0 0 0,55-32-24 0 0,-1-3 0 0 0,53-45 0 0 0,8-5-889 0 0,-115 84 904 0 0,1 1 0 0 0,-1-1 0 0 0,1 0 0 0 0,-1 1-1 0 0,1-1 1 0 0,0 1 0 0 0,-1-1 0 0 0,1 1 0 0 0,0 0-1 0 0,-1-1 1 0 0,1 1 0 0 0,0 0 0 0 0,-1-1 0 0 0,1 1-1 0 0,0 0 1 0 0,0 0 0 0 0,0-1 0 0 0,-1 1 0 0 0,1 0-1 0 0,0 0 1 0 0,0 0 0 0 0,-1 0 0 0 0,1 0 0 0 0,0 0-1 0 0,0 0 1 0 0,0 1 0 0 0,0-1 0 0 0,-1 1-5 0 0,1 0 0 0 0,-1 0 0 0 0,0 1 0 0 0,0-1 1 0 0,-1 0-1 0 0,1 0 0 0 0,0 0 0 0 0,0 0 0 0 0,0 0 1 0 0,-1 0-1 0 0,1 1 0 0 0,0-1 0 0 0,-1 0 0 0 0,1 0 1 0 0,-2 1-1 0 0,-24 45-208 0 0,25-47 222 0 0,-82 118 339 0 0,53-78-175 0 0,1 0 0 0 0,2 2 0 0 0,2 1 0 0 0,-20 50 0 0 0,44-92-166 0 0,0 0 1 0 0,1 0-1 0 0,-1 1 0 0 0,0-1 1 0 0,1 0-1 0 0,0 1 0 0 0,-1-1 0 0 0,1 0 1 0 0,0 1-1 0 0,0-1 0 0 0,-1 0 1 0 0,1 1-1 0 0,0-1 0 0 0,0 0 0 0 0,1 1 1 0 0,-1-1-1 0 0,0 1 0 0 0,0-1 1 0 0,1 0-1 0 0,-1 0 0 0 0,1 1 0 0 0,-1-1 1 0 0,1 0-1 0 0,-1 1 0 0 0,1-1 1 0 0,1 2-1 0 0,0-2-7 0 0,0 0 0 0 0,0-1 0 0 0,-1 1 0 0 0,1 0 0 0 0,0-1 0 0 0,0 0 0 0 0,0 1 0 0 0,0-1 0 0 0,0 0 0 0 0,0 0 0 0 0,0 0 0 0 0,0 0 0 0 0,0 0 0 0 0,0 0 0 0 0,0-1 0 0 0,0 1 0 0 0,0-1 0 0 0,2 0 0 0 0,30-12-344 0 0,10-5-267 0 0,-42 17 563 0 0,0 1 0 0 0,1-1 0 0 0,-1 1 1 0 0,0-1-1 0 0,1 1 0 0 0,-1 0 0 0 0,0 0 0 0 0,1 0 0 0 0,-1 0 0 0 0,0 1 0 0 0,1-1 0 0 0,-1 0 0 0 0,0 1 0 0 0,0 0 1 0 0,4 1-1 0 0,-5-1 51 0 0,1 0 1 0 0,-1 1 0 0 0,1-1 0 0 0,-1 1 0 0 0,0-1-1 0 0,1 1 1 0 0,-1 0 0 0 0,0-1 0 0 0,0 1 0 0 0,0 0-1 0 0,-1 0 1 0 0,1 0 0 0 0,0 0 0 0 0,-1 0 0 0 0,1 0-1 0 0,-1 0 1 0 0,1 0 0 0 0,-1 0 0 0 0,0 0 0 0 0,0 2-1 0 0,-2 46 205 0 0,1-43-159 0 0,-2 18 255 0 0,-2-1-1 0 0,-10 32 1 0 0,8-33 103 0 0,1-1 1 0 0,-5 42-1 0 0,10-62-357 0 0,1 1-1 0 0,0 0 1 0 0,0-1 0 0 0,0 1-1 0 0,0 0 1 0 0,0-1-1 0 0,1 1 1 0 0,-1 0-1 0 0,1-1 1 0 0,0 1 0 0 0,0-1-1 0 0,0 1 1 0 0,0-1-1 0 0,0 1 1 0 0,0-1 0 0 0,1 0-1 0 0,-1 1 1 0 0,1-1-1 0 0,-1 0 1 0 0,1 0 0 0 0,3 3-1 0 0,-2-3-3 0 0,1 0-1 0 0,-1 0 0 0 0,1-1 1 0 0,0 1-1 0 0,0-1 0 0 0,0 1 1 0 0,0-1-1 0 0,-1 0 0 0 0,1-1 0 0 0,1 1 1 0 0,-1-1-1 0 0,7 0 0 0 0,8-1 42 0 0,-1-1 0 0 0,1-1-1 0 0,-1 0 1 0 0,36-13 0 0 0,-15 1-16 0 0,-28 10 71 0 0,-1 0 1 0 0,1 1-1 0 0,0 0 1 0 0,0 1-1 0 0,0 1 1 0 0,19-3-1 0 0,-29 6-148 0 0,-1-1 0 0 0,1 0 0 0 0,-1 0 0 0 0,1 0 0 0 0,-1 1 0 0 0,1-1 0 0 0,-1 0 0 0 0,1 0 1 0 0,-1 1-1 0 0,1-1 0 0 0,-1 1 0 0 0,1-1 0 0 0,-1 0 0 0 0,1 1 0 0 0,-1-1 0 0 0,0 1 0 0 0,1-1 0 0 0,-1 1 0 0 0,0-1 0 0 0,0 1 0 0 0,1-1 0 0 0,-1 1 0 0 0,0-1 0 0 0,0 1 0 0 0,0 0 0 0 0,1-1 1 0 0,-1 1-1 0 0,0-1 0 0 0,0 1 0 0 0,0 0 0 0 0,0-1 0 0 0,0 1 0 0 0,0-1 0 0 0,0 1 0 0 0,0-1 0 0 0,-1 1 0 0 0,1 0 0 0 0,0-1 0 0 0,0 1 0 0 0,0-1 0 0 0,-1 1 0 0 0,1 0 0 0 0,-10 29-38 0 0,9-28 57 0 0,-61 125 38 0 0,1-4 640 0 0,61-123-696 0 0,-1 1 0 0 0,1 0 1 0 0,-1 0-1 0 0,1-1 0 0 0,0 1 0 0 0,-1 0 0 0 0,1 0 0 0 0,0-1 0 0 0,0 1 1 0 0,0 0-1 0 0,-1 0 0 0 0,1 0 0 0 0,0-1 0 0 0,0 1 0 0 0,0 0 1 0 0,0 0-1 0 0,0 0 0 0 0,1 0 0 0 0,-1-1 0 0 0,0 1 0 0 0,0 0 0 0 0,0 0 1 0 0,1-1-1 0 0,-1 1 0 0 0,0 0 0 0 0,1 0 0 0 0,0 0 9 0 0,0-1-1 0 0,0 0 0 0 0,0 0 1 0 0,0 1-1 0 0,0-1 1 0 0,-1 0-1 0 0,1 0 0 0 0,0 0 1 0 0,0 0-1 0 0,0 0 0 0 0,0 0 1 0 0,0-1-1 0 0,0 1 1 0 0,0 0-1 0 0,-1 0 0 0 0,1-1 1 0 0,0 1-1 0 0,1-1 0 0 0,6-2-36 0 0,-1-1-1 0 0,0 0 0 0 0,-1 0 0 0 0,8-6 0 0 0,5-8-1692 0 0,26-30-1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50.7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57 8754 0 0,'-20'-43'9013'0'0,"21"62"-7560"0"0,34 134 310 0 0,-10-53-1440 0 0,-18-67-277 0 0,-2-5-16 0 0,14 43 0 0 0,-17-65-30 0 0,1 1 0 0 0,-1-1 0 0 0,1 1 0 0 0,1-1 0 0 0,-1 0 0 0 0,1 0 0 0 0,0 0 0 0 0,1-1 0 0 0,-1 1 0 0 0,1-1 1 0 0,9 8-1 0 0,-11-11 0 0 0,0 0 1 0 0,0 0-1 0 0,0 0 0 0 0,1-1 1 0 0,-1 1-1 0 0,0-1 1 0 0,1 1-1 0 0,-1-1 1 0 0,1 0-1 0 0,0 0 1 0 0,-1-1-1 0 0,1 1 1 0 0,-1-1-1 0 0,1 0 1 0 0,0 0-1 0 0,-1 0 1 0 0,8-1-1 0 0,-6-1-2 0 0,0 1 1 0 0,0-1-1 0 0,0 0 0 0 0,0-1 0 0 0,-1 1 1 0 0,1-1-1 0 0,-1 0 0 0 0,0 0 0 0 0,1 0 1 0 0,-1-1-1 0 0,4-4 0 0 0,3-5 24 0 0,-1 1-1 0 0,-1-2 1 0 0,0 1-1 0 0,-1-1 1 0 0,0-1-1 0 0,-1 1 1 0 0,6-17 0 0 0,1-18 210 0 0,-2-1 0 0 0,-3-1 0 0 0,-1 0 0 0 0,1-72 0 0 0,-9 98 200 0 0,0 23 111 0 0,1 7-92 0 0,4 10-326 0 0,5 29-30 0 0,-1 0 1 0 0,2 49 0 0 0,-8-58-266 0 0,1 0 0 0 0,2-1 1 0 0,1 0-1 0 0,20 56 0 0 0,-25-84 68 0 0,1 0-1 0 0,0 0 0 0 0,0-1 0 0 0,0 1 0 0 0,1-1 0 0 0,0 0 0 0 0,0 0 0 0 0,1 0 1 0 0,-1-1-1 0 0,1 1 0 0 0,0-1 0 0 0,0 0 0 0 0,0-1 0 0 0,0 1 0 0 0,1-1 0 0 0,0 0 1 0 0,0 0-1 0 0,-1-1 0 0 0,2 0 0 0 0,-1 0 0 0 0,12 2 0 0 0,9-2-7641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54.6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93 149 2304 0 0,'0'-4'574'0'0,"0"0"-1"0"0,0 0 0 0 0,0 1 1 0 0,-1-1-1 0 0,1 0 0 0 0,-1 1 0 0 0,-1-6 1 0 0,1 8-360 0 0,0 0 0 0 0,0-1 1 0 0,1 1-1 0 0,-1 0 0 0 0,0 0 1 0 0,0 0-1 0 0,0 0 0 0 0,0 0 1 0 0,-1 0-1 0 0,1 0 1 0 0,0 1-1 0 0,0-1 0 0 0,-1 0 1 0 0,1 0-1 0 0,0 1 0 0 0,-1-1 1 0 0,1 1-1 0 0,0 0 0 0 0,-1-1 1 0 0,1 1-1 0 0,-2 0 0 0 0,2-1-98 0 0,0 1-1 0 0,0 0 0 0 0,0-1 0 0 0,1 1 0 0 0,-1 0 0 0 0,0-1 0 0 0,0 1 1 0 0,0-1-1 0 0,1 1 0 0 0,-1-1 0 0 0,0 1 0 0 0,0-1 0 0 0,1 0 0 0 0,-1 0 1 0 0,1 1-1 0 0,-1-1 0 0 0,1 0 0 0 0,-1 0 0 0 0,1 1 0 0 0,-1-1 0 0 0,1 0 1 0 0,0 0-1 0 0,-1 0 0 0 0,1 0 0 0 0,0 0 0 0 0,0 1 0 0 0,0-1 0 0 0,-1-2 0 0 0,1 3-26 0 0,0-1-1 0 0,0 1 0 0 0,1-1 0 0 0,-2 1 0 0 0,1 0 0 0 0,0-1 0 0 0,0 1 0 0 0,0-1 0 0 0,0 1 0 0 0,0-1 0 0 0,0 1 0 0 0,0 0 0 0 0,0-1 0 0 0,-1 1 0 0 0,1-1 0 0 0,0 1 0 0 0,0 0 0 0 0,-1-1 0 0 0,1 1 0 0 0,0 0 0 0 0,0-1 1 0 0,-1 1-1 0 0,1 0 0 0 0,0-1 0 0 0,-1 1 0 0 0,1 0 0 0 0,-1 0 0 0 0,1-1 0 0 0,0 1 0 0 0,-1 0 0 0 0,1 0 0 0 0,-1 0 0 0 0,1 0 0 0 0,-1-1 0 0 0,1 1 0 0 0,0 0 0 0 0,-1 0 0 0 0,1 0 0 0 0,-1 0 0 0 0,1 0 0 0 0,-1 0 0 0 0,1 0 1 0 0,0 0-1 0 0,-1 0 0 0 0,1 1 0 0 0,-1-1 0 0 0,1 0 0 0 0,-1 0 0 0 0,-3 3 1889 0 0,1 1-1812 0 0,0 0-149 0 0,1-1 0 0 0,-1 1 0 0 0,1 0 0 0 0,0-1 1 0 0,0 1-1 0 0,0 0 0 0 0,1 0 0 0 0,-1 0 0 0 0,1 0 0 0 0,0 1 0 0 0,0-1 0 0 0,1 0 1 0 0,-1 0-1 0 0,1 1 0 0 0,0-1 0 0 0,0 0 0 0 0,0 0 0 0 0,1 1 0 0 0,-1-1 0 0 0,1 0 1 0 0,2 5-1 0 0,22 57 75 0 0,-7-17 123 0 0,2 0 0 0 0,2-2 0 0 0,34 55 0 0 0,-43-84-200 0 0,1 0 1 0 0,1 0-1 0 0,27 25 1 0 0,-37-39-16 0 0,-1 1 1 0 0,1-1 0 0 0,0 0 0 0 0,1-1-1 0 0,-1 1 1 0 0,1-1 0 0 0,0 0-1 0 0,-1 0 1 0 0,1-1 0 0 0,0 1 0 0 0,1-1-1 0 0,-1-1 1 0 0,0 1 0 0 0,1-1 0 0 0,-1 0-1 0 0,0-1 1 0 0,10 0 0 0 0,-12 0 1 0 0,-1-2 0 0 0,0 1 0 0 0,1 0 0 0 0,-1-1 0 0 0,0 1 0 0 0,0-1 1 0 0,0 0-1 0 0,0 0 0 0 0,0-1 0 0 0,-1 1 0 0 0,1 0 0 0 0,-1-1 0 0 0,1 1 0 0 0,-1-1 0 0 0,0 0 0 0 0,0 0 0 0 0,0 0 1 0 0,1-3-1 0 0,4-6 12 0 0,-2 0 1 0 0,0-1-1 0 0,6-17 1 0 0,-3-3 0 0 0,0 0 0 0 0,-2-1 0 0 0,1-41 1 0 0,-4-103 46 0 0,-4 111-54 0 0,8-23 276 0 0,-8 117-149 0 0,2 0 1 0 0,1 0-1 0 0,1 1 1 0 0,1-1-1 0 0,1-1 1 0 0,18 53-1 0 0,-8-44-149 0 0,2-1 1 0 0,1 0-1 0 0,2-1 0 0 0,0-1 1 0 0,48 54-1 0 0,-58-74-540 0 0,-1 0-1 0 0,0 0 1 0 0,14 27-1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55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16 156 10594 0 0,'-2'-3'129'0'0,"0"0"1"0"0,0 0-1 0 0,1 0 0 0 0,-1 0 0 0 0,1 0 0 0 0,0 0 0 0 0,0 0 0 0 0,0-1 1 0 0,0 1-1 0 0,0 0 0 0 0,1-1 0 0 0,0 1 0 0 0,-1-1 0 0 0,1 1 0 0 0,1 0 1 0 0,-1-1-1 0 0,0 1 0 0 0,2-5 0 0 0,-1 1 389 0 0,2-1 0 0 0,-1 1-1 0 0,1 0 1 0 0,0 0 0 0 0,0 0 0 0 0,1 0 0 0 0,5-7-1 0 0,-8 12-424 0 0,0 1-1 0 0,0 0 0 0 0,0 0 1 0 0,-1 0-1 0 0,1 0 0 0 0,0 0 1 0 0,1 0-1 0 0,-1 0 0 0 0,0 1 1 0 0,0-1-1 0 0,0 0 1 0 0,0 1-1 0 0,1-1 0 0 0,-1 0 1 0 0,0 1-1 0 0,0-1 0 0 0,1 1 1 0 0,-1 0-1 0 0,0 0 0 0 0,1-1 1 0 0,-1 1-1 0 0,1 0 0 0 0,1 0 1 0 0,0 1 41 0 0,0-1-1 0 0,0 1 1 0 0,-1 0 0 0 0,1 0 0 0 0,0 0-1 0 0,0 0 1 0 0,-1 1 0 0 0,1-1 0 0 0,0 1 0 0 0,2 2-1 0 0,3 3 24 0 0,0 0 0 0 0,0 0 1 0 0,-1 0-1 0 0,0 1 0 0 0,6 10 0 0 0,-4-3-91 0 0,-1 0 0 0 0,-1 1 1 0 0,-1 0-1 0 0,7 24 0 0 0,-8-23-46 0 0,1 0-1 0 0,1 0 1 0 0,15 27-1 0 0,-22-45-20 0 0,0 1 0 0 0,0 0 0 0 0,0-1 0 0 0,0 1 0 0 0,0 0-1 0 0,0-1 1 0 0,0 1 0 0 0,0-1 0 0 0,0 1 0 0 0,1 0 0 0 0,-1-1 0 0 0,0 1 0 0 0,0 0-1 0 0,0-1 1 0 0,1 1 0 0 0,-1 0 0 0 0,0 0 0 0 0,0-1 0 0 0,1 1 0 0 0,-1 0 0 0 0,0 0 0 0 0,1-1-1 0 0,-1 1 1 0 0,0 0 0 0 0,1 0 0 0 0,-1 0 0 0 0,0-1 0 0 0,1 1 0 0 0,-1 0 0 0 0,0 0-1 0 0,1 0 1 0 0,-1 0 0 0 0,1 0 0 0 0,-1 0 0 0 0,0 0 0 0 0,1 0 0 0 0,-1 0 0 0 0,1 0 0 0 0,-1 0-1 0 0,0 0 1 0 0,1 0 0 0 0,-1 0 0 0 0,0 0 0 0 0,1 1 0 0 0,-1-1 0 0 0,1 0 0 0 0,-1 0-1 0 0,0 0 1 0 0,1 0 0 0 0,-1 1 0 0 0,0-1 0 0 0,0 0 0 0 0,1 0 0 0 0,-1 1 0 0 0,0-1 0 0 0,0 0-1 0 0,1 1 1 0 0,-1-1 0 0 0,0 0 0 0 0,0 1 0 0 0,0-1 0 0 0,1 0 0 0 0,-1 1 0 0 0,0-1-1 0 0,0 0 1 0 0,0 1 0 0 0,0 0 0 0 0,6-38 145 0 0,-5 29-32 0 0,1-6-329 0 0,2-16 33 0 0,16-57 0 0 0,-18 80 208 0 0,1 0 0 0 0,-1 0 0 0 0,1 0 1 0 0,1 0-1 0 0,-1 1 0 0 0,1-1 1 0 0,0 1-1 0 0,0 0 0 0 0,1 0 1 0 0,0 0-1 0 0,0 1 0 0 0,0 0 0 0 0,10-8 1 0 0,-14 13-10 0 0,1-1 0 0 0,-1 1 1 0 0,0-1-1 0 0,0 1 1 0 0,0-1-1 0 0,1 1 0 0 0,-1 0 1 0 0,0 0-1 0 0,1-1 1 0 0,-1 1-1 0 0,0 0 0 0 0,1 0 1 0 0,-1 0-1 0 0,0 0 0 0 0,0 1 1 0 0,1-1-1 0 0,-1 0 1 0 0,0 1-1 0 0,1-1 0 0 0,-1 1 1 0 0,0-1-1 0 0,0 1 0 0 0,0-1 1 0 0,0 1-1 0 0,0 0 1 0 0,1-1-1 0 0,-1 1 0 0 0,0 0 1 0 0,-1 0-1 0 0,1 0 0 0 0,0 0 1 0 0,0 0-1 0 0,0 0 1 0 0,0 0-1 0 0,-1 0 0 0 0,1 0 1 0 0,-1 1-1 0 0,1-1 1 0 0,0 2-1 0 0,5 9 74 0 0,-1-1-1 0 0,0 1 1 0 0,3 16 0 0 0,-4-15-26 0 0,6 15 38 0 0,1 0 0 0 0,15 26-1 0 0,-20-43-252 0 0,1 0 1 0 0,0-1-1 0 0,0 0 0 0 0,1 0 0 0 0,1-1 1 0 0,-1 0-1 0 0,16 12 0 0 0,-5-9-785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55.3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6 168 25349 0 0,'-5'-50'2727'0'0,"4"32"-3939"0"0,2 1 1 0 0,0 0-1 0 0,0-1 0 0 0,8-29 0 0 0,5 103 2693 0 0,119 471-1279 0 0,-118-475-354 0 0,-4-16-1000 0 0,1-1-4400 0 0,-2-4-1690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55.6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108 33 12443 0 0,'10'-32'6176'0'0,"-17"49"-5624"0"0,-2-1 1 0 0,0 0 0 0 0,-19 26-1 0 0,17-27-517 0 0,1 1 0 0 0,0 0 0 0 0,-13 30-1 0 0,21-40-26 0 0,0 0 0 0 0,0 0 0 0 0,0-1-1 0 0,1 1 1 0 0,0 0 0 0 0,1 1-1 0 0,-1-1 1 0 0,1 0 0 0 0,0 0 0 0 0,1 0-1 0 0,-1 0 1 0 0,1 0 0 0 0,0 0-1 0 0,1 0 1 0 0,0 0 0 0 0,0-1-1 0 0,3 8 1 0 0,-3-9-13 0 0,1 1 0 0 0,0-1 0 0 0,0 0 0 0 0,0 0 0 0 0,1 0 0 0 0,-1-1 0 0 0,1 1 0 0 0,0-1 0 0 0,0 0 0 0 0,0 0 0 0 0,0 0 1 0 0,1-1-1 0 0,-1 1 0 0 0,1-1 0 0 0,-1 0 0 0 0,1 0 0 0 0,0-1 0 0 0,0 0 0 0 0,0 1 0 0 0,0-2 0 0 0,6 2 0 0 0,-2-2-108 0 0,1 0-1 0 0,0 0 1 0 0,0 0 0 0 0,0-1 0 0 0,12-3 0 0 0,23-9-5255 0 0,-10 1-1053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55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9 1840 0 0,'-4'-9'14984'0'0,"20"119"-11652"0"0,1 6-2307 0 0,-9-91-848 0 0,-8-24-168 0 0,0 0 0 0 0,1 0 0 0 0,-1 0-1 0 0,0 0 1 0 0,1 0 0 0 0,-1 0 0 0 0,1 0 0 0 0,-1 0 0 0 0,1 0 0 0 0,0 0-1 0 0,-1-1 1 0 0,1 1 0 0 0,0 0 0 0 0,-1 0 0 0 0,1-1 0 0 0,0 1 0 0 0,0 0 0 0 0,0-1-1 0 0,1 2 1 0 0,0-4-36 0 0,0 0 0 0 0,-1 0 0 0 0,0-1 0 0 0,0 1 0 0 0,1 0-1 0 0,-1-1 1 0 0,-1 1 0 0 0,1 0 0 0 0,0-1 0 0 0,0-4 0 0 0,2-3 19 0 0,16-39 219 0 0,-14 32-189 0 0,1 0 1 0 0,0 1 0 0 0,2 0-1 0 0,0 0 1 0 0,15-22-1 0 0,-22 36 29 0 0,0 1-1 0 0,0 0 1 0 0,0 0-1 0 0,0-1 0 0 0,0 1 1 0 0,0 0-1 0 0,1 0 1 0 0,-1 0-1 0 0,0 0 1 0 0,1 0-1 0 0,-1 1 1 0 0,0-1-1 0 0,1 0 0 0 0,-1 1 1 0 0,1-1-1 0 0,-1 1 1 0 0,1-1-1 0 0,0 1 1 0 0,-1 0-1 0 0,1-1 0 0 0,-1 1 1 0 0,1 0-1 0 0,2 0 1 0 0,-2 1-11 0 0,0 0 1 0 0,1 0-1 0 0,-1 0 0 0 0,0 0 1 0 0,0 0-1 0 0,1 0 1 0 0,-1 0-1 0 0,0 1 0 0 0,0-1 1 0 0,-1 1-1 0 0,1 0 1 0 0,0-1-1 0 0,2 4 0 0 0,3 4 20 0 0,-1 0-1 0 0,0 1 0 0 0,0 0 0 0 0,-1 0 0 0 0,5 14 0 0 0,7 25-105 0 0,12 32 351 0 0,-25-73-603 0 0,0 0 0 0 0,1-1 1 0 0,-1 1-1 0 0,1-1 0 0 0,1 0 1 0 0,-1 0-1 0 0,11 9 0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56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84 81 11979 0 0,'-1'-1'157'0'0,"0"-1"0"0"0,-1 1 0 0 0,1 0 0 0 0,0 0 0 0 0,-1 0 0 0 0,1 0 0 0 0,-1 1 0 0 0,1-1 0 0 0,-1 0 0 0 0,1 0 0 0 0,-1 1 0 0 0,0-1 1 0 0,1 1-1 0 0,-1 0 0 0 0,0-1 0 0 0,1 1 0 0 0,-1 0 0 0 0,0 0 0 0 0,1 0 0 0 0,-1 0 0 0 0,0 0 0 0 0,1 0 0 0 0,-1 1 0 0 0,0-1 0 0 0,1 1 0 0 0,-1-1 1 0 0,0 1-1 0 0,1-1 0 0 0,-1 1 0 0 0,1 0 0 0 0,-1 0 0 0 0,1 0 0 0 0,0 0 0 0 0,-1 0 0 0 0,1 0 0 0 0,0 0 0 0 0,-1 0 0 0 0,1 1 0 0 0,0-1 1 0 0,-2 3-1 0 0,0 2-14 0 0,0 0 1 0 0,0 0-1 0 0,1 0 1 0 0,0 0-1 0 0,0 0 1 0 0,0 1-1 0 0,1-1 1 0 0,0 1-1 0 0,0-1 1 0 0,0 1-1 0 0,1-1 1 0 0,0 1-1 0 0,0 0 1 0 0,1-1-1 0 0,0 1 1 0 0,0-1-1 0 0,1 1 1 0 0,-1-1-1 0 0,4 7 1 0 0,-2-4-125 0 0,0 0 0 0 0,1-1 1 0 0,0 1-1 0 0,1-1 0 0 0,0 0 1 0 0,0 0-1 0 0,1 0 1 0 0,-1-1-1 0 0,2 0 0 0 0,-1 0 1 0 0,1 0-1 0 0,13 9 1 0 0,-16-14-21 0 0,-1 0 0 0 0,0 0 0 0 0,1 0 0 0 0,-1-1 0 0 0,1 1 1 0 0,0-1-1 0 0,-1 0 0 0 0,1 0 0 0 0,0 0 0 0 0,0-1 0 0 0,0 1 1 0 0,-1-1-1 0 0,1 0 0 0 0,0 0 0 0 0,0-1 0 0 0,0 1 0 0 0,0-1 1 0 0,0 1-1 0 0,-1-1 0 0 0,1-1 0 0 0,0 1 0 0 0,-1 0 0 0 0,1-1 1 0 0,-1 0-1 0 0,1 1 0 0 0,-1-1 0 0 0,0-1 0 0 0,0 1 0 0 0,0 0 1 0 0,0-1-1 0 0,0 0 0 0 0,0 0 0 0 0,3-5 0 0 0,-1 3 3 0 0,-1-1 0 0 0,-1 1 0 0 0,1-1 1 0 0,-1 0-1 0 0,0 0 0 0 0,0 0 0 0 0,-1 0 0 0 0,1 0 0 0 0,-1-1 0 0 0,-1 1 0 0 0,1-1 0 0 0,-1 1 0 0 0,-1-1 0 0 0,1 0 0 0 0,-1 1 1 0 0,0-1-1 0 0,0 0 0 0 0,-1 1 0 0 0,-2-9 0 0 0,-1 4 34 0 0,0 0-1 0 0,-1 0 1 0 0,0 1 0 0 0,-1-1-1 0 0,-1 1 1 0 0,1 0 0 0 0,-1 1-1 0 0,-1 0 1 0 0,0 0 0 0 0,-14-12-1 0 0,16 15-180 0 0,-1 1 0 0 0,1 0 0 0 0,-1 0 0 0 0,-1 0-1 0 0,1 1 1 0 0,-1 0 0 0 0,1 0 0 0 0,-1 1-1 0 0,0 0 1 0 0,0 1 0 0 0,-1-1 0 0 0,1 2 0 0 0,0-1-1 0 0,-1 1 1 0 0,-10 0 0 0 0,3 2-6923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56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57 13563 0 0,'1'-1'233'0'0,"1"-6"692"0"0,0 1 0 0 0,0 0 0 0 0,-1-1 0 0 0,2-11 0 0 0,-12 88 135 0 0,6-50-510 0 0,0 0 0 0 0,1 1 0 0 0,1 36 1 0 0,1-52-500 0 0,0-1 0 0 0,1 0 0 0 0,0 1 1 0 0,0-1-1 0 0,0 0 0 0 0,0 1 0 0 0,1-1 1 0 0,-1 0-1 0 0,1 0 0 0 0,0 0 1 0 0,0 0-1 0 0,1 0 0 0 0,-1-1 0 0 0,1 1 1 0 0,0-1-1 0 0,0 1 0 0 0,0-1 1 0 0,0 0-1 0 0,1 0 0 0 0,-1-1 0 0 0,1 1 1 0 0,6 3-1 0 0,-6-5-53 0 0,0 1 0 0 0,0-1-1 0 0,1 0 1 0 0,-1 0 0 0 0,1 0 0 0 0,-1 0 0 0 0,0-1-1 0 0,1 0 1 0 0,-1 0 0 0 0,1 0 0 0 0,-1 0 0 0 0,1-1 0 0 0,-1 0-1 0 0,0 0 1 0 0,1 0 0 0 0,-1 0 0 0 0,0-1 0 0 0,0 0-1 0 0,0 0 1 0 0,0 0 0 0 0,5-3 0 0 0,-3 1-2 0 0,0 0 0 0 0,0 0 1 0 0,0-1-1 0 0,-1 0 0 0 0,0 0 1 0 0,0 0-1 0 0,0-1 0 0 0,0 0 1 0 0,-1 0-1 0 0,0 0 0 0 0,0 0 1 0 0,3-9-1 0 0,-2 2-3 0 0,9-23-32 0 0,-14 34 37 0 0,1 1 1 0 0,0-1 0 0 0,0 1-1 0 0,-1 0 1 0 0,1-1 0 0 0,0 1-1 0 0,0 0 1 0 0,0 0-1 0 0,0 0 1 0 0,0 0 0 0 0,1 0-1 0 0,-1 0 1 0 0,0 0 0 0 0,0 0-1 0 0,1 0 1 0 0,-1 0 0 0 0,1 1-1 0 0,2-2 1 0 0,-3 2 1 0 0,0 0 0 0 0,1 0-1 0 0,-1 1 1 0 0,0-1 0 0 0,0 0 0 0 0,1 1 0 0 0,-1-1 0 0 0,0 1 0 0 0,0-1 0 0 0,0 1-1 0 0,0-1 1 0 0,1 1 0 0 0,-1 0 0 0 0,0 0 0 0 0,0-1 0 0 0,0 1 0 0 0,-1 0 0 0 0,1 0-1 0 0,0 0 1 0 0,0 0 0 0 0,0 0 0 0 0,-1 0 0 0 0,1 1 0 0 0,0 1 0 0 0,16 34 36 0 0,-13-27 23 0 0,-1-3-42 0 0,0 0 0 0 0,1 0 0 0 0,0 0 0 0 0,0-1 0 0 0,0 0 0 0 0,1 0 0 0 0,0 0 1 0 0,0-1-1 0 0,0 1 0 0 0,1-1 0 0 0,11 8 0 0 0,-13-10-14 0 0,1-1-1 0 0,0 0 1 0 0,-1 0 0 0 0,1 0 0 0 0,0 0-1 0 0,0-1 1 0 0,0 0 0 0 0,0 0 0 0 0,0 0-1 0 0,1-1 1 0 0,-1 1 0 0 0,0-1 0 0 0,0 0-1 0 0,0-1 1 0 0,0 0 0 0 0,1 1 0 0 0,-1-2 0 0 0,6-1-1 0 0,-1 0 50 0 0,-1-1-1 0 0,0 0 1 0 0,0 0-1 0 0,0-1 0 0 0,0 0 1 0 0,-1-1-1 0 0,1 0 1 0 0,-1 0-1 0 0,-1-1 0 0 0,1 0 1 0 0,-1 0-1 0 0,-1 0 1 0 0,11-16-1 0 0,-13 17-43 0 0,-1 0 0 0 0,1 0 0 0 0,-1 0 0 0 0,0-1 0 0 0,-1 1 0 0 0,0-1 0 0 0,0 0 0 0 0,0 0 0 0 0,-1 0 0 0 0,0 0 0 0 0,0 0 0 0 0,-1 0 0 0 0,0 0 0 0 0,0 0 0 0 0,-1 0 0 0 0,0 0 0 0 0,0 0 0 0 0,0 0 0 0 0,-1 0 0 0 0,-3-9 0 0 0,2 12-30 0 0,1 0-1 0 0,0-1 0 0 0,-1 2 0 0 0,0-1 1 0 0,0 0-1 0 0,-3-3 0 0 0,5 6-40 0 0,0 0 0 0 0,1 0-1 0 0,-1 0 1 0 0,0 0 0 0 0,0 0-1 0 0,0 0 1 0 0,0 1 0 0 0,0-1 0 0 0,0 0-1 0 0,0 1 1 0 0,0-1 0 0 0,0 1-1 0 0,0-1 1 0 0,0 1 0 0 0,0-1-1 0 0,-1 1 1 0 0,1 0 0 0 0,0 0-1 0 0,0-1 1 0 0,0 1 0 0 0,-1 0 0 0 0,1 0-1 0 0,0 0 1 0 0,0 0 0 0 0,0 1-1 0 0,-1-1 1 0 0,1 0 0 0 0,-1 1-1 0 0,-2 2-794 0 0,4 0-7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6:57.1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0 119 14283 0 0,'1'-9'7983'0'0,"35"85"-6995"0"0,-29-58-972 0 0,1 1 1 0 0,0-2 0 0 0,2 1-1 0 0,0-2 1 0 0,0 1 0 0 0,21 22-1 0 0,-24-85-69 0 0,0 23 41 0 0,2-1-1 0 0,0 2 1 0 0,1-1 0 0 0,1 1-1 0 0,1 1 1 0 0,1 0-1 0 0,1 1 1 0 0,1 0 0 0 0,1 1-1 0 0,28-26 1 0 0,-42 42 36 0 0,0 1 0 0 0,1 0 1 0 0,-1 0-1 0 0,0 0 0 0 0,1 1 0 0 0,-1-1 0 0 0,1 0 1 0 0,0 1-1 0 0,0 0 0 0 0,-1 0 0 0 0,1 0 0 0 0,0 0 1 0 0,0 0-1 0 0,0 0 0 0 0,0 1 0 0 0,0-1 0 0 0,0 1 1 0 0,4 0-1 0 0,-4 1 26 0 0,0 0-1 0 0,0 0 1 0 0,0 0-1 0 0,0 1 1 0 0,0-1 0 0 0,0 1-1 0 0,0 0 1 0 0,-1 0 0 0 0,1 0-1 0 0,-1 0 1 0 0,0 0 0 0 0,1 0-1 0 0,-1 1 1 0 0,0-1 0 0 0,0 1-1 0 0,0-1 1 0 0,1 4 0 0 0,39 63 528 0 0,-30-45-442 0 0,2-2-1 0 0,25 33 1 0 0,-32-47-224 0 0,0-1 1 0 0,1 0-1 0 0,0 0 1 0 0,0 0-1 0 0,1-1 1 0 0,-1 0-1 0 0,2-1 1 0 0,-1 0-1 0 0,0 0 1 0 0,11 3-1 0 0,7 2-256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13.07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1124 75 920 0 0,'-1'-4'67'0'0,"0"1"0"0"0,0-1 1 0 0,-1 1-1 0 0,1-1 0 0 0,-1 1 0 0 0,0-1 0 0 0,0 1 0 0 0,0 0 0 0 0,0 0 1 0 0,-1 0-1 0 0,1 0 0 0 0,-1 0 0 0 0,0 0 0 0 0,0 1 0 0 0,0-1 0 0 0,0 1 0 0 0,-4-3 1 0 0,1 2-5 0 0,0 1 1 0 0,-1-1 0 0 0,1 1 0 0 0,0 0 0 0 0,-1 1 0 0 0,1 0-1 0 0,-1 0 1 0 0,0 0 0 0 0,-9 0 0 0 0,0 2 43 0 0,0 0 0 0 0,0 1 1 0 0,0 1-1 0 0,1 0 0 0 0,-1 1 0 0 0,1 1 1 0 0,-26 11-1 0 0,-260 113-623 0 0,-9 4 1760 0 0,147-39-659 0 0,119-67-551 0 0,41-25-27 0 0,-1 0 1 0 0,1 1-1 0 0,-1-1 0 0 0,1 1 1 0 0,0 0-1 0 0,0 0 1 0 0,0 0-1 0 0,0 1 1 0 0,-3 5-1 0 0,5-9-9 0 0,1 1 0 0 0,0-1 0 0 0,0 1 0 0 0,-1 0 0 0 0,1-1 0 0 0,0 1 0 0 0,0 0 0 0 0,0-1 0 0 0,0 1 0 0 0,0-1 0 0 0,0 1 0 0 0,0 0 0 0 0,0-1 1 0 0,0 1-1 0 0,0 0 0 0 0,0-1 0 0 0,0 1 0 0 0,0 0 0 0 0,0-1 0 0 0,0 1 0 0 0,1-1 0 0 0,-1 1 0 0 0,0 0 0 0 0,1-1 0 0 0,-1 1 0 0 0,2 1-14 0 0,-1-1 0 0 0,0 0 0 0 0,1-1 0 0 0,-1 1 0 0 0,1 0 0 0 0,-1 0 0 0 0,1-1 0 0 0,0 1 0 0 0,-1 0 0 0 0,1-1-1 0 0,-1 0 1 0 0,1 1 0 0 0,0-1 0 0 0,2 0 0 0 0,23 2 55 0 0,-1-1 0 0 0,1-2 0 0 0,-1 0-1 0 0,33-7 1 0 0,106-28 565 0 0,-57 10-427 0 0,75-10 48 0 0,245-61 156 0 0,-19-37-167 0 0,-312 101-226 0 0,-33 5 54 0 0,-49 21-38 0 0,0 0 1 0 0,1 1-1 0 0,0 0 1 0 0,30-6-1 0 0,-46 12-7 0 0,-1 1 0 0 0,1-1 0 0 0,0 0 0 0 0,0 0 0 0 0,0 0 0 0 0,0 0-1 0 0,0 0 1 0 0,0 0 0 0 0,0 0 0 0 0,0 0 0 0 0,-1 0 0 0 0,1 0-1 0 0,0 0 1 0 0,0 0 0 0 0,0 0 0 0 0,0 0 0 0 0,0 0 0 0 0,0 0 0 0 0,0 0-1 0 0,0 0 1 0 0,0 1 0 0 0,0-1 0 0 0,0 0 0 0 0,-1 0 0 0 0,1 0 0 0 0,0 0-1 0 0,0 0 1 0 0,0 0 0 0 0,0 0 0 0 0,0 0 0 0 0,0 0 0 0 0,0 1 0 0 0,0-1-1 0 0,0 0 1 0 0,0 0 0 0 0,0 0 0 0 0,0 0 0 0 0,0 0 0 0 0,0 0-1 0 0,0 0 1 0 0,0 1 0 0 0,0-1 0 0 0,0 0 0 0 0,0 0 0 0 0,0 0 0 0 0,0 0-1 0 0,1 0 1 0 0,-1 0 0 0 0,0 0 0 0 0,0 0 0 0 0,0 0 0 0 0,0 1 0 0 0,0-1-1 0 0,0 0 1 0 0,0 0 0 0 0,0 0 0 0 0,0 0 0 0 0,0 0 0 0 0,0 0 0 0 0,0 0-1 0 0,1 0 1 0 0,-1 0 0 0 0,0 0 0 0 0,0 0 0 0 0,0 0 0 0 0,0 0 0 0 0,0 0-1 0 0,-13 13-134 0 0,-18 12 33 0 0,-52 30 52 0 0,-170 81 1 0 0,169-96 100 0 0,3 3 0 0 0,-120 86 0 0 0,-94 100-208 0 0,268-209 157 0 0,-30 33 0 0 0,47-44 15 0 0,1 1 0 0 0,1 0 0 0 0,0 1 0 0 0,0 0 0 0 0,1 0 0 0 0,-7 17 0 0 0,12-25-6 0 0,1 1 0 0 0,0 0 0 0 0,0-1 0 0 0,1 1 0 0 0,-1 0 0 0 0,1 0 0 0 0,0 0 0 0 0,0-1 0 0 0,0 1 0 0 0,0 0 0 0 0,0 0 0 0 0,1 0 0 0 0,0-1 0 0 0,0 1 0 0 0,0 0 0 0 0,0-1-1 0 0,1 1 1 0 0,-1-1 0 0 0,1 1 0 0 0,0-1 0 0 0,0 0 0 0 0,0 1 0 0 0,0-1 0 0 0,1 0 0 0 0,-1-1 0 0 0,1 1 0 0 0,0 0 0 0 0,0-1 0 0 0,0 1 0 0 0,4 1 0 0 0,2 3-78 0 0,0-1 1 0 0,1 0-1 0 0,0-1 0 0 0,0 0 1 0 0,0 0-1 0 0,1-1 0 0 0,0-1 1 0 0,-1 0-1 0 0,16 2 0 0 0,-4-3 6 0 0,1 0 0 0 0,0-2 1 0 0,0-1-1 0 0,0-1 0 0 0,-1-1 0 0 0,1-1 0 0 0,22-6 0 0 0,154-60 514 0 0,-110 36-377 0 0,-24 11-76 0 0,111-44 16 0 0,-142 52-28 0 0,-1-1-1 0 0,0-2 1 0 0,30-23-1 0 0,-59 38 38 0 0,1 0 1 0 0,-1 0-1 0 0,-1-1 0 0 0,1 1 1 0 0,0-1-1 0 0,-1 0 0 0 0,0 0 1 0 0,0-1-1 0 0,0 1 0 0 0,4-9 1 0 0,-7 12-16 0 0,1 0 1 0 0,-1-1 0 0 0,0 1 0 0 0,1 0-1 0 0,-1 0 1 0 0,0 0 0 0 0,0-1 0 0 0,0 1-1 0 0,0 0 1 0 0,0 0 0 0 0,0-1 0 0 0,0 1-1 0 0,-1 0 1 0 0,1 0 0 0 0,0 0 0 0 0,-1-1-1 0 0,1 1 1 0 0,-1 0 0 0 0,0-2 0 0 0,-1 2 1 0 0,1-1 1 0 0,-1 0 0 0 0,0 1 0 0 0,1-1 0 0 0,-1 1 0 0 0,0 0 0 0 0,0 0-1 0 0,0-1 1 0 0,0 1 0 0 0,0 0 0 0 0,0 1 0 0 0,0-1 0 0 0,0 0-1 0 0,-4 0 1 0 0,-4-1 36 0 0,0 0-1 0 0,-1 1 0 0 0,1 1 0 0 0,-1 0 1 0 0,1 0-1 0 0,-1 1 0 0 0,1 0 0 0 0,0 1 1 0 0,0 0-1 0 0,-13 4 0 0 0,-16 7-178 0 0,-46 23 0 0 0,65-27 72 0 0,-69 34-215 0 0,-153 99 0 0 0,-69 81-405 0 0,204-145 611 0 0,87-63 69 0 0,2-3-9 0 0,0 1 1 0 0,-24 24-1 0 0,39-34 11 0 0,0 0-1 0 0,0 0 1 0 0,0 0-1 0 0,1 1 1 0 0,-1 0 0 0 0,1-1-1 0 0,-1 1 1 0 0,1 0 0 0 0,0 0-1 0 0,1 0 1 0 0,-1 0 0 0 0,1 0-1 0 0,0 1 1 0 0,0-1-1 0 0,0 0 1 0 0,0 1 0 0 0,1-1-1 0 0,0 8 1 0 0,1-8-33 0 0,0 0 1 0 0,0 0-1 0 0,1 0 0 0 0,-1-1 0 0 0,1 1 1 0 0,0 0-1 0 0,0-1 0 0 0,1 1 0 0 0,-1-1 1 0 0,1 0-1 0 0,-1 0 0 0 0,1 0 0 0 0,0 0 1 0 0,0 0-1 0 0,0 0 0 0 0,1-1 0 0 0,-1 0 1 0 0,1 0-1 0 0,-1 0 0 0 0,1 0 1 0 0,0 0-1 0 0,0 0 0 0 0,4 0 0 0 0,6 3-117 0 0,-1-1-1 0 0,1-1 0 0 0,0 0 0 0 0,0-1 0 0 0,21 0 1 0 0,-10-2 138 0 0,0-2 1 0 0,0 0-1 0 0,-1-2 1 0 0,1-1-1 0 0,-1 0 1 0 0,0-2-1 0 0,0-1 1 0 0,0-1-1 0 0,-2-1 1 0 0,1-1 0 0 0,35-23-1 0 0,8-12 284 0 0,-2-3 0 0 0,73-74-1 0 0,-81 72-44 0 0,75-91-158 0 0,-74 77-56 0 0,-7 3-416 0 0,-46 56 344 0 0,0-1 0 0 0,0 1 0 0 0,0-1-1 0 0,-1 0 1 0 0,0 0 0 0 0,-1 0 0 0 0,0 0 0 0 0,2-10-1 0 0,-3 16 26 0 0,-1 0 0 0 0,0-1-1 0 0,0 1 1 0 0,0 0 0 0 0,0-1-1 0 0,0 1 1 0 0,0 0-1 0 0,0 0 1 0 0,0-1 0 0 0,-1 1-1 0 0,1 0 1 0 0,0 0 0 0 0,-1-1-1 0 0,1 1 1 0 0,-1 0 0 0 0,1 0-1 0 0,-1 0 1 0 0,0 0 0 0 0,1 0-1 0 0,-1 0 1 0 0,0 0 0 0 0,0 0-1 0 0,0 0 1 0 0,-1-2-1 0 0,-1 2 16 0 0,1 0 0 0 0,0 0 0 0 0,-1 0 0 0 0,1 0 0 0 0,-1 0-1 0 0,1 1 1 0 0,-1-1 0 0 0,1 1 0 0 0,-1-1 0 0 0,1 1-1 0 0,-6 0 1 0 0,-3 1 95 0 0,-1 0 0 0 0,1 1 0 0 0,-1 1-1 0 0,-16 5 1 0 0,-13 8-62 0 0,1 1 0 0 0,0 3 0 0 0,2 1 0 0 0,0 2 0 0 0,1 1 0 0 0,1 2-1 0 0,2 2 1 0 0,-54 55 0 0 0,76-70-33 0 0,0 0 1 0 0,1 2-1 0 0,-15 24 0 0 0,23-34 34 0 0,0 0 0 0 0,1-1 0 0 0,-1 1 0 0 0,1 0 0 0 0,0 1 0 0 0,1-1 0 0 0,-1 0 1 0 0,1 1-1 0 0,0-1 0 0 0,0 0 0 0 0,1 1 0 0 0,0-1 0 0 0,0 1 0 0 0,0-1 0 0 0,0 1 0 0 0,2 6 0 0 0,0-9-8 0 0,-1 0-1 0 0,1 0 0 0 0,0 0 1 0 0,0 0-1 0 0,0-1 0 0 0,0 1 1 0 0,0 0-1 0 0,1-1 0 0 0,-1 0 1 0 0,1 1-1 0 0,0-1 0 0 0,-1 0 1 0 0,1 0-1 0 0,0-1 0 0 0,0 1 1 0 0,0 0-1 0 0,1-1 0 0 0,-1 0 1 0 0,0 0-1 0 0,0 0 0 0 0,6 1 1 0 0,10 2 7 0 0,0-1 1 0 0,32 1 0 0 0,-32-3 33 0 0,11 1 107 0 0,43 5 332 0 0,145-8 0 0 0,-195-1-451 0 0,-1-1 0 0 0,1-1 0 0 0,-1-1 0 0 0,0-1 0 0 0,0-1 0 0 0,-1 0 0 0 0,0-2 1 0 0,0-1-1 0 0,-1 0 0 0 0,33-24 0 0 0,-44 28 3 0 0,42-37 237 0 0,-48 41-215 0 0,-1-1 1 0 0,1 0-1 0 0,0 0 1 0 0,-1-1-1 0 0,0 1 1 0 0,0-1-1 0 0,0 1 1 0 0,0-1-1 0 0,0 0 1 0 0,-1 1 0 0 0,1-1-1 0 0,-1 0 1 0 0,1-6-1 0 0,-2 9-23 0 0,0-1-1 0 0,-1 0 1 0 0,1 0-1 0 0,-1 0 1 0 0,1 0-1 0 0,-1 0 1 0 0,0 0-1 0 0,1 1 1 0 0,-1-1-1 0 0,0 0 1 0 0,0 1 0 0 0,0-1-1 0 0,-1 1 1 0 0,1-1-1 0 0,0 1 1 0 0,0-1-1 0 0,-1 1 1 0 0,1 0-1 0 0,-1-1 1 0 0,1 1-1 0 0,-1 0 1 0 0,0 0-1 0 0,1 0 1 0 0,-1 1 0 0 0,0-1-1 0 0,-3-1 1 0 0,-7-3 167 0 0,0 1 0 0 0,-22-5 0 0 0,29 8-114 0 0,-27-5 111 0 0,0 2 1 0 0,-1 1-1 0 0,1 1 1 0 0,-1 2-1 0 0,1 1 1 0 0,0 1 0 0 0,-1 2-1 0 0,-46 12 1 0 0,10 3-375 0 0,1 3 0 0 0,-115 53 1 0 0,122-43-279 0 0,2 1 0 0 0,-88 67 1 0 0,144-98 381 0 0,0 0 0 0 0,0 0 0 0 0,1 0 1 0 0,-1 0-1 0 0,1 0 0 0 0,-1 1 1 0 0,1-1-1 0 0,0 1 0 0 0,-1 0 1 0 0,2-1-1 0 0,-1 1 0 0 0,0 0 1 0 0,0 0-1 0 0,1 0 0 0 0,0 0 1 0 0,-1 1-1 0 0,0 3 0 0 0,3-6 85 0 0,1 0 0 0 0,-1 0 0 0 0,1 0-1 0 0,-1-1 1 0 0,0 1 0 0 0,1 0 0 0 0,-1-1 0 0 0,1 0-1 0 0,0 1 1 0 0,-1-1 0 0 0,1 0 0 0 0,-1 0 0 0 0,1 0-1 0 0,0 0 1 0 0,-1 0 0 0 0,3 0 0 0 0,-1 0 15 0 0,35 1 29 0 0,0-2-1 0 0,-1-2 1 0 0,65-13 0 0 0,111-40-699 0 0,-85 13 335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15.61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544 488 5065 0 0,'-1'-1'0'0'0,"0"0"1"0"0,0 0-1 0 0,0-1 1 0 0,0 1-1 0 0,1-1 0 0 0,-1 1 1 0 0,0 0-1 0 0,1-1 0 0 0,-1 1 1 0 0,1-1-1 0 0,-1 1 1 0 0,1-1-1 0 0,0 1 0 0 0,0-1 1 0 0,0 0-1 0 0,-1 1 0 0 0,2-1 1 0 0,-1 1-1 0 0,0-1 1 0 0,1-2-1 0 0,0 1-90 0 0,1 0 1 0 0,0 1-1 0 0,0-1 0 0 0,0 0 1 0 0,0 1-1 0 0,1 0 1 0 0,-1-1-1 0 0,1 1 0 0 0,4-3 1 0 0,-1 1-26 0 0,-1-1 1 0 0,1 0-1 0 0,-1 0 1 0 0,0-1-1 0 0,0 0 1 0 0,0 0-1 0 0,-1 0 1 0 0,0 0-1 0 0,0-1 1 0 0,-1 1 0 0 0,1-1-1 0 0,2-12 1 0 0,-3 8 112 0 0,-1-1 1 0 0,0 0 0 0 0,-1 0 0 0 0,0 0 0 0 0,-1 0 0 0 0,-1 0-1 0 0,-1-14 1 0 0,0 15 403 0 0,0 0-1 0 0,0 0 1 0 0,-1 1-1 0 0,0-1 1 0 0,-1 1-1 0 0,0 0 1 0 0,-1 0-1 0 0,0 0 1 0 0,0 1-1 0 0,-1-1 1 0 0,0 1-1 0 0,-1 1 0 0 0,0-1 1 0 0,0 1-1 0 0,-1 0 1 0 0,-13-9-1 0 0,13 11-376 0 0,0 1 0 0 0,0 0 0 0 0,-1 0 0 0 0,1 1 0 0 0,-1 0-1 0 0,0 0 1 0 0,-1 1 0 0 0,1 0 0 0 0,-1 1 0 0 0,1 0 0 0 0,-1 1 0 0 0,-10-1-1 0 0,7 3-243 0 0,0-1-1 0 0,0 2 0 0 0,0 0 1 0 0,1 0-1 0 0,-1 2 0 0 0,1-1 0 0 0,0 1 1 0 0,-24 12-1 0 0,-5 6-803 0 0,-43 31 0 0 0,66-42 806 0 0,7-3 205 0 0,0 0 0 0 0,1 1 1 0 0,0 0-1 0 0,0 1 1 0 0,1 0-1 0 0,0 0 1 0 0,0 1-1 0 0,1 0 1 0 0,1 0-1 0 0,-11 24 0 0 0,16-31 52 0 0,-1 1 0 0 0,2 0-1 0 0,-1 0 1 0 0,0 0 0 0 0,1 0-1 0 0,0 1 1 0 0,0-1 0 0 0,1 0 0 0 0,-1 0-1 0 0,1 1 1 0 0,1-1 0 0 0,-1 0-1 0 0,0 0 1 0 0,1 1 0 0 0,0-1-1 0 0,1 0 1 0 0,-1 0 0 0 0,1 0-1 0 0,0 0 1 0 0,0 0 0 0 0,0 0-1 0 0,1-1 1 0 0,0 1 0 0 0,0-1-1 0 0,0 0 1 0 0,0 0 0 0 0,0 0-1 0 0,1 0 1 0 0,0 0 0 0 0,8 5-1 0 0,-4-3 31 0 0,1 0 0 0 0,-1-1 0 0 0,1 0-1 0 0,0-1 1 0 0,1 0 0 0 0,-1 0 0 0 0,1-1 0 0 0,0 0-1 0 0,19 2 1 0 0,-13-3-20 0 0,1-1 1 0 0,0-1-1 0 0,-1-1 0 0 0,1 0 1 0 0,24-5-1 0 0,-1-4-2 0 0,0-2-1 0 0,-1-2 1 0 0,0-1-1 0 0,37-21 1 0 0,-23 6 122 0 0,-2-2 0 0 0,-1-3 1 0 0,-2-1-1 0 0,61-59 0 0 0,-99 86-135 0 0,0 0 1 0 0,0 0 0 0 0,-1-1-1 0 0,-1 0 1 0 0,1-1-1 0 0,-2 0 1 0 0,1 0-1 0 0,10-23 1 0 0,-18 34-29 0 0,1-1 0 0 0,-1 0 0 0 0,0 0 0 0 0,1 0 0 0 0,-1 1 0 0 0,0-1 0 0 0,0 0 0 0 0,0 0 1 0 0,0 0-1 0 0,0 0 0 0 0,1 0 0 0 0,-2 1 0 0 0,1-1 0 0 0,0 0 0 0 0,0 0 0 0 0,0 0 0 0 0,0 0 0 0 0,0 0 0 0 0,-1 1 0 0 0,1-1 0 0 0,0 0 0 0 0,-1 0 0 0 0,1 0 1 0 0,-1 1-1 0 0,1-1 0 0 0,-1 0 0 0 0,1 1 0 0 0,-1-2 0 0 0,-1 1 21 0 0,1 1 1 0 0,-1-1-1 0 0,1 1 1 0 0,-1-1-1 0 0,1 1 1 0 0,-1-1-1 0 0,1 1 1 0 0,-1 0-1 0 0,0 0 1 0 0,1 0-1 0 0,-1 0 1 0 0,1 0-1 0 0,-1 0 1 0 0,-1 0-1 0 0,-7 2 118 0 0,0 1 0 0 0,0-1 0 0 0,-15 7 0 0 0,-30 16-275 0 0,0 2 0 0 0,2 2-1 0 0,1 2 1 0 0,2 3 0 0 0,1 2 0 0 0,2 2-1 0 0,1 2 1 0 0,2 2 0 0 0,2 2 0 0 0,2 2-1 0 0,-53 78 1 0 0,67-85-95 0 0,9-16-158 0 0,0 1 0 0 0,2 1 0 0 0,-21 48 0 0 0,36-72 400 0 0,-1-1 1 0 0,1 1 0 0 0,0-1-1 0 0,0 1 1 0 0,0 0-1 0 0,0-1 1 0 0,0 1 0 0 0,0-1-1 0 0,0 1 1 0 0,1 0-1 0 0,-1-1 1 0 0,0 1 0 0 0,0-1-1 0 0,0 1 1 0 0,0-1 0 0 0,1 1-1 0 0,-1-1 1 0 0,0 1-1 0 0,1-1 1 0 0,-1 1 0 0 0,0-1-1 0 0,1 1 1 0 0,-1-1-1 0 0,1 1 1 0 0,-1-1 0 0 0,1 1-1 0 0,-1-1 1 0 0,1 0-1 0 0,-1 1 1 0 0,1-1 0 0 0,-1 0-1 0 0,1 0 1 0 0,-1 1-1 0 0,1-1 1 0 0,-1 0 0 0 0,1 0-1 0 0,0 0 1 0 0,-1 0-1 0 0,1 0 1 0 0,-1 0 0 0 0,1 0-1 0 0,0 0 1 0 0,-1 0-1 0 0,1 0 1 0 0,-1 0 0 0 0,1 0-1 0 0,0 0 1 0 0,39-2 727 0 0,-34 1-758 0 0,538-62 81 0 0,-490 53-126 0 0,0-1 0 0 0,74-27 0 0 0,-98 26 79 0 0,0 0 0 0 0,-1-2-1 0 0,-1-1 1 0 0,0-2 0 0 0,38-29 0 0 0,-27 18 400 0 0,-29 22-283 0 0,0-1 0 0 0,-1 0-1 0 0,0 0 1 0 0,0-1 0 0 0,11-12 0 0 0,-20 19-142 0 0,0 1 0 0 0,0 0 0 0 0,0 0 0 0 0,1 0 0 0 0,-1 0 0 0 0,0 0 0 0 0,0 0-1 0 0,0-1 1 0 0,0 1 0 0 0,0 0 0 0 0,0 0 0 0 0,0 0 0 0 0,0 0 0 0 0,0-1 0 0 0,0 1 0 0 0,0 0 0 0 0,0 0 0 0 0,0 0 0 0 0,0 0-1 0 0,0 0 1 0 0,0-1 0 0 0,0 1 0 0 0,0 0 0 0 0,0 0 0 0 0,0 0 0 0 0,0 0 0 0 0,0-1 0 0 0,0 1 0 0 0,-1 0 0 0 0,1 0 0 0 0,0 0-1 0 0,0 0 1 0 0,0 0 0 0 0,0 0 0 0 0,0 0 0 0 0,0-1 0 0 0,0 1 0 0 0,-1 0 0 0 0,1 0 0 0 0,0 0 0 0 0,0 0 0 0 0,0 0 0 0 0,0 0-1 0 0,0 0 1 0 0,-1 0 0 0 0,1 0 0 0 0,0 0 0 0 0,0 0 0 0 0,0 0 0 0 0,0 0 0 0 0,-1 0 0 0 0,-14-2-299 0 0,-14 3-224 0 0,-12 9-473 0 0,0 1 0 0 0,-77 33 0 0 0,-75 49 919 0 0,83-37-117 0 0,43-22 152 0 0,1 2-1 0 0,3 4 1 0 0,1 2 0 0 0,-56 50-1 0 0,77-63-545 0 0,32-24 409 0 0,1 1 0 0 0,-1 0 0 0 0,1 0 0 0 0,1 0 1 0 0,-1 1-1 0 0,-9 12 0 0 0,17-18 182 0 0,-1-1 0 0 0,1 0 1 0 0,0 1-1 0 0,0-1 1 0 0,0 0-1 0 0,-1 1 0 0 0,1-1 1 0 0,0 1-1 0 0,0-1 0 0 0,0 0 1 0 0,0 1-1 0 0,0-1 0 0 0,0 1 1 0 0,0-1-1 0 0,0 1 1 0 0,0-1-1 0 0,0 0 0 0 0,0 1 1 0 0,0-1-1 0 0,0 1 0 0 0,0-1 1 0 0,0 0-1 0 0,0 1 0 0 0,1-1 1 0 0,-1 1-1 0 0,0-1 1 0 0,0 0-1 0 0,0 1 0 0 0,1-1 1 0 0,-1 0-1 0 0,1 1 0 0 0,14 9 15 0 0,20-2-92 0 0,18-3 258 0 0,1-3 0 0 0,-1-2 0 0 0,1-2-1 0 0,90-16 1 0 0,-67 3 350 0 0,0-4 0 0 0,115-45 0 0 0,-95 21-188 0 0,-2-4 0 0 0,115-76 0 0 0,-202 119-264 0 0,0-2 1 0 0,-1 1-1 0 0,0-1 0 0 0,0 0 1 0 0,0-1-1 0 0,-1 1 0 0 0,9-14 1 0 0,-13 19-62 0 0,-1-1 1 0 0,0 0 0 0 0,0 0-1 0 0,-1 1 1 0 0,1-1-1 0 0,0 0 1 0 0,0 0 0 0 0,-1 0-1 0 0,0 0 1 0 0,1 0-1 0 0,-1 0 1 0 0,0 0 0 0 0,0 0-1 0 0,0 0 1 0 0,0 0 0 0 0,0 0-1 0 0,0 0 1 0 0,0 0-1 0 0,-1 0 1 0 0,1 1 0 0 0,-1-1-1 0 0,0 0 1 0 0,1 0-1 0 0,-1 0 1 0 0,0 0 0 0 0,0 1-1 0 0,0-1 1 0 0,0 0 0 0 0,-1 1-1 0 0,1-1 1 0 0,0 1-1 0 0,-1-1 1 0 0,1 1 0 0 0,-1 0-1 0 0,1-1 1 0 0,-1 1-1 0 0,1 0 1 0 0,-1 0 0 0 0,0 0-1 0 0,0 0 1 0 0,-2 0-1 0 0,-7-4 48 0 0,0 0-1 0 0,0 1 0 0 0,0 0 0 0 0,-1 1 1 0 0,1 1-1 0 0,-1 0 0 0 0,0 0 0 0 0,-22 1 0 0 0,0 1-169 0 0,-62 10 0 0 0,14 5-633 0 0,-7 7-2196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17.24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693 202 6913 0 0,'-2'-14'148'0'0,"0"0"0"0"0,-1 1 0 0 0,-1-1-1 0 0,0 1 1 0 0,-1 0 0 0 0,-12-25-1 0 0,13 32-294 0 0,1 0 0 0 0,-1 1 0 0 0,-1 0 0 0 0,1 0-1 0 0,0 0 1 0 0,-1 1 0 0 0,0-1 0 0 0,0 1-1 0 0,-1 0 1 0 0,1 1 0 0 0,-1-1 0 0 0,0 1-1 0 0,0 0 1 0 0,0 0 0 0 0,0 1 0 0 0,0 0-1 0 0,-8-2 1 0 0,-7 1-227 0 0,0 0-1 0 0,0 1 1 0 0,0 1 0 0 0,-1 1-1 0 0,1 1 1 0 0,0 1 0 0 0,0 0-1 0 0,0 2 1 0 0,-24 7 0 0 0,20-4 784 0 0,1 2 0 0 0,1 0 0 0 0,-1 1-1 0 0,1 1 1 0 0,1 2 0 0 0,0 0 0 0 0,-26 21 0 0 0,38-24-80 0 0,0-1 0 0 0,0 2 0 0 0,1-1 0 0 0,1 1 0 0 0,0 0 0 0 0,0 1 0 0 0,1 0 0 0 0,1 0 0 0 0,0 1 0 0 0,1 0 0 0 0,0 0 0 0 0,1 0 0 0 0,0 0 0 0 0,-2 17 0 0 0,5-24-377 0 0,0 1 1 0 0,0-1-1 0 0,1 0 1 0 0,0 1-1 0 0,0-1 1 0 0,0 0-1 0 0,1 1 1 0 0,0-1-1 0 0,0 0 1 0 0,1 0-1 0 0,0 1 0 0 0,0-1 1 0 0,0 0-1 0 0,1-1 1 0 0,0 1-1 0 0,0 0 1 0 0,0-1-1 0 0,1 0 1 0 0,0 0-1 0 0,0 0 1 0 0,0 0-1 0 0,0 0 1 0 0,1-1-1 0 0,0 0 0 0 0,0 0 1 0 0,0 0-1 0 0,0-1 1 0 0,1 1-1 0 0,-1-1 1 0 0,1 0-1 0 0,0-1 1 0 0,9 3-1 0 0,4 0-291 0 0,0 0 0 0 0,1-2 0 0 0,0 0 0 0 0,-1-2 0 0 0,1 0 0 0 0,0-1 0 0 0,0-1 0 0 0,0 0 0 0 0,-1-2 0 0 0,1 0 0 0 0,-1-2 0 0 0,33-11 0 0 0,11-8 366 0 0,-2-2 1 0 0,80-48-1 0 0,4-4 2395 0 0,192-73-1 0 0,-327 147-2412 0 0,-4 1-3 0 0,0 1-1 0 0,0 0 1 0 0,0 0-1 0 0,0 0 1 0 0,0 1-1 0 0,0-1 1 0 0,1 1-1 0 0,-1 1 0 0 0,13 0 1 0 0,-25 4-79 0 0,1 0 1 0 0,-1 0-1 0 0,0 0 1 0 0,-11 5-1 0 0,-147 51-526 0 0,103-40 869 0 0,-62 30-1 0 0,105-41-102 0 0,-1 0-1 0 0,2 2 1 0 0,-1 0 0 0 0,2 2 0 0 0,-1-1 0 0 0,2 2 0 0 0,-21 22 0 0 0,-6 19-91 0 0,2 1 1 0 0,3 3-1 0 0,-33 69 1 0 0,-54 84-5713 0 0,116-201 5215 0 0,1-1-875 0 0,21-15 1371 0 0,229-119 5037 0 0,232-134-4035 0 0,-466 252-1080 0 0,-1 0 0 0 0,1 0 1 0 0,-1-1-1 0 0,0 0 1 0 0,0 0-1 0 0,-1-1 0 0 0,0 0 1 0 0,10-16-1 0 0,-14 20-14 0 0,-1-1 0 0 0,0 1 0 0 0,0-1-1 0 0,-1 1 1 0 0,1-1 0 0 0,-1 0 0 0 0,0 0 0 0 0,-1 0-1 0 0,1 1 1 0 0,-1-1 0 0 0,0 0 0 0 0,0 0 0 0 0,0 0-1 0 0,-1 0 1 0 0,1 0 0 0 0,-1 0 0 0 0,0 1 0 0 0,-1-1-1 0 0,1 0 1 0 0,-1 1 0 0 0,-2-5 0 0 0,-2-2-17 0 0,0 0 0 0 0,0 0 0 0 0,-1 1 0 0 0,0 0 0 0 0,-1 0 0 0 0,0 1 0 0 0,-1 0 0 0 0,0 1 0 0 0,0-1 0 0 0,-16-9 0 0 0,10 8 73 0 0,-1 1 0 0 0,0 1 0 0 0,-1 0 0 0 0,0 1 1 0 0,0 1-1 0 0,-28-6 0 0 0,10 6-46 0 0,0 1 0 0 0,0 2 0 0 0,-1 1 0 0 0,0 2 0 0 0,1 2 0 0 0,-64 10 0 0 0,56-3-198 0 0,0 2 0 0 0,0 2 1 0 0,-56 25-1 0 0,-111 72-152 0 0,201-105 268 0 0,1 0 0 0 0,1 0 0 0 0,-1 1 0 0 0,1 0 0 0 0,0 0 1 0 0,-11 13-1 0 0,17-18 117 0 0,-1 1 1 0 0,1 0-1 0 0,0-1 0 0 0,0 1 1 0 0,0 0-1 0 0,0 0 1 0 0,1 0-1 0 0,-1 0 1 0 0,0 0-1 0 0,1 0 0 0 0,-1 0 1 0 0,1 0-1 0 0,0 1 1 0 0,0-1-1 0 0,0 0 1 0 0,0 0-1 0 0,0 0 0 0 0,0 0 1 0 0,0 0-1 0 0,1 0 1 0 0,-1 0-1 0 0,1 0 1 0 0,0 0-1 0 0,-1 0 0 0 0,1 0 1 0 0,0 0-1 0 0,0 0 1 0 0,0 0-1 0 0,1 0 1 0 0,-1-1-1 0 0,0 1 0 0 0,1 0 1 0 0,-1-1-1 0 0,4 3 1 0 0,4 4 105 0 0,1 0 1 0 0,0-1-1 0 0,0 0 0 0 0,1-1 1 0 0,-1 0-1 0 0,1-1 1 0 0,1 0-1 0 0,18 5 1 0 0,100 20 694 0 0,-33-15-586 0 0,1-4 0 0 0,0-4 0 0 0,1-5 0 0 0,-1-3 0 0 0,1-5 0 0 0,-1-5 0 0 0,158-37 0 0 0,-248 46-245 0 0,104-20-32 0 0,-102 20 29 0 0,0 1 1 0 0,0 1 0 0 0,0 0-1 0 0,1 0 1 0 0,-1 1 0 0 0,0 0-1 0 0,0 1 1 0 0,18 5 0 0 0,-28-7-9 0 0,1 0 0 0 0,0 0 1 0 0,0 1-1 0 0,-1-1 0 0 0,1 0 1 0 0,0 1-1 0 0,0-1 0 0 0,-1 0 1 0 0,1 1-1 0 0,0-1 1 0 0,-1 1-1 0 0,1-1 0 0 0,-1 1 1 0 0,1-1-1 0 0,0 1 0 0 0,-1-1 1 0 0,1 1-1 0 0,-1 0 1 0 0,0-1-1 0 0,1 1 0 0 0,-1 0 1 0 0,1-1-1 0 0,-1 1 0 0 0,0 0 1 0 0,0 0-1 0 0,1-1 1 0 0,-1 1-1 0 0,0 0 0 0 0,0 0 1 0 0,0-1-1 0 0,0 1 0 0 0,0 1 1 0 0,0 0-59 0 0,-1 0 1 0 0,0 0 0 0 0,0 0-1 0 0,0-1 1 0 0,0 1 0 0 0,0 0-1 0 0,0 0 1 0 0,-1-1 0 0 0,1 1-1 0 0,0-1 1 0 0,-1 1 0 0 0,-2 1 0 0 0,-8 6-550 0 0,-1 0 1 0 0,-21 12-1 0 0,30-19 487 0 0,-137 68-2256 0 0,89-46 2057 0 0,1 2 0 0 0,-50 34 0 0 0,91-52 418 0 0,0 0 0 0 0,0 1 0 0 0,1 0 1 0 0,1 1-1 0 0,-1 0 0 0 0,1 0 0 0 0,1 0 0 0 0,0 1 0 0 0,0 0 0 0 0,1 1 0 0 0,-6 15 0 0 0,9-19-173 0 0,1-1 0 0 0,-1 1 0 0 0,1 0 0 0 0,1-1-1 0 0,0 1 1 0 0,0 0 0 0 0,0 0 0 0 0,1 0 0 0 0,0 0-1 0 0,0 0 1 0 0,1 0 0 0 0,0 0 0 0 0,1 0 0 0 0,-1 0-1 0 0,2 0 1 0 0,-1-1 0 0 0,1 1 0 0 0,0-1-1 0 0,6 10 1 0 0,-7-13-57 0 0,1-1 0 0 0,0 1 0 0 0,-1-1 0 0 0,1 0 0 0 0,1 0-1 0 0,-1 0 1 0 0,0 0 0 0 0,1-1 0 0 0,-1 1 0 0 0,1-1 0 0 0,0 0 0 0 0,0 0-1 0 0,7 3 1 0 0,-3-3 68 0 0,0 0 0 0 0,0-1-1 0 0,0 1 1 0 0,0-1 0 0 0,0-1 0 0 0,15 0-1 0 0,4-3 498 0 0,-1-2-1 0 0,0 0 0 0 0,36-13 1 0 0,82-32 1934 0 0,-84 27-1699 0 0,1 2 1 0 0,86-16 0 0 0,-142 36-633 0 0,0 0-1 0 0,1 1 1 0 0,-1 0 0 0 0,0 0 0 0 0,9 1 0 0 0,-14-1-22 0 0,1 0 0 0 0,-1 0 0 0 0,1 0 1 0 0,-1 1-1 0 0,0-1 0 0 0,1 0 0 0 0,-1 0 0 0 0,1 0 1 0 0,-1 0-1 0 0,0 0 0 0 0,1 1 0 0 0,-1-1 1 0 0,1 0-1 0 0,-1 0 0 0 0,0 1 0 0 0,1-1 1 0 0,-1 0-1 0 0,0 1 0 0 0,0-1 0 0 0,1 0 0 0 0,-1 1 1 0 0,0-1-1 0 0,0 0 0 0 0,1 1 0 0 0,-1-1 1 0 0,0 0-1 0 0,0 1 0 0 0,0 0 0 0 0,0 0-3 0 0,0 0 0 0 0,-1 0 0 0 0,1 0 0 0 0,-1 0 0 0 0,1 0 0 0 0,-1 0 0 0 0,0 0 0 0 0,1 0 0 0 0,-1 0 0 0 0,0 0-1 0 0,0 0 1 0 0,1-1 0 0 0,-1 1 0 0 0,0 0 0 0 0,0-1 0 0 0,-2 2 0 0 0,-15 10 144 0 0,1-1 0 0 0,-2-1-1 0 0,0-1 1 0 0,-27 10 0 0 0,-85 21-1190 0 0,85-28 191 0 0,38-9 732 0 0,3-1 4 0 0,0-1 0 0 0,0 1 0 0 0,0-1 0 0 0,0 0-1 0 0,0-1 1 0 0,-1 1 0 0 0,-7-1 0 0 0,36-16-482 0 0,-7 8 138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20.08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469 24 6449 0 0,'-7'-4'-35'0'0,"0"1"0"0"0,0 0-1 0 0,0 0 1 0 0,0 0-1 0 0,-1 1 1 0 0,1 0-1 0 0,-1 1 1 0 0,1 0 0 0 0,-1 0-1 0 0,1 1 1 0 0,-1-1-1 0 0,0 2 1 0 0,0-1-1 0 0,-12 3 1 0 0,-11 3-513 0 0,-1 2 0 0 0,-33 12 0 0 0,56-17 675 0 0,-50 15 219 0 0,34-11 300 0 0,0 0-1 0 0,1 2 1 0 0,-39 20 0 0 0,62-29-569 0 0,1 0 0 0 0,-1 1 0 0 0,0-1 1 0 0,1 0-1 0 0,-1 1 0 0 0,0-1 0 0 0,1 1 1 0 0,-1-1-1 0 0,1 1 0 0 0,-1-1 0 0 0,1 1 1 0 0,-1-1-1 0 0,1 1 0 0 0,-1 0 0 0 0,1-1 1 0 0,0 1-1 0 0,-1-1 0 0 0,1 1 0 0 0,0 0 1 0 0,-1 0-1 0 0,1-1 0 0 0,0 1 0 0 0,0 0 0 0 0,0-1 1 0 0,0 1-1 0 0,0 0 0 0 0,0 0 0 0 0,0-1 1 0 0,0 1-1 0 0,0 0 0 0 0,0 1 0 0 0,1 0 62 0 0,0 0-1 0 0,0 0 0 0 0,0 0 0 0 0,1 0 0 0 0,-1 0 0 0 0,0-1 1 0 0,1 1-1 0 0,0 0 0 0 0,-1-1 0 0 0,4 3 0 0 0,6 4 119 0 0,0-1-1 0 0,21 9 1 0 0,-18-10-271 0 0,1 0 1 0 0,0-2 0 0 0,1 0 0 0 0,-1 0 0 0 0,0-2-1 0 0,1 0 1 0 0,0 0 0 0 0,0-2 0 0 0,-1 0 0 0 0,1 0-1 0 0,28-6 1 0 0,11-6 253 0 0,-2-1-1 0 0,54-23 1 0 0,-35 12 80 0 0,151-56 968 0 0,-310 107-1335 0 0,12 8-117 0 0,1 4-1 0 0,2 3 0 0 0,2 3 0 0 0,2 3 0 0 0,2 2 1 0 0,-82 83-1 0 0,139-124 168 0 0,-29 31 43 0 0,36-38-42 0 0,-1 1 0 0 0,1 0 0 0 0,0-1 0 0 0,1 1 0 0 0,-1 0 0 0 0,0 0 0 0 0,1 0 0 0 0,-1 1 0 0 0,1-1 0 0 0,0 0 0 0 0,0 0 0 0 0,0 5 0 0 0,1-7 5 0 0,0 0 0 0 0,0 0 0 0 0,0-1 0 0 0,0 1 0 0 0,0 0-1 0 0,1 0 1 0 0,-1 0 0 0 0,0-1 0 0 0,0 1 0 0 0,1 0 0 0 0,-1-1 0 0 0,0 1 0 0 0,1 0 0 0 0,-1-1-1 0 0,1 1 1 0 0,-1 0 0 0 0,1-1 0 0 0,-1 1 0 0 0,1-1 0 0 0,-1 1 0 0 0,1-1 0 0 0,0 1-1 0 0,-1-1 1 0 0,1 1 0 0 0,1 0 0 0 0,24 3 133 0 0,28-11 7 0 0,-52 6-140 0 0,79-21 259 0 0,-2-4-1 0 0,138-65 1 0 0,-122 48-166 0 0,110-34 1 0 0,-159 68-50 0 0,-83 30-338 0 0,-249 120-255 0 0,238-113 423 0 0,0 3 0 0 0,2 1 0 0 0,-69 64 0 0 0,75-49 34 0 0,37-44 71 0 0,1 0 1 0 0,0 0-1 0 0,0 1 1 0 0,0-1 0 0 0,0 1-1 0 0,1-1 1 0 0,0 1-1 0 0,0 0 1 0 0,0 0 0 0 0,0-1-1 0 0,0 1 1 0 0,1 0 0 0 0,-1 6-1 0 0,1-9-8 0 0,1 0 0 0 0,-1 0 0 0 0,1 0 0 0 0,-1 0 0 0 0,1 1 0 0 0,0-1-1 0 0,-1 0 1 0 0,1 0 0 0 0,0 0 0 0 0,0-1 0 0 0,0 1 0 0 0,0 0 0 0 0,0 0 0 0 0,-1 0 0 0 0,2 0 0 0 0,-1-1 0 0 0,0 1-1 0 0,0-1 1 0 0,0 1 0 0 0,0-1 0 0 0,0 1 0 0 0,0-1 0 0 0,1 1 0 0 0,-1-1 0 0 0,0 0 0 0 0,0 0 0 0 0,1 0-1 0 0,-1 0 1 0 0,0 0 0 0 0,0 0 0 0 0,3 0 0 0 0,41-4-45 0 0,-42 3 78 0 0,111-21 422 0 0,117-40 0 0 0,105-53-402 0 0,-333 114-34 0 0,13-5-39 0 0,31-10-111 0 0,-44 15 112 0 0,0 0 1 0 0,-1 1-1 0 0,1-1 0 0 0,0 1 1 0 0,0-1-1 0 0,0 1 0 0 0,-1 0 1 0 0,1 0-1 0 0,0 0 0 0 0,0 1 1 0 0,0-1-1 0 0,-1 1 0 0 0,4 0 1 0 0,-6 0 1 0 0,1-1 0 0 0,-1 1 0 0 0,0-1 1 0 0,0 1-1 0 0,0-1 0 0 0,1 1 0 0 0,-1-1 1 0 0,0 1-1 0 0,0-1 0 0 0,0 1 0 0 0,0-1 1 0 0,0 1-1 0 0,0-1 0 0 0,0 1 0 0 0,0-1 1 0 0,0 1-1 0 0,0-1 0 0 0,0 1 0 0 0,-1-1 1 0 0,1 0-1 0 0,0 1 0 0 0,0-1 0 0 0,0 1 1 0 0,-1-1-1 0 0,1 1 0 0 0,0-1 0 0 0,0 1 1 0 0,-1-1-1 0 0,1 0 0 0 0,0 1 0 0 0,-1-1 1 0 0,1 0-1 0 0,-1 1 0 0 0,1-1 0 0 0,0 0 1 0 0,-1 0-1 0 0,0 1 0 0 0,-15 14-523 0 0,-130 94-1002 0 0,96-75 2016 0 0,2 2-1 0 0,-66 63 0 0 0,111-95-448 0 0,-1 0 1 0 0,1 1 0 0 0,0-1 0 0 0,0 0 0 0 0,0 1 0 0 0,1 0-1 0 0,-1 0 1 0 0,1 0 0 0 0,0 0 0 0 0,1 0 0 0 0,-1 0 0 0 0,1 0-1 0 0,0 0 1 0 0,-1 8 0 0 0,2-10-3 0 0,0 0-1 0 0,1-1 0 0 0,-1 1 1 0 0,0 0-1 0 0,1 0 1 0 0,0-1-1 0 0,-1 1 1 0 0,1 0-1 0 0,0-1 1 0 0,0 1-1 0 0,1-1 1 0 0,-1 1-1 0 0,1-1 1 0 0,-1 1-1 0 0,1-1 0 0 0,0 0 1 0 0,-1 0-1 0 0,1 0 1 0 0,0 0-1 0 0,0 0 1 0 0,1 0-1 0 0,-1-1 1 0 0,0 1-1 0 0,1-1 1 0 0,-1 0-1 0 0,1 1 1 0 0,-1-1-1 0 0,1 0 0 0 0,3 1 1 0 0,6 0 105 0 0,-1 1 1 0 0,1-1-1 0 0,0-1 0 0 0,0 0 1 0 0,0-1-1 0 0,0-1 0 0 0,-1 1 1 0 0,1-2-1 0 0,0 0 0 0 0,0 0 1 0 0,-1-1-1 0 0,22-8 0 0 0,11-7 527 0 0,76-42 0 0 0,-109 54-619 0 0,213-118 496 0 0,-258 148 310 0 0,-46 38-1 0 0,31-20-2680 0 0,23-20-967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22.23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920 201 4609 0 0,'4'-16'5'0'0,"-3"16"-81"0"0,-1-1 1 0 0,0 0-1 0 0,1 1 1 0 0,-1-1-1 0 0,0 0 1 0 0,1 0-1 0 0,-1 1 1 0 0,0-1-1 0 0,0 0 1 0 0,0 0-1 0 0,0 1 1 0 0,1-1 0 0 0,-1 0-1 0 0,0 0 1 0 0,-1 1-1 0 0,1-1 1 0 0,0 0-1 0 0,0 0 1 0 0,0 1-1 0 0,0-1 1 0 0,0 0-1 0 0,-1 0 1 0 0,1 1-1 0 0,0-1 1 0 0,-1 0-1 0 0,1 1 1 0 0,-1-1-1 0 0,1 0 1 0 0,0 1-1 0 0,-1-1 1 0 0,1 1-1 0 0,-1-1 1 0 0,0 0-1 0 0,-7-7 3 0 0,0 0 0 0 0,0 1 0 0 0,0 0 1 0 0,-1 0-1 0 0,0 1 0 0 0,-1 0 0 0 0,1 1 0 0 0,-1 0 0 0 0,0 1 0 0 0,0-1 0 0 0,-14-2 1 0 0,9 3 77 0 0,-1 1 0 0 0,0 1 1 0 0,-1 0-1 0 0,1 1 0 0 0,0 1 1 0 0,-32 4-1 0 0,14 2 282 0 0,1 1 0 0 0,0 1 0 0 0,1 3 0 0 0,0 0 0 0 0,1 2 0 0 0,-51 28 0 0 0,82-40-278 0 0,-87 53 1195 0 0,80-49-930 0 0,0 1-1 0 0,0 0 1 0 0,0 0-1 0 0,1 1 0 0 0,-1-1 1 0 0,2 1-1 0 0,-1 1 1 0 0,1-1-1 0 0,-5 9 1 0 0,10-15-243 0 0,-1 0 0 0 0,1-1 1 0 0,-1 1-1 0 0,0 0 0 0 0,1 0 0 0 0,-1 0 0 0 0,1 0 1 0 0,0 0-1 0 0,-1 0 0 0 0,1 0 0 0 0,0 0 0 0 0,0 0 1 0 0,-1 0-1 0 0,1 0 0 0 0,0 0 0 0 0,0 0 0 0 0,0 0 1 0 0,0 0-1 0 0,0 0 0 0 0,1 0 0 0 0,-1 0 1 0 0,0 0-1 0 0,0 0 0 0 0,1 0 0 0 0,-1 0 0 0 0,0 0 1 0 0,1 0-1 0 0,-1 0 0 0 0,1 0 0 0 0,0 0 0 0 0,-1 0 1 0 0,1-1-1 0 0,0 1 0 0 0,-1 0 0 0 0,1 0 1 0 0,0-1-1 0 0,0 1 0 0 0,-1-1 0 0 0,1 1 0 0 0,0 0 1 0 0,0-1-1 0 0,0 1 0 0 0,0-1 0 0 0,0 0 0 0 0,0 1 1 0 0,0-1-1 0 0,0 0 0 0 0,0 0 0 0 0,0 1 1 0 0,1-1-1 0 0,3 0-53 0 0,1 0 0 0 0,-1 0 0 0 0,1 0 0 0 0,-1 0 0 0 0,0-1 0 0 0,1 0 1 0 0,-1 0-1 0 0,7-3 0 0 0,27-12-182 0 0,0-1 0 0 0,-2-2 0 0 0,0-2 0 0 0,48-36 0 0 0,-24 10-1522 0 0,83-83-1 0 0,-143 128 1685 0 0,1 1 0 0 0,-1 0 1 0 0,1-1-1 0 0,-1 1 0 0 0,0-1 1 0 0,0 1-1 0 0,0-1 0 0 0,0 0 0 0 0,0 1 1 0 0,0-1-1 0 0,1-3 0 0 0,-2 4 55 0 0,0 1-1 0 0,0 0 0 0 0,0-1 1 0 0,0 1-1 0 0,0 0 0 0 0,0-1 1 0 0,-1 1-1 0 0,1 0 0 0 0,0-1 1 0 0,0 1-1 0 0,0 0 0 0 0,0 0 1 0 0,-1-1-1 0 0,1 1 1 0 0,0 0-1 0 0,0 0 0 0 0,-1-1 1 0 0,1 1-1 0 0,0 0 0 0 0,0 0 1 0 0,-1-1-1 0 0,1 1 0 0 0,0 0 1 0 0,-1 0-1 0 0,1 0 0 0 0,0 0 1 0 0,-1 0-1 0 0,1 0 0 0 0,0 0 1 0 0,-1-1-1 0 0,1 1 0 0 0,0 0 1 0 0,-1 0-1 0 0,1 0 0 0 0,0 0 1 0 0,-1 0-1 0 0,1 1 0 0 0,-8-1 309 0 0,1 1 0 0 0,-1 0 0 0 0,1 0-1 0 0,-12 4 1 0 0,-18 8 283 0 0,0 1 0 0 0,1 2-1 0 0,0 1 1 0 0,2 2 0 0 0,-34 24 0 0 0,-151 129-62 0 0,212-166-480 0 0,-2 0 1 0 0,1 0 0 0 0,0 1 0 0 0,1 1 0 0 0,0-1 0 0 0,0 1 0 0 0,0 1-1 0 0,1-1 1 0 0,-7 14 0 0 0,46-40 1498 0 0,140-99-1334 0 0,-118 77-53 0 0,-51 38-153 0 0,0-1-1 0 0,0 1 1 0 0,0-1 0 0 0,-1 0 0 0 0,1 0-1 0 0,-1-1 1 0 0,0 1 0 0 0,0-1-1 0 0,0 1 1 0 0,-1-1 0 0 0,1 0 0 0 0,1-5-1 0 0,-4 9-17 0 0,0 0 0 0 0,0 0-1 0 0,0-1 1 0 0,0 1 0 0 0,0 0-1 0 0,0 0 1 0 0,-1-1-1 0 0,1 1 1 0 0,0 0 0 0 0,0 0-1 0 0,0-1 1 0 0,0 1 0 0 0,0 0-1 0 0,-1 0 1 0 0,1 0 0 0 0,0-1-1 0 0,0 1 1 0 0,0 0 0 0 0,-1 0-1 0 0,1 0 1 0 0,0 0-1 0 0,0 0 1 0 0,-1-1 0 0 0,1 1-1 0 0,0 0 1 0 0,0 0 0 0 0,-1 0-1 0 0,1 0 1 0 0,0 0 0 0 0,-1 0-1 0 0,1 0 1 0 0,0 0-1 0 0,0 0 1 0 0,-1 0 0 0 0,1 0-1 0 0,0 0 1 0 0,0 0 0 0 0,-1 0-1 0 0,1 0 1 0 0,0 0 0 0 0,0 0-1 0 0,-1 1 1 0 0,1-1-1 0 0,0 0 1 0 0,0 0 0 0 0,-1 0-1 0 0,1 0 1 0 0,0 0 0 0 0,0 1-1 0 0,0-1 1 0 0,-1 0 0 0 0,1 0-1 0 0,0 1 1 0 0,-17 7 41 0 0,-58 45-319 0 0,4 3-1 0 0,1 3 1 0 0,-71 79 0 0 0,136-132 273 0 0,-2 0-5 0 0,0 1 0 0 0,0 0 0 0 0,1 0 0 0 0,0 1 0 0 0,1 0 0 0 0,0-1 0 0 0,0 2 0 0 0,0-1 0 0 0,-3 12 0 0 0,7-19 3 0 0,1 0 0 0 0,0 0 0 0 0,0 0 0 0 0,0-1 0 0 0,0 1 0 0 0,0 0 0 0 0,0 0 0 0 0,0 0 0 0 0,0 0 0 0 0,0 0 0 0 0,0-1 0 0 0,0 1 0 0 0,1 0 0 0 0,-1 0 0 0 0,0 0 0 0 0,0-1 0 0 0,1 1 0 0 0,-1 0 0 0 0,1 0 0 0 0,-1-1 0 0 0,1 1 0 0 0,-1 0 0 0 0,1-1 0 0 0,-1 1 0 0 0,1 0 0 0 0,0-1 0 0 0,0 1 0 0 0,1 0-18 0 0,0 0 0 0 0,0 0-1 0 0,0 0 1 0 0,0-1 0 0 0,0 1 0 0 0,0 0-1 0 0,0-1 1 0 0,0 0 0 0 0,0 0 0 0 0,4 1-1 0 0,4-2-66 0 0,0 0 0 0 0,0 0 0 0 0,16-5 0 0 0,238-82 876 0 0,-72 21-261 0 0,-139 49-506 0 0,76-20 13 0 0,-115 35-32 0 0,0 0 1 0 0,0 1-1 0 0,0 1 0 0 0,1 1 1 0 0,-1-1-1 0 0,0 2 0 0 0,15 2 1 0 0,-27-3-7 0 0,-1 0 0 0 0,0 0 0 0 0,0 0 0 0 0,0 0 0 0 0,1 1 1 0 0,-1-1-1 0 0,0 0 0 0 0,0 0 0 0 0,0 1 0 0 0,0-1 0 0 0,0 1 1 0 0,0-1-1 0 0,0 1 0 0 0,0-1 0 0 0,0 1 0 0 0,0 0 0 0 0,0-1 1 0 0,0 1-1 0 0,0 0 0 0 0,0 0 0 0 0,0 0 0 0 0,-1 0 0 0 0,1-1 1 0 0,0 1-1 0 0,-1 0 0 0 0,1 0 0 0 0,-1 1 0 0 0,1-1 0 0 0,-1 0 1 0 0,1 0-1 0 0,-1 0 0 0 0,0 0 0 0 0,1 0 0 0 0,-1 0 0 0 0,0 1 1 0 0,0-1-1 0 0,0 0 0 0 0,0 0 0 0 0,0 0 0 0 0,0 0 0 0 0,0 1 1 0 0,-1-1-1 0 0,1 0 0 0 0,0 0 0 0 0,-1 0 0 0 0,1 0 0 0 0,0 0 1 0 0,-1 0-1 0 0,0 0 0 0 0,1 0 0 0 0,-2 2 0 0 0,-2 4-55 0 0,-1-1 0 0 0,1 1 1 0 0,-2-1-1 0 0,1 1 0 0 0,-12 9 0 0 0,-65 47-514 0 0,58-47 785 0 0,1 2 0 0 0,1 0 1 0 0,0 1-1 0 0,-24 30 1 0 0,44-47-176 0 0,0 0 0 0 0,1 0 0 0 0,-1 0 1 0 0,1 0-1 0 0,0 0 0 0 0,0 0 0 0 0,0 1 1 0 0,0-1-1 0 0,0 0 0 0 0,0 1 0 0 0,1-1 0 0 0,-1 1 1 0 0,1-1-1 0 0,0 1 0 0 0,-1-1 0 0 0,1 1 1 0 0,0-1-1 0 0,1 1 0 0 0,-1-1 0 0 0,0 1 1 0 0,1 2-1 0 0,0-4-59 0 0,0 1 1 0 0,0 0-1 0 0,0-1 1 0 0,0 1-1 0 0,0-1 0 0 0,1 0 1 0 0,-1 1-1 0 0,0-1 1 0 0,1 0-1 0 0,-1 0 1 0 0,1 0-1 0 0,-1 0 0 0 0,1 0 1 0 0,-1 0-1 0 0,1 0 1 0 0,0-1-1 0 0,-1 1 1 0 0,1 0-1 0 0,0-1 0 0 0,-1 1 1 0 0,1-1-1 0 0,0 0 1 0 0,0 0-1 0 0,0 0 1 0 0,-1 0-1 0 0,1 0 0 0 0,0 0 1 0 0,0 0-1 0 0,2-1 1 0 0,13-1-200 0 0,0-1 1 0 0,0-1 0 0 0,0-1-1 0 0,0 0 1 0 0,17-8 0 0 0,79-44-650 0 0,-59 28 397 0 0,-1 1 25 0 0,-18 9-262 0 0,1 0 1 0 0,1 3 0 0 0,0 1 0 0 0,50-13-1 0 0,-64 27 564 0 0,-23 1 152 0 0,0 0 1 0 0,0 1 0 0 0,0-1 0 0 0,0 0-1 0 0,0 0 1 0 0,1 1 0 0 0,-1-1 0 0 0,0 0-1 0 0,0 1 1 0 0,0-1 0 0 0,0 0-1 0 0,0 0 1 0 0,0 1 0 0 0,0-1 0 0 0,0 0-1 0 0,0 1 1 0 0,0-1 0 0 0,0 0 0 0 0,0 0-1 0 0,0 1 1 0 0,0-1 0 0 0,-1 0 0 0 0,1 0-1 0 0,0 1 1 0 0,0-1 0 0 0,0 0 0 0 0,0 0-1 0 0,0 1 1 0 0,-1-1 0 0 0,1 0-1 0 0,0 0 1 0 0,0 1 0 0 0,0-1 0 0 0,-1 0-1 0 0,1 0 1 0 0,0 0 0 0 0,-1 1 0 0 0,-34 28 732 0 0,26-22-619 0 0,-232 195 1198 0 0,189-154-932 0 0,3 2 1 0 0,-63 83-1 0 0,103-123-391 0 0,5-6-6 0 0,1 0 0 0 0,0 0 0 0 0,0 1 0 0 0,0-1 0 0 0,0 0 0 0 0,0 1 0 0 0,1 0 0 0 0,0-1 1 0 0,-2 8-1 0 0,4-12-6 0 0,1 0 1 0 0,-1 1 0 0 0,0-1 0 0 0,1 0 0 0 0,-1 0 0 0 0,0 1 0 0 0,1-1 0 0 0,-1 0-1 0 0,1 0 1 0 0,-1 0 0 0 0,1 0 0 0 0,-1 1 0 0 0,0-1 0 0 0,1 0 0 0 0,-1 0-1 0 0,1 0 1 0 0,-1 0 0 0 0,1 0 0 0 0,-1 0 0 0 0,0 0 0 0 0,1 0 0 0 0,-1 0 0 0 0,1 0-1 0 0,-1 0 1 0 0,1-1 0 0 0,-1 1 0 0 0,0 0 0 0 0,1 0 0 0 0,-1 0 0 0 0,1-1 0 0 0,-1 1-1 0 0,0 0 1 0 0,1-1 0 0 0,18-7-338 0 0,-18 8 354 0 0,79-42 176 0 0,84-60 1 0 0,-4 1-338 0 0,-158 100 167 0 0,39-20 279 0 0,-38 20-215 0 0,0 0 0 0 0,-1 0 0 0 0,1 0 0 0 0,0 0 1 0 0,0 0-1 0 0,0 1 0 0 0,0-1 0 0 0,0 1 0 0 0,0 0 0 0 0,0 0 0 0 0,0 0 0 0 0,6 1 0 0 0,-9 0-55 0 0,1-1-1 0 0,-1 0 1 0 0,1 1-1 0 0,-1 0 1 0 0,1-1-1 0 0,-1 1 1 0 0,0-1 0 0 0,1 1-1 0 0,-1 0 1 0 0,0-1-1 0 0,0 1 1 0 0,1-1-1 0 0,-1 1 1 0 0,0 0 0 0 0,0-1-1 0 0,0 1 1 0 0,0 0-1 0 0,0-1 1 0 0,0 1-1 0 0,0 0 1 0 0,0-1 0 0 0,0 1-1 0 0,0 0 1 0 0,0-1-1 0 0,0 1 1 0 0,-1 0-1 0 0,-4 25 942 0 0,3-18-384 0 0,1-6-528 0 0,0 1-1 0 0,1 0 0 0 0,0 0 0 0 0,-1-1 1 0 0,1 1-1 0 0,0 0 0 0 0,0 0 0 0 0,0 0 0 0 0,1-1 1 0 0,-1 1-1 0 0,1 0 0 0 0,0-1 0 0 0,-1 1 1 0 0,1 0-1 0 0,0-1 0 0 0,1 1 0 0 0,-1-1 0 0 0,0 1 1 0 0,1-1-1 0 0,-1 0 0 0 0,1 1 0 0 0,0-1 1 0 0,0 0-1 0 0,0 0 0 0 0,0 0 0 0 0,0-1 0 0 0,0 1 1 0 0,4 2-1 0 0,-3-2-14 0 0,1-1-1 0 0,0 0 1 0 0,0 0-1 0 0,0 0 1 0 0,0 0 0 0 0,0 0-1 0 0,0-1 1 0 0,0 1-1 0 0,0-1 1 0 0,0 0-1 0 0,0-1 1 0 0,0 1 0 0 0,0-1-1 0 0,0 0 1 0 0,0 0-1 0 0,0 0 1 0 0,0 0 0 0 0,0 0-1 0 0,4-3 1 0 0,256-110 848 0 0,-282 119-868 0 0,-1-1-1 0 0,-26 2 1 0 0,3 0-290 0 0,-158 18-1316 0 0,134-20 1394 0 0,0 4-1 0 0,1 3 0 0 0,-110 32 1 0 0,124-22 403 0 0,0 3 0 0 0,-71 46 1 0 0,69-38-630 0 0,-94 42 0 0 0,146-74 381 0 0,0 1-1 0 0,0-1 0 0 0,0 1 0 0 0,0-1 0 0 0,0 1 1 0 0,0-1-1 0 0,0 0 0 0 0,0 1 0 0 0,0-1 0 0 0,0 0 1 0 0,0 0-1 0 0,0 0 0 0 0,0 0 0 0 0,0 0 1 0 0,0 0-1 0 0,0 0 0 0 0,0 0 0 0 0,-1-1 0 0 0,2 1 4 0 0,-1-1-1 0 0,1 1 0 0 0,0-1 1 0 0,0 1-1 0 0,0-1 0 0 0,0 1 1 0 0,0-1-1 0 0,0 1 0 0 0,1-1 0 0 0,-1 0 1 0 0,0 1-1 0 0,0-1 0 0 0,0 1 1 0 0,0-1-1 0 0,1 1 0 0 0,-1 0 1 0 0,0-1-1 0 0,0 1 0 0 0,1-1 0 0 0,-1 1 1 0 0,0-1-1 0 0,1 1 0 0 0,0-1 1 0 0,29-31-927 0 0,53-34-1211 0 0,112-118-1 0 0,-191 181 2051 0 0,-1-1-1 0 0,0 0 1 0 0,0 0 0 0 0,-1 0 0 0 0,1-1-1 0 0,-1 1 1 0 0,0-1 0 0 0,0 1-1 0 0,0-1 1 0 0,1-6 0 0 0,-3 10 132 0 0,0-1 1 0 0,0 1-1 0 0,0-1 1 0 0,0 1-1 0 0,0-1 1 0 0,0 1-1 0 0,0-1 1 0 0,0 1-1 0 0,-1 0 1 0 0,1-1-1 0 0,-1 1 1 0 0,1-1 0 0 0,-1 1-1 0 0,1 0 1 0 0,-1-1-1 0 0,0 1 1 0 0,0 0-1 0 0,1 0 1 0 0,-1 0-1 0 0,0 0 1 0 0,0-1-1 0 0,0 1 1 0 0,0 0-1 0 0,-1 1 1 0 0,1-1-1 0 0,0 0 1 0 0,0 0-1 0 0,0 0 1 0 0,-1 1-1 0 0,1-1 1 0 0,0 1-1 0 0,-1-1 1 0 0,1 1-1 0 0,-1-1 1 0 0,1 1 0 0 0,0 0-1 0 0,-1 0 1 0 0,-2-1-1 0 0,-4 1 258 0 0,-1-1 0 0 0,1 1 0 0 0,-1 0 1 0 0,1 1-1 0 0,-1 0 0 0 0,1 0 0 0 0,0 1 0 0 0,-16 5 0 0 0,-67 31 823 0 0,61-24-759 0 0,-4 1 69 0 0,0 2 1 0 0,-50 34 0 0 0,72-43-168 0 0,1 1 0 0 0,0 0 0 0 0,0 1 0 0 0,1 0 0 0 0,1 1 0 0 0,-1 0 0 0 0,2 0 1 0 0,0 1-1 0 0,-14 25 0 0 0,21-35-210 0 0,1-1 1 0 0,-1 1 0 0 0,0-1 0 0 0,0 1 0 0 0,1 0 0 0 0,-1 0-1 0 0,1-1 1 0 0,0 1 0 0 0,-1 0 0 0 0,1 0 0 0 0,0-1 0 0 0,0 1-1 0 0,0 0 1 0 0,0 0 0 0 0,1-1 0 0 0,-1 1 0 0 0,0 0 0 0 0,2 2-1 0 0,-2-3 18 0 0,1 0 0 0 0,0 0 0 0 0,0 0 0 0 0,-1 0 0 0 0,1 0 0 0 0,0 0 0 0 0,0 0 0 0 0,0-1 0 0 0,0 1 0 0 0,0 0 0 0 0,0 0 0 0 0,1-1 0 0 0,-1 1 0 0 0,0-1 0 0 0,0 1 0 0 0,0-1 0 0 0,0 0-1 0 0,1 1 1 0 0,1-1 0 0 0,2 0 13 0 0,1 1-1 0 0,-1-1 0 0 0,0-1 1 0 0,0 1-1 0 0,0-1 0 0 0,0 0 1 0 0,1 0-1 0 0,-1 0 1 0 0,0-1-1 0 0,-1 0 0 0 0,7-3 1 0 0,5-4-598 0 0,-1-1-1 0 0,0 0 1 0 0,0-1 0 0 0,23-24 0 0 0,-10 4-356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35.1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86 5817 0 0,'-12'-39'867'0'0,"-3"-7"3938"0"0,25 80 30 0 0,-4 31-3461 0 0,-1-18-687 0 0,44 220 666 0 0,-41-237-1327 0 0,1 0 0 0 0,2-1 0 0 0,1 0 0 0 0,1-1 0 0 0,1 0 0 0 0,32 45 0 0 0,-40-65 12 0 0,1-1-1 0 0,-1 1 0 0 0,2-1 0 0 0,13 11 1 0 0,-18-16-146 0 0,-1 0 1 0 0,1 0-1 0 0,0 0 1 0 0,-1-1-1 0 0,1 0 1 0 0,0 1-1 0 0,0-1 1 0 0,0 0-1 0 0,0 0 1 0 0,0-1-1 0 0,0 1 1 0 0,0-1-1 0 0,0 1 1 0 0,1-1 0 0 0,-1 0-1 0 0,0 0 1 0 0,0 0-1 0 0,0-1 1 0 0,6-1-1 0 0,-2-1-999 0 0,-3-4-12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35.3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55 12899 0 0,'-1'-3'500'0'0,"0"0"-1"0"0,0-1 1 0 0,0 1 0 0 0,0 0 0 0 0,0 0 0 0 0,0 0 0 0 0,1-1-1 0 0,0 1 1 0 0,0 0 0 0 0,0-1 0 0 0,0 1 0 0 0,0 0 0 0 0,0 0 0 0 0,2-7-1 0 0,0 11-672 0 0,-1 0 1 0 0,0 0-1 0 0,0-1 0 0 0,0 1 0 0 0,0 0 0 0 0,0 0 0 0 0,0 0 0 0 0,0 0 1 0 0,0 0-1 0 0,0 1 0 0 0,0-1 0 0 0,-1 0 0 0 0,1 0 0 0 0,0 1 0 0 0,0 1 0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35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9938 0 0,'1'0'747'0'0,"-1"0"-607"0"0,1 0-1 0 0,0 0 1 0 0,-1-1-1 0 0,1 1 1 0 0,0 1 0 0 0,-1-1-1 0 0,1 0 1 0 0,0 0-1 0 0,-1 0 1 0 0,1 0 0 0 0,0 0-1 0 0,-1 0 1 0 0,1 1-1 0 0,-1-1 1 0 0,1 0 0 0 0,0 1-1 0 0,-1-1 1 0 0,1 0-1 0 0,-1 1 1 0 0,1-1 0 0 0,-1 1-1 0 0,1-1 1 0 0,-1 1-1 0 0,1-1 1 0 0,-1 1 0 0 0,1 0-1 0 0,12 13 2764 0 0,-8-6-2465 0 0,0-1 0 0 0,-1 1-1 0 0,0-1 1 0 0,0 1 0 0 0,-1 0 0 0 0,0 1-1 0 0,2 11 1 0 0,10 68-377 0 0,-5-24-22 0 0,10 15-548 0 0,-9-46-4895 0 0,-2-9-1064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36.9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7834 0 0,'2'-1'6856'0'0,"2"12"-3566"0"0,10 29-2772 0 0,0 3 133 0 0,-6-23-500 0 0,1-1-1 0 0,1 0 0 0 0,1 0 0 0 0,0-1 1 0 0,27 32-1 0 0,-30-41-111 0 0,1 0 1 0 0,0 0-1 0 0,0 0 1 0 0,1-2 0 0 0,0 1-1 0 0,1-1 1 0 0,-1 0-1 0 0,1-1 1 0 0,1-1 0 0 0,-1 0-1 0 0,18 6 1 0 0,-24-10-86 0 0,-1 0 1 0 0,1 0 0 0 0,0-1-1 0 0,-1 1 1 0 0,1-1 0 0 0,8-1 0 0 0,-11 1-188 0 0,0 0 0 0 0,0 0 1 0 0,-1-1-1 0 0,1 1 0 0 0,0-1 1 0 0,0 0-1 0 0,-1 1 0 0 0,1-1 1 0 0,0 0-1 0 0,-1 0 1 0 0,1 0-1 0 0,-1 0 0 0 0,1 0 1 0 0,-1 0-1 0 0,0-1 0 0 0,0 1 1 0 0,1 0-1 0 0,-1-1 1 0 0,0 1-1 0 0,1-2 0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37.1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87 8754 0 0,'-5'-7'956'0'0,"-1"1"0"0"0,1-2 1 0 0,1 1-1 0 0,-1 0 0 0 0,-3-10 0 0 0,-11-16 3268 0 0,20 31-3943 0 0,4 4-1251 0 0,7 8-1282 0 0,-9-3 1987 0 0,1 0 239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37.9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1 132 5985 0 0,'1'-6'445'0'0,"-1"-1"1"0"0,2 1-1 0 0,-1 0 0 0 0,1 0 0 0 0,0 0 0 0 0,0 0 1 0 0,0 0-1 0 0,1 0 0 0 0,0 1 0 0 0,0-1 1 0 0,1 1-1 0 0,-1 0 0 0 0,1 0 0 0 0,0 0 0 0 0,0 1 1 0 0,10-9-1 0 0,-11 10-277 0 0,0 1 1 0 0,1-1 0 0 0,-1 0 0 0 0,1 1-1 0 0,0 0 1 0 0,-1 0 0 0 0,1 0 0 0 0,0 0-1 0 0,0 0 1 0 0,1 1 0 0 0,-1 0 0 0 0,0 0-1 0 0,0 0 1 0 0,1 0 0 0 0,-1 1 0 0 0,0 0-1 0 0,1-1 1 0 0,-1 2 0 0 0,1-1 0 0 0,-1 0-1 0 0,0 1 1 0 0,1 0 0 0 0,-1 0 0 0 0,0 0-1 0 0,5 3 1 0 0,-6-2-153 0 0,0 0 0 0 0,0 1 0 0 0,-1-1 0 0 0,1 1 0 0 0,-1 0 0 0 0,1 0 0 0 0,-1 0 0 0 0,0 0 0 0 0,0 0-1 0 0,-1 1 1 0 0,1-1 0 0 0,-1 0 0 0 0,1 1 0 0 0,-1-1 0 0 0,0 1 0 0 0,0 0 0 0 0,-1-1 0 0 0,1 1 0 0 0,-1 0 0 0 0,0 7 0 0 0,1 10-109 0 0,-2 0 1 0 0,-3 25 0 0 0,4-45 94 0 0,-4 30-7 0 0,-4 32-167 0 0,8-58 219 0 0,0-1 0 0 0,0 0 0 0 0,0 0 0 0 0,1 0 0 0 0,-1 0 0 0 0,1 1 0 0 0,0-1 0 0 0,1 0 0 0 0,-1 0 0 0 0,0 0 0 0 0,5 6 0 0 0,-5-9 2 0 0,-1 0-1 0 0,1 0 1 0 0,0 0-1 0 0,0 0 1 0 0,1-1-1 0 0,-1 1 1 0 0,0 0 0 0 0,0 0-1 0 0,0-1 1 0 0,0 1-1 0 0,1-1 1 0 0,-1 1-1 0 0,0-1 1 0 0,0 0 0 0 0,1 1-1 0 0,-1-1 1 0 0,0 0-1 0 0,1 0 1 0 0,-1 0-1 0 0,0 0 1 0 0,1 0 0 0 0,-1 0-1 0 0,0 0 1 0 0,1-1-1 0 0,-1 1 1 0 0,0 0-1 0 0,1-1 1 0 0,-1 1 0 0 0,0-1-1 0 0,0 1 1 0 0,1-1-1 0 0,0-1 1 0 0,45-28 282 0 0,-38 23-289 0 0,34-26-400 0 0,-16 9-5180 0 0,-9 8-688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38.5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16 920 0 0,'3'-3'80'0'0,"3"-1"-80"0"0,-1 3 0 0 0,-2-3 0 0 0,1 1 168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3.3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1 10138 0 0,'-1'3'494'0'0,"0"1"0"0"0,0 0 1 0 0,1-1-1 0 0,-1 1 0 0 0,1 0 0 0 0,0 0 0 0 0,0 0 0 0 0,0-1 0 0 0,1 7 0 0 0,0 8 414 0 0,-9 94 2754 0 0,-5-1-3497 0 0,10-90-727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3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17052 0 0,'10'18'2892'0'0,"13"20"-6921"0"0,-16-33 3573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4.1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13 7514 0 0,'13'-13'10376'0'0,"-10"20"-10161"0"0,-1-1 0 0 0,1 1 0 0 0,-2 0 0 0 0,1 0 0 0 0,-1 0 0 0 0,0 0 0 0 0,0 0 0 0 0,0 0 0 0 0,-1 0 0 0 0,-1 10 0 0 0,-13 83 412 0 0,8-66-586 0 0,-24 117-44 0 0,15-86-5980 0 0,9-42-432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4.3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 11979 0 0,'2'-5'1064'0'0,"-1"0"-848"0"0,1 1-216 0 0,2 4 848 0 0,-1-1 128 0 0,1-3 24 0 0,1 1 9 0 0,2-3-433 0 0,0 3-80 0 0,-2 3-16 0 0,-1 2-8 0 0,1 3-1312 0 0,-3 2-264 0 0,-2 5-49 0 0,-4 2-15 0 0,-3 2 912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4.9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35 9674 0 0,'0'-1'4465'0'0,"4"-3"-3601"0"0,3 1 0 0 0,2-1-7 0 0,1-1-1 0 0,4 1-1000 0 0,0-3-200 0 0,3 4-40 0 0,-1-1-1 0 0,2 6 297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4.7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10138 0 0,'10'2'10688'0'0,"-10"-1"-10528"0"0,9 49 753 0 0,3 101 1 0 0,-11-102-794 0 0,3 0 0 0 0,19 90 0 0 0,-18-121-160 0 0,0 0 0 0 0,2 0 0 0 0,0 0 0 0 0,1-1 0 0 0,16 26 0 0 0,-21-38 55 0 0,0-1-1 0 0,0 1 0 0 0,1-1 0 0 0,-1 0 0 0 0,1 0 0 0 0,0 0 0 0 0,0 0 0 0 0,1-1 0 0 0,-1 1 0 0 0,1-1 0 0 0,0 0 0 0 0,-1-1 0 0 0,1 1 0 0 0,1-1 0 0 0,-1 0 0 0 0,0 0 0 0 0,0 0 0 0 0,1-1 0 0 0,-1 0 0 0 0,1 0 0 0 0,-1-1 0 0 0,1 1 0 0 0,8-1 0 0 0,-9-1-29 0 0,-1 0-1 0 0,0 0 0 0 0,1 0 1 0 0,-1 0-1 0 0,0-1 0 0 0,0 1 0 0 0,0-1 1 0 0,0 0-1 0 0,0-1 0 0 0,0 1 1 0 0,-1-1-1 0 0,1 1 0 0 0,-1-1 1 0 0,0 0-1 0 0,0 0 0 0 0,3-4 0 0 0,2-3-250 0 0,-1-1 0 0 0,0 1-1 0 0,-1-1 1 0 0,8-17-1 0 0,-2 0-896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5.5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41 4145 0 0,'-30'3'7997'0'0,"43"-10"-4961"0"0,57-16 1718 0 0,-56 19-4465 0 0,1 1 0 0 0,0 0 0 0 0,0 2 0 0 0,0-1 0 0 0,22 2 0 0 0,-35 0-283 0 0,-1 0 0 0 0,0 0 1 0 0,0 0-1 0 0,1 0 0 0 0,-1 1 0 0 0,0-1 1 0 0,0 1-1 0 0,0-1 0 0 0,1 0 0 0 0,-1 1 1 0 0,0 0-1 0 0,0-1 0 0 0,0 1 0 0 0,0 0 1 0 0,0 0-1 0 0,0-1 0 0 0,0 1 0 0 0,0 0 0 0 0,0 0 1 0 0,0 0-1 0 0,-1 0 0 0 0,2 2 0 0 0,-1-1-4 0 0,0 1 0 0 0,0-1 0 0 0,-1 0 0 0 0,1 1 0 0 0,-1-1 0 0 0,0 1 0 0 0,0-1 0 0 0,0 0 0 0 0,0 1 0 0 0,0-1-1 0 0,-1 4 1 0 0,-1 7-66 0 0,-2 0 0 0 0,1-1-1 0 0,-10 20 1 0 0,10-25-2 0 0,2-5 34 0 0,0 1 0 0 0,-1 0 1 0 0,1-1-1 0 0,1 1 1 0 0,-1 0-1 0 0,0-1 1 0 0,1 1-1 0 0,-1 0 1 0 0,1 0-1 0 0,0 0 0 0 0,0-1 1 0 0,0 1-1 0 0,0 0 1 0 0,1 0-1 0 0,-1 0 1 0 0,1-1-1 0 0,-1 1 0 0 0,3 3 1 0 0,-2-3 5 0 0,1 0 0 0 0,1-1 0 0 0,-1 1 0 0 0,0-1 1 0 0,1 0-1 0 0,-1 0 0 0 0,1 0 0 0 0,0 0 0 0 0,-1 0 0 0 0,1 0 0 0 0,0-1 1 0 0,0 1-1 0 0,0-1 0 0 0,0 0 0 0 0,5 1 0 0 0,-4-1 35 0 0,1 0 1 0 0,-1 1-1 0 0,0-1 1 0 0,0 1-1 0 0,0 0 1 0 0,0 0-1 0 0,0 0 1 0 0,0 1-1 0 0,-1-1 0 0 0,1 1 1 0 0,-1 0-1 0 0,1 0 1 0 0,-1 0-1 0 0,0 0 1 0 0,-1 1-1 0 0,1-1 1 0 0,0 1-1 0 0,-1 0 0 0 0,0 0 1 0 0,0 0-1 0 0,0 0 1 0 0,0 0-1 0 0,-1 0 1 0 0,1 0-1 0 0,-1 1 1 0 0,0-1-1 0 0,-1 0 0 0 0,1 1 1 0 0,-1-1-1 0 0,0 1 1 0 0,0-1-1 0 0,0 0 1 0 0,0 1-1 0 0,-1-1 1 0 0,0 1-1 0 0,-1 5 0 0 0,-2 8-87 0 0,0-1-1 0 0,-1 1 0 0 0,-13 30 1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6.4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12 200 14283 0 0,'-12'-45'3257'0'0,"12"45"-3207"0"0,11 25 2243 0 0,8 34-1598 0 0,-10-29-486 0 0,1-1 0 0 0,26 53 0 0 0,-33-75-219 0 0,0-1 0 0 0,1 0 0 0 0,0 0 0 0 0,1 0 0 0 0,-1 0 0 0 0,1-1 0 0 0,0 0 0 0 0,0 0 0 0 0,1 0 0 0 0,0-1 0 0 0,0 0 0 0 0,0 0 0 0 0,0 0 0 0 0,0-1 0 0 0,1 0 0 0 0,-1 0 0 0 0,12 3-1 0 0,-11-5-24 0 0,-1 0 0 0 0,0-1-1 0 0,1 0 1 0 0,-1-1-1 0 0,1 1 1 0 0,-1-1-1 0 0,0 0 1 0 0,1-1-1 0 0,-1 1 1 0 0,0-1 0 0 0,0-1-1 0 0,0 1 1 0 0,0-1-1 0 0,-1 0 1 0 0,1 0-1 0 0,-1-1 1 0 0,0 1-1 0 0,1-1 1 0 0,-2-1 0 0 0,8-6-1 0 0,7-9-391 0 0,0-1 0 0 0,0-1 0 0 0,16-28 0 0 0,-21 28 538 0 0,-2 0-1 0 0,0 0 1 0 0,-2-2-1 0 0,-1 1 1 0 0,0-1-1 0 0,-2 0 1 0 0,0-1-1 0 0,-2 0 1 0 0,3-45 0 0 0,-7 69-152 0 0,4-25 2856 0 0,-3 41-2462 0 0,1 24-215 0 0,2 0-1 0 0,2 0 1 0 0,2 0 0 0 0,17 49 0 0 0,-18-65-390 0 0,2 0 0 0 0,1 0 1 0 0,0-1-1 0 0,2 0 1 0 0,0-1-1 0 0,1-1 0 0 0,34 37 1 0 0,-26-36-7451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6.7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10594 0 0,'6'41'5959'0'0,"0"-7"-3729"0"0,-4 32 795 0 0,-2-44-3183 0 0,1 1 1 0 0,1 0-1 0 0,1 0 0 0 0,8 33 0 0 0,-4-38-7370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7.6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100 72 3225 0 0,'13'-45'617'0'0,"-10"18"9482"0"0,-3 46-8351 0 0,-1 12-557 0 0,-1 0 0 0 0,-2 1 0 0 0,-1-1 0 0 0,-13 43 0 0 0,-51 116-3652 0 0,53-148-4479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8.2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15 124 6913 0 0,'-14'-4'9676'0'0,"17"9"-9279"0"0,32 61 1333 0 0,31 49 391 0 0,-59-105-2043 0 0,0-1-1 0 0,1 1 0 0 0,-1-1 0 0 0,2-1 1 0 0,-1 0-1 0 0,1 0 0 0 0,1 0 0 0 0,16 10 1 0 0,-23-17-79 0 0,0 1 0 0 0,0-1 0 0 0,0 1 1 0 0,1-1-1 0 0,-1 0 0 0 0,0 0 0 0 0,0-1 1 0 0,1 1-1 0 0,-1-1 0 0 0,1 1 0 0 0,-1-1 1 0 0,0 0-1 0 0,1 0 0 0 0,-1 0 0 0 0,1-1 1 0 0,-1 0-1 0 0,0 1 0 0 0,4-2 0 0 0,-3 0-2 0 0,1 0 0 0 0,-1-1 0 0 0,1 1 0 0 0,-1-1 0 0 0,0 0 0 0 0,0 0 0 0 0,0-1 0 0 0,-1 1-1 0 0,1-1 1 0 0,5-7 0 0 0,1-5 1 0 0,0 0-1 0 0,-1 0 0 0 0,-1-1 1 0 0,-1 0-1 0 0,8-25 1 0 0,-7 12 29 0 0,7-52 1 0 0,-11 55 418 0 0,1 0 0 0 0,14-44 0 0 0,-19 71-439 0 0,0 0-1 0 0,0 0 1 0 0,0 1-1 0 0,0-1 1 0 0,0 0-1 0 0,0 0 1 0 0,0 0-1 0 0,0 0 1 0 0,0 0 0 0 0,0 0-1 0 0,0 0 1 0 0,0 0-1 0 0,0 0 1 0 0,0 0-1 0 0,1 0 1 0 0,-1 0-1 0 0,0 1 1 0 0,0-1-1 0 0,0 0 1 0 0,0 0-1 0 0,0 0 1 0 0,0 0-1 0 0,0 0 1 0 0,0 0 0 0 0,0 0-1 0 0,0 0 1 0 0,0 0-1 0 0,0 0 1 0 0,0 0-1 0 0,0 0 1 0 0,1 0-1 0 0,-1 0 1 0 0,0 0-1 0 0,0 0 1 0 0,0 0-1 0 0,0 0 1 0 0,0 0-1 0 0,0 0 1 0 0,0 0-1 0 0,0 0 1 0 0,0 0 0 0 0,0 0-1 0 0,1 0 1 0 0,-1 0-1 0 0,0 0 1 0 0,0 0-1 0 0,0 0 1 0 0,0 0-1 0 0,0 0 1 0 0,0 0-1 0 0,0 0 1 0 0,0 0-1 0 0,0 0 1 0 0,0 0-1 0 0,0 0 1 0 0,0 0 0 0 0,0-1-1 0 0,1 1 1 0 0,-1 0-1 0 0,0 0 1 0 0,0 0-1 0 0,0 0 1 0 0,0 0-1 0 0,0 0 1 0 0,0 0-1 0 0,4 13 324 0 0,4 25 114 0 0,-6-29-323 0 0,3 15-117 0 0,1-1 1 0 0,1 1-1 0 0,10 22 1 0 0,-12-36-242 0 0,0 0-1 0 0,0-1 1 0 0,1 0 0 0 0,0 0 0 0 0,0-1 0 0 0,1 1 0 0 0,0-1-1 0 0,0-1 1 0 0,14 11 0 0 0,-2-5-7626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48.6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50 10594 0 0,'0'-1'80'0'0,"0"1"-1"0"0,0-1 1 0 0,0 1-1 0 0,0-1 1 0 0,0 1-1 0 0,0-1 1 0 0,0 1-1 0 0,0-1 1 0 0,0 1 0 0 0,0-1-1 0 0,0 1 1 0 0,0-1-1 0 0,0 1 1 0 0,0-1-1 0 0,0 1 1 0 0,1-1-1 0 0,-1 1 1 0 0,0-1-1 0 0,0 1 1 0 0,1-1-1 0 0,-1 1 1 0 0,0 0-1 0 0,0-1 1 0 0,1 1-1 0 0,-1-1 1 0 0,0 1-1 0 0,1 0 1 0 0,0-1-1 0 0,20-12 2302 0 0,23-4 2072 0 0,-40 16-4287 0 0,0 0 0 0 0,0 0 0 0 0,0 0 0 0 0,0 0 0 0 0,1 1 0 0 0,-1 0 0 0 0,0-1 0 0 0,0 2 0 0 0,0-1 0 0 0,0 0 0 0 0,0 1 0 0 0,0 0 0 0 0,0 0 0 0 0,0 0 1 0 0,7 3-1 0 0,-8-2-144 0 0,0 0 1 0 0,-1 0 0 0 0,1 0-1 0 0,0 1 1 0 0,-1-1-1 0 0,1 1 1 0 0,-1-1 0 0 0,0 1-1 0 0,0 0 1 0 0,0 0 0 0 0,0 0-1 0 0,-1 0 1 0 0,1 1 0 0 0,-1-1-1 0 0,1 0 1 0 0,-1 1 0 0 0,-1-1-1 0 0,2 6 1 0 0,0 7 71 0 0,0-1 1 0 0,-1 1-1 0 0,-1 1 1 0 0,-1-1-1 0 0,0 0 1 0 0,-5 18-1 0 0,3-12-205 0 0,1-1-1 0 0,0 32 1 0 0,2-52 128 0 0,0 1 1 0 0,0-1-1 0 0,0 1 1 0 0,0 0-1 0 0,0-1 1 0 0,1 1-1 0 0,-1-1 1 0 0,1 1-1 0 0,-1-1 1 0 0,1 0 0 0 0,-1 1-1 0 0,1-1 1 0 0,0 1-1 0 0,-1-1 1 0 0,1 0-1 0 0,0 0 1 0 0,0 1-1 0 0,0-1 1 0 0,0 0-1 0 0,0 0 1 0 0,0 0-1 0 0,1 0 1 0 0,-1 0 0 0 0,3 1-1 0 0,-2-1 11 0 0,0 0 0 0 0,1-1 0 0 0,-1 0 0 0 0,1 1 0 0 0,-1-1-1 0 0,1 0 1 0 0,-1 0 0 0 0,0-1 0 0 0,1 1 0 0 0,-1 0 0 0 0,1-1 0 0 0,-1 1 0 0 0,0-1-1 0 0,3-1 1 0 0,7-3 154 0 0,0-1-1 0 0,0 0 0 0 0,-1-1 0 0 0,18-13 1 0 0,-17 10-244 0 0,0 0 1 0 0,-1-1 0 0 0,0 0-1 0 0,0 0 1 0 0,-2-1 0 0 0,1-1-1 0 0,9-17 1 0 0,-8 7-402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51.4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1 220 6913 0 0,'12'-5'1101'0'0,"1"1"-1"0"0,0 0 0 0 0,18-2 0 0 0,193-1 1019 0 0,-12 2-1397 0 0,879-56-367 0 0,63-5-166 0 0,-216 7 122 0 0,2 56 74 0 0,-277 14-4 0 0,-118-4 407 0 0,-321 9-642 0 0,-193-12-148 0 0,0 2 0 0 0,0 1 1 0 0,-1 2-1 0 0,0 1 0 0 0,30 14 1 0 0,-51-19 9 0 0,0-1 0 0 0,0 1 1 0 0,0 1-1 0 0,-1 0 0 0 0,0 0 1 0 0,0 1-1 0 0,-1 0 0 0 0,13 14 1 0 0,-17-16 106 0 0,0 0 0 0 0,0 0 0 0 0,0 0-1 0 0,0 0 1 0 0,-1 0 0 0 0,0 0 0 0 0,0 0 0 0 0,-1 1 0 0 0,1-1 0 0 0,-1 1 0 0 0,-1 0 0 0 0,1-1 0 0 0,-1 1 0 0 0,1 0 0 0 0,-2-1 0 0 0,1 1 0 0 0,-2 8 0 0 0,-16 74 830 0 0,7-40-465 0 0,2 1-1 0 0,-3 74 0 0 0,11-8-358 0 0,4 0-1 0 0,6 0 0 0 0,44 208 1 0 0,-7-109-57 0 0,22 255 0 0 0,-55-322-64 0 0,55 446 0 0 0,-3-34 15 0 0,-63-531-9 0 0,13 77 311 0 0,5-1-1 0 0,58 178 1 0 0,-77-281-314 0 0,-1 1 0 0 0,1-1 1 0 0,0 1-1 0 0,-1-1 0 0 0,1 1 1 0 0,-1 0-1 0 0,0-1 0 0 0,1 1 1 0 0,-1 0-1 0 0,0-1 0 0 0,0 1 1 0 0,0 0-1 0 0,0-1 1 0 0,-1 1-1 0 0,1 0 0 0 0,0-1 1 0 0,-1 1-1 0 0,1-1 0 0 0,-1 1 1 0 0,1-1-1 0 0,-1 1 0 0 0,0-1 1 0 0,0 1-1 0 0,1-1 1 0 0,-1 1-1 0 0,0-1 0 0 0,0 0 1 0 0,-1 1-1 0 0,1-1 0 0 0,0 0 1 0 0,0 0-1 0 0,-1 0 0 0 0,1 0 1 0 0,0 0-1 0 0,-1 0 0 0 0,1 0 1 0 0,-1-1-1 0 0,1 1 1 0 0,-4 0-1 0 0,-5 1 9 0 0,1 0 0 0 0,-1-1 0 0 0,0 0 0 0 0,0-1 0 0 0,-17-1 0 0 0,5 0-13 0 0,-240-2 8 0 0,-190 3-518 0 0,308 4 358 0 0,-277 20-350 0 0,-60 25 500 0 0,217-25 19 0 0,-382 0 16 0 0,372-20-128 0 0,-372 29-1151 0 0,-43 1 1498 0 0,356-32 55 0 0,-373 16 439 0 0,520 0-1649 0 0,65-6-6778 0 0,83-8 1949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7:52.1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0 1840 0 0,'-5'10'11212'0'0,"5"-9"-10781"0"0,1 25 3213 0 0,7 32-3402 0 0,-7-53 585 0 0,68 501 289 0 0,7 39-1024 0 0,33 533-156 0 0,-63-369 450 0 0,-34-627-53 0 0,90 484 2273 0 0,-89-503-2405 0 0,-3 1 1 0 0,4 91-1 0 0,-11-114-177 0 0,-3-40 0 0 0,0 0-99 0 0,0 0-1 0 0,0 0 1 0 0,0 0 0 0 0,0 0 0 0 0,0 0 0 0 0,0 0-1 0 0,0 0 1 0 0,0 0 0 0 0,1 0 0 0 0,-1 0 0 0 0,0 0 0 0 0,1 0-1 0 0,-1 0 1 0 0,1 0 0 0 0,-1 0 0 0 0,1 0 0 0 0,-1 0 0 0 0,1 0-1 0 0,0 0 1 0 0,0 0 0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2.2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45 237 3225 0 0,'-5'-12'1022'0'0,"1"-1"1"0"0,-7-23 0 0 0,-4-15 1370 0 0,6 20 3627 0 0,9 31-5972 0 0,10 15 720 0 0,55 97 739 0 0,18 30-341 0 0,-68-121-1035 0 0,1 0 0 0 0,0-1 0 0 0,2-1 1 0 0,27 24-1 0 0,-32-33-45 0 0,1 1-1 0 0,0-2 1 0 0,1 0 0 0 0,0 0 0 0 0,0-1 0 0 0,31 10 0 0 0,-40-16-16 0 0,1 0 0 0 0,0 0 0 0 0,0-1 0 0 0,-1 1 0 0 0,1-2 0 0 0,0 1 0 0 0,0-1 0 0 0,0 0 0 0 0,0 0 0 0 0,0-1 0 0 0,0 0 0 0 0,0 0 0 0 0,0-1 0 0 0,0 0 0 0 0,-1 0 0 0 0,1 0 0 0 0,-1-1 0 0 0,0 0 0 0 0,10-6 0 0 0,-11 4 19 0 0,0 0 0 0 0,0 0 0 0 0,0 0-1 0 0,0-1 1 0 0,-1 0 0 0 0,0 0 0 0 0,0 0-1 0 0,-1 0 1 0 0,0-1 0 0 0,0 1 0 0 0,0-1-1 0 0,-1 0 1 0 0,0 1 0 0 0,2-12 0 0 0,0-4 36 0 0,-1-1 1 0 0,-1 1 0 0 0,-1-31-1 0 0,-16-174-138 0 0,5 131-2836 0 0,9 116-4853 0 0,-1 19 7447 0 0,4-15 255 0 0,-2 1 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2.5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87 2761 0 0,'-9'-17'70'0'0,"6"10"1456"0"0,-1 0 0 0 0,1 1 0 0 0,1-2 0 0 0,-1 1 0 0 0,1 0 0 0 0,0 0 0 0 0,-1-14 0 0 0,12 40 3376 0 0,5 8-4292 0 0,34 98 197 0 0,15 32-478 0 0,-53-137-1338 0 0,1 0 0 0 0,1-1 1 0 0,0-1-1 0 0,2 0 0 0 0,24 26 0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2.8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22 244 456 0 0,'-3'-6'270'0'0,"0"1"0"0"0,0-1 1 0 0,1 0-1 0 0,0 0 0 0 0,0 0 0 0 0,0 0 0 0 0,1 0 0 0 0,0 0 0 0 0,0 0 1 0 0,0-1-1 0 0,1 1 0 0 0,0 0 0 0 0,0 0 0 0 0,1-1 0 0 0,0 1 1 0 0,0 0-1 0 0,0 0 0 0 0,1 0 0 0 0,0 0 0 0 0,3-8 0 0 0,-1 7 144 0 0,0-1 0 0 0,0 1 0 0 0,1 0 0 0 0,-1 1 0 0 0,1-1 0 0 0,1 1 0 0 0,0 0 0 0 0,0 0 0 0 0,0 1 0 0 0,0 0 0 0 0,1 0 0 0 0,0 0 0 0 0,12-6 0 0 0,-14 9-239 0 0,0-1-1 0 0,0 1 0 0 0,0 0 0 0 0,0 0 0 0 0,0 0 0 0 0,0 1 0 0 0,0 0 1 0 0,1 0-1 0 0,-1 0 0 0 0,0 1 0 0 0,1 0 0 0 0,-1 0 0 0 0,0 0 1 0 0,1 1-1 0 0,-1-1 0 0 0,0 1 0 0 0,0 1 0 0 0,1-1 0 0 0,-1 1 0 0 0,0 0 1 0 0,9 4-1 0 0,-11-3-136 0 0,0 0 0 0 0,0 0 0 0 0,0 0 0 0 0,0 0 0 0 0,-1 0 0 0 0,0 0-1 0 0,1 1 1 0 0,-1 0 0 0 0,0-1 0 0 0,-1 1 0 0 0,1 0 0 0 0,-1 0 0 0 0,1 0 0 0 0,-1 0 0 0 0,0 0 0 0 0,-1 0 0 0 0,1 0 0 0 0,-1 0 0 0 0,0 0 0 0 0,0 0 0 0 0,0 0 0 0 0,-1 5 0 0 0,-1 12 81 0 0,-1 1 0 0 0,-10 38-1 0 0,10-47-36 0 0,-14 37 149 0 0,12-35 312 0 0,0 1 0 0 0,-4 19 0 0 0,9-34-497 0 0,0-1 0 0 0,0 0 1 0 0,-1 1-1 0 0,1-1 0 0 0,0 0 0 0 0,0 1 0 0 0,0-1 1 0 0,0 0-1 0 0,0 1 0 0 0,0-1 0 0 0,0 0 1 0 0,1 1-1 0 0,-1-1 0 0 0,0 0 0 0 0,0 1 0 0 0,0-1 1 0 0,0 0-1 0 0,0 0 0 0 0,0 1 0 0 0,1-1 0 0 0,-1 0 1 0 0,0 1-1 0 0,0-1 0 0 0,0 0 0 0 0,1 0 0 0 0,-1 1 1 0 0,0-1-1 0 0,0 0 0 0 0,1 0 0 0 0,-1 0 0 0 0,0 0 1 0 0,0 1-1 0 0,1-1 0 0 0,-1 0 0 0 0,0 0 0 0 0,1 0 1 0 0,-1 0-1 0 0,1 0 0 0 0,16-1 603 0 0,16-12-455 0 0,24-16-291 0 0,3-1-1447 0 0,-19 12-4396 0 0,-22 11-90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4.0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0 173 5065 0 0,'5'-8'4916'0'0,"7"-10"-2752"0"0,-3 4-1044 0 0,0 0-362 0 0,0 0 0 0 0,8-20 0 0 0,-15 31-743 0 0,-1-1 0 0 0,1 1 1 0 0,-1-1-1 0 0,0 1 0 0 0,0-1 1 0 0,-1 0-1 0 0,1 0 1 0 0,-1 1-1 0 0,0-1 0 0 0,0 0 1 0 0,0 0-1 0 0,0 1 1 0 0,-1-1-1 0 0,1 0 0 0 0,-3-6 1 0 0,3 9-18 0 0,0 1-1 0 0,0 0 1 0 0,0 0 0 0 0,0 0 0 0 0,0-1 0 0 0,0 1 0 0 0,-1 0 0 0 0,1 0 0 0 0,0-1 0 0 0,0 1-1 0 0,0 0 1 0 0,0 0 0 0 0,0 0 0 0 0,0 0 0 0 0,-1-1 0 0 0,1 1 0 0 0,0 0 0 0 0,0 0-1 0 0,0 0 1 0 0,-1 0 0 0 0,1-1 0 0 0,0 1 0 0 0,0 0 0 0 0,0 0 0 0 0,-1 0 0 0 0,1 0-1 0 0,0 0 1 0 0,0 0 0 0 0,-1 0 0 0 0,1 0 0 0 0,0 0 0 0 0,0 0 0 0 0,0 0 0 0 0,-1 0 0 0 0,1 0-1 0 0,0 0 1 0 0,0 0 0 0 0,-1 0 0 0 0,1 0 0 0 0,0 0 0 0 0,0 0 0 0 0,-1 0 0 0 0,1 0-1 0 0,0 0 1 0 0,0 0 0 0 0,0 1 0 0 0,-1-1 0 0 0,1 0 0 0 0,0 0 0 0 0,0 0 0 0 0,0 0 0 0 0,0 1-1 0 0,-1-1 1 0 0,1 0 0 0 0,0 0 0 0 0,0 0 0 0 0,0 0 0 0 0,0 1 0 0 0,0-1 0 0 0,0 0-1 0 0,-1 0 1 0 0,1 1 0 0 0,0-1 0 0 0,0 0 0 0 0,0 0 0 0 0,0 0 0 0 0,0 1 0 0 0,0-1-1 0 0,-8 19 35 0 0,8-18-35 0 0,-1 8 117 0 0,1-1-1 0 0,1 1 0 0 0,-1 0 0 0 0,1-1 1 0 0,1 1-1 0 0,0 0 0 0 0,0-1 0 0 0,0 0 1 0 0,6 12-1 0 0,-1 3 140 0 0,1 0-88 0 0,0 1-1 0 0,1-1 1 0 0,1-1-1 0 0,2 0 1 0 0,23 34 0 0 0,17 8-7061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4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1 145 4145 0 0,'0'-4'3257'0'0,"2"0"-2241"0"0,2-2-288 0 0,4-2-56 0 0,0-3-16 0 0,3-1 0 0 0,1-2-656 0 0,3 0-224 0 0,0-1 0 0 0,3-2 0 0 0,3-2 160 0 0,-4-1 64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4.4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66 5985 0 0,'7'-3'5671'0'0,"12"-5"-3370"0"0,53-27-2882 0 0,-44 21-1822 0 0,-16 9-1697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4.7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1 103 6913 0 0,'0'0'315'0'0,"17"-9"315"0"0,39-25 1419 0 0,-45 26-1920 0 0,0 0 0 0 0,1 1 1 0 0,0 1-1 0 0,0 0 0 0 0,0 0 1 0 0,1 2-1 0 0,0-1 0 0 0,25-4 0 0 0,-31 10-141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58.6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33 5065 0 0,'-4'-32'11036'0'0,"2"52"-8398"0"0,3 72-1453 0 0,24 169 0 0 0,-20-224-925 0 0,12 42 0 0 0,-14-67-177 0 0,1-1 0 0 0,0 1 0 0 0,1-1 0 0 0,0 0 0 0 0,1 0 0 0 0,0-1 0 0 0,13 17 0 0 0,-18-26-84 0 0,0 1 1 0 0,0 0-1 0 0,0 0 0 0 0,1-1 1 0 0,-1 1-1 0 0,1-1 1 0 0,0 1-1 0 0,-1-1 0 0 0,1 0 1 0 0,0 0-1 0 0,0 1 1 0 0,-1-1-1 0 0,1-1 0 0 0,0 1 1 0 0,0 0-1 0 0,0 0 1 0 0,0-1-1 0 0,1 1 1 0 0,-1-1-1 0 0,0 1 0 0 0,0-1 1 0 0,0 0-1 0 0,0 0 1 0 0,0 0-1 0 0,0 0 0 0 0,1 0 1 0 0,-1-1-1 0 0,0 1 1 0 0,0-1-1 0 0,0 1 0 0 0,0-1 1 0 0,0 0-1 0 0,0 0 1 0 0,0 0-1 0 0,2-1 0 0 0,-1-1-221 0 0,1 0-1 0 0,-1 0 0 0 0,0 0 1 0 0,0 0-1 0 0,0-1 0 0 0,-1 1 0 0 0,1-1 1 0 0,-1 0-1 0 0,0 0 0 0 0,0 0 1 0 0,0 0-1 0 0,-1 0 0 0 0,1 0 0 0 0,-1 0 1 0 0,0-1-1 0 0,1-4 0 0 0,-1-11-6515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58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83 1 4145 0 0,'-5'0'-184'0'0,"-26"0"2503"0"0,27 1-1409 0 0,-1-1 0 0 0,1 1 0 0 0,0 0 0 0 0,0 0 0 0 0,-1 0 1 0 0,1 0-1 0 0,0 1 0 0 0,-6 3 0 0 0,10-5-873 0 0,0 0 0 0 0,0 0 0 0 0,-1 0 0 0 0,1 0 0 0 0,0 0 0 0 0,0 0 0 0 0,0 0 0 0 0,0 0 0 0 0,0 0 0 0 0,0 0 0 0 0,-1 1 0 0 0,1-1 0 0 0,0 0 0 0 0,0 0 0 0 0,0 0 0 0 0,0 0 0 0 0,0 0 0 0 0,0 0-1 0 0,0 0 1 0 0,0 1 0 0 0,0-1 0 0 0,0 0 0 0 0,0 0 0 0 0,0 0 0 0 0,-1 0 0 0 0,1 0 0 0 0,0 0 0 0 0,0 1 0 0 0,0-1 0 0 0,0 0 0 0 0,0 0 0 0 0,0 0 0 0 0,0 0 0 0 0,0 0 0 0 0,0 1 0 0 0,0-1 0 0 0,1 0 0 0 0,-1 0 0 0 0,0 0 0 0 0,0 0 0 0 0,0 0 0 0 0,0 0 0 0 0,0 1 0 0 0,0-1 0 0 0,0 0 0 0 0,0 0 0 0 0,0 0 0 0 0,0 0 0 0 0,0 0 0 0 0,0 0-1 0 0,1 0 1 0 0,-1 1 0 0 0,0-1 0 0 0,9 4-276 0 0,-5-2-968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59.3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 5065 0 0,'3'-12'13858'0'0,"1"17"-13635"0"0,0 0 0 0 0,-1 0 0 0 0,0 0 0 0 0,0 0 0 0 0,0 1 0 0 0,-1-1 0 0 0,0 1 0 0 0,0 0 0 0 0,0 0 1 0 0,1 9-1 0 0,8 74 496 0 0,-8-52-490 0 0,31 157-2334 0 0,-30-175-5176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0.1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32 2304 0 0,'-1'-1'314'0'0,"-2"-3"636"0"0,-1 1 0 0 0,1-1 0 0 0,-1 1 0 0 0,1 0 0 0 0,-1 0 1 0 0,0 1-1 0 0,0-1 0 0 0,-7-2 0 0 0,12 15 2510 0 0,5 12-2416 0 0,53 157 2210 0 0,19 68-2017 0 0,-72-225-1250 0 0,-4-11-375 0 0,1 0-1 0 0,0 0 0 0 0,1 0 1 0 0,0-1-1 0 0,1 1 0 0 0,9 15 0 0 0,-5-21-2811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0.5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1 234 3225 0 0,'2'-18'464'0'0,"0"0"1"0"0,1 0-1 0 0,2 0 1 0 0,-1 0-1 0 0,2 1 1 0 0,0-1-1 0 0,2 1 1 0 0,-1 1-1 0 0,15-23 1 0 0,-20 36-248 0 0,0 1 0 0 0,-1-1 0 0 0,1 1 0 0 0,0 0 0 0 0,0-1 0 0 0,0 1 0 0 0,0 0 0 0 0,0 0 0 0 0,1 0 1 0 0,-1 0-1 0 0,1 1 0 0 0,-1-1 0 0 0,1 1 0 0 0,0-1 0 0 0,0 1 0 0 0,-1 0 0 0 0,1 0 0 0 0,0 0 0 0 0,0 1 0 0 0,0-1 1 0 0,4 0-1 0 0,-3 1-45 0 0,-1 1 0 0 0,0-1 0 0 0,1 1 0 0 0,-1 0 0 0 0,0-1 0 0 0,1 2 0 0 0,-1-1 0 0 0,0 0 0 0 0,0 1 1 0 0,0-1-1 0 0,0 1 0 0 0,0 0 0 0 0,0 0 0 0 0,0 0 0 0 0,-1 0 0 0 0,1 0 0 0 0,-1 1 0 0 0,4 4 0 0 0,-3-3-102 0 0,-1-1 0 0 0,0 1 0 0 0,0 0 0 0 0,0 0 0 0 0,-1 0 0 0 0,1 0 0 0 0,-1 1 0 0 0,0-1 0 0 0,0 0 0 0 0,0 0 0 0 0,-1 1 0 0 0,0-1 0 0 0,0 0 0 0 0,0 1 0 0 0,0-1 0 0 0,0 0 0 0 0,-1 1 0 0 0,0-1 0 0 0,0 0 0 0 0,0 0 0 0 0,-2 5 0 0 0,-5 12 176 0 0,0-1 1 0 0,-22 37-1 0 0,20-38-88 0 0,-11 16 99 0 0,15-25-89 0 0,0-1-1 0 0,0 1 0 0 0,1 1 1 0 0,0-1-1 0 0,0 1 1 0 0,2 0-1 0 0,-6 20 0 0 0,9-30-118 0 0,1 1 0 0 0,-1-1-1 0 0,0 0 1 0 0,0 1 0 0 0,1-1 0 0 0,-1 1-1 0 0,1-1 1 0 0,-1 1 0 0 0,1-1 0 0 0,-1 0-1 0 0,1 1 1 0 0,0-1 0 0 0,0 0 0 0 0,0 0-1 0 0,-1 0 1 0 0,1 1 0 0 0,0-1 0 0 0,1 0-1 0 0,-1 0 1 0 0,0-1 0 0 0,0 1 0 0 0,0 0-1 0 0,1 0 1 0 0,-1 0 0 0 0,0-1 0 0 0,1 1-1 0 0,-1-1 1 0 0,0 1 0 0 0,1-1 0 0 0,-1 1-1 0 0,1-1 1 0 0,-1 0 0 0 0,1 0 0 0 0,-1 0-1 0 0,3 0 1 0 0,9 2 81 0 0,-1-2 0 0 0,1 1 0 0 0,14-3 0 0 0,-18 2-52 0 0,75-7 17 0 0,23-1-582 0 0,-90 8-2089 0 0,0 1 0 0 0,20 3 1 0 0,-17 0-3549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0.8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16 5985 0 0,'-7'-16'12787'0'0,"15"26"-11932"0"0,2 3-462 0 0,-2 2 1 0 0,0-1-1 0 0,-1 1 0 0 0,0 0 0 0 0,-1 1 1 0 0,-1-1-1 0 0,-1 1 0 0 0,0 0 1 0 0,3 24-1 0 0,-5-22-315 0 0,1 0-1 0 0,1 0 1 0 0,1-1-1 0 0,1 0 0 0 0,0 0 1 0 0,1 0-1 0 0,16 26 1 0 0,-16-35-221 0 0,-1-1-241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4.9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74 388 5985 0 0,'-9'-13'1611'0'0,"1"0"0"0"0,-10-20 1 0 0,11 20 417 0 0,0 0 1 0 0,-17-22 0 0 0,24 43 1231 0 0,12 43-2443 0 0,5-9-757 0 0,0-1-1 0 0,3-1 1 0 0,2-1 0 0 0,1-1-1 0 0,1-1 1 0 0,3-1-1 0 0,1-1 1 0 0,44 44 0 0 0,-65-73-24 0 0,0 0 1 0 0,0-1-1 0 0,0 1 1 0 0,0-2-1 0 0,1 1 1 0 0,0-1-1 0 0,0 0 1 0 0,1 0 0 0 0,-1-1-1 0 0,0 0 1 0 0,1-1-1 0 0,0 0 1 0 0,15 2-1 0 0,-17-4-6 0 0,-1 0 0 0 0,0 0 0 0 0,0-1 0 0 0,0 1 0 0 0,0-1 0 0 0,0-1 0 0 0,0 1 0 0 0,0-1 0 0 0,0-1 0 0 0,0 1 0 0 0,-1-1 0 0 0,1 1 0 0 0,-1-2 0 0 0,1 1 0 0 0,-1-1 0 0 0,-1 1 0 0 0,1-1 0 0 0,0-1 0 0 0,-1 1 0 0 0,7-9 0 0 0,-3 1 21 0 0,0 0 0 0 0,0-1-1 0 0,-1 0 1 0 0,-1 0 0 0 0,-1-1 0 0 0,1 1 0 0 0,-2-1-1 0 0,5-25 1 0 0,0-14 126 0 0,1-56-1 0 0,-7 64-97 0 0,3-26-48 0 0,-1-3-218 0 0,20-104 0 0 0,-24 176 74 0 0,9-29-651 0 0,-10 31 663 0 0,0-1 0 0 0,0 1 0 0 0,0-1 0 0 0,0 1 0 0 0,0 0 0 0 0,0-1 0 0 0,1 1 0 0 0,-1-1 0 0 0,0 1-1 0 0,0 0 1 0 0,1-1 0 0 0,-1 1 0 0 0,0 0 0 0 0,0-1 0 0 0,1 1 0 0 0,-1 0 0 0 0,0 0 0 0 0,1-1 0 0 0,-1 1-1 0 0,0 0 1 0 0,1 0 0 0 0,-1-1 0 0 0,0 1 0 0 0,1 0 0 0 0,-1 0 0 0 0,1 0 0 0 0,-1 0 0 0 0,1 0 0 0 0,-1 0-1 0 0,0 0 1 0 0,1 0 0 0 0,-1 0 0 0 0,1 0 0 0 0,-1 0 0 0 0,0 0 0 0 0,1 0 0 0 0,-1 0 0 0 0,1 0-1 0 0,-1 0 1 0 0,1 0 0 0 0,-1 0 0 0 0,0 0 0 0 0,1 1 0 0 0,-1-1 0 0 0,0 0 0 0 0,1 0 0 0 0,-1 1 0 0 0,0-1-1 0 0,1 0 1 0 0,-1 0 0 0 0,0 1 0 0 0,1-1 0 0 0,-1 0 0 0 0,0 1 0 0 0,0-1 0 0 0,1 0 0 0 0,-1 1 0 0 0,0-1-1 0 0,0 0 1 0 0,0 1 0 0 0,0-1 0 0 0,1 1 0 0 0,-1-1 0 0 0,0 1 0 0 0,0 0 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5.4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16 8290 0 0,'-18'-15'10211'0'0,"25"29"-9018"0"0,8 26-664 0 0,-2-1 0 0 0,-1 1 0 0 0,-2 1 1 0 0,4 42-1 0 0,3 7-846 0 0,-3-31-90 0 0,-7-38-602 0 0,-2 1-1 0 0,0 0 1 0 0,-2-1-1 0 0,2 40 1 0 0,-5-59 745 0 0,0 0 1 0 0,0 0-1 0 0,-1 0 1 0 0,1 0-1 0 0,0 0 1 0 0,-1 0-1 0 0,1 0 0 0 0,-1 0 1 0 0,1 0-1 0 0,-1 0 1 0 0,0 0-1 0 0,0-1 1 0 0,0 1-1 0 0,0 0 1 0 0,0-1-1 0 0,-1 1 0 0 0,1 0 1 0 0,0-1-1 0 0,-1 1 1 0 0,1-1-1 0 0,-1 0 1 0 0,1 1-1 0 0,-1-1 0 0 0,0 0 1 0 0,0 0-1 0 0,-1 1 1 0 0,1-2 237 0 0,0 0 0 0 0,0 0 0 0 0,1 1 1 0 0,-1-1-1 0 0,0 0 0 0 0,0-1 0 0 0,1 1 1 0 0,-1 0-1 0 0,0 0 0 0 0,1-1 0 0 0,-1 1 1 0 0,0-1-1 0 0,1 0 0 0 0,-1 1 0 0 0,1-1 0 0 0,-1 0 1 0 0,1 0-1 0 0,-1 0 0 0 0,1 0 0 0 0,-1 0 1 0 0,1 0-1 0 0,0 0 0 0 0,0-1 0 0 0,0 1 0 0 0,-1 0 1 0 0,1-1-1 0 0,0 1 0 0 0,1-1 0 0 0,-1 1 1 0 0,-1-3-1 0 0,-14-30-150 0 0,9 13 28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5.6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1 171 456 0 0,'2'-7'497'0'0,"0"0"-1"0"0,1 0 0 0 0,0 0 1 0 0,0 0-1 0 0,0 0 1 0 0,1 1-1 0 0,0 0 0 0 0,7-9 1 0 0,42-44 4061 0 0,-48 54-3838 0 0,1 1-1 0 0,0 0 1 0 0,-1-1 0 0 0,1 2-1 0 0,1-1 1 0 0,-1 1 0 0 0,1 0-1 0 0,-1 0 1 0 0,1 1 0 0 0,10-3-1 0 0,-15 4-566 0 0,0 1-1 0 0,0 0 0 0 0,0 0 0 0 0,0 0 0 0 0,0 0 0 0 0,0 0 0 0 0,0 0 0 0 0,0 0 0 0 0,0 1 0 0 0,0-1 0 0 0,0 1 1 0 0,0-1-1 0 0,0 1 0 0 0,-1 0 0 0 0,1 0 0 0 0,0 0 0 0 0,1 1 0 0 0,-1 0-119 0 0,0-1-1 0 0,-1 1 1 0 0,1 0 0 0 0,-1 0 0 0 0,0 0-1 0 0,0 0 1 0 0,0 0 0 0 0,0 0-1 0 0,0 0 1 0 0,0 1 0 0 0,0-1-1 0 0,-1 0 1 0 0,1 0 0 0 0,-1 1-1 0 0,1-1 1 0 0,-1 0 0 0 0,0 5-1 0 0,-1 8-22 0 0,0 1-1 0 0,-2-1 0 0 0,1-1 0 0 0,-2 1 1 0 0,0 0-1 0 0,-1-1 0 0 0,0 1 0 0 0,-10 18 1 0 0,6-13 119 0 0,0 2 1 0 0,-8 34 0 0 0,16-53-78 0 0,1-1 1 0 0,-1 1 0 0 0,1-1-1 0 0,0 1 1 0 0,0-1-1 0 0,0 1 1 0 0,0-1 0 0 0,0 1-1 0 0,1 3 1 0 0,0-5-20 0 0,-1 0-1 0 0,0 0 1 0 0,1-1-1 0 0,-1 1 1 0 0,0 0-1 0 0,1 0 1 0 0,-1 0-1 0 0,1-1 1 0 0,-1 1-1 0 0,1 0 1 0 0,0-1-1 0 0,-1 1 1 0 0,1 0-1 0 0,0-1 1 0 0,-1 1-1 0 0,1-1 1 0 0,0 1-1 0 0,0-1 1 0 0,1 1-1 0 0,0-1-4 0 0,1 1 0 0 0,0-1 0 0 0,0 0 0 0 0,-1 0 0 0 0,1 0 0 0 0,0 0 1 0 0,-1 0-1 0 0,1-1 0 0 0,0 1 0 0 0,0-1 0 0 0,-1 0 0 0 0,1 0 0 0 0,-1 0 0 0 0,1 0 0 0 0,-1 0 0 0 0,4-3 0 0 0,18-9-17 0 0,-6 3-1314 0 0,0 1 0 0 0,25-9 0 0 0,-27 12-5654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6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 10138 0 0,'13'-9'1195'0'0,"-9"6"-611"0"0,-1 1 1 0 0,0 0-1 0 0,0-1 1 0 0,1 1 0 0 0,0 0-1 0 0,-1 1 1 0 0,7-3 0 0 0,-8 3-493 0 0,-1 1 1 0 0,0 0-1 0 0,1 0 1 0 0,-1 0-1 0 0,1 0 0 0 0,-1 0 1 0 0,0 1-1 0 0,1-1 1 0 0,-1 0-1 0 0,0 1 1 0 0,0-1-1 0 0,1 1 1 0 0,-1-1-1 0 0,0 1 1 0 0,0-1-1 0 0,1 1 1 0 0,-1 0-1 0 0,0 0 0 0 0,0-1 1 0 0,0 1-1 0 0,0 0 1 0 0,0 0-1 0 0,0 0 1 0 0,-1 0-1 0 0,1 0 1 0 0,0 1-1 0 0,0-1 1 0 0,-1 0-1 0 0,1 0 1 0 0,0 3-1 0 0,4 5-89 0 0,-2 0 0 0 0,1 0-1 0 0,-1 0 1 0 0,0 0 0 0 0,-1 1 0 0 0,0-1-1 0 0,-1 1 1 0 0,1 11 0 0 0,-2 9 36 0 0,-5 39 1 0 0,3-43 13 0 0,0 0 1 0 0,3 32-1 0 0,-1-56 26 0 0,0 1 0 0 0,0-1 1 0 0,0 1-1 0 0,1-1 0 0 0,-1 0 0 0 0,1 1 0 0 0,-1-1 0 0 0,1 0 1 0 0,0 1-1 0 0,0-1 0 0 0,0 0 0 0 0,0 0 0 0 0,1 0 0 0 0,-1 0 1 0 0,1 0-1 0 0,-1 0 0 0 0,1 0 0 0 0,-1 0 0 0 0,4 2 0 0 0,-3-3-27 0 0,1 0-1 0 0,-1 0 0 0 0,0-1 1 0 0,0 1-1 0 0,1-1 0 0 0,-1 1 0 0 0,0-1 1 0 0,1 0-1 0 0,-1 1 0 0 0,0-1 1 0 0,1-1-1 0 0,-1 1 0 0 0,0 0 0 0 0,1 0 1 0 0,-1-1-1 0 0,3 0 0 0 0,8-4-67 0 0,0-1 0 0 0,0 1 0 0 0,-1-2 0 0 0,0 0 0 0 0,14-10 0 0 0,10-11-2092 0 0,-20 13-4896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6.4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62 11058 0 0,'-1'-2'2374'0'0,"7"-5"-477"0"0,20-16 129 0 0,10 1-2913 0 0,-34 21 514 0 0,1 0 1 0 0,-1 0-1 0 0,1 0 1 0 0,-1 0-1 0 0,1 1 1 0 0,-1-1-1 0 0,1 1 0 0 0,0-1 1 0 0,-1 1-1 0 0,1 0 1 0 0,3 0-1 0 0,-5 1 179 0 0,1 0-1 0 0,0-1 1 0 0,0 1-1 0 0,0 0 1 0 0,0 1 0 0 0,-1-1-1 0 0,1 0 1 0 0,0 0-1 0 0,-1 1 1 0 0,1-1-1 0 0,-1 1 1 0 0,0-1-1 0 0,1 1 1 0 0,-1 0-1 0 0,0-1 1 0 0,0 1 0 0 0,0 0-1 0 0,0 0 1 0 0,-1 0-1 0 0,2 3 1 0 0,0 3 194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6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58 3225 0 0,'-4'8'136'0'0,"1"-4"40"0"0,3-1-176 0 0,0-2 0 0 0,2 0 0 0 0,-1-1 0 0 0,0-1 560 0 0,3 0 80 0 0,3-2 8 0 0,1-2 8 0 0,4-4-368 0 0,3-1-80 0 0,-1-2-16 0 0,1 1 0 0 0,3-1-192 0 0,-2 1 0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7.2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42 7370 0 0,'0'-1'176'0'0,"0"1"0"0"0,-1-1 0 0 0,1 0 1 0 0,0 0-1 0 0,0 0 0 0 0,0 1 1 0 0,1-1-1 0 0,-1 0 0 0 0,0 0 1 0 0,0 0-1 0 0,0 1 0 0 0,0-1 0 0 0,1 0 1 0 0,-1 0-1 0 0,0 1 0 0 0,1-1 1 0 0,-1 0-1 0 0,1 1 0 0 0,-1-1 0 0 0,1 0 1 0 0,-1 1-1 0 0,1-1 0 0 0,-1 1 1 0 0,1-1-1 0 0,-1 1 0 0 0,1-1 0 0 0,0 1 1 0 0,-1-1-1 0 0,2 1 0 0 0,22-20 2047 0 0,-22 20-2437 0 0,0 0 0 0 0,0-1 0 0 0,0 1 0 0 0,0 0 1 0 0,-1 0-1 0 0,1 0 0 0 0,0 0 0 0 0,0 0 0 0 0,0 0 1 0 0,0 1-1 0 0,-1-1 0 0 0,1 1 0 0 0,0-1 1 0 0,0 1-1 0 0,-1 0 0 0 0,1 0 0 0 0,0-1 0 0 0,-1 1 1 0 0,1 0-1 0 0,-1 1 0 0 0,1-1 0 0 0,-1 0 0 0 0,1 0 1 0 0,-1 1-1 0 0,0-1 0 0 0,0 0 0 0 0,0 1 1 0 0,0-1-1 0 0,0 1 0 0 0,1 1 0 0 0,2 2-161 0 0,8 10-285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7.0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28 7370 0 0,'1'-2'425'0'0,"-1"-1"0"0"0,1 1 1 0 0,-1 0-1 0 0,1 0 0 0 0,-1 0 0 0 0,14-13 5768 0 0,-9 29-4507 0 0,3 76-811 0 0,-5-42 410 0 0,11 52 0 0 0,-11-83-1073 0 0,2 0 1 0 0,0-1-1 0 0,0 0 1 0 0,2 0 0 0 0,0-1-1 0 0,18 29 1 0 0,-14-27-452 0 0,26 29 0 0 0,-34-42 189 0 0,0-1-1 0 0,0 0 1 0 0,1 1-1 0 0,-1-1 1 0 0,1 0-1 0 0,0-1 1 0 0,0 1-1 0 0,0-1 1 0 0,0 0-1 0 0,1 0 1 0 0,-1 0-1 0 0,0 0 1 0 0,1-1-1 0 0,6 2 1 0 0,-9-3-195 0 0,1-1 0 0 0,-1 1 1 0 0,0-1-1 0 0,0 1 0 0 0,1-1 0 0 0,-1 0 1 0 0,0 0-1 0 0,0 1 0 0 0,0-2 0 0 0,0 1 0 0 0,0 0 1 0 0,0 0-1 0 0,0-1 0 0 0,0 1 0 0 0,-1-1 1 0 0,1 1-1 0 0,-1-1 0 0 0,1 0 0 0 0,-1 0 0 0 0,1 1 1 0 0,-1-1-1 0 0,0 0 0 0 0,1-3 0 0 0,6-9-5600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7.7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1 113 4145 0 0,'0'-2'146'0'0,"0"1"0"0"0,0-1-1 0 0,0 1 1 0 0,0-1 0 0 0,1 1 0 0 0,-1 0 0 0 0,1-1-1 0 0,-1 1 1 0 0,1-1 0 0 0,-1 1 0 0 0,1 0 0 0 0,0-1-1 0 0,0 1 1 0 0,-1 0 0 0 0,1 0 0 0 0,0 0 0 0 0,2-1-1 0 0,17-22 2110 0 0,-19 23-2180 0 0,8-8 1389 0 0,1 0 0 0 0,21-15 1 0 0,-28 21-1123 0 0,0 1 1 0 0,0 0 0 0 0,1 0-1 0 0,0 0 1 0 0,-1 0 0 0 0,1 1-1 0 0,0-1 1 0 0,0 1 0 0 0,-1 0 0 0 0,1 0-1 0 0,0 1 1 0 0,0-1 0 0 0,0 1-1 0 0,5 0 1 0 0,-8 0-308 0 0,1 1 0 0 0,0 0 0 0 0,0 0 0 0 0,-1 0 0 0 0,1 0 0 0 0,0 0 0 0 0,-1 0 0 0 0,1 1 0 0 0,-1-1 0 0 0,0 0 0 0 0,1 1 0 0 0,-1-1 0 0 0,0 1 0 0 0,0-1 0 0 0,0 1 0 0 0,0 0 0 0 0,0 0 0 0 0,0-1 0 0 0,-1 1 0 0 0,1 0 0 0 0,0 0 0 0 0,-1 0 0 0 0,1 0 0 0 0,-1-1 0 0 0,0 1 0 0 0,0 0 0 0 0,0 0 0 0 0,0 4 1 0 0,1 9 263 0 0,-2 0 1 0 0,-2 23 0 0 0,2-29-267 0 0,-16 100-63 0 0,9-69 31 0 0,3 0-1 0 0,-2 45 0 0 0,7-83 39 0 0,0-1-1 0 0,-1 1 1 0 0,1 0-1 0 0,0 0 1 0 0,1 0-1 0 0,-1-1 1 0 0,0 1-1 0 0,0 0 0 0 0,1 0 1 0 0,-1-1-1 0 0,1 1 1 0 0,0 0-1 0 0,-1-1 1 0 0,1 1-1 0 0,0 0 1 0 0,0-1-1 0 0,0 1 1 0 0,0-1-1 0 0,0 0 1 0 0,0 1-1 0 0,1-1 1 0 0,-1 0-1 0 0,3 2 1 0 0,-3-2-34 0 0,1-1 0 0 0,0 0 1 0 0,0 1-1 0 0,0-1 0 0 0,0 0 0 0 0,0 0 0 0 0,0 0 1 0 0,-1 0-1 0 0,1-1 0 0 0,0 1 0 0 0,0 0 1 0 0,0-1-1 0 0,0 0 0 0 0,-1 1 0 0 0,1-1 1 0 0,0 0-1 0 0,-1 0 0 0 0,1 0 0 0 0,0 0 1 0 0,-1 0-1 0 0,1 0 0 0 0,0-1 0 0 0,20-16-1075 0 0,35-35 0 0 0,-21 18-908 0 0,-15 15 544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8.1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9 11058 0 0,'-8'-5'4417'0'0,"5"1"-5653"0"0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8.5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 10594 0 0,'-2'3'460'0'0,"1"0"-1"0"0,0 0 1 0 0,0 0-1 0 0,1 1 0 0 0,-1-1 1 0 0,1 0-1 0 0,-1 0 1 0 0,1 1-1 0 0,0 5 1 0 0,1 6-15 0 0,1-1 1 0 0,0 1-1 0 0,1 0 1 0 0,0 0 0 0 0,2-1-1 0 0,9 24 1 0 0,44 80-695 0 0,-54-110 255 0 0,21 41-1733 0 0,-15-28-2886 0 0,-4-9-447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9.1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70 205 4609 0 0,'-6'-3'502'0'0,"1"0"0"0"0,-1-1-1 0 0,1 0 1 0 0,0 0 0 0 0,0 0 0 0 0,0 0 0 0 0,0-1-1 0 0,1 1 1 0 0,0-1 0 0 0,-6-8 0 0 0,9 11-361 0 0,0 0 1 0 0,0-1 0 0 0,0 1 0 0 0,0 0 0 0 0,0 0-1 0 0,0 0 1 0 0,0-1 0 0 0,1 1 0 0 0,-1 0 0 0 0,1 0-1 0 0,0-1 1 0 0,0 1 0 0 0,0-1 0 0 0,0 1-1 0 0,0 0 1 0 0,0-1 0 0 0,0 1 0 0 0,1 0 0 0 0,-1-1-1 0 0,1 1 1 0 0,0 0 0 0 0,0 0 0 0 0,0 0 0 0 0,0-1-1 0 0,0 1 1 0 0,0 0 0 0 0,0 0 0 0 0,1 1-1 0 0,-1-1 1 0 0,1 0 0 0 0,1-1 0 0 0,8-7 242 0 0,-1 1 0 0 0,2 0 1 0 0,-1 1-1 0 0,1 0 0 0 0,18-8 0 0 0,-23 12-192 0 0,0 1 0 0 0,-1 1 0 0 0,1-1 1 0 0,0 1-1 0 0,1 0 0 0 0,-1 0 0 0 0,0 1 0 0 0,0 0 0 0 0,1 1 0 0 0,-1-1 0 0 0,0 1 0 0 0,9 2 0 0 0,-13-2-159 0 0,-1 0-1 0 0,1 1 0 0 0,-1 0 1 0 0,0 0-1 0 0,1-1 1 0 0,-1 1-1 0 0,0 1 0 0 0,0-1 1 0 0,0 0-1 0 0,1 0 1 0 0,-1 1-1 0 0,0-1 0 0 0,-1 1 1 0 0,1 0-1 0 0,0 0 1 0 0,0-1-1 0 0,-1 1 0 0 0,1 0 1 0 0,1 3-1 0 0,-2-1-56 0 0,1-1 0 0 0,-1 1 0 0 0,0 0 0 0 0,0 0 0 0 0,-1-1 0 0 0,1 1 0 0 0,-1 0 0 0 0,1 0 0 0 0,-1 0 0 0 0,-1 0 0 0 0,0 5 0 0 0,-2 9-260 0 0,-2 0-1 0 0,0 0 1 0 0,-1 0-1 0 0,-9 19 0 0 0,9-22 140 0 0,-7 14-94 0 0,8-19 267 0 0,0 1 0 0 0,0 0 0 0 0,1 1 0 0 0,1-1 0 0 0,0 1 0 0 0,0 0 0 0 0,0 13 0 0 0,3-24 21 0 0,0 1-1 0 0,0-1 1 0 0,0 0-1 0 0,0 0 1 0 0,0 1-1 0 0,0-1 1 0 0,1 0 0 0 0,-1 0-1 0 0,1 1 1 0 0,-1-1-1 0 0,1 0 1 0 0,-1 0-1 0 0,1 0 1 0 0,-1 0-1 0 0,1 0 1 0 0,0 0-1 0 0,0 0 1 0 0,0 0 0 0 0,0 0-1 0 0,-1 0 1 0 0,1 0-1 0 0,0 0 1 0 0,0-1-1 0 0,0 1 1 0 0,1 0-1 0 0,-1-1 1 0 0,0 1-1 0 0,0-1 1 0 0,0 1 0 0 0,0-1-1 0 0,1 0 1 0 0,-1 1-1 0 0,0-1 1 0 0,0 0-1 0 0,1 0 1 0 0,-1 0-1 0 0,0 0 1 0 0,0 0-1 0 0,1 0 1 0 0,-1 0 0 0 0,0 0-1 0 0,3-1 1 0 0,7-1 121 0 0,0 0 0 0 0,0-1 1 0 0,20-8-1 0 0,-20 7-109 0 0,121-36-2321 0 0,-100 31-2341 0 0,-7 1-1523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9.6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2 109 7834 0 0,'0'-2'215'0'0,"0"1"0"0"0,-1-1 0 0 0,1 1 0 0 0,0-1 1 0 0,0 1-1 0 0,0-1 0 0 0,0 1 0 0 0,0-1 0 0 0,0 1 1 0 0,0-1-1 0 0,1 1 0 0 0,-1 0 0 0 0,0-1 0 0 0,1 1 1 0 0,-1-1-1 0 0,1 1 0 0 0,0 0 0 0 0,-1-1 0 0 0,2 0 1 0 0,15-28 2162 0 0,-14 25-2078 0 0,0 1-1 0 0,1 0 0 0 0,-1 0 0 0 0,1 1 0 0 0,0-1 0 0 0,0 1 1 0 0,0 0-1 0 0,1 0 0 0 0,-1 0 0 0 0,1 0 0 0 0,-1 1 0 0 0,1 0 1 0 0,7-2-1 0 0,-10 3-259 0 0,0 1 1 0 0,0-1 0 0 0,0 1 0 0 0,0 0-1 0 0,0 0 1 0 0,0 0 0 0 0,0 0 0 0 0,0 0-1 0 0,0 1 1 0 0,0-1 0 0 0,0 1 0 0 0,0-1-1 0 0,0 1 1 0 0,0 0 0 0 0,0-1 0 0 0,0 1-1 0 0,0 0 1 0 0,0 0 0 0 0,-1 1 0 0 0,1-1-1 0 0,0 0 1 0 0,-1 0 0 0 0,1 1 0 0 0,-1-1-1 0 0,0 1 1 0 0,1-1 0 0 0,-1 1 0 0 0,0 0-1 0 0,0 0 1 0 0,0-1 0 0 0,0 1 0 0 0,0 0-1 0 0,-1 0 1 0 0,1 0 0 0 0,0 0 0 0 0,0 2-1 0 0,2 10 10 0 0,-1-1 0 0 0,0 0 0 0 0,0 1 0 0 0,-2 0 0 0 0,1-1 0 0 0,-2 1 0 0 0,0-1 0 0 0,-1 1 0 0 0,0-1 0 0 0,-5 18-1 0 0,-6 50 589 0 0,13-80-591 0 0,0 0 0 0 0,-1 0 0 0 0,1 0-1 0 0,0 0 1 0 0,0 0 0 0 0,0 0 0 0 0,0 0-1 0 0,0 0 1 0 0,0 0 0 0 0,1 0 0 0 0,-1 0-1 0 0,0 0 1 0 0,0 0 0 0 0,1 0 0 0 0,-1 0-1 0 0,0 0 1 0 0,1 0 0 0 0,-1 0 0 0 0,1 0-1 0 0,-1-1 1 0 0,1 1 0 0 0,0 0 0 0 0,-1 0-1 0 0,1-1 1 0 0,1 2 0 0 0,-1-2-18 0 0,1 1 1 0 0,-1-1 0 0 0,0 0-1 0 0,0 0 1 0 0,1 0-1 0 0,-1 0 1 0 0,0 0 0 0 0,1 0-1 0 0,-1 0 1 0 0,0-1-1 0 0,0 1 1 0 0,1 0-1 0 0,-1-1 1 0 0,0 1 0 0 0,0-1-1 0 0,0 1 1 0 0,2-1-1 0 0,9-6 2 0 0,-1-1 0 0 0,0 1 0 0 0,11-11-1 0 0,-12 10 14 0 0,58-37-1455 0 0,-53 37 496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29.4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45 104 920 0 0,'-27'-4'4352'0'0,"9"2"73"0"0,18 3-4323 0 0,0 0 1 0 0,0 0-1 0 0,1 0 0 0 0,-1 1 0 0 0,0-1 0 0 0,0 0 0 0 0,1 0 1 0 0,-1 0-1 0 0,0 0 0 0 0,1 0 0 0 0,-1 0 0 0 0,1 0 0 0 0,0 0 0 0 0,-1 0 1 0 0,1 0-1 0 0,0-1 0 0 0,-1 1 0 0 0,1 0 0 0 0,0 0 0 0 0,1 0 1 0 0,2 5-23 0 0,0-1 1 0 0,1 0 0 0 0,-1 0-1 0 0,1 0 1 0 0,1-1 0 0 0,-1 0 0 0 0,0 0-1 0 0,11 6 1 0 0,-15-10-38 0 0,1 1-1 0 0,0 0 1 0 0,0-1-1 0 0,-1 1 1 0 0,1-1-1 0 0,0 0 1 0 0,0 1-1 0 0,0-1 1 0 0,0 0-1 0 0,-1 0 1 0 0,1-1-1 0 0,0 1 1 0 0,0 0-1 0 0,0 0 1 0 0,0-1-1 0 0,-1 1 1 0 0,1-1-1 0 0,0 0 1 0 0,0 1-1 0 0,-1-1 1 0 0,1 0-1 0 0,-1 0 1 0 0,1 0-1 0 0,-1 0 1 0 0,1 0-1 0 0,-1-1 1 0 0,1 1-1 0 0,-1 0 1 0 0,0-1-1 0 0,0 1 1 0 0,0-1-1 0 0,0 1 1 0 0,0-1-1 0 0,0 1 1 0 0,1-4-1 0 0,0 1 17 0 0,0 0 0 0 0,-1 0-1 0 0,1 0 1 0 0,-1 0 0 0 0,0-1 0 0 0,-1 1 0 0 0,1 0-1 0 0,-1 0 1 0 0,1 0 0 0 0,-1-1 0 0 0,-1 1-1 0 0,1 0 1 0 0,-1 0 0 0 0,1-1 0 0 0,-1 1 0 0 0,0 0-1 0 0,-2-5 1 0 0,2 7 5 0 0,0-1 0 0 0,0 0 0 0 0,0 1 0 0 0,-1-1-1 0 0,1 1 1 0 0,-1-1 0 0 0,1 1 0 0 0,-1 0 0 0 0,0-1 0 0 0,0 1-1 0 0,0 0 1 0 0,0 0 0 0 0,0 0 0 0 0,-1 1 0 0 0,1-1 0 0 0,0 0 0 0 0,-1 1-1 0 0,1 0 1 0 0,-1-1 0 0 0,0 1 0 0 0,1 0 0 0 0,-1 0 0 0 0,0 1-1 0 0,0-1 1 0 0,1 1 0 0 0,-7-1 0 0 0,8 1-91 0 0,-1 0-1 0 0,1 1 1 0 0,-1-1 0 0 0,1 1 0 0 0,-1-1-1 0 0,1 1 1 0 0,-1-1 0 0 0,1 1 0 0 0,0 0-1 0 0,-1 0 1 0 0,1 0 0 0 0,0 0 0 0 0,0 0-1 0 0,-1 0 1 0 0,1 0 0 0 0,0 0-1 0 0,0 0 1 0 0,0 1 0 0 0,0-1 0 0 0,1 0-1 0 0,-1 1 1 0 0,0-1 0 0 0,0 1 0 0 0,1-1-1 0 0,-1 1 1 0 0,1-1 0 0 0,-1 1 0 0 0,1-1-1 0 0,0 1 1 0 0,0-1 0 0 0,0 1-1 0 0,0 0 1 0 0,0-1 0 0 0,0 4 0 0 0,0 1-102 0 0,0 0-1 0 0,0 1 1 0 0,1-1 0 0 0,0 0 0 0 0,0 0 0 0 0,0 1 0 0 0,4 8 0 0 0,-2-10 99 0 0,-1 0 1 0 0,1-1-1 0 0,0 0 1 0 0,0 0-1 0 0,1 0 1 0 0,-1 0-1 0 0,1 0 1 0 0,0 0-1 0 0,7 4 1 0 0,-9-6 71 0 0,1 0 1 0 0,0 0 0 0 0,0-1-1 0 0,0 1 1 0 0,0-1-1 0 0,0 0 1 0 0,0 1 0 0 0,0-1-1 0 0,0-1 1 0 0,1 1 0 0 0,-1 0-1 0 0,0-1 1 0 0,0 0-1 0 0,1 0 1 0 0,-1 0 0 0 0,4 0-1 0 0,-6-1-13 0 0,0 1 1 0 0,0-1-1 0 0,-1 1 0 0 0,1-1 0 0 0,0 1 1 0 0,0-1-1 0 0,-1 0 0 0 0,1 0 0 0 0,-1 1 0 0 0,1-1 1 0 0,-1 0-1 0 0,1 0 0 0 0,-1 0 0 0 0,1 0 0 0 0,-1 1 1 0 0,1-1-1 0 0,-1 0 0 0 0,0 0 0 0 0,0 0 0 0 0,1 0 1 0 0,-1 0-1 0 0,0 0 0 0 0,0 0 0 0 0,0 0 0 0 0,0 0 1 0 0,0 0-1 0 0,0 0 0 0 0,-1 0 0 0 0,1 0 1 0 0,0-1-1 0 0,-8-30 707 0 0,4 25-609 0 0,0-1 1 0 0,0 1-1 0 0,-1 1 1 0 0,1-1-1 0 0,-2 1 0 0 0,-5-7 1 0 0,9 11-98 0 0,0 0 0 0 0,-1-1 0 0 0,1 1-1 0 0,-1 0 1 0 0,1 1 0 0 0,-1-1 0 0 0,0 0 0 0 0,1 1 0 0 0,-1 0 0 0 0,0-1 0 0 0,0 1 0 0 0,0 0 0 0 0,0 0 0 0 0,0 1 0 0 0,0-1 0 0 0,0 1-1 0 0,-1 0 1 0 0,-4-1 0 0 0,7 1-26 0 0,1 1 0 0 0,-1-1 0 0 0,1 0-1 0 0,-1 0 1 0 0,0 0 0 0 0,1 0 0 0 0,-1 0-1 0 0,1 0 1 0 0,-1 1 0 0 0,1-1 0 0 0,-1 0-1 0 0,1 1 1 0 0,-1-1 0 0 0,1 0-1 0 0,-1 1 1 0 0,1-1 0 0 0,-1 0 0 0 0,1 1-1 0 0,0-1 1 0 0,-1 1 0 0 0,1-1 0 0 0,0 1-1 0 0,-1-1 1 0 0,1 1 0 0 0,0-1 0 0 0,0 1-1 0 0,-1-1 1 0 0,1 1 0 0 0,0-1 0 0 0,0 1-1 0 0,0 0 1 0 0,5 20-86 0 0,20 16-436 0 0,-21-34 511 0 0,0 0 1 0 0,0 1-1 0 0,1-2 0 0 0,-1 1 1 0 0,1-1-1 0 0,0 1 0 0 0,0-1 0 0 0,0-1 1 0 0,0 1-1 0 0,0-1 0 0 0,0 1 1 0 0,0-1-1 0 0,0-1 0 0 0,0 1 0 0 0,1-1 1 0 0,-1 0-1 0 0,0 0 0 0 0,0-1 0 0 0,1 1 1 0 0,6-3-1 0 0,-9 2 29 0 0,1 1 0 0 0,-1-1 0 0 0,0 0 0 0 0,0 0 0 0 0,0-1 0 0 0,0 1 0 0 0,-1 0 0 0 0,1-1-1 0 0,0 0 1 0 0,-1 0 0 0 0,1 0 0 0 0,-1 0 0 0 0,1 0 0 0 0,-1 0 0 0 0,0-1 0 0 0,0 1 0 0 0,0-1 0 0 0,0 1 0 0 0,0-1 0 0 0,-1 0 0 0 0,1 0 0 0 0,-1 0 0 0 0,0 0 0 0 0,0 0 0 0 0,0 0-1 0 0,0 0 1 0 0,0 0 0 0 0,-1 0 0 0 0,1 0 0 0 0,-1 0 0 0 0,0-1 0 0 0,0 1 0 0 0,0 0 0 0 0,-1-4 0 0 0,0 4 1 0 0,1 1 1 0 0,-1-1-1 0 0,0 0 0 0 0,0 1 1 0 0,0-1-1 0 0,-1 1 0 0 0,1-1 1 0 0,0 1-1 0 0,-1 0 0 0 0,0 0 1 0 0,1-1-1 0 0,-1 1 0 0 0,0 0 1 0 0,0 0-1 0 0,0 1 0 0 0,-1-1 1 0 0,1 0-1 0 0,0 1 0 0 0,-1-1 1 0 0,1 1-1 0 0,-1 0 0 0 0,1 0 1 0 0,-1 0-1 0 0,1 0 0 0 0,-1 0 1 0 0,0 1-1 0 0,0-1 0 0 0,1 1 1 0 0,-1-1-1 0 0,0 1 0 0 0,-5 1 1 0 0,6-2-70 0 0,-1 1-1 0 0,1 0 1 0 0,-1 1 0 0 0,1-1 0 0 0,0 0 0 0 0,-1 1 0 0 0,1-1 0 0 0,-1 1 0 0 0,1 0-1 0 0,0-1 1 0 0,0 1 0 0 0,-1 1 0 0 0,1-1 0 0 0,0 0 0 0 0,0 0 0 0 0,0 1 0 0 0,0-1 0 0 0,0 1-1 0 0,0 0 1 0 0,1-1 0 0 0,-1 1 0 0 0,0 0 0 0 0,1 0 0 0 0,0 0 0 0 0,-1 0 0 0 0,1 0 0 0 0,0 1-1 0 0,0-1 1 0 0,0 0 0 0 0,0 0 0 0 0,1 1 0 0 0,-1-1 0 0 0,1 1 0 0 0,-1-1 0 0 0,1 4-1 0 0,0-2-250 0 0,1 0 0 0 0,1-1 0 0 0,-1 1 0 0 0,0 0-1 0 0,1-1 1 0 0,0 1 0 0 0,0-1 0 0 0,0 1-1 0 0,0-1 1 0 0,0 0 0 0 0,1 0 0 0 0,0 0 0 0 0,-1 0-1 0 0,1-1 1 0 0,0 1 0 0 0,0-1 0 0 0,1 1 0 0 0,-1-1-1 0 0,4 2 1 0 0,19 16 410 0 0,-15-7-113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0.4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50 213 6913 0 0,'-4'-7'37'0'0,"1"-1"-1"0"0,0 0 0 0 0,1 0 0 0 0,-3-11 0 0 0,-4-12 941 0 0,-5-3 508 0 0,4 5 5042 0 0,19 46-6367 0 0,0-1 0 0 0,10 33-1 0 0,-14-33-67 0 0,1 0-1 0 0,1 0 1 0 0,1-1-1 0 0,10 16 1 0 0,-6-14-105 0 0,2 0 1 0 0,0-1 0 0 0,27 24-1 0 0,-32-33 6 0 0,-1 0 0 0 0,2-1 0 0 0,-1 0-1 0 0,0 0 1 0 0,1-1 0 0 0,0 0-1 0 0,1-1 1 0 0,19 6 0 0 0,-29-9 45 0 0,0-1 0 0 0,1 0 0 0 0,-1 0 1 0 0,0 0-1 0 0,0 0 0 0 0,1 0 0 0 0,-1 0 0 0 0,0 0 0 0 0,0 0 0 0 0,0 0 1 0 0,1-1-1 0 0,-1 1 0 0 0,0 0 0 0 0,0-1 0 0 0,0 1 0 0 0,0-1 0 0 0,1 1 1 0 0,-1-1-1 0 0,0 0 0 0 0,0 1 0 0 0,0-1 0 0 0,0-1 0 0 0,1 0 22 0 0,0 0 0 0 0,0 0 0 0 0,-1-1-1 0 0,1 1 1 0 0,-1-1 0 0 0,0 1 0 0 0,1-1 0 0 0,-1 0-1 0 0,1-4 1 0 0,1-7 59 0 0,-1-1 1 0 0,0 0-1 0 0,0-16 0 0 0,-1 18-128 0 0,1-25 175 0 0,0 0-1 0 0,-3 1 1 0 0,-9-72 0 0 0,9 107-124 0 0,1-1 0 0 0,-1 1 1 0 0,1 0-1 0 0,0 0 0 0 0,0 0 1 0 0,0 0-1 0 0,0-1 0 0 0,0 1 1 0 0,0 0-1 0 0,1 0 0 0 0,-1 0 1 0 0,1 0-1 0 0,-1 0 0 0 0,1 0 1 0 0,0 0-1 0 0,2-4 0 0 0,-3 6-36 0 0,0-1 0 0 0,1 1 0 0 0,-1 0 0 0 0,1-1 0 0 0,-1 1 0 0 0,1 0 0 0 0,-1-1 0 0 0,1 1 0 0 0,-1 0 0 0 0,1 0 0 0 0,-1 0 0 0 0,1-1 0 0 0,-1 1 0 0 0,1 0 0 0 0,0 0 0 0 0,-1 0 0 0 0,1 0 0 0 0,-1 0 0 0 0,1 0 0 0 0,-1 0-1 0 0,1 0 1 0 0,0 0 0 0 0,0 0 0 0 0,20 13 49 0 0,-4 5 41 0 0,-1 0 0 0 0,-1 1 0 0 0,22 34 1 0 0,-24-31-172 0 0,2-1 1 0 0,1-1 0 0 0,22 23 0 0 0,17 14-2521 0 0,-20-16-4604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0.6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 3225 0 0,'-9'8'11759'0'0,"9"-7"-11498"0"0,9 19 2827 0 0,20 16-3547 0 0,-22-29-913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1.8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55 1 5529 0 0,'1'1'166'0'0,"-1"0"0"0"0,1 0 0 0 0,0 0 0 0 0,0 0 0 0 0,-1 0 0 0 0,1 0-1 0 0,0 0 1 0 0,0 0 0 0 0,0 0 0 0 0,0 0 0 0 0,0 0 0 0 0,0-1 0 0 0,0 1 0 0 0,1-1-1 0 0,-1 1 1 0 0,0 0 0 0 0,0-1 0 0 0,0 0 0 0 0,1 1 0 0 0,-1-1 0 0 0,0 0 0 0 0,0 0 0 0 0,2 1-1 0 0,32 4 1867 0 0,-11-6 292 0 0,-25-3-1257 0 0,-13-1-550 0 0,8 4-362 0 0,1-1 0 0 0,0 1 0 0 0,-1 1 0 0 0,1-1 0 0 0,0 1 0 0 0,-1 0 0 0 0,1 0 0 0 0,-1 1 0 0 0,1-1 0 0 0,-11 4 0 0 0,13-3-311 0 0,0 0 0 0 0,0 1 0 0 0,-1 0 0 0 0,1-1 0 0 0,0 1 0 0 0,1 0 0 0 0,-1 1 0 0 0,0-1 0 0 0,0 0 0 0 0,1 1 0 0 0,0-1 0 0 0,-1 1 0 0 0,1 0 0 0 0,0 0 0 0 0,0 0 0 0 0,0 0 0 0 0,1 0 0 0 0,-2 4 0 0 0,-2 10-2611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2.2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10 1840 0 0,'-2'-9'11820'0'0,"1"9"-11879"0"0,-15 7 456 0 0,16-7-436 0 0,-1 1 0 0 0,1-1 0 0 0,-1 0 1 0 0,1 1-1 0 0,-1-1 0 0 0,1 1 0 0 0,0-1 0 0 0,-1 0 0 0 0,1 1 0 0 0,-1-1 0 0 0,1 1 0 0 0,0-1 1 0 0,-1 1-1 0 0,1-1 0 0 0,0 1 0 0 0,0-1 0 0 0,0 1 0 0 0,-1 0 0 0 0,1-1 0 0 0,0 1 1 0 0,0-1-1 0 0,0 1 0 0 0,0 0 0 0 0,0-1 0 0 0,0 1 0 0 0,0-1 0 0 0,0 1 0 0 0,0-1 0 0 0,0 1 1 0 0,0 0-1 0 0,0-1 0 0 0,1 1 0 0 0,-1 0 0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4.3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68 456 0 0,'-3'-2'190'0'0,"0"0"-1"0"0,1-1 1 0 0,0 1 0 0 0,0-1-1 0 0,0 1 1 0 0,0-1 0 0 0,0 0-1 0 0,0 0 1 0 0,1 0 0 0 0,-1 0-1 0 0,1 0 1 0 0,0-1-1 0 0,0 1 1 0 0,0 0 0 0 0,-11-22 10311 0 0,15 42-10148 0 0,0 1 1 0 0,1-1-1 0 0,1 0 1 0 0,0 0-1 0 0,2 0 1 0 0,0-1-1 0 0,12 20 1 0 0,-15-28-199 0 0,1-1 0 0 0,0 1 0 0 0,0-1 1 0 0,1 0-1 0 0,0 0 0 0 0,0-1 0 0 0,1 0 0 0 0,0 0 1 0 0,0-1-1 0 0,0 1 0 0 0,1-2 0 0 0,0 1 0 0 0,0-1 1 0 0,0 0-1 0 0,0-1 0 0 0,16 5 0 0 0,-24-8-166 0 0,1 1 0 0 0,0-1-1 0 0,0 0 1 0 0,-1 0 0 0 0,1 0 0 0 0,0 0 0 0 0,0 0-1 0 0,-1 0 1 0 0,1 0 0 0 0,0 0 0 0 0,0 0-1 0 0,-1 0 1 0 0,1-1 0 0 0,0 1 0 0 0,0 0 0 0 0,-1 0-1 0 0,1-1 1 0 0,0 1 0 0 0,-1 0 0 0 0,1-1 0 0 0,0 1-1 0 0,-1-1 1 0 0,1 1 0 0 0,-1-1 0 0 0,1 1-1 0 0,-1-1 1 0 0,1 1 0 0 0,-1-1 0 0 0,1 0 0 0 0,-1 1-1 0 0,1-1 1 0 0,-1 0 0 0 0,0 1 0 0 0,1-1-1 0 0,-1 0 1 0 0,0 1 0 0 0,0-1 0 0 0,1 0 0 0 0,-1-1-1 0 0,1-38-757 0 0,-1 18 508 0 0,5-23-12 0 0,14-56 1 0 0,5 150 2032 0 0,-13-22-1352 0 0,2-1 0 0 0,0 0 0 0 0,28 39-1 0 0,-31-53-626 0 0,0 0-1 0 0,0-1 0 0 0,15 12 0 0 0,-15-15-894 0 0,1 1 0 0 0,1-2 0 0 0,-1 0 0 0 0,14 6 0 0 0,-14-7-357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4.7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68 1376 0 0,'6'-7'688'0'0,"-1"0"0"0"0,1 1 0 0 0,1-1 0 0 0,12-9-1 0 0,-16 13-238 0 0,1 1 0 0 0,-1-1 0 0 0,1 1 0 0 0,0-1 0 0 0,0 1 0 0 0,0 0 0 0 0,0 1 0 0 0,0-1-1 0 0,0 1 1 0 0,0 0 0 0 0,7-2 0 0 0,-9 4-342 0 0,-1-1 0 0 0,0 1 0 0 0,1-1 0 0 0,-1 1 0 0 0,0-1 0 0 0,1 1-1 0 0,-1 0 1 0 0,0-1 0 0 0,0 1 0 0 0,0 0 0 0 0,0 0 0 0 0,0 0 0 0 0,0 0 0 0 0,0 0-1 0 0,0 0 1 0 0,0 0 0 0 0,0 0 0 0 0,0 0 0 0 0,-1 1 0 0 0,1-1 0 0 0,0 0 0 0 0,-1 0 0 0 0,1 1-1 0 0,-1-1 1 0 0,0 1 0 0 0,1-1 0 0 0,-1 0 0 0 0,0 1 0 0 0,0-1 0 0 0,0 1 0 0 0,0 1 0 0 0,1 51 1357 0 0,-1-48-1224 0 0,-3 30 543 0 0,1-28-401 0 0,1 0 0 0 0,0 0 1 0 0,1 0-1 0 0,-1 0 0 0 0,1 0 0 0 0,1 0 0 0 0,0 0 1 0 0,0 1-1 0 0,1-1 0 0 0,0 0 0 0 0,4 10 0 0 0,-6-17-354 0 0,1 0-1 0 0,0 0 1 0 0,0 0-1 0 0,-1-1 1 0 0,1 1-1 0 0,0 0 1 0 0,0 0-1 0 0,0-1 1 0 0,0 1-1 0 0,0-1 1 0 0,0 1-1 0 0,0-1 1 0 0,0 1-1 0 0,0-1 1 0 0,1 1-1 0 0,-1-1 1 0 0,0 0-1 0 0,0 0 1 0 0,0 0-1 0 0,0 0 1 0 0,1 0-1 0 0,-1 0 1 0 0,0 0-1 0 0,0 0 1 0 0,0 0-1 0 0,0 0 1 0 0,0-1-1 0 0,1 1 1 0 0,-1 0-1 0 0,0-1 1 0 0,0 1-1 0 0,0-1 1 0 0,0 1-1 0 0,0-1 1 0 0,0 0-1 0 0,0 1 1 0 0,1-2-1 0 0,36-27 805 0 0,-37 29-832 0 0,102-100-2521 0 0,-85 83 1633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5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61 303 3225 0 0,'-7'-19'1795'0'0,"-1"2"0"0"0,-1-1 0 0 0,0 1 0 0 0,-18-25 4297 0 0,54 76-4089 0 0,-5 14-1274 0 0,30 99 0 0 0,-37-96-605 0 0,2-2-1 0 0,32 63 0 0 0,-42-98-115 0 0,2 0-1 0 0,-1-1 1 0 0,1 0-1 0 0,1 0 1 0 0,1-1 0 0 0,-1-1-1 0 0,2 1 1 0 0,0-2-1 0 0,0 0 1 0 0,1 0-1 0 0,26 15 1 0 0,-36-23 45 0 0,0 0 0 0 0,1-1 0 0 0,-1 1 0 0 0,0-1 0 0 0,0 0 0 0 0,1 0-1 0 0,-1 0 1 0 0,1 0 0 0 0,-1-1 0 0 0,1 1 0 0 0,-1-1 0 0 0,1 0 0 0 0,-1 0 0 0 0,1 0 0 0 0,0 0 0 0 0,-1-1 0 0 0,6-1 0 0 0,-6 1-2 0 0,0-1 1 0 0,0 0-1 0 0,0 0 1 0 0,0 0 0 0 0,0-1-1 0 0,-1 1 1 0 0,1 0 0 0 0,-1-1-1 0 0,1 0 1 0 0,-1 0-1 0 0,0 1 1 0 0,0-1 0 0 0,-1 0-1 0 0,1-1 1 0 0,0 1 0 0 0,-1 0-1 0 0,2-7 1 0 0,3-10 52 0 0,0 1 1 0 0,-2-2-1 0 0,-1 1 1 0 0,2-29-1 0 0,-4-87-5 0 0,-1 58-85 0 0,8-61 53 0 0,1-41-419 0 0,-10 174 224 0 0,0-1 0 0 0,0 0 0 0 0,0 0 0 0 0,-1 1 0 0 0,-4-14-1 0 0,-3-1-4018 0 0,5 12 502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6.1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6449 0 0,'2'9'9372'0'0,"5"13"-6077"0"0,10 44-1388 0 0,-3 45-703 0 0,-11-75-1518 0 0,1-1 1 0 0,2 0-1 0 0,1 0 1 0 0,16 46-1 0 0,-9-56-1808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6.5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0 166 2304 0 0,'2'-8'211'0'0,"-1"1"0"0"0,1-1 0 0 0,1 1 0 0 0,-1-1 0 0 0,1 1 0 0 0,1 0-1 0 0,-1 0 1 0 0,1 0 0 0 0,0 0 0 0 0,1 1 0 0 0,0 0 0 0 0,5-6-1 0 0,-3 4 783 0 0,1 1 0 0 0,-1 0 0 0 0,1 0 0 0 0,1 1-1 0 0,-1 0 1 0 0,1 1 0 0 0,0 0 0 0 0,16-7-1 0 0,-23 11-917 0 0,0 0 0 0 0,0 0 0 0 0,-1 1 1 0 0,1-1-1 0 0,0 1 0 0 0,0-1 0 0 0,0 1 0 0 0,0 0 0 0 0,0-1 0 0 0,0 1 0 0 0,0 0 0 0 0,0 0 0 0 0,0 1 0 0 0,0-1 0 0 0,0 0 0 0 0,0 1 0 0 0,-1-1 0 0 0,1 1 0 0 0,0-1 0 0 0,0 1 0 0 0,0 0 0 0 0,-1 0 0 0 0,1 0 1 0 0,0 0-1 0 0,-1 0 0 0 0,1 0 0 0 0,-1 1 0 0 0,1-1 0 0 0,-1 0 0 0 0,1 1 0 0 0,-1-1 0 0 0,0 1 0 0 0,0-1 0 0 0,0 1 0 0 0,0 0 0 0 0,0 0 0 0 0,0-1 0 0 0,0 1 0 0 0,-1 0 0 0 0,1 0 0 0 0,-1 0 0 0 0,1 0 0 0 0,-1 3 1 0 0,2 5-58 0 0,-1-1 0 0 0,0 1 1 0 0,0 0-1 0 0,-1 0 1 0 0,-1-1-1 0 0,1 1 1 0 0,-4 14-1 0 0,-5 8 221 0 0,-2-2 0 0 0,0 1 0 0 0,-19 32 0 0 0,1 1 2458 0 0,29-64-2672 0 0,0 0 0 0 0,-1 1 0 0 0,1-1 0 0 0,0 0 0 0 0,0 0 0 0 0,0 1 0 0 0,0-1 0 0 0,0 0 0 0 0,0 1 0 0 0,0-1 0 0 0,0 0 0 0 0,-1 0 0 0 0,1 1 0 0 0,0-1 0 0 0,0 0 0 0 0,0 1 1 0 0,0-1-1 0 0,1 0 0 0 0,-1 1 0 0 0,0-1 0 0 0,0 0 0 0 0,0 0 0 0 0,0 1 0 0 0,0-1 0 0 0,0 0 0 0 0,0 1 0 0 0,1-1 0 0 0,-1 0 0 0 0,0 0 0 0 0,0 1 0 0 0,0-1 0 0 0,0 0 0 0 0,1 0 0 0 0,-1 0 0 0 0,0 1 0 0 0,0-1 0 0 0,1 0 0 0 0,-1 0 0 0 0,0 0 0 0 0,0 0 0 0 0,1 1 0 0 0,17-1 331 0 0,19-9-236 0 0,-37 9-117 0 0,45-15-334 0 0,59-16-371 0 0,-87 27-1999 0 0,0 2-1 0 0,22-2 1 0 0,-22 4-3117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6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4145 0 0,'2'4'15176'0'0,"7"12"-11930"0"0,-5-9-3252 0 0,-1 0 1 0 0,0 0-1 0 0,-1 0 1 0 0,3 10-1 0 0,-1 17 371 0 0,-1 67 0 0 0,-4-64-2556 0 0,7 55 0 0 0,-2-73-4733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7.0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71 3225 0 0,'14'-10'581'0'0,"0"1"1"0"0,0 0 0 0 0,1 1-1 0 0,0 1 1 0 0,1 0-1 0 0,-1 1 1 0 0,1 1 0 0 0,24-5-1 0 0,-38 10-820 0 0,0 0 0 0 0,0 1 0 0 0,0-1 0 0 0,0 0 0 0 0,0 1 1 0 0,0-1-1 0 0,0 1 0 0 0,0 0 0 0 0,0 0 0 0 0,0-1 0 0 0,0 1 0 0 0,0 0 0 0 0,-1 1 0 0 0,1-1 0 0 0,0 0 0 0 0,-1 0 0 0 0,3 3 0 0 0,-1 2 146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7.2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69 2304 0 0,'29'-17'4409'0'0,"-17"11"-3768"0"0,-2-1-574 0 0,0 1 0 0 0,0 0 0 0 0,1 1 0 0 0,0 0 0 0 0,0 0 0 0 0,0 1 0 0 0,16-3 0 0 0,-17 7-67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7.9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38 253 5065 0 0,'-9'-13'1888'0'0,"3"6"-429"0"0,1-1 1 0 0,0 0 0 0 0,1 0-1 0 0,-4-9 1 0 0,30 87-1009 0 0,-5-15 874 0 0,2 0 0 0 0,49 98-1 0 0,-59-137-1128 0 0,0-1 0 0 0,1 0 0 0 0,1-1 0 0 0,0 0 0 0 0,1-1 0 0 0,1 0 0 0 0,-1-1 0 0 0,2 0 0 0 0,0-1 1 0 0,0-1-1 0 0,1 0 0 0 0,1-1 0 0 0,31 14 0 0 0,-41-21-169 0 0,1 1 0 0 0,0-1 0 0 0,0-1 0 0 0,0 1 0 0 0,1-1 1 0 0,-1 0-1 0 0,0-1 0 0 0,0 0 0 0 0,1 0 0 0 0,-1 0 1 0 0,0-1-1 0 0,0 0 0 0 0,0-1 0 0 0,0 0 0 0 0,0 0 1 0 0,8-3-1 0 0,-9 2-2 0 0,-1 1 1 0 0,0-1 0 0 0,0-1-1 0 0,0 1 1 0 0,0-1 0 0 0,-1 0 0 0 0,1 0-1 0 0,-1 0 1 0 0,0 0 0 0 0,0-1-1 0 0,0 0 1 0 0,-1 0 0 0 0,0 0 0 0 0,0 0-1 0 0,0 0 1 0 0,0-1 0 0 0,-1 1-1 0 0,0-1 1 0 0,2-10 0 0 0,0-6 56 0 0,0-1 0 0 0,-2 0 1 0 0,-1 0-1 0 0,-2-25 0 0 0,-13-94 117 0 0,5 70-132 0 0,4 11-38 0 0,3 31-103 0 0,-1-1 0 0 0,-1 1 0 0 0,-1 0 0 0 0,-11-30 0 0 0,11 47-447 0 0,5 13 461 0 0,0 0 0 0 0,0 0 0 0 0,0-1 0 0 0,-1 1 0 0 0,1 0 0 0 0,0 0 1 0 0,0-1-1 0 0,0 1 0 0 0,0 0 0 0 0,0 0 0 0 0,0-1 0 0 0,-1 1 0 0 0,1 0 1 0 0,0 0-1 0 0,0 0 0 0 0,0 0 0 0 0,-1-1 0 0 0,1 1 0 0 0,0 0 0 0 0,0 0 1 0 0,-1 0-1 0 0,1 0 0 0 0,0 0 0 0 0,0-1 0 0 0,-1 1 0 0 0,1 0 0 0 0,0 0 0 0 0,0 0 1 0 0,-1 0-1 0 0,1 0 0 0 0,0 0 0 0 0,0 0 0 0 0,-1 0 0 0 0,1 0 0 0 0,0 0 1 0 0,0 0-1 0 0,-1 0 0 0 0,1 0 0 0 0,0 0 0 0 0,-1 0 0 0 0,1 0 0 0 0,0 1 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8.5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0 920 0 0,'3'4'2591'0'0,"-4"0"-2820"0"0,1-3 283 0 0,0 1 35 0 0,-1 1 0 0 0,0-1 0 0 0,1 0 0 0 0,-1 0 0 0 0,0 0 0 0 0,0 0 0 0 0,0 0-1 0 0,0 0 1 0 0,0 0 0 0 0,-3 3 0 0 0,5-6 92 0 0,-1 1 0 0 0,1 0 0 0 0,0-1 0 0 0,-1 1 0 0 0,1 0-1 0 0,0 0 1 0 0,0-1 0 0 0,-1 1 0 0 0,1 0 0 0 0,0 0 0 0 0,0 0 0 0 0,0 0-1 0 0,-1 0 1 0 0,1 0 0 0 0,0 0 0 0 0,0 0 0 0 0,0 0 0 0 0,-1 0 0 0 0,1 1 0 0 0,0-1-1 0 0,0 0 1 0 0,-1 0 0 0 0,1 1 0 0 0,0-1 0 0 0,-1 1 0 0 0,1-1 0 0 0,0 0-1 0 0,-1 1 1 0 0,1-1 0 0 0,-1 1 0 0 0,1 0 0 0 0,0-1 0 0 0,-1 1 0 0 0,1-1-1 0 0,-1 1 1 0 0,0 0 0 0 0,1-1 0 0 0,-1 1 0 0 0,0 0 0 0 0,1 1 0 0 0,22 37 2640 0 0,-18-29-1417 0 0,9 18-100 0 0,-1 0-1 0 0,18 59 0 0 0,-19-51-928 0 0,18 42 0 0 0,-25-69-246 0 0,0 0-1 0 0,1 0 0 0 0,-1-1 1 0 0,2 1-1 0 0,-1-1 1 0 0,1-1-1 0 0,0 1 1 0 0,13 10-1 0 0,-15-15-246 0 0,0 1 0 0 0,1-1 0 0 0,-1 0 0 0 0,0-1 0 0 0,1 1 0 0 0,11 3 0 0 0,-13-5-480 0 0,0-1 0 0 0,1 1 0 0 0,-1 0 0 0 0,1-1-1 0 0,0 0 1 0 0,-1 0 0 0 0,1 0 0 0 0,-1-1-1 0 0,10-2 1 0 0,4-2-5835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8.8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5529 0 0,'6'67'9452'0'0,"11"-1"-4308"0"0,7-1-4278 0 0,4-5-4249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9.1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1 148 8290 0 0,'2'-3'318'0'0,"1"1"0"0"0,0 0 0 0 0,0 0 0 0 0,0 1 0 0 0,0-1 0 0 0,0 0 1 0 0,0 1-1 0 0,1 0 0 0 0,4-1 0 0 0,-3-1-17 0 0,202-75 7001 0 0,-136 55-8748 0 0,-1 3-3601 0 0,-45 14-380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9.8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1 107 5529 0 0,'0'-19'4077'0'0,"1"19"-3891"0"0,-1 0 1 0 0,1 0-1 0 0,-1 0 0 0 0,1-1 0 0 0,0 1 49 0 0,0 0 0 0 0,0-1 0 0 0,0 1 0 0 0,0 0 0 0 0,0 0 0 0 0,0 0 0 0 0,0 0 0 0 0,0 0 0 0 0,0 0 0 0 0,0 0 0 0 0,0 0 0 0 0,0 0 0 0 0,-1 0 0 0 0,1 1 0 0 0,0-1 0 0 0,0 0 0 0 0,0 1 0 0 0,0-1 0 0 0,0 0 0 0 0,0 1 0 0 0,-1-1 0 0 0,1 1-1 0 0,0 0 1 0 0,0-1 0 0 0,-1 1 0 0 0,1 0 0 0 0,0-1 0 0 0,-1 1 0 0 0,1 0 0 0 0,8 17 214 0 0,-2-1 0 0 0,0 1-1 0 0,-1 0 1 0 0,-1 0-1 0 0,4 27 1 0 0,5 15-213 0 0,-5-24-208 0 0,3-1 0 0 0,28 63 0 0 0,-36-89-8 0 0,1-1-1 0 0,-1 0 1 0 0,1 0 0 0 0,0-1 0 0 0,1 0-1 0 0,0 0 1 0 0,0 0 0 0 0,1 0 0 0 0,-1-1 0 0 0,1 0-1 0 0,1-1 1 0 0,-1 1 0 0 0,1-1 0 0 0,0-1-1 0 0,0 0 1 0 0,0 0 0 0 0,13 4 0 0 0,-19-7-16 0 0,1 0 1 0 0,-1-1-1 0 0,1 1 1 0 0,0-1-1 0 0,-1 1 1 0 0,1-1-1 0 0,0 0 1 0 0,-1 0-1 0 0,1 0 0 0 0,-1-1 1 0 0,1 1-1 0 0,0 0 1 0 0,-1-1-1 0 0,1 0 1 0 0,-1 0-1 0 0,1 1 1 0 0,-1-2-1 0 0,1 1 1 0 0,-1 0-1 0 0,0 0 1 0 0,1-1-1 0 0,-1 1 0 0 0,0-1 1 0 0,3-3-1 0 0,-1 0 4 0 0,-1 0-1 0 0,0 0 0 0 0,0 0 1 0 0,-1 0-1 0 0,0-1 0 0 0,0 1 1 0 0,0-1-1 0 0,0 1 0 0 0,-1-1 1 0 0,1-8-1 0 0,17-187 14 0 0,-17 144-155 0 0,3 0-1 0 0,2 1 0 0 0,16-60 0 0 0,-23 115 141 0 0,0 1 0 0 0,0 0 0 0 0,0 0 0 0 0,0 0-1 0 0,0 0 1 0 0,0 0 0 0 0,0-1 0 0 0,0 1 0 0 0,0 0-1 0 0,0 0 1 0 0,0 0 0 0 0,1 0 0 0 0,-1-1 0 0 0,0 1-1 0 0,0 0 1 0 0,0 0 0 0 0,0 0 0 0 0,0 0-1 0 0,0 0 1 0 0,0 0 0 0 0,0-1 0 0 0,1 1 0 0 0,-1 0-1 0 0,0 0 1 0 0,0 0 0 0 0,0 0 0 0 0,0 0 0 0 0,0 0-1 0 0,1 0 1 0 0,-1 0 0 0 0,0 0 0 0 0,0 0 0 0 0,0 0-1 0 0,0 0 1 0 0,1 0 0 0 0,-1 0 0 0 0,0 0 0 0 0,0 0-1 0 0,0 0 1 0 0,0 0 0 0 0,0 0 0 0 0,1 0-1 0 0,-1 0 1 0 0,0 0 0 0 0,0 0 0 0 0,0 0 0 0 0,0 0-1 0 0,1 0 1 0 0,-1 0 0 0 0,0 0 0 0 0,0 0 0 0 0,0 0-1 0 0,0 1 1 0 0,10 10 213 0 0,4 15 58 0 0,115 264 507 0 0,-115-260-1997 0 0,21 34 1 0 0,-25-46-5933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40.3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64 8754 0 0,'0'0'65'0'0,"0"-1"0"0"0,-1 1 0 0 0,1 0 0 0 0,-1-1 0 0 0,1 1 0 0 0,0-1 0 0 0,0 1 0 0 0,-1-1 0 0 0,1 1 0 0 0,0-1 0 0 0,0 1 0 0 0,0-1 0 0 0,-1 1 0 0 0,1-1 0 0 0,0 1 0 0 0,0-1 0 0 0,0 1 0 0 0,0-1-1 0 0,0 1 1 0 0,0-1 0 0 0,0 0 0 0 0,0 1 0 0 0,0-1 0 0 0,1 1 0 0 0,-1-1 0 0 0,0 1 0 0 0,0-1 0 0 0,0 1 0 0 0,0-1 0 0 0,1 1 0 0 0,-1-1 0 0 0,17-15 2012 0 0,23-5 1618 0 0,-34 19-3419 0 0,0 0 0 0 0,0 0 1 0 0,-1 1-1 0 0,1-1 0 0 0,0 2 1 0 0,0-1-1 0 0,1 1 0 0 0,-1-1 1 0 0,0 2-1 0 0,0-1 0 0 0,8 2 1 0 0,-12-1-275 0 0,0 0 0 0 0,0-1 1 0 0,1 1-1 0 0,-2 0 1 0 0,1 0-1 0 0,0 1 0 0 0,0-1 1 0 0,0 0-1 0 0,0 1 1 0 0,-1-1-1 0 0,1 1 1 0 0,-1-1-1 0 0,1 1 0 0 0,-1 0 1 0 0,0 0-1 0 0,1-1 1 0 0,-1 1-1 0 0,0 0 1 0 0,0 0-1 0 0,-1 0 0 0 0,1 0 1 0 0,0 1-1 0 0,-1-1 1 0 0,1 0-1 0 0,-1 0 1 0 0,1 0-1 0 0,-1 0 0 0 0,0 1 1 0 0,0-1-1 0 0,0 0 1 0 0,0 0-1 0 0,-1 1 1 0 0,0 2-1 0 0,-8 56-18 0 0,5-44 66 0 0,2 1 0 0 0,0-1 0 0 0,0 0 1 0 0,3 33-1 0 0,-1-49 9 0 0,0 1 1 0 0,0 0 0 0 0,1-1-1 0 0,-1 1 1 0 0,0-1 0 0 0,1 1 0 0 0,0-1-1 0 0,-1 1 1 0 0,1-1 0 0 0,0 1-1 0 0,0-1 1 0 0,0 0 0 0 0,0 1-1 0 0,0-1 1 0 0,0 0 0 0 0,0 0 0 0 0,0 0-1 0 0,1 0 1 0 0,-1 0 0 0 0,0 0-1 0 0,2 1 1 0 0,0-1 3 0 0,0 0 0 0 0,0 0 0 0 0,0 0 0 0 0,0 0 0 0 0,0-1 0 0 0,0 1 0 0 0,0-1 0 0 0,0 0 0 0 0,0 0 0 0 0,5 0 0 0 0,8-3 38 0 0,0 0 0 0 0,-1-1 0 0 0,25-9 0 0 0,-26 8-48 0 0,210-78-2516 0 0,-194 76-854 0 0,-18 6 1607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0.7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3 357 8754 0 0,'-1'-6'1133'0'0,"0"-1"-1"0"0,1 1 1 0 0,0 0 0 0 0,1-13-1 0 0,0-1 2748 0 0,13 44-408 0 0,-5-10-3319 0 0,88 153 242 0 0,-28-50-211 0 0,-64-107-132 0 0,1 0 0 0 0,1-1 0 0 0,0 0 0 0 0,0 0-1 0 0,1 0 1 0 0,0-1 0 0 0,17 13 0 0 0,-22-19-39 0 0,-1 0 0 0 0,0-1 0 0 0,0 0-1 0 0,0 1 1 0 0,1-1 0 0 0,-1 0 0 0 0,1 0-1 0 0,-1 0 1 0 0,1-1 0 0 0,-1 1 0 0 0,1 0-1 0 0,-1-1 1 0 0,1 0 0 0 0,0 0 0 0 0,-1 0 0 0 0,1 0-1 0 0,-1 0 1 0 0,1 0 0 0 0,0 0 0 0 0,-1-1-1 0 0,1 0 1 0 0,-1 1 0 0 0,1-1 0 0 0,-1 0-1 0 0,1 0 1 0 0,-1 0 0 0 0,0-1 0 0 0,1 1-1 0 0,-1 0 1 0 0,0-1 0 0 0,0 0 0 0 0,0 1 0 0 0,0-1-1 0 0,0 0 1 0 0,-1 0 0 0 0,1 0 0 0 0,0 0-1 0 0,-1 0 1 0 0,1-1 0 0 0,0-2 0 0 0,4-5 133 0 0,-1 0 1 0 0,0 0 0 0 0,-1-1 0 0 0,0 1-1 0 0,0-1 1 0 0,2-18 0 0 0,7-72 515 0 0,-7 44-475 0 0,1-5-88 0 0,17-104 93 0 0,-17 133-416 0 0,1 1-1 0 0,2 0 1 0 0,13-32-1 0 0,-13 44-1699 0 0,2 0-6290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1.0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29 9218 0 0,'17'-28'9703'0'0,"-17"50"-6939"0"0,1 17-2504 0 0,0 1 0 0 0,3 0 0 0 0,1-1 0 0 0,13 50 0 0 0,4 21-29 0 0,-10-31-241 0 0,-7-58-119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4.1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58 7834 0 0,'6'-42'3708'0'0,"-2"27"-549"0"0,-2 28 2003 0 0,1 25-4253 0 0,1 1 1 0 0,18 74-1 0 0,2 13-703 0 0,4 146 49 0 0,29 187 198 0 0,-40-378-693 0 0,16 100 848 0 0,-31-155-1164 0 0,0-1 0 0 0,-2 0 1 0 0,-1 1-1 0 0,0-1 0 0 0,-7 31 0 0 0,3-35-6891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4.7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134 139 7570 0 0,'-15'1'152'0'0,"-47"7"731"0"0,58-7-554 0 0,0 0 0 0 0,-1 1 0 0 0,1-1 0 0 0,0 1 0 0 0,0 0-1 0 0,1 0 1 0 0,-1 0 0 0 0,0 0 0 0 0,1 1 0 0 0,-1-1-1 0 0,1 1 1 0 0,-4 4 0 0 0,7-7-257 0 0,0 0 0 0 0,-1 1 0 0 0,1-1 1 0 0,0 0-1 0 0,-1 1 0 0 0,1-1 0 0 0,0 1 0 0 0,-1-1 0 0 0,1 1 0 0 0,0-1 0 0 0,0 0 1 0 0,0 1-1 0 0,0-1 0 0 0,-1 1 0 0 0,1-1 0 0 0,0 1 0 0 0,0-1 0 0 0,0 1 0 0 0,0-1 1 0 0,0 1-1 0 0,0-1 0 0 0,0 1 0 0 0,0-1 0 0 0,0 1 0 0 0,0-1 0 0 0,0 1 0 0 0,1-1 0 0 0,-1 1 1 0 0,0-1-1 0 0,0 1 0 0 0,0-1 0 0 0,1 1 0 0 0,16 9 1329 0 0,23-2-69 0 0,-5-11-551 0 0,-1-1 0 0 0,1-2 0 0 0,-1-1 0 0 0,55-20 0 0 0,12-1-400 0 0,93-17-165 0 0,2 9-1 0 0,335-17 0 0 0,-514 52-238 0 0,39 1-250 0 0,-53 0 243 0 0,0 0-1 0 0,0 0 0 0 0,0 1 1 0 0,0 0-1 0 0,-1-1 0 0 0,1 1 0 0 0,0 0 1 0 0,0 1-1 0 0,-1-1 0 0 0,1 0 1 0 0,-1 1-1 0 0,1-1 0 0 0,-1 1 0 0 0,1 0 1 0 0,2 3-1 0 0,-5-5-236 0 0,1 1-1 0 0,0 0 0 0 0,-1 1 1 0 0,1-1-1 0 0,-1 0 1 0 0,1 0-1 0 0,-1 0 1 0 0,0 0-1 0 0,1 0 1 0 0,-1 0-1 0 0,0 0 1 0 0,0 1-1 0 0,0-1 1 0 0,0 0-1 0 0,0 0 0 0 0,0 0 1 0 0,0 2-1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5.0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23 5985 0 0,'94'-8'6930'0'0,"-24"0"-1588"0"0,-38 7-3996 0 0,12-1-662 0 0,-16-1-3301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5.3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1 5529 0 0,'-3'1'443'0'0,"1"0"-1"0"0,-1 0 0 0 0,0 0 0 0 0,1 1 1 0 0,0-1-1 0 0,-1 1 0 0 0,1 0 1 0 0,0 0-1 0 0,0 0 0 0 0,0 0 1 0 0,0 0-1 0 0,0 0 0 0 0,0 1 1 0 0,1-1-1 0 0,-1 1 0 0 0,1-1 1 0 0,-1 1-1 0 0,1-1 0 0 0,0 1 1 0 0,0 0-1 0 0,0 0 0 0 0,1-1 1 0 0,-1 1-1 0 0,1 0 0 0 0,-1 0 1 0 0,1 0-1 0 0,0 3 0 0 0,0 11 472 0 0,1-1-1 0 0,0 0 0 0 0,7 30 1 0 0,-2-15-489 0 0,31 223 757 0 0,4 261 0 0 0,-41-436-1103 0 0,-1-30-355 0 0,11 95 0 0 0,-8-131-155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6.5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1 462 5529 0 0,'108'14'6456'0'0,"234"-5"227"0"0,-116-7-4636 0 0,122 3-1912 0 0,-118-16-5435 0 0,-180 6 1632 0 0,0-3 1 0 0,62-17-1 0 0,27-16 3130 0 0,-134 39 532 0 0,1 0-3 0 0,0 0-1 0 0,28-11 12374 0 0,-29-2-6353 0 0,39-81-5895 0 0,1-14 178 0 0,-32 74-32 0 0,35-65 0 0 0,-47 99-250 0 0,0 0-1 0 0,0 0 1 0 0,0 0-1 0 0,1 0 1 0 0,-1 0-1 0 0,1 1 1 0 0,-1-1-1 0 0,1 1 1 0 0,-1-1-1 0 0,1 1 1 0 0,3-2-1 0 0,-5 2-7 0 0,1 1 0 0 0,0 0 0 0 0,-1 0 0 0 0,1-1 0 0 0,0 1 0 0 0,0 0 0 0 0,-1 0 0 0 0,1 0 1 0 0,0 0-1 0 0,0 0 0 0 0,-1 0 0 0 0,1 0 0 0 0,0 0 0 0 0,0 0 0 0 0,-1 0 0 0 0,1 1 0 0 0,0-1 0 0 0,0 0 0 0 0,-1 0 0 0 0,1 1 0 0 0,0-1 0 0 0,0 1 0 0 0,2 2 5 0 0,0-1 1 0 0,-1 1 0 0 0,0 0 0 0 0,1 0-1 0 0,-1 0 1 0 0,-1 0 0 0 0,1 0 0 0 0,0 1-1 0 0,-1-1 1 0 0,1 0 0 0 0,-1 1 0 0 0,1 5-1 0 0,5 22 59 0 0,-1 1-1 0 0,1 42 1 0 0,-5-46-31 0 0,1 0-1 0 0,1 0 1 0 0,15 51 0 0 0,-17-72-35 0 0,1 0 0 0 0,1 1 1 0 0,0-2-1 0 0,0 1 0 0 0,0 0 1 0 0,1-1-1 0 0,0 0 0 0 0,0 0 1 0 0,0 0-1 0 0,1-1 0 0 0,0 0 1 0 0,0 0-1 0 0,0 0 0 0 0,1-1 1 0 0,-1 0-1 0 0,1 0 0 0 0,0-1 0 0 0,11 5 1 0 0,-16-8-7 0 0,0 0 0 0 0,-1 0 0 0 0,1 1 0 0 0,0-1 0 0 0,-1 0 0 0 0,1 0 1 0 0,0-1-1 0 0,-1 1 0 0 0,1 0 0 0 0,0 0 0 0 0,-1-1 0 0 0,1 1 0 0 0,-1-1 0 0 0,1 0 0 0 0,-1 1 0 0 0,1-1 1 0 0,-1 0-1 0 0,1 0 0 0 0,-1 0 0 0 0,0 0 0 0 0,1 0 0 0 0,-1 0 0 0 0,0 0 0 0 0,0 0 0 0 0,0-1 0 0 0,0 1 1 0 0,0 0-1 0 0,0-1 0 0 0,0 1 0 0 0,1-4 0 0 0,3-4-18 0 0,-1-1 1 0 0,0 0-1 0 0,4-19 1 0 0,-3 13 13 0 0,58-158 76 0 0,-51 147-54 0 0,1 1-1 0 0,1 1 1 0 0,1 0 0 0 0,24-31-1 0 0,-38 55-8 0 0,0 0 0 0 0,-1-1-1 0 0,1 1 1 0 0,0 0 0 0 0,0 0-1 0 0,0 0 1 0 0,0 0 0 0 0,0 0 0 0 0,1 0-1 0 0,-1 0 1 0 0,0 0 0 0 0,0 1-1 0 0,0-1 1 0 0,1 0 0 0 0,-1 1 0 0 0,0-1-1 0 0,1 1 1 0 0,-1 0 0 0 0,1-1-1 0 0,-1 1 1 0 0,0 0 0 0 0,1 0 0 0 0,-1-1-1 0 0,1 1 1 0 0,-1 0 0 0 0,1 1-1 0 0,-1-1 1 0 0,1 0 0 0 0,-1 0 0 0 0,3 1-1 0 0,-2 1 11 0 0,0 0 0 0 0,1 0 0 0 0,-1 0-1 0 0,0 0 1 0 0,0 0 0 0 0,0 0 0 0 0,0 0 0 0 0,-1 0-1 0 0,1 1 1 0 0,-1-1 0 0 0,1 1 0 0 0,-1 0 0 0 0,0-1-1 0 0,2 5 1 0 0,29 104 34 0 0,-24-75-18 0 0,2-2 1 0 0,27 64-1 0 0,-33-89-28 0 0,1 1 1 0 0,1-1-1 0 0,-1-1 0 0 0,1 1 0 0 0,1-1 1 0 0,0 0-1 0 0,0 0 0 0 0,0-1 1 0 0,1 0-1 0 0,0 0 0 0 0,1-1 0 0 0,-1 0 1 0 0,1-1-1 0 0,14 7 0 0 0,-20-11-6 0 0,0 0-1 0 0,0 0 1 0 0,0 0 0 0 0,0 0-1 0 0,0 0 1 0 0,0-1-1 0 0,0 0 1 0 0,0 1-1 0 0,1-1 1 0 0,-1 0-1 0 0,0-1 1 0 0,0 1 0 0 0,0-1-1 0 0,0 1 1 0 0,0-1-1 0 0,0 0 1 0 0,0 0-1 0 0,0 0 1 0 0,0 0 0 0 0,0-1-1 0 0,-1 1 1 0 0,1-1-1 0 0,0 0 1 0 0,-1 0-1 0 0,1 0 1 0 0,-1 0 0 0 0,0 0-1 0 0,3-3 1 0 0,6-8-28 0 0,-1-1 1 0 0,-1 1-1 0 0,0-1 1 0 0,9-21-1 0 0,-2 6 6 0 0,1-1-6 0 0,-5 7-22 0 0,1 1-1 0 0,1 0 0 0 0,1 1 1 0 0,34-38-1 0 0,-48 57 53 0 0,0 1-1 0 0,1 0 1 0 0,-1-1-1 0 0,0 1 1 0 0,1 0 0 0 0,-1 0-1 0 0,0 0 1 0 0,1 0-1 0 0,0 0 1 0 0,-1 0 0 0 0,1 0-1 0 0,-1 0 1 0 0,1 1-1 0 0,0-1 1 0 0,0 0 0 0 0,-1 1-1 0 0,1 0 1 0 0,0-1-1 0 0,0 1 1 0 0,0 0 0 0 0,-1 0-1 0 0,1 0 1 0 0,0 0-1 0 0,0 0 1 0 0,0 1 0 0 0,0-1-1 0 0,-1 0 1 0 0,1 1-1 0 0,0 0 1 0 0,-1-1 0 0 0,1 1-1 0 0,2 1 1 0 0,-2 0-4 0 0,0 1-1 0 0,1-1 1 0 0,-1 1 0 0 0,0 0 0 0 0,0-1 0 0 0,-1 1-1 0 0,1 0 1 0 0,0 0 0 0 0,-1 0 0 0 0,0 1 0 0 0,0-1-1 0 0,0 0 1 0 0,0 0 0 0 0,0 1 0 0 0,-1-1 0 0 0,1 5-1 0 0,1 40-544 0 0,3 18-917 0 0,8-23-5596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7.1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56 114 456 0 0,'-56'9'12344'0'0,"86"-12"-7388"0"0,267-34-342 0 0,-81 11-4299 0 0,160 8-83 0 0,-25 2-56 0 0,-148 11-1512 0 0,-135 5 894 0 0,-63 0-749 0 0,0 0 0 0 0,0-1 1 0 0,0 0-1 0 0,0 0 0 0 0,0 0 0 0 0,7-3 0 0 0,2-5 2443 0 0,-12 32 6441 0 0,4 6-5927 0 0,-2-16-1888 0 0,-2 1 1 0 0,3 24-1 0 0,-5 27 516 0 0,-1 81-239 0 0,24 195-1 0 0,-4-187-168 0 0,-11-69 57 0 0,5 0-1 0 0,33 123 0 0 0,-39-176-306 0 0,-6-30 161 0 0,-1-1 0 0 0,0 0 0 0 0,0 0 0 0 0,0 0 0 0 0,0 0 0 0 0,0 0-1 0 0,0 0 1 0 0,0 0 0 0 0,0 0 0 0 0,0 0 0 0 0,0 1 0 0 0,-1-1 0 0 0,1 0 0 0 0,0 0 0 0 0,-1 0 0 0 0,1 0-1 0 0,-1 0 1 0 0,1 0 0 0 0,-1 0 0 0 0,0-1 0 0 0,1 1 0 0 0,-1 0 0 0 0,0 0 0 0 0,1 0 0 0 0,-3 1 0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8.6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4643 72 5065 0 0,'82'-17'8427'0'0,"-47"7"-6012"0"0,106-34 1906 0 0,-187 63-3791 0 0,2 1-1 0 0,1 3 1 0 0,-80 56-1 0 0,122-78-538 0 0,-1 0 0 0 0,1 0 1 0 0,0 0-1 0 0,0 0 0 0 0,-1 0 0 0 0,1 0 0 0 0,0 0 1 0 0,0 0-1 0 0,0 1 0 0 0,0-1 0 0 0,0 0 0 0 0,0 1 0 0 0,1-1 1 0 0,-1 1-1 0 0,0-1 0 0 0,1 1 0 0 0,-1-1 0 0 0,1 1 0 0 0,0 0 1 0 0,-1 2-1 0 0,1-2 4 0 0,1-1 0 0 0,-1 1 0 0 0,1-1 1 0 0,-1 0-1 0 0,1 0 0 0 0,0 1 0 0 0,-1-1 0 0 0,1 0 0 0 0,0 0 1 0 0,0 0-1 0 0,0 1 0 0 0,0-1 0 0 0,0 0 0 0 0,0-1 1 0 0,0 1-1 0 0,0 0 0 0 0,1 0 0 0 0,1 1 0 0 0,8 3-97 0 0,0 0 1 0 0,0-1-1 0 0,1 0 0 0 0,15 3 0 0 0,-18-5-87 0 0,222 46 95 0 0,-229-48 94 0 0,-1 0-1 0 0,0 0 1 0 0,0 1 0 0 0,0-1 0 0 0,1 0 0 0 0,-1 1 0 0 0,0-1 0 0 0,0 1 0 0 0,0-1 0 0 0,0 1 0 0 0,0 0 0 0 0,0 0 0 0 0,0-1 0 0 0,0 1 0 0 0,0 0 0 0 0,-1 0 0 0 0,1 0 0 0 0,0 0 0 0 0,0 0 0 0 0,0 2 0 0 0,0-2 0 0 0,-1 0 0 0 0,0 0 0 0 0,0 0 0 0 0,0 0 0 0 0,0 0 0 0 0,0 0 0 0 0,0 0 0 0 0,-1 0 1 0 0,1 0-1 0 0,0 0 0 0 0,0 0 0 0 0,-1 0 0 0 0,1 0 0 0 0,-1 0 0 0 0,1 0 0 0 0,-1 0 0 0 0,1 0 0 0 0,-2 1 1 0 0,-4 5-3 0 0,0-1 0 0 0,0 1 0 0 0,-1-1 0 0 0,-10 7 0 0 0,13-10-3 0 0,-41 28-118 0 0,21-15-156 0 0,-37 32 0 0 0,56-44 234 0 0,1 0 0 0 0,0 0 1 0 0,-1 1-1 0 0,2 0 0 0 0,-1-1 1 0 0,0 2-1 0 0,1-1 0 0 0,0 0 1 0 0,0 1-1 0 0,1-1 0 0 0,0 1 1 0 0,-1 0-1 0 0,-1 10 0 0 0,4-13-8 0 0,0-1 1 0 0,1 1-1 0 0,-1 0 0 0 0,0 0 0 0 0,1 0 0 0 0,0 0 0 0 0,0-1 1 0 0,0 1-1 0 0,0 0 0 0 0,0 0 0 0 0,0-1 0 0 0,1 1 1 0 0,-1-1-1 0 0,1 1 0 0 0,-1-1 0 0 0,1 0 0 0 0,0 0 0 0 0,0 0 1 0 0,0 0-1 0 0,1 0 0 0 0,-1 0 0 0 0,0 0 0 0 0,1-1 0 0 0,-1 1 1 0 0,6 2-1 0 0,7 3-303 0 0,1 0 0 0 0,0 0 1 0 0,18 4-1 0 0,-23-8 284 0 0,40 9-91 0 0,-39-9 137 0 0,1-1 0 0 0,-1 2 0 0 0,0-1 1 0 0,0 2-1 0 0,12 5 0 0 0,-24-10 71 0 0,1 1-1 0 0,-1-1 0 0 0,1 1 1 0 0,0-1-1 0 0,-1 1 1 0 0,1-1-1 0 0,-1 1 1 0 0,1 0-1 0 0,-1-1 0 0 0,0 1 1 0 0,1 0-1 0 0,-1-1 1 0 0,1 1-1 0 0,-1 0 0 0 0,0-1 1 0 0,0 1-1 0 0,0 0 1 0 0,1 0-1 0 0,-1-1 1 0 0,0 1-1 0 0,0 0 0 0 0,0 0 1 0 0,0-1-1 0 0,0 1 1 0 0,0 0-1 0 0,0 0 0 0 0,0-1 1 0 0,-1 1-1 0 0,1 0 1 0 0,0 0-1 0 0,0-1 1 0 0,-1 1-1 0 0,1 0 0 0 0,0-1 1 0 0,-1 1-1 0 0,1 0 1 0 0,-1-1-1 0 0,1 1 0 0 0,0 0 1 0 0,-2 0-1 0 0,-26 31 2076 0 0,16-19-1524 0 0,7-6-488 0 0,0 0 0 0 0,1 1 0 0 0,0 0 0 0 0,0 0 0 0 0,1 0 0 0 0,0 0 0 0 0,0 0 0 0 0,1 1 0 0 0,0-1 0 0 0,0 1 0 0 0,1-1 0 0 0,0 16 0 0 0,2 7-19 0 0,1 0 0 0 0,7 39 0 0 0,-3-34 34 0 0,50 250 515 0 0,-42-222-351 0 0,7 61-198 0 0,-14-75-24 0 0,22 83 0 0 0,-14-75-65 0 0,-10-36 0 0 0,12 35 0 0 0,-15-53 27 0 0,-1 0 0 0 0,0-1 0 0 0,0 1 0 0 0,0 0 0 0 0,0 0 0 0 0,-1 0 0 0 0,0 0 0 0 0,1 0 0 0 0,-1 0 0 0 0,-1 0 0 0 0,1 0 0 0 0,-1-1 0 0 0,1 1 0 0 0,-1 0-1 0 0,0 0 1 0 0,0 0 0 0 0,-1-1 0 0 0,-3 8 0 0 0,4-9-8 0 0,-1 1 0 0 0,0-1 0 0 0,0 0-1 0 0,0 0 1 0 0,0 1 0 0 0,0-1 0 0 0,0 0-1 0 0,-1-1 1 0 0,1 1 0 0 0,-1 0 0 0 0,1-1 0 0 0,-1 1-1 0 0,0-1 1 0 0,1 0 0 0 0,-1 0 0 0 0,0 0-1 0 0,0 0 1 0 0,0-1 0 0 0,0 1 0 0 0,0-1 0 0 0,0 0-1 0 0,0 1 1 0 0,0-1 0 0 0,0-1 0 0 0,-3 1-1 0 0,-214-9 753 0 0,80 6-821 0 0,-1173 18-743 0 0,1188-9 675 0 0,-407 38-252 0 0,217-22 50 0 0,59-8 144 0 0,-304 33 104 0 0,468-41-35 0 0,-325 11 30 0 0,113-5-92 0 0,44 0 114 0 0,218-13 180 0 0,0 2 1 0 0,0 1-1 0 0,1 3 1 0 0,-1 1-1 0 0,-74 21 0 0 0,111-25-93 0 0,-22 8 5 0 0,0-1 1 0 0,-1-1 0 0 0,-51 7 0 0 0,55-16-1893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9.2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72 237 13363 0 0,'-2'-1'327'0'0,"0"1"0"0"0,-1 0-1 0 0,1-1 1 0 0,-1 1 0 0 0,1 0 0 0 0,0 0 0 0 0,-1 1 0 0 0,1-1 0 0 0,0 0-1 0 0,-1 1 1 0 0,1 0 0 0 0,0-1 0 0 0,-1 1 0 0 0,1 0 0 0 0,0 0 0 0 0,-2 1 0 0 0,2-1-176 0 0,0 0 1 0 0,0 0 0 0 0,0 0 0 0 0,0 0-1 0 0,0 0 1 0 0,1 1 0 0 0,-1-1 0 0 0,0 0 0 0 0,1 1-1 0 0,-1-1 1 0 0,1 1 0 0 0,0 0 0 0 0,-1-1-1 0 0,1 1 1 0 0,0 0 0 0 0,0 0 0 0 0,0 0 0 0 0,-1 3-1 0 0,2 0-78 0 0,0-1 0 0 0,1 1 0 0 0,-1 0-1 0 0,1-1 1 0 0,0 1 0 0 0,1-1-1 0 0,-1 1 1 0 0,1-1 0 0 0,0 1 0 0 0,0-1-1 0 0,5 7 1 0 0,33 46-8 0 0,-31-46 38 0 0,3 5-37 0 0,8 11-17 0 0,0-1 1 0 0,2-1-1 0 0,1 0 0 0 0,34 26 1 0 0,-52-47-36 0 0,0-1 1 0 0,0 0-1 0 0,1 0 1 0 0,-1 0-1 0 0,1-1 1 0 0,0 0-1 0 0,-1 0 1 0 0,1-1-1 0 0,0 1 0 0 0,0-1 1 0 0,0 0-1 0 0,1-1 1 0 0,-1 1-1 0 0,8-2 1 0 0,-11 1 17 0 0,1-1-1 0 0,0 1 1 0 0,-1-1 0 0 0,1 0 0 0 0,-1 0 0 0 0,1 0-1 0 0,-1-1 1 0 0,0 1 0 0 0,1-1 0 0 0,-1 0 0 0 0,0 1 0 0 0,0-2-1 0 0,0 1 1 0 0,0 0 0 0 0,-1-1 0 0 0,1 1 0 0 0,0-1-1 0 0,-1 0 1 0 0,0 0 0 0 0,0 0 0 0 0,0 0 0 0 0,0 0 0 0 0,0 0-1 0 0,2-5 1 0 0,13-46 413 0 0,-1-1-1 0 0,11-78 1 0 0,-18 76-392 0 0,4 0 0 0 0,23-67-1 0 0,-34 119-253 0 0,0 0-1 0 0,0 0 1 0 0,1 0-1 0 0,0 0 1 0 0,-1 0-1 0 0,2 1 1 0 0,-1-1-1 0 0,0 1 0 0 0,1 0 1 0 0,0 0-1 0 0,0 0 1 0 0,0 1-1 0 0,5-4 1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9.7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239 28 2761 0 0,'0'-1'188'0'0,"1"1"0"0"0,-1-1 0 0 0,1 1 0 0 0,-1-1 0 0 0,1 0 1 0 0,-1 1-1 0 0,1-1 0 0 0,-1 0 0 0 0,0 0 0 0 0,1 1 0 0 0,-1-1 0 0 0,0 0 1 0 0,1 0-1 0 0,-1 0 0 0 0,0 1 0 0 0,0-1 0 0 0,0 0 0 0 0,0 0 0 0 0,0 0 1 0 0,0 1-1 0 0,0-1 0 0 0,0 0 0 0 0,0 0 0 0 0,0 0 0 0 0,-1 0 1 0 0,1 1-1 0 0,-1-2 0 0 0,0 1 100 0 0,0 0 0 0 0,1 1 0 0 0,-1-1 0 0 0,0 1 0 0 0,-1-1 0 0 0,1 1 0 0 0,0 0 0 0 0,0 0 0 0 0,0-1 0 0 0,0 1 0 0 0,0 0 0 0 0,0 0 0 0 0,0 0 0 0 0,0 0 0 0 0,0 0 0 0 0,-1 0 0 0 0,0 1 0 0 0,-5 0 499 0 0,-1 0-1 0 0,1 1 1 0 0,0 0 0 0 0,0 0-1 0 0,-8 4 1 0 0,-6 5 190 0 0,1 1 1 0 0,-33 28-1 0 0,44-33-862 0 0,1 0 1 0 0,0 1-1 0 0,0 0 1 0 0,1 1-1 0 0,0-1 1 0 0,0 1 0 0 0,1 1-1 0 0,-5 11 1 0 0,9-18-94 0 0,1 0 1 0 0,0 0-1 0 0,1 1 1 0 0,-1-1-1 0 0,0 0 1 0 0,1 1 0 0 0,0-1-1 0 0,0 0 1 0 0,0 1-1 0 0,0-1 1 0 0,0 0-1 0 0,1 0 1 0 0,-1 1-1 0 0,1-1 1 0 0,0 0 0 0 0,0 0-1 0 0,0 1 1 0 0,1-1-1 0 0,-1 0 1 0 0,1 0-1 0 0,0-1 1 0 0,-1 1-1 0 0,1 0 1 0 0,0 0 0 0 0,1-1-1 0 0,-1 0 1 0 0,5 5-1 0 0,7 5-8 0 0,1-1 0 0 0,0-1-1 0 0,32 18 1 0 0,-24-15 77 0 0,-9-5-70 0 0,0 1 1 0 0,0 1-1 0 0,-1 0 0 0 0,0 1 1 0 0,-1 0-1 0 0,22 25 0 0 0,-32-33 7 0 0,1 1 1 0 0,-1-1-1 0 0,0 1 0 0 0,0-1 0 0 0,0 1 1 0 0,0 0-1 0 0,0 0 0 0 0,-1 0 0 0 0,0 0 1 0 0,0 0-1 0 0,0 0 0 0 0,0 0 0 0 0,-1 0 1 0 0,1 0-1 0 0,-1 0 0 0 0,0 0 0 0 0,-1 0 1 0 0,1 1-1 0 0,-1-1 0 0 0,1 0 0 0 0,-1 0 1 0 0,0 0-1 0 0,-1 0 0 0 0,1 0 0 0 0,-1-1 1 0 0,0 1-1 0 0,0 0 0 0 0,0-1 0 0 0,0 1 1 0 0,0-1-1 0 0,-1 1 0 0 0,0-1 0 0 0,-3 3 1 0 0,1-1 76 0 0,-1 0 0 0 0,0-1 0 0 0,0 0 0 0 0,0 0 1 0 0,0-1-1 0 0,-1 1 0 0 0,1-1 0 0 0,-1-1 0 0 0,0 1 0 0 0,0-1 0 0 0,0 0 1 0 0,0-1-1 0 0,0 1 0 0 0,0-2 0 0 0,-12 1 0 0 0,14 0-157 0 0,0-1 0 0 0,1 0 1 0 0,-1-1-1 0 0,0 1 0 0 0,1-1 0 0 0,-1 0 0 0 0,1 0 0 0 0,-1 0 0 0 0,1-1 0 0 0,0 1 0 0 0,-1-1 1 0 0,1 0-1 0 0,0 0 0 0 0,0-1 0 0 0,0 1 0 0 0,1-1 0 0 0,-1 0 0 0 0,1 0 0 0 0,-1 0 0 0 0,1-1 1 0 0,0 1-1 0 0,0-1 0 0 0,0 1 0 0 0,1-1 0 0 0,-4-6 0 0 0,-1-10-5816 0 0,2-1-1979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1.7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72 165 7370 0 0,'-2'-1'358'0'0,"0"0"1"0"0,0 0 0 0 0,0 0 0 0 0,0 0 0 0 0,0 0 0 0 0,-1 1 0 0 0,1-1-1 0 0,0 1 1 0 0,-1-1 0 0 0,1 1 0 0 0,0 0 0 0 0,-1 0 0 0 0,1 0-1 0 0,0 0 1 0 0,-1 1 0 0 0,1-1 0 0 0,0 0 0 0 0,-1 1 0 0 0,1 0 0 0 0,0-1-1 0 0,-3 2 1 0 0,4-1-225 0 0,0-1-1 0 0,-1 1 0 0 0,1 0 1 0 0,0 0-1 0 0,0-1 0 0 0,0 1 1 0 0,0 0-1 0 0,0 0 0 0 0,0 0 1 0 0,0 0-1 0 0,0 0 0 0 0,0 0 1 0 0,0 0-1 0 0,1 1 0 0 0,-1-1 1 0 0,0 0-1 0 0,1 0 0 0 0,-1 1 1 0 0,1-1-1 0 0,-1 0 0 0 0,1 1 1 0 0,0-1-1 0 0,-1 0 0 0 0,1 1 1 0 0,0-1-1 0 0,0 1 0 0 0,0-1 1 0 0,0 0-1 0 0,0 1 0 0 0,1-1 1 0 0,-1 1-1 0 0,0-1 0 0 0,0 0 1 0 0,1 2-1 0 0,14 30 262 0 0,1 0-1 0 0,1-1 1 0 0,2-2 0 0 0,23 30 0 0 0,-32-46-370 0 0,2 0 1 0 0,0-1 0 0 0,0-1 0 0 0,1 0 0 0 0,20 13-1 0 0,-27-20 21 0 0,0 0-1 0 0,1-1 0 0 0,-1 0 1 0 0,1-1-1 0 0,0 0 0 0 0,0 0 1 0 0,1 0-1 0 0,-1-1 0 0 0,0 0 1 0 0,1 0-1 0 0,0-1 1 0 0,-1 0-1 0 0,1 0 0 0 0,12-1 1 0 0,-16-1 3 0 0,0 0 0 0 0,0 0 0 0 0,1-1 1 0 0,-1 0-1 0 0,0 1 0 0 0,-1-1 1 0 0,1-1-1 0 0,0 1 0 0 0,-1-1 0 0 0,1 1 1 0 0,-1-1-1 0 0,0 0 0 0 0,0 0 1 0 0,0 0-1 0 0,0-1 0 0 0,0 1 1 0 0,-1-1-1 0 0,1 1 0 0 0,-1-1 0 0 0,0 0 1 0 0,2-7-1 0 0,4-9 213 0 0,-1-1 0 0 0,-1 1-1 0 0,4-25 1 0 0,-7 28-120 0 0,22-126 391 0 0,1-11-1230 0 0,-12 119-1834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2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48 10594 0 0,'31'-25'8796'0'0,"-26"22"-8202"0"0,1-1 0 0 0,-1 1 1 0 0,1 1-1 0 0,12-5 0 0 0,-16 6-569 0 0,1 0 0 0 0,-1 1 0 0 0,0-1 1 0 0,1 1-1 0 0,-1-1 0 0 0,0 1 0 0 0,1 0 0 0 0,-1 0 0 0 0,1 0 0 0 0,-1 1 1 0 0,0-1-1 0 0,1 0 0 0 0,-1 1 0 0 0,0-1 0 0 0,1 1 0 0 0,-1 0 0 0 0,0 0 1 0 0,0 0-1 0 0,1 0 0 0 0,-1 0 0 0 0,0 1 0 0 0,0-1 0 0 0,0 0 1 0 0,-1 1-1 0 0,1 0 0 0 0,0-1 0 0 0,-1 1 0 0 0,1 0 0 0 0,-1 0 0 0 0,1 0 1 0 0,-1 0-1 0 0,0 0 0 0 0,0 0 0 0 0,0 0 0 0 0,2 5 0 0 0,0 0-13 0 0,-1 1 0 0 0,0 0 0 0 0,0 0 0 0 0,-1 0 0 0 0,0 0 0 0 0,0 0 0 0 0,-1 1 0 0 0,0-1 1 0 0,0 0-1 0 0,-2 9 0 0 0,-3 11 96 0 0,-14 44 1 0 0,11-45-58 0 0,-5 34-1 0 0,13-60-43 0 0,-1-1-1 0 0,1 1 0 0 0,0 0 1 0 0,0-1-1 0 0,0 1 1 0 0,0-1-1 0 0,0 1 1 0 0,0-1-1 0 0,0 1 0 0 0,0 0 1 0 0,0-1-1 0 0,0 1 1 0 0,0-1-1 0 0,0 1 1 0 0,1-1-1 0 0,-1 1 1 0 0,0 0-1 0 0,0-1 0 0 0,1 1 1 0 0,-1-1-1 0 0,0 1 1 0 0,0-1-1 0 0,1 1 1 0 0,-1-1-1 0 0,1 0 1 0 0,-1 1-1 0 0,0-1 0 0 0,1 1 1 0 0,-1-1-1 0 0,1 0 1 0 0,-1 1-1 0 0,1-1 1 0 0,0 1-1 0 0,1-1 37 0 0,0 0 0 0 0,-1 0 0 0 0,1 0 0 0 0,0 0 0 0 0,0 0-1 0 0,0 0 1 0 0,-1 0 0 0 0,1-1 0 0 0,0 1 0 0 0,0-1 0 0 0,2 0 0 0 0,55-29 1019 0 0,-46 23-930 0 0,248-150 595 0 0,-237 136-614 0 0,-16 13-2125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3.4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3 229 13363 0 0,'-2'-3'1639'0'0,"2"2"-1522"0"0,0 1 0 0 0,0 0 0 0 0,0 0 0 0 0,0-1 0 0 0,0 1 0 0 0,0 0 0 0 0,1-3 1054 0 0,-1 2-1054 0 0,1 1 25 0 0,-1 0-1 0 0,1 0 1 0 0,-1 0-1 0 0,1 0 1 0 0,-1-1 0 0 0,1 1-1 0 0,-1 0 1 0 0,1 0-1 0 0,0 0 1 0 0,-1 0-1 0 0,1 0 1 0 0,-1 0-1 0 0,1 0 1 0 0,-1 1 0 0 0,1-1-1 0 0,0 0 1 0 0,-1 0-1 0 0,1 0 1 0 0,-1 0-1 0 0,1 1 1 0 0,-1-1-1 0 0,1 0 1 0 0,-1 1-1 0 0,1-1 1 0 0,-1 0 0 0 0,1 1-1 0 0,12 8 32 0 0,-1 1 0 0 0,0 0-1 0 0,0 1 1 0 0,-1 0 0 0 0,-1 0-1 0 0,0 1 1 0 0,0 0 0 0 0,14 26 0 0 0,57 126-23 0 0,-33-61-93 0 0,-26-59-57 0 0,49 68 0 0 0,-62-100 0 0 0,0 0 0 0 0,0-1 0 0 0,1-1 0 0 0,1 1 0 0 0,0-2 0 0 0,0 1 0 0 0,1-2 0 0 0,0 1 0 0 0,0-2 0 0 0,17 9 0 0 0,-23-14 17 0 0,-1 0-1 0 0,1 0 1 0 0,-1 0-1 0 0,1-1 1 0 0,-1 0 0 0 0,1 0-1 0 0,0 0 1 0 0,0-1 0 0 0,-1 1-1 0 0,1-1 1 0 0,0-1 0 0 0,0 1-1 0 0,-1-1 1 0 0,1 0 0 0 0,0-1-1 0 0,-1 1 1 0 0,6-3 0 0 0,-4 0 44 0 0,-1 1 1 0 0,0-1-1 0 0,1-1 1 0 0,-2 1-1 0 0,1-1 1 0 0,0 0-1 0 0,-1 0 1 0 0,0-1-1 0 0,0 1 0 0 0,-1-1 1 0 0,7-11-1 0 0,1-6 119 0 0,-1-1 0 0 0,-1 0-1 0 0,-1 0 1 0 0,-1-1 0 0 0,-1 0-1 0 0,5-36 1 0 0,9-150 146 0 0,-5 27-391 0 0,-10 149-175 0 0,1-1 1 0 0,1 1-1 0 0,14-36 1 0 0,-20 67 106 0 0,-2 1-5 0 0,1 0 0 0 0,0 0-1 0 0,0 0 1 0 0,1 1 0 0 0,-1-1-1 0 0,0 1 1 0 0,1-1 0 0 0,0 1-1 0 0,-1 0 1 0 0,1-1-1 0 0,3-2 1 0 0,4 2-899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3.9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213 4 8754 0 0,'-6'-1'285'0'0,"0"0"-1"0"0,0 0 1 0 0,0 1 0 0 0,0-1-1 0 0,0 1 1 0 0,0 1 0 0 0,0-1-1 0 0,0 1 1 0 0,1 0 0 0 0,-1 0-1 0 0,0 1 1 0 0,0 0 0 0 0,1 0-1 0 0,-1 0 1 0 0,1 1 0 0 0,-1-1-1 0 0,1 1 1 0 0,0 1 0 0 0,0-1-1 0 0,0 1 1 0 0,1 0 0 0 0,-6 6-1 0 0,1-3 230 0 0,2 1-1 0 0,-1 1 0 0 0,1-1 0 0 0,0 1 1 0 0,1 1-1 0 0,0-1 0 0 0,0 1 0 0 0,1 0 1 0 0,0 0-1 0 0,1 1 0 0 0,-4 13 1 0 0,8-21-519 0 0,-1 0 0 0 0,1 0 0 0 0,0 1 1 0 0,0-1-1 0 0,0 0 0 0 0,0 1 1 0 0,1-1-1 0 0,-1 0 0 0 0,1 1 0 0 0,0-1 1 0 0,0 0-1 0 0,0 0 0 0 0,0 0 1 0 0,1 0-1 0 0,-1 0 0 0 0,1 0 0 0 0,0 0 1 0 0,-1 0-1 0 0,1-1 0 0 0,1 1 1 0 0,-1-1-1 0 0,0 1 0 0 0,1-1 0 0 0,-1 0 1 0 0,1 0-1 0 0,0 0 0 0 0,-1 0 1 0 0,6 2-1 0 0,8 4-42 0 0,1 0 0 0 0,0-1 0 0 0,36 10 0 0 0,-34-11 32 0 0,-13-4 24 0 0,13 3-18 0 0,-1 1 0 0 0,0 1 0 0 0,0 1 1 0 0,30 17-1 0 0,-45-23 27 0 0,0 0 0 0 0,0 0 0 0 0,0 0 0 0 0,0 1 0 0 0,0-1 0 0 0,0 1 0 0 0,-1 0 0 0 0,1-1 0 0 0,-1 1 1 0 0,0 0-1 0 0,0 1 0 0 0,0-1 0 0 0,0 0 0 0 0,-1 1 0 0 0,1-1 0 0 0,-1 0 0 0 0,0 1 0 0 0,0 0 0 0 0,0-1 0 0 0,0 1 0 0 0,-1 0 0 0 0,0-1 0 0 0,1 1 0 0 0,-1 0 0 0 0,0 0 1 0 0,-1-1-1 0 0,1 1 0 0 0,-1 0 0 0 0,0-1 0 0 0,0 1 0 0 0,0 0 0 0 0,-2 4 0 0 0,-1 1 103 0 0,-1 0 1 0 0,0 0-1 0 0,0-1 0 0 0,-1 1 1 0 0,0-1-1 0 0,-1 0 0 0 0,0-1 1 0 0,0 1-1 0 0,-1-2 1 0 0,-12 11-1 0 0,14-13-90 0 0,0 0 1 0 0,-1 0-1 0 0,1 0 0 0 0,-1 0 1 0 0,0-1-1 0 0,0-1 1 0 0,0 1-1 0 0,-1-1 0 0 0,1 0 1 0 0,-1 0-1 0 0,1-1 1 0 0,-1 0-1 0 0,1-1 0 0 0,-14 0 1 0 0,19 0-50 0 0,0 0 1 0 0,1 0 0 0 0,-1-1-1 0 0,0 1 1 0 0,1 0-1 0 0,-1-1 1 0 0,1 1 0 0 0,-1-1-1 0 0,0 0 1 0 0,1 1-1 0 0,0-1 1 0 0,-1 0 0 0 0,1 0-1 0 0,-1 0 1 0 0,1 0-1 0 0,0 0 1 0 0,0 0 0 0 0,0 0-1 0 0,-1-1 1 0 0,1 1 0 0 0,0 0-1 0 0,-1-3 1 0 0,1 2-144 0 0,1-1 0 0 0,-1 1 0 0 0,1-1 0 0 0,-1 1 0 0 0,1-1 0 0 0,0 1 0 0 0,0-1 0 0 0,0 1 0 0 0,0-1 0 0 0,1 1 0 0 0,-1-1 0 0 0,0 1 0 0 0,2-4 0 0 0,2-6-1266 0 0,1 0 1 0 0,0 0 0 0 0,1 0 0 0 0,11-15 0 0 0,2-2-1347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4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94 10138 0 0,'52'-16'4981'0'0,"68"-29"1"0"0,-54 19-2678 0 0,-63 24-2628 0 0,0 1 1 0 0,0 0-1 0 0,0 0 1 0 0,0 1-1 0 0,1-1 1 0 0,-1 1-1 0 0,0-1 0 0 0,1 1 1 0 0,-1 0-1 0 0,0 0 1 0 0,0 1-1 0 0,1-1 1 0 0,-1 1-1 0 0,0-1 1 0 0,0 1-1 0 0,1 0 0 0 0,-1 0 1 0 0,0 1-1 0 0,0-1 1 0 0,0 1-1 0 0,-1-1 1 0 0,4 3-1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4.3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53 7834 0 0,'13'5'6170'0'0,"17"-5"-2322"0"0,-17-1-2723 0 0,0-1-1 0 0,0 0 1 0 0,20-7 0 0 0,36-17-1660 0 0,-49 18-240 0 0,4-1-6767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4.8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55 8754 0 0,'20'-9'1192'0'0,"-1"0"0"0"0,1 2 1 0 0,1 0-1 0 0,0 1 0 0 0,-1 1 0 0 0,38-4 1 0 0,-47 8-1001 0 0,0 0 1 0 0,-1 0 0 0 0,1 1-1 0 0,0 1 1 0 0,-1-1 0 0 0,1 2 0 0 0,-1 0-1 0 0,1 0 1 0 0,-1 1 0 0 0,0 0-1 0 0,0 0 1 0 0,0 1 0 0 0,0 1 0 0 0,13 8-1 0 0,-16-9-73 0 0,0 2 0 0 0,-1-1-1 0 0,0 1 1 0 0,0 0 0 0 0,0 0-1 0 0,0 0 1 0 0,-1 1 0 0 0,0 0-1 0 0,-1 0 1 0 0,1 0 0 0 0,-2 1-1 0 0,1 0 1 0 0,-1-1-1 0 0,0 1 1 0 0,0 0 0 0 0,-1 1-1 0 0,0-1 1 0 0,1 14 0 0 0,-2 0-38 0 0,-2 0-1 0 0,-1 0 1 0 0,0-1 0 0 0,-1 1 0 0 0,-2-1 0 0 0,-10 32 0 0 0,6-21-930 0 0,-8 53 1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5.0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0 14283 0 0,'1'26'3238'0'0,"7"40"-1"0"0,-5-51-2748 0 0,0 0 0 0 0,-1 0 0 0 0,-1 0-1 0 0,0 0 1 0 0,-2 1 0 0 0,1-1 0 0 0,-2 0 0 0 0,-3 16-1 0 0,5-29-437 0 0,-1 0 0 0 0,0-1 0 0 0,0 1 0 0 0,0 0 0 0 0,0-1 0 0 0,0 1 0 0 0,0-1 1 0 0,0 1-1 0 0,0-1 0 0 0,-1 0 0 0 0,1 1 0 0 0,0-1 0 0 0,-1 0 0 0 0,1 0 0 0 0,-3 1 0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9.3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162 463 2304 0 0,'16'-58'3150'0'0,"-2"-1"-1"0"0,11-97 0 0 0,-21 89-2970 0 0,-8 2 1517 0 0,4 61-1438 0 0,0 1 0 0 0,-1-1 0 0 0,0 1 0 0 0,0-1 0 0 0,0 1 0 0 0,0 0 0 0 0,-1-1 0 0 0,1 1 0 0 0,-1 0 0 0 0,0 0 0 0 0,0 0 0 0 0,0 0 0 0 0,0 0 0 0 0,0 1 0 0 0,-5-6-1 0 0,5 8-150 0 0,1 0-1 0 0,0-1 0 0 0,0 1 1 0 0,0 0-1 0 0,-1 0 1 0 0,1 0-1 0 0,0-1 0 0 0,0 1 1 0 0,-1 1-1 0 0,1-1 0 0 0,0 0 1 0 0,0 0-1 0 0,-1 0 0 0 0,1 1 1 0 0,0-1-1 0 0,0 1 0 0 0,0-1 1 0 0,-1 1-1 0 0,1-1 0 0 0,0 1 1 0 0,0-1-1 0 0,0 1 0 0 0,0 0 1 0 0,0 0-1 0 0,0 0 0 0 0,-1 1 1 0 0,-24 27 1032 0 0,14-9-953 0 0,0 0 0 0 0,2 1 0 0 0,0 0 1 0 0,1 1-1 0 0,-11 43 0 0 0,-16 119-78 0 0,33-163-64 0 0,-5 27-12 0 0,2-1-1 0 0,3 1 1 0 0,2 0-1 0 0,8 90 1 0 0,-3-114-31 0 0,0-1 0 0 0,2 1 0 0 0,0-1 0 0 0,2 0 0 0 0,0-1 1 0 0,2 0-1 0 0,0 0 0 0 0,2-1 0 0 0,0-1 0 0 0,1 1 0 0 0,27 29 0 0 0,-21-29 20 0 0,2-2 0 0 0,0-1 1 0 0,1 0-1 0 0,0-2 0 0 0,2 0 0 0 0,0-2 0 0 0,0 0 0 0 0,2-2 1 0 0,-1-1-1 0 0,2-1 0 0 0,-1-1 0 0 0,1-1 0 0 0,0-2 0 0 0,1 0 1 0 0,0-2-1 0 0,45 1 0 0 0,-38-6-261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0.0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10 470 1840 0 0,'-1'-3'1032'0'0,"-1"0"0"0"0,1-1 0 0 0,0 1 0 0 0,0 0 0 0 0,0 0 0 0 0,0-1 0 0 0,0 1 0 0 0,1 0-1 0 0,0-1 1 0 0,0 1 0 0 0,0 0 0 0 0,0-1 0 0 0,1-4 0 0 0,-1 6-655 0 0,0 0 0 0 0,0 0-1 0 0,1 1 1 0 0,-1-1 0 0 0,1 0 0 0 0,-1 0 0 0 0,1 0-1 0 0,0 1 1 0 0,0-1 0 0 0,0 0 0 0 0,1-2 0 0 0,-1 4-298 0 0,-1-1 0 0 0,1 1 1 0 0,-1-1-1 0 0,1 1 0 0 0,0 0 1 0 0,-1-1-1 0 0,1 1 0 0 0,-1 0 1 0 0,1-1-1 0 0,0 1 1 0 0,-1 0-1 0 0,1 0 0 0 0,0-1 1 0 0,-1 1-1 0 0,1 0 0 0 0,0 0 1 0 0,-1 0-1 0 0,1 0 1 0 0,0 0-1 0 0,0 0 0 0 0,-1 0 1 0 0,1 0-1 0 0,0 1 0 0 0,-1-1 1 0 0,1 0-1 0 0,0 0 1 0 0,-1 0-1 0 0,1 1 0 0 0,-1-1 1 0 0,2 1-1 0 0,3 3-13 0 0,0 0 0 0 0,0 1 0 0 0,-1-1-1 0 0,1 1 1 0 0,-1 0 0 0 0,0 1 0 0 0,0-1 0 0 0,-1 1 0 0 0,0-1 0 0 0,0 1 0 0 0,0 0-1 0 0,2 8 1 0 0,15 26 217 0 0,-3-14-266 0 0,2 0-1 0 0,0-2 1 0 0,23 23 0 0 0,-34-39-13 0 0,1-1 0 0 0,0 1 0 0 0,0-1 0 0 0,1-1 1 0 0,0 0-1 0 0,0 0 0 0 0,1-1 0 0 0,-1-1 1 0 0,1 1-1 0 0,0-2 0 0 0,17 4 0 0 0,-23-5 13 0 0,0-1 0 0 0,1 0-1 0 0,-1 0 1 0 0,1 0 0 0 0,-1-1-1 0 0,1 0 1 0 0,-1 0 0 0 0,1-1-1 0 0,-1 1 1 0 0,1-1 0 0 0,-1 0 0 0 0,0 0-1 0 0,1-1 1 0 0,-1 0 0 0 0,0 0-1 0 0,0 0 1 0 0,0-1 0 0 0,0 1-1 0 0,-1-1 1 0 0,1 0 0 0 0,-1 0-1 0 0,1-1 1 0 0,-1 0 0 0 0,0 1-1 0 0,-1-1 1 0 0,1 0 0 0 0,-1-1 0 0 0,1 1-1 0 0,-1-1 1 0 0,0 0 0 0 0,-1 1-1 0 0,1-1 1 0 0,-1 0 0 0 0,2-9-1 0 0,19-54 379 0 0,-3-1 0 0 0,19-123 0 0 0,-37 178-366 0 0,10-75-6 0 0,-8 51-138 0 0,2 1 0 0 0,13-47 1 0 0,-19 82 1 0 0,1 1 1 0 0,-1-1 0 0 0,1 0 0 0 0,0 1 0 0 0,0-1 0 0 0,-1 0 0 0 0,1 1 0 0 0,0-1 0 0 0,0 1-1 0 0,0 0 1 0 0,1-1 0 0 0,-1 1 0 0 0,0 0 0 0 0,0 0 0 0 0,4-2 0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0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10 14283 0 0,'-7'-10'3419'0'0,"6"30"622"0"0,2-6-3971 0 0,-1 16 94 0 0,1 0 1 0 0,2 0 0 0 0,1-1-1 0 0,1 1 1 0 0,1-1-1 0 0,18 48 1 0 0,-15-48-1077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0.7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16 2761 0 0,'2'-2'652'0'0,"1"1"1"0"0,-1-1 0 0 0,1 0 0 0 0,0 1-1 0 0,0-1 1 0 0,0 1 0 0 0,0 0 0 0 0,0 0-1 0 0,0 0 1 0 0,0 1 0 0 0,0-1 0 0 0,0 1-1 0 0,1 0 1 0 0,-1-1 0 0 0,0 1 0 0 0,0 1-1 0 0,0-1 1 0 0,4 1 0 0 0,-4 0-444 0 0,-1 0 1 0 0,0 0-1 0 0,-1 0 1 0 0,1 1-1 0 0,0-1 1 0 0,0 1-1 0 0,0-1 1 0 0,-1 1-1 0 0,1-1 1 0 0,-1 1-1 0 0,1 0 1 0 0,-1 0-1 0 0,0 0 1 0 0,0 0-1 0 0,0 0 1 0 0,0 0-1 0 0,0 0 1 0 0,0 0-1 0 0,0 0 1 0 0,-1 0-1 0 0,1 0 1 0 0,-1 1-1 0 0,0-1 1 0 0,1 0-1 0 0,-1 0 1 0 0,0 4-1 0 0,0 17 108 0 0,-1 0 0 0 0,-1 0 0 0 0,-1-1 0 0 0,0 1 0 0 0,-12 36 0 0 0,-45 107-32 0 0,1-28-1958 0 0,41-101-5969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1.2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1 372 10594 0 0,'0'-1'148'0'0,"0"1"1"0"0,0-1-1 0 0,0 0 0 0 0,0 1 0 0 0,0-1 1 0 0,0 0-1 0 0,0 1 0 0 0,0-1 0 0 0,0 0 0 0 0,1 0 1 0 0,-1 1-1 0 0,0-1 0 0 0,0 0 0 0 0,1 1 0 0 0,-1-1 1 0 0,1 1-1 0 0,-1-1 0 0 0,0 1 0 0 0,1-1 1 0 0,-1 0-1 0 0,1 1 0 0 0,-1-1 0 0 0,1 1 0 0 0,0 0 1 0 0,-1-1-1 0 0,1 1 0 0 0,-1 0 0 0 0,1-1 0 0 0,0 1 1 0 0,-1 0-1 0 0,1-1 0 0 0,0 1 0 0 0,-1 0 0 0 0,1 0 1 0 0,0 0-1 0 0,0 0 0 0 0,-1 0 0 0 0,1 0 1 0 0,0 0-1 0 0,-1 0 0 0 0,2 0 0 0 0,1 0 238 0 0,-1 1 0 0 0,0-1 0 0 0,0 1 0 0 0,1-1 0 0 0,-1 1 0 0 0,0 0 0 0 0,0 0 0 0 0,0 0 0 0 0,0 0 0 0 0,0 0 0 0 0,0 1 0 0 0,2 2 0 0 0,11 12-124 0 0,-2 1 0 0 0,0 1 0 0 0,16 29 0 0 0,21 29-61 0 0,-44-69-166 0 0,1 1-1 0 0,-1-1 0 0 0,1 0 1 0 0,1-1-1 0 0,-1 0 0 0 0,1 0 1 0 0,10 5-1 0 0,-15-8-31 0 0,1-1 1 0 0,0 0-1 0 0,0-1 0 0 0,-1 1 0 0 0,2-1 1 0 0,-1 0-1 0 0,0 0 0 0 0,0 0 1 0 0,0 0-1 0 0,0-1 0 0 0,0 1 1 0 0,1-1-1 0 0,-1 0 0 0 0,0-1 0 0 0,0 1 1 0 0,1-1-1 0 0,6-1 0 0 0,-6-1 32 0 0,0 1 1 0 0,0-1-1 0 0,0 0 0 0 0,0 0 0 0 0,0 0 0 0 0,-1 0 0 0 0,1-1 0 0 0,-1 0 0 0 0,0 0 0 0 0,0 0 0 0 0,5-8 0 0 0,4-7 125 0 0,-2-1-1 0 0,0 0 0 0 0,-1 0 1 0 0,-1-1-1 0 0,8-29 0 0 0,-4 2-34 0 0,8-58 0 0 0,-15 68-588 0 0,2-1 0 0 0,26-73 0 0 0,-30 104 215 0 0,0 0 0 0 0,0 1-1 0 0,10-13 1 0 0,0 1 236 0 0,-9 10 12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1.9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89 5065 0 0,'0'-1'211'0'0,"-1"1"-1"0"0,0-1 1 0 0,0 1-1 0 0,0-1 1 0 0,0 1-1 0 0,0-1 1 0 0,0 0-1 0 0,1 1 1 0 0,-1-1-1 0 0,0 0 1 0 0,1 0-1 0 0,-1 1 1 0 0,0-1 0 0 0,1 0-1 0 0,-1 0 1 0 0,1 0-1 0 0,-1 0 1 0 0,1 0-1 0 0,0 0 1 0 0,-1 0-1 0 0,1 0 1 0 0,0 0-1 0 0,0 0 1 0 0,0 0-1 0 0,0 0 1 0 0,-1 0-1 0 0,1 0 1 0 0,1 0 0 0 0,-1 0-1 0 0,0 0 1 0 0,0-1-1 0 0,2-1 115 0 0,-1 1-1 0 0,0 0 1 0 0,1 0 0 0 0,0 0-1 0 0,-1 0 1 0 0,1 0-1 0 0,0 0 1 0 0,0 1 0 0 0,0-1-1 0 0,0 0 1 0 0,0 1 0 0 0,3-2-1 0 0,8-3 554 0 0,0 0 0 0 0,0 0 0 0 0,24-6 0 0 0,-35 11-847 0 0,0 0 1 0 0,1 1 0 0 0,-1-1-1 0 0,1 1 1 0 0,-1-1 0 0 0,0 1-1 0 0,1 0 1 0 0,-1 0 0 0 0,1 0 0 0 0,-1 0-1 0 0,1 0 1 0 0,-1 1 0 0 0,1-1-1 0 0,-1 1 1 0 0,0 0 0 0 0,1 0-1 0 0,-1 0 1 0 0,0 0 0 0 0,0 0 0 0 0,0 0-1 0 0,0 0 1 0 0,1 1 0 0 0,-2-1-1 0 0,1 1 1 0 0,0-1 0 0 0,0 1 0 0 0,0 0-1 0 0,-1 0 1 0 0,1 0 0 0 0,-1 0-1 0 0,0 0 1 0 0,1 0 0 0 0,-1 0-1 0 0,0 0 1 0 0,0 0 0 0 0,0 1 0 0 0,-1-1-1 0 0,1 0 1 0 0,0 5 0 0 0,2 9 237 0 0,-1 0 0 0 0,-1 0 0 0 0,0 0 0 0 0,-3 31 0 0 0,1-27-203 0 0,-2 8-33 0 0,0 28 115 0 0,3-53-140 0 0,0 0 0 0 0,1 0 1 0 0,-1 0-1 0 0,0 0 0 0 0,1-1 0 0 0,0 1 0 0 0,0 0 1 0 0,0 0-1 0 0,0 0 0 0 0,0 0 0 0 0,1-1 0 0 0,-1 1 0 0 0,1-1 1 0 0,3 5-1 0 0,-4-6 10 0 0,0 0 1 0 0,1-1-1 0 0,-1 1 1 0 0,1 0-1 0 0,-1 0 1 0 0,1-1-1 0 0,0 1 1 0 0,-1 0-1 0 0,1-1 1 0 0,-1 0-1 0 0,1 1 1 0 0,0-1-1 0 0,0 0 1 0 0,-1 0 0 0 0,1 0-1 0 0,0 0 1 0 0,-1 0-1 0 0,1 0 1 0 0,0-1-1 0 0,-1 1 1 0 0,1-1-1 0 0,0 1 1 0 0,-1-1-1 0 0,1 1 1 0 0,-1-1-1 0 0,3-1 1 0 0,46-28-87 0 0,-30 16 100 0 0,29-13-2274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2.3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28 12899 0 0,'0'-2'117'0'0,"1"1"1"0"0,-1 0 0 0 0,1-1-1 0 0,-1 1 1 0 0,1 0-1 0 0,0 0 1 0 0,0-1 0 0 0,0 1-1 0 0,0 0 1 0 0,0 0-1 0 0,0 0 1 0 0,0 0 0 0 0,0 0-1 0 0,0 0 1 0 0,0 1-1 0 0,0-1 1 0 0,1 0 0 0 0,-1 1-1 0 0,0-1 1 0 0,0 0-1 0 0,1 1 1 0 0,-1 0 0 0 0,1-1-1 0 0,-1 1 1 0 0,0 0-1 0 0,3-1 1 0 0,2 0 406 0 0,0 0-1 0 0,0 0 1 0 0,0 0 0 0 0,0 1-1 0 0,9 1 1 0 0,-6 0-216 0 0,-1 2 0 0 0,1-1 0 0 0,-1 1 0 0 0,0 1 0 0 0,0-1-1 0 0,0 1 1 0 0,0 1 0 0 0,-1 0 0 0 0,1 0 0 0 0,-1 0 0 0 0,-1 1 0 0 0,10 9 0 0 0,0 2-191 0 0,-1 0 0 0 0,-1 1-1 0 0,21 34 1 0 0,-8-4 110 0 0,-3 1-1 0 0,-1 1 1 0 0,-3 1 0 0 0,26 102-1 0 0,-31-84-88 0 0,-3 1 1 0 0,-4 0-1 0 0,1 98 0 0 0,-10-107-101 0 0,-2 0 1 0 0,-17 84-1 0 0,14-114-28 0 0,-1-1 1 0 0,-2 1-1 0 0,-1-1 0 0 0,-2-1 1 0 0,0 0-1 0 0,-25 40 0 0 0,28-55-177 0 0,-1 0-1 0 0,-1-1 0 0 0,0-1 0 0 0,0 1 1 0 0,-2-2-1 0 0,1 0 0 0 0,-1 0 0 0 0,-1-1 1 0 0,0-1-1 0 0,-21 11 0 0 0,2-7-8313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2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9 634 5985 0 0,'-1'-11'973'0'0,"-1"0"0"0"0,2-1 0 0 0,-1 1 0 0 0,3-16 0 0 0,-1-15 1668 0 0,-1 24-1233 0 0,0 11-545 0 0,0 1-1 0 0,0-1 0 0 0,-1 1 0 0 0,0-1 0 0 0,0 1 0 0 0,-4-13 0 0 0,5 19-830 0 0,1 0 0 0 0,-1 0 0 0 0,0 0 1 0 0,0 0-1 0 0,0 0 0 0 0,1 0 0 0 0,-1 1 1 0 0,0-1-1 0 0,0 0 0 0 0,0 0 0 0 0,0 0 0 0 0,1 0 1 0 0,-1 0-1 0 0,0 0 0 0 0,0 0 0 0 0,0 0 0 0 0,1 0 1 0 0,-1 0-1 0 0,0 0 0 0 0,0-1 0 0 0,0 1 0 0 0,1 0 1 0 0,-1 0-1 0 0,0 0 0 0 0,0 0 0 0 0,0 0 1 0 0,0 0-1 0 0,1 0 0 0 0,-1 0 0 0 0,0-1 0 0 0,0 1 1 0 0,0 0-1 0 0,0 0 0 0 0,0 0 0 0 0,0 0 0 0 0,1 0 1 0 0,-1-1-1 0 0,0 1 0 0 0,0 0 0 0 0,0 0 0 0 0,0 0 1 0 0,0-1-1 0 0,0 1 0 0 0,0 0 0 0 0,0 0 1 0 0,0 0-1 0 0,0 0 0 0 0,0-1 0 0 0,0 1 0 0 0,0 0 1 0 0,0 0-1 0 0,0 0 0 0 0,0-1 0 0 0,0 1 0 0 0,0 0 1 0 0,0 0-1 0 0,0 0 0 0 0,0-1 0 0 0,0 1 1 0 0,0 0-1 0 0,0 0 0 0 0,0 0 0 0 0,-1 0 0 0 0,1-1 1 0 0,6 2-6 0 0,0 0 1 0 0,-1 0-1 0 0,1 1 1 0 0,-1 0-1 0 0,1 0 1 0 0,-1 0-1 0 0,0 1 1 0 0,0-1-1 0 0,0 1 1 0 0,0 1-1 0 0,0-1 1 0 0,-1 0-1 0 0,7 7 1 0 0,50 55 60 0 0,-2 2 0 0 0,64 96 0 0 0,-56-71-56 0 0,-61-85 10 0 0,0 0 0 0 0,1 0 0 0 0,-1 0 0 0 0,2-1 0 0 0,-1 0 0 0 0,15 10-1 0 0,-21-15-31 0 0,1 0-1 0 0,-1 0 0 0 0,1 0 0 0 0,-1 0 0 0 0,1-1 0 0 0,0 1 0 0 0,-1 0 0 0 0,1-1 0 0 0,0 1 0 0 0,0-1 0 0 0,-1 1 0 0 0,1-1 0 0 0,0 0 0 0 0,0 0 0 0 0,0 0 0 0 0,0 0 0 0 0,-1 0 0 0 0,1 0 1 0 0,0 0-1 0 0,0-1 0 0 0,0 1 0 0 0,-1-1 0 0 0,1 1 0 0 0,0-1 0 0 0,-1 0 0 0 0,1 1 0 0 0,0-1 0 0 0,-1 0 0 0 0,1 0 0 0 0,-1 0 0 0 0,1-1 0 0 0,-1 1 0 0 0,0 0 0 0 0,0 0 0 0 0,1-1 0 0 0,-1 1 1 0 0,0-1-1 0 0,0 1 0 0 0,0-1 0 0 0,0 1 0 0 0,-1-1 0 0 0,2-1 0 0 0,6-20 234 0 0,-1 0 0 0 0,-1 0 0 0 0,-1 0 0 0 0,-1-1 0 0 0,2-33 0 0 0,0 3-9 0 0,17-150 225 0 0,41-232-508 0 0,-64 435-399 0 0,6-22 1139 0 0,-1 14-2471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2.5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 8290 0 0,'-23'16'3018'0'0,"4"-1"-1670"0"0,-6 4-162 0 0,0 2 1 0 0,2 0-1 0 0,1 1 1 0 0,-31 40-1 0 0,52-61-1155 0 0,0 0 0 0 0,1 0-1 0 0,-1 0 1 0 0,1 0 0 0 0,-1 0 0 0 0,1 0 0 0 0,-1 0-1 0 0,1 0 1 0 0,-1 0 0 0 0,1 0 0 0 0,0 0 0 0 0,0 0 0 0 0,0 0-1 0 0,-1 0 1 0 0,1 0 0 0 0,0 0 0 0 0,0 0 0 0 0,0 0-1 0 0,1 0 1 0 0,-1 0 0 0 0,0 0 0 0 0,0 0 0 0 0,1 0-1 0 0,-1 0 1 0 0,0 0 0 0 0,1 2 0 0 0,1-2-11 0 0,-1 1 0 0 0,1-1 1 0 0,-1 1-1 0 0,1-1 0 0 0,0 1 0 0 0,0-1 1 0 0,-1 0-1 0 0,1 0 0 0 0,0 0 0 0 0,0 0 1 0 0,0 0-1 0 0,3 0 0 0 0,9 3 42 0 0,0-1 0 0 0,-1-1-1 0 0,19 2 1 0 0,-27-4 36 0 0,18 2 36 0 0,0 1-1 0 0,35 9 0 0 0,-53-11-99 0 0,-1 0-1 0 0,1 0 1 0 0,0 1 0 0 0,-1 0 0 0 0,1 0-1 0 0,-1 0 1 0 0,1 1 0 0 0,-1-1-1 0 0,0 1 1 0 0,0 0 0 0 0,0 0 0 0 0,0 1-1 0 0,-1-1 1 0 0,1 1 0 0 0,-1 0-1 0 0,0 0 1 0 0,0 0 0 0 0,3 6 0 0 0,-5-5 21 0 0,0 0 1 0 0,0 0-1 0 0,0 0 1 0 0,-1 0 0 0 0,0 0-1 0 0,0 0 1 0 0,0 0 0 0 0,-1 0-1 0 0,1 0 1 0 0,-1-1 0 0 0,-1 1-1 0 0,1 0 1 0 0,0 0-1 0 0,-1-1 1 0 0,0 1 0 0 0,0-1-1 0 0,-1 1 1 0 0,1-1 0 0 0,-5 6-1 0 0,-2 3 150 0 0,-1 0-1 0 0,0-1 0 0 0,-1 0 0 0 0,-21 18 0 0 0,32-30-203 0 0,-8 7 109 0 0,-1 0 1 0 0,-1 0 0 0 0,-17 9-1 0 0,26-15-130 0 0,0 0 1 0 0,-1-1-1 0 0,1 1 0 0 0,0 0 0 0 0,-1-1 0 0 0,1 1 0 0 0,-1 0 0 0 0,1-1 0 0 0,-1 0 0 0 0,0 1 0 0 0,1-1 0 0 0,-1 0 1 0 0,1 0-1 0 0,-1 0 0 0 0,0 0 0 0 0,1 0 0 0 0,-1 0 0 0 0,1 0 0 0 0,-1-1 0 0 0,1 1 0 0 0,-1 0 0 0 0,1-1 0 0 0,-1 0 1 0 0,1 1-1 0 0,-1-1 0 0 0,1 0 0 0 0,-1 0 0 0 0,1 1 0 0 0,0-1 0 0 0,-1 0 0 0 0,1 0 0 0 0,0-1 0 0 0,0 1 1 0 0,0 0-1 0 0,0 0 0 0 0,0 0 0 0 0,-1-3 0 0 0,2 3-138 0 0,-1 0 1 0 0,1 0-1 0 0,0 0 0 0 0,0 0 1 0 0,-1 0-1 0 0,1 0 0 0 0,0 0 1 0 0,0 0-1 0 0,0-1 1 0 0,0 1-1 0 0,0 0 0 0 0,1 0 1 0 0,-1 0-1 0 0,0 0 0 0 0,0 0 1 0 0,1 0-1 0 0,-1 0 0 0 0,1 0 1 0 0,-1 0-1 0 0,1 0 0 0 0,-1 0 1 0 0,2-1-1 0 0,-1-1-864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2.8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88 4609 0 0,'0'0'208'0'0,"28"-9"7318"0"0,-10 0-5072 0 0,83-34 3561 0 0,-84 37-6859 0 0,1 0 1 0 0,0 1-1 0 0,33-4 0 0 0,-44 9-1523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2.9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6913 0 0,'9'7'579'0'0,"1"-1"0"0"0,0-1-1 0 0,0 0 1 0 0,0 0-1 0 0,1-1 1 0 0,-1-1-1 0 0,1 1 1 0 0,0-2 0 0 0,18 3-1 0 0,-22-4-626 0 0,0 0-1 0 0,0-1 1 0 0,0 1-1 0 0,0-2 1 0 0,0 1-1 0 0,0-1 1 0 0,0 0-1 0 0,0-1 1 0 0,0 1-1 0 0,0-1 1 0 0,0-1-1 0 0,-1 1 1 0 0,1-1-1 0 0,-1 0 1 0 0,0-1-1 0 0,8-4 1 0 0,0-6-145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3.5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22 460 10594 0 0,'-22'-16'1153'0'0,"23"16"-1073"0"0,-1 0 1 0 0,0 0 0 0 0,0 0-1 0 0,1 0 1 0 0,-1 0 0 0 0,0 0-1 0 0,0 0 1 0 0,1 0 0 0 0,-1 0 0 0 0,0 0-1 0 0,0 0 1 0 0,1 0 0 0 0,-1 0-1 0 0,0 0 1 0 0,0 0 0 0 0,0 0-1 0 0,1-1 1 0 0,-1 1 0 0 0,1-1 484 0 0,-1 1-485 0 0,0 0 1 0 0,1 0 0 0 0,-1-1 0 0 0,0 1-1 0 0,0 0 1 0 0,0 0 0 0 0,0-1-1 0 0,0 1 1 0 0,0 0 0 0 0,0 0-1 0 0,0 0 1 0 0,0-1 0 0 0,1 1 0 0 0,-1 0-1 0 0,0 0 1 0 0,0-1 0 0 0,0 1-1 0 0,0 0 1 0 0,-1 0 0 0 0,1-1-1 0 0,0 1 1 0 0,0 0 0 0 0,0 0 0 0 0,0-1-1 0 0,0 1 1 0 0,0 0 0 0 0,0 0-1 0 0,0-1 1 0 0,-1 0 484 0 0,0 1-484 0 0,1 0-1 0 0,0 0 1 0 0,0 0 0 0 0,0-1 0 0 0,-1 1-1 0 0,1 0 1 0 0,18 2 2476 0 0,-10 4-2334 0 0,0 0 0 0 0,0 0-1 0 0,-1 1 1 0 0,0 0 0 0 0,-1 0-1 0 0,1 0 1 0 0,-1 1 0 0 0,-1 0-1 0 0,0 0 1 0 0,8 15 0 0 0,-5-9-126 0 0,1 1 0 0 0,13 15 0 0 0,-17-25-88 0 0,0 0 1 0 0,1 0 0 0 0,0 0-1 0 0,-1-1 1 0 0,1 1-1 0 0,1-1 1 0 0,-1-1 0 0 0,1 1-1 0 0,-1-1 1 0 0,1 0-1 0 0,0-1 1 0 0,0 1 0 0 0,13 1-1 0 0,-16-3 30 0 0,-1-1 0 0 0,1 0 0 0 0,-1 0 0 0 0,1 0 1 0 0,-1 0-1 0 0,0-1 0 0 0,1 1 0 0 0,-1-1 0 0 0,1 0 0 0 0,-1 0 0 0 0,0 0 0 0 0,1 0 0 0 0,-1-1 0 0 0,0 1 0 0 0,0-1 0 0 0,0 0 0 0 0,0 0 1 0 0,0 0-1 0 0,-1 0 0 0 0,1 0 0 0 0,-1-1 0 0 0,1 1 0 0 0,-1-1 0 0 0,0 0 0 0 0,0 1 0 0 0,0-1 0 0 0,0 0 0 0 0,0 0 0 0 0,-1-1 0 0 0,2-3 0 0 0,1-3 141 0 0,-2 0 0 0 0,1 0 0 0 0,-1 0-1 0 0,0 0 1 0 0,-1 0 0 0 0,0-16-1 0 0,-6-68 529 0 0,0 28-368 0 0,4 46-380 0 0,4-135 175 0 0,-2 140-266 0 0,1 1 0 0 0,0 0 0 0 0,1 1-1 0 0,1-1 1 0 0,0 0 0 0 0,1 1 0 0 0,0 0 0 0 0,13-21 0 0 0,-18 32 8 0 0,1 1 1 0 0,0 0-1 0 0,-1-1 1 0 0,1 1 0 0 0,0 0-1 0 0,0-1 1 0 0,0 1-1 0 0,0 0 1 0 0,0 0-1 0 0,0 0 1 0 0,0 0-1 0 0,0 0 1 0 0,1 0 0 0 0,-1 0-1 0 0,0 0 1 0 0,0 1-1 0 0,1-1 1 0 0,-1 0-1 0 0,1 1 1 0 0,-1-1-1 0 0,1 1 1 0 0,-1 0 0 0 0,1-1-1 0 0,-1 1 1 0 0,1 0-1 0 0,-1 0 1 0 0,1 0-1 0 0,-1 0 1 0 0,1 0-1 0 0,-1 0 1 0 0,1 0 0 0 0,-1 1-1 0 0,1-1 1 0 0,-1 0-1 0 0,1 1 1 0 0,2 1-1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3.7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7834 0 0,'3'-1'353'0'0,"1"0"1"0"0,0 0-1 0 0,0 0 1 0 0,-1 1-1 0 0,1-1 1 0 0,0 1-1 0 0,0 0 1 0 0,0 0-1 0 0,0 0 1 0 0,-1 1 0 0 0,1 0-1 0 0,0-1 1 0 0,0 1-1 0 0,-1 0 1 0 0,1 1-1 0 0,0-1 1 0 0,-1 1-1 0 0,1 0 1 0 0,-1-1-1 0 0,0 1 1 0 0,0 1-1 0 0,0-1 1 0 0,0 0-1 0 0,0 1 1 0 0,0 0-1 0 0,0-1 1 0 0,-1 1 0 0 0,0 0-1 0 0,1 1 1 0 0,-1-1-1 0 0,2 4 1 0 0,2 4 125 0 0,0 1 0 0 0,-1 0 0 0 0,0 0 1 0 0,0 0-1 0 0,-2 0 0 0 0,1 1 1 0 0,2 25-1 0 0,7 58-269 0 0,-5-54-6701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4.0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1 175 3193 0 0,'0'-4'401'0'0,"0"0"0"0"0,0-1 0 0 0,0 1 1 0 0,0 0-1 0 0,1 0 0 0 0,0-1 0 0 0,0 1 0 0 0,0 0 1 0 0,1 0-1 0 0,-1 0 0 0 0,4-6 0 0 0,-2 7 186 0 0,-1 0 0 0 0,1 0 0 0 0,0 1-1 0 0,0-1 1 0 0,0 1 0 0 0,0-1 0 0 0,0 1-1 0 0,0 0 1 0 0,1 1 0 0 0,-1-1 0 0 0,1 0 0 0 0,7-1-1 0 0,104-34 5184 0 0,-65 25-5386 0 0,77-10 0 0 0,-41 9-3434 0 0,-68 10-3894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4.3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6449 0 0,'10'15'11953'0'0,"3"15"-8823"0"0,9 33-2364 0 0,24 134 391 0 0,-15-50-2815 0 0,-22-117 1114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4.6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3 305 6913 0 0,'-3'-2'12140'0'0,"13"7"-9771"0"0,-7-2-2385 0 0,1-1 1 0 0,-1 1-1 0 0,1-1 0 0 0,-1 1 1 0 0,0 0-1 0 0,5 6 1 0 0,19 36 603 0 0,-16-25-463 0 0,2 0-1 0 0,17 22 1 0 0,-27-38-117 0 0,1 0 0 0 0,0 0 1 0 0,-1 0-1 0 0,1 0 0 0 0,1-1 0 0 0,-1 0 0 0 0,0 0 0 0 0,1 0 0 0 0,0 0 0 0 0,-1-1 0 0 0,1 0 0 0 0,0 0 1 0 0,0 0-1 0 0,11 2 0 0 0,-12-4 32 0 0,0 0 0 0 0,0 0 1 0 0,0-1-1 0 0,-1 1 0 0 0,1-1 0 0 0,0 0 0 0 0,0 0 1 0 0,0 0-1 0 0,0 0 0 0 0,-1-1 0 0 0,1 0 1 0 0,0 1-1 0 0,-1-2 0 0 0,0 1 0 0 0,1 0 1 0 0,-1 0-1 0 0,0-1 0 0 0,0 0 0 0 0,0 0 0 0 0,-1 1 1 0 0,1-2-1 0 0,-1 1 0 0 0,4-5 0 0 0,1-3 125 0 0,0 0-1 0 0,-1-1 1 0 0,-1 1-1 0 0,0-1 1 0 0,7-24-1 0 0,-5 5 58 0 0,3-56-1 0 0,-7 52-373 0 0,12-50-1 0 0,-13 75-94 0 0,0 1 0 0 0,1 0 0 0 0,1-1 0 0 0,0 1 0 0 0,0 1 0 0 0,1-1 0 0 0,0 1 0 0 0,0 0 0 0 0,12-14 0 0 0,-1 7-743 0 0,3 3-9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5.0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84 10594 0 0,'-1'-3'283'0'0,"0"1"0"0"0,0-1 0 0 0,1 1 1 0 0,-1 0-1 0 0,1-1 0 0 0,-1 1 0 0 0,1-1 0 0 0,0 1 0 0 0,0-1 0 0 0,0 1 0 0 0,0-1 0 0 0,0 1 0 0 0,1-1 0 0 0,-1 1 0 0 0,1-1 0 0 0,0 1 0 0 0,0-1 0 0 0,-1 1 0 0 0,1 0 1 0 0,1 0-1 0 0,-1-1 0 0 0,0 1 0 0 0,1 0 0 0 0,-1 0 0 0 0,1 0 0 0 0,-1 0 0 0 0,1 1 0 0 0,0-1 0 0 0,0 0 0 0 0,0 1 0 0 0,0-1 0 0 0,0 1 0 0 0,0-1 0 0 0,0 1 0 0 0,5-2 1 0 0,-5 2-177 0 0,1 0 1 0 0,0 1 0 0 0,-1-1 0 0 0,1 0 0 0 0,-1 1-1 0 0,1-1 1 0 0,0 1 0 0 0,0 0 0 0 0,-1 0 0 0 0,1 0 0 0 0,0 0-1 0 0,-1 1 1 0 0,5 0 0 0 0,-3 0-85 0 0,1 1 0 0 0,-1-1 0 0 0,0 1 0 0 0,0 0 0 0 0,0 0 0 0 0,0 1 0 0 0,0-1 0 0 0,0 1 0 0 0,0 0 0 0 0,-1 0 0 0 0,0 0 0 0 0,1 0 0 0 0,-1 1 1 0 0,0-1-1 0 0,3 6 0 0 0,-2-2-15 0 0,0 1-1 0 0,-1-1 1 0 0,0 1 0 0 0,0 0 0 0 0,0 0 0 0 0,-1 0 0 0 0,2 16 0 0 0,-2-2-26 0 0,-1 1 0 0 0,-1 0 0 0 0,0 0 0 0 0,-2 0 0 0 0,-6 28 0 0 0,4-34-34 0 0,0-1 58 0 0,2-1 1 0 0,-3 26 0 0 0,5-38-5 0 0,0 0 1 0 0,0 0 0 0 0,0 0 0 0 0,0 0-1 0 0,1 0 1 0 0,-1 0 0 0 0,1 0 0 0 0,0 0-1 0 0,0 0 1 0 0,0 0 0 0 0,0 0 0 0 0,0 0 0 0 0,1-1-1 0 0,-1 1 1 0 0,1 0 0 0 0,0-1 0 0 0,0 1-1 0 0,-1-1 1 0 0,5 4 0 0 0,-3-5 16 0 0,-1 0 0 0 0,1 0 1 0 0,-1-1-1 0 0,1 1 0 0 0,-1-1 1 0 0,1 1-1 0 0,-1-1 0 0 0,1 0 1 0 0,-1 0-1 0 0,1 0 0 0 0,-1 0 1 0 0,1 0-1 0 0,0-1 0 0 0,-1 1 1 0 0,1-1-1 0 0,-1 0 0 0 0,0 1 1 0 0,1-1-1 0 0,-1 0 0 0 0,4-3 1 0 0,49-26 214 0 0,-53 28-222 0 0,65-41-1 0 0,178-108-2226 0 0,-203 128-5391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5.8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7803 5 5985 0 0,'-10'-4'11629'0'0,"32"167"-7664"0"0,36 87-2829 0 0,-54-236-1035 0 0,119 354 284 0 0,31-11 29 0 0,-110-258-384 0 0,60 106-21 0 0,-2-5-21 0 0,-98-190 13 0 0,1 1-1 0 0,-1 0 0 0 0,-1-1 0 0 0,0 1 0 0 0,0 0 0 0 0,-1 1 0 0 0,-1-1 1 0 0,1 21-1 0 0,-3-26 3 0 0,1 0-1 0 0,-1 0 1 0 0,-1 0 0 0 0,1 0 0 0 0,-1 0 0 0 0,0-1-1 0 0,0 1 1 0 0,-1 0 0 0 0,1-1 0 0 0,-2 0 0 0 0,1 1 0 0 0,0-1-1 0 0,-1-1 1 0 0,0 1 0 0 0,0 0 0 0 0,0-1 0 0 0,-9 8-1 0 0,4-6 92 0 0,-1 0 0 0 0,1-1-1 0 0,-1 0 1 0 0,0 0-1 0 0,0-1 1 0 0,0 0 0 0 0,0-1-1 0 0,-1 0 1 0 0,-21 3-1 0 0,-11-1-25 0 0,-51-1 0 0 0,51-3-53 0 0,-177 7-27 0 0,-585 30 88 0 0,360 9-627 0 0,284-28 309 0 0,-234 41-410 0 0,147-19 372 0 0,-12-1 109 0 0,-367 51 31 0 0,368-57 55 0 0,-456 53-328 0 0,509-66 451 0 0,-246 22 42 0 0,-120 14-235 0 0,319-29 110 0 0,1-1-13 0 0,-410 36-400 0 0,-3-51 142 0 0,-130-47-1045 0 0,765 32 338 0 0,1-3-3638 0 0,5-1-1505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6.2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0 255 4145 0 0,'2'-29'2405'0'0,"7"-44"0"0"0,-6 55-1104 0 0,0-1 1 0 0,-1 0 0 0 0,-1 0-1 0 0,0 0 1 0 0,-2 0 0 0 0,-3-20 0 0 0,70 495 4358 0 0,-30 12-6081 0 0,-8-91 669 0 0,-19-284-164 0 0,36 160 0 0 0,-34-213-427 0 0,1 0 1 0 0,2-1-1 0 0,2-1 0 0 0,1 0 1 0 0,2-1-1 0 0,33 48 0 0 0,-28-51-1096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6.7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0 526 1840 0 0,'60'-33'885'0'0,"0"2"-1"0"0,2 3 0 0 0,1 2 1 0 0,117-30-1 0 0,-93 37 905 0 0,0 4 1 0 0,1 3 0 0 0,106 0-1 0 0,388 0 2467 0 0,288-25-3244 0 0,-382 7-1072 0 0,1174-99 2935 0 0,-502 43-2241 0 0,-1127 86-583 0 0,555 12 774 0 0,-545-8-788 0 0,108 10 30 0 0,156 34 1 0 0,-19 14-8 0 0,-254-55-60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29.4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45 104 920 0 0,'-27'-4'4352'0'0,"9"2"73"0"0,18 3-4323 0 0,0 0 1 0 0,0 0-1 0 0,1 0 0 0 0,-1 1 0 0 0,0-1 0 0 0,0 0 0 0 0,1 0 1 0 0,-1 0-1 0 0,0 0 0 0 0,1 0 0 0 0,-1 0 0 0 0,1 0 0 0 0,0 0 0 0 0,-1 0 1 0 0,1 0-1 0 0,0-1 0 0 0,-1 1 0 0 0,1 0 0 0 0,0 0 0 0 0,1 0 1 0 0,2 5-23 0 0,0-1 1 0 0,1 0 0 0 0,-1 0-1 0 0,1 0 1 0 0,1-1 0 0 0,-1 0 0 0 0,0 0-1 0 0,11 6 1 0 0,-15-10-38 0 0,1 1-1 0 0,0 0 1 0 0,0-1-1 0 0,-1 1 1 0 0,1-1-1 0 0,0 0 1 0 0,0 1-1 0 0,0-1 1 0 0,0 0-1 0 0,-1 0 1 0 0,1-1-1 0 0,0 1 1 0 0,0 0-1 0 0,0 0 1 0 0,0-1-1 0 0,-1 1 1 0 0,1-1-1 0 0,0 0 1 0 0,0 1-1 0 0,-1-1 1 0 0,1 0-1 0 0,-1 0 1 0 0,1 0-1 0 0,-1 0 1 0 0,1 0-1 0 0,-1-1 1 0 0,1 1-1 0 0,-1 0 1 0 0,0-1-1 0 0,0 1 1 0 0,0-1-1 0 0,0 1 1 0 0,0-1-1 0 0,0 1 1 0 0,1-4-1 0 0,0 1 17 0 0,0 0 0 0 0,-1 0-1 0 0,1 0 1 0 0,-1 0 0 0 0,0-1 0 0 0,-1 1 0 0 0,1 0-1 0 0,-1 0 1 0 0,1 0 0 0 0,-1-1 0 0 0,-1 1-1 0 0,1 0 1 0 0,-1 0 0 0 0,1-1 0 0 0,-1 1 0 0 0,0 0-1 0 0,-2-5 1 0 0,2 7 5 0 0,0-1 0 0 0,0 0 0 0 0,0 1 0 0 0,-1-1-1 0 0,1 1 1 0 0,-1-1 0 0 0,1 1 0 0 0,-1 0 0 0 0,0-1 0 0 0,0 1-1 0 0,0 0 1 0 0,0 0 0 0 0,0 0 0 0 0,-1 1 0 0 0,1-1 0 0 0,0 0 0 0 0,-1 1-1 0 0,1 0 1 0 0,-1-1 0 0 0,0 1 0 0 0,1 0 0 0 0,-1 0 0 0 0,0 1-1 0 0,0-1 1 0 0,1 1 0 0 0,-7-1 0 0 0,8 1-91 0 0,-1 0-1 0 0,1 1 1 0 0,-1-1 0 0 0,1 1 0 0 0,-1-1-1 0 0,1 1 1 0 0,-1-1 0 0 0,1 1 0 0 0,0 0-1 0 0,-1 0 1 0 0,1 0 0 0 0,0 0 0 0 0,0 0-1 0 0,-1 0 1 0 0,1 0 0 0 0,0 0-1 0 0,0 0 1 0 0,0 1 0 0 0,0-1 0 0 0,1 0-1 0 0,-1 1 1 0 0,0-1 0 0 0,0 1 0 0 0,1-1-1 0 0,-1 1 1 0 0,1-1 0 0 0,-1 1 0 0 0,1-1-1 0 0,0 1 1 0 0,0-1 0 0 0,0 1-1 0 0,0 0 1 0 0,0-1 0 0 0,0 4 0 0 0,0 1-102 0 0,0 0-1 0 0,0 1 1 0 0,1-1 0 0 0,0 0 0 0 0,0 0 0 0 0,0 1 0 0 0,4 8 0 0 0,-2-10 99 0 0,-1 0 1 0 0,1-1-1 0 0,0 0 1 0 0,0 0-1 0 0,1 0 1 0 0,-1 0-1 0 0,1 0 1 0 0,0 0-1 0 0,7 4 1 0 0,-9-6 71 0 0,1 0 1 0 0,0 0 0 0 0,0-1-1 0 0,0 1 1 0 0,0-1-1 0 0,0 0 1 0 0,0 1 0 0 0,0-1-1 0 0,0-1 1 0 0,1 1 0 0 0,-1 0-1 0 0,0-1 1 0 0,0 0-1 0 0,1 0 1 0 0,-1 0 0 0 0,4 0-1 0 0,-6-1-13 0 0,0 1 1 0 0,0-1-1 0 0,-1 1 0 0 0,1-1 0 0 0,0 1 1 0 0,0-1-1 0 0,-1 0 0 0 0,1 0 0 0 0,-1 1 0 0 0,1-1 1 0 0,-1 0-1 0 0,1 0 0 0 0,-1 0 0 0 0,1 0 0 0 0,-1 1 1 0 0,1-1-1 0 0,-1 0 0 0 0,0 0 0 0 0,0 0 0 0 0,1 0 1 0 0,-1 0-1 0 0,0 0 0 0 0,0 0 0 0 0,0 0 0 0 0,0 0 1 0 0,0 0-1 0 0,0 0 0 0 0,-1 0 0 0 0,1 0 1 0 0,0-1-1 0 0,-8-30 707 0 0,4 25-609 0 0,0-1 1 0 0,0 1-1 0 0,-1 1 1 0 0,1-1-1 0 0,-2 1 0 0 0,-5-7 1 0 0,9 11-98 0 0,0 0 0 0 0,-1-1 0 0 0,1 1-1 0 0,-1 0 1 0 0,1 1 0 0 0,-1-1 0 0 0,0 0 0 0 0,1 1 0 0 0,-1 0 0 0 0,0-1 0 0 0,0 1 0 0 0,0 0 0 0 0,0 0 0 0 0,0 1 0 0 0,0-1 0 0 0,0 1-1 0 0,-1 0 1 0 0,-4-1 0 0 0,7 1-26 0 0,1 1 0 0 0,-1-1 0 0 0,1 0-1 0 0,-1 0 1 0 0,0 0 0 0 0,1 0 0 0 0,-1 0-1 0 0,1 0 1 0 0,-1 1 0 0 0,1-1 0 0 0,-1 0-1 0 0,1 1 1 0 0,-1-1 0 0 0,1 0-1 0 0,-1 1 1 0 0,1-1 0 0 0,-1 0 0 0 0,1 1-1 0 0,0-1 1 0 0,-1 1 0 0 0,1-1 0 0 0,0 1-1 0 0,-1-1 1 0 0,1 1 0 0 0,0-1 0 0 0,0 1-1 0 0,-1-1 1 0 0,1 1 0 0 0,0-1 0 0 0,0 1-1 0 0,0 0 1 0 0,5 20-86 0 0,20 16-436 0 0,-21-34 511 0 0,0 0 1 0 0,0 1-1 0 0,1-2 0 0 0,-1 1 1 0 0,1-1-1 0 0,0 1 0 0 0,0-1 0 0 0,0-1 1 0 0,0 1-1 0 0,0-1 0 0 0,0 1 1 0 0,0-1-1 0 0,0-1 0 0 0,0 1 0 0 0,1-1 1 0 0,-1 0-1 0 0,0 0 0 0 0,0-1 0 0 0,1 1 1 0 0,6-3-1 0 0,-9 2 29 0 0,1 1 0 0 0,-1-1 0 0 0,0 0 0 0 0,0 0 0 0 0,0-1 0 0 0,0 1 0 0 0,-1 0 0 0 0,1-1-1 0 0,0 0 1 0 0,-1 0 0 0 0,1 0 0 0 0,-1 0 0 0 0,1 0 0 0 0,-1 0 0 0 0,0-1 0 0 0,0 1 0 0 0,0-1 0 0 0,0 1 0 0 0,0-1 0 0 0,-1 0 0 0 0,1 0 0 0 0,-1 0 0 0 0,0 0 0 0 0,0 0 0 0 0,0 0-1 0 0,0 0 1 0 0,0 0 0 0 0,-1 0 0 0 0,1 0 0 0 0,-1 0 0 0 0,0-1 0 0 0,0 1 0 0 0,0 0 0 0 0,-1-4 0 0 0,0 4 1 0 0,1 1 1 0 0,-1-1-1 0 0,0 0 0 0 0,0 1 1 0 0,0-1-1 0 0,-1 1 0 0 0,1-1 1 0 0,0 1-1 0 0,-1 0 0 0 0,0 0 1 0 0,1-1-1 0 0,-1 1 0 0 0,0 0 1 0 0,0 0-1 0 0,0 1 0 0 0,-1-1 1 0 0,1 0-1 0 0,0 1 0 0 0,-1-1 1 0 0,1 1-1 0 0,-1 0 0 0 0,1 0 1 0 0,-1 0-1 0 0,1 0 0 0 0,-1 0 1 0 0,0 1-1 0 0,0-1 0 0 0,1 1 1 0 0,-1-1-1 0 0,0 1 0 0 0,-5 1 1 0 0,6-2-70 0 0,-1 1-1 0 0,1 0 1 0 0,-1 1 0 0 0,1-1 0 0 0,0 0 0 0 0,-1 1 0 0 0,1-1 0 0 0,-1 1 0 0 0,1 0-1 0 0,0-1 1 0 0,0 1 0 0 0,-1 1 0 0 0,1-1 0 0 0,0 0 0 0 0,0 0 0 0 0,0 1 0 0 0,0-1 0 0 0,0 1-1 0 0,0 0 1 0 0,1-1 0 0 0,-1 1 0 0 0,0 0 0 0 0,1 0 0 0 0,0 0 0 0 0,-1 0 0 0 0,1 0 0 0 0,0 1-1 0 0,0-1 1 0 0,0 0 0 0 0,0 0 0 0 0,1 1 0 0 0,-1-1 0 0 0,1 1 0 0 0,-1-1 0 0 0,1 4-1 0 0,0-2-250 0 0,1 0 0 0 0,1-1 0 0 0,-1 1 0 0 0,0 0-1 0 0,1-1 1 0 0,0 1 0 0 0,0-1 0 0 0,0 1-1 0 0,0-1 1 0 0,0 0 0 0 0,1 0 0 0 0,0 0 0 0 0,-1 0-1 0 0,1-1 1 0 0,0 1 0 0 0,0-1 0 0 0,1 1 0 0 0,-1-1-1 0 0,4 2 1 0 0,19 16 410 0 0,-15-7-113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0.7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3 357 8754 0 0,'-1'-6'1133'0'0,"0"-1"-1"0"0,1 1 1 0 0,0 0 0 0 0,1-13-1 0 0,0-1 2748 0 0,13 44-408 0 0,-5-10-3319 0 0,88 153 242 0 0,-28-50-211 0 0,-64-107-132 0 0,1 0 0 0 0,1-1 0 0 0,0 0 0 0 0,0 0-1 0 0,1 0 1 0 0,0-1 0 0 0,17 13 0 0 0,-22-19-39 0 0,-1 0 0 0 0,0-1 0 0 0,0 0-1 0 0,0 1 1 0 0,1-1 0 0 0,-1 0 0 0 0,1 0-1 0 0,-1 0 1 0 0,1-1 0 0 0,-1 1 0 0 0,1 0-1 0 0,-1-1 1 0 0,1 0 0 0 0,0 0 0 0 0,-1 0 0 0 0,1 0-1 0 0,-1 0 1 0 0,1 0 0 0 0,0 0 0 0 0,-1-1-1 0 0,1 0 1 0 0,-1 1 0 0 0,1-1 0 0 0,-1 0-1 0 0,1 0 1 0 0,-1 0 0 0 0,0-1 0 0 0,1 1-1 0 0,-1 0 1 0 0,0-1 0 0 0,0 0 0 0 0,0 1 0 0 0,0-1-1 0 0,0 0 1 0 0,-1 0 0 0 0,1 0 0 0 0,0 0-1 0 0,-1 0 1 0 0,1-1 0 0 0,0-2 0 0 0,4-5 133 0 0,-1 0 1 0 0,0 0 0 0 0,-1-1 0 0 0,0 1-1 0 0,0-1 1 0 0,2-18 0 0 0,7-72 515 0 0,-7 44-475 0 0,1-5-88 0 0,17-104 93 0 0,-17 133-416 0 0,1 1-1 0 0,2 0 1 0 0,13-32-1 0 0,-13 44-1699 0 0,2 0-6290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1.0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29 9218 0 0,'17'-28'9703'0'0,"-17"50"-6939"0"0,1 17-2504 0 0,0 1 0 0 0,3 0 0 0 0,1-1 0 0 0,13 50 0 0 0,4 21-29 0 0,-10-31-241 0 0,-7-58-119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4.1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58 7834 0 0,'6'-42'3708'0'0,"-2"27"-549"0"0,-2 28 2003 0 0,1 25-4253 0 0,1 1 1 0 0,18 74-1 0 0,2 13-703 0 0,4 146 49 0 0,29 187 198 0 0,-40-378-693 0 0,16 100 848 0 0,-31-155-1164 0 0,0-1 0 0 0,-2 0 1 0 0,-1 1-1 0 0,0-1 0 0 0,-7 31 0 0 0,3-35-6891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4.7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134 139 7570 0 0,'-15'1'152'0'0,"-47"7"731"0"0,58-7-554 0 0,0 0 0 0 0,-1 1 0 0 0,1-1 0 0 0,0 1 0 0 0,0 0-1 0 0,1 0 1 0 0,-1 0 0 0 0,0 0 0 0 0,1 1 0 0 0,-1-1-1 0 0,1 1 1 0 0,-4 4 0 0 0,7-7-257 0 0,0 0 0 0 0,-1 1 0 0 0,1-1 1 0 0,0 0-1 0 0,-1 1 0 0 0,1-1 0 0 0,0 1 0 0 0,-1-1 0 0 0,1 1 0 0 0,0-1 0 0 0,0 0 1 0 0,0 1-1 0 0,0-1 0 0 0,-1 1 0 0 0,1-1 0 0 0,0 1 0 0 0,0-1 0 0 0,0 1 0 0 0,0-1 1 0 0,0 1-1 0 0,0-1 0 0 0,0 1 0 0 0,0-1 0 0 0,0 1 0 0 0,0-1 0 0 0,0 1 0 0 0,1-1 0 0 0,-1 1 1 0 0,0-1-1 0 0,0 1 0 0 0,0-1 0 0 0,1 1 0 0 0,16 9 1329 0 0,23-2-69 0 0,-5-11-551 0 0,-1-1 0 0 0,1-2 0 0 0,-1-1 0 0 0,55-20 0 0 0,12-1-400 0 0,93-17-165 0 0,2 9-1 0 0,335-17 0 0 0,-514 52-238 0 0,39 1-250 0 0,-53 0 243 0 0,0 0-1 0 0,0 0 0 0 0,0 1 1 0 0,0 0-1 0 0,-1-1 0 0 0,1 1 0 0 0,0 0 1 0 0,0 1-1 0 0,-1-1 0 0 0,1 0 1 0 0,-1 1-1 0 0,1-1 0 0 0,-1 1 0 0 0,1 0 1 0 0,2 3-1 0 0,-5-5-236 0 0,1 1-1 0 0,0 0 0 0 0,-1 1 1 0 0,1-1-1 0 0,-1 0 1 0 0,1 0-1 0 0,-1 0 1 0 0,0 0-1 0 0,1 0 1 0 0,-1 0-1 0 0,0 0 1 0 0,0 1-1 0 0,0-1 1 0 0,0 0-1 0 0,0 0 0 0 0,0 0 1 0 0,0 2-1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5.0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23 5985 0 0,'94'-8'6930'0'0,"-24"0"-1588"0"0,-38 7-3996 0 0,12-1-662 0 0,-16-1-3301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5.3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1 5529 0 0,'-3'1'443'0'0,"1"0"-1"0"0,-1 0 0 0 0,0 0 0 0 0,1 1 1 0 0,0-1-1 0 0,-1 1 0 0 0,1 0 1 0 0,0 0-1 0 0,0 0 0 0 0,0 0 1 0 0,0 0-1 0 0,0 0 0 0 0,0 1 1 0 0,1-1-1 0 0,-1 1 0 0 0,1-1 1 0 0,-1 1-1 0 0,1-1 0 0 0,0 1 1 0 0,0 0-1 0 0,0 0 0 0 0,1-1 1 0 0,-1 1-1 0 0,1 0 0 0 0,-1 0 1 0 0,1 0-1 0 0,0 3 0 0 0,0 11 472 0 0,1-1-1 0 0,0 0 0 0 0,7 30 1 0 0,-2-15-489 0 0,31 223 757 0 0,4 261 0 0 0,-41-436-1103 0 0,-1-30-355 0 0,11 95 0 0 0,-8-131-155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6.5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1 462 5529 0 0,'108'14'6456'0'0,"234"-5"227"0"0,-116-7-4636 0 0,122 3-1912 0 0,-118-16-5435 0 0,-180 6 1632 0 0,0-3 1 0 0,62-17-1 0 0,27-16 3130 0 0,-134 39 532 0 0,1 0-3 0 0,0 0-1 0 0,28-11 12374 0 0,-29-2-6353 0 0,39-81-5895 0 0,1-14 178 0 0,-32 74-32 0 0,35-65 0 0 0,-47 99-250 0 0,0 0-1 0 0,0 0 1 0 0,0 0-1 0 0,1 0 1 0 0,-1 0-1 0 0,1 1 1 0 0,-1-1-1 0 0,1 1 1 0 0,-1-1-1 0 0,1 1 1 0 0,3-2-1 0 0,-5 2-7 0 0,1 1 0 0 0,0 0 0 0 0,-1 0 0 0 0,1-1 0 0 0,0 1 0 0 0,0 0 0 0 0,-1 0 0 0 0,1 0 1 0 0,0 0-1 0 0,0 0 0 0 0,-1 0 0 0 0,1 0 0 0 0,0 0 0 0 0,0 0 0 0 0,-1 0 0 0 0,1 1 0 0 0,0-1 0 0 0,0 0 0 0 0,-1 0 0 0 0,1 1 0 0 0,0-1 0 0 0,0 1 0 0 0,2 2 5 0 0,0-1 1 0 0,-1 1 0 0 0,0 0 0 0 0,1 0-1 0 0,-1 0 1 0 0,-1 0 0 0 0,1 0 0 0 0,0 1-1 0 0,-1-1 1 0 0,1 0 0 0 0,-1 1 0 0 0,1 5-1 0 0,5 22 59 0 0,-1 1-1 0 0,1 42 1 0 0,-5-46-31 0 0,1 0-1 0 0,1 0 1 0 0,15 51 0 0 0,-17-72-35 0 0,1 0 0 0 0,1 1 1 0 0,0-2-1 0 0,0 1 0 0 0,0 0 1 0 0,1-1-1 0 0,0 0 0 0 0,0 0 1 0 0,0 0-1 0 0,1-1 0 0 0,0 0 1 0 0,0 0-1 0 0,0 0 0 0 0,1-1 1 0 0,-1 0-1 0 0,1 0 0 0 0,0-1 0 0 0,11 5 1 0 0,-16-8-7 0 0,0 0 0 0 0,-1 0 0 0 0,1 1 0 0 0,0-1 0 0 0,-1 0 0 0 0,1 0 1 0 0,0-1-1 0 0,-1 1 0 0 0,1 0 0 0 0,0 0 0 0 0,-1-1 0 0 0,1 1 0 0 0,-1-1 0 0 0,1 0 0 0 0,-1 1 0 0 0,1-1 1 0 0,-1 0-1 0 0,1 0 0 0 0,-1 0 0 0 0,0 0 0 0 0,1 0 0 0 0,-1 0 0 0 0,0 0 0 0 0,0 0 0 0 0,0-1 0 0 0,0 1 1 0 0,0 0-1 0 0,0-1 0 0 0,0 1 0 0 0,1-4 0 0 0,3-4-18 0 0,-1-1 1 0 0,0 0-1 0 0,4-19 1 0 0,-3 13 13 0 0,58-158 76 0 0,-51 147-54 0 0,1 1-1 0 0,1 1 1 0 0,1 0 0 0 0,24-31-1 0 0,-38 55-8 0 0,0 0 0 0 0,-1-1-1 0 0,1 1 1 0 0,0 0 0 0 0,0 0-1 0 0,0 0 1 0 0,0 0 0 0 0,0 0 0 0 0,1 0-1 0 0,-1 0 1 0 0,0 0 0 0 0,0 1-1 0 0,0-1 1 0 0,1 0 0 0 0,-1 1 0 0 0,0-1-1 0 0,1 1 1 0 0,-1 0 0 0 0,1-1-1 0 0,-1 1 1 0 0,0 0 0 0 0,1 0 0 0 0,-1-1-1 0 0,1 1 1 0 0,-1 0 0 0 0,1 1-1 0 0,-1-1 1 0 0,1 0 0 0 0,-1 0 0 0 0,3 1-1 0 0,-2 1 11 0 0,0 0 0 0 0,1 0 0 0 0,-1 0-1 0 0,0 0 1 0 0,0 0 0 0 0,0 0 0 0 0,0 0 0 0 0,-1 0-1 0 0,1 1 1 0 0,-1-1 0 0 0,1 1 0 0 0,-1 0 0 0 0,0-1-1 0 0,2 5 1 0 0,29 104 34 0 0,-24-75-18 0 0,2-2 1 0 0,27 64-1 0 0,-33-89-28 0 0,1 1 1 0 0,1-1-1 0 0,-1-1 0 0 0,1 1 0 0 0,1-1 1 0 0,0 0-1 0 0,0 0 0 0 0,0-1 1 0 0,1 0-1 0 0,0 0 0 0 0,1-1 0 0 0,-1 0 1 0 0,1-1-1 0 0,14 7 0 0 0,-20-11-6 0 0,0 0-1 0 0,0 0 1 0 0,0 0 0 0 0,0 0-1 0 0,0 0 1 0 0,0-1-1 0 0,0 0 1 0 0,0 1-1 0 0,1-1 1 0 0,-1 0-1 0 0,0-1 1 0 0,0 1 0 0 0,0-1-1 0 0,0 1 1 0 0,0-1-1 0 0,0 0 1 0 0,0 0-1 0 0,0 0 1 0 0,0 0 0 0 0,0-1-1 0 0,-1 1 1 0 0,1-1-1 0 0,0 0 1 0 0,-1 0-1 0 0,1 0 1 0 0,-1 0 0 0 0,0 0-1 0 0,3-3 1 0 0,6-8-28 0 0,-1-1 1 0 0,-1 1-1 0 0,0-1 1 0 0,9-21-1 0 0,-2 6 6 0 0,1-1-6 0 0,-5 7-22 0 0,1 1-1 0 0,1 0 0 0 0,1 1 1 0 0,34-38-1 0 0,-48 57 53 0 0,0 1-1 0 0,1 0 1 0 0,-1-1-1 0 0,0 1 1 0 0,1 0 0 0 0,-1 0-1 0 0,0 0 1 0 0,1 0-1 0 0,0 0 1 0 0,-1 0 0 0 0,1 0-1 0 0,-1 0 1 0 0,1 1-1 0 0,0-1 1 0 0,0 0 0 0 0,-1 1-1 0 0,1 0 1 0 0,0-1-1 0 0,0 1 1 0 0,0 0 0 0 0,-1 0-1 0 0,1 0 1 0 0,0 0-1 0 0,0 0 1 0 0,0 1 0 0 0,0-1-1 0 0,-1 0 1 0 0,1 1-1 0 0,0 0 1 0 0,-1-1 0 0 0,1 1-1 0 0,2 1 1 0 0,-2 0-4 0 0,0 1-1 0 0,1-1 1 0 0,-1 1 0 0 0,0 0 0 0 0,0-1 0 0 0,-1 1-1 0 0,1 0 1 0 0,0 0 0 0 0,-1 0 0 0 0,0 1 0 0 0,0-1-1 0 0,0 0 1 0 0,0 0 0 0 0,0 1 0 0 0,-1-1 0 0 0,1 5-1 0 0,1 40-544 0 0,3 18-917 0 0,8-23-5596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7.1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56 114 456 0 0,'-56'9'12344'0'0,"86"-12"-7388"0"0,267-34-342 0 0,-81 11-4299 0 0,160 8-83 0 0,-25 2-56 0 0,-148 11-1512 0 0,-135 5 894 0 0,-63 0-749 0 0,0 0 0 0 0,0-1 1 0 0,0 0-1 0 0,0 0 0 0 0,0 0 0 0 0,7-3 0 0 0,2-5 2443 0 0,-12 32 6441 0 0,4 6-5927 0 0,-2-16-1888 0 0,-2 1 1 0 0,3 24-1 0 0,-5 27 516 0 0,-1 81-239 0 0,24 195-1 0 0,-4-187-168 0 0,-11-69 57 0 0,5 0-1 0 0,33 123 0 0 0,-39-176-306 0 0,-6-30 161 0 0,-1-1 0 0 0,0 0 0 0 0,0 0 0 0 0,0 0 0 0 0,0 0 0 0 0,0 0-1 0 0,0 0 1 0 0,0 0 0 0 0,0 0 0 0 0,0 0 0 0 0,0 1 0 0 0,-1-1 0 0 0,1 0 0 0 0,0 0 0 0 0,-1 0 0 0 0,1 0-1 0 0,-1 0 1 0 0,1 0 0 0 0,-1 0 0 0 0,0-1 0 0 0,1 1 0 0 0,-1 0 0 0 0,0 0 0 0 0,1 0 0 0 0,-3 1 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8.6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4643 72 5065 0 0,'82'-17'8427'0'0,"-47"7"-6012"0"0,106-34 1906 0 0,-187 63-3791 0 0,2 1-1 0 0,1 3 1 0 0,-80 56-1 0 0,122-78-538 0 0,-1 0 0 0 0,1 0 1 0 0,0 0-1 0 0,0 0 0 0 0,-1 0 0 0 0,1 0 0 0 0,0 0 1 0 0,0 0-1 0 0,0 1 0 0 0,0-1 0 0 0,0 0 0 0 0,0 1 0 0 0,1-1 1 0 0,-1 1-1 0 0,0-1 0 0 0,1 1 0 0 0,-1-1 0 0 0,1 1 0 0 0,0 0 1 0 0,-1 2-1 0 0,1-2 4 0 0,1-1 0 0 0,-1 1 0 0 0,1-1 1 0 0,-1 0-1 0 0,1 0 0 0 0,0 1 0 0 0,-1-1 0 0 0,1 0 0 0 0,0 0 1 0 0,0 0-1 0 0,0 1 0 0 0,0-1 0 0 0,0 0 0 0 0,0-1 1 0 0,0 1-1 0 0,0 0 0 0 0,1 0 0 0 0,1 1 0 0 0,8 3-97 0 0,0 0 1 0 0,0-1-1 0 0,1 0 0 0 0,15 3 0 0 0,-18-5-87 0 0,222 46 95 0 0,-229-48 94 0 0,-1 0-1 0 0,0 0 1 0 0,0 1 0 0 0,0-1 0 0 0,1 0 0 0 0,-1 1 0 0 0,0-1 0 0 0,0 1 0 0 0,0-1 0 0 0,0 1 0 0 0,0 0 0 0 0,0 0 0 0 0,0-1 0 0 0,0 1 0 0 0,0 0 0 0 0,-1 0 0 0 0,1 0 0 0 0,0 0 0 0 0,0 0 0 0 0,0 2 0 0 0,0-2 0 0 0,-1 0 0 0 0,0 0 0 0 0,0 0 0 0 0,0 0 0 0 0,0 0 0 0 0,0 0 0 0 0,0 0 0 0 0,-1 0 1 0 0,1 0-1 0 0,0 0 0 0 0,0 0 0 0 0,-1 0 0 0 0,1 0 0 0 0,-1 0 0 0 0,1 0 0 0 0,-1 0 0 0 0,1 0 0 0 0,-2 1 1 0 0,-4 5-3 0 0,0-1 0 0 0,0 1 0 0 0,-1-1 0 0 0,-10 7 0 0 0,13-10-3 0 0,-41 28-118 0 0,21-15-156 0 0,-37 32 0 0 0,56-44 234 0 0,1 0 0 0 0,0 0 1 0 0,-1 1-1 0 0,2 0 0 0 0,-1-1 1 0 0,0 2-1 0 0,1-1 0 0 0,0 0 1 0 0,0 1-1 0 0,1-1 0 0 0,0 1 1 0 0,-1 0-1 0 0,-1 10 0 0 0,4-13-8 0 0,0-1 1 0 0,1 1-1 0 0,-1 0 0 0 0,0 0 0 0 0,1 0 0 0 0,0 0 0 0 0,0-1 1 0 0,0 1-1 0 0,0 0 0 0 0,0 0 0 0 0,0-1 0 0 0,1 1 1 0 0,-1-1-1 0 0,1 1 0 0 0,-1-1 0 0 0,1 0 0 0 0,0 0 0 0 0,0 0 1 0 0,0 0-1 0 0,1 0 0 0 0,-1 0 0 0 0,0 0 0 0 0,1-1 0 0 0,-1 1 1 0 0,6 2-1 0 0,7 3-303 0 0,1 0 0 0 0,0 0 1 0 0,18 4-1 0 0,-23-8 284 0 0,40 9-91 0 0,-39-9 137 0 0,1-1 0 0 0,-1 2 0 0 0,0-1 1 0 0,0 2-1 0 0,12 5 0 0 0,-24-10 71 0 0,1 1-1 0 0,-1-1 0 0 0,1 1 1 0 0,0-1-1 0 0,-1 1 1 0 0,1-1-1 0 0,-1 1 1 0 0,1 0-1 0 0,-1-1 0 0 0,0 1 1 0 0,1 0-1 0 0,-1-1 1 0 0,1 1-1 0 0,-1 0 0 0 0,0-1 1 0 0,0 1-1 0 0,0 0 1 0 0,1 0-1 0 0,-1-1 1 0 0,0 1-1 0 0,0 0 0 0 0,0 0 1 0 0,0-1-1 0 0,0 1 1 0 0,0 0-1 0 0,0 0 0 0 0,0-1 1 0 0,-1 1-1 0 0,1 0 1 0 0,0 0-1 0 0,0-1 1 0 0,-1 1-1 0 0,1 0 0 0 0,0-1 1 0 0,-1 1-1 0 0,1 0 1 0 0,-1-1-1 0 0,1 1 0 0 0,0 0 1 0 0,-2 0-1 0 0,-26 31 2076 0 0,16-19-1524 0 0,7-6-488 0 0,0 0 0 0 0,1 1 0 0 0,0 0 0 0 0,0 0 0 0 0,1 0 0 0 0,0 0 0 0 0,0 0 0 0 0,1 1 0 0 0,0-1 0 0 0,0 1 0 0 0,1-1 0 0 0,0 16 0 0 0,2 7-19 0 0,1 0 0 0 0,7 39 0 0 0,-3-34 34 0 0,50 250 515 0 0,-42-222-351 0 0,7 61-198 0 0,-14-75-24 0 0,22 83 0 0 0,-14-75-65 0 0,-10-36 0 0 0,12 35 0 0 0,-15-53 27 0 0,-1 0 0 0 0,0-1 0 0 0,0 1 0 0 0,0 0 0 0 0,0 0 0 0 0,-1 0 0 0 0,0 0 0 0 0,1 0 0 0 0,-1 0 0 0 0,-1 0 0 0 0,1 0 0 0 0,-1-1 0 0 0,1 1 0 0 0,-1 0-1 0 0,0 0 1 0 0,0 0 0 0 0,-1-1 0 0 0,-3 8 0 0 0,4-9-8 0 0,-1 1 0 0 0,0-1 0 0 0,0 0-1 0 0,0 0 1 0 0,0 1 0 0 0,0-1 0 0 0,0 0-1 0 0,-1-1 1 0 0,1 1 0 0 0,-1 0 0 0 0,1-1 0 0 0,-1 1-1 0 0,0-1 1 0 0,1 0 0 0 0,-1 0 0 0 0,0 0-1 0 0,0 0 1 0 0,0-1 0 0 0,0 1 0 0 0,0-1 0 0 0,0 0-1 0 0,0 1 1 0 0,0-1 0 0 0,0-1 0 0 0,-3 1-1 0 0,-214-9 753 0 0,80 6-821 0 0,-1173 18-743 0 0,1188-9 675 0 0,-407 38-252 0 0,217-22 50 0 0,59-8 144 0 0,-304 33 104 0 0,468-41-35 0 0,-325 11 30 0 0,113-5-92 0 0,44 0 114 0 0,218-13 180 0 0,0 2 1 0 0,0 1-1 0 0,1 3 1 0 0,-1 1-1 0 0,-74 21 0 0 0,111-25-93 0 0,-22 8 5 0 0,0-1 1 0 0,-1-1 0 0 0,-51 7 0 0 0,55-16-1893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9.2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72 237 13363 0 0,'-2'-1'327'0'0,"0"1"0"0"0,-1 0-1 0 0,1-1 1 0 0,-1 1 0 0 0,1 0 0 0 0,0 0 0 0 0,-1 1 0 0 0,1-1 0 0 0,0 0-1 0 0,-1 1 1 0 0,1 0 0 0 0,0-1 0 0 0,-1 1 0 0 0,1 0 0 0 0,0 0 0 0 0,-2 1 0 0 0,2-1-176 0 0,0 0 1 0 0,0 0 0 0 0,0 0 0 0 0,0 0-1 0 0,0 0 1 0 0,1 1 0 0 0,-1-1 0 0 0,0 0 0 0 0,1 1-1 0 0,-1-1 1 0 0,1 1 0 0 0,0 0 0 0 0,-1-1-1 0 0,1 1 1 0 0,0 0 0 0 0,0 0 0 0 0,0 0 0 0 0,-1 3-1 0 0,2 0-78 0 0,0-1 0 0 0,1 1 0 0 0,-1 0-1 0 0,1-1 1 0 0,0 1 0 0 0,1-1-1 0 0,-1 1 1 0 0,1-1 0 0 0,0 1 0 0 0,0-1-1 0 0,5 7 1 0 0,33 46-8 0 0,-31-46 38 0 0,3 5-37 0 0,8 11-17 0 0,0-1 1 0 0,2-1-1 0 0,1 0 0 0 0,34 26 1 0 0,-52-47-36 0 0,0-1 1 0 0,0 0-1 0 0,1 0 1 0 0,-1 0-1 0 0,1-1 1 0 0,0 0-1 0 0,-1 0 1 0 0,1-1-1 0 0,0 1 0 0 0,0-1 1 0 0,0 0-1 0 0,1-1 1 0 0,-1 1-1 0 0,8-2 1 0 0,-11 1 17 0 0,1-1-1 0 0,0 1 1 0 0,-1-1 0 0 0,1 0 0 0 0,-1 0 0 0 0,1 0-1 0 0,-1-1 1 0 0,0 1 0 0 0,1-1 0 0 0,-1 0 0 0 0,0 1 0 0 0,0-2-1 0 0,0 1 1 0 0,0 0 0 0 0,-1-1 0 0 0,1 1 0 0 0,0-1-1 0 0,-1 0 1 0 0,0 0 0 0 0,0 0 0 0 0,0 0 0 0 0,0 0 0 0 0,0 0-1 0 0,2-5 1 0 0,13-46 413 0 0,-1-1-1 0 0,11-78 1 0 0,-18 76-392 0 0,4 0 0 0 0,23-67-1 0 0,-34 119-253 0 0,0 0-1 0 0,0 0 1 0 0,1 0-1 0 0,0 0 1 0 0,-1 0-1 0 0,2 1 1 0 0,-1-1-1 0 0,0 1 0 0 0,1 0 1 0 0,0 0-1 0 0,0 0 1 0 0,0 1-1 0 0,5-4 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5:59.7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239 28 2761 0 0,'0'-1'188'0'0,"1"1"0"0"0,-1-1 0 0 0,1 1 0 0 0,-1-1 0 0 0,1 0 1 0 0,-1 1-1 0 0,1-1 0 0 0,-1 0 0 0 0,0 0 0 0 0,1 1 0 0 0,-1-1 0 0 0,0 0 1 0 0,1 0-1 0 0,-1 0 0 0 0,0 1 0 0 0,0-1 0 0 0,0 0 0 0 0,0 0 0 0 0,0 0 1 0 0,0 1-1 0 0,0-1 0 0 0,0 0 0 0 0,0 0 0 0 0,0 0 0 0 0,-1 0 1 0 0,1 1-1 0 0,-1-2 0 0 0,0 1 100 0 0,0 0 0 0 0,1 1 0 0 0,-1-1 0 0 0,0 1 0 0 0,-1-1 0 0 0,1 1 0 0 0,0 0 0 0 0,0 0 0 0 0,0-1 0 0 0,0 1 0 0 0,0 0 0 0 0,0 0 0 0 0,0 0 0 0 0,0 0 0 0 0,0 0 0 0 0,-1 0 0 0 0,0 1 0 0 0,-5 0 499 0 0,-1 0-1 0 0,1 1 1 0 0,0 0 0 0 0,0 0-1 0 0,-8 4 1 0 0,-6 5 190 0 0,1 1 1 0 0,-33 28-1 0 0,44-33-862 0 0,1 0 1 0 0,0 1-1 0 0,0 0 1 0 0,1 1-1 0 0,0-1 1 0 0,0 1 0 0 0,1 1-1 0 0,-5 11 1 0 0,9-18-94 0 0,1 0 1 0 0,0 0-1 0 0,1 1 1 0 0,-1-1-1 0 0,0 0 1 0 0,1 1 0 0 0,0-1-1 0 0,0 0 1 0 0,0 1-1 0 0,0-1 1 0 0,0 0-1 0 0,1 0 1 0 0,-1 1-1 0 0,1-1 1 0 0,0 0 0 0 0,0 0-1 0 0,0 1 1 0 0,1-1-1 0 0,-1 0 1 0 0,1 0-1 0 0,0-1 1 0 0,-1 1-1 0 0,1 0 1 0 0,0 0 0 0 0,1-1-1 0 0,-1 0 1 0 0,5 5-1 0 0,7 5-8 0 0,1-1 0 0 0,0-1-1 0 0,32 18 1 0 0,-24-15 77 0 0,-9-5-70 0 0,0 1 1 0 0,0 1-1 0 0,-1 0 0 0 0,0 1 1 0 0,-1 0-1 0 0,22 25 0 0 0,-32-33 7 0 0,1 1 1 0 0,-1-1-1 0 0,0 1 0 0 0,0-1 0 0 0,0 1 1 0 0,0 0-1 0 0,0 0 0 0 0,-1 0 0 0 0,0 0 1 0 0,0 0-1 0 0,0 0 0 0 0,0 0 0 0 0,-1 0 1 0 0,1 0-1 0 0,-1 0 0 0 0,0 0 0 0 0,-1 0 1 0 0,1 1-1 0 0,-1-1 0 0 0,1 0 0 0 0,-1 0 1 0 0,0 0-1 0 0,-1 0 0 0 0,1 0 0 0 0,-1-1 1 0 0,0 1-1 0 0,0 0 0 0 0,0-1 0 0 0,0 1 1 0 0,0-1-1 0 0,-1 1 0 0 0,0-1 0 0 0,-3 3 1 0 0,1-1 76 0 0,-1 0 0 0 0,0-1 0 0 0,0 0 0 0 0,0 0 1 0 0,0-1-1 0 0,-1 1 0 0 0,1-1 0 0 0,-1-1 0 0 0,0 1 0 0 0,0-1 0 0 0,0 0 1 0 0,0-1-1 0 0,0 1 0 0 0,0-2 0 0 0,-12 1 0 0 0,14 0-157 0 0,0-1 0 0 0,1 0 1 0 0,-1-1-1 0 0,0 1 0 0 0,1-1 0 0 0,-1 0 0 0 0,1 0 0 0 0,-1 0 0 0 0,1-1 0 0 0,0 1 0 0 0,-1-1 1 0 0,1 0-1 0 0,0 0 0 0 0,0-1 0 0 0,0 1 0 0 0,1-1 0 0 0,-1 0 0 0 0,1 0 0 0 0,-1 0 0 0 0,1-1 1 0 0,0 1-1 0 0,0-1 0 0 0,0 1 0 0 0,1-1 0 0 0,-4-6 0 0 0,-1-10-5816 0 0,2-1-1979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1.7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72 165 7370 0 0,'-2'-1'358'0'0,"0"0"1"0"0,0 0 0 0 0,0 0 0 0 0,0 0 0 0 0,0 0 0 0 0,-1 1 0 0 0,1-1-1 0 0,0 1 1 0 0,-1-1 0 0 0,1 1 0 0 0,0 0 0 0 0,-1 0 0 0 0,1 0-1 0 0,0 0 1 0 0,-1 1 0 0 0,1-1 0 0 0,0 0 0 0 0,-1 1 0 0 0,1 0 0 0 0,0-1-1 0 0,-3 2 1 0 0,4-1-225 0 0,0-1-1 0 0,-1 1 0 0 0,1 0 1 0 0,0 0-1 0 0,0-1 0 0 0,0 1 1 0 0,0 0-1 0 0,0 0 0 0 0,0 0 1 0 0,0 0-1 0 0,0 0 0 0 0,0 0 1 0 0,0 0-1 0 0,1 1 0 0 0,-1-1 1 0 0,0 0-1 0 0,1 0 0 0 0,-1 1 1 0 0,1-1-1 0 0,-1 0 0 0 0,1 1 1 0 0,0-1-1 0 0,-1 0 0 0 0,1 1 1 0 0,0-1-1 0 0,0 1 0 0 0,0-1 1 0 0,0 0-1 0 0,0 1 0 0 0,1-1 1 0 0,-1 1-1 0 0,0-1 0 0 0,0 0 1 0 0,1 2-1 0 0,14 30 262 0 0,1 0-1 0 0,1-1 1 0 0,2-2 0 0 0,23 30 0 0 0,-32-46-370 0 0,2 0 1 0 0,0-1 0 0 0,0-1 0 0 0,1 0 0 0 0,20 13-1 0 0,-27-20 21 0 0,0 0-1 0 0,1-1 0 0 0,-1 0 1 0 0,1-1-1 0 0,0 0 0 0 0,0 0 1 0 0,1 0-1 0 0,-1-1 0 0 0,0 0 1 0 0,1 0-1 0 0,0-1 1 0 0,-1 0-1 0 0,1 0 0 0 0,12-1 1 0 0,-16-1 3 0 0,0 0 0 0 0,0 0 0 0 0,1-1 1 0 0,-1 0-1 0 0,0 1 0 0 0,-1-1 1 0 0,1-1-1 0 0,0 1 0 0 0,-1-1 0 0 0,1 1 1 0 0,-1-1-1 0 0,0 0 0 0 0,0 0 1 0 0,0 0-1 0 0,0-1 0 0 0,0 1 1 0 0,-1-1-1 0 0,1 1 0 0 0,-1-1 0 0 0,0 0 1 0 0,2-7-1 0 0,4-9 213 0 0,-1-1 0 0 0,-1 1-1 0 0,4-25 1 0 0,-7 28-120 0 0,22-126 391 0 0,1-11-1230 0 0,-12 119-1834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2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48 10594 0 0,'31'-25'8796'0'0,"-26"22"-8202"0"0,1-1 0 0 0,-1 1 1 0 0,1 1-1 0 0,12-5 0 0 0,-16 6-569 0 0,1 0 0 0 0,-1 1 0 0 0,0-1 1 0 0,1 1-1 0 0,-1-1 0 0 0,0 1 0 0 0,1 0 0 0 0,-1 0 0 0 0,1 0 0 0 0,-1 1 1 0 0,0-1-1 0 0,1 0 0 0 0,-1 1 0 0 0,0-1 0 0 0,1 1 0 0 0,-1 0 0 0 0,0 0 1 0 0,0 0-1 0 0,1 0 0 0 0,-1 0 0 0 0,0 1 0 0 0,0-1 0 0 0,0 0 1 0 0,-1 1-1 0 0,1 0 0 0 0,0-1 0 0 0,-1 1 0 0 0,1 0 0 0 0,-1 0 0 0 0,1 0 1 0 0,-1 0-1 0 0,0 0 0 0 0,0 0 0 0 0,0 0 0 0 0,2 5 0 0 0,0 0-13 0 0,-1 1 0 0 0,0 0 0 0 0,0 0 0 0 0,-1 0 0 0 0,0 0 0 0 0,0 0 0 0 0,-1 1 0 0 0,0-1 1 0 0,0 0-1 0 0,-2 9 0 0 0,-3 11 96 0 0,-14 44 1 0 0,11-45-58 0 0,-5 34-1 0 0,13-60-43 0 0,-1-1-1 0 0,1 1 0 0 0,0 0 1 0 0,0-1-1 0 0,0 1 1 0 0,0-1-1 0 0,0 1 1 0 0,0-1-1 0 0,0 1 0 0 0,0 0 1 0 0,0-1-1 0 0,0 1 1 0 0,0-1-1 0 0,0 1 1 0 0,1-1-1 0 0,-1 1 1 0 0,0 0-1 0 0,0-1 0 0 0,1 1 1 0 0,-1-1-1 0 0,0 1 1 0 0,0-1-1 0 0,1 1 1 0 0,-1-1-1 0 0,1 0 1 0 0,-1 1-1 0 0,0-1 0 0 0,1 1 1 0 0,-1-1-1 0 0,1 0 1 0 0,-1 1-1 0 0,1-1 1 0 0,0 1-1 0 0,1-1 37 0 0,0 0 0 0 0,-1 0 0 0 0,1 0 0 0 0,0 0 0 0 0,0 0-1 0 0,0 0 1 0 0,-1 0 0 0 0,1-1 0 0 0,0 1 0 0 0,0-1 0 0 0,2 0 0 0 0,55-29 1019 0 0,-46 23-930 0 0,248-150 595 0 0,-237 136-614 0 0,-16 13-2125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3.4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3 229 13363 0 0,'-2'-3'1639'0'0,"2"2"-1522"0"0,0 1 0 0 0,0 0 0 0 0,0 0 0 0 0,0-1 0 0 0,0 1 0 0 0,0 0 0 0 0,1-3 1054 0 0,-1 2-1054 0 0,1 1 25 0 0,-1 0-1 0 0,1 0 1 0 0,-1 0-1 0 0,1 0 1 0 0,-1-1 0 0 0,1 1-1 0 0,-1 0 1 0 0,1 0-1 0 0,0 0 1 0 0,-1 0-1 0 0,1 0 1 0 0,-1 0-1 0 0,1 0 1 0 0,-1 1 0 0 0,1-1-1 0 0,0 0 1 0 0,-1 0-1 0 0,1 0 1 0 0,-1 0-1 0 0,1 1 1 0 0,-1-1-1 0 0,1 0 1 0 0,-1 1-1 0 0,1-1 1 0 0,-1 0 0 0 0,1 1-1 0 0,12 8 32 0 0,-1 1 0 0 0,0 0-1 0 0,0 1 1 0 0,-1 0 0 0 0,-1 0-1 0 0,0 1 1 0 0,0 0 0 0 0,14 26 0 0 0,57 126-23 0 0,-33-61-93 0 0,-26-59-57 0 0,49 68 0 0 0,-62-100 0 0 0,0 0 0 0 0,0-1 0 0 0,1-1 0 0 0,1 1 0 0 0,0-2 0 0 0,0 1 0 0 0,1-2 0 0 0,0 1 0 0 0,0-2 0 0 0,17 9 0 0 0,-23-14 17 0 0,-1 0-1 0 0,1 0 1 0 0,-1 0-1 0 0,1-1 1 0 0,-1 0 0 0 0,1 0-1 0 0,0 0 1 0 0,0-1 0 0 0,-1 1-1 0 0,1-1 1 0 0,0-1 0 0 0,0 1-1 0 0,-1-1 1 0 0,1 0 0 0 0,0-1-1 0 0,-1 1 1 0 0,6-3 0 0 0,-4 0 44 0 0,-1 1 1 0 0,0-1-1 0 0,1-1 1 0 0,-2 1-1 0 0,1-1 1 0 0,0 0-1 0 0,-1 0 1 0 0,0-1-1 0 0,0 1 0 0 0,-1-1 1 0 0,7-11-1 0 0,1-6 119 0 0,-1-1 0 0 0,-1 0-1 0 0,-1 0 1 0 0,-1-1 0 0 0,-1 0-1 0 0,5-36 1 0 0,9-150 146 0 0,-5 27-391 0 0,-10 149-175 0 0,1-1 1 0 0,1 1-1 0 0,14-36 1 0 0,-20 67 106 0 0,-2 1-5 0 0,1 0 0 0 0,0 0-1 0 0,0 0 1 0 0,1 1 0 0 0,-1-1-1 0 0,0 1 1 0 0,1-1 0 0 0,0 1-1 0 0,-1 0 1 0 0,1-1-1 0 0,3-2 1 0 0,4 2-899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3.9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213 4 8754 0 0,'-6'-1'285'0'0,"0"0"-1"0"0,0 0 1 0 0,0 1 0 0 0,0-1-1 0 0,0 1 1 0 0,0 1 0 0 0,0-1-1 0 0,0 1 1 0 0,1 0 0 0 0,-1 0-1 0 0,0 1 1 0 0,0 0 0 0 0,1 0-1 0 0,-1 0 1 0 0,1 1 0 0 0,-1-1-1 0 0,1 1 1 0 0,0 1 0 0 0,0-1-1 0 0,0 1 1 0 0,1 0 0 0 0,-6 6-1 0 0,1-3 230 0 0,2 1-1 0 0,-1 1 0 0 0,1-1 0 0 0,0 1 1 0 0,1 1-1 0 0,0-1 0 0 0,0 1 0 0 0,1 0 1 0 0,0 0-1 0 0,1 1 0 0 0,-4 13 1 0 0,8-21-519 0 0,-1 0 0 0 0,1 0 0 0 0,0 1 1 0 0,0-1-1 0 0,0 0 0 0 0,0 1 1 0 0,1-1-1 0 0,-1 0 0 0 0,1 1 0 0 0,0-1 1 0 0,0 0-1 0 0,0 0 0 0 0,0 0 1 0 0,1 0-1 0 0,-1 0 0 0 0,1 0 0 0 0,0 0 1 0 0,-1 0-1 0 0,1-1 0 0 0,1 1 1 0 0,-1-1-1 0 0,0 1 0 0 0,1-1 0 0 0,-1 0 1 0 0,1 0-1 0 0,0 0 0 0 0,-1 0 1 0 0,6 2-1 0 0,8 4-42 0 0,1 0 0 0 0,0-1 0 0 0,36 10 0 0 0,-34-11 32 0 0,-13-4 24 0 0,13 3-18 0 0,-1 1 0 0 0,0 1 0 0 0,0 1 1 0 0,30 17-1 0 0,-45-23 27 0 0,0 0 0 0 0,0 0 0 0 0,0 0 0 0 0,0 1 0 0 0,0-1 0 0 0,0 1 0 0 0,-1 0 0 0 0,1-1 0 0 0,-1 1 1 0 0,0 0-1 0 0,0 1 0 0 0,0-1 0 0 0,0 0 0 0 0,-1 1 0 0 0,1-1 0 0 0,-1 0 0 0 0,0 1 0 0 0,0 0 0 0 0,0-1 0 0 0,0 1 0 0 0,-1 0 0 0 0,0-1 0 0 0,1 1 0 0 0,-1 0 0 0 0,0 0 1 0 0,-1-1-1 0 0,1 1 0 0 0,-1 0 0 0 0,0-1 0 0 0,0 1 0 0 0,0 0 0 0 0,-2 4 0 0 0,-1 1 103 0 0,-1 0 1 0 0,0 0-1 0 0,0-1 0 0 0,-1 1 1 0 0,0-1-1 0 0,-1 0 0 0 0,0-1 1 0 0,0 1-1 0 0,-1-2 1 0 0,-12 11-1 0 0,14-13-90 0 0,0 0 1 0 0,-1 0-1 0 0,1 0 0 0 0,-1 0 1 0 0,0-1-1 0 0,0-1 1 0 0,0 1-1 0 0,-1-1 0 0 0,1 0 1 0 0,-1 0-1 0 0,1-1 1 0 0,-1 0-1 0 0,1-1 0 0 0,-14 0 1 0 0,19 0-50 0 0,0 0 1 0 0,1 0 0 0 0,-1-1-1 0 0,0 1 1 0 0,1 0-1 0 0,-1-1 1 0 0,1 1 0 0 0,-1-1-1 0 0,0 0 1 0 0,1 1-1 0 0,0-1 1 0 0,-1 0 0 0 0,1 0-1 0 0,-1 0 1 0 0,1 0-1 0 0,0 0 1 0 0,0 0 0 0 0,0 0-1 0 0,-1-1 1 0 0,1 1 0 0 0,0 0-1 0 0,-1-3 1 0 0,1 2-144 0 0,1-1 0 0 0,-1 1 0 0 0,1-1 0 0 0,-1 1 0 0 0,1-1 0 0 0,0 1 0 0 0,0-1 0 0 0,0 1 0 0 0,0-1 0 0 0,1 1 0 0 0,-1-1 0 0 0,0 1 0 0 0,2-4 0 0 0,2-6-1266 0 0,1 0 1 0 0,0 0 0 0 0,1 0 0 0 0,11-15 0 0 0,2-2-1347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4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94 10138 0 0,'52'-16'4981'0'0,"68"-29"1"0"0,-54 19-2678 0 0,-63 24-2628 0 0,0 1 1 0 0,0 0-1 0 0,0 0 1 0 0,0 1-1 0 0,1-1 1 0 0,-1 1-1 0 0,0-1 0 0 0,1 1 1 0 0,-1 0-1 0 0,0 0 1 0 0,0 1-1 0 0,1-1 1 0 0,-1 1-1 0 0,0-1 1 0 0,0 1-1 0 0,1 0 0 0 0,-1 0 1 0 0,0 1-1 0 0,0-1 1 0 0,0 1-1 0 0,-1-1 1 0 0,4 3-1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4.3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53 7834 0 0,'13'5'6170'0'0,"17"-5"-2322"0"0,-17-1-2723 0 0,0-1-1 0 0,0 0 1 0 0,20-7 0 0 0,36-17-1660 0 0,-49 18-240 0 0,4-1-6767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4.8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55 8754 0 0,'20'-9'1192'0'0,"-1"0"0"0"0,1 2 1 0 0,1 0-1 0 0,0 1 0 0 0,-1 1 0 0 0,38-4 1 0 0,-47 8-1001 0 0,0 0 1 0 0,-1 0 0 0 0,1 1-1 0 0,0 1 1 0 0,-1-1 0 0 0,1 2 0 0 0,-1 0-1 0 0,1 0 1 0 0,-1 1 0 0 0,0 0-1 0 0,0 0 1 0 0,0 1 0 0 0,0 1 0 0 0,13 8-1 0 0,-16-9-73 0 0,0 2 0 0 0,-1-1-1 0 0,0 1 1 0 0,0 0 0 0 0,0 0-1 0 0,0 0 1 0 0,-1 1 0 0 0,0 0-1 0 0,-1 0 1 0 0,1 0 0 0 0,-2 1-1 0 0,1 0 1 0 0,-1-1-1 0 0,0 1 1 0 0,0 0 0 0 0,-1 1-1 0 0,0-1 1 0 0,1 14 0 0 0,-2 0-38 0 0,-2 0-1 0 0,-1 0 1 0 0,0-1 0 0 0,-1 1 0 0 0,-2-1 0 0 0,-10 32 0 0 0,6-21-930 0 0,-8 53 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5.0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0 14283 0 0,'1'26'3238'0'0,"7"40"-1"0"0,-5-51-2748 0 0,0 0 0 0 0,-1 0 0 0 0,-1 0-1 0 0,0 0 1 0 0,-2 1 0 0 0,1-1 0 0 0,-2 0 0 0 0,-3 16-1 0 0,5-29-437 0 0,-1 0 0 0 0,0-1 0 0 0,0 1 0 0 0,0 0 0 0 0,0-1 0 0 0,0 1 0 0 0,0-1 1 0 0,0 1-1 0 0,0-1 0 0 0,-1 0 0 0 0,1 1 0 0 0,0-1 0 0 0,-1 0 0 0 0,1 0 0 0 0,-3 1 0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09.3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162 463 2304 0 0,'16'-58'3150'0'0,"-2"-1"-1"0"0,11-97 0 0 0,-21 89-2970 0 0,-8 2 1517 0 0,4 61-1438 0 0,0 1 0 0 0,-1-1 0 0 0,0 1 0 0 0,0-1 0 0 0,0 1 0 0 0,0 0 0 0 0,-1-1 0 0 0,1 1 0 0 0,-1 0 0 0 0,0 0 0 0 0,0 0 0 0 0,0 0 0 0 0,0 0 0 0 0,0 1 0 0 0,-5-6-1 0 0,5 8-150 0 0,1 0-1 0 0,0-1 0 0 0,0 1 1 0 0,0 0-1 0 0,-1 0 1 0 0,1 0-1 0 0,0-1 0 0 0,0 1 1 0 0,-1 1-1 0 0,1-1 0 0 0,0 0 1 0 0,0 0-1 0 0,-1 0 0 0 0,1 1 1 0 0,0-1-1 0 0,0 1 0 0 0,0-1 1 0 0,-1 1-1 0 0,1-1 0 0 0,0 1 1 0 0,0-1-1 0 0,0 1 0 0 0,0 0 1 0 0,0 0-1 0 0,0 0 0 0 0,-1 1 1 0 0,-24 27 1032 0 0,14-9-953 0 0,0 0 0 0 0,2 1 0 0 0,0 0 1 0 0,1 1-1 0 0,-11 43 0 0 0,-16 119-78 0 0,33-163-64 0 0,-5 27-12 0 0,2-1-1 0 0,3 1 1 0 0,2 0-1 0 0,8 90 1 0 0,-3-114-31 0 0,0-1 0 0 0,2 1 0 0 0,0-1 0 0 0,2 0 0 0 0,0-1 1 0 0,2 0-1 0 0,0 0 0 0 0,2-1 0 0 0,0-1 0 0 0,1 1 0 0 0,27 29 0 0 0,-21-29 20 0 0,2-2 0 0 0,0-1 1 0 0,1 0-1 0 0,0-2 0 0 0,2 0 0 0 0,0-2 0 0 0,0 0 0 0 0,2-2 1 0 0,-1-1-1 0 0,2-1 0 0 0,-1-1 0 0 0,1-1 0 0 0,0-2 0 0 0,1 0 1 0 0,0-2-1 0 0,45 1 0 0 0,-38-6-261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0.0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10 470 1840 0 0,'-1'-3'1032'0'0,"-1"0"0"0"0,1-1 0 0 0,0 1 0 0 0,0 0 0 0 0,0 0 0 0 0,0-1 0 0 0,0 1 0 0 0,1 0-1 0 0,0-1 1 0 0,0 1 0 0 0,0 0 0 0 0,0-1 0 0 0,1-4 0 0 0,-1 6-655 0 0,0 0 0 0 0,0 0-1 0 0,1 1 1 0 0,-1-1 0 0 0,1 0 0 0 0,-1 0 0 0 0,1 0-1 0 0,0 1 1 0 0,0-1 0 0 0,0 0 0 0 0,1-2 0 0 0,-1 4-298 0 0,-1-1 0 0 0,1 1 1 0 0,-1-1-1 0 0,1 1 0 0 0,0 0 1 0 0,-1-1-1 0 0,1 1 0 0 0,-1 0 1 0 0,1-1-1 0 0,0 1 1 0 0,-1 0-1 0 0,1 0 0 0 0,0-1 1 0 0,-1 1-1 0 0,1 0 0 0 0,0 0 1 0 0,-1 0-1 0 0,1 0 1 0 0,0 0-1 0 0,0 0 0 0 0,-1 0 1 0 0,1 0-1 0 0,0 1 0 0 0,-1-1 1 0 0,1 0-1 0 0,0 0 1 0 0,-1 0-1 0 0,1 1 0 0 0,-1-1 1 0 0,2 1-1 0 0,3 3-13 0 0,0 0 0 0 0,0 1 0 0 0,-1-1-1 0 0,1 1 1 0 0,-1 0 0 0 0,0 1 0 0 0,0-1 0 0 0,-1 1 0 0 0,0-1 0 0 0,0 1 0 0 0,0 0-1 0 0,2 8 1 0 0,15 26 217 0 0,-3-14-266 0 0,2 0-1 0 0,0-2 1 0 0,23 23 0 0 0,-34-39-13 0 0,1-1 0 0 0,0 1 0 0 0,0-1 0 0 0,1-1 1 0 0,0 0-1 0 0,0 0 0 0 0,1-1 0 0 0,-1-1 1 0 0,1 1-1 0 0,0-2 0 0 0,17 4 0 0 0,-23-5 13 0 0,0-1 0 0 0,1 0-1 0 0,-1 0 1 0 0,1 0 0 0 0,-1-1-1 0 0,1 0 1 0 0,-1 0 0 0 0,1-1-1 0 0,-1 1 1 0 0,1-1 0 0 0,-1 0 0 0 0,0 0-1 0 0,1-1 1 0 0,-1 0 0 0 0,0 0-1 0 0,0 0 1 0 0,0-1 0 0 0,0 1-1 0 0,-1-1 1 0 0,1 0 0 0 0,-1 0-1 0 0,1-1 1 0 0,-1 0 0 0 0,0 1-1 0 0,-1-1 1 0 0,1 0 0 0 0,-1-1 0 0 0,1 1-1 0 0,-1-1 1 0 0,0 0 0 0 0,-1 1-1 0 0,1-1 1 0 0,-1 0 0 0 0,2-9-1 0 0,19-54 379 0 0,-3-1 0 0 0,19-123 0 0 0,-37 178-366 0 0,10-75-6 0 0,-8 51-138 0 0,2 1 0 0 0,13-47 1 0 0,-19 82 1 0 0,1 1 1 0 0,-1-1 0 0 0,1 0 0 0 0,0 1 0 0 0,0-1 0 0 0,-1 0 0 0 0,1 1 0 0 0,0-1 0 0 0,0 1-1 0 0,0 0 1 0 0,1-1 0 0 0,-1 1 0 0 0,0 0 0 0 0,0 0 0 0 0,4-2 0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0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10 14283 0 0,'-7'-10'3419'0'0,"6"30"622"0"0,2-6-3971 0 0,-1 16 94 0 0,1 0 1 0 0,2 0 0 0 0,1-1-1 0 0,1 1 1 0 0,1-1-1 0 0,18 48 1 0 0,-15-48-1077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0.7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16 2761 0 0,'2'-2'652'0'0,"1"1"1"0"0,-1-1 0 0 0,1 0 0 0 0,0 1-1 0 0,0-1 1 0 0,0 1 0 0 0,0 0 0 0 0,0 0-1 0 0,0 0 1 0 0,0 1 0 0 0,0-1 0 0 0,0 1-1 0 0,1 0 1 0 0,-1-1 0 0 0,0 1 0 0 0,0 1-1 0 0,0-1 1 0 0,4 1 0 0 0,-4 0-444 0 0,-1 0 1 0 0,0 0-1 0 0,-1 0 1 0 0,1 1-1 0 0,0-1 1 0 0,0 1-1 0 0,0-1 1 0 0,-1 1-1 0 0,1-1 1 0 0,-1 1-1 0 0,1 0 1 0 0,-1 0-1 0 0,0 0 1 0 0,0 0-1 0 0,0 0 1 0 0,0 0-1 0 0,0 0 1 0 0,0 0-1 0 0,0 0 1 0 0,-1 0-1 0 0,1 0 1 0 0,-1 1-1 0 0,0-1 1 0 0,1 0-1 0 0,-1 0 1 0 0,0 4-1 0 0,0 17 108 0 0,-1 0 0 0 0,-1 0 0 0 0,-1-1 0 0 0,0 1 0 0 0,-12 36 0 0 0,-45 107-32 0 0,1-28-1958 0 0,41-101-5969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1.2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1 372 10594 0 0,'0'-1'148'0'0,"0"1"1"0"0,0-1-1 0 0,0 0 0 0 0,0 1 0 0 0,0-1 1 0 0,0 0-1 0 0,0 1 0 0 0,0-1 0 0 0,0 0 0 0 0,1 0 1 0 0,-1 1-1 0 0,0-1 0 0 0,0 0 0 0 0,1 1 0 0 0,-1-1 1 0 0,1 1-1 0 0,-1-1 0 0 0,0 1 0 0 0,1-1 1 0 0,-1 0-1 0 0,1 1 0 0 0,-1-1 0 0 0,1 1 0 0 0,0 0 1 0 0,-1-1-1 0 0,1 1 0 0 0,-1 0 0 0 0,1-1 0 0 0,0 1 1 0 0,-1 0-1 0 0,1-1 0 0 0,0 1 0 0 0,-1 0 0 0 0,1 0 1 0 0,0 0-1 0 0,0 0 0 0 0,-1 0 0 0 0,1 0 1 0 0,0 0-1 0 0,-1 0 0 0 0,2 0 0 0 0,1 0 238 0 0,-1 1 0 0 0,0-1 0 0 0,0 1 0 0 0,1-1 0 0 0,-1 1 0 0 0,0 0 0 0 0,0 0 0 0 0,0 0 0 0 0,0 0 0 0 0,0 0 0 0 0,0 1 0 0 0,2 2 0 0 0,11 12-124 0 0,-2 1 0 0 0,0 1 0 0 0,16 29 0 0 0,21 29-61 0 0,-44-69-166 0 0,1 1-1 0 0,-1-1 0 0 0,1 0 1 0 0,1-1-1 0 0,-1 0 0 0 0,1 0 1 0 0,10 5-1 0 0,-15-8-31 0 0,1-1 1 0 0,0 0-1 0 0,0-1 0 0 0,-1 1 0 0 0,2-1 1 0 0,-1 0-1 0 0,0 0 0 0 0,0 0 1 0 0,0 0-1 0 0,0-1 0 0 0,0 1 1 0 0,1-1-1 0 0,-1 0 0 0 0,0-1 0 0 0,0 1 1 0 0,1-1-1 0 0,6-1 0 0 0,-6-1 32 0 0,0 1 1 0 0,0-1-1 0 0,0 0 0 0 0,0 0 0 0 0,0 0 0 0 0,-1 0 0 0 0,1-1 0 0 0,-1 0 0 0 0,0 0 0 0 0,0 0 0 0 0,5-8 0 0 0,4-7 125 0 0,-2-1-1 0 0,0 0 0 0 0,-1 0 1 0 0,-1-1-1 0 0,8-29 0 0 0,-4 2-34 0 0,8-58 0 0 0,-15 68-588 0 0,2-1 0 0 0,26-73 0 0 0,-30 104 215 0 0,0 0 0 0 0,0 1-1 0 0,10-13 1 0 0,0 1 236 0 0,-9 10 12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1.9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89 5065 0 0,'0'-1'211'0'0,"-1"1"-1"0"0,0-1 1 0 0,0 1-1 0 0,0-1 1 0 0,0 1-1 0 0,0-1 1 0 0,0 0-1 0 0,1 1 1 0 0,-1-1-1 0 0,0 0 1 0 0,1 0-1 0 0,-1 1 1 0 0,0-1 0 0 0,1 0-1 0 0,-1 0 1 0 0,1 0-1 0 0,-1 0 1 0 0,1 0-1 0 0,0 0 1 0 0,-1 0-1 0 0,1 0 1 0 0,0 0-1 0 0,0 0 1 0 0,0 0-1 0 0,0 0 1 0 0,-1 0-1 0 0,1 0 1 0 0,1 0 0 0 0,-1 0-1 0 0,0 0 1 0 0,0-1-1 0 0,2-1 115 0 0,-1 1-1 0 0,0 0 1 0 0,1 0 0 0 0,0 0-1 0 0,-1 0 1 0 0,1 0-1 0 0,0 0 1 0 0,0 1 0 0 0,0-1-1 0 0,0 0 1 0 0,0 1 0 0 0,3-2-1 0 0,8-3 554 0 0,0 0 0 0 0,0 0 0 0 0,24-6 0 0 0,-35 11-847 0 0,0 0 1 0 0,1 1 0 0 0,-1-1-1 0 0,1 1 1 0 0,-1-1 0 0 0,0 1-1 0 0,1 0 1 0 0,-1 0 0 0 0,1 0 0 0 0,-1 0-1 0 0,1 0 1 0 0,-1 1 0 0 0,1-1-1 0 0,-1 1 1 0 0,0 0 0 0 0,1 0-1 0 0,-1 0 1 0 0,0 0 0 0 0,0 0 0 0 0,0 0-1 0 0,0 0 1 0 0,1 1 0 0 0,-2-1-1 0 0,1 1 1 0 0,0-1 0 0 0,0 1 0 0 0,0 0-1 0 0,-1 0 1 0 0,1 0 0 0 0,-1 0-1 0 0,0 0 1 0 0,1 0 0 0 0,-1 0-1 0 0,0 0 1 0 0,0 0 0 0 0,0 1 0 0 0,-1-1-1 0 0,1 0 1 0 0,0 5 0 0 0,2 9 237 0 0,-1 0 0 0 0,-1 0 0 0 0,0 0 0 0 0,-3 31 0 0 0,1-27-203 0 0,-2 8-33 0 0,0 28 115 0 0,3-53-140 0 0,0 0 0 0 0,1 0 1 0 0,-1 0-1 0 0,0 0 0 0 0,1-1 0 0 0,0 1 0 0 0,0 0 1 0 0,0 0-1 0 0,0 0 0 0 0,0 0 0 0 0,1-1 0 0 0,-1 1 0 0 0,1-1 1 0 0,3 5-1 0 0,-4-6 10 0 0,0 0 1 0 0,1-1-1 0 0,-1 1 1 0 0,1 0-1 0 0,-1 0 1 0 0,1-1-1 0 0,0 1 1 0 0,-1 0-1 0 0,1-1 1 0 0,-1 0-1 0 0,1 1 1 0 0,0-1-1 0 0,0 0 1 0 0,-1 0 0 0 0,1 0-1 0 0,0 0 1 0 0,-1 0-1 0 0,1 0 1 0 0,0-1-1 0 0,-1 1 1 0 0,1-1-1 0 0,0 1 1 0 0,-1-1-1 0 0,1 1 1 0 0,-1-1-1 0 0,3-1 1 0 0,46-28-87 0 0,-30 16 100 0 0,29-13-2274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12.3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28 12899 0 0,'0'-2'117'0'0,"1"1"1"0"0,-1 0 0 0 0,1-1-1 0 0,-1 1 1 0 0,1 0-1 0 0,0 0 1 0 0,0-1 0 0 0,0 1-1 0 0,0 0 1 0 0,0 0-1 0 0,0 0 1 0 0,0 0 0 0 0,0 0-1 0 0,0 0 1 0 0,0 1-1 0 0,0-1 1 0 0,1 0 0 0 0,-1 1-1 0 0,0-1 1 0 0,0 0-1 0 0,1 1 1 0 0,-1 0 0 0 0,1-1-1 0 0,-1 1 1 0 0,0 0-1 0 0,3-1 1 0 0,2 0 406 0 0,0 0-1 0 0,0 0 1 0 0,0 0 0 0 0,0 1-1 0 0,9 1 1 0 0,-6 0-216 0 0,-1 2 0 0 0,1-1 0 0 0,-1 1 0 0 0,0 1 0 0 0,0-1-1 0 0,0 1 1 0 0,0 1 0 0 0,-1 0 0 0 0,1 0 0 0 0,-1 0 0 0 0,-1 1 0 0 0,10 9 0 0 0,0 2-191 0 0,-1 0 0 0 0,-1 1-1 0 0,21 34 1 0 0,-8-4 110 0 0,-3 1-1 0 0,-1 1 1 0 0,-3 1 0 0 0,26 102-1 0 0,-31-84-88 0 0,-3 1 1 0 0,-4 0-1 0 0,1 98 0 0 0,-10-107-101 0 0,-2 0 1 0 0,-17 84-1 0 0,14-114-28 0 0,-1-1 1 0 0,-2 1-1 0 0,-1-1 0 0 0,-2-1 1 0 0,0 0-1 0 0,-25 40 0 0 0,28-55-177 0 0,-1 0-1 0 0,-1-1 0 0 0,0-1 0 0 0,0 1 1 0 0,-2-2-1 0 0,1 0 0 0 0,-1 0 0 0 0,-1-1 1 0 0,0-1-1 0 0,-21 11 0 0 0,2-7-8313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2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9 634 5985 0 0,'-1'-11'973'0'0,"-1"0"0"0"0,2-1 0 0 0,-1 1 0 0 0,3-16 0 0 0,-1-15 1668 0 0,-1 24-1233 0 0,0 11-545 0 0,0 1-1 0 0,0-1 0 0 0,-1 1 0 0 0,0-1 0 0 0,0 1 0 0 0,-4-13 0 0 0,5 19-830 0 0,1 0 0 0 0,-1 0 0 0 0,0 0 1 0 0,0 0-1 0 0,0 0 0 0 0,1 0 0 0 0,-1 1 1 0 0,0-1-1 0 0,0 0 0 0 0,0 0 0 0 0,0 0 0 0 0,1 0 1 0 0,-1 0-1 0 0,0 0 0 0 0,0 0 0 0 0,0 0 0 0 0,1 0 1 0 0,-1 0-1 0 0,0 0 0 0 0,0-1 0 0 0,0 1 0 0 0,1 0 1 0 0,-1 0-1 0 0,0 0 0 0 0,0 0 0 0 0,0 0 1 0 0,0 0-1 0 0,1 0 0 0 0,-1 0 0 0 0,0-1 0 0 0,0 1 1 0 0,0 0-1 0 0,0 0 0 0 0,0 0 0 0 0,0 0 0 0 0,1 0 1 0 0,-1-1-1 0 0,0 1 0 0 0,0 0 0 0 0,0 0 0 0 0,0 0 1 0 0,0-1-1 0 0,0 1 0 0 0,0 0 0 0 0,0 0 1 0 0,0 0-1 0 0,0 0 0 0 0,0-1 0 0 0,0 1 0 0 0,0 0 1 0 0,0 0-1 0 0,0 0 0 0 0,0-1 0 0 0,0 1 0 0 0,0 0 1 0 0,0 0-1 0 0,0 0 0 0 0,0-1 0 0 0,0 1 1 0 0,0 0-1 0 0,0 0 0 0 0,0 0 0 0 0,-1 0 0 0 0,1-1 1 0 0,6 2-6 0 0,0 0 1 0 0,-1 0-1 0 0,1 1 1 0 0,-1 0-1 0 0,1 0 1 0 0,-1 0-1 0 0,0 1 1 0 0,0-1-1 0 0,0 1 1 0 0,0 1-1 0 0,0-1 1 0 0,-1 0-1 0 0,7 7 1 0 0,50 55 60 0 0,-2 2 0 0 0,64 96 0 0 0,-56-71-56 0 0,-61-85 10 0 0,0 0 0 0 0,1 0 0 0 0,-1 0 0 0 0,2-1 0 0 0,-1 0 0 0 0,15 10-1 0 0,-21-15-31 0 0,1 0-1 0 0,-1 0 0 0 0,1 0 0 0 0,-1 0 0 0 0,1-1 0 0 0,0 1 0 0 0,-1 0 0 0 0,1-1 0 0 0,0 1 0 0 0,0-1 0 0 0,-1 1 0 0 0,1-1 0 0 0,0 0 0 0 0,0 0 0 0 0,0 0 0 0 0,0 0 0 0 0,-1 0 0 0 0,1 0 1 0 0,0 0-1 0 0,0-1 0 0 0,0 1 0 0 0,-1-1 0 0 0,1 1 0 0 0,0-1 0 0 0,-1 0 0 0 0,1 1 0 0 0,0-1 0 0 0,-1 0 0 0 0,1 0 0 0 0,-1 0 0 0 0,1-1 0 0 0,-1 1 0 0 0,0 0 0 0 0,0 0 0 0 0,1-1 0 0 0,-1 1 1 0 0,0-1-1 0 0,0 1 0 0 0,0-1 0 0 0,0 1 0 0 0,-1-1 0 0 0,2-1 0 0 0,6-20 234 0 0,-1 0 0 0 0,-1 0 0 0 0,-1 0 0 0 0,-1-1 0 0 0,2-33 0 0 0,0 3-9 0 0,17-150 225 0 0,41-232-508 0 0,-64 435-399 0 0,6-22 1139 0 0,-1 14-2471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2.5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 8290 0 0,'-23'16'3018'0'0,"4"-1"-1670"0"0,-6 4-162 0 0,0 2 1 0 0,2 0-1 0 0,1 1 1 0 0,-31 40-1 0 0,52-61-1155 0 0,0 0 0 0 0,1 0-1 0 0,-1 0 1 0 0,1 0 0 0 0,-1 0 0 0 0,1 0 0 0 0,-1 0-1 0 0,1 0 1 0 0,-1 0 0 0 0,1 0 0 0 0,0 0 0 0 0,0 0 0 0 0,0 0-1 0 0,-1 0 1 0 0,1 0 0 0 0,0 0 0 0 0,0 0 0 0 0,0 0-1 0 0,1 0 1 0 0,-1 0 0 0 0,0 0 0 0 0,0 0 0 0 0,1 0-1 0 0,-1 0 1 0 0,0 0 0 0 0,1 2 0 0 0,1-2-11 0 0,-1 1 0 0 0,1-1 1 0 0,-1 1-1 0 0,1-1 0 0 0,0 1 0 0 0,0-1 1 0 0,-1 0-1 0 0,1 0 0 0 0,0 0 0 0 0,0 0 1 0 0,0 0-1 0 0,3 0 0 0 0,9 3 42 0 0,0-1 0 0 0,-1-1-1 0 0,19 2 1 0 0,-27-4 36 0 0,18 2 36 0 0,0 1-1 0 0,35 9 0 0 0,-53-11-99 0 0,-1 0-1 0 0,1 0 1 0 0,0 1 0 0 0,-1 0 0 0 0,1 0-1 0 0,-1 0 1 0 0,1 1 0 0 0,-1-1-1 0 0,0 1 1 0 0,0 0 0 0 0,0 0 0 0 0,0 1-1 0 0,-1-1 1 0 0,1 1 0 0 0,-1 0-1 0 0,0 0 1 0 0,0 0 0 0 0,3 6 0 0 0,-5-5 21 0 0,0 0 1 0 0,0 0-1 0 0,0 0 1 0 0,-1 0 0 0 0,0 0-1 0 0,0 0 1 0 0,0 0 0 0 0,-1 0-1 0 0,1 0 1 0 0,-1-1 0 0 0,-1 1-1 0 0,1 0 1 0 0,0 0-1 0 0,-1-1 1 0 0,0 1 0 0 0,0-1-1 0 0,-1 1 1 0 0,1-1 0 0 0,-5 6-1 0 0,-2 3 150 0 0,-1 0-1 0 0,0-1 0 0 0,-1 0 0 0 0,-21 18 0 0 0,32-30-203 0 0,-8 7 109 0 0,-1 0 1 0 0,-1 0 0 0 0,-17 9-1 0 0,26-15-130 0 0,0 0 1 0 0,-1-1-1 0 0,1 1 0 0 0,0 0 0 0 0,-1-1 0 0 0,1 1 0 0 0,-1 0 0 0 0,1-1 0 0 0,-1 0 0 0 0,0 1 0 0 0,1-1 0 0 0,-1 0 1 0 0,1 0-1 0 0,-1 0 0 0 0,0 0 0 0 0,1 0 0 0 0,-1 0 0 0 0,1 0 0 0 0,-1-1 0 0 0,1 1 0 0 0,-1 0 0 0 0,1-1 0 0 0,-1 0 1 0 0,1 1-1 0 0,-1-1 0 0 0,1 0 0 0 0,-1 0 0 0 0,1 1 0 0 0,0-1 0 0 0,-1 0 0 0 0,1 0 0 0 0,0-1 0 0 0,0 1 1 0 0,0 0-1 0 0,0 0 0 0 0,0 0 0 0 0,-1-3 0 0 0,2 3-138 0 0,-1 0 1 0 0,1 0-1 0 0,0 0 0 0 0,0 0 1 0 0,-1 0-1 0 0,1 0 0 0 0,0 0 1 0 0,0 0-1 0 0,0-1 1 0 0,0 1-1 0 0,0 0 0 0 0,1 0 1 0 0,-1 0-1 0 0,0 0 0 0 0,0 0 1 0 0,1 0-1 0 0,-1 0 0 0 0,1 0 1 0 0,-1 0-1 0 0,1 0 0 0 0,-1 0 1 0 0,2-1-1 0 0,-1-1-864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2.8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88 4609 0 0,'0'0'208'0'0,"28"-9"7318"0"0,-10 0-5072 0 0,83-34 3561 0 0,-84 37-6859 0 0,1 0 1 0 0,0 1-1 0 0,33-4 0 0 0,-44 9-1523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2.9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6913 0 0,'9'7'579'0'0,"1"-1"0"0"0,0-1-1 0 0,0 0 1 0 0,0 0-1 0 0,1-1 1 0 0,-1-1-1 0 0,1 1 1 0 0,0-2 0 0 0,18 3-1 0 0,-22-4-626 0 0,0 0-1 0 0,0-1 1 0 0,0 1-1 0 0,0-2 1 0 0,0 1-1 0 0,0-1 1 0 0,0 0-1 0 0,0-1 1 0 0,0 1-1 0 0,0-1 1 0 0,0-1-1 0 0,-1 1 1 0 0,1-1-1 0 0,-1 0 1 0 0,0-1-1 0 0,8-4 1 0 0,0-6-145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3.5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22 460 10594 0 0,'-22'-16'1153'0'0,"23"16"-1073"0"0,-1 0 1 0 0,0 0 0 0 0,0 0-1 0 0,1 0 1 0 0,-1 0 0 0 0,0 0-1 0 0,0 0 1 0 0,1 0 0 0 0,-1 0 0 0 0,0 0-1 0 0,0 0 1 0 0,1 0 0 0 0,-1 0-1 0 0,0 0 1 0 0,0 0 0 0 0,0 0-1 0 0,1-1 1 0 0,-1 1 0 0 0,1-1 484 0 0,-1 1-485 0 0,0 0 1 0 0,1 0 0 0 0,-1-1 0 0 0,0 1-1 0 0,0 0 1 0 0,0 0 0 0 0,0-1-1 0 0,0 1 1 0 0,0 0 0 0 0,0 0-1 0 0,0 0 1 0 0,0-1 0 0 0,1 1 0 0 0,-1 0-1 0 0,0 0 1 0 0,0-1 0 0 0,0 1-1 0 0,0 0 1 0 0,-1 0 0 0 0,1-1-1 0 0,0 1 1 0 0,0 0 0 0 0,0 0 0 0 0,0-1-1 0 0,0 1 1 0 0,0 0 0 0 0,0 0-1 0 0,0-1 1 0 0,-1 0 484 0 0,0 1-484 0 0,1 0-1 0 0,0 0 1 0 0,0 0 0 0 0,0-1 0 0 0,-1 1-1 0 0,1 0 1 0 0,18 2 2476 0 0,-10 4-2334 0 0,0 0 0 0 0,0 0-1 0 0,-1 1 1 0 0,0 0 0 0 0,-1 0-1 0 0,1 0 1 0 0,-1 1 0 0 0,-1 0-1 0 0,0 0 1 0 0,8 15 0 0 0,-5-9-126 0 0,1 1 0 0 0,13 15 0 0 0,-17-25-88 0 0,0 0 1 0 0,1 0 0 0 0,0 0-1 0 0,-1-1 1 0 0,1 1-1 0 0,1-1 1 0 0,-1-1 0 0 0,1 1-1 0 0,-1-1 1 0 0,1 0-1 0 0,0-1 1 0 0,0 1 0 0 0,13 1-1 0 0,-16-3 30 0 0,-1-1 0 0 0,1 0 0 0 0,-1 0 0 0 0,1 0 1 0 0,-1 0-1 0 0,0-1 0 0 0,1 1 0 0 0,-1-1 0 0 0,1 0 0 0 0,-1 0 0 0 0,0 0 0 0 0,1 0 0 0 0,-1-1 0 0 0,0 1 0 0 0,0-1 0 0 0,0 0 0 0 0,0 0 1 0 0,0 0-1 0 0,-1 0 0 0 0,1 0 0 0 0,-1-1 0 0 0,1 1 0 0 0,-1-1 0 0 0,0 0 0 0 0,0 1 0 0 0,0-1 0 0 0,0 0 0 0 0,0 0 0 0 0,-1-1 0 0 0,2-3 0 0 0,1-3 141 0 0,-2 0 0 0 0,1 0 0 0 0,-1 0-1 0 0,0 0 1 0 0,-1 0 0 0 0,0-16-1 0 0,-6-68 529 0 0,0 28-368 0 0,4 46-380 0 0,4-135 175 0 0,-2 140-266 0 0,1 1 0 0 0,0 0 0 0 0,1 1-1 0 0,1-1 1 0 0,0 0 0 0 0,1 1 0 0 0,0 0 0 0 0,13-21 0 0 0,-18 32 8 0 0,1 1 1 0 0,0 0-1 0 0,-1-1 1 0 0,1 1 0 0 0,0 0-1 0 0,0-1 1 0 0,0 1-1 0 0,0 0 1 0 0,0 0-1 0 0,0 0 1 0 0,0 0-1 0 0,0 0 1 0 0,1 0 0 0 0,-1 0-1 0 0,0 0 1 0 0,0 1-1 0 0,1-1 1 0 0,-1 0-1 0 0,1 1 1 0 0,-1-1-1 0 0,1 1 1 0 0,-1 0 0 0 0,1-1-1 0 0,-1 1 1 0 0,1 0-1 0 0,-1 0 1 0 0,1 0-1 0 0,-1 0 1 0 0,1 0-1 0 0,-1 0 1 0 0,1 0 0 0 0,-1 1-1 0 0,1-1 1 0 0,-1 0-1 0 0,1 1 1 0 0,2 1-1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3.7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7834 0 0,'3'-1'353'0'0,"1"0"1"0"0,0 0-1 0 0,0 0 1 0 0,-1 1-1 0 0,1-1 1 0 0,0 1-1 0 0,0 0 1 0 0,0 0-1 0 0,0 0 1 0 0,-1 1 0 0 0,1 0-1 0 0,0-1 1 0 0,0 1-1 0 0,-1 0 1 0 0,1 1-1 0 0,0-1 1 0 0,-1 1-1 0 0,1 0 1 0 0,-1-1-1 0 0,0 1 1 0 0,0 1-1 0 0,0-1 1 0 0,0 0-1 0 0,0 1 1 0 0,0 0-1 0 0,0-1 1 0 0,-1 1 0 0 0,0 0-1 0 0,1 1 1 0 0,-1-1-1 0 0,2 4 1 0 0,2 4 125 0 0,0 1 0 0 0,-1 0 0 0 0,0 0 1 0 0,0 0-1 0 0,-2 0 0 0 0,1 1 1 0 0,2 25-1 0 0,7 58-269 0 0,-5-54-6701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4.0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1 175 3193 0 0,'0'-4'401'0'0,"0"0"0"0"0,0-1 0 0 0,0 1 1 0 0,0 0-1 0 0,1 0 0 0 0,0-1 0 0 0,0 1 0 0 0,0 0 1 0 0,1 0-1 0 0,-1 0 0 0 0,4-6 0 0 0,-2 7 186 0 0,-1 0 0 0 0,1 0 0 0 0,0 1-1 0 0,0-1 1 0 0,0 1 0 0 0,0-1 0 0 0,0 1-1 0 0,0 0 1 0 0,1 1 0 0 0,-1-1 0 0 0,1 0 0 0 0,7-1-1 0 0,104-34 5184 0 0,-65 25-5386 0 0,77-10 0 0 0,-41 9-3434 0 0,-68 10-3894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4.3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6449 0 0,'10'15'11953'0'0,"3"15"-8823"0"0,9 33-2364 0 0,24 134 391 0 0,-15-50-2815 0 0,-22-117 1114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4.6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3 305 6913 0 0,'-3'-2'12140'0'0,"13"7"-9771"0"0,-7-2-2385 0 0,1-1 1 0 0,-1 1-1 0 0,1-1 0 0 0,-1 1 1 0 0,0 0-1 0 0,5 6 1 0 0,19 36 603 0 0,-16-25-463 0 0,2 0-1 0 0,17 22 1 0 0,-27-38-117 0 0,1 0 0 0 0,0 0 1 0 0,-1 0-1 0 0,1 0 0 0 0,1-1 0 0 0,-1 0 0 0 0,0 0 0 0 0,1 0 0 0 0,0 0 0 0 0,-1-1 0 0 0,1 0 0 0 0,0 0 1 0 0,0 0-1 0 0,11 2 0 0 0,-12-4 32 0 0,0 0 0 0 0,0 0 1 0 0,0-1-1 0 0,-1 1 0 0 0,1-1 0 0 0,0 0 0 0 0,0 0 1 0 0,0 0-1 0 0,0 0 0 0 0,-1-1 0 0 0,1 0 1 0 0,0 1-1 0 0,-1-2 0 0 0,0 1 0 0 0,1 0 1 0 0,-1 0-1 0 0,0-1 0 0 0,0 0 0 0 0,0 0 0 0 0,-1 1 1 0 0,1-2-1 0 0,-1 1 0 0 0,4-5 0 0 0,1-3 125 0 0,0 0-1 0 0,-1-1 1 0 0,-1 1-1 0 0,0-1 1 0 0,7-24-1 0 0,-5 5 58 0 0,3-56-1 0 0,-7 52-373 0 0,12-50-1 0 0,-13 75-94 0 0,0 1 0 0 0,1 0 0 0 0,1-1 0 0 0,0 1 0 0 0,0 1 0 0 0,1-1 0 0 0,0 1 0 0 0,0 0 0 0 0,12-14 0 0 0,-1 7-743 0 0,3 3-9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5.0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84 10594 0 0,'-1'-3'283'0'0,"0"1"0"0"0,0-1 0 0 0,1 1 1 0 0,-1 0-1 0 0,1-1 0 0 0,-1 1 0 0 0,1-1 0 0 0,0 1 0 0 0,0-1 0 0 0,0 1 0 0 0,0-1 0 0 0,0 1 0 0 0,1-1 0 0 0,-1 1 0 0 0,1-1 0 0 0,0 1 0 0 0,0-1 0 0 0,-1 1 0 0 0,1 0 1 0 0,1 0-1 0 0,-1-1 0 0 0,0 1 0 0 0,1 0 0 0 0,-1 0 0 0 0,1 0 0 0 0,-1 0 0 0 0,1 1 0 0 0,0-1 0 0 0,0 0 0 0 0,0 1 0 0 0,0-1 0 0 0,0 1 0 0 0,0-1 0 0 0,0 1 0 0 0,5-2 1 0 0,-5 2-177 0 0,1 0 1 0 0,0 1 0 0 0,-1-1 0 0 0,1 0 0 0 0,-1 1-1 0 0,1-1 1 0 0,0 1 0 0 0,0 0 0 0 0,-1 0 0 0 0,1 0 0 0 0,0 0-1 0 0,-1 1 1 0 0,5 0 0 0 0,-3 0-85 0 0,1 1 0 0 0,-1-1 0 0 0,0 1 0 0 0,0 0 0 0 0,0 0 0 0 0,0 1 0 0 0,0-1 0 0 0,0 1 0 0 0,0 0 0 0 0,-1 0 0 0 0,0 0 0 0 0,1 0 0 0 0,-1 1 1 0 0,0-1-1 0 0,3 6 0 0 0,-2-2-15 0 0,0 1-1 0 0,-1-1 1 0 0,0 1 0 0 0,0 0 0 0 0,0 0 0 0 0,-1 0 0 0 0,2 16 0 0 0,-2-2-26 0 0,-1 1 0 0 0,-1 0 0 0 0,0 0 0 0 0,-2 0 0 0 0,-6 28 0 0 0,4-34-34 0 0,0-1 58 0 0,2-1 1 0 0,-3 26 0 0 0,5-38-5 0 0,0 0 1 0 0,0 0 0 0 0,0 0 0 0 0,0 0-1 0 0,1 0 1 0 0,-1 0 0 0 0,1 0 0 0 0,0 0-1 0 0,0 0 1 0 0,0 0 0 0 0,0 0 0 0 0,0 0 0 0 0,1-1-1 0 0,-1 1 1 0 0,1 0 0 0 0,0-1 0 0 0,0 1-1 0 0,-1-1 1 0 0,5 4 0 0 0,-3-5 16 0 0,-1 0 0 0 0,1 0 1 0 0,-1-1-1 0 0,1 1 0 0 0,-1-1 1 0 0,1 1-1 0 0,-1-1 0 0 0,1 0 1 0 0,-1 0-1 0 0,1 0 0 0 0,-1 0 1 0 0,1 0-1 0 0,0-1 0 0 0,-1 1 1 0 0,1-1-1 0 0,-1 0 0 0 0,0 1 1 0 0,1-1-1 0 0,-1 0 0 0 0,4-3 1 0 0,49-26 214 0 0,-53 28-222 0 0,65-41-1 0 0,178-108-2226 0 0,-203 128-5391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5.8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7803 5 5985 0 0,'-10'-4'11629'0'0,"32"167"-7664"0"0,36 87-2829 0 0,-54-236-1035 0 0,119 354 284 0 0,31-11 29 0 0,-110-258-384 0 0,60 106-21 0 0,-2-5-21 0 0,-98-190 13 0 0,1 1-1 0 0,-1 0 0 0 0,-1-1 0 0 0,0 1 0 0 0,0 0 0 0 0,-1 1 0 0 0,-1-1 1 0 0,1 21-1 0 0,-3-26 3 0 0,1 0-1 0 0,-1 0 1 0 0,-1 0 0 0 0,1 0 0 0 0,-1 0 0 0 0,0-1-1 0 0,0 1 1 0 0,-1 0 0 0 0,1-1 0 0 0,-2 0 0 0 0,1 1 0 0 0,0-1-1 0 0,-1-1 1 0 0,0 1 0 0 0,0 0 0 0 0,0-1 0 0 0,-9 8-1 0 0,4-6 92 0 0,-1 0 0 0 0,1-1-1 0 0,-1 0 1 0 0,0 0-1 0 0,0-1 1 0 0,0 0 0 0 0,0-1-1 0 0,-1 0 1 0 0,-21 3-1 0 0,-11-1-25 0 0,-51-1 0 0 0,51-3-53 0 0,-177 7-27 0 0,-585 30 88 0 0,360 9-627 0 0,284-28 309 0 0,-234 41-410 0 0,147-19 372 0 0,-12-1 109 0 0,-367 51 31 0 0,368-57 55 0 0,-456 53-328 0 0,509-66 451 0 0,-246 22 42 0 0,-120 14-235 0 0,319-29 110 0 0,1-1-13 0 0,-410 36-400 0 0,-3-51 142 0 0,-130-47-1045 0 0,765 32 338 0 0,1-3-3638 0 0,5-1-1505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6.2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0 255 4145 0 0,'2'-29'2405'0'0,"7"-44"0"0"0,-6 55-1104 0 0,0-1 1 0 0,-1 0 0 0 0,-1 0-1 0 0,0 0 1 0 0,-2 0 0 0 0,-3-20 0 0 0,70 495 4358 0 0,-30 12-6081 0 0,-8-91 669 0 0,-19-284-164 0 0,36 160 0 0 0,-34-213-427 0 0,1 0 1 0 0,2-1-1 0 0,2-1 0 0 0,1 0 1 0 0,2-1-1 0 0,33 48 0 0 0,-28-51-1096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6:36.7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0 526 1840 0 0,'60'-33'885'0'0,"0"2"-1"0"0,2 3 0 0 0,1 2 1 0 0,117-30-1 0 0,-93 37 905 0 0,0 4 1 0 0,1 3 0 0 0,106 0-1 0 0,388 0 2467 0 0,288-25-3244 0 0,-382 7-1072 0 0,1174-99 2935 0 0,-502 43-2241 0 0,-1127 86-583 0 0,555 12 774 0 0,-545-8-788 0 0,108 10 30 0 0,156 34 1 0 0,-19 14-8 0 0,-254-55-60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0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145 273 1840 0 0,'-17'-19'1227'0'0,"0"-2"0"0"0,2 0 0 0 0,-23-43 0 0 0,31 51-100 0 0,1 0 0 0 0,1 0-1 0 0,0-1 1 0 0,1 0 0 0 0,1 0 0 0 0,0 0-1 0 0,0 0 1 0 0,0-24 921 0 0,4 48 370 0 0,0 29-2168 0 0,0-1-1 0 0,-3 0 0 0 0,-9 56 1 0 0,6-51-186 0 0,2 16-10 0 0,3 0 0 0 0,2 0 0 0 0,14 81 0 0 0,-9-83-22 0 0,33 231 314 0 0,23 269 1454 0 0,-63-513-1727 0 0,-8 55-1 0 0,8-92-144 0 0,-1-6 5 0 0,1 2-195 0 0,0 0 0 0 0,-1-1 1 0 0,1 1-1 0 0,0 0 1 0 0,0 0-1 0 0,1-1 1 0 0,-1 1-1 0 0,0 0 0 0 0,2 3 1 0 0,0-3-1041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0.7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60 199 3681 0 0,'-49'-2'5429'0'0,"39"0"-1335"0"0,33-1-2180 0 0,255-37 3000 0 0,-26 2-2919 0 0,-100 28-1470 0 0,192-24-53 0 0,-227 12-422 0 0,129-20-372 0 0,-229 40-11 0 0,11-1-200 0 0,-10 2-2756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1.1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48 2817 0 0,'14'-2'7982'0'0,"14"-6"-4527"0"0,59-13 163 0 0,-54 15-2730 0 0,0 1 0 0 0,1 2 0 0 0,36 1-1 0 0,-41 3-1697 0 0,-1 1-1 0 0,30 7 0 0 0,-35-7-2850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1.5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 2761 0 0,'1'0'266'0'0,"0"0"-1"0"0,0-1 1 0 0,-1 1 0 0 0,1-1 0 0 0,0 1 0 0 0,0 0 0 0 0,0 0 0 0 0,0-1 0 0 0,0 1 0 0 0,0 0 0 0 0,0 0 0 0 0,0 0 0 0 0,0 0 0 0 0,0 0 0 0 0,0 0 0 0 0,0 0 0 0 0,0 1 0 0 0,0-1 0 0 0,0 0 0 0 0,0 0-1 0 0,0 1 1 0 0,-1-1 0 0 0,1 1 0 0 0,0-1 0 0 0,0 1 0 0 0,0-1 0 0 0,0 1 0 0 0,-1-1 0 0 0,1 1 0 0 0,0 0 0 0 0,0-1 0 0 0,-1 1 0 0 0,1 0 0 0 0,-1 0 0 0 0,1-1 0 0 0,-1 1 0 0 0,1 0 0 0 0,-1 0-1 0 0,1 2 1 0 0,1 2 685 0 0,-1 1 0 0 0,-1 0-1 0 0,1 0 1 0 0,-1 0-1 0 0,-1 10 1 0 0,2 9-490 0 0,18 105 1297 0 0,5 63-906 0 0,-9 83-374 0 0,7 85-49 0 0,-20-293-405 0 0,-3-1 0 0 0,-3 0 0 0 0,-3 0 1 0 0,-18 77-1 0 0,22-114-2123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2.2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0 184 3225 0 0,'1'-1'7287'0'0,"20"0"-4461"0"0,72-5-1650 0 0,31-8 462 0 0,4-2-171 0 0,185 0 1 0 0,156 19-739 0 0,-1-36-277 0 0,-407 26-218 0 0,-1-3 0 0 0,1-2 0 0 0,87-31 1 0 0,-147 43-239 0 0,0 0 1 0 0,-1 0 0 0 0,1 0 0 0 0,-1 0 0 0 0,1 0 0 0 0,-1-1 0 0 0,1 1-1 0 0,-1 0 1 0 0,1 0 0 0 0,-1-1 0 0 0,1 1 0 0 0,-1 0 0 0 0,1-1 0 0 0,-1 1 0 0 0,1 0-1 0 0,-1-1 1 0 0,0 1 0 0 0,1-1 0 0 0,-1 1 0 0 0,0-1 0 0 0,1 1 0 0 0,-1-1-1 0 0,0 1 1 0 0,0-1 0 0 0,1 1 0 0 0,-1-1 0 0 0,0 1 0 0 0,0-1 0 0 0,0 1 0 0 0,0-1-1 0 0,0 0 1 0 0,0 1 0 0 0,1-1 0 0 0,-1 1 0 0 0,-1-1 0 0 0,1 1 0 0 0,0-1-1 0 0,0 0 1 0 0,0 1 0 0 0,0-1 0 0 0,0 1 0 0 0,-1-2 0 0 0,0-6-1363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2.8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1 453 2216 0 0,'4'-20'1305'0'0,"2"1"0"0"0,0 0-1 0 0,1 0 1 0 0,1 1 0 0 0,1 0-1 0 0,0 0 1 0 0,1 1 0 0 0,1 0-1 0 0,1 1 1 0 0,17-19 0 0 0,-27 33-1184 0 0,-1 1 0 0 0,0-1 0 0 0,1 1 1 0 0,-1-1-1 0 0,1 1 0 0 0,-1 0 0 0 0,1 0 1 0 0,0 0-1 0 0,0 0 0 0 0,-1 0 0 0 0,1 0 1 0 0,0 1-1 0 0,0-1 0 0 0,0 1 0 0 0,0-1 1 0 0,0 1-1 0 0,0-1 0 0 0,0 1 0 0 0,0 0 1 0 0,0 0-1 0 0,0 0 0 0 0,0 0 0 0 0,0 1 1 0 0,0-1-1 0 0,0 0 0 0 0,-1 1 1 0 0,1-1-1 0 0,0 1 0 0 0,0 0 0 0 0,0 0 1 0 0,0-1-1 0 0,-1 1 0 0 0,1 0 0 0 0,0 1 1 0 0,-1-1-1 0 0,1 0 0 0 0,1 2 0 0 0,6 7-66 0 0,0-1 0 0 0,-1 1 0 0 0,0 1 0 0 0,12 20 0 0 0,-2-3 129 0 0,38 40-171 0 0,-49-61-13 0 0,0 0 0 0 0,0-1-1 0 0,0 0 1 0 0,1 0 0 0 0,0 0-1 0 0,0-1 1 0 0,11 4 0 0 0,-18-8 4 0 0,1-1 0 0 0,-1 0 0 0 0,0 1 0 0 0,1-1 0 0 0,-1 0 0 0 0,1 0 0 0 0,-1 0 0 0 0,0 0 0 0 0,1 0 0 0 0,-1 0 0 0 0,1 0 1 0 0,-1-1-1 0 0,0 1 0 0 0,1 0 0 0 0,-1-1 0 0 0,1 1 0 0 0,-1-1 0 0 0,0 0 0 0 0,0 1 0 0 0,1-1 0 0 0,-1 0 0 0 0,0 0 0 0 0,0 0 0 0 0,0 0 1 0 0,0 0-1 0 0,0 0 0 0 0,0 0 0 0 0,0 0 0 0 0,0 0 0 0 0,0 0 0 0 0,-1 0 0 0 0,2-2 0 0 0,3-7 52 0 0,0 1 1 0 0,-1-1-1 0 0,5-15 0 0 0,-2 6 2 0 0,13-29-5 0 0,33-73 149 0 0,-45 105-182 0 0,1 0 0 0 0,1 1 0 0 0,0 0 0 0 0,1 0 0 0 0,14-13 0 0 0,-24 27-18 0 0,0 0 1 0 0,0 0 0 0 0,0-1-1 0 0,1 1 1 0 0,-1 0-1 0 0,0 0 1 0 0,1 1-1 0 0,-1-1 1 0 0,1 0 0 0 0,-1 0-1 0 0,1 1 1 0 0,0-1-1 0 0,-1 1 1 0 0,1-1 0 0 0,-1 1-1 0 0,1 0 1 0 0,0 0-1 0 0,-1-1 1 0 0,1 1-1 0 0,0 0 1 0 0,-1 0 0 0 0,1 1-1 0 0,0-1 1 0 0,-1 0-1 0 0,1 1 1 0 0,0-1 0 0 0,-1 1-1 0 0,1-1 1 0 0,-1 1-1 0 0,1 0 1 0 0,-1-1-1 0 0,1 1 1 0 0,-1 0 0 0 0,1 0-1 0 0,-1 0 1 0 0,0 0-1 0 0,0 1 1 0 0,0-1 0 0 0,1 0-1 0 0,0 3 1 0 0,7 6 27 0 0,-1 1 0 0 0,-1 1 0 0 0,0-1 0 0 0,7 16 0 0 0,-4-8-14 0 0,7 10-16 0 0,1-1 0 0 0,1-1 0 0 0,1-1 0 0 0,1-1 0 0 0,40 37 0 0 0,-59-60 0 0 0,0-1 0 0 0,-1 1 0 0 0,1-1 0 0 0,0 0 0 0 0,0 1 0 0 0,0-1 0 0 0,0 0 0 0 0,1 0 0 0 0,-1-1 0 0 0,0 1 0 0 0,0 0 0 0 0,1-1 0 0 0,-1 1 0 0 0,0-1 0 0 0,0 0 0 0 0,1 0 0 0 0,-1 0 0 0 0,0 0 0 0 0,1 0 0 0 0,-1 0 0 0 0,0-1 0 0 0,1 1 0 0 0,-1-1 0 0 0,0 1 0 0 0,0-1 0 0 0,0 0 0 0 0,1 0 0 0 0,-1 0 0 0 0,0 0 0 0 0,0 0 0 0 0,0-1 0 0 0,-1 1 0 0 0,1-1 0 0 0,0 1 0 0 0,0-1 0 0 0,-1 0 0 0 0,1 1 0 0 0,-1-1 0 0 0,2-2 0 0 0,7-9 0 0 0,-1 0 0 0 0,-1-1 0 0 0,0 0 0 0 0,9-22 0 0 0,-14 30 0 0 0,15-35 0 0 0,38-74 0 0 0,-48 101 0 0 0,1 0 0 0 0,1 1 0 0 0,-1 0 0 0 0,2 0 0 0 0,20-18 0 0 0,-30 29 8 0 0,1 0 0 0 0,-1 1-1 0 0,1-1 1 0 0,0 1 0 0 0,0 0 0 0 0,-1-1 0 0 0,1 1 0 0 0,0 0 0 0 0,0 0 0 0 0,1 0-1 0 0,-1 0 1 0 0,0 0 0 0 0,0 1 0 0 0,0-1 0 0 0,0 1 0 0 0,1-1 0 0 0,-1 1-1 0 0,0 0 1 0 0,1 0 0 0 0,-1 0 0 0 0,0 0 0 0 0,0 0 0 0 0,1 1 0 0 0,-1-1 0 0 0,0 1-1 0 0,0-1 1 0 0,0 1 0 0 0,1 0 0 0 0,2 2 0 0 0,-1 0 11 0 0,0 0 0 0 0,-1 0 0 0 0,0 1 0 0 0,0-1 1 0 0,0 1-1 0 0,0 0 0 0 0,0 0 0 0 0,-1 0 0 0 0,0 0 0 0 0,0 0 1 0 0,0 1-1 0 0,0-1 0 0 0,1 7 0 0 0,5 22 27 0 0,-1 1 0 0 0,-2 0 0 0 0,1 45 0 0 0,-5-44-188 0 0,3 0 0 0 0,0 0 0 0 0,11 36 0 0 0,-12-61-182 0 0,1 0 1 0 0,0-1-1 0 0,1 1 1 0 0,6 11-1 0 0,5 1-6008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3.5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70 173 1840 0 0,'-4'-1'445'0'0,"0"0"-1"0"0,0 1 0 0 0,0-1 0 0 0,0 1 0 0 0,0-1 1 0 0,0 1-1 0 0,0 1 0 0 0,0-1 0 0 0,-5 1 1 0 0,-16 1 5227 0 0,82-7 249 0 0,33-13-3818 0 0,-17 3-1166 0 0,311-28 10 0 0,2 30-166 0 0,-376 13-780 0 0,75-5 117 0 0,-1-3 0 0 0,0-4 0 0 0,95-26 0 0 0,-163 34-801 0 0,0 1 1 0 0,0 0 0 0 0,22-1-1 0 0,-35 2-229 0 0,8 3 2939 0 0,-7 3-1942 0 0,0 0 0 0 0,0 0 0 0 0,0 0 1 0 0,-1 0-1 0 0,1 0 0 0 0,-1 1 0 0 0,-1-1 0 0 0,1 1 0 0 0,0 0 1 0 0,-1 0-1 0 0,0 0 0 0 0,0 0 0 0 0,-1 1 0 0 0,2 5 1 0 0,40 237 247 0 0,4 20-305 0 0,-29-184-4 0 0,-4 1 0 0 0,5 143 0 0 0,0-36-301 0 0,-20-166-348 0 0,-1-10-5671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5.0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4547 1 3945 0 0,'-18'8'8635'0'0,"-13"19"-4669"0"0,30-25-3767 0 0,-1 0-1 0 0,0 0 0 0 0,1 0 1 0 0,0 0-1 0 0,0 0 1 0 0,0 0-1 0 0,0 1 0 0 0,0-1 1 0 0,0 0-1 0 0,0 1 0 0 0,1-1 1 0 0,-1 1-1 0 0,1-1 1 0 0,-1 1-1 0 0,1-1 0 0 0,0 1 1 0 0,1 2-1 0 0,-1-3-134 0 0,1 0 0 0 0,-1 0 1 0 0,1 0-1 0 0,0 0 0 0 0,0 0 0 0 0,0 0 0 0 0,0 0 0 0 0,1-1 0 0 0,-1 1 0 0 0,0 0 0 0 0,1-1 1 0 0,-1 1-1 0 0,1-1 0 0 0,-1 1 0 0 0,1-1 0 0 0,2 2 0 0 0,3 0-43 0 0,0 1 0 0 0,0-1 0 0 0,0-1 0 0 0,0 1-1 0 0,1-1 1 0 0,-1 0 0 0 0,1-1 0 0 0,-1 0 0 0 0,1 0 0 0 0,8 0 0 0 0,11-3 90 0 0,30 1-49 0 0,-53 1-56 0 0,-1 0 1 0 0,0 0-1 0 0,0 0 0 0 0,0 1 0 0 0,0 0 1 0 0,0 0-1 0 0,0-1 0 0 0,0 2 1 0 0,0-1-1 0 0,-1 0 0 0 0,1 1 0 0 0,0-1 1 0 0,4 4-1 0 0,-7-4-8 0 0,1 0-1 0 0,-1 0 1 0 0,1 0-1 0 0,-1 0 1 0 0,0 0-1 0 0,1 0 1 0 0,-1 0 0 0 0,0 1-1 0 0,0-1 1 0 0,0 0-1 0 0,0 0 1 0 0,0 0-1 0 0,0 0 1 0 0,0 0 0 0 0,0 0-1 0 0,0 0 1 0 0,-1 0-1 0 0,1 1 1 0 0,0-1-1 0 0,-1 0 1 0 0,1 0-1 0 0,-1 0 1 0 0,1 0 0 0 0,-1 0-1 0 0,0-1 1 0 0,1 1-1 0 0,-1 0 1 0 0,-1 1-1 0 0,-24 30-235 0 0,20-25 198 0 0,-23 24 10 0 0,-40 33-1 0 0,44-42 127 0 0,0 2-1 0 0,1 0 0 0 0,-21 29 0 0 0,43-51-97 0 0,1 0 1 0 0,-1 0 0 0 0,1 0-1 0 0,0 0 1 0 0,0 1 0 0 0,0-1-1 0 0,0 0 1 0 0,0 1-1 0 0,0-1 1 0 0,0 1 0 0 0,1-1-1 0 0,0 1 1 0 0,-1-1 0 0 0,1 4-1 0 0,0-5-12 0 0,0 1 0 0 0,1-1-1 0 0,-1 0 1 0 0,1 1-1 0 0,-1-1 1 0 0,1 0 0 0 0,-1 1-1 0 0,1-1 1 0 0,0 0 0 0 0,-1 0-1 0 0,1 0 1 0 0,0 0-1 0 0,0 0 1 0 0,0 0 0 0 0,0 0-1 0 0,0 0 1 0 0,0 0 0 0 0,0 0-1 0 0,2 1 1 0 0,3 1-51 0 0,0-1 0 0 0,0 1 0 0 0,0-1 0 0 0,0 0 0 0 0,1-1 0 0 0,-1 1 0 0 0,1-1 0 0 0,-1-1 0 0 0,9 1 0 0 0,39-3 39 0 0,-43 1 22 0 0,0 0 0 0 0,0 0 0 0 0,0 1 0 0 0,0 0 0 0 0,0 1 0 0 0,0 1 0 0 0,0 0 0 0 0,0 0-1 0 0,20 8 1 0 0,-30-10 8 0 0,0 1-1 0 0,0-1 1 0 0,0 1-1 0 0,0-1 1 0 0,0 1-1 0 0,-1 0 1 0 0,1 0-1 0 0,0-1 1 0 0,-1 1-1 0 0,1 0 1 0 0,0 0-1 0 0,-1 0 1 0 0,1 0-1 0 0,-1 0 1 0 0,1 0-1 0 0,-1-1 1 0 0,0 1-1 0 0,1 0 0 0 0,-1 0 1 0 0,0 1-1 0 0,0-1 1 0 0,0 0-1 0 0,0 0 1 0 0,0 0-1 0 0,0 1 1 0 0,0 1 18 0 0,-1 1 1 0 0,1-1-1 0 0,-1 0 0 0 0,0 1 0 0 0,0-1 1 0 0,-1 0-1 0 0,1 0 0 0 0,-3 3 1 0 0,-3 7 81 0 0,-1-1-1 0 0,-17 18 1 0 0,9-12-94 0 0,9-12-140 0 0,1 0-1 0 0,0 0 1 0 0,1 1 0 0 0,0 0 0 0 0,0 0-1 0 0,0 0 1 0 0,1 0 0 0 0,-6 14-1 0 0,10-20 41 0 0,0 0 0 0 0,0 0-1 0 0,-1-1 1 0 0,1 1 0 0 0,0 0 0 0 0,0-1-1 0 0,0 1 1 0 0,0 0 0 0 0,0 0-1 0 0,1-1 1 0 0,-1 1 0 0 0,0 0-1 0 0,0-1 1 0 0,0 1 0 0 0,1 0 0 0 0,-1 0-1 0 0,0-1 1 0 0,1 1 0 0 0,-1-1-1 0 0,0 1 1 0 0,1 0 0 0 0,-1-1-1 0 0,1 1 1 0 0,-1-1 0 0 0,1 1 0 0 0,-1-1-1 0 0,1 1 1 0 0,-1-1 0 0 0,1 1-1 0 0,0-1 1 0 0,-1 0 0 0 0,1 1-1 0 0,0-1 1 0 0,-1 0 0 0 0,1 0 0 0 0,0 1-1 0 0,-1-1 1 0 0,3 0 0 0 0,37 4-2141 0 0,-8-1 2453 0 0,-26 0 63 0 0,0 0 0 0 0,1 1 0 0 0,-1 0 0 0 0,-1 1 0 0 0,1-1 0 0 0,-1 1 0 0 0,0 0 0 0 0,0 0 0 0 0,0 1 0 0 0,-1 0 0 0 0,1-1 0 0 0,-1 2 0 0 0,-1-1 0 0 0,1 0 0 0 0,-1 1 0 0 0,0-1 0 0 0,3 14 0 0 0,4 12 374 0 0,-2 1-1 0 0,6 48 0 0 0,-13-76-584 0 0,17 270 732 0 0,-16-191-867 0 0,3 0 1 0 0,18 86-1 0 0,-13-102 146 0 0,-2 0 1 0 0,-3 125 0 0 0,-5-181-71 0 0,5 124 956 0 0,-4-131-909 0 0,0 0 0 0 0,0 1 1 0 0,0-1-1 0 0,1 0 1 0 0,-1 1-1 0 0,5 7 0 0 0,-4-9-13 0 0,0 1-1 0 0,0 0 0 0 0,0 0 1 0 0,-1 0-1 0 0,1 0 0 0 0,-2 0 0 0 0,2 6 1 0 0,-2-9-26 0 0,-1 0 0 0 0,1-1 1 0 0,0 1-1 0 0,-1 0 0 0 0,1-1 1 0 0,-1 1-1 0 0,1 0 0 0 0,-1-1 1 0 0,0 1-1 0 0,0-1 1 0 0,0 1-1 0 0,0-1 0 0 0,0 0 1 0 0,0 1-1 0 0,0-1 0 0 0,0 0 1 0 0,-1 0-1 0 0,1 1 0 0 0,-1-1 1 0 0,1 0-1 0 0,0 0 1 0 0,-1-1-1 0 0,1 1 0 0 0,-1 0 1 0 0,0 0-1 0 0,-2 0 0 0 0,-10 3-11 0 0,0-1 0 0 0,0 0-1 0 0,0-1 1 0 0,0 0 0 0 0,-1-1-1 0 0,-25-2 1 0 0,-16 2 72 0 0,-541 18 428 0 0,193-12-655 0 0,-566 69-232 0 0,560-22 267 0 0,-10 2-21 0 0,268-40 98 0 0,-390 56-165 0 0,437-53-46 0 0,0-4-1 0 0,-146 1 0 0 0,133-10 400 0 0,75-2-31 0 0,-74-2-1 0 0,-51-27 171 0 0,128 25-3 0 0,0 1-1 0 0,-49 8 0 0 0,5-1 288 0 0,79-8-574 0 0,0 0 1 0 0,0 1 0 0 0,0 0 0 0 0,0 0-1 0 0,1 0 1 0 0,-1 0 0 0 0,0 1 0 0 0,1-1 0 0 0,-1 1-1 0 0,1 0 1 0 0,-8 5 0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6.3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34 563 6913 0 0,'-13'-17'3053'0'0,"-4"-3"44"0"0,17 20-2921 0 0,-1-1 0 0 0,1 1 0 0 0,0-1 0 0 0,0 1-1 0 0,-1-1 1 0 0,1 1 0 0 0,0-1 0 0 0,0 0 0 0 0,-1 1 0 0 0,1-1 0 0 0,0 1 0 0 0,0-1 0 0 0,0 1 0 0 0,0-1 0 0 0,0 0-1 0 0,0 1 1 0 0,0-1 0 0 0,0 1 0 0 0,0-1 0 0 0,0 0 0 0 0,0 1 0 0 0,0-1 0 0 0,1 1 0 0 0,-1-1 0 0 0,0 1-1 0 0,0-1 1 0 0,1 1 0 0 0,-1-1 0 0 0,0 1 0 0 0,1-1 0 0 0,0 0-66 0 0,0 1 0 0 0,0-1 0 0 0,1 1 0 0 0,-1 0 0 0 0,0 0-1 0 0,0 0 1 0 0,1 0 0 0 0,-1 0 0 0 0,0 0 0 0 0,0 0 0 0 0,1 0 0 0 0,-1 0 0 0 0,0 0 0 0 0,0 1 0 0 0,0-1 0 0 0,1 0-1 0 0,-1 1 1 0 0,0-1 0 0 0,0 1 0 0 0,0 0 0 0 0,0-1 0 0 0,0 1 0 0 0,2 1 0 0 0,24 18 213 0 0,-7-2-271 0 0,-1 2 1 0 0,-1 0 0 0 0,-1 1 0 0 0,18 30 0 0 0,-18-26-7 0 0,1 0 0 0 0,1-1 0 0 0,23 22 0 0 0,-19-25 101 0 0,40 28 0 0 0,-54-43-111 0 0,0 0 1 0 0,0-1 0 0 0,0-1-1 0 0,0 1 1 0 0,1-1 0 0 0,0-1-1 0 0,0 0 1 0 0,17 3 0 0 0,-26-6-19 0 0,1 0 1 0 0,-1 0-1 0 0,0-1 0 0 0,0 1 1 0 0,1 0-1 0 0,-1-1 0 0 0,0 1 1 0 0,0-1-1 0 0,0 1 0 0 0,0-1 1 0 0,1 0-1 0 0,-1 1 1 0 0,0-1-1 0 0,0 0 0 0 0,0 0 1 0 0,-1 0-1 0 0,1 0 0 0 0,0 0 1 0 0,0 0-1 0 0,0 0 0 0 0,-1 0 1 0 0,1 0-1 0 0,0 0 1 0 0,-1 0-1 0 0,1 0 0 0 0,-1 0 1 0 0,0-1-1 0 0,1 1 0 0 0,-1 0 1 0 0,0 0-1 0 0,0-1 0 0 0,1 1 1 0 0,-1-2-1 0 0,4-51 431 0 0,-4 43-346 0 0,3-150 651 0 0,-3 69-629 0 0,4-1 0 0 0,19-112-1 0 0,-19 188-231 0 0,1-1 0 0 0,0 1 0 0 0,2 0 1 0 0,0 0-1 0 0,1 1 0 0 0,16-27 0 0 0,-7 19-1748 0 0,30-35 0 0 0,-26 37-5585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6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84 1 3225 0 0,'-3'2'6071'0'0,"-6"6"-2932"0"0,5-5-3167 0 0,1 1 0 0 0,-1 0 1 0 0,1 0-1 0 0,0 0 0 0 0,0 0 1 0 0,-3 6-1 0 0,-5 11 403 0 0,6-14-140 0 0,1 1 0 0 0,0 0 0 0 0,0 0-1 0 0,1 0 1 0 0,0 0 0 0 0,0 1 0 0 0,1 0 0 0 0,0-1 0 0 0,0 1-1 0 0,1 0 1 0 0,0 9 0 0 0,1-16-169 0 0,1 0 0 0 0,0 0 0 0 0,0 1-1 0 0,0-1 1 0 0,0 0 0 0 0,0 0 0 0 0,0 0 0 0 0,1 0 0 0 0,-1 0 0 0 0,1 0 0 0 0,-1 0-1 0 0,1-1 1 0 0,0 1 0 0 0,0-1 0 0 0,0 1 0 0 0,-1-1 0 0 0,1 1 0 0 0,1-1 0 0 0,-1 0-1 0 0,0 0 1 0 0,0 0 0 0 0,3 1 0 0 0,9 3 33 0 0,0-1 1 0 0,21 5-1 0 0,-22-6-57 0 0,42 8-261 0 0,-33-7 55 0 0,1 1-1 0 0,-1 0 1 0 0,0 2 0 0 0,21 10 0 0 0,-43-17 196 0 0,0 0 0 0 0,1 0 0 0 0,-1 0 0 0 0,0 1 0 0 0,0-1 1 0 0,0 0-1 0 0,0 0 0 0 0,1 1 0 0 0,-1-1 0 0 0,0 0 0 0 0,0 0 0 0 0,0 1 1 0 0,0-1-1 0 0,0 0 0 0 0,0 1 0 0 0,0-1 0 0 0,0 0 0 0 0,0 0 0 0 0,0 1 1 0 0,0-1-1 0 0,0 0 0 0 0,0 1 0 0 0,0-1 0 0 0,0 0 0 0 0,0 0 0 0 0,0 1 1 0 0,0-1-1 0 0,0 0 0 0 0,0 0 0 0 0,-1 1 0 0 0,1-1 0 0 0,0 0 0 0 0,0 0 0 0 0,0 1 1 0 0,0-1-1 0 0,-1 0 0 0 0,1 0 0 0 0,0 0 0 0 0,0 1 0 0 0,0-1 0 0 0,-1 0 1 0 0,1 0-1 0 0,0 0 0 0 0,0 0 0 0 0,-1 1 0 0 0,1-1 0 0 0,0 0 0 0 0,-1 0 1 0 0,1 0-1 0 0,0 0 0 0 0,0 0 0 0 0,-1 0 0 0 0,1 0 0 0 0,0 0 0 0 0,-1 0 0 0 0,-19 10 1131 0 0,17-9-938 0 0,-18 8 630 0 0,-1 0-1 0 0,0-2 1 0 0,-41 8-1 0 0,19-7-2447 0 0,-1-3-3689 0 0,29-4-1583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7.8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20 121 7370 0 0,'-8'-36'3760'0'0,"-3"-39"1"0"0,13 65-1607 0 0,5 17-1025 0 0,7 17-395 0 0,-6-4-446 0 0,0 1-1 0 0,-2-1 1 0 0,0 1 0 0 0,3 24 0 0 0,8 89 276 0 0,-9-55-318 0 0,-1-19-728 0 0,3 0 1 0 0,3-1-1 0 0,39 113 1 0 0,-45-157-1574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8.1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0 149 3681 0 0,'6'-8'384'0'0,"1"1"0"0"0,-1 0 1 0 0,1 0-1 0 0,1 0 0 0 0,-1 1 1 0 0,12-7-1 0 0,53-31 2449 0 0,-63 39-2330 0 0,6-3 363 0 0,0 1-1 0 0,0 0 0 0 0,0 1 0 0 0,29-7 0 0 0,-39 12-595 0 0,1 0 1 0 0,-1 1-1 0 0,1-1 0 0 0,0 1 0 0 0,-1 0 1 0 0,1 0-1 0 0,11 3 0 0 0,-15-3-165 0 0,1 1 1 0 0,-1 0-1 0 0,1 0 0 0 0,-1 0 0 0 0,0 0 1 0 0,1 0-1 0 0,-1 1 0 0 0,0-1 0 0 0,0 1 0 0 0,0-1 1 0 0,0 1-1 0 0,0 0 0 0 0,0 0 0 0 0,-1 0 1 0 0,1 0-1 0 0,0 0 0 0 0,1 4 0 0 0,-1-2-90 0 0,0 1 0 0 0,-1-1-1 0 0,0 0 1 0 0,0 1 0 0 0,-1-1-1 0 0,1 1 1 0 0,-1 0 0 0 0,0-1-1 0 0,0 1 1 0 0,0-1 0 0 0,-1 1-1 0 0,0-1 1 0 0,0 1 0 0 0,0-1-1 0 0,0 0 1 0 0,-1 1 0 0 0,-3 6-1 0 0,-5 11-241 0 0,-1-1 0 0 0,-15 22 0 0 0,18-31 111 0 0,-40 66 387 0 0,-41 92 1 0 0,87-167-153 0 0,0 0 1 0 0,1 0 0 0 0,0 1 0 0 0,0-1 0 0 0,0 0 0 0 0,0 1 0 0 0,0-1 0 0 0,1 1 0 0 0,-1-1 0 0 0,1 1 0 0 0,0-1 0 0 0,0 1-1 0 0,0-1 1 0 0,1 1 0 0 0,-1-1 0 0 0,1 1 0 0 0,1 3 0 0 0,-1-4-61 0 0,1-1-1 0 0,0 0 1 0 0,-1 1 0 0 0,1-1 0 0 0,0 0-1 0 0,1 0 1 0 0,-1 0 0 0 0,0 0-1 0 0,0-1 1 0 0,1 1 0 0 0,-1-1 0 0 0,1 1-1 0 0,-1-1 1 0 0,1 0 0 0 0,0 0-1 0 0,-1 0 1 0 0,1 0 0 0 0,0 0-1 0 0,0-1 1 0 0,0 1 0 0 0,4-1 0 0 0,180 12 452 0 0,-83-9-2224 0 0,-95-3 906 0 0,0 0 0 0 0,0-1 0 0 0,-1 0 1 0 0,1-1-1 0 0,0 0 0 0 0,12-4 0 0 0,-4 1-4682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8.4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9218 0 0,'1'-1'290'0'0,"1"1"1"0"0,-1-1-1 0 0,0 1 0 0 0,0 0 1 0 0,0-1-1 0 0,0 1 1 0 0,0 0-1 0 0,0 0 0 0 0,0-1 1 0 0,1 1-1 0 0,-1 0 0 0 0,0 0 1 0 0,0 0-1 0 0,0 1 1 0 0,0-1-1 0 0,1 0 0 0 0,-1 0 1 0 0,0 1-1 0 0,0-1 0 0 0,0 0 1 0 0,0 1-1 0 0,0-1 0 0 0,0 1 1 0 0,0 0-1 0 0,0-1 1 0 0,0 1-1 0 0,0 0 0 0 0,0 0 1 0 0,0-1-1 0 0,-1 1 0 0 0,1 0 1 0 0,0 0-1 0 0,1 2 1 0 0,26 33 2353 0 0,-21-20-2401 0 0,0 1-1 0 0,-2 0 0 0 0,0 0 0 0 0,0 1 0 0 0,-2-1 1 0 0,2 23-1 0 0,7 29-132 0 0,-1-23-1057 0 0,20 53 0 0 0,-15-61-6817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9.5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 11522 0 0,'11'-4'9289'0'0,"-11"4"-9137"0"0,9 11 49 0 0,0 1 1 0 0,-1 1-1 0 0,-1-1 0 0 0,0 2 0 0 0,0-1 0 0 0,-2 1 1 0 0,0-1-1 0 0,7 30 0 0 0,19 128 91 0 0,-29-153-246 0 0,2 7-150 0 0,7 50-788 0 0,0 89 1 0 0,-11-158-1223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9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0 228 456 0 0,'6'-16'1253'0'0,"1"0"0"0"0,1 1 0 0 0,0 0 0 0 0,0 0 0 0 0,2 0 0 0 0,19-22 0 0 0,-21 27-485 0 0,2 0-1 0 0,-1 0 1 0 0,1 1-1 0 0,1 1 1 0 0,-1-1-1 0 0,2 2 1 0 0,18-11-1 0 0,-25 15-535 0 0,-1 1 0 0 0,1 0 1 0 0,0 0-1 0 0,0 0 0 0 0,0 0 0 0 0,1 1 0 0 0,-1 0 0 0 0,0 0 0 0 0,0 0 0 0 0,1 1 0 0 0,-1 0 0 0 0,0 0 0 0 0,1 0 0 0 0,-1 1 0 0 0,0 0 0 0 0,1 0 0 0 0,-1 0 0 0 0,0 0 0 0 0,0 1 0 0 0,0 0 0 0 0,0 0 0 0 0,5 3 0 0 0,-9-4-196 0 0,1 0 0 0 0,-1 0-1 0 0,0 0 1 0 0,1 0-1 0 0,-1 0 1 0 0,0 1-1 0 0,0-1 1 0 0,0 0-1 0 0,0 1 1 0 0,0-1-1 0 0,0 1 1 0 0,0-1-1 0 0,0 1 1 0 0,-1-1-1 0 0,1 1 1 0 0,0 0 0 0 0,-1-1-1 0 0,0 1 1 0 0,1 0-1 0 0,-1 2 1 0 0,0 0-21 0 0,0 0 1 0 0,0 0 0 0 0,-1 0 0 0 0,0 0 0 0 0,1-1-1 0 0,-1 1 1 0 0,-1 0 0 0 0,-2 6 0 0 0,-3 4-50 0 0,0-1 0 0 0,-1 0 1 0 0,-15 18-1 0 0,8-15 87 0 0,0 0 1 0 0,-1-1 0 0 0,-1-1-1 0 0,-21 14 1 0 0,21-16 90 0 0,1 0-1 0 0,0 1 1 0 0,1 0 0 0 0,-24 29 0 0 0,36-38-108 0 0,-1 0 0 0 0,1 1 0 0 0,1 0 1 0 0,-1 0-1 0 0,1 0 0 0 0,0 0 0 0 0,0 0 1 0 0,0 0-1 0 0,0 1 0 0 0,0 6 0 0 0,2-10-21 0 0,0 0 1 0 0,0-1-1 0 0,0 1 0 0 0,0 0 1 0 0,0 0-1 0 0,1 0 0 0 0,-1 0 0 0 0,1-1 1 0 0,-1 1-1 0 0,1 0 0 0 0,0 0 0 0 0,-1-1 1 0 0,1 1-1 0 0,0 0 0 0 0,0-1 0 0 0,0 1 1 0 0,1-1-1 0 0,-1 1 0 0 0,0-1 1 0 0,0 0-1 0 0,1 1 0 0 0,-1-1 0 0 0,1 0 1 0 0,-1 0-1 0 0,1 0 0 0 0,0 0 0 0 0,-1 0 1 0 0,1-1-1 0 0,0 1 0 0 0,-1 0 0 0 0,1-1 1 0 0,0 1-1 0 0,2 0 0 0 0,18 2 51 0 0,1 0 0 0 0,-1-1 0 0 0,0-1 0 0 0,0-1-1 0 0,34-4 1 0 0,-4 0-2 0 0,77-6-1358 0 0,-117 10 620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50.6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90 8290 0 0,'-1'-1'286'0'0,"0"0"0"0"0,1 0 1 0 0,-1 0-1 0 0,1 0 0 0 0,-1 0 1 0 0,1 0-1 0 0,0 0 1 0 0,-1 0-1 0 0,1 0 0 0 0,0 0 1 0 0,0-1-1 0 0,0 1 0 0 0,0 0 1 0 0,0 0-1 0 0,0 0 0 0 0,0 0 1 0 0,0 0-1 0 0,0-1 0 0 0,0 1 1 0 0,1 0-1 0 0,-1 0 0 0 0,0 0 1 0 0,1 0-1 0 0,-1 0 0 0 0,1 0 1 0 0,-1 0-1 0 0,1 0 0 0 0,0 0 1 0 0,-1 0-1 0 0,1 0 0 0 0,1-1 1 0 0,25-25 1983 0 0,-24 24-2167 0 0,1 0-1 0 0,-1 0 1 0 0,1 1 0 0 0,0-1-1 0 0,0 1 1 0 0,0 0-1 0 0,0 1 1 0 0,0-1 0 0 0,1 0-1 0 0,-1 1 1 0 0,0 0 0 0 0,1 0-1 0 0,-1 1 1 0 0,1-1 0 0 0,-1 1-1 0 0,1 0 1 0 0,-1 0 0 0 0,1 0-1 0 0,-1 1 1 0 0,1 0 0 0 0,-1-1-1 0 0,1 2 1 0 0,-1-1 0 0 0,0 0-1 0 0,5 3 1 0 0,-4-1-78 0 0,0 0 1 0 0,0 0 0 0 0,0 1-1 0 0,0 0 1 0 0,-1-1-1 0 0,0 2 1 0 0,0-1-1 0 0,0 0 1 0 0,0 1-1 0 0,0 0 1 0 0,-1 0-1 0 0,0 0 1 0 0,0 0-1 0 0,-1 0 1 0 0,1 1-1 0 0,-1-1 1 0 0,0 1-1 0 0,2 11 1 0 0,-1 4-44 0 0,-1 0 0 0 0,-1 0 0 0 0,-3 32 0 0 0,1-30-3 0 0,0 0-1 0 0,6 42 1 0 0,-2-43 1 0 0,-2-12 136 0 0,0 0 0 0 0,1 0 0 0 0,4 13 0 0 0,-5-20-72 0 0,0 0-1 0 0,0-1 1 0 0,0 1-1 0 0,1-1 1 0 0,-1 0-1 0 0,1 1 1 0 0,-1-1-1 0 0,1 0 1 0 0,0 0 0 0 0,0 0-1 0 0,0 0 1 0 0,0 0-1 0 0,0-1 1 0 0,0 1-1 0 0,1-1 1 0 0,4 3-1 0 0,2 0-5 0 0,0 0 0 0 0,0-1 1 0 0,0-1-1 0 0,1 0 0 0 0,-1 0 0 0 0,1 0 0 0 0,-1-1 0 0 0,1-1 0 0 0,-1 0 0 0 0,1 0 1 0 0,0-1-1 0 0,-1 0 0 0 0,16-4 0 0 0,-6-1-40 0 0,0 0 1 0 0,0-2-1 0 0,-1 0 0 0 0,-1-1 1 0 0,29-19-1 0 0,34-25-1917 0 0,-52 34-6160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56.99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1036 404 2761 0 0,'-32'-14'650'0'0,"1"0"0"0"0,1-2 1 0 0,1-2-1 0 0,0 0 1 0 0,-28-26-1 0 0,-46-27-938 0 0,93 66 80 0 0,0 0 0 0 0,0 1 0 0 0,0 0 0 0 0,-1 0 0 0 0,1 1 0 0 0,-1 1 0 0 0,0 0 0 0 0,0 0 0 0 0,0 1 0 0 0,0 1 0 0 0,0 0 0 0 0,0 0 0 0 0,0 1 0 0 0,1 0 0 0 0,-1 1 0 0 0,-13 4 0 0 0,-18 6-68 0 0,1 2-1 0 0,-69 34 0 0 0,69-30 1374 0 0,-85 51 1728 0 0,94-49-2575 0 0,-1-1 1 0 0,0-2-1 0 0,-40 14 0 0 0,161-50 3150 0 0,410-112-1009 0 0,-248 77-2157 0 0,314-111 1 0 0,-556 163-230 0 0,0-1-1 0 0,-1 0 1 0 0,1 0 0 0 0,0-1-1 0 0,-1 0 1 0 0,0 0-1 0 0,0-1 1 0 0,-1 0 0 0 0,1 0-1 0 0,6-7 1 0 0,-13 12-11 0 0,1 0 1 0 0,-1-1-1 0 0,0 1 1 0 0,0 0-1 0 0,0 0 1 0 0,0 0-1 0 0,0-1 1 0 0,1 1-1 0 0,-1 0 1 0 0,0 0-1 0 0,0-1 1 0 0,0 1-1 0 0,0 0 1 0 0,0 0-1 0 0,0-1 1 0 0,0 1-1 0 0,0 0 1 0 0,0 0 0 0 0,0-1-1 0 0,0 1 1 0 0,0 0-1 0 0,0-1 1 0 0,0 1-1 0 0,0 0 1 0 0,0 0-1 0 0,0-1 1 0 0,0 1-1 0 0,0 0 1 0 0,0 0-1 0 0,0-1 1 0 0,-1 1-1 0 0,1 0 1 0 0,0 0-1 0 0,0 0 1 0 0,0-1-1 0 0,0 1 1 0 0,-1 0-1 0 0,1 0 1 0 0,0-1-1 0 0,-14-3-265 0 0,-14 3-473 0 0,-18 5-79 0 0,0 2 0 0 0,1 3 0 0 0,-1 1 0 0 0,-46 19 0 0 0,-171 77-129 0 0,203-79 942 0 0,-357 175 385 0 0,381-182-333 0 0,1 3 1 0 0,1 1 0 0 0,1 1-1 0 0,-47 47 1 0 0,59-49 25 0 0,1 0 0 0 0,1 1 0 0 0,1 1-1 0 0,1 1 1 0 0,1 0 0 0 0,-23 53 0 0 0,36-72-14 0 0,0 2-126 0 0,-1 0 1 0 0,1-1-1 0 0,0 1 1 0 0,1 0-1 0 0,-2 15 1 0 0,4-22 64 0 0,-1 0 0 0 0,2 1 0 0 0,-1-1 0 0 0,0 0 0 0 0,0 0 0 0 0,1 0 0 0 0,-1 0 0 0 0,1 0 0 0 0,-1 0 0 0 0,1 0 0 0 0,0 0 0 0 0,0-1 0 0 0,0 1 0 0 0,0 0 0 0 0,0 0 1 0 0,0 0-1 0 0,0-1 0 0 0,1 1 0 0 0,-1-1 0 0 0,1 1 0 0 0,-1-1 0 0 0,1 0 0 0 0,-1 1 0 0 0,1-1 0 0 0,0 0 0 0 0,0 0 0 0 0,0 0 0 0 0,0 0 0 0 0,-1-1 0 0 0,1 1 0 0 0,3 0 0 0 0,5 2 216 0 0,0-1-1 0 0,0 0 0 0 0,1 0 1 0 0,-1-1-1 0 0,1-1 0 0 0,19-1 1 0 0,66-13 1092 0 0,-64 9-1024 0 0,597-113 1963 0 0,-317 58-1922 0 0,-261 50-357 0 0,144-30 409 0 0,-149 29-99 0 0,0-3-1 0 0,48-21 1 0 0,-91 33-257 0 0,-1 1 0 0 0,1 0 1 0 0,0-1-1 0 0,0 0 0 0 0,-1 1 1 0 0,1-1-1 0 0,-1 0 1 0 0,0 0-1 0 0,1-1 0 0 0,2-4 1 0 0,-4 7-7 0 0,-1-1 0 0 0,0 1 0 0 0,0-1 0 0 0,1 1 0 0 0,-1-1 0 0 0,0 1 0 0 0,0-1 1 0 0,0 1-1 0 0,0-1 0 0 0,0 1 0 0 0,1-1 0 0 0,-1 1 0 0 0,0-1 0 0 0,0 1 0 0 0,-1-1 1 0 0,1 1-1 0 0,0-1 0 0 0,0 0 0 0 0,0 1 0 0 0,0-1 0 0 0,0 1 0 0 0,0-1 0 0 0,-1 1 1 0 0,1-1-1 0 0,-1 0 0 0 0,0 0 1 0 0,0 0-1 0 0,0 0 1 0 0,-1 0-1 0 0,1 0 1 0 0,0 0-1 0 0,0 0 1 0 0,0 1-1 0 0,-1-1 1 0 0,1 1-1 0 0,0-1 1 0 0,-1 1-1 0 0,-2-1 1 0 0,-13-3-290 0 0,0 0 0 0 0,-1 2 1 0 0,1 0-1 0 0,-1 1 0 0 0,-29 2 1 0 0,-91 17-1791 0 0,100-12 1670 0 0,-697 151-1987 0 0,663-138 2895 0 0,-120 49 0 0 0,155-52-459 0 0,2 2-1 0 0,0 1 1 0 0,1 1 0 0 0,2 2-1 0 0,-32 27 1 0 0,55-40-24 0 0,0 0 1 0 0,0 0-1 0 0,1 1 0 0 0,0 0 1 0 0,0 1-1 0 0,1-1 0 0 0,1 1 1 0 0,0 1-1 0 0,-7 17 0 0 0,12-26-9 0 0,-1 1 0 0 0,1-1 0 0 0,0 1-1 0 0,1-1 1 0 0,-1 1 0 0 0,0 0-1 0 0,1-1 1 0 0,0 1 0 0 0,0 0 0 0 0,0-1-1 0 0,0 1 1 0 0,1 0 0 0 0,-1-1-1 0 0,1 1 1 0 0,0 0 0 0 0,0-1 0 0 0,1 1-1 0 0,-1-1 1 0 0,0 0 0 0 0,1 1 0 0 0,0-1-1 0 0,0 0 1 0 0,0 0 0 0 0,0 0-1 0 0,1 0 1 0 0,-1 0 0 0 0,1-1 0 0 0,0 1-1 0 0,-1-1 1 0 0,1 0 0 0 0,0 0 0 0 0,0 0-1 0 0,1 0 1 0 0,-1 0 0 0 0,0 0-1 0 0,7 1 1 0 0,3 2 183 0 0,0-1-1 0 0,0-1 1 0 0,0 0-1 0 0,1-1 1 0 0,-1-1-1 0 0,19 1 0 0 0,85-8 1019 0 0,-102 5-1075 0 0,212-22 690 0 0,-2-10 0 0 0,253-70 0 0 0,-464 99-954 0 0,-1 0 0 0 0,1-1 0 0 0,-1-1 0 0 0,0 0 1 0 0,0 0-1 0 0,-1-1 0 0 0,1-1 0 0 0,-2 0 0 0 0,1-1 0 0 0,11-11 0 0 0,-17 14 169 0 0,-1 0 0 0 0,0-1 0 0 0,0 1-1 0 0,-1-1 1 0 0,0 0 0 0 0,0 0 0 0 0,0-1-1 0 0,-1 1 1 0 0,0-1 0 0 0,0 1 0 0 0,-1-1 0 0 0,0 0-1 0 0,-1 0 1 0 0,0 0 0 0 0,0 0 0 0 0,0-1 0 0 0,-1 1-1 0 0,0 0 1 0 0,-2-10 0 0 0,1 10 13 0 0,0 0 0 0 0,-1 1 0 0 0,0-1 1 0 0,0 0-1 0 0,-1 0 0 0 0,0 1 0 0 0,-1-1 0 0 0,1 1 1 0 0,-1 0-1 0 0,0 0 0 0 0,-1 1 0 0 0,0-1 0 0 0,-10-10 0 0 0,6 9-173 0 0,0 1 0 0 0,-1 0-1 0 0,1 0 1 0 0,-2 1-1 0 0,1 0 1 0 0,0 1 0 0 0,-1 0-1 0 0,-18-6 1 0 0,-7 2-609 0 0,-1 2 0 0 0,0 1 0 0 0,0 1 0 0 0,-74 2 0 0 0,15 4-678 0 0,-173 25 0 0 0,221-18 1483 0 0,1 3 1 0 0,0 1-1 0 0,0 3 0 0 0,1 1 1 0 0,-65 35-1 0 0,85-36 91 0 0,1 2 0 0 0,1 1 0 0 0,0 1 0 0 0,2 1 1 0 0,0 1-1 0 0,2 1 0 0 0,0 1 0 0 0,1 1 0 0 0,1 0 0 0 0,-21 40 0 0 0,36-59-135 0 0,0 1 0 0 0,0 0 0 0 0,1 1 0 0 0,-1-1 0 0 0,1 0 0 0 0,1 1 0 0 0,-1-1 0 0 0,1 1 0 0 0,0 0 0 0 0,0 9 0 0 0,1-13 3 0 0,1 0 0 0 0,-1 0 1 0 0,1 0-1 0 0,0 0 0 0 0,0 0 0 0 0,0 0 0 0 0,0 0 1 0 0,0 0-1 0 0,1-1 0 0 0,-1 1 0 0 0,1 0 1 0 0,0-1-1 0 0,0 1 0 0 0,0-1 0 0 0,0 0 1 0 0,0 0-1 0 0,0 0 0 0 0,1 0 0 0 0,-1 0 0 0 0,1 0 1 0 0,-1 0-1 0 0,1-1 0 0 0,0 1 0 0 0,4 1 1 0 0,4 1 155 0 0,0 0 0 0 0,1-1 1 0 0,0 0-1 0 0,-1-1 1 0 0,1 0-1 0 0,0-1 1 0 0,18 0-1 0 0,87-9 1275 0 0,-79 5-1141 0 0,93-15 197 0 0,-1-5 0 0 0,217-69 0 0 0,-292 77-2366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07.19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62 91 920 0 0,'-51'-77'13520'0'0,"51"79"-13423"0"0,-10 23 1025 0 0,11-13-967 0 0,0 0-1 0 0,1 0 0 0 0,1 0 1 0 0,0 0-1 0 0,7 17 0 0 0,8 33 370 0 0,-5 17 142 0 0,-1 5 248 0 0,4 0 0 0 0,48 146-1 0 0,-62-224-849 0 0,27 60 428 0 0,-27-62-437 0 0,1 1-1 0 0,-1-1 1 0 0,1 0 0 0 0,0 1 0 0 0,1-1-1 0 0,-1 0 1 0 0,1-1 0 0 0,0 1-1 0 0,0-1 1 0 0,0 0 0 0 0,6 4 0 0 0,-10-11-13 0 0,1 1 1 0 0,-1-1-1 0 0,0 0 1 0 0,0 0-1 0 0,-1 0 1 0 0,-1-7-1 0 0,2 8 1 0 0,-40-532 621 0 0,40 511-664 0 0,-1-51 0 0 0,0 68 0 0 0,0 1 0 0 0,0-1 0 0 0,0 1 0 0 0,0 0 0 0 0,-1 0 0 0 0,0 0 0 0 0,-1 0 0 0 0,-5-11 0 0 0,8 17 0 0 0,-3-3 0 0 0,4 18 0 0 0,40 192-23 0 0,-31-170 6 0 0,2 0 1 0 0,1-1 0 0 0,30 56 0 0 0,-43-92 16 0 0,19 34-32 0 0,28 40 0 0 0,-45-66 51 0 0,-7-21 15 0 0,0-8 9 0 0,0-1 0 0 0,2 1 0 0 0,0-1 0 0 0,2-43 0 0 0,11-98 58 0 0,-6 121-86 0 0,3-33-15 0 0,5-67-13 0 0,-13 139-151 0 0,0 4 40 0 0,-3 12-41 0 0,-3 20-65 0 0,3 62-512 0 0,16 177 1 0 0,-11-261 687 0 0,-1-7 47 0 0,0 0 0 0 0,0 0 0 0 0,0 0 0 0 0,0 0-1 0 0,0 0 1 0 0,-1-1 0 0 0,0 1 0 0 0,0 0 0 0 0,-2 5-1 0 0,11-29 102 0 0,-1 0-1 0 0,-1-1 0 0 0,5-28 1 0 0,-3 16-5 0 0,0-3 39 0 0,-1 1-49 0 0,1 0 0 0 0,2 1-1 0 0,1 0 1 0 0,23-45 0 0 0,-33 77-79 0 0,0 0 0 0 0,0 1 0 0 0,0-1 0 0 0,0 0 0 0 0,0 1 0 0 0,0-1 0 0 0,0 1 0 0 0,1 0 0 0 0,-1-1 0 0 0,1 1 0 0 0,-1 0 0 0 0,1 0 0 0 0,-1-1 0 0 0,1 1 0 0 0,0 1 0 0 0,3-3 0 0 0,-4 3 0 0 0,0 1 0 0 0,0-1 0 0 0,0 0 0 0 0,0 0 0 0 0,-1 0 0 0 0,1 1 0 0 0,0-1 0 0 0,0 1 0 0 0,0-1 0 0 0,0 1 0 0 0,0-1 0 0 0,0 1 0 0 0,-1-1 0 0 0,1 1 0 0 0,0 0 0 0 0,0-1 0 0 0,-1 1 0 0 0,1 0 0 0 0,0 0 0 0 0,-1-1 0 0 0,1 1 0 0 0,-1 0 0 0 0,1 0 0 0 0,-1 0 0 0 0,0 0 0 0 0,1 0 0 0 0,-1 0 0 0 0,0 0 0 0 0,1 0 0 0 0,-1 0 0 0 0,0 0 0 0 0,0 0 0 0 0,0 1 0 0 0,25 116-134 0 0,-19-82 60 0 0,2 0 0 0 0,1 0 0 0 0,2 0 0 0 0,21 46 0 0 0,20 17 2 0 0,-54-109 166 0 0,0 1 1 0 0,1-1 0 0 0,0 0 0 0 0,1 1 0 0 0,1-15-1 0 0,-1 8-16 0 0,8-136 142 0 0,-5 132-246 0 0,0 0 0 0 0,2 0 1 0 0,0 0-1 0 0,1 1 0 0 0,13-28 1 0 0,-19 46 25 0 0,0 0 1 0 0,0 0-1 0 0,1 0 1 0 0,-1 1-1 0 0,1-1 1 0 0,-1 0-1 0 0,1 0 1 0 0,-1 0-1 0 0,1 0 1 0 0,-1 0-1 0 0,1 1 1 0 0,0-1-1 0 0,-1 0 1 0 0,1 1-1 0 0,0-1 1 0 0,0 0 0 0 0,-1 1-1 0 0,1-1 1 0 0,0 1-1 0 0,0-1 1 0 0,0 1-1 0 0,0 0 1 0 0,0-1-1 0 0,0 1 1 0 0,0 0-1 0 0,1 0 1 0 0,-1 0-7 0 0,0 0 0 0 0,0 1 0 0 0,0 0 1 0 0,0-1-1 0 0,0 1 0 0 0,0 0 0 0 0,0-1 1 0 0,0 1-1 0 0,-1 0 0 0 0,1 0 0 0 0,0 0 0 0 0,0 0 1 0 0,-1 0-1 0 0,1 0 0 0 0,0 0 0 0 0,-1 0 1 0 0,2 2-1 0 0,2 8-105 0 0,1 1-1 0 0,4 23 1 0 0,-8-33 88 0 0,7 37-181 0 0,-3-15 85 0 0,0 1-1 0 0,16 39 1 0 0,-19-58 116 0 0,1 0 0 0 0,0-1 1 0 0,0 1-1 0 0,0-1 0 0 0,0 0 0 0 0,1 0 0 0 0,0 0 1 0 0,0-1-1 0 0,0 1 0 0 0,0-1 0 0 0,1 0 0 0 0,0 0 1 0 0,0-1-1 0 0,0 1 0 0 0,0-1 0 0 0,8 3 0 0 0,-11-5 6 0 0,0-1 0 0 0,0 0 0 0 0,0 1 0 0 0,0-1 0 0 0,1 0-1 0 0,-1-1 1 0 0,0 1 0 0 0,0 0 0 0 0,0 0 0 0 0,0-1-1 0 0,1 0 1 0 0,-1 1 0 0 0,0-1 0 0 0,0 0 0 0 0,0 0 0 0 0,0 0-1 0 0,0 0 1 0 0,-1 0 0 0 0,1-1 0 0 0,0 1 0 0 0,0 0 0 0 0,-1-1-1 0 0,1 1 1 0 0,-1-1 0 0 0,1 0 0 0 0,-1 1 0 0 0,1-3 0 0 0,8-8 43 0 0,-2-1 1 0 0,13-22-1 0 0,-18 29-9 0 0,6-14 18 0 0,0 0-1 0 0,-2-1 0 0 0,6-24 0 0 0,-7 25-4 0 0,0 1 0 0 0,0 0 0 0 0,18-33 0 0 0,-23 50-51 0 0,0 0 1 0 0,0 0-1 0 0,0 0 1 0 0,1 0 0 0 0,-1 1-1 0 0,1-1 1 0 0,-1 0-1 0 0,1 1 1 0 0,0-1 0 0 0,0 1-1 0 0,-1-1 1 0 0,1 1 0 0 0,0 0-1 0 0,0 0 1 0 0,3-1-1 0 0,-3 1 0 0 0,-1 1 0 0 0,1 0 0 0 0,0 0 0 0 0,-1 0 0 0 0,1 0 0 0 0,-1 0 0 0 0,1 0 0 0 0,0 0 0 0 0,-1 0 0 0 0,1 0 0 0 0,-1 1 0 0 0,1-1 0 0 0,-1 1 0 0 0,1-1 0 0 0,-1 1 0 0 0,1 0 0 0 0,1 1 0 0 0,1 1-5 0 0,1 0-1 0 0,-1 1 1 0 0,0 0 0 0 0,0 0-1 0 0,0 1 1 0 0,0-1-1 0 0,-1 1 1 0 0,0-1 0 0 0,0 1-1 0 0,4 8 1 0 0,19 60-166 0 0,-22-59 136 0 0,0 0 0 0 0,1 0-1 0 0,1 0 1 0 0,0-1 0 0 0,1 0 0 0 0,8 13-1 0 0,-14-24 39 0 0,0-1-1 0 0,0 0 1 0 0,-1 0-1 0 0,1 0 1 0 0,0 0-1 0 0,0 0 1 0 0,0-1-1 0 0,0 1 1 0 0,0 0-1 0 0,0 0 1 0 0,0 0-1 0 0,1-1 1 0 0,-1 1-1 0 0,0-1 1 0 0,0 1-1 0 0,0-1 1 0 0,1 1-1 0 0,-1-1 1 0 0,0 0-1 0 0,1 0 1 0 0,-1 0-1 0 0,0 1 1 0 0,0-1-1 0 0,1 0 1 0 0,-1-1-1 0 0,2 1 0 0 0,-1-1 7 0 0,1 0-1 0 0,0 0 0 0 0,-1 0 1 0 0,1-1-1 0 0,-1 1 0 0 0,1-1 1 0 0,-1 1-1 0 0,0-1 0 0 0,0 0 1 0 0,0 0-1 0 0,3-3 0 0 0,4-6 25 0 0,-1 0 1 0 0,0 0-1 0 0,11-23 0 0 0,2-20-86 0 0,-17 41 32 0 0,0 1 0 0 0,1 0 1 0 0,0 0-1 0 0,10-15 0 0 0,-14 26 20 0 0,-1 1 0 0 0,0-1 0 0 0,0 1 0 0 0,1-1 0 0 0,-1 1 0 0 0,1-1 0 0 0,-1 1 0 0 0,0-1 0 0 0,1 1 1 0 0,-1 0-1 0 0,1-1 0 0 0,-1 1 0 0 0,1 0 0 0 0,-1-1 0 0 0,1 1 0 0 0,-1 0 0 0 0,1-1 0 0 0,-1 1 0 0 0,1 0 0 0 0,0 0 0 0 0,-1 0 0 0 0,1 0 0 0 0,-1-1 0 0 0,1 1 1 0 0,0 0-1 0 0,-1 0 0 0 0,1 0 0 0 0,-1 0 0 0 0,1 0 0 0 0,0 1 0 0 0,-1-1 0 0 0,1 0 0 0 0,-1 0 0 0 0,1 0 0 0 0,0 0 0 0 0,-1 1 0 0 0,1-1 0 0 0,-1 0 1 0 0,1 0-1 0 0,-1 1 0 0 0,1-1 0 0 0,-1 1 0 0 0,1-1 0 0 0,-1 0 0 0 0,1 1 0 0 0,-1-1 0 0 0,0 1 0 0 0,1-1 0 0 0,0 1 0 0 0,19 35-106 0 0,-10-17 55 0 0,-7-15 46 0 0,0 0-1 0 0,1-1 0 0 0,-1 1 0 0 0,1-1 0 0 0,0 0 0 0 0,0 0 0 0 0,1 0 0 0 0,-1 0 1 0 0,0-1-1 0 0,1 0 0 0 0,0 0 0 0 0,8 3 0 0 0,-10-4 0 0 0,0-1 0 0 0,-1 1 1 0 0,1-1-1 0 0,0 1 0 0 0,0-1 0 0 0,0 0 0 0 0,-1 0 1 0 0,1-1-1 0 0,0 1 0 0 0,0-1 0 0 0,-1 1 0 0 0,1-1 1 0 0,0 0-1 0 0,-1 0 0 0 0,1 0 0 0 0,-1 0 0 0 0,1 0 1 0 0,-1-1-1 0 0,1 1 0 0 0,-1-1 0 0 0,0 1 0 0 0,0-1 1 0 0,0 0-1 0 0,3-3 0 0 0,-1 0 1 0 0,27-28-54 0 0,-29 31 59 0 0,0 1-1 0 0,0-1 0 0 0,0 0 0 0 0,0 0 0 0 0,1 1 1 0 0,-1 0-1 0 0,0-1 0 0 0,1 1 0 0 0,-1 0 1 0 0,1 0-1 0 0,-1 0 0 0 0,1 0 0 0 0,3 0 0 0 0,-4 2 6 0 0,-1 1 0 0 0,1-1 0 0 0,-1 1-1 0 0,1-1 1 0 0,-1 1 0 0 0,0-1 0 0 0,0 1-1 0 0,0 0 1 0 0,0 0 0 0 0,0 0 0 0 0,0-1 0 0 0,0 1-1 0 0,0 0 1 0 0,-1 0 0 0 0,1 3 0 0 0,8 13 16 0 0,-8-15-17 0 0,1-1-1 0 0,0 0 0 0 0,0 0 1 0 0,0-1-1 0 0,0 1 0 0 0,0 0 1 0 0,0-1-1 0 0,0 1 0 0 0,1-1 0 0 0,-1 1 1 0 0,0-1-1 0 0,1 0 0 0 0,-1 0 1 0 0,1 0-1 0 0,-1-1 0 0 0,1 1 1 0 0,0-1-1 0 0,-1 1 0 0 0,1-1 1 0 0,0 0-1 0 0,-1 0 0 0 0,1 0 1 0 0,0 0-1 0 0,3-1 0 0 0,4-2-13 0 0,-1 0 0 0 0,1-1 0 0 0,-1 0 0 0 0,0 0-1 0 0,12-8 1 0 0,-15 8-38 0 0,0 0 0 0 0,0 1 0 0 0,0 0 0 0 0,0 0 0 0 0,1 0 0 0 0,-1 1 0 0 0,1-1 0 0 0,0 2 0 0 0,0-1 0 0 0,0 1 0 0 0,13-1 0 0 0,-19 2 47 0 0,0 1 0 0 0,0-1 0 0 0,0 0 0 0 0,1 1 0 0 0,-1-1 0 0 0,0 1 0 0 0,0-1-1 0 0,0 1 1 0 0,0 0 0 0 0,0 0 0 0 0,0-1 0 0 0,0 1 0 0 0,0 0 0 0 0,0 0 0 0 0,0 0 0 0 0,-1 0 0 0 0,1 0 0 0 0,0 0-1 0 0,-1 0 1 0 0,2 2 0 0 0,9 28-81 0 0,-10-27 77 0 0,0 0 1 0 0,0-1-1 0 0,0 1 1 0 0,1-1-1 0 0,-1 1 1 0 0,1-1-1 0 0,0 0 1 0 0,2 4-1 0 0,-3-6 6 0 0,1 0 0 0 0,-1 0 0 0 0,0 0 0 0 0,0 0-1 0 0,1 0 1 0 0,-1-1 0 0 0,0 1 0 0 0,1 0 0 0 0,-1-1 0 0 0,1 1 0 0 0,-1-1 0 0 0,0 0-1 0 0,1 1 1 0 0,0-1 0 0 0,-1 0 0 0 0,1 0 0 0 0,-1 0 0 0 0,1 0 0 0 0,2 0-1 0 0,0-1-3 0 0,0 0-1 0 0,0 0 0 0 0,0-1 0 0 0,0 1 0 0 0,0-1 0 0 0,0 0 0 0 0,4-2 0 0 0,7-7-6 0 0,-1 1-1 0 0,21-21 0 0 0,-30 27 22 0 0,7-8 111 0 0,-9 8-92 0 0,1 0-1 0 0,-1 1 0 0 0,1-1 0 0 0,0 1 0 0 0,0 0 0 0 0,0 0 1 0 0,1 0-1 0 0,-1 1 0 0 0,1 0 0 0 0,8-4 0 0 0,-10 7-19 0 0,-1-1 0 0 0,0 1 0 0 0,0 0-1 0 0,0 0 1 0 0,1 0 0 0 0,-1 0 0 0 0,-1 1 0 0 0,1-1-1 0 0,0 1 1 0 0,0-1 0 0 0,0 1 0 0 0,2 3 0 0 0,16 11 50 0 0,-11-14-52 0 0,0 0 1 0 0,0 0-1 0 0,0-1 0 0 0,0 0 0 0 0,1 0 0 0 0,-1-1 0 0 0,0 0 0 0 0,0-1 1 0 0,0 0-1 0 0,0 0 0 0 0,0-1 0 0 0,14-5 0 0 0,-10 4 2 0 0,0 0 0 0 0,1 1 0 0 0,-1 0 0 0 0,0 1 0 0 0,16 1 0 0 0,-27 0-8 0 0,0 1 0 0 0,0-1 0 0 0,-1 1 0 0 0,1 0 0 0 0,0-1 0 0 0,0 1 0 0 0,-1 0 0 0 0,1 0 0 0 0,0 0 0 0 0,-1 0 0 0 0,1 1 0 0 0,-1-1 0 0 0,0 0 0 0 0,1 0 0 0 0,-1 1 0 0 0,0-1 0 0 0,0 1 0 0 0,0 0 0 0 0,0-1 0 0 0,0 1 0 0 0,1 1 0 0 0,-1-1 0 0 0,0 0 0 0 0,0 0 0 0 0,0 0 0 0 0,0-1 0 0 0,0 1 0 0 0,0 0 0 0 0,1-1 0 0 0,-1 1 0 0 0,0-1 0 0 0,1 0 0 0 0,0 1 0 0 0,-1-1 0 0 0,1 0 0 0 0,0 0 0 0 0,-1 0 0 0 0,1 0 0 0 0,0 0 0 0 0,0 0 0 0 0,0-1 0 0 0,0 1 0 0 0,0-1 0 0 0,2 1 0 0 0,8-1 23 0 0,1-1-1 0 0,-1 0 1 0 0,0-1 0 0 0,0 0-1 0 0,-1-1 1 0 0,1 0-1 0 0,18-8 1 0 0,-20 6-2 0 0,0 1 0 0 0,0 1 0 0 0,1 0 1 0 0,-1 0-1 0 0,1 1 0 0 0,0 1 0 0 0,0 0 0 0 0,0 0 0 0 0,0 1 1 0 0,12 1-1 0 0,-8 0-20 0 0,1 0 1 0 0,-1-2-1 0 0,1 0 1 0 0,-1 0-1 0 0,0-1 1 0 0,21-7-1 0 0,15 0-1 0 0,-39 7 0 0 0,-1 1-1 0 0,1 0 1 0 0,-1 0-1 0 0,1 2 0 0 0,0-1 1 0 0,-1 1-1 0 0,1 1 1 0 0,-1 0-1 0 0,0 1 0 0 0,16 5 1 0 0,-21-6-25 0 0,0 0 1 0 0,0-1-1 0 0,0 1 1 0 0,0-2 0 0 0,0 1-1 0 0,0-1 1 0 0,0 0-1 0 0,1 0 1 0 0,-1 0-1 0 0,0-1 1 0 0,0 0 0 0 0,8-2-1 0 0,5-3 29 0 0,-1-1 0 0 0,28-15 0 0 0,-28 13-67 0 0,37-14 0 0 0,-54 23 34 0 0,0-1-1 0 0,1 1 1 0 0,-1 0 0 0 0,0 0 0 0 0,0 0 0 0 0,0 0 0 0 0,1 0 0 0 0,-1 0 0 0 0,0 0 0 0 0,0 0-1 0 0,0 0 1 0 0,1 1 0 0 0,-1-1 0 0 0,0 0 0 0 0,0 1 0 0 0,0-1 0 0 0,0 1 0 0 0,0-1 0 0 0,0 1-1 0 0,0 0 1 0 0,0-1 0 0 0,0 1 0 0 0,0 0 0 0 0,0 0 0 0 0,1 1 0 0 0,19 32-662 0 0,-2-4 673 0 0,-16-27-26 0 0,0 0 0 0 0,0 0 1 0 0,0 0-1 0 0,0-1 0 0 0,0 1 0 0 0,1-1 1 0 0,-1 0-1 0 0,1 0 0 0 0,0 0 0 0 0,0-1 0 0 0,-1 1 1 0 0,1-1-1 0 0,0 0 0 0 0,0 0 0 0 0,0 0 1 0 0,1 0-1 0 0,5-1 0 0 0,-2-1-68 0 0,0 0 1 0 0,0-1-1 0 0,-1 0 1 0 0,1 0-1 0 0,0-1 1 0 0,-1 0-1 0 0,15-7 1 0 0,-8 4 26 0 0,1 2-1 0 0,0 0 1 0 0,0 0 0 0 0,1 2 0 0 0,-1 0 0 0 0,19 0 0 0 0,-11 0 549 0 0,-19 1-364 0 0,1 1 0 0 0,-1-1 0 0 0,1 1 0 0 0,-1 1 1 0 0,1-1-1 0 0,-1 0 0 0 0,1 1 0 0 0,5 1 0 0 0,-8-1-42 0 0,0 0 0 0 0,-1 0-1 0 0,1 1 1 0 0,0-1 0 0 0,-1 0 0 0 0,1 0-1 0 0,0 1 1 0 0,-1-1 0 0 0,0 1-1 0 0,1 0 1 0 0,-1-1 0 0 0,0 1 0 0 0,0 0-1 0 0,0 0 1 0 0,0-1 0 0 0,0 1 0 0 0,0 0-1 0 0,-1 0 1 0 0,1 0 0 0 0,0 3-1 0 0,2 4-34 0 0,0 0-1 0 0,1 0 1 0 0,0 0-1 0 0,0-1 0 0 0,1 1 1 0 0,0-1-1 0 0,0-1 0 0 0,1 1 1 0 0,0-1-1 0 0,1 0 1 0 0,-1 0-1 0 0,1 0 0 0 0,1-1 1 0 0,-1 0-1 0 0,1-1 0 0 0,0 0 1 0 0,11 6-1 0 0,-17-10-22 0 0,0 0 0 0 0,0 0 0 0 0,0 1 0 0 0,0-1 0 0 0,0 1 0 0 0,0 0 0 0 0,-1-1 0 0 0,1 1 0 0 0,-1 0 0 0 0,1 0 0 0 0,-1 0 0 0 0,0 0 1 0 0,0 0-1 0 0,1 0 0 0 0,-2 1 0 0 0,1-1 0 0 0,0 0 0 0 0,0 0 0 0 0,0 5 0 0 0,1 4-8 0 0,-1 0 0 0 0,-1 0-1 0 0,-1 15 1 0 0,1-18 4 0 0,-1 0 0 0 0,1 0 0 0 0,1 0 0 0 0,0 0 0 0 0,2 12 0 0 0,21 30 4 0 0,-10-25 0 0 0,4 34 0 0 0,-11-45 0 0 0,0-1 0 0 0,-1 1 0 0 0,-1 0 0 0 0,-1 0 0 0 0,1 1 0 0 0,-2 0 0 0 0,2 16 0 0 0,-3-15-66 0 0,1-1-1 0 0,8 24 1 0 0,-8-31 30 0 0,0-1 1 0 0,0 1-1 0 0,-1 0 1 0 0,-1 0-1 0 0,1 1 1 0 0,-1-1-1 0 0,-1 0 1 0 0,1 0-1 0 0,-1 1 1 0 0,-1-1-1 0 0,0 0 1 0 0,0 0-1 0 0,-4 14 1 0 0,4-20 34 0 0,-7 22-456 0 0,-9 34 0 0 0,15-50 348 0 0,1 1 0 0 0,0-1 0 0 0,1 0 0 0 0,-1 0 0 0 0,1 1 0 0 0,1-1 0 0 0,0 0 0 0 0,2 12 0 0 0,-1-9-303 0 0,0 0 1 0 0,-1 1 0 0 0,-1-1-1 0 0,0 0 1 0 0,-2 18 0 0 0,0-17 86 0 0,1 0 1 0 0,1 0 0 0 0,0-1-1 0 0,1 1 1 0 0,3 18-1 0 0,-2-18 196 0 0,0 0 1 0 0,-2-1-1 0 0,1 1 0 0 0,-3 21 0 0 0,3 32-543 0 0,3-22-725 0 0,2 14 195 0 0,3-21 4133 0 0,-3-18-2954 0 0,-1 1 0 0 0,0-1 0 0 0,-1 1 0 0 0,-2 0 0 0 0,2 37-1 0 0,-4-41-959 0 0,1 0 0 0 0,0 1 0 0 0,1-1 0 0 0,1 0 0 0 0,6 22 0 0 0,7 36-590 0 0,-13-64 1627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6.62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332 18 3801 0 0,'0'-1'0'0'0,"-1"0"0"0"0,1 0 0 0 0,0 0 0 0 0,-1 0 0 0 0,1 0 0 0 0,-1 1 0 0 0,1-1 0 0 0,-1 0 0 0 0,0 0 0 0 0,1 0 0 0 0,-1 1 0 0 0,0-1 0 0 0,0 0 0 0 0,1 1 0 0 0,-1-1 0 0 0,0 1 0 0 0,0-1 0 0 0,0 1 0 0 0,0-1 0 0 0,0 1 0 0 0,0-1 0 0 0,1 1 0 0 0,-1 0 0 0 0,0-1 0 0 0,0 1 0 0 0,0 0 0 0 0,0 0 0 0 0,0 0 0 0 0,-2 0 0 0 0,-27-1 0 0 0,24 2 0 0 0,-46 9 0 0 0,48-9 0 0 0,1 1 0 0 0,-1-1 0 0 0,1 0 0 0 0,0 1 0 0 0,-1 0 0 0 0,1 0 0 0 0,0 0 0 0 0,0 0 0 0 0,0 0 0 0 0,0 0 0 0 0,1 1 0 0 0,-4 3 0 0 0,3-4 0 0 0,0-1 0 0 0,0 0 0 0 0,-1 1 0 0 0,1-1 0 0 0,-1 0 0 0 0,1 0 0 0 0,-1-1 0 0 0,1 1 0 0 0,-1-1 0 0 0,1 0 0 0 0,-1 0 0 0 0,-5-1 0 0 0,-9 2 0 0 0,-2 2 0 0 0,15-1 0 0 0,-1-1 0 0 0,1 0 0 0 0,-1 0 0 0 0,1-1 0 0 0,-1 1 0 0 0,0-1 0 0 0,1 0 0 0 0,-1-1 0 0 0,0 1 0 0 0,1-1 0 0 0,-1-1 0 0 0,1 1 0 0 0,-7-3 0 0 0,8 1 0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7.13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50 98 2769 0 0,'-39'-5'269'0'0,"28"-1"-305"0"0,12 5 37 0 0,-1 0 0 0 0,1 1-1 0 0,0-1 1 0 0,-1 0 0 0 0,1 1 0 0 0,0-1-1 0 0,0 0 1 0 0,-1 1 0 0 0,1-1 0 0 0,0 1-1 0 0,0-1 1 0 0,0 1 0 0 0,0 0 0 0 0,0-1 0 0 0,-1 1-1 0 0,1 0 1 0 0,0 0 0 0 0,2-1 0 0 0,240-65 63 0 0,-210 55-64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7.85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1180 7 2184 0 0,'8'-1'1824'0'0,"-29"-2"-1755"0"0,0 1 1 0 0,0 1-1 0 0,0 2 1 0 0,-1 0-1 0 0,-22 4 1 0 0,-1 3-1569 0 0,-63 20 1 0 0,84-22 1467 0 0,1-1-1 0 0,-1-2 0 0 0,-35 2 0 0 0,38-4 35 0 0,-1 1-1 0 0,0 0 0 0 0,1 2 0 0 0,-34 10 0 0 0,-103 33 270 0 0,152-46-272 0 0,0 0 0 0 0,0 0 0 0 0,-1 0 0 0 0,1-1 0 0 0,0 0 0 0 0,-1-1 0 0 0,1 1 0 0 0,-10-3 0 0 0,10 1 0 0 0,0 1 0 0 0,0 1 0 0 0,0-1 0 0 0,0 1 0 0 0,0 0 0 0 0,0 0 0 0 0,0 1 0 0 0,-7 1 0 0 0,-158 41 0 0 0,153-40 0 0 0,0 0 0 0 0,-22-1 0 0 0,-22 3 0 0 0,48-2 0 0 0,9-1 0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8.39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1 0 2401 0 0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19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95 2304 0 0,'-5'3'1024'0'0,"0"0"-1"0"0,0 0 0 0 0,0 0 1 0 0,0-1-1 0 0,-1 0 0 0 0,1 0 0 0 0,0 0 1 0 0,-1-1-1 0 0,-10 2 0 0 0,43-13 3140 0 0,-8 2-3418 0 0,120-27 1652 0 0,163-20 0 0 0,-289 53-2359 0 0,28-6-22 0 0,-48 7-2378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0.6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83 1840 0 0,'-6'0'819'0'0,"-1"1"-1"0"0,1-1 1 0 0,0 1-1 0 0,-1 1 1 0 0,1 0-1 0 0,0-1 1 0 0,0 2-1 0 0,0-1 1 0 0,0 1-1 0 0,0 0 0 0 0,1 0 1 0 0,-1 0-1 0 0,-8 9 607 0 0,14-12-1365 0 0,0 0 1 0 0,0 0-1 0 0,0 0 1 0 0,-1 0-1 0 0,1 1 1 0 0,0-1 0 0 0,0 0-1 0 0,0 0 1 0 0,0 0-1 0 0,2 4 1515 0 0,-2-4-1514 0 0,0 0-1 0 0,1 0 1 0 0,-1 0-1 0 0,0 0 1 0 0,0 0-1 0 0,0 0 1 0 0,16 4 1220 0 0,14-2-243 0 0,19-4 142 0 0,-1-2 0 0 0,84-17 0 0 0,92-38-882 0 0,-185 49-334 0 0,52-18-2176 0 0,-85 23 819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1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43 3681 0 0,'-30'-43'17940'0'0,"32"72"-17555"0"0,2 0 1 0 0,8 31 0 0 0,-5-15-322 0 0,-2-1-1 0 0,-1 54 0 0 0,-3-52 22 0 0,2-1-1 0 0,10 50 0 0 0,-11-85-17 0 0,1-1 0 0 0,1 0 0 0 0,0 1 0 0 0,0-2 0 0 0,0 1 0 0 0,1 0 0 0 0,12 14 0 0 0,-13-3-554 0 0,-2-16 150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2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93 3681 0 0,'-25'6'15344'0'0,"16"-2"-13039"0"0,3 0-4007 0 0,-37 30 3416 0 0,40-33-396 0 0,29-19-1312 0 0,-7 6 9 0 0,1 1-1 0 0,0 1 1 0 0,1 1-1 0 0,1 0 1 0 0,36-8-1 0 0,113-15 168 0 0,-131 26-115 0 0,20-5 495 0 0,-57 7-342 0 0,-3 1-343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18.5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1 3681 0 0,'-35'1'13728'0'0,"41"-1"-12789"0"0,108 0 1 0 0,333 11 4297 0 0,-441-10-5252 0 0,-2-1-36 0 0,-1 0 0 0 0,1 0 0 0 0,0 0 0 0 0,-1 1-1 0 0,1 0 1 0 0,0 0 0 0 0,-1 0 0 0 0,1 0 0 0 0,-1 0 0 0 0,6 4 0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19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94 3337 0 0,'-1'-4'250'0'0,"1"1"0"0"0,0-1 0 0 0,0 1 0 0 0,1 0 0 0 0,-1-1 1 0 0,1 1-1 0 0,-1 0 0 0 0,1-1 0 0 0,0 1 0 0 0,0 0 0 0 0,1 0 0 0 0,-1 0 1 0 0,1 0-1 0 0,0 0 0 0 0,-1 0 0 0 0,1 0 0 0 0,0 0 0 0 0,5-3 0 0 0,12-23 9077 0 0,-19 29-9254 0 0,0 0 0 0 0,0 0 0 0 0,-1 1 0 0 0,1-1 0 0 0,0 0 0 0 0,0 0 0 0 0,0 1 0 0 0,0-1 0 0 0,0 0 0 0 0,0 0 0 0 0,0 0 0 0 0,0 1 0 0 0,0-1 0 0 0,0 0 0 0 0,0 0 0 0 0,0 1 0 0 0,0-1 0 0 0,0 0 0 0 0,0 0 0 0 0,0 0 0 0 0,0 1 0 0 0,0-1 0 0 0,1 0 0 0 0,-1 0 0 0 0,0 0 0 0 0,0 1-1 0 0,0-1 1 0 0,1 1 219 0 0,-1-1-219 0 0,0 0 0 0 0,0 0 0 0 0,0 0 0 0 0,1 0 0 0 0,-1 0 0 0 0,0 0 0 0 0,0 1 0 0 0,0-1 0 0 0,1 0 0 0 0,-1 0 0 0 0,0 0 0 0 0,0 0 0 0 0,0 0 0 0 0,1 0 0 0 0,-1 0 0 0 0,0 0 0 0 0,0 0 0 0 0,1 0 0 0 0,-1 0 0 0 0,0 0 0 0 0,0 0 0 0 0,0 0 0 0 0,1 0 0 0 0,-1 0-1 0 0,0 0 1 0 0,0-1 0 0 0,1 1 0 0 0,-1 0 0 0 0,0 0 0 0 0,0 0 0 0 0,0 0 0 0 0,0 0 0 0 0,1-1 73 0 0,-1 1-73 0 0,-3 94 328 0 0,0-49-321 0 0,3 1-1 0 0,8 83 1 0 0,4-75 118 0 0,33 95-1 0 0,-6-29 539 0 0,-38-108-651 0 0,1 0 0 0 0,-1 0-1 0 0,-1 0 1 0 0,0 0 0 0 0,-1 0 0 0 0,-1-1-1 0 0,1 1 1 0 0,-2 0 0 0 0,-5 19 0 0 0,5-23 51 0 0,5 2 190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37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20 209 1376 0 0,'2'-51'1749'0'0,"-1"33"-1376"0"0,0-1 0 0 0,-1 1-1 0 0,-1 0 1 0 0,-4-21 0 0 0,3 32-573 0 0,1 5 246 0 0,1 1 1 0 0,-1 0-1 0 0,0-1 1 0 0,1 1-1 0 0,0-1 0 0 0,-1 1 1 0 0,1-1-1 0 0,0 1 1 0 0,-1-1-1 0 0,1 1 1 0 0,0-1-1 0 0,0 1 1 0 0,0-1-1 0 0,15-16 7949 0 0,-19 28-7563 0 0,1-1 0 0 0,-1 1 0 0 0,2 0 0 0 0,0 0 0 0 0,0 0 0 0 0,0 0 0 0 0,1 17 0 0 0,-4 538 2170 0 0,5-518-2441 0 0,2 1 0 0 0,2-1 0 0 0,2 0 0 0 0,2 0 0 0 0,3-1 0 0 0,1 0 0 0 0,3 0 0 0 0,36 79-1 0 0,-49-122-148 0 0,-1 0 0 0 0,1 0 0 0 0,0-1-1 0 0,0 1 1 0 0,0-1 0 0 0,0 1-1 0 0,0-1 1 0 0,0 0 0 0 0,1 0-1 0 0,-1 0 1 0 0,1 0 0 0 0,-1 0-1 0 0,1-1 1 0 0,4 3 0 0 0,-5-4-14 0 0,-1 1 0 0 0,0-1 0 0 0,1 0 0 0 0,-1 0 1 0 0,0 0-1 0 0,1 0 0 0 0,-1 0 0 0 0,0 0 0 0 0,1 0 0 0 0,-1-1 1 0 0,0 1-1 0 0,0 0 0 0 0,1-1 0 0 0,-1 1 0 0 0,0-1 0 0 0,0 1 1 0 0,1-1-1 0 0,-1 0 0 0 0,0 1 0 0 0,0-1 0 0 0,0 0 0 0 0,0 0 1 0 0,0 0-1 0 0,0 0 0 0 0,0 0 0 0 0,0 0 0 0 0,0 0 0 0 0,-1 0 1 0 0,1 0-1 0 0,0 0 0 0 0,-1 0 0 0 0,1-1 0 0 0,-1 1 0 0 0,1 0 1 0 0,0-3-1 0 0,8-24-17 0 0,-2 0 0 0 0,0-1 0 0 0,-2 0 1 0 0,-1 0-1 0 0,0-50 0 0 0,-2 38-2 0 0,0-14-85 0 0,-3 0-1 0 0,-10-83 0 0 0,-37-107-213 0 0,19 55 1064 0 0,22 128-561 0 0,7 59-138 0 0,-1 1 0 0 0,1-1 0 0 0,-1 1 0 0 0,1-1-1 0 0,-1 1 1 0 0,0-1 0 0 0,0 1 0 0 0,0 0 0 0 0,0 0 0 0 0,-1-1 0 0 0,1 1-1 0 0,0 0 1 0 0,-1 0 0 0 0,0 0 0 0 0,-2-2 0 0 0,4 4-29 0 0,-1-1-1 0 0,1 1 1 0 0,-1 0 0 0 0,1-1 0 0 0,-1 1 0 0 0,1 0 0 0 0,-1 0-1 0 0,0 0 1 0 0,1-1 0 0 0,-1 1 0 0 0,1 0 0 0 0,-1 0 0 0 0,1 0-1 0 0,-1 0 1 0 0,0 0 0 0 0,1 0 0 0 0,-1 0 0 0 0,1 0-1 0 0,-1 1 1 0 0,1-1 0 0 0,-1 0 0 0 0,0 0 0 0 0,1 0 0 0 0,-1 0-1 0 0,0 1 1 0 0,0 0-2 0 0,-1 0-1 0 0,1 1 1 0 0,0-1-1 0 0,-1 0 1 0 0,1 1-1 0 0,0-1 1 0 0,0 1-1 0 0,0-1 1 0 0,0 1-1 0 0,0 0 1 0 0,0-1-1 0 0,0 3 0 0 0,-4 10 7 0 0,1-1 0 0 0,0 1-1 0 0,1 0 1 0 0,0 0 0 0 0,1 1-1 0 0,0 22 1 0 0,8 92-328 0 0,-1-56 256 0 0,-3 3-7 0 0,11 174-524 0 0,-7-195 445 0 0,2 0 0 0 0,24 80 0 0 0,-25-108 116 0 0,-6-19 4 0 0,1 0 0 0 0,0 0 0 0 0,1 0 0 0 0,0 0 0 0 0,0-1 0 0 0,0 1 1 0 0,1-1-1 0 0,6 9 0 0 0,-10-16-2 0 0,1 1 0 0 0,-1-1 0 0 0,0 0 0 0 0,1 1 0 0 0,-1-1 1 0 0,0 1-1 0 0,1-1 0 0 0,-1 0 0 0 0,1 0 0 0 0,-1 1 0 0 0,0-1 0 0 0,1 0 1 0 0,-1 0-1 0 0,1 1 0 0 0,-1-1 0 0 0,1 0 0 0 0,-1 0 0 0 0,1 0 0 0 0,-1 0 0 0 0,0 0 1 0 0,1 0-1 0 0,-1 0 0 0 0,1 0 0 0 0,-1 0 0 0 0,1 0 0 0 0,-1 0 0 0 0,1 0 1 0 0,-1 0-1 0 0,1 0 0 0 0,-1 0 0 0 0,1 0 0 0 0,-1 0 0 0 0,1-1 0 0 0,-1 1 0 0 0,1 0 1 0 0,-1 0-1 0 0,0-1 0 0 0,1 1 0 0 0,-1 0 0 0 0,0-1 0 0 0,1 1 0 0 0,-1 0 1 0 0,0-1-1 0 0,1 1 0 0 0,-1 0 0 0 0,0-1 0 0 0,1 1 0 0 0,-1-1 0 0 0,0 1 1 0 0,0-1-1 0 0,0 1 0 0 0,1 0 0 0 0,-1-1 0 0 0,0 1 0 0 0,0-2 0 0 0,10-30-741 0 0,-9 29 680 0 0,10-52-482 0 0,-2 0-1 0 0,2-91 1 0 0,-16-113 612 0 0,-28-94 1721 0 0,17 200 105 0 0,16 152-1877 0 0,-5-29 653 0 0,5 30-645 0 0,0 0 1 0 0,0 0 0 0 0,0 1 0 0 0,0-1 0 0 0,0 0-1 0 0,0 0 1 0 0,0 0 0 0 0,0 0 0 0 0,0 0 0 0 0,0 0-1 0 0,0 0 1 0 0,0 0 0 0 0,0 0 0 0 0,0 0 0 0 0,0 0-1 0 0,0 0 1 0 0,0 0 0 0 0,0 0 0 0 0,0 0-1 0 0,0 1 1 0 0,0-1 0 0 0,0 0 0 0 0,0 0 0 0 0,0 0-1 0 0,-1 0 1 0 0,1 0 0 0 0,0 0 0 0 0,0 0 0 0 0,0 0-1 0 0,0 0 1 0 0,0 0 0 0 0,0 0 0 0 0,0 0 0 0 0,0 0-1 0 0,0 0 1 0 0,0 0 0 0 0,0 0 0 0 0,0 0 0 0 0,-1 0-1 0 0,1 0 1 0 0,0 0 0 0 0,0 0 0 0 0,0 0 0 0 0,0 0-1 0 0,0 0 1 0 0,0 0 0 0 0,0 0 0 0 0,0-1 0 0 0,0 1-1 0 0,0 0 1 0 0,0 0 0 0 0,0 0 0 0 0,0 0 0 0 0,0 0-1 0 0,0 0 1 0 0,-1 0 0 0 0,1 0 0 0 0,0 0-1 0 0,0 0 1 0 0,0 0 0 0 0,0 0 0 0 0,0 0 0 0 0,-4 18 116 0 0,0 12-165 0 0,2 1 1 0 0,2 0-1 0 0,0 0 0 0 0,6 32 0 0 0,-1 10-29 0 0,-1 351-231 0 0,-4-91-144 0 0,0-315 363 0 0,-1-11 13 0 0,1 0 1 0 0,0 0-1 0 0,0 0 1 0 0,1 0 0 0 0,0 0-1 0 0,0 0 1 0 0,1 0 0 0 0,0 0-1 0 0,0 0 1 0 0,3 6-1 0 0,-4-13 42 0 0,-1 0 0 0 0,1 0 0 0 0,-1-1-1 0 0,0 1 1 0 0,1 0 0 0 0,-1-1 0 0 0,0 1-1 0 0,1 0 1 0 0,-1 0 0 0 0,0-1-1 0 0,0 1 1 0 0,1 0 0 0 0,-1-1 0 0 0,0 1-1 0 0,0-1 1 0 0,0 1 0 0 0,1 0 0 0 0,-1-1-1 0 0,0 1 1 0 0,0-1 0 0 0,0 1 0 0 0,0 0-1 0 0,0-1 1 0 0,0 1 0 0 0,0-1-1 0 0,0 1 1 0 0,0-1 0 0 0,0 1 0 0 0,0 0-1 0 0,0-1 1 0 0,0 1 0 0 0,-1-1 0 0 0,3-20-236 0 0,-19-185 259 0 0,3 78 422 0 0,4-187 612 0 0,1 13-129 0 0,9 298-890 0 0,-8-57 311 0 0,8 57-291 0 0,-1 0-1 0 0,0 0 1 0 0,0 1-1 0 0,0-1 1 0 0,-1 0 0 0 0,1 1-1 0 0,-1-1 1 0 0,0 1-1 0 0,0 0 1 0 0,0-1-1 0 0,0 1 1 0 0,0 0 0 0 0,-4-3-1 0 0,5 5-20 0 0,1 1 0 0 0,-1 0 0 0 0,1 0 0 0 0,-1 0 0 0 0,1 0 0 0 0,-1 0 0 0 0,1 0 0 0 0,-1 0 0 0 0,1 0 0 0 0,-1 0 0 0 0,1 0 0 0 0,-1 0 0 0 0,1 0 0 0 0,-1 0 0 0 0,1 0 0 0 0,-1 0 0 0 0,1 0 0 0 0,-1 1 0 0 0,1-1 0 0 0,-1 0 0 0 0,1 0 0 0 0,0 0 0 0 0,-1 1 0 0 0,1-1 0 0 0,-1 0 0 0 0,1 1 0 0 0,0-1 0 0 0,-1 0 0 0 0,1 1 0 0 0,0-1 0 0 0,-1 1 0 0 0,1-1 0 0 0,0 1 0 0 0,0-1 0 0 0,-1 0 0 0 0,1 1 0 0 0,0-1 0 0 0,0 1 0 0 0,0-1 0 0 0,0 1 0 0 0,0-1 0 0 0,0 1 0 0 0,0-1 0 0 0,-1 1 0 0 0,2 0 0 0 0,-8 26-22 0 0,7-26 15 0 0,-6 44-108 0 0,2 1 0 0 0,4 83 0 0 0,20 92-397 0 0,-20-220 498 0 0,10 73-332 0 0,4-1-1 0 0,2 0 0 0 0,4-1 1 0 0,42 104-1 0 0,-61-174 279 0 0,0 0-1 0 0,0 0 1 0 0,-1 0 0 0 0,1-1 0 0 0,0 1 0 0 0,1 0-1 0 0,-1 0 1 0 0,0 0 0 0 0,1-1 0 0 0,-1 1-1 0 0,0-1 1 0 0,1 1 0 0 0,0-1 0 0 0,-1 0-1 0 0,1 1 1 0 0,3 0 0 0 0,-5-1 31 0 0,1-1 0 0 0,-1 0 0 0 0,1 0 0 0 0,-1 0 0 0 0,1 0 0 0 0,-1 0 0 0 0,1 0 0 0 0,-1 0 1 0 0,1-1-1 0 0,-1 1 0 0 0,1 0 0 0 0,-1 0 0 0 0,1 0 0 0 0,-1 0 0 0 0,1-1 0 0 0,-1 1 0 0 0,1 0 0 0 0,-1 0 0 0 0,0-1 0 0 0,1 1 1 0 0,-1 0-1 0 0,1-1 0 0 0,-1 1 0 0 0,0 0 0 0 0,1-1 0 0 0,8-21-361 0 0,-4-16 501 0 0,-1 1 0 0 0,-2-1 0 0 0,-2 1 0 0 0,-6-56 0 0 0,3 50 39 0 0,-2-35 169 0 0,-36-442 1312 0 0,39 504-1544 0 0,-5-35 92 0 0,7 48-157 0 0,-1-1 1 0 0,0 0-1 0 0,0 1 0 0 0,0-1 1 0 0,-1 1-1 0 0,1 0 0 0 0,-1-1 1 0 0,0 1-1 0 0,0 0 0 0 0,-3-4 1 0 0,4 7-14 0 0,0-1 1 0 0,1 1 0 0 0,-1 0-1 0 0,1 0 1 0 0,-1 0 0 0 0,0 0-1 0 0,1 0 1 0 0,-1 0 0 0 0,0 0 0 0 0,1 0-1 0 0,-1 0 1 0 0,0 0 0 0 0,1 0-1 0 0,-1 0 1 0 0,0 0 0 0 0,1 0-1 0 0,-1 1 1 0 0,0-1 0 0 0,1 0 0 0 0,-1 1-1 0 0,1-1 1 0 0,-1 0 0 0 0,0 1-1 0 0,1-1 1 0 0,-1 1 0 0 0,1-1-1 0 0,-1 0 1 0 0,1 1 0 0 0,0-1 0 0 0,-1 1-1 0 0,1 0 1 0 0,-1-1 0 0 0,1 1-1 0 0,-1 0 1 0 0,-14 20 155 0 0,8-6-177 0 0,1-1 1 0 0,0 1 0 0 0,1 0-1 0 0,1 0 1 0 0,0 0 0 0 0,1 0-1 0 0,1 1 1 0 0,-1 21 0 0 0,8 132-180 0 0,-1-102 161 0 0,-2 56 137 0 0,5 69-229 0 0,-4-163-249 0 0,1 1 1 0 0,2-1 0 0 0,0 0 0 0 0,15 37 0 0 0,-11-40-6670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38.1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332 3728 10138 0 0,'0'4'76'0'0,"-1"0"1"0"0,0 0-1 0 0,0 0 0 0 0,0 0 0 0 0,0 0 1 0 0,-1 0-1 0 0,1-1 0 0 0,-1 1 0 0 0,0 0 1 0 0,0-1-1 0 0,0 1 0 0 0,-1-1 0 0 0,1 0 0 0 0,-5 5 1 0 0,6-7 15 0 0,0 0 0 0 0,0 0 0 0 0,0 0 0 0 0,-1 0 0 0 0,1 0 0 0 0,0 0 0 0 0,0 0 0 0 0,-1 0 0 0 0,1-1 0 0 0,0 1 0 0 0,-1 0 0 0 0,1-1 0 0 0,-1 1 0 0 0,1-1 0 0 0,-1 0 0 0 0,1 1 0 0 0,-1-1 0 0 0,1 0 0 0 0,-1 0 0 0 0,1 0 0 0 0,-1 0 0 0 0,0 0 1 0 0,1 0-1 0 0,-1 0 0 0 0,1-1 0 0 0,-1 1 0 0 0,1-1 0 0 0,-1 1 0 0 0,1-1 0 0 0,0 1 0 0 0,-1-1 0 0 0,1 0 0 0 0,0 0 0 0 0,-1 0 0 0 0,1 1 0 0 0,0-1 0 0 0,0 0 0 0 0,0-1 0 0 0,0 1 0 0 0,0 0 0 0 0,-2-2 0 0 0,-9-15 504 0 0,1 0-1 0 0,0-1 0 0 0,2 0 0 0 0,-15-40 1 0 0,6 15 84 0 0,-4-13-229 0 0,3-1 0 0 0,2-1-1 0 0,-18-120 1 0 0,4-189-253 0 0,26 274-120 0 0,-26-691 27 0 0,34 560-473 0 0,47-336-1 0 0,-32 460 134 0 0,5 0 1 0 0,63-169-1 0 0,116-178 151 0 0,-181 404 171 0 0,2 2-1 0 0,2 0 1 0 0,1 2 0 0 0,3 1-1 0 0,38-42 1 0 0,-66 81-130 0 0,-1 0 1 0 0,0-1-1 0 0,1 1 1 0 0,-1 0-1 0 0,0 0 1 0 0,0-1-1 0 0,1 1 0 0 0,-1 0 1 0 0,0-1-1 0 0,0 1 1 0 0,0 0-1 0 0,0-1 0 0 0,1 1 1 0 0,-1-1-1 0 0,0 1 1 0 0,0 0-1 0 0,0-1 1 0 0,0 1-1 0 0,0 0 0 0 0,0-1 1 0 0,0 1-1 0 0,0-1 1 0 0,0 1-1 0 0,0 0 1 0 0,0-1-1 0 0,0 1 0 0 0,0-1 1 0 0,0 1-1 0 0,-1 0 1 0 0,1-1-1 0 0,0 1 1 0 0,0 0-1 0 0,0-1 0 0 0,0 1 1 0 0,-1 0-1 0 0,1-1 1 0 0,0 1-1 0 0,-1-1 1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38.6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70 582 7370 0 0,'-38'-10'2510'0'0,"36"9"-2070"0"0,0 1-1 0 0,-1-1 1 0 0,1 0 0 0 0,0 0-1 0 0,-1-1 1 0 0,1 1-1 0 0,0 0 1 0 0,0-1-1 0 0,0 1 1 0 0,0-1-1 0 0,0 0 1 0 0,0 0 0 0 0,-1-2-1 0 0,3 4-338 0 0,0 0 0 0 0,1-1 0 0 0,-1 1 0 0 0,0 0 0 0 0,1 0 0 0 0,-1 0 0 0 0,0 0 0 0 0,1 0 0 0 0,-1-1 0 0 0,0 1 0 0 0,1 0 0 0 0,-1 0 0 0 0,0 0 0 0 0,1 0 0 0 0,-1 0 0 0 0,0 0 0 0 0,1 0 0 0 0,-1 0-1 0 0,0 0 1 0 0,1 0 0 0 0,-1 0 0 0 0,0 1 0 0 0,1-1 0 0 0,-1 0 0 0 0,0 0 0 0 0,1 0 0 0 0,-1 0 0 0 0,0 0 0 0 0,1 1 0 0 0,-1-1 0 0 0,0 0 0 0 0,0 0 0 0 0,1 1 0 0 0,-1-1 0 0 0,0 0 0 0 0,17 8 514 0 0,2 7-307 0 0,-1 1-1 0 0,0 0 1 0 0,-1 1-1 0 0,-1 1 1 0 0,-1 1 0 0 0,14 20-1 0 0,24 29-170 0 0,-43-57-112 0 0,83 90 27 0 0,-81-89-43 0 0,1-1 1 0 0,0 0-1 0 0,1-1 0 0 0,1 0 0 0 0,27 14 0 0 0,-40-23-3 0 0,-1-1 1 0 0,1 1-1 0 0,-1 0 0 0 0,1-1 1 0 0,-1 0-1 0 0,1 1 0 0 0,0-1 0 0 0,-1 0 1 0 0,1 1-1 0 0,0-1 0 0 0,-1 0 0 0 0,1 0 1 0 0,0 0-1 0 0,-1-1 0 0 0,1 1 0 0 0,0 0 1 0 0,-1-1-1 0 0,1 1 0 0 0,-1-1 1 0 0,1 1-1 0 0,-1-1 0 0 0,1 0 0 0 0,-1 0 1 0 0,1 1-1 0 0,-1-1 0 0 0,1 0 0 0 0,-1 0 1 0 0,0-1-1 0 0,0 1 0 0 0,0 0 0 0 0,0 0 1 0 0,1 0-1 0 0,-2-1 0 0 0,1 1 1 0 0,0-1-1 0 0,0 1 0 0 0,0-1 0 0 0,-1 1 1 0 0,1-1-1 0 0,0 1 0 0 0,-1-1 0 0 0,1-3 1 0 0,3-9 86 0 0,-1 0 1 0 0,-1-1-1 0 0,0 1 1 0 0,-1-17 0 0 0,0 11-13 0 0,32-567 562 0 0,-25 393-1254 0 0,-8 193 396 0 0,2-25 651 0 0,1 13-1817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39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165 26 920 0 0,'-5'-5'1138'0'0,"-19"-14"4971"0"0,23 19-5917 0 0,0-1-1 0 0,-1 1 1 0 0,1-1-1 0 0,-1 1 1 0 0,1 0-1 0 0,-1 0 1 0 0,1 0 0 0 0,-1 0-1 0 0,1 0 1 0 0,-1 0-1 0 0,1 1 1 0 0,-1-1-1 0 0,1 0 1 0 0,0 1-1 0 0,-1-1 1 0 0,1 1 0 0 0,0-1-1 0 0,-1 1 1 0 0,1 0-1 0 0,0-1 1 0 0,-2 2-1 0 0,-6 5 161 0 0,1-1-1 0 0,0 2 0 0 0,1-1 1 0 0,-1 1-1 0 0,2 0 0 0 0,-1 0 1 0 0,1 1-1 0 0,0 0 0 0 0,-5 11 1 0 0,7-13-208 0 0,0 1 0 0 0,0 0 0 0 0,1 0 0 0 0,0 0 1 0 0,1 0-1 0 0,0 1 0 0 0,0-1 0 0 0,1 1 0 0 0,0-1 1 0 0,0 1-1 0 0,1 14 0 0 0,1-18-163 0 0,1 1 0 0 0,0-1 0 0 0,0 0 1 0 0,0 1-1 0 0,1-1 0 0 0,0 0 0 0 0,0 0 0 0 0,0-1 0 0 0,0 1 0 0 0,1-1 0 0 0,0 1 1 0 0,0-1-1 0 0,0 0 0 0 0,0 0 0 0 0,0-1 0 0 0,7 4 0 0 0,7 5-381 0 0,1-1-1 0 0,37 16 0 0 0,-42-20 231 0 0,44 20-175 0 0,-55-26 345 0 0,0 1-1 0 0,0 0 0 0 0,-1 0 1 0 0,1 0-1 0 0,0 0 0 0 0,-1 0 0 0 0,1 1 1 0 0,-1-1-1 0 0,1 1 0 0 0,-1 0 1 0 0,0-1-1 0 0,0 1 0 0 0,-1 0 0 0 0,3 5 1 0 0,-4-7 54 0 0,0 1 0 0 0,0-1 0 0 0,0 0 0 0 0,-1 1 0 0 0,1-1 0 0 0,0 0 0 0 0,-1 0 0 0 0,1 1 0 0 0,-1-1 0 0 0,1 0 0 0 0,-1 0 0 0 0,0 0 0 0 0,1 0 0 0 0,-1 0 0 0 0,0 0 0 0 0,0 0 0 0 0,0 0 0 0 0,0 0 0 0 0,0 0 0 0 0,0 0 0 0 0,0 0 0 0 0,0-1 0 0 0,0 1 0 0 0,0 0 0 0 0,0-1 0 0 0,0 1 1 0 0,-1-1-1 0 0,1 1 0 0 0,0-1 0 0 0,0 0 0 0 0,-2 1 0 0 0,-46 12 1656 0 0,47-12-1593 0 0,-42 6 1083 0 0,28-5-1286 0 0,-1 1-1 0 0,0 1 0 0 0,1 0 0 0 0,0 1 0 0 0,-30 13 0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40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0 5065 0 0,'-4'8'545'0'0,"-1"-1"0"0"0,1 1 0 0 0,1 0 0 0 0,0 0 0 0 0,0 0 0 0 0,0 0 0 0 0,1 1 0 0 0,-2 15 0 0 0,2-15-118 0 0,1 0 0 0 0,0 0 0 0 0,0 0-1 0 0,1 0 1 0 0,1 0 0 0 0,-1 0 0 0 0,3 11 0 0 0,-2-17-302 0 0,0 0 0 0 0,-1 0 0 0 0,1-1 0 0 0,1 1 0 0 0,-1 0 0 0 0,0-1 0 0 0,0 1 0 0 0,1-1 1 0 0,0 0-1 0 0,-1 1 0 0 0,1-1 0 0 0,0 0 0 0 0,0 0 0 0 0,0 0 0 0 0,0 0 0 0 0,1-1 0 0 0,-1 1 1 0 0,0 0-1 0 0,1-1 0 0 0,-1 0 0 0 0,1 0 0 0 0,0 1 0 0 0,-1-1 0 0 0,1-1 0 0 0,0 1 0 0 0,0 0 1 0 0,3 0-1 0 0,-5-1-98 0 0,1 0 1 0 0,-1 0-1 0 0,0 0 1 0 0,0 0 0 0 0,0 0-1 0 0,1 0 1 0 0,-1 0-1 0 0,0 0 1 0 0,0 0 0 0 0,1 0-1 0 0,-1-1 1 0 0,0 1-1 0 0,0-1 1 0 0,0 1 0 0 0,0-1-1 0 0,0 1 1 0 0,0-1-1 0 0,0 0 1 0 0,0 1 0 0 0,0-1-1 0 0,0 0 1 0 0,0 0-1 0 0,0 0 1 0 0,0 0 0 0 0,0 1-1 0 0,-1-1 1 0 0,1 0-1 0 0,0-1 1 0 0,-1 1 0 0 0,1 0-1 0 0,-1 0 1 0 0,1 0-1 0 0,-1 0 1 0 0,1 0 0 0 0,-1-1-1 0 0,0 1 1 0 0,0 0-1 0 0,1 0 1 0 0,-1 0 0 0 0,0-1-1 0 0,0 1 1 0 0,0 0-1 0 0,-1 0 1 0 0,1-1 0 0 0,0 1-1 0 0,0 0 1 0 0,-1-1-1 0 0,1-1-16 0 0,-1 1 0 0 0,1-1 0 0 0,-1 1 0 0 0,1-1 0 0 0,-1 1 0 0 0,0-1 0 0 0,0 1 0 0 0,0 0 0 0 0,0 0 0 0 0,-1-1 0 0 0,1 1 0 0 0,-1 0 0 0 0,1 0 0 0 0,-1 0 0 0 0,1 0 0 0 0,-1 1 0 0 0,0-1 0 0 0,0 0 0 0 0,0 1 0 0 0,0 0 0 0 0,0-1 0 0 0,-1 1 0 0 0,-2-2 0 0 0,1 3 34 0 0,0 0 0 0 0,0 0 0 0 0,0 1 1 0 0,0-1-1 0 0,0 1 0 0 0,0 0 0 0 0,0 0 0 0 0,0 0 0 0 0,0 0 1 0 0,1 1-1 0 0,-1-1 0 0 0,1 1 0 0 0,-1 0 0 0 0,1 0 0 0 0,0 1 0 0 0,-1-1 1 0 0,1 1-1 0 0,0-1 0 0 0,-3 6 0 0 0,3-7-30 0 0,1 1 1 0 0,0 1-1 0 0,0-1 1 0 0,0 0-1 0 0,0 0 0 0 0,1 1 1 0 0,-1-1-1 0 0,1 1 0 0 0,-1-1 1 0 0,1 1-1 0 0,0 0 1 0 0,0-1-1 0 0,0 1 0 0 0,0 0 1 0 0,1 0-1 0 0,-1 0 0 0 0,1 0 1 0 0,0 0-1 0 0,-1 0 1 0 0,1-1-1 0 0,1 1 0 0 0,-1 0 1 0 0,0 0-1 0 0,1 0 0 0 0,-1 0 1 0 0,1 0-1 0 0,1 2 1 0 0,-1-3 2 0 0,1 0 1 0 0,-1 0-1 0 0,1 0 1 0 0,0 0 0 0 0,0-1-1 0 0,0 1 1 0 0,-1-1 0 0 0,1 1-1 0 0,1-1 1 0 0,-1 0 0 0 0,0 0-1 0 0,0 0 1 0 0,0 0-1 0 0,1 0 1 0 0,-1-1 0 0 0,0 1-1 0 0,1-1 1 0 0,-1 1 0 0 0,0-1-1 0 0,1 0 1 0 0,-1 0 0 0 0,1 0-1 0 0,-1 0 1 0 0,0 0-1 0 0,1 0 1 0 0,-1-1 0 0 0,1 1-1 0 0,3-3 1 0 0,1 2 50 0 0,0-1 0 0 0,0-1 0 0 0,-1 0 1 0 0,1 0-1 0 0,-1 0 0 0 0,1 0 0 0 0,-1-1 0 0 0,9-8 0 0 0,-13 10-52 0 0,1 0 0 0 0,-1-1 0 0 0,1 1 0 0 0,-1-1 0 0 0,0 0 0 0 0,0 1 0 0 0,0-1 0 0 0,0 0-1 0 0,0-1 1 0 0,-1 1 0 0 0,1 0 0 0 0,-1 0 0 0 0,0-1 0 0 0,1-4 0 0 0,-2 6-9 0 0,0 1 0 0 0,-1-1 0 0 0,1 0 0 0 0,0 0 0 0 0,-1 0 0 0 0,1 1 0 0 0,-1-1 0 0 0,0 0 0 0 0,1 1 0 0 0,-1-1 0 0 0,0 1 0 0 0,0-1 0 0 0,0 1 0 0 0,0-1 0 0 0,0 1 0 0 0,0-1 0 0 0,-1 1 0 0 0,1 0 0 0 0,0 0 0 0 0,-1 0 0 0 0,1 0 0 0 0,-1 0 0 0 0,1 0 0 0 0,-1 0 0 0 0,0 0 0 0 0,1 0 0 0 0,-1 1 0 0 0,0-1 0 0 0,0 1 0 0 0,-1-1 0 0 0,-2 0 20 0 0,0 0 0 0 0,0 0 1 0 0,0 1-1 0 0,0 0 0 0 0,0 0 0 0 0,0 0 0 0 0,0 0 1 0 0,0 1-1 0 0,0 0 0 0 0,0 0 0 0 0,0 0 0 0 0,0 1 1 0 0,1 0-1 0 0,-1 0 0 0 0,-5 3 0 0 0,6-4-33 0 0,1 1 0 0 0,-1 0-1 0 0,1 0 1 0 0,-1 0 0 0 0,1 1 0 0 0,0-1 0 0 0,0 1-1 0 0,0 0 1 0 0,0 0 0 0 0,0 0 0 0 0,1 0-1 0 0,-1 0 1 0 0,1 1 0 0 0,0-1 0 0 0,0 1 0 0 0,0-1-1 0 0,0 1 1 0 0,1 0 0 0 0,-2 4 0 0 0,3-7 1 0 0,0-1 0 0 0,-1 1 0 0 0,1-1 1 0 0,0 1-1 0 0,0-1 0 0 0,0 1 0 0 0,0-1 1 0 0,0 0-1 0 0,0 1 0 0 0,0-1 0 0 0,0 1 1 0 0,0-1-1 0 0,0 1 0 0 0,0-1 1 0 0,0 1-1 0 0,0-1 0 0 0,0 0 0 0 0,1 1 1 0 0,-1-1-1 0 0,0 1 0 0 0,0-1 0 0 0,0 0 1 0 0,1 1-1 0 0,-1-1 0 0 0,0 1 0 0 0,0-1 1 0 0,1 0-1 0 0,-1 1 0 0 0,0-1 0 0 0,1 0 1 0 0,-1 0-1 0 0,0 1 0 0 0,1-1 0 0 0,-1 0 1 0 0,1 0-1 0 0,-1 1 0 0 0,0-1 0 0 0,1 0 1 0 0,0 0-1 0 0,20-6 399 0 0,18-21-2073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41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11 6449 0 0,'0'0'106'0'0,"0"-1"0"0"0,0 0-1 0 0,0 1 1 0 0,0-1 0 0 0,0 1-1 0 0,-1-1 1 0 0,1 1-1 0 0,0-1 1 0 0,-1 1 0 0 0,1-1-1 0 0,0 1 1 0 0,0 0 0 0 0,-1-1-1 0 0,1 1 1 0 0,-1-1-1 0 0,1 1 1 0 0,0 0 0 0 0,-1-1-1 0 0,1 1 1 0 0,-1 0 0 0 0,1-1-1 0 0,-1 1 1 0 0,1 0-1 0 0,-1 0 1 0 0,1 0 0 0 0,-1-1-1 0 0,1 1 1 0 0,-1 0 0 0 0,0 0-1 0 0,1 0 1 0 0,-1 0-1 0 0,1 0 1 0 0,-1 0 0 0 0,1 0-1 0 0,-1 0 1 0 0,0 0 0 0 0,-2 1 96 0 0,1 0 0 0 0,0 0 1 0 0,-1 1-1 0 0,1-1 1 0 0,0 0-1 0 0,0 1 0 0 0,0-1 1 0 0,0 1-1 0 0,-2 2 1 0 0,-2 2 129 0 0,0 1 1 0 0,0 1 0 0 0,0-1 0 0 0,-6 11 0 0 0,2 8-5 0 0,1-1 1 0 0,1 1-1 0 0,1 1 1 0 0,1-1 0 0 0,1 1-1 0 0,2 0 1 0 0,-1 53-1 0 0,5-63-280 0 0,0 1-1 0 0,1-1 1 0 0,1 1 0 0 0,1-1-1 0 0,0 0 1 0 0,1 0-1 0 0,1 0 1 0 0,1-1 0 0 0,0 0-1 0 0,12 20 1 0 0,-14-29-50 0 0,0 0-1 0 0,0 0 1 0 0,1 0 0 0 0,0-1 0 0 0,0 1 0 0 0,0-1-1 0 0,1-1 1 0 0,0 0 0 0 0,0 0 0 0 0,8 5-1 0 0,-9-8 5 0 0,0 1 0 0 0,1-1-1 0 0,-1 0 1 0 0,0 0-1 0 0,1 0 1 0 0,-1-1-1 0 0,1 0 1 0 0,-1-1 0 0 0,1 1-1 0 0,0-1 1 0 0,-1-1-1 0 0,1 1 1 0 0,-1-1-1 0 0,11-2 1 0 0,-10 0 61 0 0,0 0-1 0 0,0 1 1 0 0,-1-2-1 0 0,1 1 1 0 0,-1-1-1 0 0,0 0 1 0 0,0-1-1 0 0,0 1 1 0 0,0-1-1 0 0,-1 0 1 0 0,0-1-1 0 0,0 1 1 0 0,0-1 0 0 0,-1 0-1 0 0,0 0 1 0 0,0 0-1 0 0,-1-1 1 0 0,1 1-1 0 0,-1-1 1 0 0,-1 0-1 0 0,4-12 1 0 0,-2 5 190 0 0,0 0 1 0 0,-1 0-1 0 0,-1 0 1 0 0,0 0 0 0 0,-1 0-1 0 0,-1-1 1 0 0,0 1-1 0 0,-1 0 1 0 0,0-1-1 0 0,-5-18 1 0 0,1 14-145 0 0,-1 1 0 0 0,0-1 0 0 0,-1 1 0 0 0,-1 1 0 0 0,-1-1 0 0 0,0 1 0 0 0,-2 1 1 0 0,0 0-1 0 0,0 0 0 0 0,-1 1 0 0 0,-1 0 0 0 0,-1 1 0 0 0,0 1 0 0 0,-1 0 0 0 0,0 1 0 0 0,-1 1 0 0 0,0 0 0 0 0,-21-9 0 0 0,25 15-1864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28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35 6913 0 0,'-1'-35'10075'0'0,"18"53"-7305"0"0,-4 2-2432 0 0,-1-1 1 0 0,-1 2 0 0 0,-1-1 0 0 0,0 2-1 0 0,-2-1 1 0 0,11 41 0 0 0,15 140 229 0 0,-9-35-610 0 0,-19-139 94 0 0,2-1-1 0 0,0 0 1 0 0,23 49-1 0 0,-19-55-2665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29.0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13 140 3681 0 0,'0'0'139'0'0,"0"0"0"0"0,-1 0-1 0 0,1 0 1 0 0,-1 0 0 0 0,1 0 0 0 0,-1 0 0 0 0,1 0 0 0 0,0 0 0 0 0,-1 0-1 0 0,1 0 1 0 0,-1 0 0 0 0,1 0 0 0 0,-1 0 0 0 0,1 0 0 0 0,0 0 0 0 0,-1-1 0 0 0,1 1-1 0 0,0 0 1 0 0,-1 0 0 0 0,-1-2 694 0 0,2 2-694 0 0,0-1 0 0 0,-1 1 0 0 0,1 0 0 0 0,0-1 0 0 0,0 1 0 0 0,0-1 0 0 0,0 1-1 0 0,-1 0 1 0 0,1-1 0 0 0,0 1 0 0 0,0-1 0 0 0,0 0 0 0 0,8-18 3383 0 0,21-16-315 0 0,-15 23-2276 0 0,1 1-1 0 0,1 0 1 0 0,26-14 0 0 0,-38 22-804 0 0,1 1 1 0 0,-1 0-1 0 0,1 0 1 0 0,0 0-1 0 0,-1 1 0 0 0,1-1 1 0 0,0 1-1 0 0,0 0 1 0 0,0 0-1 0 0,0 1 1 0 0,0 0-1 0 0,0 0 0 0 0,0 0 1 0 0,0 0-1 0 0,0 1 1 0 0,0 0-1 0 0,0 0 1 0 0,8 2-1 0 0,-11-2-102 0 0,0 0-1 0 0,1 1 1 0 0,-1-1-1 0 0,0 1 1 0 0,0-1-1 0 0,0 1 1 0 0,0 0-1 0 0,0-1 1 0 0,0 1-1 0 0,-1 0 1 0 0,1 0-1 0 0,-1 0 1 0 0,1 1-1 0 0,-1-1 1 0 0,0 0-1 0 0,1 0 1 0 0,-1 1-1 0 0,1 3 1 0 0,-2-2-21 0 0,1 0 0 0 0,-1 0 0 0 0,0 0 0 0 0,0 0 1 0 0,0 0-1 0 0,0 0 0 0 0,-1 0 0 0 0,1-1 0 0 0,-1 1 0 0 0,0 0 1 0 0,-2 4-1 0 0,-4 8-59 0 0,-1 0 0 0 0,0 0 1 0 0,-2 0-1 0 0,-13 17 0 0 0,18-26 52 0 0,-27 37-130 0 0,12-19 117 0 0,1 1 1 0 0,-16 33-1 0 0,34-57 49 0 0,0-1 0 0 0,0 1 1 0 0,0 0-1 0 0,1 0 0 0 0,-1 0 1 0 0,1-1-1 0 0,-1 1 0 0 0,1 0 1 0 0,-1 0-1 0 0,1 0 0 0 0,0 0 1 0 0,0 0-1 0 0,0 0 0 0 0,0 0 1 0 0,1 0-1 0 0,-1 0 0 0 0,0 0 1 0 0,1 0-1 0 0,-1 0 0 0 0,1 0 1 0 0,0-1-1 0 0,1 4 0 0 0,0-2-3 0 0,0-1 0 0 0,1 1-1 0 0,-1-1 1 0 0,0 1 0 0 0,1-1-1 0 0,0 0 1 0 0,-1 0 0 0 0,1 0 0 0 0,0 0-1 0 0,0-1 1 0 0,0 1 0 0 0,4 0-1 0 0,4 2 25 0 0,0-1 0 0 0,0 0 0 0 0,0-1 1 0 0,0 0-1 0 0,0-1 0 0 0,22 0 0 0 0,-6-2 4 0 0,-6-2-285 0 0,0 2 0 0 0,0 1 0 0 0,0 0 0 0 0,0 1 0 0 0,0 2 0 0 0,0 0 0 0 0,27 8 0 0 0,-33-6-1429 0 0,2 0-3331 0 0,0 1-1546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29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 7370 0 0,'-2'-15'487'0'0,"2"14"-136"0"0,0 0 0 0 0,1-1 0 0 0,-1 1 0 0 0,1 0 0 0 0,-1 0 0 0 0,1-1 0 0 0,0 1 0 0 0,0 0 0 0 0,-1 0-1 0 0,1 0 1 0 0,0 0 0 0 0,0 0 0 0 0,0 0 0 0 0,2-1 0 0 0,-3 1-166 0 0,1 0 0 0 0,0 1 0 0 0,0-1 0 0 0,-1 1 0 0 0,1-1 0 0 0,0 1 0 0 0,0-1 0 0 0,0 1 0 0 0,0 0 0 0 0,0-1 0 0 0,0 1 0 0 0,0 0 1 0 0,0 0-1 0 0,0 0 0 0 0,0 0 0 0 0,0 0 0 0 0,0 0 0 0 0,0 0 0 0 0,0 0 0 0 0,0 0 0 0 0,-1 0 0 0 0,1 0 0 0 0,0 1 0 0 0,0-1 0 0 0,0 0 0 0 0,0 1 0 0 0,0-1 0 0 0,0 1 0 0 0,0-1 0 0 0,-1 1 0 0 0,1-1 0 0 0,0 1 0 0 0,0 0 0 0 0,-1-1 0 0 0,1 1 0 0 0,0 0 0 0 0,0 1 0 0 0,6 8 119 0 0,0 0 1 0 0,-1 1-1 0 0,-1 0 0 0 0,0 0 0 0 0,-1 1 0 0 0,0 0 0 0 0,4 15 1 0 0,10 91 90 0 0,-10-59-179 0 0,0 3-209 0 0,-6-37-315 0 0,1 0 0 0 0,1-1 0 0 0,1 0 1 0 0,1 0-1 0 0,17 41 0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0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5 256 3225 0 0,'0'-1'12'0'0,"0"1"0"0"0,-1 0 1 0 0,1 0-1 0 0,0-1 1 0 0,-1 1-1 0 0,1 0 0 0 0,0 0 1 0 0,0-1-1 0 0,-1 1 1 0 0,1 0-1 0 0,0-1 0 0 0,0 1 1 0 0,0 0-1 0 0,0-1 1 0 0,-1 1-1 0 0,1-1 0 0 0,0 1 1 0 0,0 0-1 0 0,0-1 1 0 0,0 1-1 0 0,0 0 0 0 0,0-1 1 0 0,0 1-1 0 0,0-1 1 0 0,0 1-1 0 0,0 0 0 0 0,0-1 1 0 0,0 1-1 0 0,0-1 0 0 0,0 1 1 0 0,0 0-1 0 0,1-1 1 0 0,-1 1-1 0 0,0 0 0 0 0,0-1 1 0 0,0 1-1 0 0,1 0 1 0 0,-1-1-1 0 0,19-17 373 0 0,32-12 224 0 0,-46 27-509 0 0,37-18 803 0 0,0 2-1 0 0,2 2 0 0 0,0 2 1 0 0,88-18-1 0 0,191-10 2006 0 0,-150 24-1494 0 0,10 3 564 0 0,211 9 0 0 0,-161 7-718 0 0,-154 2-756 0 0,138 23 0 0 0,-61-5 1269 0 0,-154-20-1733 0 0,0 0 0 0 0,-1 1 0 0 0,1-1 0 0 0,0 1 0 0 0,0-1 0 0 0,0 1 0 0 0,-1-1 0 0 0,1 1 0 0 0,0 0 0 0 0,-1 0 0 0 0,1 0 0 0 0,-1 0 0 0 0,1 0 0 0 0,-1 0 0 0 0,1 0 0 0 0,-1 1 0 0 0,0-1 0 0 0,1 0 0 0 0,-1 1 0 0 0,0-1 0 0 0,0 1 0 0 0,0-1 0 0 0,0 1 0 0 0,0 0 0 0 0,-1-1 0 0 0,1 1 0 0 0,0 0 0 0 0,-1 0 0 0 0,1 0 0 0 0,-1 2 0 0 0,2 6 47 0 0,-2 0 0 0 0,1 1 1 0 0,-1-1-1 0 0,-3 17 1 0 0,1 14 55 0 0,6 12-116 0 0,3-1-1 0 0,21 86 1 0 0,44 99 31 0 0,15 63-32 0 0,-40-39-109 0 0,-41-212 85 0 0,-2 0 0 0 0,-3 0-1 0 0,-6 67 1 0 0,4-102 34 0 0,-1 0-1 0 0,-1-1 1 0 0,0 1-1 0 0,-1 0 1 0 0,-1-1-1 0 0,0 0 1 0 0,-1 0-1 0 0,0 0 1 0 0,-1-1-1 0 0,0 0 1 0 0,-1 0-1 0 0,0-1 1 0 0,-1 0-1 0 0,0 0 1 0 0,-1-1-1 0 0,0 0 1 0 0,-1-1-1 0 0,0 0 1 0 0,0-1-1 0 0,-1 0 1 0 0,0-1-1 0 0,0 0 1 0 0,-1-1-1 0 0,0 0 1 0 0,0-1-1 0 0,-20 5 1 0 0,-124 21 126 0 0,-26 6-96 0 0,-359 51-894 0 0,186-40 644 0 0,47 15-506 0 0,169-33 213 0 0,87-18-25 0 0,-65 11 484 0 0,102-21-713 0 0,0-1 0 0 0,0 0 0 0 0,-1-2 0 0 0,1 1 1 0 0,-22-5-1 0 0,20 0-5751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67 2761 0 0,'-10'-7'1607'0'0,"1"0"1"0"0,1-1-1 0 0,-13-14 1 0 0,1 0 5026 0 0,26 46-1857 0 0,0 5-4561 0 0,11 16 71 0 0,86 243 822 0 0,-82-221-923 0 0,-4 1 1 0 0,11 96-1 0 0,-14 145 188 0 0,-3-35 441 0 0,-10-245-833 0 0,-1-22-30 0 0,-1 0 0 0 0,2 0 1 0 0,-1 0-1 0 0,1 1 1 0 0,0-1-1 0 0,0 0 0 0 0,1 0 1 0 0,0 0-1 0 0,0 0 0 0 0,4 6 1 0 0,0-8-1746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2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42 671 5529 0 0,'-2'-1'176'0'0,"0"1"0"0"0,0-1 0 0 0,0 1 0 0 0,0-1 0 0 0,1 1 0 0 0,-1-1 0 0 0,0 0 0 0 0,0 0 1 0 0,0 0-1 0 0,1 0 0 0 0,-1 0 0 0 0,0-1 0 0 0,1 1 0 0 0,-1 0 0 0 0,1-1 0 0 0,0 1 0 0 0,-1-1 0 0 0,1 0 0 0 0,0 1 0 0 0,0-1 0 0 0,-2-3 0 0 0,1 1 469 0 0,0 0-1 0 0,2-26 11707 0 0,44 87-12004 0 0,-1 20-151 0 0,40 64-57 0 0,-71-124-121 0 0,1-1 0 0 0,0 0 0 0 0,1-1 0 0 0,1-1 0 0 0,32 25 0 0 0,-34-29 27 0 0,1-1 1 0 0,0-1 0 0 0,1 0-1 0 0,0-1 1 0 0,29 11-1 0 0,-40-17-6 0 0,0 0 0 0 0,0 0 0 0 0,0 0 0 0 0,1-1 0 0 0,-1 1 0 0 0,0-1 0 0 0,0 0 0 0 0,1 0 0 0 0,-1 0 0 0 0,0-1 0 0 0,0 0 0 0 0,0 1 0 0 0,0-1 0 0 0,0-1 0 0 0,0 1 0 0 0,0-1 0 0 0,0 1 0 0 0,0-1 0 0 0,0 0 0 0 0,-1-1 0 0 0,1 1 0 0 0,-1-1 0 0 0,0 1 0 0 0,0-1 0 0 0,0 0 0 0 0,0 0 0 0 0,5-7 0 0 0,2-5 51 0 0,-1-1 0 0 0,-1 0 0 0 0,0-1 0 0 0,-1 1 0 0 0,-1-1 1 0 0,0-1-1 0 0,5-33 0 0 0,8-132 38 0 0,-14 108-112 0 0,11-69-77 0 0,4-74 20 0 0,-18 172-646 0 0,-3 1 0 0 0,-11-84 1 0 0,10 116-1240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3.1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19 10594 0 0,'-22'-19'9616'0'0,"28"32"-8311"0"0,10 20-1012 0 0,-1 1-1 0 0,-2 0 1 0 0,-1 1-1 0 0,-2 0 1 0 0,7 47-1 0 0,12 189-447 0 0,-19-155-68 0 0,-7-66-298 0 0,-3-16-3347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3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1 167 2737 0 0,'7'-15'667'0'0,"0"1"-1"0"0,2 0 1 0 0,0 0 0 0 0,0 0 0 0 0,16-16 0 0 0,-19 24-89 0 0,0 0 0 0 0,0 0 1 0 0,0 0-1 0 0,1 1 0 0 0,0 0 0 0 0,0 0 0 0 0,0 1 0 0 0,1 0 0 0 0,0 0 0 0 0,-1 1 0 0 0,1 0 1 0 0,10-3-1 0 0,-16 6-543 0 0,0-1 1 0 0,0 1-1 0 0,0-1 0 0 0,0 1 1 0 0,1 0-1 0 0,-1 0 1 0 0,0 0-1 0 0,0 0 0 0 0,0 0 1 0 0,0 0-1 0 0,0 0 1 0 0,0 1-1 0 0,0-1 0 0 0,0 1 1 0 0,0-1-1 0 0,0 1 1 0 0,0 0-1 0 0,0 0 0 0 0,0 0 1 0 0,0 0-1 0 0,0 0 1 0 0,-1 1-1 0 0,1-1 0 0 0,0 0 1 0 0,-1 1-1 0 0,1-1 1 0 0,-1 1-1 0 0,1 0 0 0 0,-1-1 1 0 0,0 1-1 0 0,0 0 1 0 0,0 0-1 0 0,0 0 0 0 0,0 0 1 0 0,0 0-1 0 0,-1 0 1 0 0,1 0-1 0 0,-1 0 0 0 0,1 0 1 0 0,-1 0-1 0 0,0 0 1 0 0,1 0-1 0 0,-1 0 0 0 0,-1 3 1 0 0,1 7 120 0 0,0-1 1 0 0,-1 0 0 0 0,-1 0-1 0 0,1 0 1 0 0,-2 0-1 0 0,0-1 1 0 0,-5 15 0 0 0,-11 15-1 0 0,-2-1 0 0 0,-1-1 0 0 0,-2-1 0 0 0,-30 36 0 0 0,8-11 104 0 0,45-62-176 0 0,0 1 1 0 0,0 0-1 0 0,1 0 0 0 0,-1 0 1 0 0,0 0-1 0 0,0 0 0 0 0,1 1 1 0 0,-1-1-1 0 0,0 0 1 0 0,1 0-1 0 0,-1 0 0 0 0,1 1 1 0 0,0-1-1 0 0,-1 0 0 0 0,1 0 1 0 0,0 1-1 0 0,0-1 1 0 0,0 0-1 0 0,0 1 0 0 0,0-1 1 0 0,0 0-1 0 0,0 1 0 0 0,1 1 1 0 0,0-2-2 0 0,0 0-1 0 0,1 0 1 0 0,-1-1 0 0 0,0 1-1 0 0,1 0 1 0 0,-1-1 0 0 0,1 1 0 0 0,-1-1-1 0 0,1 0 1 0 0,-1 1 0 0 0,1-1 0 0 0,-1 0-1 0 0,1 0 1 0 0,-1 0 0 0 0,1 0-1 0 0,-1 0 1 0 0,1-1 0 0 0,-1 1 0 0 0,4-1-1 0 0,14-2-32 0 0,23-2 345 0 0,47-2-1 0 0,-74 8-312 0 0,1-1-1 0 0,-1 2 1 0 0,1 0-1 0 0,-1 1 1 0 0,0 1-1 0 0,24 8 1 0 0,-12 0-222 0 0,30 18 0 0 0,-35-18-527 0 0,-1-1-1 0 0,40 14 0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3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 3225 0 0,'4'-13'13012'0'0,"12"16"-8322"0"0,-4 2-5319 0 0,-8-2 830 0 0,-1 1 1 0 0,1-1-1 0 0,-1 1 1 0 0,0 0-1 0 0,0 0 1 0 0,0 0-1 0 0,-1 0 1 0 0,0 1-1 0 0,1-1 1 0 0,-1 1-1 0 0,-1 0 0 0 0,1-1 1 0 0,-1 1-1 0 0,2 7 1 0 0,0 11-163 0 0,3 40 1 0 0,-5-52 91 0 0,21 319-456 0 0,-20-299-1731 0 0,0-25 1287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4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77 5985 0 0,'-12'-2'9288'0'0,"18"1"-8400"0"0,199-37 5129 0 0,-65 5-7744 0 0,-127 30-3307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4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75 7370 0 0,'3'2'698'0'0,"-1"-1"1"0"0,1-1-1 0 0,0 1 1 0 0,-1 0 0 0 0,1-1-1 0 0,0 1 1 0 0,-1-1-1 0 0,1 0 1 0 0,0 0 0 0 0,0 0-1 0 0,4-1 1 0 0,9 0 1230 0 0,-1-2 0 0 0,28-7 0 0 0,8-8-1128 0 0,-10 1-3386 0 0,-4 0-3960 0 0,-13 3 1784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6.9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86 3225 0 0,'-1'-3'208'0'0,"0"-1"1"0"0,0 1-1 0 0,0-1 1 0 0,1 1-1 0 0,-1-1 1 0 0,1 0 0 0 0,0 1-1 0 0,0-1 1 0 0,1 1-1 0 0,0-6 1 0 0,0 6 424 0 0,-1 0 0 0 0,1-1 0 0 0,-1 1 0 0 0,0-1 0 0 0,0 1 0 0 0,-1-1 0 0 0,1 1-1 0 0,-1-1 1 0 0,1 1 0 0 0,-2-5 0 0 0,1 8-479 0 0,1 0 0 0 0,-1 0-1 0 0,1 0 1 0 0,-1 0 0 0 0,1 1-1 0 0,-1-1 1 0 0,1 0 0 0 0,0 0-1 0 0,-1 0 1 0 0,1 0 0 0 0,-1 0-1 0 0,1 1 1 0 0,-1-1-1 0 0,1 0 1 0 0,-2 2 922 0 0,1-2-923 0 0,1 1 1 0 0,0-1 0 0 0,-1 1-1 0 0,1-1 1 0 0,0 0 0 0 0,0 1-1 0 0,0-1 1 0 0,-1 1 0 0 0,1-1-1 0 0,0 1 1 0 0,0-1 0 0 0,0 0-1 0 0,0 2 1 0 0,-9 19 1403 0 0,7 113 858 0 0,-1-55-2175 0 0,3 0-1 0 0,15 109 1 0 0,-9-145-211 0 0,15 70 111 0 0,-19-102-129 0 0,2-1-1 0 0,-1 1 1 0 0,1-1-1 0 0,1 0 1 0 0,0 0-1 0 0,0 0 1 0 0,1-1-1 0 0,7 9 1 0 0,-12-17-65 0 0,0 1 1 0 0,0-1-1 0 0,0 1 1 0 0,1-1 0 0 0,-1 0-1 0 0,0 0 1 0 0,1 1 0 0 0,-1-1-1 0 0,1 0 1 0 0,0 0 0 0 0,-1-1-1 0 0,1 1 1 0 0,0 0-1 0 0,-1-1 1 0 0,1 1 0 0 0,0-1-1 0 0,0 1 1 0 0,0-1 0 0 0,-1 0-1 0 0,1 1 1 0 0,3-1 0 0 0,-3-1-223 0 0,1 0 0 0 0,-1 1 0 0 0,0-1 0 0 0,1 0 0 0 0,-1 0 0 0 0,0-1 0 0 0,0 1 1 0 0,0 0-1 0 0,0-1 0 0 0,0 1 0 0 0,0-1 0 0 0,0 0 0 0 0,0 1 0 0 0,-1-1 1 0 0,3-4-1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7.1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 3681 0 0,'11'-32'12967'0'0,"-9"32"-12531"0"0,17-5 2036 0 0,5-2-5208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7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24 3225 0 0,'-2'-3'1289'0'0,"2"2"-1075"0"0,-1 1 1 0 0,1-1 0 0 0,0 1 0 0 0,0-1 0 0 0,-1 1 0 0 0,1-1-1 0 0,0 1 1 0 0,0-1 0 0 0,0 0 0 0 0,0 1 0 0 0,6-12 5155 0 0,-5 11-5155 0 0,-1 1 0 0 0,1 0 0 0 0,-1-1 0 0 0,1 1-1 0 0,-1 0 1 0 0,1 0 0 0 0,0 0 0 0 0,-1 0 0 0 0,1 0 0 0 0,-1 0-1 0 0,1 0 1 0 0,-1 0 0 0 0,1 0 0 0 0,0 0 0 0 0,-1 0-1 0 0,1 0 1 0 0,0 0 0 0 0,19 5 4324 0 0,-4 4-4702 0 0,-12-3 256 0 0,0 0 0 0 0,0 0-1 0 0,-1 0 1 0 0,0 0 0 0 0,0 1 0 0 0,0 0 0 0 0,-1-1 0 0 0,0 1 0 0 0,2 14 0 0 0,5 67 733 0 0,-8-76-802 0 0,18 158-1492 0 0,-15-141 1190 0 0,-2 1-4758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8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6 208 1376 0 0,'0'-9'724'0'0,"-1"0"0"0"0,2 0 0 0 0,-1 0 0 0 0,1 1 0 0 0,1-1 0 0 0,-1 0 0 0 0,1 0 0 0 0,1 1 0 0 0,0-1 0 0 0,0 1 0 0 0,1 0 0 0 0,0 0 0 0 0,0 0-1 0 0,7-9 1 0 0,-8 12-360 0 0,1-1-1 0 0,0 1 0 0 0,1 0 1 0 0,-1 0-1 0 0,1 1 0 0 0,0 0 1 0 0,0-1-1 0 0,0 1 0 0 0,1 1 1 0 0,-1-1-1 0 0,1 1 1 0 0,0 0-1 0 0,0 0 0 0 0,0 1 1 0 0,0 0-1 0 0,1 0 0 0 0,-1 0 1 0 0,0 1-1 0 0,1 0 0 0 0,7 0 1 0 0,-12 1-322 0 0,0 0 1 0 0,0 0 0 0 0,0 0 0 0 0,0 0 0 0 0,0 0-1 0 0,-1 1 1 0 0,1-1 0 0 0,0 1 0 0 0,0-1-1 0 0,-1 1 1 0 0,1 0 0 0 0,0-1 0 0 0,-1 1 0 0 0,1 0-1 0 0,0 0 1 0 0,-1 0 0 0 0,1 1 0 0 0,-1-1 0 0 0,0 0-1 0 0,1 0 1 0 0,-1 1 0 0 0,0-1 0 0 0,1 2 0 0 0,0 1-20 0 0,-1-1 1 0 0,0 0 0 0 0,0 1 0 0 0,0-1-1 0 0,0 0 1 0 0,0 1 0 0 0,-1-1 0 0 0,1 1-1 0 0,-1-1 1 0 0,0 1 0 0 0,-1 5 0 0 0,-1 5-56 0 0,0 1 0 0 0,-1-1 1 0 0,-1 0-1 0 0,-10 25 0 0 0,2-14-14 0 0,-2-1 0 0 0,0 0 0 0 0,-1-1 0 0 0,-2 0 0 0 0,0-1 1 0 0,-1-1-1 0 0,-1-1 0 0 0,-26 21 0 0 0,43-40 102 0 0,1 1 1 0 0,-1-1 0 0 0,1 1-1 0 0,0-1 1 0 0,-1 1-1 0 0,1-1 1 0 0,0 1 0 0 0,0-1-1 0 0,0 1 1 0 0,0 0 0 0 0,0 0-1 0 0,-1 2 1 0 0,2-3-30 0 0,1 0 0 0 0,-1-1 0 0 0,0 1 0 0 0,0 0 1 0 0,1-1-1 0 0,-1 1 0 0 0,0-1 0 0 0,1 1 0 0 0,-1 0 1 0 0,0-1-1 0 0,1 1 0 0 0,-1-1 0 0 0,1 1 0 0 0,-1-1 0 0 0,1 1 1 0 0,-1-1-1 0 0,1 0 0 0 0,0 1 0 0 0,-1-1 0 0 0,1 0 1 0 0,-1 1-1 0 0,1-1 0 0 0,0 0 0 0 0,-1 0 0 0 0,1 1 0 0 0,0-1 1 0 0,-1 0-1 0 0,1 0 0 0 0,0 0 0 0 0,0 0 0 0 0,-1 0 1 0 0,1 0-1 0 0,0 0 0 0 0,-1 0 0 0 0,1 0 0 0 0,0 0 0 0 0,23 0 75 0 0,-1-1-1 0 0,1-1 0 0 0,-1-1 1 0 0,28-6-1 0 0,15-3 34 0 0,-43 9-1782 0 0,-1 1-1 0 0,1 1 1 0 0,23 1 0 0 0,-40 1 1280 0 0,0-1 1 0 0,0 1 0 0 0,-1 0 0 0 0,1 0 0 0 0,0 1 0 0 0,-1 0 0 0 0,0 0 0 0 0,1 0 0 0 0,-1 0 0 0 0,0 1 0 0 0,0 0 0 0 0,0 0-1 0 0,0 1 1 0 0,-1-1 0 0 0,1 1 0 0 0,-1 0 0 0 0,5 6 0 0 0,0 0 366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8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1840 0 0,'3'15'17416'0'0,"7"70"-14293"0"0,-9-18-2728 0 0,6 66 145 0 0,-5-118-935 0 0,1-1 0 0 0,0 1 1 0 0,1 0-1 0 0,1-1 0 0 0,0 0 1 0 0,11 23-1 0 0,-12-30-1723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50.2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24 268 6497 0 0,'-5'-27'577'0'0,"1"-1"-1"0"0,-1-44 1 0 0,-2-18 4264 0 0,6 87-4332 0 0,0 0 0 0 0,1 0 0 0 0,0 0 0 0 0,-1 0 0 0 0,1 0 0 0 0,0 0 0 0 0,1 0 0 0 0,-1 0 0 0 0,0 0 0 0 0,1 0 0 0 0,0 0 0 0 0,-1 0 0 0 0,1 0 0 0 0,3-5 0 0 0,1 18 2256 0 0,2 17-2861 0 0,-7-26 257 0 0,17 82-148 0 0,50 222-237 0 0,-53-227 233 0 0,-2 1 0 0 0,-5 0 0 0 0,-2 89 0 0 0,-2-62-2 0 0,1-38-441 0 0,2-34-2299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50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4 141 5257 0 0,'-2'-25'1429'0'0,"1"20"-407"0"0,1 0-1 0 0,0 0 1 0 0,0 0-1 0 0,0 0 1 0 0,0 0-1 0 0,2-7 1 0 0,-1 10-806 0 0,0 0 0 0 0,0 0 0 0 0,0 0 1 0 0,0 0-1 0 0,0 0 0 0 0,0 0 0 0 0,0 0 1 0 0,1 1-1 0 0,-1-1 0 0 0,1 0 0 0 0,0 1 0 0 0,-1-1 1 0 0,1 1-1 0 0,0 0 0 0 0,0-1 0 0 0,0 1 1 0 0,-1 0-1 0 0,5-1 0 0 0,13-6 125 0 0,0 1-1 0 0,0 0 0 0 0,1 2 1 0 0,0 0-1 0 0,0 2 1 0 0,0 0-1 0 0,0 1 1 0 0,0 1-1 0 0,24 1 0 0 0,-34 1-283 0 0,0 0 0 0 0,0 1-1 0 0,-1 0 1 0 0,1 1 0 0 0,-1 0-1 0 0,1 0 1 0 0,-1 1 0 0 0,0 0-1 0 0,10 6 1 0 0,-13-6-75 0 0,-1 0 1 0 0,1 1-1 0 0,-1-1 0 0 0,0 1 1 0 0,-1 0-1 0 0,1 0 0 0 0,-1 1 1 0 0,0-1-1 0 0,0 1 1 0 0,-1 0-1 0 0,1 0 0 0 0,-2 0 1 0 0,1 1-1 0 0,3 9 0 0 0,-5-9-16 0 0,0 1 0 0 0,0-1 1 0 0,0 0-1 0 0,-1 1 0 0 0,0-1 0 0 0,0 1 0 0 0,-1-1 0 0 0,0 1 0 0 0,0-1 0 0 0,-1 0 0 0 0,0 0 0 0 0,0 1 1 0 0,-1-1-1 0 0,-5 10 0 0 0,-6 10-124 0 0,-1 0 0 0 0,-23 28 0 0 0,25-37 117 0 0,-5 6 22 0 0,-36 36 0 0 0,-10 12 570 0 0,63-71-534 0 0,0 0 0 0 0,0 0 0 0 0,1 0 0 0 0,-1 0 0 0 0,0 0 0 0 0,1 0 0 0 0,-1 0 0 0 0,1 0 0 0 0,-1 1 0 0 0,1-1 0 0 0,-1 0 0 0 0,1 0 0 0 0,0 0 0 0 0,-1 1 0 0 0,1-1 0 0 0,0 0 0 0 0,0 0 0 0 0,0 1 1 0 0,0-1-1 0 0,0 0 0 0 0,0 0 0 0 0,1 0 0 0 0,-1 1 0 0 0,0-1 0 0 0,1 0 0 0 0,-1 0 0 0 0,1 0 0 0 0,-1 0 0 0 0,1 1 0 0 0,-1-1 0 0 0,1 0 0 0 0,0 0 0 0 0,-1 0 0 0 0,1 0 0 0 0,0 0 0 0 0,0-1 0 0 0,0 1 1 0 0,0 0-1 0 0,0 0 0 0 0,0-1 0 0 0,0 1 0 0 0,0 0 0 0 0,0-1 0 0 0,2 2 0 0 0,6 2 108 0 0,1 0 0 0 0,0 0 0 0 0,0-1 0 0 0,15 3 0 0 0,-8-2-111 0 0,223 45 458 0 0,-107-26-246 0 0,-130-22-466 0 0,10 3 663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51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38 3225 0 0,'-9'-38'18469'0'0,"7"46"-18457"0"0,-2 23 725 0 0,8-33-834 0 0,14-6-11 0 0,-14 5 48 0 0,2-2 149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52.1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37 1696 0 0,'-2'-10'16034'0'0,"-3"-2"-14839"0"0,0-3-325 0 0,4 15-749 0 0,1 0 0 0 0,-1 1 0 0 0,0-1 0 0 0,1 0 0 0 0,-1 0 0 0 0,0 0-1 0 0,1 0 1 0 0,-1 1 0 0 0,0-1 0 0 0,1 0 0 0 0,-1 0 0 0 0,1 1 0 0 0,-1-1 0 0 0,1 1 0 0 0,-1-1 0 0 0,1 0 0 0 0,-1 1 0 0 0,1-1 0 0 0,-1 1 0 0 0,1-1 0 0 0,-1 2-1 0 0,-1 3-91 0 0,-1 0-1 0 0,2 0 1 0 0,-1 0-1 0 0,0 0 1 0 0,1 0-1 0 0,0 0 1 0 0,1 0-1 0 0,-1 1 1 0 0,1-1-1 0 0,0 0 0 0 0,0 1 1 0 0,0-1-1 0 0,1 0 1 0 0,2 8-1 0 0,22 95 177 0 0,-15-71-67 0 0,-2 1 0 0 0,6 55 0 0 0,-15-15-3 0 0,0-59-95 0 0,0 1 0 0 0,2 0 0 0 0,0-1 0 0 0,5 29 0 0 0,-5-46-33 0 0,0 0 1 0 0,-1 0 0 0 0,1-1-1 0 0,0 1 1 0 0,0 0 0 0 0,0 0-1 0 0,0 0 1 0 0,0-1 0 0 0,1 1-1 0 0,-1-1 1 0 0,1 1 0 0 0,-1-1-1 0 0,1 1 1 0 0,1 1-1 0 0,3 0-336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5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1 113 2761 0 0,'15'-12'988'0'0,"0"1"1"0"0,1 1 0 0 0,0 1 0 0 0,1 0 0 0 0,0 1-1 0 0,21-7 1 0 0,-13 7-1143 0 0,0 0 1 0 0,0 2-1 0 0,1 0 1 0 0,-1 2-1 0 0,35-2 1 0 0,-29 6-3039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5.6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4145 0 0,'11'0'470'0'0,"0"0"0"0"0,0 1 0 0 0,-1 0 1 0 0,1 0-1 0 0,0 1 0 0 0,-1 1 0 0 0,0 0 0 0 0,13 5 0 0 0,-15-6-140 0 0,73 32 468 0 0,-59-23-2171 0 0,1-1 0 0 0,28 8 0 0 0,-31-14 1341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5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3225 0 0,'5'2'288'0'0,"-2"1"-288"0"0,-1-1 0 0 0,0-2 0 0 0,3 2 152 0 0,2 3-24 0 0,7 2-8 0 0,7 7 0 0 0,4 5 24 0 0,1 0 8 0 0,-2 2 0 0 0,-3 0 0 0 0,-2 4-152 0 0,-3-1 0 0 0,0 2 0 0 0,-6-1 0 0 0,-3-4 0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5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2304 0 0,'3'17'529'0'0,"2"0"0"0"0,0 0-1 0 0,1-1 1 0 0,0 0 0 0 0,17 28-1 0 0,7 21 165 0 0,40 164-2040 0 0,-63-201 1294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6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0 2825 0 0,'-4'23'3'0'0,"0"-1"-1"0"0,-1-1 1 0 0,-1 1 0 0 0,-1-1 0 0 0,-1 0 0 0 0,-1 0 0 0 0,0-1 0 0 0,-2 0 0 0 0,0-1 0 0 0,-18 23 0 0 0,21-28-33 0 0,7-12 25 0 0,0 0 1 0 0,0 0-1 0 0,0 0 0 0 0,0 0 0 0 0,0 0 0 0 0,0 0 0 0 0,0-1 0 0 0,-1 1 0 0 0,1 0 1 0 0,-1-1-1 0 0,1 1 0 0 0,-1-1 0 0 0,0 0 0 0 0,1 1 0 0 0,-1-1 0 0 0,-3 1 1 0 0,-3 0-76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6.2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638 1 6913 0 0,'-72'24'559'0'0,"-2"-2"-1"0"0,-103 16 1 0 0,54-15-3144 0 0,-54 7-17 0 0,163-29 2617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6.4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482 533 7834 0 0,'-14'1'39'0'0,"1"-2"0"0"0,-1 0 1 0 0,0 0-1 0 0,0-1 0 0 0,1-1 0 0 0,-1 0 1 0 0,1-1-1 0 0,0-1 0 0 0,0 0 1 0 0,0 0-1 0 0,1-2 0 0 0,0 1 1 0 0,0-1-1 0 0,-15-12 0 0 0,10 3-380 0 0,0 0-1 0 0,1-1 1 0 0,0 0 0 0 0,2-2-1 0 0,0 0 1 0 0,-15-27-1 0 0,-55-129-2904 0 0,43 82 2603 0 0,18 47 643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6.5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13 319 3681 0 0,'-10'-60'882'0'0,"8"42"1055"0"0,1-1-1 0 0,2-30 1 0 0,1 35-859 0 0,0 0 0 0 0,0 0 1 0 0,2 0-1 0 0,4-14 0 0 0,18-27-941 0 0,-16 39-1252 0 0,-1-1-4181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7.4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1024 0 3681 0 0,'-17'18'947'0'0,"0"0"1"0"0,1 2-1 0 0,1-1 1 0 0,1 2-1 0 0,0 0 1 0 0,2 0 0 0 0,-19 46-1 0 0,-43 97-3144 0 0,-6 13 660 0 0,2 45 1332 0 0,-31 79-1086 0 0,-57 199-1325 0 0,49 14 3975 0 0,46-216-1072 0 0,-17 92 1333 0 0,-14 445 55 0 0,99-736-1335 0 0,5 0 0 0 0,24 173-1 0 0,-1-33 640 0 0,-19-152-706 0 0,-1 8 665 0 0,35 187 0 0 0,32 67 2194 0 0,-70-339-3089 0 0,0 0 48 0 0,0-1 1 0 0,0 1 0 0 0,1-1 0 0 0,0 1-1 0 0,1-1 1 0 0,0 0 0 0 0,8 13 0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7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 11 456 0 0,'-31'-1'4591'0'0,"18"0"-3398"0"0,-1 0 0 0 0,1-1 0 0 0,-14 6 9501 0 0,58 53-9776 0 0,-21-42-771 0 0,-1-1 1 0 0,2-1 0 0 0,0 0-1 0 0,1 0 1 0 0,0-1 0 0 0,1-1-1 0 0,0 0 1 0 0,0-1 0 0 0,2 0-1 0 0,-1-1 1 0 0,1 0 0 0 0,0-2-1 0 0,1 0 1 0 0,20 7 0 0 0,-35-14-124 0 0,0 0 1 0 0,0 0 0 0 0,0 0-1 0 0,0 0 1 0 0,-1-1 0 0 0,1 1-1 0 0,0 0 1 0 0,0 0 0 0 0,0-1-1 0 0,0 1 1 0 0,0-1-1 0 0,0 1 1 0 0,-1-1 0 0 0,1 1-1 0 0,0-1 1 0 0,0 1 0 0 0,-1-1-1 0 0,1 0 1 0 0,0 1-1 0 0,-1-1 1 0 0,1 0 0 0 0,0 1-1 0 0,-1-1 1 0 0,1 0 0 0 0,-1 0-1 0 0,0 0 1 0 0,1 0 0 0 0,-1 0-1 0 0,1 1 1 0 0,-1-3-1 0 0,12-32 178 0 0,-11 30-188 0 0,9-36-23 0 0,-3 12-964 0 0,20-51 1 0 0,-15 54-6743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19.1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15 495 2304 0 0,'1'-15'691'0'0,"0"-1"-1"0"0,-1 0 1 0 0,-1 1-1 0 0,0-1 0 0 0,-5-20 1 0 0,-2-22 2888 0 0,7 55-3082 0 0,1-1-1 0 0,0 1 1 0 0,0 0-1 0 0,1 0 1 0 0,-1-1-1 0 0,1 1 1 0 0,-1 0-1 0 0,3-5 1 0 0,-3 7-386 0 0,0 0 0 0 0,1 1 1 0 0,-1-1-1 0 0,1 0 0 0 0,-1 0 0 0 0,1 1 1 0 0,0-1-1 0 0,-1 1 0 0 0,1-1 1 0 0,-1 0-1 0 0,1 1 0 0 0,0-1 0 0 0,0 1 1 0 0,-1 0-1 0 0,1-1 0 0 0,0 1 0 0 0,0 0 1 0 0,0-1-1 0 0,-1 1 0 0 0,1 0 1 0 0,0 0-1 0 0,0-1 0 0 0,0 1 0 0 0,0 0 1 0 0,0 0-1 0 0,-1 0 0 0 0,1 0 1 0 0,0 0-1 0 0,0 1 0 0 0,0-1 0 0 0,0 0 1 0 0,-1 0-1 0 0,1 0 0 0 0,0 1 1 0 0,0-1-1 0 0,0 0 0 0 0,-1 1 0 0 0,2 0 1 0 0,2 1 26 0 0,-1 0 0 0 0,1 0 1 0 0,-1 1-1 0 0,0-1 1 0 0,0 1-1 0 0,0 0 0 0 0,0 0 1 0 0,0 0-1 0 0,-1 0 1 0 0,4 5-1 0 0,22 40 292 0 0,-21-36-326 0 0,64 104 203 0 0,-40-70-250 0 0,-3 2-1 0 0,-2 0 1 0 0,21 55 0 0 0,-47-101-38 0 0,5 12 35 0 0,1 0 0 0 0,11 18 1 0 0,-16-28-21 0 0,1-1 1 0 0,1 0-1 0 0,-1-1 1 0 0,0 1 0 0 0,1 0-1 0 0,-1-1 1 0 0,4 3-1 0 0,-5-4-4 0 0,0 0 0 0 0,0-1-1 0 0,0 1 1 0 0,0-1 0 0 0,0 1 0 0 0,0-1 0 0 0,0 0-1 0 0,0 1 1 0 0,0-1 0 0 0,0 0 0 0 0,1 1-1 0 0,-1-1 1 0 0,0 0 0 0 0,0 0 0 0 0,0 0 0 0 0,0 0-1 0 0,0 0 1 0 0,1-1 0 0 0,-1 1 0 0 0,0 0-1 0 0,2-1 1 0 0,-1 0-4 0 0,0-1 0 0 0,0 1 0 0 0,0-1 0 0 0,-1 1 0 0 0,1-1 0 0 0,0 0 0 0 0,-1 1 0 0 0,1-1 0 0 0,-1 0 0 0 0,0 0 0 0 0,1 0 0 0 0,-1 0 0 0 0,0 0 0 0 0,0-1 0 0 0,1-3 0 0 0,11-40 259 0 0,-11 37-248 0 0,13-73 163 0 0,9-166 0 0 0,-4 19 9 0 0,-9 169-317 0 0,-5 32-16 0 0,-1 1 0 0 0,1-37 0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1.0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78 3569 0 0,'6'-28'149'0'0,"19"-22"11261"0"0,-9 67-10059 0 0,-14-15-898 0 0,8 9 21 0 0,0 1 0 0 0,-1 0 1 0 0,-1 0-1 0 0,0 1 0 0 0,-1 0 1 0 0,10 24-1 0 0,25 89 719 0 0,-38-112-1049 0 0,11 31-65 0 0,-7-23-483 0 0,-1 0 1 0 0,-1 0-1 0 0,-1 0 0 0 0,5 45 1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1.4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1 177 2761 0 0,'0'-3'74'0'0,"0"0"-1"0"0,0-1 1 0 0,0 1 0 0 0,0 0 0 0 0,1-1 0 0 0,0 1 0 0 0,0 0 0 0 0,0 0 0 0 0,0 0 0 0 0,0 0 0 0 0,0 0 0 0 0,1 0 0 0 0,0 0 0 0 0,-1 0 0 0 0,1 0 0 0 0,0 0 0 0 0,0 1 0 0 0,1-1-1 0 0,2-1 1 0 0,7-9 1082 0 0,1 1-1 0 0,16-12 1 0 0,-19 15-475 0 0,2 0 389 0 0,0 0-1 0 0,1 0 1 0 0,22-11 0 0 0,-32 18-878 0 0,1 1 1 0 0,-1-1-1 0 0,1 1 1 0 0,-1 0-1 0 0,1 0 0 0 0,-1 0 1 0 0,1 1-1 0 0,0-1 1 0 0,0 1-1 0 0,-1 0 0 0 0,1 0 1 0 0,0 0-1 0 0,-1 1 1 0 0,1-1-1 0 0,0 1 0 0 0,-1 0 1 0 0,1 0-1 0 0,-1 0 0 0 0,1 0 1 0 0,4 3-1 0 0,-6-2-156 0 0,-1-1 0 0 0,1 1 0 0 0,-1 0 0 0 0,1 0 0 0 0,-1-1 0 0 0,0 1 0 0 0,0 0 0 0 0,0 0 0 0 0,0 0 0 0 0,0 0 0 0 0,0 1 0 0 0,0-1 0 0 0,-1 0 0 0 0,1 0 0 0 0,-1 0 0 0 0,1 1 0 0 0,-1-1 0 0 0,0 0 0 0 0,0 0 0 0 0,0 1 0 0 0,-1-1 0 0 0,1 0 0 0 0,0 0 0 0 0,-2 5 0 0 0,-15 54 425 0 0,11-47-397 0 0,-1 0 0 0 0,-1-1 1 0 0,0 0-1 0 0,0 0 1 0 0,-14 15-1 0 0,11-15 124 0 0,1 0 0 0 0,0 1 0 0 0,-14 30 0 0 0,23-43-158 0 0,1 0-1 0 0,0 0 1 0 0,-1-1-1 0 0,1 1 1 0 0,0 0-1 0 0,0 0 0 0 0,-1 0 1 0 0,1-1-1 0 0,0 1 1 0 0,0 0-1 0 0,0 0 0 0 0,0 0 1 0 0,0 0-1 0 0,0-1 1 0 0,0 1-1 0 0,1 0 1 0 0,-1 0-1 0 0,0 0 0 0 0,0-1 1 0 0,1 1-1 0 0,-1 0 1 0 0,0 0-1 0 0,1-1 0 0 0,-1 1 1 0 0,1 0-1 0 0,0 1 1 0 0,1-1 15 0 0,-1 0 1 0 0,1 1-1 0 0,0-1 1 0 0,0 0 0 0 0,-1 0-1 0 0,1-1 1 0 0,0 1-1 0 0,0 0 1 0 0,0 0-1 0 0,0-1 1 0 0,2 1 0 0 0,8 1 115 0 0,0-1 1 0 0,0 0 0 0 0,13-2-1 0 0,-18 1-61 0 0,95-5 585 0 0,8 0-832 0 0,-36 12-6182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2.1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4145 0 0,'10'8'10313'0'0,"17"45"-7436"0"0,27 77 0 0 0,-33-75-2223 0 0,-4-9-530 0 0,12 49 0 0 0,-16-33-6361 0 0,-9-40-158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3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3473 0 0,'1'2'2848'0'0,"29"0"-2191"0"0,93 7 1491 0 0,-108-6-1861 0 0,0 0 0 0 0,-1 0-1 0 0,0 1 1 0 0,0 1 0 0 0,0 1-1 0 0,20 10 1 0 0,-8-1-20 0 0,0-1-1 0 0,49 18 1 0 0,-63-28-665 0 0,1-1 0 0 0,-1 0 0 0 0,1-1-1 0 0,0 0 1 0 0,0 0 0 0 0,0-2 0 0 0,0 0 0 0 0,23-2 0 0 0,-18-2-750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3.8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27 3945 0 0,'-1'0'121'0'0,"0"0"0"0"0,1 1 1 0 0,-1-1-1 0 0,0 0 0 0 0,0 0 0 0 0,0 0 0 0 0,1 0 1 0 0,-1 0-1 0 0,0-1 0 0 0,0 1 0 0 0,0 0 1 0 0,1 0-1 0 0,-1 0 0 0 0,0-1 0 0 0,0 1 0 0 0,1 0 1 0 0,-1-1-1 0 0,0 1 0 0 0,1-1 0 0 0,-1 1 1 0 0,0-1-1 0 0,0 0 0 0 0,1 1 50 0 0,0-1 1 0 0,0 0-1 0 0,1 1 0 0 0,-1-1 0 0 0,0 1 0 0 0,0-1 1 0 0,1 1-1 0 0,-1-1 0 0 0,1 1 0 0 0,-1-1 1 0 0,0 1-1 0 0,1-1 0 0 0,-1 1 0 0 0,1 0 1 0 0,-1-1-1 0 0,1 1 0 0 0,-1 0 0 0 0,1-1 0 0 0,-1 1 1 0 0,1 0-1 0 0,0-1 0 0 0,2-1 61 0 0,0 1-1 0 0,0-1 0 0 0,0 1 1 0 0,0 0-1 0 0,0 0 1 0 0,0 0-1 0 0,1 0 1 0 0,-1 1-1 0 0,0-1 1 0 0,0 1-1 0 0,5 0 1 0 0,-2 2-64 0 0,-1 1 0 0 0,1-1 0 0 0,-1 1 0 0 0,0 0 0 0 0,0 1 0 0 0,0-1 0 0 0,0 1 0 0 0,-1 0 0 0 0,1 1 0 0 0,-1-1 0 0 0,7 10 0 0 0,-6-8-60 0 0,0 0 0 0 0,0 0 0 0 0,1 0-1 0 0,0-1 1 0 0,0 0 0 0 0,13 8 0 0 0,-8-9-95 0 0,1 1 0 0 0,0-2 0 0 0,0 0 0 0 0,0 0 0 0 0,17 1 0 0 0,-14-2 87 0 0,0 1 0 0 0,28 8 1 0 0,-42-11-82 0 0,-1 1 1 0 0,1-1-1 0 0,-1 0 1 0 0,1 0-1 0 0,0 0 1 0 0,-1 1 0 0 0,1-1-1 0 0,-1 0 1 0 0,1 1-1 0 0,-1-1 1 0 0,1 0-1 0 0,-1 1 1 0 0,0-1 0 0 0,1 1-1 0 0,-1-1 1 0 0,1 1-1 0 0,-1-1 1 0 0,0 1 0 0 0,1-1-1 0 0,-1 1 1 0 0,0-1-1 0 0,0 1 1 0 0,1-1-1 0 0,-1 1 1 0 0,0-1 0 0 0,0 1-1 0 0,0 0 1 0 0,0-1-1 0 0,0 1 1 0 0,0-1 0 0 0,0 2-1 0 0,-11 18 600 0 0,-27 15 587 0 0,38-35-1200 0 0,-230 178 1177 0 0,207-160-2167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4.5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532 5 456 0 0,'21'-2'245'0'0,"-17"1"209"0"0,0 0-1 0 0,-1 1 1 0 0,1-1 0 0 0,0 1 0 0 0,0 0-1 0 0,0 0 1 0 0,-1 1 0 0 0,1-1 0 0 0,7 2-1 0 0,-13 1 89 0 0,-1-1 0 0 0,1 0 0 0 0,-1-1-1 0 0,1 1 1 0 0,-1 0 0 0 0,1-1 0 0 0,-1 1-1 0 0,-3 1 1 0 0,-42 16 1235 0 0,-12 6-281 0 0,-81 21-1 0 0,120-41-1310 0 0,0 0 1 0 0,0-2-1 0 0,0-1 0 0 0,-1 0 0 0 0,0-1 0 0 0,1-2 0 0 0,-41-5 1 0 0,52 4-175 0 0,1 1 0 0 0,0-2 0 0 0,0 1 0 0 0,0-1 0 0 0,0-1 0 0 0,0 0 0 0 0,-10-6 1 0 0,-9-16-3897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4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9 4633 0 0,'-5'-9'9235'0'0,"4"15"-7235"0"0,-1 3-3681 0 0,-6 9 2088 0 0,-1 0 1 0 0,0 0-1 0 0,-1-1 0 0 0,-16 20 1 0 0,14-21-217 0 0,1 1 0 0 0,1 0 0 0 0,-12 26 0 0 0,22-42-173 0 0,-1 0 0 0 0,1 0 0 0 0,0 0 0 0 0,0 0 0 0 0,-1 0 0 0 0,1 0 0 0 0,0 0 0 0 0,0 0 0 0 0,0 0 0 0 0,0 0 0 0 0,0 0 0 0 0,0 0 1 0 0,1 0-1 0 0,-1 0 0 0 0,0 0 0 0 0,0 0 0 0 0,1 0 0 0 0,-1 0 0 0 0,1 0 0 0 0,-1-1 0 0 0,1 1 0 0 0,-1 0 0 0 0,1 0 0 0 0,-1 0 0 0 0,1 0 0 0 0,0-1 0 0 0,-1 1 1 0 0,1 0-1 0 0,0-1 0 0 0,0 1 0 0 0,-1-1 0 0 0,1 1 0 0 0,0-1 0 0 0,2 2 0 0 0,40 13 1183 0 0,-22-9-702 0 0,3 5-89 0 0,31 20 0 0 0,-32-17-547 0 0,35 15 0 0 0,-34-20-261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7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52 308 2761 0 0,'-52'-46'19830'0'0,"83"102"-19575"0"0,14 25 12 0 0,-23-45-242 0 0,32 72-1 0 0,-34-66-10 0 0,29 47-1 0 0,50 46 523 0 0,-98-133-511 0 0,0 0-1 0 0,1-1 1 0 0,-1 1-1 0 0,0 0 1 0 0,0 0-1 0 0,1-1 1 0 0,-1 1-1 0 0,1-1 1 0 0,0 1-1 0 0,-1-1 1 0 0,1 0 0 0 0,0 1-1 0 0,0-1 1 0 0,0 0-1 0 0,0 0 1 0 0,0 0-1 0 0,0-1 1 0 0,0 1-1 0 0,0 0 1 0 0,0-1-1 0 0,0 1 1 0 0,0-1-1 0 0,4 0 1 0 0,-3 0 2 0 0,0-1 1 0 0,-1-1-1 0 0,1 1 0 0 0,-1 0 0 0 0,1-1 1 0 0,-1 1-1 0 0,1-1 0 0 0,-1 0 1 0 0,0 0-1 0 0,0 0 0 0 0,0 0 1 0 0,0 0-1 0 0,0 0 0 0 0,0 0 0 0 0,-1-1 1 0 0,1 1-1 0 0,1-4 0 0 0,20-37 187 0 0,-3-1-1 0 0,-1-1 0 0 0,14-51 1 0 0,-5 17-129 0 0,12-43-38 0 0,35-178 0 0 0,-74 292-79 0 0,6-27-312 0 0,-7 33 323 0 0,0 0-1 0 0,1 1 0 0 0,-1-1 1 0 0,0 0-1 0 0,0 1 1 0 0,0-1-1 0 0,0 0 1 0 0,-1 1-1 0 0,1-1 1 0 0,0 0-1 0 0,-1 1 1 0 0,1-1-1 0 0,-1 1 0 0 0,0-1 1 0 0,-1-2-1 0 0,2 4-12 0 0,0 0 1 0 0,0 0-1 0 0,0 0 0 0 0,-1 0 0 0 0,1 0 0 0 0,0 0 0 0 0,0 0 0 0 0,-1 0 0 0 0,1 0 0 0 0,0 0 0 0 0,0 0 0 0 0,0 0 0 0 0,-1 0 1 0 0,1 0-1 0 0,0 0 0 0 0,0 0 0 0 0,0 0 0 0 0,-1 0 0 0 0,1 0 0 0 0,0 0 0 0 0,0 0 0 0 0,0 0 0 0 0,-1 1 0 0 0,1-1 0 0 0,0 0 1 0 0,0 0-1 0 0,0 0 0 0 0,0 0 0 0 0,-1 0 0 0 0,1 1 0 0 0,0-1 0 0 0,0 0 0 0 0,0 0 0 0 0,0 0 0 0 0,0 1 0 0 0,0-1 1 0 0,0 0-1 0 0,0 0 0 0 0,-1 0 0 0 0,1 1 0 0 0,0-1 0 0 0,0 0 0 0 0,0 0 0 0 0,0 0 0 0 0,0 1 0 0 0,-3 8-2301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8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56 5985 0 0,'18'-55'15265'0'0,"-15"54"-14845"0"0,-1 4-233 0 0,-1-1 0 0 0,1 1 1 0 0,-1 0-1 0 0,1 0 0 0 0,-1-1 0 0 0,0 1 0 0 0,0 0 1 0 0,0 0-1 0 0,0 6 0 0 0,0-6-21 0 0,7 32 44 0 0,5 61 0 0 0,-10-63-77 0 0,1 0-1 0 0,12 40 0 0 0,-8-49 15 0 0,2-1 0 0 0,15 28 0 0 0,-12-25 185 0 0,12 32 0 0 0,-22-50-286 0 0,0 1 0 0 0,-1 0 0 0 0,0 0 0 0 0,0 1 0 0 0,-1-1 0 0 0,0 0 0 0 0,-2 17 0 0 0,-1-1 407 0 0,-1-14-778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8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50 5985 0 0,'-8'6'6173'0'0,"20"-6"-3071"0"0,28-7-1016 0 0,-32 5-1309 0 0,78-18 2243 0 0,-9 1-3444 0 0,-25 12-5465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8.7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88 5529 0 0,'0'0'65'0'0,"0"0"0"0"0,0 1 0 0 0,0-1 0 0 0,0 0 0 0 0,1 1 0 0 0,-1-1 0 0 0,0 0 0 0 0,0 0 0 0 0,0 1 0 0 0,0-1 0 0 0,1 0 0 0 0,-1 0 0 0 0,0 1 0 0 0,0-1 0 0 0,0 0 0 0 0,1 0 0 0 0,-1 0 0 0 0,0 1 0 0 0,0-1 0 0 0,1 0 0 0 0,-1 0 0 0 0,0 0 0 0 0,1 0 0 0 0,-1 0 0 0 0,0 1 0 0 0,0-1 0 0 0,1 0 0 0 0,-1 0 0 0 0,0 0 0 0 0,1 0 0 0 0,-1 0 0 0 0,0 0 0 0 0,1 0 0 0 0,-1 0 0 0 0,20-2 2259 0 0,19-9 1681 0 0,-38 11-3771 0 0,66-25 4961 0 0,-2-4-3955 0 0,-21 9-2240 0 0,-30 13 2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9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12 8290 0 0,'0'0'39'0'0,"0"0"0"0"0,0 0 0 0 0,-1 0-1 0 0,1 0 1 0 0,0 0 0 0 0,0 0 0 0 0,0 0 0 0 0,0 0 0 0 0,-1 0 0 0 0,1 0 0 0 0,0 0 0 0 0,0 0 0 0 0,0 0 0 0 0,0 0 0 0 0,0 0 0 0 0,0 0-1 0 0,-1 0 1 0 0,1 0 0 0 0,0-1 0 0 0,0 1 0 0 0,0 0 0 0 0,0 0 0 0 0,0 0 0 0 0,0 0 0 0 0,0 0 0 0 0,-1 0 0 0 0,1 0 0 0 0,0-1 0 0 0,0 1-1 0 0,0 0 1 0 0,0 0 0 0 0,0 0 0 0 0,0 0 0 0 0,0 0 0 0 0,0-1 0 0 0,0 1 0 0 0,0 0 0 0 0,0 0 0 0 0,0 0 0 0 0,0 0 0 0 0,0 0 0 0 0,0-1-1 0 0,0 1 1 0 0,0 0 0 0 0,0 0 0 0 0,0 0 0 0 0,0 0 0 0 0,0 0 0 0 0,0-1 0 0 0,0 1 0 0 0,0 0 0 0 0,0 0 0 0 0,0 0 0 0 0,0 0 0 0 0,1 0-1 0 0,-1 0 1 0 0,0-1 0 0 0,0 1 0 0 0,0 0 0 0 0,13-4 2953 0 0,13 2-499 0 0,-23 3-2684 0 0,-1-1 0 0 0,0 1-1 0 0,0-1 1 0 0,0 1 0 0 0,0 0-1 0 0,0 0 1 0 0,0 0 0 0 0,0 0 0 0 0,0 0-1 0 0,-1 1 1 0 0,1-1 0 0 0,0 1-1 0 0,-1-1 1 0 0,1 1 0 0 0,0-1 0 0 0,-1 1-1 0 0,2 2 1 0 0,17 31-1436 0 0,-13-16 1613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9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0,'2'9'7682'0'0,"0"10"-3681"0"0,4 109-2071 0 0,-5-83-1826 0 0,-1-7 87 0 0,1-1-1 0 0,2 1 0 0 0,11 53 0 0 0,-12-82-165 0 0,0-1-1 0 0,1 1 1 0 0,0 0 0 0 0,0-1-1 0 0,1 1 1 0 0,0-1 0 0 0,0 0-1 0 0,1-1 1 0 0,0 1-1 0 0,1-1 1 0 0,0 0 0 0 0,0 0-1 0 0,0 0 1 0 0,1-1 0 0 0,0 0-1 0 0,0-1 1 0 0,0 1 0 0 0,1-1-1 0 0,13 6 1 0 0,-19-9-131 0 0,1-1 0 0 0,-1 0 0 0 0,1 0 0 0 0,-1 0 0 0 0,1 0 0 0 0,-1-1 0 0 0,1 1 0 0 0,-1-1 0 0 0,1 0 0 0 0,0 1 0 0 0,-1-1 0 0 0,1 0 0 0 0,0 0 0 0 0,-1-1 0 0 0,1 1 0 0 0,0-1 0 0 0,-1 1 0 0 0,1-1 0 0 0,-1 0 0 0 0,1 0 0 0 0,-1 0 0 0 0,1 0 0 0 0,-1 0 0 0 0,0-1 0 0 0,1 1 0 0 0,-1-1 0 0 0,0 1 0 0 0,3-4 0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31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0,'9'7'18863'0'0,"-5"-4"-18729"0"0,1 1 0 0 0,-1-1 0 0 0,-1 1 1 0 0,1 0-1 0 0,-1 0 0 0 0,1 1 0 0 0,-1-1 0 0 0,0 1 0 0 0,-1 0 0 0 0,1-1 1 0 0,-1 1-1 0 0,4 10 0 0 0,25 105-49 0 0,-23-74-44 0 0,17 122 326 0 0,-25-163-363 0 0,1 1 0 0 0,-1-1 0 0 0,0 1 0 0 0,0-1 0 0 0,-1 0 0 0 0,0 1 0 0 0,0-1 0 0 0,0 0 0 0 0,-3 10 0 0 0,4-11-665 0 0,2-1 66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33.3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44 8754 0 0,'-4'-7'1279'0'0,"2"2"-129"0"0,-1 1 1 0 0,1-1 0 0 0,0 0 0 0 0,0 1-1 0 0,-2-9 1 0 0,15 54 1983 0 0,15 330-864 0 0,-4-125-2134 0 0,-21-208-192 0 0,-4 50 0 0 0,-3-34-7074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33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17 184 1376 0 0,'-12'-25'1150'0'0,"11"20"-326"0"0,0 1 0 0 0,0 0 0 0 0,0-1 0 0 0,1 1 0 0 0,0 0-1 0 0,0-1 1 0 0,0 1 0 0 0,0-1 0 0 0,1 1 0 0 0,0 0 0 0 0,0-1 0 0 0,0 1 0 0 0,0 0 0 0 0,0 0 0 0 0,5-7 0 0 0,-5 8-544 0 0,1 0 1 0 0,0 0-1 0 0,0 0 1 0 0,0 1-1 0 0,0-1 1 0 0,1 1 0 0 0,4-4-1 0 0,5-2 84 0 0,-1 2 0 0 0,1-1 1 0 0,1 1-1 0 0,-1 1 0 0 0,1 0 0 0 0,0 1 0 0 0,0 1 0 0 0,20-4 1 0 0,-11 4-237 0 0,1 1 1 0 0,0 1 0 0 0,0 1-1 0 0,28 3 1 0 0,-48-3-127 0 0,0 0 0 0 0,0 1 0 0 0,1-1 0 0 0,-1 1 0 0 0,0 0 0 0 0,0 0 0 0 0,0 0 0 0 0,0 0 0 0 0,0 1 0 0 0,5 2 0 0 0,-7-3-9 0 0,0 0 0 0 0,-1 0 0 0 0,1 0 0 0 0,0 0 0 0 0,-1 0 1 0 0,1 0-1 0 0,-1 0 0 0 0,1 0 0 0 0,-1 0 0 0 0,1 0 0 0 0,-1 1 1 0 0,0-1-1 0 0,0 0 0 0 0,0 0 0 0 0,1 0 0 0 0,-1 1 0 0 0,0-1 0 0 0,0 0 1 0 0,-1 0-1 0 0,1 0 0 0 0,0 0 0 0 0,0 1 0 0 0,-1-1 0 0 0,1 0 1 0 0,0 0-1 0 0,-1 0 0 0 0,1 0 0 0 0,-1 0 0 0 0,1 0 0 0 0,-1 0 1 0 0,-1 2-1 0 0,-14 21-315 0 0,0 0 1 0 0,-2-2 0 0 0,0 0 0 0 0,-38 34 0 0 0,-13 16-418 0 0,41-41 680 0 0,-35 44 46 0 0,57-68 226 0 0,1 1 0 0 0,0 0 0 0 0,0 1 0 0 0,1-1 0 0 0,0 1 0 0 0,0 0 0 0 0,-3 15 0 0 0,6-21-145 0 0,0 1 0 0 0,1-1 0 0 0,0 0 0 0 0,0 0 0 0 0,0 0 0 0 0,0 0 0 0 0,0 1 0 0 0,1-1 0 0 0,-1 0 0 0 0,1 0 0 0 0,0 0 0 0 0,0 0 0 0 0,0 0 0 0 0,1 0 0 0 0,-1 0 0 0 0,0-1 0 0 0,4 6 0 0 0,-1-4-9 0 0,0 1 0 0 0,0-1 0 0 0,1 0 0 0 0,-1 0 0 0 0,1-1 0 0 0,0 1 0 0 0,0-1-1 0 0,0 0 1 0 0,6 2 0 0 0,2 1 28 0 0,0-1 1 0 0,1-1-1 0 0,-1 0 0 0 0,1-1 0 0 0,0 0 0 0 0,0-1 0 0 0,19 0 0 0 0,0-2-116 0 0,23-1-1249 0 0,64 9-1 0 0,-108-6-13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34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4 2304 0 0,'-4'-4'22453'0'0,"10"11"-25029"0"0,-2 0 2648 0 0,-1 0 1 0 0,-1 0-1 0 0,1 0 1 0 0,-1 0 0 0 0,0 1-1 0 0,-1-1 1 0 0,0 0-1 0 0,0 1 1 0 0,0-1 0 0 0,-2 15-1 0 0,2 2-10 0 0,4 83 74 0 0,-4-56 199 0 0,2 1 0 0 0,19 95-1 0 0,-19-131-186 0 0,-2-13-123 0 0,-1 1 1 0 0,1 0 0 0 0,0 0 0 0 0,0-1 0 0 0,0 1 0 0 0,3 6 0 0 0,-3-10-47 0 0,-1 1 1 0 0,1-1-1 0 0,0 1 1 0 0,-1 0-1 0 0,1-1 1 0 0,-1 1-1 0 0,1-1 1 0 0,0 1-1 0 0,0-1 1 0 0,-1 0-1 0 0,1 1 0 0 0,0-1 1 0 0,0 0-1 0 0,-1 1 1 0 0,1-1-1 0 0,0 0 1 0 0,0 0-1 0 0,0 0 1 0 0,-1 1-1 0 0,1-1 1 0 0,0 0-1 0 0,0 0 1 0 0,0 0-1 0 0,0-1 1 0 0,-1 1-1 0 0,1 0 1 0 0,0 0-1 0 0,0 0 1 0 0,0-1-1 0 0,-1 1 1 0 0,1 0-1 0 0,0-1 0 0 0,0 1 1 0 0,-1 0-1 0 0,1-1 1 0 0,0 0-1 0 0,5-2-20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0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11522 0 0,'0'-5'1510'0'0,"3"-37"4789"0"0,-3 42-6227 0 0,0-1 0 0 0,0 0 1 0 0,1 1-1 0 0,-1-1 0 0 0,0 1 0 0 0,0-1 0 0 0,0 1 1 0 0,1-1-1 0 0,-1 1 0 0 0,0-1 0 0 0,0 1 1 0 0,1-1-1 0 0,-1 1 0 0 0,0 0 0 0 0,1-1 0 0 0,-1 1 1 0 0,1-1-1 0 0,-1 1 0 0 0,0 0 0 0 0,1-1 1 0 0,-1 1-1 0 0,1 0 0 0 0,-1 0 0 0 0,2-1 0 0 0,-1 1-22 0 0,0 0 0 0 0,0 1 0 0 0,0-1-1 0 0,0 0 1 0 0,0 1 0 0 0,-1-1 0 0 0,1 1-1 0 0,0-1 1 0 0,0 1 0 0 0,0 0 0 0 0,0-1-1 0 0,0 1 1 0 0,-1 0 0 0 0,1-1 0 0 0,0 1-1 0 0,-1 0 1 0 0,1 0 0 0 0,0 0 0 0 0,0 1-1 0 0,4 6 38 0 0,0 0 0 0 0,0 0 0 0 0,-1 1 0 0 0,0 0-1 0 0,0 0 1 0 0,3 16 0 0 0,11 62 95 0 0,-15-70-123 0 0,14 85 125 0 0,50 230 225 0 0,-59-296-413 0 0,-5-22-49 0 0,0 0 0 0 0,1 0 0 0 0,9 21 0 0 0,-44-58-10762 0 0,26 20 9953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0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0 448 456 0 0,'12'-48'2077'0'0,"2"0"1"0"0,1 1-1 0 0,3 1 0 0 0,2 1 1 0 0,42-71-1 0 0,-21 59 1490 0 0,-37 53-3213 0 0,-1 0-1 0 0,1 0 0 0 0,-1 1 0 0 0,1-1 1 0 0,0 1-1 0 0,0 0 0 0 0,0 0 1 0 0,1 1-1 0 0,-1-1 0 0 0,1 1 1 0 0,7-3-1 0 0,-11 5-325 0 0,0 0 0 0 0,-1 0 0 0 0,1 0-1 0 0,0 0 1 0 0,0 0 0 0 0,0 0 0 0 0,0 0 0 0 0,0 0 0 0 0,0 0-1 0 0,-1 0 1 0 0,1 1 0 0 0,0-1 0 0 0,0 0 0 0 0,0 0 0 0 0,0 1-1 0 0,-1-1 1 0 0,1 1 0 0 0,0-1 0 0 0,0 1 0 0 0,-1-1 0 0 0,1 1 0 0 0,0-1-1 0 0,-1 1 1 0 0,1 0 0 0 0,-1-1 0 0 0,1 1 0 0 0,0 0 0 0 0,-1 0-1 0 0,0-1 1 0 0,1 1 0 0 0,-1 0 0 0 0,1 0 0 0 0,-1 0 0 0 0,0-1-1 0 0,0 1 1 0 0,1 0 0 0 0,-1 0 0 0 0,0 0 0 0 0,0 0 0 0 0,0 0-1 0 0,0 0 1 0 0,0-1 0 0 0,0 3 0 0 0,0 2-4 0 0,0 1-1 0 0,0 0 1 0 0,-1-1 0 0 0,0 1-1 0 0,-2 9 1 0 0,-15 32 1 0 0,-1-1-1 0 0,-3-1 1 0 0,-2 0-1 0 0,-49 69 1 0 0,38-61 109 0 0,33-50-98 0 0,0 0-1 0 0,0 1 1 0 0,0-1-1 0 0,0 0 1 0 0,1 1-1 0 0,0-1 1 0 0,0 1-1 0 0,0 0 0 0 0,0-1 1 0 0,0 1-1 0 0,1 0 1 0 0,-1 6-1 0 0,1-8-17 0 0,1-1 0 0 0,-1 1 0 0 0,1-1 0 0 0,-1 1-1 0 0,1-1 1 0 0,0 1 0 0 0,-1-1 0 0 0,1 1 0 0 0,0-1 0 0 0,0 1-1 0 0,0-1 1 0 0,0 0 0 0 0,0 0 0 0 0,1 1 0 0 0,-1-1 0 0 0,0 0-1 0 0,0 0 1 0 0,1 0 0 0 0,-1 0 0 0 0,1-1 0 0 0,-1 1 0 0 0,1 0-1 0 0,-1-1 1 0 0,1 1 0 0 0,0 0 0 0 0,-1-1 0 0 0,1 0 0 0 0,-1 1-1 0 0,1-1 1 0 0,2 0 0 0 0,79 9 155 0 0,-57-7-103 0 0,-1 1-1 0 0,0 1 0 0 0,-1 1 1 0 0,28 9-1 0 0,-43-11-543 0 0,0 1 1 0 0,0 0-1 0 0,14 9 0 0 0,-16-7-848 0 0,1-1 0 0 0,-1 1 0 0 0,12 14 0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1.2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72 184 920 0 0,'-4'-2'526'0'0,"1"-1"-1"0"0,-1 1 0 0 0,0-1 0 0 0,1 0 1 0 0,0 1-1 0 0,0-2 0 0 0,0 1 1 0 0,0 0-1 0 0,0-1 0 0 0,-3-4 1 0 0,-22-40 5883 0 0,27 46-6139 0 0,0 0 0 0 0,1 1-1 0 0,-1-1 1 0 0,1 1 0 0 0,-1-1-1 0 0,1 0 1 0 0,0 1 0 0 0,0-1-1 0 0,0 0 1 0 0,0 1 0 0 0,0-1 0 0 0,0 0-1 0 0,0 1 1 0 0,0-1 0 0 0,1 0-1 0 0,-1 1 1 0 0,1-1 0 0 0,-1 1-1 0 0,1-1 1 0 0,0 1 0 0 0,-1-1 0 0 0,2-1-1 0 0,1-1 3 0 0,0 1 1 0 0,0 0-1 0 0,0 0 0 0 0,0 0 0 0 0,0 0 0 0 0,1 0 1 0 0,-1 1-1 0 0,8-5 0 0 0,-2 3-130 0 0,1-1-1 0 0,-1 1 1 0 0,1 1 0 0 0,0-1-1 0 0,1 2 1 0 0,-1 0 0 0 0,11-2-1 0 0,-18 4-135 0 0,0 0 0 0 0,0 0 0 0 0,0 0 0 0 0,0 0 1 0 0,0 1-1 0 0,0-1 0 0 0,0 1 0 0 0,-1-1 0 0 0,1 1 0 0 0,0 0 0 0 0,0 0 0 0 0,0 1 0 0 0,-1-1 0 0 0,1 0 0 0 0,-1 1 0 0 0,1 0 0 0 0,-1-1 0 0 0,5 5 0 0 0,-5-2 8 0 0,1-1-1 0 0,0 1 0 0 0,-1 0 0 0 0,0 0 0 0 0,0 0 0 0 0,0 0 0 0 0,0 0 0 0 0,-1 1 0 0 0,0-1 0 0 0,1 0 1 0 0,-1 7-1 0 0,1 4 15 0 0,-1 0 0 0 0,-1 1 1 0 0,-1-1-1 0 0,0 0 0 0 0,0 1 1 0 0,-6 18-1 0 0,-26 75-28 0 0,14-51 0 0 0,19-57 1 0 0,-1 0 1 0 0,1 0-1 0 0,0 0 1 0 0,-1 0-1 0 0,1 0 1 0 0,0 0-1 0 0,0 1 0 0 0,-1-1 1 0 0,1 0-1 0 0,0 0 1 0 0,0 0-1 0 0,1 0 1 0 0,-1 1-1 0 0,0-1 0 0 0,0 0 1 0 0,0 0-1 0 0,1 0 1 0 0,-1 0-1 0 0,1 0 1 0 0,0 2-1 0 0,0-2 2 0 0,-1-1 0 0 0,1 1 1 0 0,0-1-1 0 0,0 1 0 0 0,0-1 1 0 0,-1 0-1 0 0,1 1 0 0 0,0-1 0 0 0,0 0 1 0 0,0 1-1 0 0,0-1 0 0 0,0 0 1 0 0,0 0-1 0 0,-1 0 0 0 0,1 0 1 0 0,0 0-1 0 0,0 0 0 0 0,0 0 0 0 0,0 0 1 0 0,1 0-1 0 0,6-2 23 0 0,1 0 0 0 0,-1-1 0 0 0,0 0 1 0 0,10-5-1 0 0,-13 6-20 0 0,52-26-92 0 0,82-55 0 0 0,-41 22-3329 0 0,-71 47-3884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2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28 300 2761 0 0,'-2'-1'115'0'0,"-1"0"1"0"0,0 0 0 0 0,0 0-1 0 0,1 0 1 0 0,-1 0 0 0 0,1-1-1 0 0,-1 0 1 0 0,-2-2 0 0 0,5 4 4 0 0,-1-1 0 0 0,1 0 0 0 0,0 1 0 0 0,0-1 0 0 0,0 0 0 0 0,-1 0 0 0 0,1 1 0 0 0,0-1 0 0 0,0 0 0 0 0,0 1 0 0 0,0-1 0 0 0,0 0 0 0 0,0 0 0 0 0,0 1 0 0 0,1-1 0 0 0,-1 0 0 0 0,0 1 0 0 0,0-1 0 0 0,0 0 0 0 0,1 1 0 0 0,-1-1 0 0 0,0 0 0 0 0,1 1 0 0 0,-1-1 0 0 0,1 0 0 0 0,-1 1 0 0 0,1-1 0 0 0,-1 1 0 0 0,1-1 0 0 0,-1 1 0 0 0,1-1 0 0 0,-1 1 0 0 0,1 0 0 0 0,0-1 0 0 0,-1 1 0 0 0,1 0 0 0 0,0-1 0 0 0,13-9 631 0 0,0 0 0 0 0,0 2 1 0 0,1-1-1 0 0,31-11 0 0 0,69-19 358 0 0,-91 31-765 0 0,132-38 2721 0 0,312-48-1 0 0,-321 82-2484 0 0,0 6 0 0 0,180 15 1 0 0,133 56-396 0 0,-457-64-137 0 0,0-1 0 0 0,0 1 1 0 0,-1-1-1 0 0,1 1 0 0 0,0 0 0 0 0,-1 0 0 0 0,1 1 1 0 0,-1-1-1 0 0,0 0 0 0 0,1 1 0 0 0,-1 0 0 0 0,0-1 1 0 0,0 1-1 0 0,0 0 0 0 0,0 0 0 0 0,0 0 0 0 0,0 0 1 0 0,0 0-1 0 0,2 5 0 0 0,-1 0 16 0 0,0 0 0 0 0,-1 1-1 0 0,0-1 1 0 0,0 1 0 0 0,1 11 0 0 0,4 16 72 0 0,6 13-93 0 0,3 0 1 0 0,2 0-1 0 0,2-2 1 0 0,2-1-1 0 0,2 0 1 0 0,1-2 0 0 0,48 60-1 0 0,-37-55-34 0 0,130 184 61 0 0,-143-194-61 0 0,-1 1 0 0 0,-2 1 0 0 0,-2 0 0 0 0,18 61 0 0 0,-25-60 77 0 0,-2 0 1 0 0,-1 1-1 0 0,-3 0 0 0 0,-1 0 0 0 0,-2 46 0 0 0,-3-55-19 0 0,-2-1 0 0 0,-1 0 0 0 0,-2 0-1 0 0,-1-1 1 0 0,-1 1 0 0 0,-2-1-1 0 0,-17 36 1 0 0,21-54-1 0 0,-1-1 0 0 0,0-1-1 0 0,-1 1 1 0 0,-1-2 0 0 0,1 1 0 0 0,-2-1 0 0 0,0 0-1 0 0,0-1 1 0 0,0 0 0 0 0,-1 0 0 0 0,0-2 0 0 0,-1 1 0 0 0,0-1-1 0 0,0-1 1 0 0,-19 8 0 0 0,-16 2 114 0 0,-1-1 1 0 0,-95 15-1 0 0,105-23-168 0 0,-365 55 208 0 0,81-16-500 0 0,188-29 230 0 0,-166-2 1 0 0,-53 6-921 0 0,295-13 594 0 0,9-1 47 0 0,-72 1 1 0 0,108-7 146 0 0,0-2 0 0 0,-1 0 0 0 0,1 0 0 0 0,0-2 0 0 0,0 1 0 0 0,0-2 0 0 0,0 1 0 0 0,1-2 0 0 0,0 0 0 0 0,-17-9 0 0 0,11 1-1789 0 0,-1-3-5337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2.4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1 325 3681 0 0,'13'-105'2978'0'0,"20"-52"6262"0"0,-23 114-7347 0 0,-4 24 505 0 0,-4 25-977 0 0,-1 38-475 0 0,-1-30-906 0 0,91 938 945 0 0,-76-835-874 0 0,8 62 13 0 0,67 249 0 0 0,-88-424-114 0 0,-1 2-211 0 0,0-1-1 0 0,1 1 0 0 0,0-1 0 0 0,0 1 1 0 0,0-1-1 0 0,1 0 0 0 0,0 0 1 0 0,0 0-1 0 0,0 0 0 0 0,5 6 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3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23 337 6913 0 0,'-3'-5'1088'0'0,"0"0"0"0"0,0 0-1 0 0,1 0 1 0 0,0 0-1 0 0,0 0 1 0 0,0-1-1 0 0,0 1 1 0 0,1-1 0 0 0,0 1-1 0 0,0-1 1 0 0,0-6-1 0 0,2 12-1012 0 0,-1 0 0 0 0,1-1 1 0 0,0 1-1 0 0,-1 0 0 0 0,1 0 0 0 0,-1-1 0 0 0,1 1 0 0 0,-1 0 0 0 0,1 0 0 0 0,0 0 0 0 0,-1 0 0 0 0,1 0 0 0 0,0 0 1 0 0,-1 0-1 0 0,1 0 0 0 0,-1 0 0 0 0,1 0 0 0 0,0 0 0 0 0,-1 0 0 0 0,1 1 0 0 0,-1-1 0 0 0,1 0 0 0 0,-1 0 1 0 0,1 1-1 0 0,0-1 0 0 0,-1 0 0 0 0,1 1 0 0 0,-1-1 0 0 0,1 0 0 0 0,-1 1 0 0 0,0-1 0 0 0,1 1 0 0 0,-1-1 0 0 0,1 1 1 0 0,-1-1-1 0 0,0 1 0 0 0,1-1 0 0 0,-1 2 0 0 0,46 83 35 0 0,-34-61-73 0 0,0 0-1 0 0,2-1 1 0 0,26 36-1 0 0,-16-32 14 0 0,1 0 0 0 0,44 37-1 0 0,-67-62 2 0 0,0 0 0 0 0,1-1-1 0 0,-1 1 1 0 0,0-1 0 0 0,1 0 0 0 0,0 1-1 0 0,-1-1 1 0 0,1 0 0 0 0,0 0 0 0 0,-1-1-1 0 0,1 1 1 0 0,0-1 0 0 0,0 1-1 0 0,0-1 1 0 0,-1 0 0 0 0,1 0 0 0 0,0 0-1 0 0,0 0 1 0 0,0-1 0 0 0,0 1-1 0 0,-1-1 1 0 0,1 0 0 0 0,0 1 0 0 0,-1-1-1 0 0,1-1 1 0 0,0 1 0 0 0,-1 0 0 0 0,4-3-1 0 0,0 0 29 0 0,-1 0 0 0 0,0 0 0 0 0,0-1 0 0 0,-1 0 0 0 0,1 0 0 0 0,-1 0 0 0 0,0 0 0 0 0,0-1 0 0 0,-1 0 0 0 0,0 0 0 0 0,3-6 0 0 0,5-20 83 0 0,-1 0-1 0 0,-1-1 0 0 0,4-43 0 0 0,9-30-25 0 0,-17 83-190 0 0,31-97 93 0 0,-30 103-390 0 0,0 1 0 0 0,2 0 0 0 0,0 1 0 0 0,1 0 0 0 0,12-16 0 0 0,-21 30 268 0 0,1 0 0 0 0,-1 0 1 0 0,1 1-1 0 0,0-1 0 0 0,-1 0 0 0 0,1 0 0 0 0,0 1 0 0 0,0-1 0 0 0,0 0 0 0 0,-1 1 1 0 0,1-1-1 0 0,0 1 0 0 0,0-1 0 0 0,0 1 0 0 0,0-1 0 0 0,0 1 0 0 0,0 0 0 0 0,0 0 1 0 0,0-1-1 0 0,1 1 0 0 0,5 1-517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3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94 6913 0 0,'0'-21'5003'0'0,"0"19"-4523"0"0,0-1 1 0 0,0 0-1 0 0,1 1 0 0 0,-1-1 0 0 0,1 1 1 0 0,0-1-1 0 0,0 1 0 0 0,0-1 1 0 0,0 1-1 0 0,0 0 0 0 0,1-1 1 0 0,-1 1-1 0 0,1 0 0 0 0,2-3 1 0 0,-2 2-134 0 0,2 0-1 0 0,-1 0 1 0 0,0 1 0 0 0,0-1 0 0 0,1 1 0 0 0,0-1 0 0 0,-1 1-1 0 0,8-3 1 0 0,-9 4-305 0 0,1 0 0 0 0,-1 0 0 0 0,0 0-1 0 0,1 0 1 0 0,-1 1 0 0 0,1-1 0 0 0,-1 1 0 0 0,1-1-1 0 0,-1 1 1 0 0,1 0 0 0 0,-1 0 0 0 0,1 0-1 0 0,-1 0 1 0 0,1 1 0 0 0,-1-1 0 0 0,1 1 0 0 0,-1-1-1 0 0,1 1 1 0 0,-1 0 0 0 0,0 0 0 0 0,1 0-1 0 0,-1 0 1 0 0,0 0 0 0 0,0 1 0 0 0,0-1 0 0 0,0 1-1 0 0,0-1 1 0 0,0 1 0 0 0,0 0 0 0 0,0 0-1 0 0,-1 0 1 0 0,3 3 0 0 0,0 4-37 0 0,0 0 1 0 0,-1 0-1 0 0,-1 0 1 0 0,0 1-1 0 0,0-1 1 0 0,0 0-1 0 0,-1 1 1 0 0,-1 0-1 0 0,1-1 1 0 0,-2 1-1 0 0,-1 9 0 0 0,-3 21 10 0 0,-13 50-1 0 0,10-56-12 0 0,-1 0 4 0 0,6-23 3 0 0,0-1-1 0 0,0 1 1 0 0,1-1 0 0 0,0 1-1 0 0,1 0 1 0 0,0 0 0 0 0,1-1-1 0 0,1 16 1 0 0,0-24 5 0 0,-1-1 0 0 0,1 0 0 0 0,0 0 0 0 0,0 1-1 0 0,-1-1 1 0 0,1 0 0 0 0,0 0 0 0 0,0 0 0 0 0,0 0 0 0 0,0 0 0 0 0,0 0 0 0 0,0 0-1 0 0,0 0 1 0 0,0-1 0 0 0,1 1 0 0 0,-1 0 0 0 0,0-1 0 0 0,0 1 0 0 0,1 0 0 0 0,-1-1-1 0 0,0 0 1 0 0,1 1 0 0 0,-1-1 0 0 0,0 0 0 0 0,1 0 0 0 0,-1 0 0 0 0,1 0 0 0 0,-1 0-1 0 0,0 0 1 0 0,1 0 0 0 0,-1 0 0 0 0,1 0 0 0 0,-1-1 0 0 0,0 1 0 0 0,3-1 0 0 0,8-2 96 0 0,-1 0 1 0 0,23-10 0 0 0,-30 11-83 0 0,99-45 184 0 0,4-1-3070 0 0,-78 35-5098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3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68 15203 0 0,'0'0'90'0'0,"0"0"-1"0"0,-1 0 1 0 0,1 0-1 0 0,0 0 1 0 0,-2-2 627 0 0,2 2-628 0 0,0 0 1 0 0,0 0-1 0 0,0 0 1 0 0,0-1-1 0 0,-1 1 1 0 0,1 0-1 0 0,0 0 1 0 0,0-1 0 0 0,0 1-1 0 0,0 0 1 0 0,0 0-1 0 0,0-1 1 0 0,0 1-1 0 0,0 0 1 0 0,0-1 0 0 0,0 1-1 0 0,0 0 1 0 0,0 0-1 0 0,0-1 1 0 0,0 1-1 0 0,0 0 1 0 0,0 0-1 0 0,0-1 1 0 0,0 1 0 0 0,0 0-1 0 0,1 0 1 0 0,-1-1-1 0 0,0 1 1 0 0,0 0-1 0 0,0-1 1 0 0,15-12 1729 0 0,19-5-292 0 0,-18 12-1960 0 0,1 1 0 0 0,0 0 0 0 0,0 1 0 0 0,22-1-1 0 0,-21 3-6903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4.1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91 9674 0 0,'-7'5'572'0'0,"-9"16"3921"0"0,17-20-4333 0 0,-1-1-1 0 0,1 0 1 0 0,0 0-1 0 0,0 0 1 0 0,-1 1 0 0 0,1-1-1 0 0,0 0 1 0 0,-1 0-1 0 0,1 0 1 0 0,0 0-1 0 0,-1 0 1 0 0,1 0 0 0 0,0 0-1 0 0,0-1 1 0 0,-1 1-1 0 0,1 0 1 0 0,0 0-1 0 0,-1 0 1 0 0,1-1 0 0 0,0 1-1 0 0,-1 0 1 0 0,1-1-1 0 0,-1 1 1 0 0,2-1-1 0 0,19-9 1065 0 0,20-11-2377 0 0,45-15 0 0 0,-2 0-266 0 0,-58 24 1419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4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47 8290 0 0,'-31'-13'2482'0'0,"-7"-20"6117"0"0,38 33-8501 0 0,0 0-1 0 0,-1 0 1 0 0,1 0 0 0 0,-1 0 0 0 0,1 1-1 0 0,-1-1 1 0 0,1 0 0 0 0,0 0 0 0 0,-1 1-1 0 0,1-1 1 0 0,0 0 0 0 0,-1 1 0 0 0,1-1-1 0 0,0 0 1 0 0,-1 1 0 0 0,1-1 0 0 0,0 0-1 0 0,0 1 1 0 0,-1-1 0 0 0,1 1 0 0 0,0-1-1 0 0,0 0 1 0 0,0 1 0 0 0,-1-1 0 0 0,1 1-1 0 0,0-1 1 0 0,0 1 0 0 0,0-1 0 0 0,0 1-1 0 0,-5 17 233 0 0,2 3-276 0 0,0 1 1 0 0,2-1-1 0 0,0 1 1 0 0,2 0-1 0 0,0-1 1 0 0,2 1-1 0 0,0-1 0 0 0,2 1 1 0 0,0-1-1 0 0,1-1 1 0 0,1 1-1 0 0,1-1 1 0 0,1 0-1 0 0,0-1 1 0 0,2 0-1 0 0,0 0 0 0 0,1-1 1 0 0,1-1-1 0 0,1 0 1 0 0,0 0-1 0 0,1-2 1 0 0,22 18-1 0 0,-31-28-102 0 0,1 0 1 0 0,0-1-1 0 0,1 0 0 0 0,-1 0 0 0 0,1-1 0 0 0,15 5 1 0 0,-20-7 15 0 0,0 0 0 0 0,1-1 1 0 0,-1 1-1 0 0,1-1 1 0 0,-1 0-1 0 0,0 0 0 0 0,1 0 1 0 0,-1 0-1 0 0,1 0 0 0 0,-1-1 1 0 0,0 0-1 0 0,1 0 1 0 0,-1 0-1 0 0,0 0 0 0 0,0 0 1 0 0,0 0-1 0 0,0-1 0 0 0,0 0 1 0 0,5-3-1 0 0,4-7-593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4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53 11522 0 0,'-16'-42'5606'0'0,"16"31"-3509"0"0,12 29-7518 0 0,-5-6 2491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5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76 7834 0 0,'-8'-14'4335'0'0,"8"13"-4202"0"0,-1 1 1 0 0,1 0-1 0 0,-1-1 0 0 0,1 1 1 0 0,-1-1-1 0 0,1 1 0 0 0,-1-1 1 0 0,1 1-1 0 0,-1-1 0 0 0,1 1 1 0 0,0-1-1 0 0,-1 1 0 0 0,1-1 1 0 0,0 0-1 0 0,0 1 0 0 0,0-1 1 0 0,-1 1-1 0 0,1-1 0 0 0,0 0 1 0 0,0 1-1 0 0,0-1 0 0 0,0 0 1 0 0,0 1-1 0 0,0-1 1 0 0,0 0-1 0 0,0 1 0 0 0,0-1 1 0 0,0 0-1 0 0,0 1 0 0 0,1-1 1 0 0,-1 0-1 0 0,0 1 0 0 0,0-1 1 0 0,1 1-1 0 0,-1-1 0 0 0,0 1 1 0 0,1-1-1 0 0,-1 0 0 0 0,1 1 1 0 0,-1 0-1 0 0,0-1 0 0 0,1 1 1 0 0,-1-1-1 0 0,1 1 0 0 0,0-1 1 0 0,-1 1-1 0 0,1 0 0 0 0,-1-1 1 0 0,1 1-1 0 0,0 0 0 0 0,6-5 211 0 0,0 1-1 0 0,0 0 1 0 0,0 0-1 0 0,1 1 0 0 0,-1 0 1 0 0,1 1-1 0 0,0-1 1 0 0,0 1-1 0 0,12-1 0 0 0,-17 3-324 0 0,-1-1 0 0 0,1 1 0 0 0,0 0 0 0 0,-1 0 0 0 0,1 0 0 0 0,-1 0 0 0 0,1 1 0 0 0,0-1 0 0 0,-1 1 0 0 0,1-1 0 0 0,-1 1 0 0 0,1 0 0 0 0,-1 0 0 0 0,0 0 0 0 0,1 0 0 0 0,-1 1 0 0 0,0-1 0 0 0,0 0 0 0 0,0 1 0 0 0,0 0-1 0 0,0 0 1 0 0,0-1 0 0 0,0 1 0 0 0,0 0 0 0 0,-1 0 0 0 0,1 0 0 0 0,-1 1 0 0 0,0-1 0 0 0,1 0 0 0 0,-1 1 0 0 0,0-1 0 0 0,1 4 0 0 0,1 8-17 0 0,-1-1 0 0 0,-1 1 0 0 0,0-1 1 0 0,0 1-1 0 0,-1-1 0 0 0,-1 1 0 0 0,-3 17 0 0 0,-24 95-4 0 0,25-113 3 0 0,-6 16 6 0 0,5-16 22 0 0,1 0-1 0 0,0 0 0 0 0,0 0 1 0 0,-1 17-1 0 0,5-29-17 0 0,-1-1 0 0 0,0 1 0 0 0,0-1 0 0 0,0 1 0 0 0,0-1 0 0 0,0 0 1 0 0,0 1-1 0 0,1-1 0 0 0,-1 1 0 0 0,0-1 0 0 0,0 0 0 0 0,1 1 0 0 0,-1-1 0 0 0,0 0 0 0 0,1 1 0 0 0,-1-1 0 0 0,0 0 0 0 0,1 1 0 0 0,-1-1 0 0 0,0 0 0 0 0,1 0 0 0 0,-1 0 0 0 0,1 1 0 0 0,-1-1 0 0 0,0 0 0 0 0,1 0 0 0 0,-1 0 0 0 0,1 0 0 0 0,-1 0 0 0 0,1 0 0 0 0,-1 0 0 0 0,0 0 0 0 0,1 0 0 0 0,-1 0 0 0 0,1 0 0 0 0,-1 0 0 0 0,1 0 0 0 0,-1 0 1 0 0,1 0-1 0 0,-1 0 0 0 0,0 0 0 0 0,1-1 0 0 0,23-6 278 0 0,-21 6-242 0 0,30-12 211 0 0,-2-1 0 0 0,34-20 0 0 0,3-2-2646 0 0,-47 26-5672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6.3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70 13827 0 0,'-6'-36'1914'0'0,"5"34"-1614"0"0,1 0 0 0 0,0 0 1 0 0,0 0-1 0 0,0 0 1 0 0,0 0-1 0 0,0 0 0 0 0,0 0 1 0 0,1 1-1 0 0,-1-1 1 0 0,1 0-1 0 0,-1 0 0 0 0,1 0 1 0 0,0 0-1 0 0,-1 0 1 0 0,3-2-1 0 0,-1 23 1652 0 0,-16 135-1194 0 0,-2 79-562 0 0,16-199-199 0 0,2-1 1 0 0,1 0-1 0 0,1 0 0 0 0,2 0 1 0 0,11 33-1 0 0,-9-39-99 0 0,-2-6-472 0 0,0 0 0 0 0,2 0 0 0 0,1 0 0 0 0,15 27-1 0 0,-21-45-478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6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19 364 6449 0 0,'-6'-27'968'0'0,"1"-1"0"0"0,2 1-1 0 0,0-1 1 0 0,2 0 0 0 0,0 1 0 0 0,3-1-1 0 0,5-37 1 0 0,-6 60-735 0 0,1 0 0 0 0,0 1-1 0 0,0-1 1 0 0,1 1 0 0 0,-1 0 0 0 0,1 0 0 0 0,0-1 0 0 0,0 2-1 0 0,0-1 1 0 0,0 0 0 0 0,1 1 0 0 0,0-1 0 0 0,-1 1-1 0 0,1 0 1 0 0,1 1 0 0 0,-1-1 0 0 0,6-3 0 0 0,3 0 241 0 0,1 0 1 0 0,-1 1-1 0 0,1 0 0 0 0,25-5 1 0 0,-35 9-451 0 0,0 1 1 0 0,0-1-1 0 0,1 1 1 0 0,-1 0-1 0 0,0 0 1 0 0,1 0-1 0 0,-1 0 1 0 0,0 1 0 0 0,1 0-1 0 0,-1 0 1 0 0,0 0-1 0 0,0 1 1 0 0,0-1-1 0 0,0 1 1 0 0,0 0-1 0 0,0 0 1 0 0,0 0-1 0 0,-1 0 1 0 0,1 1-1 0 0,-1 0 1 0 0,0-1-1 0 0,1 1 1 0 0,-1 1 0 0 0,-1-1-1 0 0,1 0 1 0 0,0 1-1 0 0,-1-1 1 0 0,0 1-1 0 0,1 0 1 0 0,-2 0-1 0 0,1 0 1 0 0,1 4-1 0 0,1 2 30 0 0,0 1 1 0 0,-1 0-1 0 0,-1 0 0 0 0,1 0 0 0 0,-2 0 0 0 0,0 0 0 0 0,0 0 0 0 0,-1 1 0 0 0,0-1 1 0 0,-1 0-1 0 0,-3 15 0 0 0,-2-7-18 0 0,-1 1 0 0 0,-1-1 1 0 0,0 0-1 0 0,-2 0 0 0 0,0-1 0 0 0,-18 24 1 0 0,13-20 13 0 0,1 1 1 0 0,1 0-1 0 0,-10 27 1 0 0,22-50-35 0 0,1 1 1 0 0,0-1-1 0 0,0 1 1 0 0,0-1-1 0 0,0 1 1 0 0,-1-1-1 0 0,1 1 1 0 0,0 0-1 0 0,0-1 1 0 0,0 1-1 0 0,0-1 1 0 0,0 1-1 0 0,1 0 1 0 0,-1-1-1 0 0,0 1 1 0 0,0-1-1 0 0,0 1 1 0 0,0 0-1 0 0,1-1 1 0 0,-1 1-1 0 0,0-1 1 0 0,0 1-1 0 0,1-1 1 0 0,-1 1-1 0 0,1-1 1 0 0,-1 1 0 0 0,1 0-1 0 0,18 7 409 0 0,32-3 106 0 0,-40-5-502 0 0,-8 1-167 0 0,121 10-31 0 0,-72 0-7455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7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92 3225 0 0,'-3'-2'780'0'0,"-1"1"0"0"0,1-1 0 0 0,1 0 0 0 0,-1 0 0 0 0,0 0 0 0 0,0 0 0 0 0,1-1 1 0 0,-1 1-1 0 0,1-1 0 0 0,0 0 0 0 0,0 0 0 0 0,0 1 0 0 0,0-1 0 0 0,0-1 0 0 0,1 1 0 0 0,-1 0 1 0 0,-1-6-1 0 0,3 8-541 0 0,0 0 1 0 0,0 0 0 0 0,-1-1-1 0 0,1 1 1 0 0,0 0 0 0 0,0 0 0 0 0,1-1-1 0 0,-1 1 1 0 0,0 0 0 0 0,0 0-1 0 0,1-1 1 0 0,-1 1 0 0 0,0 0-1 0 0,1 0 1 0 0,-1 0 0 0 0,1 0 0 0 0,0 0-1 0 0,-1 0 1 0 0,2-2 0 0 0,0 1-180 0 0,0 1 1 0 0,0 0 0 0 0,0-1 0 0 0,-1 1 0 0 0,1 0 0 0 0,0 0-1 0 0,1 0 1 0 0,-1 0 0 0 0,0 0 0 0 0,0 0 0 0 0,0 1-1 0 0,0-1 1 0 0,1 1 0 0 0,2-1 0 0 0,-1 1-41 0 0,0 0 1 0 0,-1-1-1 0 0,1 1 1 0 0,0 0-1 0 0,-1 1 1 0 0,1-1-1 0 0,0 1 1 0 0,-1 0-1 0 0,1 0 1 0 0,0 0-1 0 0,-1 0 1 0 0,0 0-1 0 0,1 1 1 0 0,-1-1-1 0 0,0 1 1 0 0,1 0-1 0 0,-1 0 1 0 0,0 1-1 0 0,-1-1 1 0 0,1 0-1 0 0,0 1 1 0 0,-1 0-1 0 0,1 0 1 0 0,-1-1-1 0 0,0 1 1 0 0,0 1-1 0 0,0-1 1 0 0,0 0-1 0 0,-1 0 0 0 0,1 1 1 0 0,-1-1-1 0 0,0 1 1 0 0,0-1-1 0 0,1 7 1 0 0,1 2-24 0 0,-1 0 0 0 0,-1 0 0 0 0,0 0 0 0 0,-1 0 0 0 0,0 0 1 0 0,-1 0-1 0 0,0 0 0 0 0,-1 0 0 0 0,-5 19 0 0 0,-3-3 8 0 0,-1-1 0 0 0,-2 0-1 0 0,-17 28 1 0 0,11-22 186 0 0,-16 39-1 0 0,35-71-171 0 0,-1 1-1 0 0,0-1 1 0 0,1 1 0 0 0,-1-1-1 0 0,1 1 1 0 0,-1-1-1 0 0,1 1 1 0 0,0 0 0 0 0,-1-1-1 0 0,1 1 1 0 0,0-1-1 0 0,0 1 1 0 0,0 0 0 0 0,1-1-1 0 0,-1 1 1 0 0,0-1-1 0 0,0 1 1 0 0,1-1 0 0 0,-1 1-1 0 0,1-1 1 0 0,0 1-1 0 0,-1-1 1 0 0,3 3 0 0 0,-2-2 9 0 0,1-1-1 0 0,0 0 1 0 0,0 1 0 0 0,0-1 0 0 0,-1 0 0 0 0,1 0 0 0 0,1 0 0 0 0,-1 0-1 0 0,0 0 1 0 0,0-1 0 0 0,0 1 0 0 0,0-1 0 0 0,0 1 0 0 0,5-1 0 0 0,6 1 82 0 0,1-1 0 0 0,0-1 1 0 0,0 0-1 0 0,15-4 0 0 0,10-3-625 0 0,0-1 0 0 0,-1-2-1 0 0,51-22 1 0 0,-63 21-7906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29.4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45 104 920 0 0,'-27'-4'4352'0'0,"9"2"73"0"0,18 3-4323 0 0,0 0 1 0 0,0 0-1 0 0,1 0 0 0 0,-1 1 0 0 0,0-1 0 0 0,0 0 0 0 0,1 0 1 0 0,-1 0-1 0 0,0 0 0 0 0,1 0 0 0 0,-1 0 0 0 0,1 0 0 0 0,0 0 0 0 0,-1 0 1 0 0,1 0-1 0 0,0-1 0 0 0,-1 1 0 0 0,1 0 0 0 0,0 0 0 0 0,1 0 1 0 0,2 5-23 0 0,0-1 1 0 0,1 0 0 0 0,-1 0-1 0 0,1 0 1 0 0,1-1 0 0 0,-1 0 0 0 0,0 0-1 0 0,11 6 1 0 0,-15-10-38 0 0,1 1-1 0 0,0 0 1 0 0,0-1-1 0 0,-1 1 1 0 0,1-1-1 0 0,0 0 1 0 0,0 1-1 0 0,0-1 1 0 0,0 0-1 0 0,-1 0 1 0 0,1-1-1 0 0,0 1 1 0 0,0 0-1 0 0,0 0 1 0 0,0-1-1 0 0,-1 1 1 0 0,1-1-1 0 0,0 0 1 0 0,0 1-1 0 0,-1-1 1 0 0,1 0-1 0 0,-1 0 1 0 0,1 0-1 0 0,-1 0 1 0 0,1 0-1 0 0,-1-1 1 0 0,1 1-1 0 0,-1 0 1 0 0,0-1-1 0 0,0 1 1 0 0,0-1-1 0 0,0 1 1 0 0,0-1-1 0 0,0 1 1 0 0,1-4-1 0 0,0 1 17 0 0,0 0 0 0 0,-1 0-1 0 0,1 0 1 0 0,-1 0 0 0 0,0-1 0 0 0,-1 1 0 0 0,1 0-1 0 0,-1 0 1 0 0,1 0 0 0 0,-1-1 0 0 0,-1 1-1 0 0,1 0 1 0 0,-1 0 0 0 0,1-1 0 0 0,-1 1 0 0 0,0 0-1 0 0,-2-5 1 0 0,2 7 5 0 0,0-1 0 0 0,0 0 0 0 0,0 1 0 0 0,-1-1-1 0 0,1 1 1 0 0,-1-1 0 0 0,1 1 0 0 0,-1 0 0 0 0,0-1 0 0 0,0 1-1 0 0,0 0 1 0 0,0 0 0 0 0,0 0 0 0 0,-1 1 0 0 0,1-1 0 0 0,0 0 0 0 0,-1 1-1 0 0,1 0 1 0 0,-1-1 0 0 0,0 1 0 0 0,1 0 0 0 0,-1 0 0 0 0,0 1-1 0 0,0-1 1 0 0,1 1 0 0 0,-7-1 0 0 0,8 1-91 0 0,-1 0-1 0 0,1 1 1 0 0,-1-1 0 0 0,1 1 0 0 0,-1-1-1 0 0,1 1 1 0 0,-1-1 0 0 0,1 1 0 0 0,0 0-1 0 0,-1 0 1 0 0,1 0 0 0 0,0 0 0 0 0,0 0-1 0 0,-1 0 1 0 0,1 0 0 0 0,0 0-1 0 0,0 0 1 0 0,0 1 0 0 0,0-1 0 0 0,1 0-1 0 0,-1 1 1 0 0,0-1 0 0 0,0 1 0 0 0,1-1-1 0 0,-1 1 1 0 0,1-1 0 0 0,-1 1 0 0 0,1-1-1 0 0,0 1 1 0 0,0-1 0 0 0,0 1-1 0 0,0 0 1 0 0,0-1 0 0 0,0 4 0 0 0,0 1-102 0 0,0 0-1 0 0,0 1 1 0 0,1-1 0 0 0,0 0 0 0 0,0 0 0 0 0,0 1 0 0 0,4 8 0 0 0,-2-10 99 0 0,-1 0 1 0 0,1-1-1 0 0,0 0 1 0 0,0 0-1 0 0,1 0 1 0 0,-1 0-1 0 0,1 0 1 0 0,0 0-1 0 0,7 4 1 0 0,-9-6 71 0 0,1 0 1 0 0,0 0 0 0 0,0-1-1 0 0,0 1 1 0 0,0-1-1 0 0,0 0 1 0 0,0 1 0 0 0,0-1-1 0 0,0-1 1 0 0,1 1 0 0 0,-1 0-1 0 0,0-1 1 0 0,0 0-1 0 0,1 0 1 0 0,-1 0 0 0 0,4 0-1 0 0,-6-1-13 0 0,0 1 1 0 0,0-1-1 0 0,-1 1 0 0 0,1-1 0 0 0,0 1 1 0 0,0-1-1 0 0,-1 0 0 0 0,1 0 0 0 0,-1 1 0 0 0,1-1 1 0 0,-1 0-1 0 0,1 0 0 0 0,-1 0 0 0 0,1 0 0 0 0,-1 1 1 0 0,1-1-1 0 0,-1 0 0 0 0,0 0 0 0 0,0 0 0 0 0,1 0 1 0 0,-1 0-1 0 0,0 0 0 0 0,0 0 0 0 0,0 0 0 0 0,0 0 1 0 0,0 0-1 0 0,0 0 0 0 0,-1 0 0 0 0,1 0 1 0 0,0-1-1 0 0,-8-30 707 0 0,4 25-609 0 0,0-1 1 0 0,0 1-1 0 0,-1 1 1 0 0,1-1-1 0 0,-2 1 0 0 0,-5-7 1 0 0,9 11-98 0 0,0 0 0 0 0,-1-1 0 0 0,1 1-1 0 0,-1 0 1 0 0,1 1 0 0 0,-1-1 0 0 0,0 0 0 0 0,1 1 0 0 0,-1 0 0 0 0,0-1 0 0 0,0 1 0 0 0,0 0 0 0 0,0 0 0 0 0,0 1 0 0 0,0-1 0 0 0,0 1-1 0 0,-1 0 1 0 0,-4-1 0 0 0,7 1-26 0 0,1 1 0 0 0,-1-1 0 0 0,1 0-1 0 0,-1 0 1 0 0,0 0 0 0 0,1 0 0 0 0,-1 0-1 0 0,1 0 1 0 0,-1 1 0 0 0,1-1 0 0 0,-1 0-1 0 0,1 1 1 0 0,-1-1 0 0 0,1 0-1 0 0,-1 1 1 0 0,1-1 0 0 0,-1 0 0 0 0,1 1-1 0 0,0-1 1 0 0,-1 1 0 0 0,1-1 0 0 0,0 1-1 0 0,-1-1 1 0 0,1 1 0 0 0,0-1 0 0 0,0 1-1 0 0,-1-1 1 0 0,1 1 0 0 0,0-1 0 0 0,0 1-1 0 0,0 0 1 0 0,5 20-86 0 0,20 16-436 0 0,-21-34 511 0 0,0 0 1 0 0,0 1-1 0 0,1-2 0 0 0,-1 1 1 0 0,1-1-1 0 0,0 1 0 0 0,0-1 0 0 0,0-1 1 0 0,0 1-1 0 0,0-1 0 0 0,0 1 1 0 0,0-1-1 0 0,0-1 0 0 0,0 1 0 0 0,1-1 1 0 0,-1 0-1 0 0,0 0 0 0 0,0-1 0 0 0,1 1 1 0 0,6-3-1 0 0,-9 2 29 0 0,1 1 0 0 0,-1-1 0 0 0,0 0 0 0 0,0 0 0 0 0,0-1 0 0 0,0 1 0 0 0,-1 0 0 0 0,1-1-1 0 0,0 0 1 0 0,-1 0 0 0 0,1 0 0 0 0,-1 0 0 0 0,1 0 0 0 0,-1 0 0 0 0,0-1 0 0 0,0 1 0 0 0,0-1 0 0 0,0 1 0 0 0,0-1 0 0 0,-1 0 0 0 0,1 0 0 0 0,-1 0 0 0 0,0 0 0 0 0,0 0 0 0 0,0 0-1 0 0,0 0 1 0 0,0 0 0 0 0,-1 0 0 0 0,1 0 0 0 0,-1 0 0 0 0,0-1 0 0 0,0 1 0 0 0,0 0 0 0 0,-1-4 0 0 0,0 4 1 0 0,1 1 1 0 0,-1-1-1 0 0,0 0 0 0 0,0 1 1 0 0,0-1-1 0 0,-1 1 0 0 0,1-1 1 0 0,0 1-1 0 0,-1 0 0 0 0,0 0 1 0 0,1-1-1 0 0,-1 1 0 0 0,0 0 1 0 0,0 0-1 0 0,0 1 0 0 0,-1-1 1 0 0,1 0-1 0 0,0 1 0 0 0,-1-1 1 0 0,1 1-1 0 0,-1 0 0 0 0,1 0 1 0 0,-1 0-1 0 0,1 0 0 0 0,-1 0 1 0 0,0 1-1 0 0,0-1 0 0 0,1 1 1 0 0,-1-1-1 0 0,0 1 0 0 0,-5 1 1 0 0,6-2-70 0 0,-1 1-1 0 0,1 0 1 0 0,-1 1 0 0 0,1-1 0 0 0,0 0 0 0 0,-1 1 0 0 0,1-1 0 0 0,-1 1 0 0 0,1 0-1 0 0,0-1 1 0 0,0 1 0 0 0,-1 1 0 0 0,1-1 0 0 0,0 0 0 0 0,0 0 0 0 0,0 1 0 0 0,0-1 0 0 0,0 1-1 0 0,0 0 1 0 0,1-1 0 0 0,-1 1 0 0 0,0 0 0 0 0,1 0 0 0 0,0 0 0 0 0,-1 0 0 0 0,1 0 0 0 0,0 1-1 0 0,0-1 1 0 0,0 0 0 0 0,0 0 0 0 0,1 1 0 0 0,-1-1 0 0 0,1 1 0 0 0,-1-1 0 0 0,1 4-1 0 0,0-2-250 0 0,1 0 0 0 0,1-1 0 0 0,-1 1 0 0 0,0 0-1 0 0,1-1 1 0 0,0 1 0 0 0,0-1 0 0 0,0 1-1 0 0,0-1 1 0 0,0 0 0 0 0,1 0 0 0 0,0 0 0 0 0,-1 0-1 0 0,1-1 1 0 0,0 1 0 0 0,0-1 0 0 0,1 1 0 0 0,-1-1-1 0 0,4 2 1 0 0,19 16 410 0 0,-15-7-113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0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145 273 1840 0 0,'-17'-19'1227'0'0,"0"-2"0"0"0,2 0 0 0 0,-23-43 0 0 0,31 51-100 0 0,1 0 0 0 0,1 0-1 0 0,0-1 1 0 0,1 0 0 0 0,1 0 0 0 0,0 0-1 0 0,0 0 1 0 0,0-24 921 0 0,4 48 370 0 0,0 29-2168 0 0,0-1-1 0 0,-3 0 0 0 0,-9 56 1 0 0,6-51-186 0 0,2 16-10 0 0,3 0 0 0 0,2 0 0 0 0,14 81 0 0 0,-9-83-22 0 0,33 231 314 0 0,23 269 1454 0 0,-63-513-1727 0 0,-8 55-1 0 0,8-92-144 0 0,-1-6 5 0 0,1 2-195 0 0,0 0 0 0 0,-1-1 1 0 0,1 1-1 0 0,0 0 1 0 0,0 0-1 0 0,1-1 1 0 0,-1 1-1 0 0,0 0 0 0 0,2 3 1 0 0,0-3-1041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0.7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60 199 3681 0 0,'-49'-2'5429'0'0,"39"0"-1335"0"0,33-1-2180 0 0,255-37 3000 0 0,-26 2-2919 0 0,-100 28-1470 0 0,192-24-53 0 0,-227 12-422 0 0,129-20-372 0 0,-229 40-11 0 0,11-1-200 0 0,-10 2-2756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1.1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48 2817 0 0,'14'-2'7982'0'0,"14"-6"-4527"0"0,59-13 163 0 0,-54 15-2730 0 0,0 1 0 0 0,1 2 0 0 0,36 1-1 0 0,-41 3-1697 0 0,-1 1-1 0 0,30 7 0 0 0,-35-7-2850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1.5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 2761 0 0,'1'0'266'0'0,"0"0"-1"0"0,0-1 1 0 0,-1 1 0 0 0,1-1 0 0 0,0 1 0 0 0,0 0 0 0 0,0 0 0 0 0,0-1 0 0 0,0 1 0 0 0,0 0 0 0 0,0 0 0 0 0,0 0 0 0 0,0 0 0 0 0,0 0 0 0 0,0 0 0 0 0,0 0 0 0 0,0 1 0 0 0,0-1 0 0 0,0 0 0 0 0,0 0-1 0 0,0 1 1 0 0,-1-1 0 0 0,1 1 0 0 0,0-1 0 0 0,0 1 0 0 0,0-1 0 0 0,0 1 0 0 0,-1-1 0 0 0,1 1 0 0 0,0 0 0 0 0,0-1 0 0 0,-1 1 0 0 0,1 0 0 0 0,-1 0 0 0 0,1-1 0 0 0,-1 1 0 0 0,1 0 0 0 0,-1 0-1 0 0,1 2 1 0 0,1 2 685 0 0,-1 1 0 0 0,-1 0-1 0 0,1 0 1 0 0,-1 0-1 0 0,-1 10 1 0 0,2 9-490 0 0,18 105 1297 0 0,5 63-906 0 0,-9 83-374 0 0,7 85-49 0 0,-20-293-405 0 0,-3-1 0 0 0,-3 0 0 0 0,-3 0 1 0 0,-18 77-1 0 0,22-114-2123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2.2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0 184 3225 0 0,'1'-1'7287'0'0,"20"0"-4461"0"0,72-5-1650 0 0,31-8 462 0 0,4-2-171 0 0,185 0 1 0 0,156 19-739 0 0,-1-36-277 0 0,-407 26-218 0 0,-1-3 0 0 0,1-2 0 0 0,87-31 1 0 0,-147 43-239 0 0,0 0 1 0 0,-1 0 0 0 0,1 0 0 0 0,-1 0 0 0 0,1 0 0 0 0,-1-1 0 0 0,1 1-1 0 0,-1 0 1 0 0,1 0 0 0 0,-1-1 0 0 0,1 1 0 0 0,-1 0 0 0 0,1-1 0 0 0,-1 1 0 0 0,1 0-1 0 0,-1-1 1 0 0,0 1 0 0 0,1-1 0 0 0,-1 1 0 0 0,0-1 0 0 0,1 1 0 0 0,-1-1-1 0 0,0 1 1 0 0,0-1 0 0 0,1 1 0 0 0,-1-1 0 0 0,0 1 0 0 0,0-1 0 0 0,0 1 0 0 0,0-1-1 0 0,0 0 1 0 0,0 1 0 0 0,1-1 0 0 0,-1 1 0 0 0,-1-1 0 0 0,1 1 0 0 0,0-1-1 0 0,0 0 1 0 0,0 1 0 0 0,0-1 0 0 0,0 1 0 0 0,-1-2 0 0 0,0-6-1363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2.8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1 453 2216 0 0,'4'-20'1305'0'0,"2"1"0"0"0,0 0-1 0 0,1 0 1 0 0,1 1 0 0 0,1 0-1 0 0,0 0 1 0 0,1 1 0 0 0,1 0-1 0 0,1 1 1 0 0,17-19 0 0 0,-27 33-1184 0 0,-1 1 0 0 0,0-1 0 0 0,1 1 1 0 0,-1-1-1 0 0,1 1 0 0 0,-1 0 0 0 0,1 0 1 0 0,0 0-1 0 0,0 0 0 0 0,-1 0 0 0 0,1 0 1 0 0,0 1-1 0 0,0-1 0 0 0,0 1 0 0 0,0-1 1 0 0,0 1-1 0 0,0-1 0 0 0,0 1 0 0 0,0 0 1 0 0,0 0-1 0 0,0 0 0 0 0,0 0 0 0 0,0 1 1 0 0,0-1-1 0 0,0 0 0 0 0,-1 1 1 0 0,1-1-1 0 0,0 1 0 0 0,0 0 0 0 0,0 0 1 0 0,0-1-1 0 0,-1 1 0 0 0,1 0 0 0 0,0 1 1 0 0,-1-1-1 0 0,1 0 0 0 0,1 2 0 0 0,6 7-66 0 0,0-1 0 0 0,-1 1 0 0 0,0 1 0 0 0,12 20 0 0 0,-2-3 129 0 0,38 40-171 0 0,-49-61-13 0 0,0 0 0 0 0,0-1-1 0 0,0 0 1 0 0,1 0 0 0 0,0 0-1 0 0,0-1 1 0 0,11 4 0 0 0,-18-8 4 0 0,1-1 0 0 0,-1 0 0 0 0,0 1 0 0 0,1-1 0 0 0,-1 0 0 0 0,1 0 0 0 0,-1 0 0 0 0,0 0 0 0 0,1 0 0 0 0,-1 0 0 0 0,1 0 1 0 0,-1-1-1 0 0,0 1 0 0 0,1 0 0 0 0,-1-1 0 0 0,1 1 0 0 0,-1-1 0 0 0,0 0 0 0 0,0 1 0 0 0,1-1 0 0 0,-1 0 0 0 0,0 0 0 0 0,0 0 0 0 0,0 0 1 0 0,0 0-1 0 0,0 0 0 0 0,0 0 0 0 0,0 0 0 0 0,0 0 0 0 0,0 0 0 0 0,-1 0 0 0 0,2-2 0 0 0,3-7 52 0 0,0 1 1 0 0,-1-1-1 0 0,5-15 0 0 0,-2 6 2 0 0,13-29-5 0 0,33-73 149 0 0,-45 105-182 0 0,1 0 0 0 0,1 1 0 0 0,0 0 0 0 0,1 0 0 0 0,14-13 0 0 0,-24 27-18 0 0,0 0 1 0 0,0 0 0 0 0,0-1-1 0 0,1 1 1 0 0,-1 0-1 0 0,0 0 1 0 0,1 1-1 0 0,-1-1 1 0 0,1 0 0 0 0,-1 0-1 0 0,1 1 1 0 0,0-1-1 0 0,-1 1 1 0 0,1-1 0 0 0,-1 1-1 0 0,1 0 1 0 0,0 0-1 0 0,-1-1 1 0 0,1 1-1 0 0,0 0 1 0 0,-1 0 0 0 0,1 1-1 0 0,0-1 1 0 0,-1 0-1 0 0,1 1 1 0 0,0-1 0 0 0,-1 1-1 0 0,1-1 1 0 0,-1 1-1 0 0,1 0 1 0 0,-1-1-1 0 0,1 1 1 0 0,-1 0 0 0 0,1 0-1 0 0,-1 0 1 0 0,0 0-1 0 0,0 1 1 0 0,0-1 0 0 0,1 0-1 0 0,0 3 1 0 0,7 6 27 0 0,-1 1 0 0 0,-1 1 0 0 0,0-1 0 0 0,7 16 0 0 0,-4-8-14 0 0,7 10-16 0 0,1-1 0 0 0,1-1 0 0 0,1-1 0 0 0,1-1 0 0 0,40 37 0 0 0,-59-60 0 0 0,0-1 0 0 0,-1 1 0 0 0,1-1 0 0 0,0 0 0 0 0,0 1 0 0 0,0-1 0 0 0,0 0 0 0 0,1 0 0 0 0,-1-1 0 0 0,0 1 0 0 0,0 0 0 0 0,1-1 0 0 0,-1 1 0 0 0,0-1 0 0 0,0 0 0 0 0,1 0 0 0 0,-1 0 0 0 0,0 0 0 0 0,1 0 0 0 0,-1 0 0 0 0,0-1 0 0 0,1 1 0 0 0,-1-1 0 0 0,0 1 0 0 0,0-1 0 0 0,0 0 0 0 0,1 0 0 0 0,-1 0 0 0 0,0 0 0 0 0,0 0 0 0 0,0-1 0 0 0,-1 1 0 0 0,1-1 0 0 0,0 1 0 0 0,0-1 0 0 0,-1 0 0 0 0,1 1 0 0 0,-1-1 0 0 0,2-2 0 0 0,7-9 0 0 0,-1 0 0 0 0,-1-1 0 0 0,0 0 0 0 0,9-22 0 0 0,-14 30 0 0 0,15-35 0 0 0,38-74 0 0 0,-48 101 0 0 0,1 0 0 0 0,1 1 0 0 0,-1 0 0 0 0,2 0 0 0 0,20-18 0 0 0,-30 29 8 0 0,1 0 0 0 0,-1 1-1 0 0,1-1 1 0 0,0 1 0 0 0,0 0 0 0 0,-1-1 0 0 0,1 1 0 0 0,0 0 0 0 0,0 0 0 0 0,1 0-1 0 0,-1 0 1 0 0,0 0 0 0 0,0 1 0 0 0,0-1 0 0 0,0 1 0 0 0,1-1 0 0 0,-1 1-1 0 0,0 0 1 0 0,1 0 0 0 0,-1 0 0 0 0,0 0 0 0 0,0 0 0 0 0,1 1 0 0 0,-1-1 0 0 0,0 1-1 0 0,0-1 1 0 0,0 1 0 0 0,1 0 0 0 0,2 2 0 0 0,-1 0 11 0 0,0 0 0 0 0,-1 0 0 0 0,0 1 0 0 0,0-1 1 0 0,0 1-1 0 0,0 0 0 0 0,0 0 0 0 0,-1 0 0 0 0,0 0 0 0 0,0 0 1 0 0,0 1-1 0 0,0-1 0 0 0,1 7 0 0 0,5 22 27 0 0,-1 1 0 0 0,-2 0 0 0 0,1 45 0 0 0,-5-44-188 0 0,3 0 0 0 0,0 0 0 0 0,11 36 0 0 0,-12-61-182 0 0,1 0 1 0 0,0-1-1 0 0,1 1 1 0 0,6 11-1 0 0,5 1-6008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3.5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70 173 1840 0 0,'-4'-1'445'0'0,"0"0"-1"0"0,0 1 0 0 0,0-1 0 0 0,0 1 0 0 0,0-1 1 0 0,0 1-1 0 0,0 1 0 0 0,0-1 0 0 0,-5 1 1 0 0,-16 1 5227 0 0,82-7 249 0 0,33-13-3818 0 0,-17 3-1166 0 0,311-28 10 0 0,2 30-166 0 0,-376 13-780 0 0,75-5 117 0 0,-1-3 0 0 0,0-4 0 0 0,95-26 0 0 0,-163 34-801 0 0,0 1 1 0 0,0 0 0 0 0,22-1-1 0 0,-35 2-229 0 0,8 3 2939 0 0,-7 3-1942 0 0,0 0 0 0 0,0 0 0 0 0,0 0 1 0 0,-1 0-1 0 0,1 0 0 0 0,-1 1 0 0 0,-1-1 0 0 0,1 1 0 0 0,0 0 1 0 0,-1 0-1 0 0,0 0 0 0 0,0 0 0 0 0,-1 1 0 0 0,2 5 1 0 0,40 237 247 0 0,4 20-305 0 0,-29-184-4 0 0,-4 1 0 0 0,5 143 0 0 0,0-36-301 0 0,-20-166-348 0 0,-1-10-5671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5.0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4547 1 3945 0 0,'-18'8'8635'0'0,"-13"19"-4669"0"0,30-25-3767 0 0,-1 0-1 0 0,0 0 0 0 0,1 0 1 0 0,0 0-1 0 0,0 0 1 0 0,0 0-1 0 0,0 1 0 0 0,0-1 1 0 0,0 0-1 0 0,0 1 0 0 0,1-1 1 0 0,-1 1-1 0 0,1-1 1 0 0,-1 1-1 0 0,1-1 0 0 0,0 1 1 0 0,1 2-1 0 0,-1-3-134 0 0,1 0 0 0 0,-1 0 1 0 0,1 0-1 0 0,0 0 0 0 0,0 0 0 0 0,0 0 0 0 0,0 0 0 0 0,1-1 0 0 0,-1 1 0 0 0,0 0 0 0 0,1-1 1 0 0,-1 1-1 0 0,1-1 0 0 0,-1 1 0 0 0,1-1 0 0 0,2 2 0 0 0,3 0-43 0 0,0 1 0 0 0,0-1 0 0 0,0-1 0 0 0,0 1-1 0 0,1-1 1 0 0,-1 0 0 0 0,1-1 0 0 0,-1 0 0 0 0,1 0 0 0 0,8 0 0 0 0,11-3 90 0 0,30 1-49 0 0,-53 1-56 0 0,-1 0 1 0 0,0 0-1 0 0,0 0 0 0 0,0 1 0 0 0,0 0 1 0 0,0 0-1 0 0,0-1 0 0 0,0 2 1 0 0,0-1-1 0 0,-1 0 0 0 0,1 1 0 0 0,0-1 1 0 0,4 4-1 0 0,-7-4-8 0 0,1 0-1 0 0,-1 0 1 0 0,1 0-1 0 0,-1 0 1 0 0,0 0-1 0 0,1 0 1 0 0,-1 0 0 0 0,0 1-1 0 0,0-1 1 0 0,0 0-1 0 0,0 0 1 0 0,0 0-1 0 0,0 0 1 0 0,0 0 0 0 0,0 0-1 0 0,0 0 1 0 0,-1 0-1 0 0,1 1 1 0 0,0-1-1 0 0,-1 0 1 0 0,1 0-1 0 0,-1 0 1 0 0,1 0 0 0 0,-1 0-1 0 0,0-1 1 0 0,1 1-1 0 0,-1 0 1 0 0,-1 1-1 0 0,-24 30-235 0 0,20-25 198 0 0,-23 24 10 0 0,-40 33-1 0 0,44-42 127 0 0,0 2-1 0 0,1 0 0 0 0,-21 29 0 0 0,43-51-97 0 0,1 0 1 0 0,-1 0 0 0 0,1 0-1 0 0,0 0 1 0 0,0 1 0 0 0,0-1-1 0 0,0 0 1 0 0,0 1-1 0 0,0-1 1 0 0,0 1 0 0 0,1-1-1 0 0,0 1 1 0 0,-1-1 0 0 0,1 4-1 0 0,0-5-12 0 0,0 1 0 0 0,1-1-1 0 0,-1 0 1 0 0,1 1-1 0 0,-1-1 1 0 0,1 0 0 0 0,-1 1-1 0 0,1-1 1 0 0,0 0 0 0 0,-1 0-1 0 0,1 0 1 0 0,0 0-1 0 0,0 0 1 0 0,0 0 0 0 0,0 0-1 0 0,0 0 1 0 0,0 0 0 0 0,0 0-1 0 0,2 1 1 0 0,3 1-51 0 0,0-1 0 0 0,0 1 0 0 0,0-1 0 0 0,0 0 0 0 0,1-1 0 0 0,-1 1 0 0 0,1-1 0 0 0,-1-1 0 0 0,9 1 0 0 0,39-3 39 0 0,-43 1 22 0 0,0 0 0 0 0,0 0 0 0 0,0 1 0 0 0,0 0 0 0 0,0 1 0 0 0,0 1 0 0 0,0 0 0 0 0,0 0-1 0 0,20 8 1 0 0,-30-10 8 0 0,0 1-1 0 0,0-1 1 0 0,0 1-1 0 0,0-1 1 0 0,0 1-1 0 0,-1 0 1 0 0,1 0-1 0 0,0-1 1 0 0,-1 1-1 0 0,1 0 1 0 0,0 0-1 0 0,-1 0 1 0 0,1 0-1 0 0,-1 0 1 0 0,1 0-1 0 0,-1-1 1 0 0,0 1-1 0 0,1 0 0 0 0,-1 0 1 0 0,0 1-1 0 0,0-1 1 0 0,0 0-1 0 0,0 0 1 0 0,0 0-1 0 0,0 1 1 0 0,0 1 18 0 0,-1 1 1 0 0,1-1-1 0 0,-1 0 0 0 0,0 1 0 0 0,0-1 1 0 0,-1 0-1 0 0,1 0 0 0 0,-3 3 1 0 0,-3 7 81 0 0,-1-1-1 0 0,-17 18 1 0 0,9-12-94 0 0,9-12-140 0 0,1 0-1 0 0,0 0 1 0 0,1 1 0 0 0,0 0 0 0 0,0 0-1 0 0,0 0 1 0 0,1 0 0 0 0,-6 14-1 0 0,10-20 41 0 0,0 0 0 0 0,0 0-1 0 0,-1-1 1 0 0,1 1 0 0 0,0 0 0 0 0,0-1-1 0 0,0 1 1 0 0,0 0 0 0 0,0 0-1 0 0,1-1 1 0 0,-1 1 0 0 0,0 0-1 0 0,0-1 1 0 0,0 1 0 0 0,1 0 0 0 0,-1 0-1 0 0,0-1 1 0 0,1 1 0 0 0,-1-1-1 0 0,0 1 1 0 0,1 0 0 0 0,-1-1-1 0 0,1 1 1 0 0,-1-1 0 0 0,1 1 0 0 0,-1-1-1 0 0,1 1 1 0 0,-1-1 0 0 0,1 1-1 0 0,0-1 1 0 0,-1 0 0 0 0,1 1-1 0 0,0-1 1 0 0,-1 0 0 0 0,1 0 0 0 0,0 1-1 0 0,-1-1 1 0 0,3 0 0 0 0,37 4-2141 0 0,-8-1 2453 0 0,-26 0 63 0 0,0 0 0 0 0,1 1 0 0 0,-1 0 0 0 0,-1 1 0 0 0,1-1 0 0 0,-1 1 0 0 0,0 0 0 0 0,0 0 0 0 0,0 1 0 0 0,-1 0 0 0 0,1-1 0 0 0,-1 2 0 0 0,-1-1 0 0 0,1 0 0 0 0,-1 1 0 0 0,0-1 0 0 0,3 14 0 0 0,4 12 374 0 0,-2 1-1 0 0,6 48 0 0 0,-13-76-584 0 0,17 270 732 0 0,-16-191-867 0 0,3 0 1 0 0,18 86-1 0 0,-13-102 146 0 0,-2 0 1 0 0,-3 125 0 0 0,-5-181-71 0 0,5 124 956 0 0,-4-131-909 0 0,0 0 0 0 0,0 1 1 0 0,0-1-1 0 0,1 0 1 0 0,-1 1-1 0 0,5 7 0 0 0,-4-9-13 0 0,0 1-1 0 0,0 0 0 0 0,0 0 1 0 0,-1 0-1 0 0,1 0 0 0 0,-2 0 0 0 0,2 6 1 0 0,-2-9-26 0 0,-1 0 0 0 0,1-1 1 0 0,0 1-1 0 0,-1 0 0 0 0,1-1 1 0 0,-1 1-1 0 0,1 0 0 0 0,-1-1 1 0 0,0 1-1 0 0,0-1 1 0 0,0 1-1 0 0,0-1 0 0 0,0 0 1 0 0,0 1-1 0 0,0-1 0 0 0,0 0 1 0 0,-1 0-1 0 0,1 1 0 0 0,-1-1 1 0 0,1 0-1 0 0,0 0 1 0 0,-1-1-1 0 0,1 1 0 0 0,-1 0 1 0 0,0 0-1 0 0,-2 0 0 0 0,-10 3-11 0 0,0-1 0 0 0,0 0-1 0 0,0-1 1 0 0,0 0 0 0 0,-1-1-1 0 0,-25-2 1 0 0,-16 2 72 0 0,-541 18 428 0 0,193-12-655 0 0,-566 69-232 0 0,560-22 267 0 0,-10 2-21 0 0,268-40 98 0 0,-390 56-165 0 0,437-53-46 0 0,0-4-1 0 0,-146 1 0 0 0,133-10 400 0 0,75-2-31 0 0,-74-2-1 0 0,-51-27 171 0 0,128 25-3 0 0,0 1-1 0 0,-49 8 0 0 0,5-1 288 0 0,79-8-574 0 0,0 0 1 0 0,0 1 0 0 0,0 0 0 0 0,0 0-1 0 0,1 0 1 0 0,-1 0 0 0 0,0 1 0 0 0,1-1 0 0 0,-1 1-1 0 0,1 0 1 0 0,-8 5 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6.3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34 563 6913 0 0,'-13'-17'3053'0'0,"-4"-3"44"0"0,17 20-2921 0 0,-1-1 0 0 0,1 1 0 0 0,0-1 0 0 0,0 1-1 0 0,-1-1 1 0 0,1 1 0 0 0,0-1 0 0 0,0 0 0 0 0,-1 1 0 0 0,1-1 0 0 0,0 1 0 0 0,0-1 0 0 0,0 1 0 0 0,0-1 0 0 0,0 0-1 0 0,0 1 1 0 0,0-1 0 0 0,0 1 0 0 0,0-1 0 0 0,0 0 0 0 0,0 1 0 0 0,0-1 0 0 0,1 1 0 0 0,-1-1 0 0 0,0 1-1 0 0,0-1 1 0 0,1 1 0 0 0,-1-1 0 0 0,0 1 0 0 0,1-1 0 0 0,0 0-66 0 0,0 1 0 0 0,0-1 0 0 0,1 1 0 0 0,-1 0 0 0 0,0 0-1 0 0,0 0 1 0 0,1 0 0 0 0,-1 0 0 0 0,0 0 0 0 0,0 0 0 0 0,1 0 0 0 0,-1 0 0 0 0,0 0 0 0 0,0 1 0 0 0,0-1 0 0 0,1 0-1 0 0,-1 1 1 0 0,0-1 0 0 0,0 1 0 0 0,0 0 0 0 0,0-1 0 0 0,0 1 0 0 0,2 1 0 0 0,24 18 213 0 0,-7-2-271 0 0,-1 2 1 0 0,-1 0 0 0 0,-1 1 0 0 0,18 30 0 0 0,-18-26-7 0 0,1 0 0 0 0,1-1 0 0 0,23 22 0 0 0,-19-25 101 0 0,40 28 0 0 0,-54-43-111 0 0,0 0 1 0 0,0-1 0 0 0,0-1-1 0 0,0 1 1 0 0,1-1 0 0 0,0-1-1 0 0,0 0 1 0 0,17 3 0 0 0,-26-6-19 0 0,1 0 1 0 0,-1 0-1 0 0,0-1 0 0 0,0 1 1 0 0,1 0-1 0 0,-1-1 0 0 0,0 1 1 0 0,0-1-1 0 0,0 1 0 0 0,0-1 1 0 0,1 0-1 0 0,-1 1 1 0 0,0-1-1 0 0,0 0 0 0 0,0 0 1 0 0,-1 0-1 0 0,1 0 0 0 0,0 0 1 0 0,0 0-1 0 0,0 0 0 0 0,-1 0 1 0 0,1 0-1 0 0,0 0 1 0 0,-1 0-1 0 0,1 0 0 0 0,-1 0 1 0 0,0-1-1 0 0,1 1 0 0 0,-1 0 1 0 0,0 0-1 0 0,0-1 0 0 0,1 1 1 0 0,-1-2-1 0 0,4-51 431 0 0,-4 43-346 0 0,3-150 651 0 0,-3 69-629 0 0,4-1 0 0 0,19-112-1 0 0,-19 188-231 0 0,1-1 0 0 0,0 1 0 0 0,2 0 1 0 0,0 0-1 0 0,1 1 0 0 0,16-27 0 0 0,-7 19-1748 0 0,30-35 0 0 0,-26 37-5585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6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84 1 3225 0 0,'-3'2'6071'0'0,"-6"6"-2932"0"0,5-5-3167 0 0,1 1 0 0 0,-1 0 1 0 0,1 0-1 0 0,0 0 0 0 0,0 0 1 0 0,-3 6-1 0 0,-5 11 403 0 0,6-14-140 0 0,1 1 0 0 0,0 0 0 0 0,0 0-1 0 0,1 0 1 0 0,0 0 0 0 0,0 1 0 0 0,1 0 0 0 0,0-1 0 0 0,0 1-1 0 0,1 0 1 0 0,0 9 0 0 0,1-16-169 0 0,1 0 0 0 0,0 0 0 0 0,0 1-1 0 0,0-1 1 0 0,0 0 0 0 0,0 0 0 0 0,0 0 0 0 0,1 0 0 0 0,-1 0 0 0 0,1 0 0 0 0,-1 0-1 0 0,1-1 1 0 0,0 1 0 0 0,0-1 0 0 0,0 1 0 0 0,-1-1 0 0 0,1 1 0 0 0,1-1 0 0 0,-1 0-1 0 0,0 0 1 0 0,0 0 0 0 0,3 1 0 0 0,9 3 33 0 0,0-1 1 0 0,21 5-1 0 0,-22-6-57 0 0,42 8-261 0 0,-33-7 55 0 0,1 1-1 0 0,-1 0 1 0 0,0 2 0 0 0,21 10 0 0 0,-43-17 196 0 0,0 0 0 0 0,1 0 0 0 0,-1 0 0 0 0,0 1 0 0 0,0-1 1 0 0,0 0-1 0 0,0 0 0 0 0,1 1 0 0 0,-1-1 0 0 0,0 0 0 0 0,0 0 0 0 0,0 1 1 0 0,0-1-1 0 0,0 0 0 0 0,0 1 0 0 0,0-1 0 0 0,0 0 0 0 0,0 0 0 0 0,0 1 1 0 0,0-1-1 0 0,0 0 0 0 0,0 1 0 0 0,0-1 0 0 0,0 0 0 0 0,0 0 0 0 0,0 1 1 0 0,0-1-1 0 0,0 0 0 0 0,0 0 0 0 0,-1 1 0 0 0,1-1 0 0 0,0 0 0 0 0,0 0 0 0 0,0 1 1 0 0,0-1-1 0 0,-1 0 0 0 0,1 0 0 0 0,0 0 0 0 0,0 1 0 0 0,0-1 0 0 0,-1 0 1 0 0,1 0-1 0 0,0 0 0 0 0,0 0 0 0 0,-1 1 0 0 0,1-1 0 0 0,0 0 0 0 0,-1 0 1 0 0,1 0-1 0 0,0 0 0 0 0,0 0 0 0 0,-1 0 0 0 0,1 0 0 0 0,0 0 0 0 0,-1 0 0 0 0,-19 10 1131 0 0,17-9-938 0 0,-18 8 630 0 0,-1 0-1 0 0,0-2 1 0 0,-41 8-1 0 0,19-7-2447 0 0,-1-3-3689 0 0,29-4-1583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7.8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20 121 7370 0 0,'-8'-36'3760'0'0,"-3"-39"1"0"0,13 65-1607 0 0,5 17-1025 0 0,7 17-395 0 0,-6-4-446 0 0,0 1-1 0 0,-2-1 1 0 0,0 1 0 0 0,3 24 0 0 0,8 89 276 0 0,-9-55-318 0 0,-1-19-728 0 0,3 0 1 0 0,3-1-1 0 0,39 113 1 0 0,-45-157-1574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8.1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0 149 3681 0 0,'6'-8'384'0'0,"1"1"0"0"0,-1 0 1 0 0,1 0-1 0 0,1 0 0 0 0,-1 1 1 0 0,12-7-1 0 0,53-31 2449 0 0,-63 39-2330 0 0,6-3 363 0 0,0 1-1 0 0,0 0 0 0 0,0 1 0 0 0,29-7 0 0 0,-39 12-595 0 0,1 0 1 0 0,-1 1-1 0 0,1-1 0 0 0,0 1 0 0 0,-1 0 1 0 0,1 0-1 0 0,11 3 0 0 0,-15-3-165 0 0,1 1 1 0 0,-1 0-1 0 0,1 0 0 0 0,-1 0 0 0 0,0 0 1 0 0,1 0-1 0 0,-1 1 0 0 0,0-1 0 0 0,0 1 0 0 0,0-1 1 0 0,0 1-1 0 0,0 0 0 0 0,0 0 0 0 0,-1 0 1 0 0,1 0-1 0 0,0 0 0 0 0,1 4 0 0 0,-1-2-90 0 0,0 1 0 0 0,-1-1-1 0 0,0 0 1 0 0,0 1 0 0 0,-1-1-1 0 0,1 1 1 0 0,-1 0 0 0 0,0-1-1 0 0,0 1 1 0 0,0-1 0 0 0,-1 1-1 0 0,0-1 1 0 0,0 1 0 0 0,0-1-1 0 0,0 0 1 0 0,-1 1 0 0 0,-3 6-1 0 0,-5 11-241 0 0,-1-1 0 0 0,-15 22 0 0 0,18-31 111 0 0,-40 66 387 0 0,-41 92 1 0 0,87-167-153 0 0,0 0 1 0 0,1 0 0 0 0,0 1 0 0 0,0-1 0 0 0,0 0 0 0 0,0 1 0 0 0,0-1 0 0 0,1 1 0 0 0,-1-1 0 0 0,1 1 0 0 0,0-1 0 0 0,0 1-1 0 0,0-1 1 0 0,1 1 0 0 0,-1-1 0 0 0,1 1 0 0 0,1 3 0 0 0,-1-4-61 0 0,1-1-1 0 0,0 0 1 0 0,-1 1 0 0 0,1-1 0 0 0,0 0-1 0 0,1 0 1 0 0,-1 0 0 0 0,0 0-1 0 0,0-1 1 0 0,1 1 0 0 0,-1-1 0 0 0,1 1-1 0 0,-1-1 1 0 0,1 0 0 0 0,0 0-1 0 0,-1 0 1 0 0,1 0 0 0 0,0 0-1 0 0,0-1 1 0 0,0 1 0 0 0,4-1 0 0 0,180 12 452 0 0,-83-9-2224 0 0,-95-3 906 0 0,0 0 0 0 0,0-1 0 0 0,-1 0 1 0 0,1-1-1 0 0,0 0 0 0 0,12-4 0 0 0,-4 1-4682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8.4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9218 0 0,'1'-1'290'0'0,"1"1"1"0"0,-1-1-1 0 0,0 1 0 0 0,0 0 1 0 0,0-1-1 0 0,0 1 1 0 0,0 0-1 0 0,0 0 0 0 0,0-1 1 0 0,1 1-1 0 0,-1 0 0 0 0,0 0 1 0 0,0 0-1 0 0,0 1 1 0 0,0-1-1 0 0,1 0 0 0 0,-1 0 1 0 0,0 1-1 0 0,0-1 0 0 0,0 0 1 0 0,0 1-1 0 0,0-1 0 0 0,0 1 1 0 0,0 0-1 0 0,0-1 1 0 0,0 1-1 0 0,0 0 0 0 0,0 0 1 0 0,0-1-1 0 0,-1 1 0 0 0,1 0 1 0 0,0 0-1 0 0,1 2 1 0 0,26 33 2353 0 0,-21-20-2401 0 0,0 1-1 0 0,-2 0 0 0 0,0 0 0 0 0,0 1 0 0 0,-2-1 1 0 0,2 23-1 0 0,7 29-132 0 0,-1-23-1057 0 0,20 53 0 0 0,-15-61-6817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9.5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 11522 0 0,'11'-4'9289'0'0,"-11"4"-9137"0"0,9 11 49 0 0,0 1 1 0 0,-1 1-1 0 0,-1-1 0 0 0,0 2 0 0 0,0-1 0 0 0,-2 1 1 0 0,0-1-1 0 0,7 30 0 0 0,19 128 91 0 0,-29-153-246 0 0,2 7-150 0 0,7 50-788 0 0,0 89 1 0 0,-11-158-1223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49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0 228 456 0 0,'6'-16'1253'0'0,"1"0"0"0"0,1 1 0 0 0,0 0 0 0 0,0 0 0 0 0,2 0 0 0 0,19-22 0 0 0,-21 27-485 0 0,2 0-1 0 0,-1 0 1 0 0,1 1-1 0 0,1 1 1 0 0,-1-1-1 0 0,2 2 1 0 0,18-11-1 0 0,-25 15-535 0 0,-1 1 0 0 0,1 0 1 0 0,0 0-1 0 0,0 0 0 0 0,0 0 0 0 0,1 1 0 0 0,-1 0 0 0 0,0 0 0 0 0,0 0 0 0 0,1 1 0 0 0,-1 0 0 0 0,0 0 0 0 0,1 0 0 0 0,-1 1 0 0 0,0 0 0 0 0,1 0 0 0 0,-1 0 0 0 0,0 0 0 0 0,0 1 0 0 0,0 0 0 0 0,0 0 0 0 0,5 3 0 0 0,-9-4-196 0 0,1 0 0 0 0,-1 0-1 0 0,0 0 1 0 0,1 0-1 0 0,-1 0 1 0 0,0 1-1 0 0,0-1 1 0 0,0 0-1 0 0,0 1 1 0 0,0-1-1 0 0,0 1 1 0 0,0-1-1 0 0,0 1 1 0 0,-1-1-1 0 0,1 1 1 0 0,0 0 0 0 0,-1-1-1 0 0,0 1 1 0 0,1 0-1 0 0,-1 2 1 0 0,0 0-21 0 0,0 0 1 0 0,0 0 0 0 0,-1 0 0 0 0,0 0 0 0 0,1-1-1 0 0,-1 1 1 0 0,-1 0 0 0 0,-2 6 0 0 0,-3 4-50 0 0,0-1 0 0 0,-1 0 1 0 0,-15 18-1 0 0,8-15 87 0 0,0 0 1 0 0,-1-1 0 0 0,-1-1-1 0 0,-21 14 1 0 0,21-16 90 0 0,1 0-1 0 0,0 1 1 0 0,1 0 0 0 0,-24 29 0 0 0,36-38-108 0 0,-1 0 0 0 0,1 1 0 0 0,1 0 1 0 0,-1 0-1 0 0,1 0 0 0 0,0 0 0 0 0,0 0 1 0 0,0 0-1 0 0,0 1 0 0 0,0 6 0 0 0,2-10-21 0 0,0 0 1 0 0,0-1-1 0 0,0 1 0 0 0,0 0 1 0 0,0 0-1 0 0,1 0 0 0 0,-1 0 0 0 0,1-1 1 0 0,-1 1-1 0 0,1 0 0 0 0,0 0 0 0 0,-1-1 1 0 0,1 1-1 0 0,0 0 0 0 0,0-1 0 0 0,0 1 1 0 0,1-1-1 0 0,-1 1 0 0 0,0-1 1 0 0,0 0-1 0 0,1 1 0 0 0,-1-1 0 0 0,1 0 1 0 0,-1 0-1 0 0,1 0 0 0 0,0 0 0 0 0,-1 0 1 0 0,1-1-1 0 0,0 1 0 0 0,-1 0 0 0 0,1-1 1 0 0,0 1-1 0 0,2 0 0 0 0,18 2 51 0 0,1 0 0 0 0,-1-1 0 0 0,0-1 0 0 0,0-1-1 0 0,34-4 1 0 0,-4 0-2 0 0,77-6-1358 0 0,-117 10 620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50.6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90 8290 0 0,'-1'-1'286'0'0,"0"0"0"0"0,1 0 1 0 0,-1 0-1 0 0,1 0 0 0 0,-1 0 1 0 0,1 0-1 0 0,0 0 1 0 0,-1 0-1 0 0,1 0 0 0 0,0 0 1 0 0,0-1-1 0 0,0 1 0 0 0,0 0 1 0 0,0 0-1 0 0,0 0 0 0 0,0 0 1 0 0,0 0-1 0 0,0-1 0 0 0,0 1 1 0 0,1 0-1 0 0,-1 0 0 0 0,0 0 1 0 0,1 0-1 0 0,-1 0 0 0 0,1 0 1 0 0,-1 0-1 0 0,1 0 0 0 0,0 0 1 0 0,-1 0-1 0 0,1 0 0 0 0,1-1 1 0 0,25-25 1983 0 0,-24 24-2167 0 0,1 0-1 0 0,-1 0 1 0 0,1 1 0 0 0,0-1-1 0 0,0 1 1 0 0,0 0-1 0 0,0 1 1 0 0,0-1 0 0 0,1 0-1 0 0,-1 1 1 0 0,0 0 0 0 0,1 0-1 0 0,-1 1 1 0 0,1-1 0 0 0,-1 1-1 0 0,1 0 1 0 0,-1 0 0 0 0,1 0-1 0 0,-1 1 1 0 0,1 0 0 0 0,-1-1-1 0 0,1 2 1 0 0,-1-1 0 0 0,0 0-1 0 0,5 3 1 0 0,-4-1-78 0 0,0 0 1 0 0,0 0 0 0 0,0 1-1 0 0,0 0 1 0 0,-1-1-1 0 0,0 2 1 0 0,0-1-1 0 0,0 0 1 0 0,0 1-1 0 0,0 0 1 0 0,-1 0-1 0 0,0 0 1 0 0,0 0-1 0 0,-1 0 1 0 0,1 1-1 0 0,-1-1 1 0 0,0 1-1 0 0,2 11 1 0 0,-1 4-44 0 0,-1 0 0 0 0,-1 0 0 0 0,-3 32 0 0 0,1-30-3 0 0,0 0-1 0 0,6 42 1 0 0,-2-43 1 0 0,-2-12 136 0 0,0 0 0 0 0,1 0 0 0 0,4 13 0 0 0,-5-20-72 0 0,0 0-1 0 0,0-1 1 0 0,0 1-1 0 0,1-1 1 0 0,-1 0-1 0 0,1 1 1 0 0,-1-1-1 0 0,1 0 1 0 0,0 0 0 0 0,0 0-1 0 0,0 0 1 0 0,0 0-1 0 0,0-1 1 0 0,0 1-1 0 0,1-1 1 0 0,4 3-1 0 0,2 0-5 0 0,0 0 0 0 0,0-1 1 0 0,0-1-1 0 0,1 0 0 0 0,-1 0 0 0 0,1 0 0 0 0,-1-1 0 0 0,1-1 0 0 0,-1 0 0 0 0,1 0 1 0 0,0-1-1 0 0,-1 0 0 0 0,16-4 0 0 0,-6-1-40 0 0,0 0 1 0 0,0-2-1 0 0,-1 0 0 0 0,-1-1 1 0 0,29-19-1 0 0,34-25-1917 0 0,-52 34-6160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7:56.99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1036 404 2761 0 0,'-32'-14'650'0'0,"1"0"0"0"0,1-2 1 0 0,1-2-1 0 0,0 0 1 0 0,-28-26-1 0 0,-46-27-938 0 0,93 66 80 0 0,0 0 0 0 0,0 1 0 0 0,0 0 0 0 0,-1 0 0 0 0,1 1 0 0 0,-1 1 0 0 0,0 0 0 0 0,0 0 0 0 0,0 1 0 0 0,0 1 0 0 0,0 0 0 0 0,0 0 0 0 0,0 1 0 0 0,1 0 0 0 0,-1 1 0 0 0,-13 4 0 0 0,-18 6-68 0 0,1 2-1 0 0,-69 34 0 0 0,69-30 1374 0 0,-85 51 1728 0 0,94-49-2575 0 0,-1-1 1 0 0,0-2-1 0 0,-40 14 0 0 0,161-50 3150 0 0,410-112-1009 0 0,-248 77-2157 0 0,314-111 1 0 0,-556 163-230 0 0,0-1-1 0 0,-1 0 1 0 0,1 0 0 0 0,0-1-1 0 0,-1 0 1 0 0,0 0-1 0 0,0-1 1 0 0,-1 0 0 0 0,1 0-1 0 0,6-7 1 0 0,-13 12-11 0 0,1 0 1 0 0,-1-1-1 0 0,0 1 1 0 0,0 0-1 0 0,0 0 1 0 0,0 0-1 0 0,0-1 1 0 0,1 1-1 0 0,-1 0 1 0 0,0 0-1 0 0,0-1 1 0 0,0 1-1 0 0,0 0 1 0 0,0 0-1 0 0,0-1 1 0 0,0 1-1 0 0,0 0 1 0 0,0 0 0 0 0,0-1-1 0 0,0 1 1 0 0,0 0-1 0 0,0-1 1 0 0,0 1-1 0 0,0 0 1 0 0,0 0-1 0 0,0-1 1 0 0,0 1-1 0 0,0 0 1 0 0,0 0-1 0 0,0-1 1 0 0,-1 1-1 0 0,1 0 1 0 0,0 0-1 0 0,0 0 1 0 0,0-1-1 0 0,0 1 1 0 0,-1 0-1 0 0,1 0 1 0 0,0-1-1 0 0,-14-3-265 0 0,-14 3-473 0 0,-18 5-79 0 0,0 2 0 0 0,1 3 0 0 0,-1 1 0 0 0,-46 19 0 0 0,-171 77-129 0 0,203-79 942 0 0,-357 175 385 0 0,381-182-333 0 0,1 3 1 0 0,1 1 0 0 0,1 1-1 0 0,-47 47 1 0 0,59-49 25 0 0,1 0 0 0 0,1 1 0 0 0,1 1-1 0 0,1 1 1 0 0,1 0 0 0 0,-23 53 0 0 0,36-72-14 0 0,0 2-126 0 0,-1 0 1 0 0,1-1-1 0 0,0 1 1 0 0,1 0-1 0 0,-2 15 1 0 0,4-22 64 0 0,-1 0 0 0 0,2 1 0 0 0,-1-1 0 0 0,0 0 0 0 0,0 0 0 0 0,1 0 0 0 0,-1 0 0 0 0,1 0 0 0 0,-1 0 0 0 0,1 0 0 0 0,0 0 0 0 0,0-1 0 0 0,0 1 0 0 0,0 0 0 0 0,0 0 1 0 0,0 0-1 0 0,0-1 0 0 0,1 1 0 0 0,-1-1 0 0 0,1 1 0 0 0,-1-1 0 0 0,1 0 0 0 0,-1 1 0 0 0,1-1 0 0 0,0 0 0 0 0,0 0 0 0 0,0 0 0 0 0,0 0 0 0 0,-1-1 0 0 0,1 1 0 0 0,3 0 0 0 0,5 2 216 0 0,0-1-1 0 0,0 0 0 0 0,1 0 1 0 0,-1-1-1 0 0,1-1 0 0 0,19-1 1 0 0,66-13 1092 0 0,-64 9-1024 0 0,597-113 1963 0 0,-317 58-1922 0 0,-261 50-357 0 0,144-30 409 0 0,-149 29-99 0 0,0-3-1 0 0,48-21 1 0 0,-91 33-257 0 0,-1 1 0 0 0,1 0 1 0 0,0-1-1 0 0,0 0 0 0 0,-1 1 1 0 0,1-1-1 0 0,-1 0 1 0 0,0 0-1 0 0,1-1 0 0 0,2-4 1 0 0,-4 7-7 0 0,-1-1 0 0 0,0 1 0 0 0,0-1 0 0 0,1 1 0 0 0,-1-1 0 0 0,0 1 0 0 0,0-1 1 0 0,0 1-1 0 0,0-1 0 0 0,0 1 0 0 0,1-1 0 0 0,-1 1 0 0 0,0-1 0 0 0,0 1 0 0 0,-1-1 1 0 0,1 1-1 0 0,0-1 0 0 0,0 0 0 0 0,0 1 0 0 0,0-1 0 0 0,0 1 0 0 0,0-1 0 0 0,-1 1 1 0 0,1-1-1 0 0,-1 0 0 0 0,0 0 1 0 0,0 0-1 0 0,0 0 1 0 0,-1 0-1 0 0,1 0 1 0 0,0 0-1 0 0,0 0 1 0 0,0 1-1 0 0,-1-1 1 0 0,1 1-1 0 0,0-1 1 0 0,-1 1-1 0 0,-2-1 1 0 0,-13-3-290 0 0,0 0 0 0 0,-1 2 1 0 0,1 0-1 0 0,-1 1 0 0 0,-29 2 1 0 0,-91 17-1791 0 0,100-12 1670 0 0,-697 151-1987 0 0,663-138 2895 0 0,-120 49 0 0 0,155-52-459 0 0,2 2-1 0 0,0 1 1 0 0,1 1 0 0 0,2 2-1 0 0,-32 27 1 0 0,55-40-24 0 0,0 0 1 0 0,0 0-1 0 0,1 1 0 0 0,0 0 1 0 0,0 1-1 0 0,1-1 0 0 0,1 1 1 0 0,0 1-1 0 0,-7 17 0 0 0,12-26-9 0 0,-1 1 0 0 0,1-1 0 0 0,0 1-1 0 0,1-1 1 0 0,-1 1 0 0 0,0 0-1 0 0,1-1 1 0 0,0 1 0 0 0,0 0 0 0 0,0-1-1 0 0,0 1 1 0 0,1 0 0 0 0,-1-1-1 0 0,1 1 1 0 0,0 0 0 0 0,0-1 0 0 0,1 1-1 0 0,-1-1 1 0 0,0 0 0 0 0,1 1 0 0 0,0-1-1 0 0,0 0 1 0 0,0 0 0 0 0,0 0-1 0 0,1 0 1 0 0,-1 0 0 0 0,1-1 0 0 0,0 1-1 0 0,-1-1 1 0 0,1 0 0 0 0,0 0 0 0 0,0 0-1 0 0,1 0 1 0 0,-1 0 0 0 0,0 0-1 0 0,7 1 1 0 0,3 2 183 0 0,0-1-1 0 0,0-1 1 0 0,0 0-1 0 0,1-1 1 0 0,-1-1-1 0 0,19 1 0 0 0,85-8 1019 0 0,-102 5-1075 0 0,212-22 690 0 0,-2-10 0 0 0,253-70 0 0 0,-464 99-954 0 0,-1 0 0 0 0,1-1 0 0 0,-1-1 0 0 0,0 0 1 0 0,0 0-1 0 0,-1-1 0 0 0,1-1 0 0 0,-2 0 0 0 0,1-1 0 0 0,11-11 0 0 0,-17 14 169 0 0,-1 0 0 0 0,0-1 0 0 0,0 1-1 0 0,-1-1 1 0 0,0 0 0 0 0,0 0 0 0 0,0-1-1 0 0,-1 1 1 0 0,0-1 0 0 0,0 1 0 0 0,-1-1 0 0 0,0 0-1 0 0,-1 0 1 0 0,0 0 0 0 0,0 0 0 0 0,0-1 0 0 0,-1 1-1 0 0,0 0 1 0 0,-2-10 0 0 0,1 10 13 0 0,0 0 0 0 0,-1 1 0 0 0,0-1 1 0 0,0 0-1 0 0,-1 0 0 0 0,0 1 0 0 0,-1-1 0 0 0,1 1 1 0 0,-1 0-1 0 0,0 0 0 0 0,-1 1 0 0 0,0-1 0 0 0,-10-10 0 0 0,6 9-173 0 0,0 1 0 0 0,-1 0-1 0 0,1 0 1 0 0,-2 1-1 0 0,1 0 1 0 0,0 1 0 0 0,-1 0-1 0 0,-18-6 1 0 0,-7 2-609 0 0,-1 2 0 0 0,0 1 0 0 0,0 1 0 0 0,-74 2 0 0 0,15 4-678 0 0,-173 25 0 0 0,221-18 1483 0 0,1 3 1 0 0,0 1-1 0 0,0 3 0 0 0,1 1 1 0 0,-65 35-1 0 0,85-36 91 0 0,1 2 0 0 0,1 1 0 0 0,0 1 0 0 0,2 1 1 0 0,0 1-1 0 0,2 1 0 0 0,0 1 0 0 0,1 1 0 0 0,1 0 0 0 0,-21 40 0 0 0,36-59-135 0 0,0 1 0 0 0,0 0 0 0 0,1 1 0 0 0,-1-1 0 0 0,1 0 0 0 0,1 1 0 0 0,-1-1 0 0 0,1 1 0 0 0,0 0 0 0 0,0 9 0 0 0,1-13 3 0 0,1 0 0 0 0,-1 0 1 0 0,1 0-1 0 0,0 0 0 0 0,0 0 0 0 0,0 0 0 0 0,0 0 1 0 0,0 0-1 0 0,1-1 0 0 0,-1 1 0 0 0,1 0 1 0 0,0-1-1 0 0,0 1 0 0 0,0-1 0 0 0,0 0 1 0 0,0 0-1 0 0,0 0 0 0 0,1 0 0 0 0,-1 0 0 0 0,1 0 1 0 0,-1 0-1 0 0,1-1 0 0 0,0 1 0 0 0,4 1 1 0 0,4 1 155 0 0,0 0 0 0 0,1-1 1 0 0,0 0-1 0 0,-1-1 1 0 0,1 0-1 0 0,0-1 1 0 0,18 0-1 0 0,87-9 1275 0 0,-79 5-1141 0 0,93-15 197 0 0,-1-5 0 0 0,217-69 0 0 0,-292 77-2366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07.19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62 91 920 0 0,'-51'-77'13520'0'0,"51"79"-13423"0"0,-10 23 1025 0 0,11-13-967 0 0,0 0-1 0 0,1 0 0 0 0,1 0 1 0 0,0 0-1 0 0,7 17 0 0 0,8 33 370 0 0,-5 17 142 0 0,-1 5 248 0 0,4 0 0 0 0,48 146-1 0 0,-62-224-849 0 0,27 60 428 0 0,-27-62-437 0 0,1 1-1 0 0,-1-1 1 0 0,1 0 0 0 0,0 1 0 0 0,1-1-1 0 0,-1 0 1 0 0,1-1 0 0 0,0 1-1 0 0,0-1 1 0 0,0 0 0 0 0,6 4 0 0 0,-10-11-13 0 0,1 1 1 0 0,-1-1-1 0 0,0 0 1 0 0,0 0-1 0 0,-1 0 1 0 0,-1-7-1 0 0,2 8 1 0 0,-40-532 621 0 0,40 511-664 0 0,-1-51 0 0 0,0 68 0 0 0,0 1 0 0 0,0-1 0 0 0,0 1 0 0 0,0 0 0 0 0,-1 0 0 0 0,0 0 0 0 0,-1 0 0 0 0,-5-11 0 0 0,8 17 0 0 0,-3-3 0 0 0,4 18 0 0 0,40 192-23 0 0,-31-170 6 0 0,2 0 1 0 0,1-1 0 0 0,30 56 0 0 0,-43-92 16 0 0,19 34-32 0 0,28 40 0 0 0,-45-66 51 0 0,-7-21 15 0 0,0-8 9 0 0,0-1 0 0 0,2 1 0 0 0,0-1 0 0 0,2-43 0 0 0,11-98 58 0 0,-6 121-86 0 0,3-33-15 0 0,5-67-13 0 0,-13 139-151 0 0,0 4 40 0 0,-3 12-41 0 0,-3 20-65 0 0,3 62-512 0 0,16 177 1 0 0,-11-261 687 0 0,-1-7 47 0 0,0 0 0 0 0,0 0 0 0 0,0 0 0 0 0,0 0-1 0 0,0 0 1 0 0,-1-1 0 0 0,0 1 0 0 0,0 0 0 0 0,-2 5-1 0 0,11-29 102 0 0,-1 0-1 0 0,-1-1 0 0 0,5-28 1 0 0,-3 16-5 0 0,0-3 39 0 0,-1 1-49 0 0,1 0 0 0 0,2 1-1 0 0,1 0 1 0 0,23-45 0 0 0,-33 77-79 0 0,0 0 0 0 0,0 1 0 0 0,0-1 0 0 0,0 0 0 0 0,0 1 0 0 0,0-1 0 0 0,0 1 0 0 0,1 0 0 0 0,-1-1 0 0 0,1 1 0 0 0,-1 0 0 0 0,1 0 0 0 0,-1-1 0 0 0,1 1 0 0 0,0 1 0 0 0,3-3 0 0 0,-4 3 0 0 0,0 1 0 0 0,0-1 0 0 0,0 0 0 0 0,0 0 0 0 0,-1 0 0 0 0,1 1 0 0 0,0-1 0 0 0,0 1 0 0 0,0-1 0 0 0,0 1 0 0 0,0-1 0 0 0,0 1 0 0 0,-1-1 0 0 0,1 1 0 0 0,0 0 0 0 0,0-1 0 0 0,-1 1 0 0 0,1 0 0 0 0,0 0 0 0 0,-1-1 0 0 0,1 1 0 0 0,-1 0 0 0 0,1 0 0 0 0,-1 0 0 0 0,0 0 0 0 0,1 0 0 0 0,-1 0 0 0 0,0 0 0 0 0,1 0 0 0 0,-1 0 0 0 0,0 0 0 0 0,0 0 0 0 0,0 1 0 0 0,25 116-134 0 0,-19-82 60 0 0,2 0 0 0 0,1 0 0 0 0,2 0 0 0 0,21 46 0 0 0,20 17 2 0 0,-54-109 166 0 0,0 1 1 0 0,1-1 0 0 0,0 0 0 0 0,1 1 0 0 0,1-15-1 0 0,-1 8-16 0 0,8-136 142 0 0,-5 132-246 0 0,0 0 0 0 0,2 0 1 0 0,0 0-1 0 0,1 1 0 0 0,13-28 1 0 0,-19 46 25 0 0,0 0 1 0 0,0 0-1 0 0,1 0 1 0 0,-1 1-1 0 0,1-1 1 0 0,-1 0-1 0 0,1 0 1 0 0,-1 0-1 0 0,1 0 1 0 0,-1 0-1 0 0,1 1 1 0 0,0-1-1 0 0,-1 0 1 0 0,1 1-1 0 0,0-1 1 0 0,0 0 0 0 0,-1 1-1 0 0,1-1 1 0 0,0 1-1 0 0,0-1 1 0 0,0 1-1 0 0,0 0 1 0 0,0-1-1 0 0,0 1 1 0 0,0 0-1 0 0,1 0 1 0 0,-1 0-7 0 0,0 0 0 0 0,0 1 0 0 0,0 0 1 0 0,0-1-1 0 0,0 1 0 0 0,0 0 0 0 0,0-1 1 0 0,0 1-1 0 0,-1 0 0 0 0,1 0 0 0 0,0 0 0 0 0,0 0 1 0 0,-1 0-1 0 0,1 0 0 0 0,0 0 0 0 0,-1 0 1 0 0,2 2-1 0 0,2 8-105 0 0,1 1-1 0 0,4 23 1 0 0,-8-33 88 0 0,7 37-181 0 0,-3-15 85 0 0,0 1-1 0 0,16 39 1 0 0,-19-58 116 0 0,1 0 0 0 0,0-1 1 0 0,0 1-1 0 0,0-1 0 0 0,0 0 0 0 0,1 0 0 0 0,0 0 1 0 0,0-1-1 0 0,0 1 0 0 0,0-1 0 0 0,1 0 0 0 0,0 0 1 0 0,0-1-1 0 0,0 1 0 0 0,0-1 0 0 0,8 3 0 0 0,-11-5 6 0 0,0-1 0 0 0,0 0 0 0 0,0 1 0 0 0,0-1 0 0 0,1 0-1 0 0,-1-1 1 0 0,0 1 0 0 0,0 0 0 0 0,0 0 0 0 0,0-1-1 0 0,1 0 1 0 0,-1 1 0 0 0,0-1 0 0 0,0 0 0 0 0,0 0 0 0 0,0 0-1 0 0,0 0 1 0 0,-1 0 0 0 0,1-1 0 0 0,0 1 0 0 0,0 0 0 0 0,-1-1-1 0 0,1 1 1 0 0,-1-1 0 0 0,1 0 0 0 0,-1 1 0 0 0,1-3 0 0 0,8-8 43 0 0,-2-1 1 0 0,13-22-1 0 0,-18 29-9 0 0,6-14 18 0 0,0 0-1 0 0,-2-1 0 0 0,6-24 0 0 0,-7 25-4 0 0,0 1 0 0 0,0 0 0 0 0,18-33 0 0 0,-23 50-51 0 0,0 0 1 0 0,0 0-1 0 0,0 0 1 0 0,1 0 0 0 0,-1 1-1 0 0,1-1 1 0 0,-1 0-1 0 0,1 1 1 0 0,0-1 0 0 0,0 1-1 0 0,-1-1 1 0 0,1 1 0 0 0,0 0-1 0 0,0 0 1 0 0,3-1-1 0 0,-3 1 0 0 0,-1 1 0 0 0,1 0 0 0 0,0 0 0 0 0,-1 0 0 0 0,1 0 0 0 0,-1 0 0 0 0,1 0 0 0 0,0 0 0 0 0,-1 0 0 0 0,1 0 0 0 0,-1 1 0 0 0,1-1 0 0 0,-1 1 0 0 0,1-1 0 0 0,-1 1 0 0 0,1 0 0 0 0,1 1 0 0 0,1 1-5 0 0,1 0-1 0 0,-1 1 1 0 0,0 0 0 0 0,0 0-1 0 0,0 1 1 0 0,0-1-1 0 0,-1 1 1 0 0,0-1 0 0 0,0 1-1 0 0,4 8 1 0 0,19 60-166 0 0,-22-59 136 0 0,0 0 0 0 0,1 0-1 0 0,1 0 1 0 0,0-1 0 0 0,1 0 0 0 0,8 13-1 0 0,-14-24 39 0 0,0-1-1 0 0,0 0 1 0 0,-1 0-1 0 0,1 0 1 0 0,0 0-1 0 0,0 0 1 0 0,0-1-1 0 0,0 1 1 0 0,0 0-1 0 0,0 0 1 0 0,0 0-1 0 0,1-1 1 0 0,-1 1-1 0 0,0-1 1 0 0,0 1-1 0 0,0-1 1 0 0,1 1-1 0 0,-1-1 1 0 0,0 0-1 0 0,1 0 1 0 0,-1 0-1 0 0,0 1 1 0 0,0-1-1 0 0,1 0 1 0 0,-1-1-1 0 0,2 1 0 0 0,-1-1 7 0 0,1 0-1 0 0,0 0 0 0 0,-1 0 1 0 0,1-1-1 0 0,-1 1 0 0 0,1-1 1 0 0,-1 1-1 0 0,0-1 0 0 0,0 0 1 0 0,0 0-1 0 0,3-3 0 0 0,4-6 25 0 0,-1 0 1 0 0,0 0-1 0 0,11-23 0 0 0,2-20-86 0 0,-17 41 32 0 0,0 1 0 0 0,1 0 1 0 0,0 0-1 0 0,10-15 0 0 0,-14 26 20 0 0,-1 1 0 0 0,0-1 0 0 0,0 1 0 0 0,1-1 0 0 0,-1 1 0 0 0,1-1 0 0 0,-1 1 0 0 0,0-1 0 0 0,1 1 1 0 0,-1 0-1 0 0,1-1 0 0 0,-1 1 0 0 0,1 0 0 0 0,-1-1 0 0 0,1 1 0 0 0,-1 0 0 0 0,1-1 0 0 0,-1 1 0 0 0,1 0 0 0 0,0 0 0 0 0,-1 0 0 0 0,1 0 0 0 0,-1-1 0 0 0,1 1 1 0 0,0 0-1 0 0,-1 0 0 0 0,1 0 0 0 0,-1 0 0 0 0,1 0 0 0 0,0 1 0 0 0,-1-1 0 0 0,1 0 0 0 0,-1 0 0 0 0,1 0 0 0 0,0 0 0 0 0,-1 1 0 0 0,1-1 0 0 0,-1 0 1 0 0,1 0-1 0 0,-1 1 0 0 0,1-1 0 0 0,-1 1 0 0 0,1-1 0 0 0,-1 0 0 0 0,1 1 0 0 0,-1-1 0 0 0,0 1 0 0 0,1-1 0 0 0,0 1 0 0 0,19 35-106 0 0,-10-17 55 0 0,-7-15 46 0 0,0 0-1 0 0,1-1 0 0 0,-1 1 0 0 0,1-1 0 0 0,0 0 0 0 0,0 0 0 0 0,1 0 0 0 0,-1 0 1 0 0,0-1-1 0 0,1 0 0 0 0,0 0 0 0 0,8 3 0 0 0,-10-4 0 0 0,0-1 0 0 0,-1 1 1 0 0,1-1-1 0 0,0 1 0 0 0,0-1 0 0 0,0 0 0 0 0,-1 0 1 0 0,1-1-1 0 0,0 1 0 0 0,0-1 0 0 0,-1 1 0 0 0,1-1 1 0 0,0 0-1 0 0,-1 0 0 0 0,1 0 0 0 0,-1 0 0 0 0,1 0 1 0 0,-1-1-1 0 0,1 1 0 0 0,-1-1 0 0 0,0 1 0 0 0,0-1 1 0 0,0 0-1 0 0,3-3 0 0 0,-1 0 1 0 0,27-28-54 0 0,-29 31 59 0 0,0 1-1 0 0,0-1 0 0 0,0 0 0 0 0,0 0 0 0 0,1 1 1 0 0,-1 0-1 0 0,0-1 0 0 0,1 1 0 0 0,-1 0 1 0 0,1 0-1 0 0,-1 0 0 0 0,1 0 0 0 0,3 0 0 0 0,-4 2 6 0 0,-1 1 0 0 0,1-1 0 0 0,-1 1-1 0 0,1-1 1 0 0,-1 1 0 0 0,0-1 0 0 0,0 1-1 0 0,0 0 1 0 0,0 0 0 0 0,0 0 0 0 0,0-1 0 0 0,0 1-1 0 0,0 0 1 0 0,-1 0 0 0 0,1 3 0 0 0,8 13 16 0 0,-8-15-17 0 0,1-1-1 0 0,0 0 0 0 0,0 0 1 0 0,0-1-1 0 0,0 1 0 0 0,0 0 1 0 0,0-1-1 0 0,0 1 0 0 0,1-1 0 0 0,-1 1 1 0 0,0-1-1 0 0,1 0 0 0 0,-1 0 1 0 0,1 0-1 0 0,-1-1 0 0 0,1 1 1 0 0,0-1-1 0 0,-1 1 0 0 0,1-1 1 0 0,0 0-1 0 0,-1 0 0 0 0,1 0 1 0 0,0 0-1 0 0,3-1 0 0 0,4-2-13 0 0,-1 0 0 0 0,1-1 0 0 0,-1 0 0 0 0,0 0-1 0 0,12-8 1 0 0,-15 8-38 0 0,0 0 0 0 0,0 1 0 0 0,0 0 0 0 0,0 0 0 0 0,1 0 0 0 0,-1 1 0 0 0,1-1 0 0 0,0 2 0 0 0,0-1 0 0 0,0 1 0 0 0,13-1 0 0 0,-19 2 47 0 0,0 1 0 0 0,0-1 0 0 0,0 0 0 0 0,1 1 0 0 0,-1-1 0 0 0,0 1 0 0 0,0-1-1 0 0,0 1 1 0 0,0 0 0 0 0,0 0 0 0 0,0-1 0 0 0,0 1 0 0 0,0 0 0 0 0,0 0 0 0 0,0 0 0 0 0,-1 0 0 0 0,1 0 0 0 0,0 0-1 0 0,-1 0 1 0 0,2 2 0 0 0,9 28-81 0 0,-10-27 77 0 0,0 0 1 0 0,0-1-1 0 0,0 1 1 0 0,1-1-1 0 0,-1 1 1 0 0,1-1-1 0 0,0 0 1 0 0,2 4-1 0 0,-3-6 6 0 0,1 0 0 0 0,-1 0 0 0 0,0 0 0 0 0,0 0-1 0 0,1 0 1 0 0,-1-1 0 0 0,0 1 0 0 0,1 0 0 0 0,-1-1 0 0 0,1 1 0 0 0,-1-1 0 0 0,0 0-1 0 0,1 1 1 0 0,0-1 0 0 0,-1 0 0 0 0,1 0 0 0 0,-1 0 0 0 0,1 0 0 0 0,2 0-1 0 0,0-1-3 0 0,0 0-1 0 0,0 0 0 0 0,0-1 0 0 0,0 1 0 0 0,0-1 0 0 0,0 0 0 0 0,4-2 0 0 0,7-7-6 0 0,-1 1-1 0 0,21-21 0 0 0,-30 27 22 0 0,7-8 111 0 0,-9 8-92 0 0,1 0-1 0 0,-1 1 0 0 0,1-1 0 0 0,0 1 0 0 0,0 0 0 0 0,0 0 1 0 0,1 0-1 0 0,-1 1 0 0 0,1 0 0 0 0,8-4 0 0 0,-10 7-19 0 0,-1-1 0 0 0,0 1 0 0 0,0 0-1 0 0,0 0 1 0 0,1 0 0 0 0,-1 0 0 0 0,-1 1 0 0 0,1-1-1 0 0,0 1 1 0 0,0-1 0 0 0,0 1 0 0 0,2 3 0 0 0,16 11 50 0 0,-11-14-52 0 0,0 0 1 0 0,0 0-1 0 0,0-1 0 0 0,0 0 0 0 0,1 0 0 0 0,-1-1 0 0 0,0 0 0 0 0,0-1 1 0 0,0 0-1 0 0,0 0 0 0 0,0-1 0 0 0,14-5 0 0 0,-10 4 2 0 0,0 0 0 0 0,1 1 0 0 0,-1 0 0 0 0,0 1 0 0 0,16 1 0 0 0,-27 0-8 0 0,0 1 0 0 0,0-1 0 0 0,-1 1 0 0 0,1 0 0 0 0,0-1 0 0 0,0 1 0 0 0,-1 0 0 0 0,1 0 0 0 0,0 0 0 0 0,-1 0 0 0 0,1 1 0 0 0,-1-1 0 0 0,0 0 0 0 0,1 0 0 0 0,-1 1 0 0 0,0-1 0 0 0,0 1 0 0 0,0 0 0 0 0,0-1 0 0 0,0 1 0 0 0,1 1 0 0 0,-1-1 0 0 0,0 0 0 0 0,0 0 0 0 0,0 0 0 0 0,0-1 0 0 0,0 1 0 0 0,0 0 0 0 0,1-1 0 0 0,-1 1 0 0 0,0-1 0 0 0,1 0 0 0 0,0 1 0 0 0,-1-1 0 0 0,1 0 0 0 0,0 0 0 0 0,-1 0 0 0 0,1 0 0 0 0,0 0 0 0 0,0 0 0 0 0,0-1 0 0 0,0 1 0 0 0,0-1 0 0 0,2 1 0 0 0,8-1 23 0 0,1-1-1 0 0,-1 0 1 0 0,0-1 0 0 0,0 0-1 0 0,-1-1 1 0 0,1 0-1 0 0,18-8 1 0 0,-20 6-2 0 0,0 1 0 0 0,0 1 0 0 0,1 0 1 0 0,-1 0-1 0 0,1 1 0 0 0,0 1 0 0 0,0 0 0 0 0,0 0 0 0 0,0 1 1 0 0,12 1-1 0 0,-8 0-20 0 0,1 0 1 0 0,-1-2-1 0 0,1 0 1 0 0,-1 0-1 0 0,0-1 1 0 0,21-7-1 0 0,15 0-1 0 0,-39 7 0 0 0,-1 1-1 0 0,1 0 1 0 0,-1 0-1 0 0,1 2 0 0 0,0-1 1 0 0,-1 1-1 0 0,1 1 1 0 0,-1 0-1 0 0,0 1 0 0 0,16 5 1 0 0,-21-6-25 0 0,0 0 1 0 0,0-1-1 0 0,0 1 1 0 0,0-2 0 0 0,0 1-1 0 0,0-1 1 0 0,0 0-1 0 0,1 0 1 0 0,-1 0-1 0 0,0-1 1 0 0,0 0 0 0 0,8-2-1 0 0,5-3 29 0 0,-1-1 0 0 0,28-15 0 0 0,-28 13-67 0 0,37-14 0 0 0,-54 23 34 0 0,0-1-1 0 0,1 1 1 0 0,-1 0 0 0 0,0 0 0 0 0,0 0 0 0 0,0 0 0 0 0,1 0 0 0 0,-1 0 0 0 0,0 0 0 0 0,0 0-1 0 0,0 0 1 0 0,1 1 0 0 0,-1-1 0 0 0,0 0 0 0 0,0 1 0 0 0,0-1 0 0 0,0 1 0 0 0,0-1 0 0 0,0 1-1 0 0,0 0 1 0 0,0-1 0 0 0,0 1 0 0 0,0 0 0 0 0,0 0 0 0 0,1 1 0 0 0,19 32-662 0 0,-2-4 673 0 0,-16-27-26 0 0,0 0 0 0 0,0 0 1 0 0,0 0-1 0 0,0-1 0 0 0,0 1 0 0 0,1-1 1 0 0,-1 0-1 0 0,1 0 0 0 0,0 0 0 0 0,0-1 0 0 0,-1 1 1 0 0,1-1-1 0 0,0 0 0 0 0,0 0 0 0 0,0 0 1 0 0,1 0-1 0 0,5-1 0 0 0,-2-1-68 0 0,0 0 1 0 0,0-1-1 0 0,-1 0 1 0 0,1 0-1 0 0,0-1 1 0 0,-1 0-1 0 0,15-7 1 0 0,-8 4 26 0 0,1 2-1 0 0,0 0 1 0 0,0 0 0 0 0,1 2 0 0 0,-1 0 0 0 0,19 0 0 0 0,-11 0 549 0 0,-19 1-364 0 0,1 1 0 0 0,-1-1 0 0 0,1 1 0 0 0,-1 1 1 0 0,1-1-1 0 0,-1 0 0 0 0,1 1 0 0 0,5 1 0 0 0,-8-1-42 0 0,0 0 0 0 0,-1 0-1 0 0,1 1 1 0 0,0-1 0 0 0,-1 0 0 0 0,1 0-1 0 0,0 1 1 0 0,-1-1 0 0 0,0 1-1 0 0,1 0 1 0 0,-1-1 0 0 0,0 1 0 0 0,0 0-1 0 0,0 0 1 0 0,0-1 0 0 0,0 1 0 0 0,0 0-1 0 0,-1 0 1 0 0,1 0 0 0 0,0 3-1 0 0,2 4-34 0 0,0 0-1 0 0,1 0 1 0 0,0 0-1 0 0,0-1 0 0 0,1 1 1 0 0,0-1-1 0 0,0-1 0 0 0,1 1 1 0 0,0-1-1 0 0,1 0 1 0 0,-1 0-1 0 0,1 0 0 0 0,1-1 1 0 0,-1 0-1 0 0,1-1 0 0 0,0 0 1 0 0,11 6-1 0 0,-17-10-22 0 0,0 0 0 0 0,0 0 0 0 0,0 1 0 0 0,0-1 0 0 0,0 1 0 0 0,0 0 0 0 0,-1-1 0 0 0,1 1 0 0 0,-1 0 0 0 0,1 0 0 0 0,-1 0 0 0 0,0 0 1 0 0,0 0-1 0 0,1 0 0 0 0,-2 1 0 0 0,1-1 0 0 0,0 0 0 0 0,0 0 0 0 0,0 5 0 0 0,1 4-8 0 0,-1 0 0 0 0,-1 0-1 0 0,-1 15 1 0 0,1-18 4 0 0,-1 0 0 0 0,1 0 0 0 0,1 0 0 0 0,0 0 0 0 0,2 12 0 0 0,21 30 4 0 0,-10-25 0 0 0,4 34 0 0 0,-11-45 0 0 0,0-1 0 0 0,-1 1 0 0 0,-1 0 0 0 0,-1 0 0 0 0,1 1 0 0 0,-2 0 0 0 0,2 16 0 0 0,-3-15-66 0 0,1-1-1 0 0,8 24 1 0 0,-8-31 30 0 0,0-1 1 0 0,0 1-1 0 0,-1 0 1 0 0,-1 0-1 0 0,1 1 1 0 0,-1-1-1 0 0,-1 0 1 0 0,1 0-1 0 0,-1 1 1 0 0,-1-1-1 0 0,0 0 1 0 0,0 0-1 0 0,-4 14 1 0 0,4-20 34 0 0,-7 22-456 0 0,-9 34 0 0 0,15-50 348 0 0,1 1 0 0 0,0-1 0 0 0,1 0 0 0 0,-1 0 0 0 0,1 1 0 0 0,1-1 0 0 0,0 0 0 0 0,2 12 0 0 0,-1-9-303 0 0,0 0 1 0 0,-1 1 0 0 0,-1-1-1 0 0,0 0 1 0 0,-2 18 0 0 0,0-17 86 0 0,1 0 1 0 0,1 0 0 0 0,0-1-1 0 0,1 1 1 0 0,3 18-1 0 0,-2-18 196 0 0,0 0 1 0 0,-2-1-1 0 0,1 1 0 0 0,-3 21 0 0 0,3 32-543 0 0,3-22-725 0 0,2 14 195 0 0,3-21 4133 0 0,-3-18-2954 0 0,-1 1 0 0 0,0-1 0 0 0,-1 1 0 0 0,-2 0 0 0 0,2 37-1 0 0,-4-41-959 0 0,1 0 0 0 0,0 1 0 0 0,1-1 0 0 0,1 0 0 0 0,6 22 0 0 0,7 36-590 0 0,-13-64 1627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6.62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332 18 3801 0 0,'0'-1'0'0'0,"-1"0"0"0"0,1 0 0 0 0,0 0 0 0 0,-1 0 0 0 0,1 0 0 0 0,-1 1 0 0 0,1-1 0 0 0,-1 0 0 0 0,0 0 0 0 0,1 0 0 0 0,-1 1 0 0 0,0-1 0 0 0,0 0 0 0 0,1 1 0 0 0,-1-1 0 0 0,0 1 0 0 0,0-1 0 0 0,0 1 0 0 0,0-1 0 0 0,0 1 0 0 0,0-1 0 0 0,1 1 0 0 0,-1 0 0 0 0,0-1 0 0 0,0 1 0 0 0,0 0 0 0 0,0 0 0 0 0,0 0 0 0 0,-2 0 0 0 0,-27-1 0 0 0,24 2 0 0 0,-46 9 0 0 0,48-9 0 0 0,1 1 0 0 0,-1-1 0 0 0,1 0 0 0 0,0 1 0 0 0,-1 0 0 0 0,1 0 0 0 0,0 0 0 0 0,0 0 0 0 0,0 0 0 0 0,0 0 0 0 0,1 1 0 0 0,-4 3 0 0 0,3-4 0 0 0,0-1 0 0 0,0 0 0 0 0,-1 1 0 0 0,1-1 0 0 0,-1 0 0 0 0,1 0 0 0 0,-1-1 0 0 0,1 1 0 0 0,-1-1 0 0 0,1 0 0 0 0,-1 0 0 0 0,-5-1 0 0 0,-9 2 0 0 0,-2 2 0 0 0,15-1 0 0 0,-1-1 0 0 0,1 0 0 0 0,-1 0 0 0 0,1-1 0 0 0,-1 1 0 0 0,0-1 0 0 0,1 0 0 0 0,-1-1 0 0 0,0 1 0 0 0,1-1 0 0 0,-1-1 0 0 0,1 1 0 0 0,-7-3 0 0 0,8 1 0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7.13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50 98 2769 0 0,'-39'-5'269'0'0,"28"-1"-305"0"0,12 5 37 0 0,-1 0 0 0 0,1 1-1 0 0,0-1 1 0 0,-1 0 0 0 0,1 1 0 0 0,0-1-1 0 0,0 0 1 0 0,-1 1 0 0 0,1-1 0 0 0,0 1-1 0 0,0-1 1 0 0,0 1 0 0 0,0 0 0 0 0,0-1 0 0 0,-1 1-1 0 0,1 0 1 0 0,0 0 0 0 0,2-1 0 0 0,240-65 63 0 0,-210 55-64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7.85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1180 7 2184 0 0,'8'-1'1824'0'0,"-29"-2"-1755"0"0,0 1 1 0 0,0 1-1 0 0,0 2 1 0 0,-1 0-1 0 0,-22 4 1 0 0,-1 3-1569 0 0,-63 20 1 0 0,84-22 1467 0 0,1-1-1 0 0,-1-2 0 0 0,-35 2 0 0 0,38-4 35 0 0,-1 1-1 0 0,0 0 0 0 0,1 2 0 0 0,-34 10 0 0 0,-103 33 270 0 0,152-46-272 0 0,0 0 0 0 0,0 0 0 0 0,-1 0 0 0 0,1-1 0 0 0,0 0 0 0 0,-1-1 0 0 0,1 1 0 0 0,-10-3 0 0 0,10 1 0 0 0,0 1 0 0 0,0 1 0 0 0,0-1 0 0 0,0 1 0 0 0,0 0 0 0 0,0 0 0 0 0,0 1 0 0 0,-7 1 0 0 0,-158 41 0 0 0,153-40 0 0 0,0 0 0 0 0,-22-1 0 0 0,-22 3 0 0 0,48-2 0 0 0,9-1 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8.39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1 0 2401 0 0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19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95 2304 0 0,'-5'3'1024'0'0,"0"0"-1"0"0,0 0 0 0 0,0 0 1 0 0,0-1-1 0 0,-1 0 0 0 0,1 0 0 0 0,0 0 1 0 0,-1-1-1 0 0,-10 2 0 0 0,43-13 3140 0 0,-8 2-3418 0 0,120-27 1652 0 0,163-20 0 0 0,-289 53-2359 0 0,28-6-22 0 0,-48 7-2378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0.6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83 1840 0 0,'-6'0'819'0'0,"-1"1"-1"0"0,1-1 1 0 0,0 1-1 0 0,-1 1 1 0 0,1 0-1 0 0,0-1 1 0 0,0 2-1 0 0,0-1 1 0 0,0 1-1 0 0,0 0 0 0 0,1 0 1 0 0,-1 0-1 0 0,-8 9 607 0 0,14-12-1365 0 0,0 0 1 0 0,0 0-1 0 0,0 0 1 0 0,-1 0-1 0 0,1 1 1 0 0,0-1 0 0 0,0 0-1 0 0,0 0 1 0 0,0 0-1 0 0,2 4 1515 0 0,-2-4-1514 0 0,0 0-1 0 0,1 0 1 0 0,-1 0-1 0 0,0 0 1 0 0,0 0-1 0 0,0 0 1 0 0,16 4 1220 0 0,14-2-243 0 0,19-4 142 0 0,-1-2 0 0 0,84-17 0 0 0,92-38-882 0 0,-185 49-334 0 0,52-18-2176 0 0,-85 23 819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1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43 3681 0 0,'-30'-43'17940'0'0,"32"72"-17555"0"0,2 0 1 0 0,8 31 0 0 0,-5-15-322 0 0,-2-1-1 0 0,-1 54 0 0 0,-3-52 22 0 0,2-1-1 0 0,10 50 0 0 0,-11-85-17 0 0,1-1 0 0 0,1 0 0 0 0,0 1 0 0 0,0-2 0 0 0,0 1 0 0 0,1 0 0 0 0,12 14 0 0 0,-13-3-554 0 0,-2-16 150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22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93 3681 0 0,'-25'6'15344'0'0,"16"-2"-13039"0"0,3 0-4007 0 0,-37 30 3416 0 0,40-33-396 0 0,29-19-1312 0 0,-7 6 9 0 0,1 1-1 0 0,0 1 1 0 0,1 1-1 0 0,1 0 1 0 0,36-8-1 0 0,113-15 168 0 0,-131 26-115 0 0,20-5 495 0 0,-57 7-342 0 0,-3 1-343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18.5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1 3681 0 0,'-35'1'13728'0'0,"41"-1"-12789"0"0,108 0 1 0 0,333 11 4297 0 0,-441-10-5252 0 0,-2-1-36 0 0,-1 0 0 0 0,1 0 0 0 0,0 0 0 0 0,-1 1-1 0 0,1 0 1 0 0,0 0 0 0 0,-1 0 0 0 0,1 0 0 0 0,-1 0 0 0 0,6 4 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19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94 3337 0 0,'-1'-4'250'0'0,"1"1"0"0"0,0-1 0 0 0,0 1 0 0 0,1 0 0 0 0,-1-1 1 0 0,1 1-1 0 0,-1 0 0 0 0,1-1 0 0 0,0 1 0 0 0,0 0 0 0 0,1 0 0 0 0,-1 0 1 0 0,1 0-1 0 0,0 0 0 0 0,-1 0 0 0 0,1 0 0 0 0,0 0 0 0 0,5-3 0 0 0,12-23 9077 0 0,-19 29-9254 0 0,0 0 0 0 0,0 0 0 0 0,-1 1 0 0 0,1-1 0 0 0,0 0 0 0 0,0 0 0 0 0,0 1 0 0 0,0-1 0 0 0,0 0 0 0 0,0 0 0 0 0,0 0 0 0 0,0 1 0 0 0,0-1 0 0 0,0 0 0 0 0,0 0 0 0 0,0 1 0 0 0,0-1 0 0 0,0 0 0 0 0,0 0 0 0 0,0 0 0 0 0,0 1 0 0 0,0-1 0 0 0,1 0 0 0 0,-1 0 0 0 0,0 0 0 0 0,0 1-1 0 0,0-1 1 0 0,1 1 219 0 0,-1-1-219 0 0,0 0 0 0 0,0 0 0 0 0,0 0 0 0 0,1 0 0 0 0,-1 0 0 0 0,0 0 0 0 0,0 1 0 0 0,0-1 0 0 0,1 0 0 0 0,-1 0 0 0 0,0 0 0 0 0,0 0 0 0 0,0 0 0 0 0,1 0 0 0 0,-1 0 0 0 0,0 0 0 0 0,0 0 0 0 0,1 0 0 0 0,-1 0 0 0 0,0 0 0 0 0,0 0 0 0 0,0 0 0 0 0,1 0 0 0 0,-1 0-1 0 0,0 0 1 0 0,0-1 0 0 0,1 1 0 0 0,-1 0 0 0 0,0 0 0 0 0,0 0 0 0 0,0 0 0 0 0,0 0 0 0 0,1-1 73 0 0,-1 1-73 0 0,-3 94 328 0 0,0-49-321 0 0,3 1-1 0 0,8 83 1 0 0,4-75 118 0 0,33 95-1 0 0,-6-29 539 0 0,-38-108-651 0 0,1 0 0 0 0,-1 0-1 0 0,-1 0 1 0 0,0 0 0 0 0,-1 0 0 0 0,-1-1-1 0 0,1 1 1 0 0,-2 0 0 0 0,-5 19 0 0 0,5-23 51 0 0,5 2 190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37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20 209 1376 0 0,'2'-51'1749'0'0,"-1"33"-1376"0"0,0-1 0 0 0,-1 1-1 0 0,-1 0 1 0 0,-4-21 0 0 0,3 32-573 0 0,1 5 246 0 0,1 1 1 0 0,-1 0-1 0 0,0-1 1 0 0,1 1-1 0 0,0-1 0 0 0,-1 1 1 0 0,1-1-1 0 0,0 1 1 0 0,-1-1-1 0 0,1 1 1 0 0,0-1-1 0 0,0 1 1 0 0,0-1-1 0 0,15-16 7949 0 0,-19 28-7563 0 0,1-1 0 0 0,-1 1 0 0 0,2 0 0 0 0,0 0 0 0 0,0 0 0 0 0,0 0 0 0 0,1 17 0 0 0,-4 538 2170 0 0,5-518-2441 0 0,2 1 0 0 0,2-1 0 0 0,2 0 0 0 0,2 0 0 0 0,3-1 0 0 0,1 0 0 0 0,3 0 0 0 0,36 79-1 0 0,-49-122-148 0 0,-1 0 0 0 0,1 0 0 0 0,0-1-1 0 0,0 1 1 0 0,0-1 0 0 0,0 1-1 0 0,0-1 1 0 0,0 0 0 0 0,1 0-1 0 0,-1 0 1 0 0,1 0 0 0 0,-1 0-1 0 0,1-1 1 0 0,4 3 0 0 0,-5-4-14 0 0,-1 1 0 0 0,0-1 0 0 0,1 0 0 0 0,-1 0 1 0 0,0 0-1 0 0,1 0 0 0 0,-1 0 0 0 0,0 0 0 0 0,1 0 0 0 0,-1-1 1 0 0,0 1-1 0 0,0 0 0 0 0,1-1 0 0 0,-1 1 0 0 0,0-1 0 0 0,0 1 1 0 0,1-1-1 0 0,-1 0 0 0 0,0 1 0 0 0,0-1 0 0 0,0 0 0 0 0,0 0 1 0 0,0 0-1 0 0,0 0 0 0 0,0 0 0 0 0,0 0 0 0 0,0 0 0 0 0,-1 0 1 0 0,1 0-1 0 0,0 0 0 0 0,-1 0 0 0 0,1-1 0 0 0,-1 1 0 0 0,1 0 1 0 0,0-3-1 0 0,8-24-17 0 0,-2 0 0 0 0,0-1 0 0 0,-2 0 1 0 0,-1 0-1 0 0,0-50 0 0 0,-2 38-2 0 0,0-14-85 0 0,-3 0-1 0 0,-10-83 0 0 0,-37-107-213 0 0,19 55 1064 0 0,22 128-561 0 0,7 59-138 0 0,-1 1 0 0 0,1-1 0 0 0,-1 1 0 0 0,1-1-1 0 0,-1 1 1 0 0,0-1 0 0 0,0 1 0 0 0,0 0 0 0 0,0 0 0 0 0,-1-1 0 0 0,1 1-1 0 0,0 0 1 0 0,-1 0 0 0 0,0 0 0 0 0,-2-2 0 0 0,4 4-29 0 0,-1-1-1 0 0,1 1 1 0 0,-1 0 0 0 0,1-1 0 0 0,-1 1 0 0 0,1 0 0 0 0,-1 0-1 0 0,0 0 1 0 0,1-1 0 0 0,-1 1 0 0 0,1 0 0 0 0,-1 0 0 0 0,1 0-1 0 0,-1 0 1 0 0,0 0 0 0 0,1 0 0 0 0,-1 0 0 0 0,1 0-1 0 0,-1 1 1 0 0,1-1 0 0 0,-1 0 0 0 0,0 0 0 0 0,1 0 0 0 0,-1 0-1 0 0,0 1 1 0 0,0 0-2 0 0,-1 0-1 0 0,1 1 1 0 0,0-1-1 0 0,-1 0 1 0 0,1 1-1 0 0,0-1 1 0 0,0 1-1 0 0,0-1 1 0 0,0 1-1 0 0,0 0 1 0 0,0-1-1 0 0,0 3 0 0 0,-4 10 7 0 0,1-1 0 0 0,0 1-1 0 0,1 0 1 0 0,0 0 0 0 0,1 1-1 0 0,0 22 1 0 0,8 92-328 0 0,-1-56 256 0 0,-3 3-7 0 0,11 174-524 0 0,-7-195 445 0 0,2 0 0 0 0,24 80 0 0 0,-25-108 116 0 0,-6-19 4 0 0,1 0 0 0 0,0 0 0 0 0,1 0 0 0 0,0 0 0 0 0,0-1 0 0 0,0 1 1 0 0,1-1-1 0 0,6 9 0 0 0,-10-16-2 0 0,1 1 0 0 0,-1-1 0 0 0,0 0 0 0 0,1 1 0 0 0,-1-1 1 0 0,0 1-1 0 0,1-1 0 0 0,-1 0 0 0 0,1 0 0 0 0,-1 1 0 0 0,0-1 0 0 0,1 0 1 0 0,-1 0-1 0 0,1 1 0 0 0,-1-1 0 0 0,1 0 0 0 0,-1 0 0 0 0,1 0 0 0 0,-1 0 0 0 0,0 0 1 0 0,1 0-1 0 0,-1 0 0 0 0,1 0 0 0 0,-1 0 0 0 0,1 0 0 0 0,-1 0 0 0 0,1 0 1 0 0,-1 0-1 0 0,1 0 0 0 0,-1 0 0 0 0,1 0 0 0 0,-1 0 0 0 0,1-1 0 0 0,-1 1 0 0 0,1 0 1 0 0,-1 0-1 0 0,0-1 0 0 0,1 1 0 0 0,-1 0 0 0 0,0-1 0 0 0,1 1 0 0 0,-1 0 1 0 0,0-1-1 0 0,1 1 0 0 0,-1 0 0 0 0,0-1 0 0 0,1 1 0 0 0,-1-1 0 0 0,0 1 1 0 0,0-1-1 0 0,0 1 0 0 0,1 0 0 0 0,-1-1 0 0 0,0 1 0 0 0,0-2 0 0 0,10-30-741 0 0,-9 29 680 0 0,10-52-482 0 0,-2 0-1 0 0,2-91 1 0 0,-16-113 612 0 0,-28-94 1721 0 0,17 200 105 0 0,16 152-1877 0 0,-5-29 653 0 0,5 30-645 0 0,0 0 1 0 0,0 0 0 0 0,0 1 0 0 0,0-1 0 0 0,0 0-1 0 0,0 0 1 0 0,0 0 0 0 0,0 0 0 0 0,0 0 0 0 0,0 0-1 0 0,0 0 1 0 0,0 0 0 0 0,0 0 0 0 0,0 0 0 0 0,0 0-1 0 0,0 0 1 0 0,0 0 0 0 0,0 0 0 0 0,0 0-1 0 0,0 1 1 0 0,0-1 0 0 0,0 0 0 0 0,0 0 0 0 0,0 0-1 0 0,-1 0 1 0 0,1 0 0 0 0,0 0 0 0 0,0 0 0 0 0,0 0-1 0 0,0 0 1 0 0,0 0 0 0 0,0 0 0 0 0,0 0 0 0 0,0 0-1 0 0,0 0 1 0 0,0 0 0 0 0,0 0 0 0 0,0 0 0 0 0,-1 0-1 0 0,1 0 1 0 0,0 0 0 0 0,0 0 0 0 0,0 0 0 0 0,0 0-1 0 0,0 0 1 0 0,0 0 0 0 0,0 0 0 0 0,0-1 0 0 0,0 1-1 0 0,0 0 1 0 0,0 0 0 0 0,0 0 0 0 0,0 0 0 0 0,0 0-1 0 0,0 0 1 0 0,-1 0 0 0 0,1 0 0 0 0,0 0-1 0 0,0 0 1 0 0,0 0 0 0 0,0 0 0 0 0,0 0 0 0 0,-4 18 116 0 0,0 12-165 0 0,2 1 1 0 0,2 0-1 0 0,0 0 0 0 0,6 32 0 0 0,-1 10-29 0 0,-1 351-231 0 0,-4-91-144 0 0,0-315 363 0 0,-1-11 13 0 0,1 0 1 0 0,0 0-1 0 0,0 0 1 0 0,1 0 0 0 0,0 0-1 0 0,0 0 1 0 0,1 0 0 0 0,0 0-1 0 0,0 0 1 0 0,3 6-1 0 0,-4-13 42 0 0,-1 0 0 0 0,1 0 0 0 0,-1-1-1 0 0,0 1 1 0 0,1 0 0 0 0,-1-1 0 0 0,0 1-1 0 0,1 0 1 0 0,-1 0 0 0 0,0-1-1 0 0,0 1 1 0 0,1 0 0 0 0,-1-1 0 0 0,0 1-1 0 0,0-1 1 0 0,0 1 0 0 0,1 0 0 0 0,-1-1-1 0 0,0 1 1 0 0,0-1 0 0 0,0 1 0 0 0,0 0-1 0 0,0-1 1 0 0,0 1 0 0 0,0-1-1 0 0,0 1 1 0 0,0-1 0 0 0,0 1 0 0 0,0 0-1 0 0,0-1 1 0 0,0 1 0 0 0,-1-1 0 0 0,3-20-236 0 0,-19-185 259 0 0,3 78 422 0 0,4-187 612 0 0,1 13-129 0 0,9 298-890 0 0,-8-57 311 0 0,8 57-291 0 0,-1 0-1 0 0,0 0 1 0 0,0 1-1 0 0,0-1 1 0 0,-1 0 0 0 0,1 1-1 0 0,-1-1 1 0 0,0 1-1 0 0,0 0 1 0 0,0-1-1 0 0,0 1 1 0 0,0 0 0 0 0,-4-3-1 0 0,5 5-20 0 0,1 1 0 0 0,-1 0 0 0 0,1 0 0 0 0,-1 0 0 0 0,1 0 0 0 0,-1 0 0 0 0,1 0 0 0 0,-1 0 0 0 0,1 0 0 0 0,-1 0 0 0 0,1 0 0 0 0,-1 0 0 0 0,1 0 0 0 0,-1 0 0 0 0,1 0 0 0 0,-1 0 0 0 0,1 0 0 0 0,-1 1 0 0 0,1-1 0 0 0,-1 0 0 0 0,1 0 0 0 0,0 0 0 0 0,-1 1 0 0 0,1-1 0 0 0,-1 0 0 0 0,1 1 0 0 0,0-1 0 0 0,-1 0 0 0 0,1 1 0 0 0,0-1 0 0 0,-1 1 0 0 0,1-1 0 0 0,0 1 0 0 0,0-1 0 0 0,-1 0 0 0 0,1 1 0 0 0,0-1 0 0 0,0 1 0 0 0,0-1 0 0 0,0 1 0 0 0,0-1 0 0 0,0 1 0 0 0,0-1 0 0 0,-1 1 0 0 0,2 0 0 0 0,-8 26-22 0 0,7-26 15 0 0,-6 44-108 0 0,2 1 0 0 0,4 83 0 0 0,20 92-397 0 0,-20-220 498 0 0,10 73-332 0 0,4-1-1 0 0,2 0 0 0 0,4-1 1 0 0,42 104-1 0 0,-61-174 279 0 0,0 0-1 0 0,0 0 1 0 0,-1 0 0 0 0,1-1 0 0 0,0 1 0 0 0,1 0-1 0 0,-1 0 1 0 0,0 0 0 0 0,1-1 0 0 0,-1 1-1 0 0,0-1 1 0 0,1 1 0 0 0,0-1 0 0 0,-1 0-1 0 0,1 1 1 0 0,3 0 0 0 0,-5-1 31 0 0,1-1 0 0 0,-1 0 0 0 0,1 0 0 0 0,-1 0 0 0 0,1 0 0 0 0,-1 0 0 0 0,1 0 0 0 0,-1 0 1 0 0,1-1-1 0 0,-1 1 0 0 0,1 0 0 0 0,-1 0 0 0 0,1 0 0 0 0,-1 0 0 0 0,1-1 0 0 0,-1 1 0 0 0,1 0 0 0 0,-1 0 0 0 0,0-1 0 0 0,1 1 1 0 0,-1 0-1 0 0,1-1 0 0 0,-1 1 0 0 0,0 0 0 0 0,1-1 0 0 0,8-21-361 0 0,-4-16 501 0 0,-1 1 0 0 0,-2-1 0 0 0,-2 1 0 0 0,-6-56 0 0 0,3 50 39 0 0,-2-35 169 0 0,-36-442 1312 0 0,39 504-1544 0 0,-5-35 92 0 0,7 48-157 0 0,-1-1 1 0 0,0 0-1 0 0,0 1 0 0 0,0-1 1 0 0,-1 1-1 0 0,1 0 0 0 0,-1-1 1 0 0,0 1-1 0 0,0 0 0 0 0,-3-4 1 0 0,4 7-14 0 0,0-1 1 0 0,1 1 0 0 0,-1 0-1 0 0,1 0 1 0 0,-1 0 0 0 0,0 0-1 0 0,1 0 1 0 0,-1 0 0 0 0,0 0 0 0 0,1 0-1 0 0,-1 0 1 0 0,0 0 0 0 0,1 0-1 0 0,-1 0 1 0 0,0 0 0 0 0,1 0-1 0 0,-1 1 1 0 0,0-1 0 0 0,1 0 0 0 0,-1 1-1 0 0,1-1 1 0 0,-1 0 0 0 0,0 1-1 0 0,1-1 1 0 0,-1 1 0 0 0,1-1-1 0 0,-1 0 1 0 0,1 1 0 0 0,0-1 0 0 0,-1 1-1 0 0,1 0 1 0 0,-1-1 0 0 0,1 1-1 0 0,-1 0 1 0 0,-14 20 155 0 0,8-6-177 0 0,1-1 1 0 0,0 1 0 0 0,1 0-1 0 0,1 0 1 0 0,0 0 0 0 0,1 0-1 0 0,1 1 1 0 0,-1 21 0 0 0,8 132-180 0 0,-1-102 161 0 0,-2 56 137 0 0,5 69-229 0 0,-4-163-249 0 0,1 1 1 0 0,2-1 0 0 0,0 0 0 0 0,15 37 0 0 0,-11-40-6670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38.1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332 3728 10138 0 0,'0'4'76'0'0,"-1"0"1"0"0,0 0-1 0 0,0 0 0 0 0,0 0 0 0 0,0 0 1 0 0,-1 0-1 0 0,1-1 0 0 0,-1 1 0 0 0,0 0 1 0 0,0-1-1 0 0,0 1 0 0 0,-1-1 0 0 0,1 0 0 0 0,-5 5 1 0 0,6-7 15 0 0,0 0 0 0 0,0 0 0 0 0,0 0 0 0 0,-1 0 0 0 0,1 0 0 0 0,0 0 0 0 0,0 0 0 0 0,-1 0 0 0 0,1-1 0 0 0,0 1 0 0 0,-1 0 0 0 0,1-1 0 0 0,-1 1 0 0 0,1-1 0 0 0,-1 0 0 0 0,1 1 0 0 0,-1-1 0 0 0,1 0 0 0 0,-1 0 0 0 0,1 0 0 0 0,-1 0 0 0 0,0 0 1 0 0,1 0-1 0 0,-1 0 0 0 0,1-1 0 0 0,-1 1 0 0 0,1-1 0 0 0,-1 1 0 0 0,1-1 0 0 0,0 1 0 0 0,-1-1 0 0 0,1 0 0 0 0,0 0 0 0 0,-1 0 0 0 0,1 1 0 0 0,0-1 0 0 0,0 0 0 0 0,0-1 0 0 0,0 1 0 0 0,0 0 0 0 0,-2-2 0 0 0,-9-15 504 0 0,1 0-1 0 0,0-1 0 0 0,2 0 0 0 0,-15-40 1 0 0,6 15 84 0 0,-4-13-229 0 0,3-1 0 0 0,2-1-1 0 0,-18-120 1 0 0,4-189-253 0 0,26 274-120 0 0,-26-691 27 0 0,34 560-473 0 0,47-336-1 0 0,-32 460 134 0 0,5 0 1 0 0,63-169-1 0 0,116-178 151 0 0,-181 404 171 0 0,2 2-1 0 0,2 0 1 0 0,1 2 0 0 0,3 1-1 0 0,38-42 1 0 0,-66 81-130 0 0,-1 0 1 0 0,0-1-1 0 0,1 1 1 0 0,-1 0-1 0 0,0 0 1 0 0,0-1-1 0 0,1 1 0 0 0,-1 0 1 0 0,0-1-1 0 0,0 1 1 0 0,0 0-1 0 0,0-1 0 0 0,1 1 1 0 0,-1-1-1 0 0,0 1 1 0 0,0 0-1 0 0,0-1 1 0 0,0 1-1 0 0,0 0 0 0 0,0-1 1 0 0,0 1-1 0 0,0-1 1 0 0,0 1-1 0 0,0 0 1 0 0,0-1-1 0 0,0 1 0 0 0,0-1 1 0 0,0 1-1 0 0,-1 0 1 0 0,1-1-1 0 0,0 1 1 0 0,0 0-1 0 0,0-1 0 0 0,0 1 1 0 0,-1 0-1 0 0,1-1 1 0 0,0 1-1 0 0,-1-1 1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38.6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70 582 7370 0 0,'-38'-10'2510'0'0,"36"9"-2070"0"0,0 1-1 0 0,-1-1 1 0 0,1 0 0 0 0,0 0-1 0 0,-1-1 1 0 0,1 1-1 0 0,0 0 1 0 0,0-1-1 0 0,0 1 1 0 0,0-1-1 0 0,0 0 1 0 0,0 0 0 0 0,-1-2-1 0 0,3 4-338 0 0,0 0 0 0 0,1-1 0 0 0,-1 1 0 0 0,0 0 0 0 0,1 0 0 0 0,-1 0 0 0 0,0 0 0 0 0,1 0 0 0 0,-1-1 0 0 0,0 1 0 0 0,1 0 0 0 0,-1 0 0 0 0,0 0 0 0 0,1 0 0 0 0,-1 0 0 0 0,0 0 0 0 0,1 0 0 0 0,-1 0-1 0 0,0 0 1 0 0,1 0 0 0 0,-1 0 0 0 0,0 1 0 0 0,1-1 0 0 0,-1 0 0 0 0,0 0 0 0 0,1 0 0 0 0,-1 0 0 0 0,0 0 0 0 0,1 1 0 0 0,-1-1 0 0 0,0 0 0 0 0,0 0 0 0 0,1 1 0 0 0,-1-1 0 0 0,0 0 0 0 0,17 8 514 0 0,2 7-307 0 0,-1 1-1 0 0,0 0 1 0 0,-1 1-1 0 0,-1 1 1 0 0,-1 1 0 0 0,14 20-1 0 0,24 29-170 0 0,-43-57-112 0 0,83 90 27 0 0,-81-89-43 0 0,1-1 1 0 0,0 0-1 0 0,1-1 0 0 0,1 0 0 0 0,27 14 0 0 0,-40-23-3 0 0,-1-1 1 0 0,1 1-1 0 0,-1 0 0 0 0,1-1 1 0 0,-1 0-1 0 0,1 1 0 0 0,0-1 0 0 0,-1 0 1 0 0,1 1-1 0 0,0-1 0 0 0,-1 0 0 0 0,1 0 1 0 0,0 0-1 0 0,-1-1 0 0 0,1 1 0 0 0,0 0 1 0 0,-1-1-1 0 0,1 1 0 0 0,-1-1 1 0 0,1 1-1 0 0,-1-1 0 0 0,1 0 0 0 0,-1 0 1 0 0,1 1-1 0 0,-1-1 0 0 0,1 0 0 0 0,-1 0 1 0 0,0-1-1 0 0,0 1 0 0 0,0 0 0 0 0,0 0 1 0 0,1 0-1 0 0,-2-1 0 0 0,1 1 1 0 0,0-1-1 0 0,0 1 0 0 0,0-1 0 0 0,-1 1 1 0 0,1-1-1 0 0,0 1 0 0 0,-1-1 0 0 0,1-3 1 0 0,3-9 86 0 0,-1 0 1 0 0,-1-1-1 0 0,0 1 1 0 0,-1-17 0 0 0,0 11-13 0 0,32-567 562 0 0,-25 393-1254 0 0,-8 193 396 0 0,2-25 651 0 0,1 13-1817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39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165 26 920 0 0,'-5'-5'1138'0'0,"-19"-14"4971"0"0,23 19-5917 0 0,0-1-1 0 0,-1 1 1 0 0,1-1-1 0 0,-1 1 1 0 0,1 0-1 0 0,-1 0 1 0 0,1 0 0 0 0,-1 0-1 0 0,1 0 1 0 0,-1 0-1 0 0,1 1 1 0 0,-1-1-1 0 0,1 0 1 0 0,0 1-1 0 0,-1-1 1 0 0,1 1 0 0 0,0-1-1 0 0,-1 1 1 0 0,1 0-1 0 0,0-1 1 0 0,-2 2-1 0 0,-6 5 161 0 0,1-1-1 0 0,0 2 0 0 0,1-1 1 0 0,-1 1-1 0 0,2 0 0 0 0,-1 0 1 0 0,1 1-1 0 0,0 0 0 0 0,-5 11 1 0 0,7-13-208 0 0,0 1 0 0 0,0 0 0 0 0,1 0 0 0 0,0 0 1 0 0,1 0-1 0 0,0 1 0 0 0,0-1 0 0 0,1 1 0 0 0,0-1 1 0 0,0 1-1 0 0,1 14 0 0 0,1-18-163 0 0,1 1 0 0 0,0-1 0 0 0,0 0 1 0 0,0 1-1 0 0,1-1 0 0 0,0 0 0 0 0,0 0 0 0 0,0-1 0 0 0,0 1 0 0 0,1-1 0 0 0,0 1 1 0 0,0-1-1 0 0,0 0 0 0 0,0 0 0 0 0,0-1 0 0 0,7 4 0 0 0,7 5-381 0 0,1-1-1 0 0,37 16 0 0 0,-42-20 231 0 0,44 20-175 0 0,-55-26 345 0 0,0 1-1 0 0,0 0 0 0 0,-1 0 1 0 0,1 0-1 0 0,0 0 0 0 0,-1 0 0 0 0,1 1 1 0 0,-1-1-1 0 0,1 1 0 0 0,-1 0 1 0 0,0-1-1 0 0,0 1 0 0 0,-1 0 0 0 0,3 5 1 0 0,-4-7 54 0 0,0 1 0 0 0,0-1 0 0 0,0 0 0 0 0,-1 1 0 0 0,1-1 0 0 0,0 0 0 0 0,-1 0 0 0 0,1 1 0 0 0,-1-1 0 0 0,1 0 0 0 0,-1 0 0 0 0,0 0 0 0 0,1 0 0 0 0,-1 0 0 0 0,0 0 0 0 0,0 0 0 0 0,0 0 0 0 0,0 0 0 0 0,0 0 0 0 0,0 0 0 0 0,0 0 0 0 0,0-1 0 0 0,0 1 0 0 0,0 0 0 0 0,0-1 0 0 0,0 1 1 0 0,-1-1-1 0 0,1 1 0 0 0,0-1 0 0 0,0 0 0 0 0,-2 1 0 0 0,-46 12 1656 0 0,47-12-1593 0 0,-42 6 1083 0 0,28-5-1286 0 0,-1 1-1 0 0,0 1 0 0 0,1 0 0 0 0,0 1 0 0 0,-30 13 0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40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0 5065 0 0,'-4'8'545'0'0,"-1"-1"0"0"0,1 1 0 0 0,1 0 0 0 0,0 0 0 0 0,0 0 0 0 0,0 0 0 0 0,1 1 0 0 0,-2 15 0 0 0,2-15-118 0 0,1 0 0 0 0,0 0 0 0 0,0 0-1 0 0,1 0 1 0 0,1 0 0 0 0,-1 0 0 0 0,3 11 0 0 0,-2-17-302 0 0,0 0 0 0 0,-1 0 0 0 0,1-1 0 0 0,1 1 0 0 0,-1 0 0 0 0,0-1 0 0 0,0 1 0 0 0,1-1 1 0 0,0 0-1 0 0,-1 1 0 0 0,1-1 0 0 0,0 0 0 0 0,0 0 0 0 0,0 0 0 0 0,0 0 0 0 0,1-1 0 0 0,-1 1 1 0 0,0 0-1 0 0,1-1 0 0 0,-1 0 0 0 0,1 0 0 0 0,0 1 0 0 0,-1-1 0 0 0,1-1 0 0 0,0 1 0 0 0,0 0 1 0 0,3 0-1 0 0,-5-1-98 0 0,1 0 1 0 0,-1 0-1 0 0,0 0 1 0 0,0 0 0 0 0,0 0-1 0 0,1 0 1 0 0,-1 0-1 0 0,0 0 1 0 0,0 0 0 0 0,1 0-1 0 0,-1-1 1 0 0,0 1-1 0 0,0-1 1 0 0,0 1 0 0 0,0-1-1 0 0,0 1 1 0 0,0-1-1 0 0,0 0 1 0 0,0 1 0 0 0,0-1-1 0 0,0 0 1 0 0,0 0-1 0 0,0 0 1 0 0,0 0 0 0 0,0 1-1 0 0,-1-1 1 0 0,1 0-1 0 0,0-1 1 0 0,-1 1 0 0 0,1 0-1 0 0,-1 0 1 0 0,1 0-1 0 0,-1 0 1 0 0,1 0 0 0 0,-1-1-1 0 0,0 1 1 0 0,0 0-1 0 0,1 0 1 0 0,-1 0 0 0 0,0-1-1 0 0,0 1 1 0 0,0 0-1 0 0,-1 0 1 0 0,1-1 0 0 0,0 1-1 0 0,0 0 1 0 0,-1-1-1 0 0,1-1-16 0 0,-1 1 0 0 0,1-1 0 0 0,-1 1 0 0 0,1-1 0 0 0,-1 1 0 0 0,0-1 0 0 0,0 1 0 0 0,0 0 0 0 0,0 0 0 0 0,-1-1 0 0 0,1 1 0 0 0,-1 0 0 0 0,1 0 0 0 0,-1 0 0 0 0,1 0 0 0 0,-1 1 0 0 0,0-1 0 0 0,0 0 0 0 0,0 1 0 0 0,0 0 0 0 0,0-1 0 0 0,-1 1 0 0 0,-2-2 0 0 0,1 3 34 0 0,0 0 0 0 0,0 0 0 0 0,0 1 1 0 0,0-1-1 0 0,0 1 0 0 0,0 0 0 0 0,0 0 0 0 0,0 0 0 0 0,0 0 1 0 0,1 1-1 0 0,-1-1 0 0 0,1 1 0 0 0,-1 0 0 0 0,1 0 0 0 0,0 1 0 0 0,-1-1 1 0 0,1 1-1 0 0,0-1 0 0 0,-3 6 0 0 0,3-7-30 0 0,1 1 1 0 0,0 1-1 0 0,0-1 1 0 0,0 0-1 0 0,0 0 0 0 0,1 1 1 0 0,-1-1-1 0 0,1 1 0 0 0,-1-1 1 0 0,1 1-1 0 0,0 0 1 0 0,0-1-1 0 0,0 1 0 0 0,0 0 1 0 0,1 0-1 0 0,-1 0 0 0 0,1 0 1 0 0,0 0-1 0 0,-1 0 1 0 0,1-1-1 0 0,1 1 0 0 0,-1 0 1 0 0,0 0-1 0 0,1 0 0 0 0,-1 0 1 0 0,1 0-1 0 0,1 2 1 0 0,-1-3 2 0 0,1 0 1 0 0,-1 0-1 0 0,1 0 1 0 0,0 0 0 0 0,0-1-1 0 0,0 1 1 0 0,-1-1 0 0 0,1 1-1 0 0,1-1 1 0 0,-1 0 0 0 0,0 0-1 0 0,0 0 1 0 0,0 0-1 0 0,1 0 1 0 0,-1-1 0 0 0,0 1-1 0 0,1-1 1 0 0,-1 1 0 0 0,0-1-1 0 0,1 0 1 0 0,-1 0 0 0 0,1 0-1 0 0,-1 0 1 0 0,0 0-1 0 0,1 0 1 0 0,-1-1 0 0 0,1 1-1 0 0,3-3 1 0 0,1 2 50 0 0,0-1 0 0 0,0-1 0 0 0,-1 0 1 0 0,1 0-1 0 0,-1 0 0 0 0,1 0 0 0 0,-1-1 0 0 0,9-8 0 0 0,-13 10-52 0 0,1 0 0 0 0,-1-1 0 0 0,1 1 0 0 0,-1-1 0 0 0,0 0 0 0 0,0 1 0 0 0,0-1 0 0 0,0 0-1 0 0,0-1 1 0 0,-1 1 0 0 0,1 0 0 0 0,-1 0 0 0 0,0-1 0 0 0,1-4 0 0 0,-2 6-9 0 0,0 1 0 0 0,-1-1 0 0 0,1 0 0 0 0,0 0 0 0 0,-1 0 0 0 0,1 1 0 0 0,-1-1 0 0 0,0 0 0 0 0,1 1 0 0 0,-1-1 0 0 0,0 1 0 0 0,0-1 0 0 0,0 1 0 0 0,0-1 0 0 0,0 1 0 0 0,0-1 0 0 0,-1 1 0 0 0,1 0 0 0 0,0 0 0 0 0,-1 0 0 0 0,1 0 0 0 0,-1 0 0 0 0,1 0 0 0 0,-1 0 0 0 0,0 0 0 0 0,1 0 0 0 0,-1 1 0 0 0,0-1 0 0 0,0 1 0 0 0,-1-1 0 0 0,-2 0 20 0 0,0 0 0 0 0,0 0 1 0 0,0 1-1 0 0,0 0 0 0 0,0 0 0 0 0,0 0 0 0 0,0 0 1 0 0,0 1-1 0 0,0 0 0 0 0,0 0 0 0 0,0 0 0 0 0,0 1 1 0 0,1 0-1 0 0,-1 0 0 0 0,-5 3 0 0 0,6-4-33 0 0,1 1 0 0 0,-1 0-1 0 0,1 0 1 0 0,-1 0 0 0 0,1 1 0 0 0,0-1 0 0 0,0 1-1 0 0,0 0 1 0 0,0 0 0 0 0,0 0 0 0 0,1 0-1 0 0,-1 0 1 0 0,1 1 0 0 0,0-1 0 0 0,0 1 0 0 0,0-1-1 0 0,0 1 1 0 0,1 0 0 0 0,-2 4 0 0 0,3-7 1 0 0,0-1 0 0 0,-1 1 0 0 0,1-1 1 0 0,0 1-1 0 0,0-1 0 0 0,0 1 0 0 0,0-1 1 0 0,0 0-1 0 0,0 1 0 0 0,0-1 0 0 0,0 1 1 0 0,0-1-1 0 0,0 1 0 0 0,0-1 1 0 0,0 1-1 0 0,0-1 0 0 0,0 0 0 0 0,1 1 1 0 0,-1-1-1 0 0,0 1 0 0 0,0-1 0 0 0,0 0 1 0 0,1 1-1 0 0,-1-1 0 0 0,0 1 0 0 0,0-1 1 0 0,1 0-1 0 0,-1 1 0 0 0,0-1 0 0 0,1 0 1 0 0,-1 0-1 0 0,0 1 0 0 0,1-1 0 0 0,-1 0 1 0 0,1 0-1 0 0,-1 1 0 0 0,0-1 0 0 0,1 0 1 0 0,0 0-1 0 0,20-6 399 0 0,18-21-2073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8:41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11 6449 0 0,'0'0'106'0'0,"0"-1"0"0"0,0 0-1 0 0,0 1 1 0 0,0-1 0 0 0,0 1-1 0 0,-1-1 1 0 0,1 1-1 0 0,0-1 1 0 0,-1 1 0 0 0,1-1-1 0 0,0 1 1 0 0,0 0 0 0 0,-1-1-1 0 0,1 1 1 0 0,-1-1-1 0 0,1 1 1 0 0,0 0 0 0 0,-1-1-1 0 0,1 1 1 0 0,-1 0 0 0 0,1-1-1 0 0,-1 1 1 0 0,1 0-1 0 0,-1 0 1 0 0,1 0 0 0 0,-1-1-1 0 0,1 1 1 0 0,-1 0 0 0 0,0 0-1 0 0,1 0 1 0 0,-1 0-1 0 0,1 0 1 0 0,-1 0 0 0 0,1 0-1 0 0,-1 0 1 0 0,0 0 0 0 0,-2 1 96 0 0,1 0 0 0 0,0 0 1 0 0,-1 1-1 0 0,1-1 1 0 0,0 0-1 0 0,0 1 0 0 0,0-1 1 0 0,0 1-1 0 0,-2 2 1 0 0,-2 2 129 0 0,0 1 1 0 0,0 1 0 0 0,0-1 0 0 0,-6 11 0 0 0,2 8-5 0 0,1-1 1 0 0,1 1-1 0 0,1 1 1 0 0,1-1 0 0 0,1 1-1 0 0,2 0 1 0 0,-1 53-1 0 0,5-63-280 0 0,0 1-1 0 0,1-1 1 0 0,1 1 0 0 0,1-1-1 0 0,0 0 1 0 0,1 0-1 0 0,1 0 1 0 0,1-1 0 0 0,0 0-1 0 0,12 20 1 0 0,-14-29-50 0 0,0 0-1 0 0,0 0 1 0 0,1 0 0 0 0,0-1 0 0 0,0 1 0 0 0,0-1-1 0 0,1-1 1 0 0,0 0 0 0 0,0 0 0 0 0,8 5-1 0 0,-9-8 5 0 0,0 1 0 0 0,1-1-1 0 0,-1 0 1 0 0,0 0-1 0 0,1 0 1 0 0,-1-1-1 0 0,1 0 1 0 0,-1-1 0 0 0,1 1-1 0 0,0-1 1 0 0,-1-1-1 0 0,1 1 1 0 0,-1-1-1 0 0,11-2 1 0 0,-10 0 61 0 0,0 0-1 0 0,0 1 1 0 0,-1-2-1 0 0,1 1 1 0 0,-1-1-1 0 0,0 0 1 0 0,0-1-1 0 0,0 1 1 0 0,0-1-1 0 0,-1 0 1 0 0,0-1-1 0 0,0 1 1 0 0,0-1 0 0 0,-1 0-1 0 0,0 0 1 0 0,0 0-1 0 0,-1-1 1 0 0,1 1-1 0 0,-1-1 1 0 0,-1 0-1 0 0,4-12 1 0 0,-2 5 190 0 0,0 0 1 0 0,-1 0-1 0 0,-1 0 1 0 0,0 0 0 0 0,-1 0-1 0 0,-1-1 1 0 0,0 1-1 0 0,-1 0 1 0 0,0-1-1 0 0,-5-18 1 0 0,1 14-145 0 0,-1 1 0 0 0,0-1 0 0 0,-1 1 0 0 0,-1 1 0 0 0,-1-1 0 0 0,0 1 0 0 0,-2 1 1 0 0,0 0-1 0 0,0 0 0 0 0,-1 1 0 0 0,-1 0 0 0 0,-1 1 0 0 0,0 1 0 0 0,-1 0 0 0 0,0 1 0 0 0,-1 1 0 0 0,0 0 0 0 0,-21-9 0 0 0,25 15-1864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28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35 6913 0 0,'-1'-35'10075'0'0,"18"53"-7305"0"0,-4 2-2432 0 0,-1-1 1 0 0,-1 2 0 0 0,-1-1 0 0 0,0 2-1 0 0,-2-1 1 0 0,11 41 0 0 0,15 140 229 0 0,-9-35-610 0 0,-19-139 94 0 0,2-1-1 0 0,0 0 1 0 0,23 49-1 0 0,-19-55-2665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29.0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13 140 3681 0 0,'0'0'139'0'0,"0"0"0"0"0,-1 0-1 0 0,1 0 1 0 0,-1 0 0 0 0,1 0 0 0 0,-1 0 0 0 0,1 0 0 0 0,0 0 0 0 0,-1 0-1 0 0,1 0 1 0 0,-1 0 0 0 0,1 0 0 0 0,-1 0 0 0 0,1 0 0 0 0,0 0 0 0 0,-1-1 0 0 0,1 1-1 0 0,0 0 1 0 0,-1 0 0 0 0,-1-2 694 0 0,2 2-694 0 0,0-1 0 0 0,-1 1 0 0 0,1 0 0 0 0,0-1 0 0 0,0 1 0 0 0,0-1 0 0 0,0 1-1 0 0,-1 0 1 0 0,1-1 0 0 0,0 1 0 0 0,0-1 0 0 0,0 0 0 0 0,8-18 3383 0 0,21-16-315 0 0,-15 23-2276 0 0,1 1-1 0 0,1 0 1 0 0,26-14 0 0 0,-38 22-804 0 0,1 1 1 0 0,-1 0-1 0 0,1 0 1 0 0,0 0-1 0 0,-1 1 0 0 0,1-1 1 0 0,0 1-1 0 0,0 0 1 0 0,0 0-1 0 0,0 1 1 0 0,0 0-1 0 0,0 0 0 0 0,0 0 1 0 0,0 0-1 0 0,0 1 1 0 0,0 0-1 0 0,0 0 1 0 0,8 2-1 0 0,-11-2-102 0 0,0 0-1 0 0,1 1 1 0 0,-1-1-1 0 0,0 1 1 0 0,0-1-1 0 0,0 1 1 0 0,0 0-1 0 0,0-1 1 0 0,0 1-1 0 0,-1 0 1 0 0,1 0-1 0 0,-1 0 1 0 0,1 1-1 0 0,-1-1 1 0 0,0 0-1 0 0,1 0 1 0 0,-1 1-1 0 0,1 3 1 0 0,-2-2-21 0 0,1 0 0 0 0,-1 0 0 0 0,0 0 0 0 0,0 0 1 0 0,0 0-1 0 0,0 0 0 0 0,-1 0 0 0 0,1-1 0 0 0,-1 1 0 0 0,0 0 1 0 0,-2 4-1 0 0,-4 8-59 0 0,-1 0 0 0 0,0 0 1 0 0,-2 0-1 0 0,-13 17 0 0 0,18-26 52 0 0,-27 37-130 0 0,12-19 117 0 0,1 1 1 0 0,-16 33-1 0 0,34-57 49 0 0,0-1 0 0 0,0 1 1 0 0,0 0-1 0 0,1 0 0 0 0,-1 0 1 0 0,1-1-1 0 0,-1 1 0 0 0,1 0 1 0 0,-1 0-1 0 0,1 0 0 0 0,0 0 1 0 0,0 0-1 0 0,0 0 0 0 0,0 0 1 0 0,1 0-1 0 0,-1 0 0 0 0,0 0 1 0 0,1 0-1 0 0,-1 0 0 0 0,1 0 1 0 0,0-1-1 0 0,1 4 0 0 0,0-2-3 0 0,0-1 0 0 0,1 1-1 0 0,-1-1 1 0 0,0 1 0 0 0,1-1-1 0 0,0 0 1 0 0,-1 0 0 0 0,1 0 0 0 0,0 0-1 0 0,0-1 1 0 0,0 1 0 0 0,4 0-1 0 0,4 2 25 0 0,0-1 0 0 0,0 0 0 0 0,0-1 1 0 0,0 0-1 0 0,0-1 0 0 0,22 0 0 0 0,-6-2 4 0 0,-6-2-285 0 0,0 2 0 0 0,0 1 0 0 0,0 0 0 0 0,0 1 0 0 0,0 2 0 0 0,0 0 0 0 0,27 8 0 0 0,-33-6-1429 0 0,2 0-3331 0 0,0 1-1546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29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 7370 0 0,'-2'-15'487'0'0,"2"14"-136"0"0,0 0 0 0 0,1-1 0 0 0,-1 1 0 0 0,1 0 0 0 0,-1 0 0 0 0,1-1 0 0 0,0 1 0 0 0,0 0 0 0 0,-1 0-1 0 0,1 0 1 0 0,0 0 0 0 0,0 0 0 0 0,0 0 0 0 0,2-1 0 0 0,-3 1-166 0 0,1 0 0 0 0,0 1 0 0 0,0-1 0 0 0,-1 1 0 0 0,1-1 0 0 0,0 1 0 0 0,0-1 0 0 0,0 1 0 0 0,0 0 0 0 0,0-1 0 0 0,0 1 0 0 0,0 0 1 0 0,0 0-1 0 0,0 0 0 0 0,0 0 0 0 0,0 0 0 0 0,0 0 0 0 0,0 0 0 0 0,0 0 0 0 0,0 0 0 0 0,-1 0 0 0 0,1 0 0 0 0,0 1 0 0 0,0-1 0 0 0,0 0 0 0 0,0 1 0 0 0,0-1 0 0 0,0 1 0 0 0,0-1 0 0 0,-1 1 0 0 0,1-1 0 0 0,0 1 0 0 0,0 0 0 0 0,-1-1 0 0 0,1 1 0 0 0,0 0 0 0 0,0 1 0 0 0,6 8 119 0 0,0 0 1 0 0,-1 1-1 0 0,-1 0 0 0 0,0 0 0 0 0,-1 1 0 0 0,0 0 0 0 0,4 15 1 0 0,10 91 90 0 0,-10-59-179 0 0,0 3-209 0 0,-6-37-315 0 0,1 0 0 0 0,1-1 0 0 0,1 0 1 0 0,1 0-1 0 0,17 41 0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0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5 256 3225 0 0,'0'-1'12'0'0,"0"1"0"0"0,-1 0 1 0 0,1 0-1 0 0,0-1 1 0 0,-1 1-1 0 0,1 0 0 0 0,0 0 1 0 0,0-1-1 0 0,-1 1 1 0 0,1 0-1 0 0,0-1 0 0 0,0 1 1 0 0,0 0-1 0 0,0-1 1 0 0,-1 1-1 0 0,1-1 0 0 0,0 1 1 0 0,0 0-1 0 0,0-1 1 0 0,0 1-1 0 0,0 0 0 0 0,0-1 1 0 0,0 1-1 0 0,0-1 1 0 0,0 1-1 0 0,0 0 0 0 0,0-1 1 0 0,0 1-1 0 0,0-1 0 0 0,0 1 1 0 0,0 0-1 0 0,1-1 1 0 0,-1 1-1 0 0,0 0 0 0 0,0-1 1 0 0,0 1-1 0 0,1 0 1 0 0,-1-1-1 0 0,19-17 373 0 0,32-12 224 0 0,-46 27-509 0 0,37-18 803 0 0,0 2-1 0 0,2 2 0 0 0,0 2 1 0 0,88-18-1 0 0,191-10 2006 0 0,-150 24-1494 0 0,10 3 564 0 0,211 9 0 0 0,-161 7-718 0 0,-154 2-756 0 0,138 23 0 0 0,-61-5 1269 0 0,-154-20-1733 0 0,0 0 0 0 0,-1 1 0 0 0,1-1 0 0 0,0 1 0 0 0,0-1 0 0 0,0 1 0 0 0,-1-1 0 0 0,1 1 0 0 0,0 0 0 0 0,-1 0 0 0 0,1 0 0 0 0,-1 0 0 0 0,1 0 0 0 0,-1 0 0 0 0,1 0 0 0 0,-1 1 0 0 0,0-1 0 0 0,1 0 0 0 0,-1 1 0 0 0,0-1 0 0 0,0 1 0 0 0,0-1 0 0 0,0 1 0 0 0,0 0 0 0 0,-1-1 0 0 0,1 1 0 0 0,0 0 0 0 0,-1 0 0 0 0,1 0 0 0 0,-1 2 0 0 0,2 6 47 0 0,-2 0 0 0 0,1 1 1 0 0,-1-1-1 0 0,-3 17 1 0 0,1 14 55 0 0,6 12-116 0 0,3-1-1 0 0,21 86 1 0 0,44 99 31 0 0,15 63-32 0 0,-40-39-109 0 0,-41-212 85 0 0,-2 0 0 0 0,-3 0-1 0 0,-6 67 1 0 0,4-102 34 0 0,-1 0-1 0 0,-1-1 1 0 0,0 1-1 0 0,-1 0 1 0 0,-1-1-1 0 0,0 0 1 0 0,-1 0-1 0 0,0 0 1 0 0,-1-1-1 0 0,0 0 1 0 0,-1 0-1 0 0,0-1 1 0 0,-1 0-1 0 0,0 0 1 0 0,-1-1-1 0 0,0 0 1 0 0,-1-1-1 0 0,0 0 1 0 0,0-1-1 0 0,-1 0 1 0 0,0-1-1 0 0,0 0 1 0 0,-1-1-1 0 0,0 0 1 0 0,0-1-1 0 0,-20 5 1 0 0,-124 21 126 0 0,-26 6-96 0 0,-359 51-894 0 0,186-40 644 0 0,47 15-506 0 0,169-33 213 0 0,87-18-25 0 0,-65 11 484 0 0,102-21-713 0 0,0-1 0 0 0,0 0 0 0 0,-1-2 0 0 0,1 1 1 0 0,-22-5-1 0 0,20 0-5751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67 2761 0 0,'-10'-7'1607'0'0,"1"0"1"0"0,1-1-1 0 0,-13-14 1 0 0,1 0 5026 0 0,26 46-1857 0 0,0 5-4561 0 0,11 16 71 0 0,86 243 822 0 0,-82-221-923 0 0,-4 1 1 0 0,11 96-1 0 0,-14 145 188 0 0,-3-35 441 0 0,-10-245-833 0 0,-1-22-30 0 0,-1 0 0 0 0,2 0 1 0 0,-1 0-1 0 0,1 1 1 0 0,0-1-1 0 0,0 0 0 0 0,1 0 1 0 0,0 0-1 0 0,0 0 0 0 0,4 6 1 0 0,0-8-1746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2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42 671 5529 0 0,'-2'-1'176'0'0,"0"1"0"0"0,0-1 0 0 0,0 1 0 0 0,0-1 0 0 0,1 1 0 0 0,-1-1 0 0 0,0 0 0 0 0,0 0 1 0 0,0 0-1 0 0,1 0 0 0 0,-1 0 0 0 0,0-1 0 0 0,1 1 0 0 0,-1 0 0 0 0,1-1 0 0 0,0 1 0 0 0,-1-1 0 0 0,1 0 0 0 0,0 1 0 0 0,0-1 0 0 0,-2-3 0 0 0,1 1 469 0 0,0 0-1 0 0,2-26 11707 0 0,44 87-12004 0 0,-1 20-151 0 0,40 64-57 0 0,-71-124-121 0 0,1-1 0 0 0,0 0 0 0 0,1-1 0 0 0,1-1 0 0 0,32 25 0 0 0,-34-29 27 0 0,1-1 1 0 0,0-1 0 0 0,1 0-1 0 0,0-1 1 0 0,29 11-1 0 0,-40-17-6 0 0,0 0 0 0 0,0 0 0 0 0,0 0 0 0 0,1-1 0 0 0,-1 1 0 0 0,0-1 0 0 0,0 0 0 0 0,1 0 0 0 0,-1 0 0 0 0,0-1 0 0 0,0 0 0 0 0,0 1 0 0 0,0-1 0 0 0,0-1 0 0 0,0 1 0 0 0,0-1 0 0 0,0 1 0 0 0,0-1 0 0 0,0 0 0 0 0,-1-1 0 0 0,1 1 0 0 0,-1-1 0 0 0,0 1 0 0 0,0-1 0 0 0,0 0 0 0 0,0 0 0 0 0,5-7 0 0 0,2-5 51 0 0,-1-1 0 0 0,-1 0 0 0 0,0-1 0 0 0,-1 1 0 0 0,-1-1 1 0 0,0-1-1 0 0,5-33 0 0 0,8-132 38 0 0,-14 108-112 0 0,11-69-77 0 0,4-74 20 0 0,-18 172-646 0 0,-3 1 0 0 0,-11-84 1 0 0,10 116-1240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3.1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19 10594 0 0,'-22'-19'9616'0'0,"28"32"-8311"0"0,10 20-1012 0 0,-1 1-1 0 0,-2 0 1 0 0,-1 1-1 0 0,-2 0 1 0 0,7 47-1 0 0,12 189-447 0 0,-19-155-68 0 0,-7-66-298 0 0,-3-16-3347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3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1 167 2737 0 0,'7'-15'667'0'0,"0"1"-1"0"0,2 0 1 0 0,0 0 0 0 0,0 0 0 0 0,16-16 0 0 0,-19 24-89 0 0,0 0 0 0 0,0 0 1 0 0,0 0-1 0 0,1 1 0 0 0,0 0 0 0 0,0 0 0 0 0,0 1 0 0 0,1 0 0 0 0,0 0 0 0 0,-1 1 0 0 0,1 0 1 0 0,10-3-1 0 0,-16 6-543 0 0,0-1 1 0 0,0 1-1 0 0,0-1 0 0 0,0 1 1 0 0,1 0-1 0 0,-1 0 1 0 0,0 0-1 0 0,0 0 0 0 0,0 0 1 0 0,0 0-1 0 0,0 0 1 0 0,0 1-1 0 0,0-1 0 0 0,0 1 1 0 0,0-1-1 0 0,0 1 1 0 0,0 0-1 0 0,0 0 0 0 0,0 0 1 0 0,0 0-1 0 0,0 0 1 0 0,-1 1-1 0 0,1-1 0 0 0,0 0 1 0 0,-1 1-1 0 0,1-1 1 0 0,-1 1-1 0 0,1 0 0 0 0,-1-1 1 0 0,0 1-1 0 0,0 0 1 0 0,0 0-1 0 0,0 0 0 0 0,0 0 1 0 0,0 0-1 0 0,-1 0 1 0 0,1 0-1 0 0,-1 0 0 0 0,1 0 1 0 0,-1 0-1 0 0,0 0 1 0 0,1 0-1 0 0,-1 0 0 0 0,-1 3 1 0 0,1 7 120 0 0,0-1 1 0 0,-1 0 0 0 0,-1 0-1 0 0,1 0 1 0 0,-2 0-1 0 0,0-1 1 0 0,-5 15 0 0 0,-11 15-1 0 0,-2-1 0 0 0,-1-1 0 0 0,-2-1 0 0 0,-30 36 0 0 0,8-11 104 0 0,45-62-176 0 0,0 1 1 0 0,0 0-1 0 0,1 0 0 0 0,-1 0 1 0 0,0 0-1 0 0,0 0 0 0 0,1 1 1 0 0,-1-1-1 0 0,0 0 1 0 0,1 0-1 0 0,-1 0 0 0 0,1 1 1 0 0,0-1-1 0 0,-1 0 0 0 0,1 0 1 0 0,0 1-1 0 0,0-1 1 0 0,0 0-1 0 0,0 1 0 0 0,0-1 1 0 0,0 0-1 0 0,0 1 0 0 0,1 1 1 0 0,0-2-2 0 0,0 0-1 0 0,1 0 1 0 0,-1-1 0 0 0,0 1-1 0 0,1 0 1 0 0,-1-1 0 0 0,1 1 0 0 0,-1-1-1 0 0,1 0 1 0 0,-1 1 0 0 0,1-1 0 0 0,-1 0-1 0 0,1 0 1 0 0,-1 0 0 0 0,1 0-1 0 0,-1 0 1 0 0,1-1 0 0 0,-1 1 0 0 0,4-1-1 0 0,14-2-32 0 0,23-2 345 0 0,47-2-1 0 0,-74 8-312 0 0,1-1-1 0 0,-1 2 1 0 0,1 0-1 0 0,-1 1 1 0 0,0 1-1 0 0,24 8 1 0 0,-12 0-222 0 0,30 18 0 0 0,-35-18-527 0 0,-1-1-1 0 0,40 14 0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3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 3225 0 0,'4'-13'13012'0'0,"12"16"-8322"0"0,-4 2-5319 0 0,-8-2 830 0 0,-1 1 1 0 0,1-1-1 0 0,-1 1 1 0 0,0 0-1 0 0,0 0 1 0 0,0 0-1 0 0,-1 0 1 0 0,0 1-1 0 0,1-1 1 0 0,-1 1-1 0 0,-1 0 0 0 0,1-1 1 0 0,-1 1-1 0 0,2 7 1 0 0,0 11-163 0 0,3 40 1 0 0,-5-52 91 0 0,21 319-456 0 0,-20-299-1731 0 0,0-25 1287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4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77 5985 0 0,'-12'-2'9288'0'0,"18"1"-8400"0"0,199-37 5129 0 0,-65 5-7744 0 0,-127 30-3307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4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75 7370 0 0,'3'2'698'0'0,"-1"-1"1"0"0,1-1-1 0 0,0 1 1 0 0,-1 0 0 0 0,1-1-1 0 0,0 1 1 0 0,-1-1-1 0 0,1 0 1 0 0,0 0 0 0 0,0 0-1 0 0,4-1 1 0 0,9 0 1230 0 0,-1-2 0 0 0,28-7 0 0 0,8-8-1128 0 0,-10 1-3386 0 0,-4 0-3960 0 0,-13 3 1784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6.9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86 3225 0 0,'-1'-3'208'0'0,"0"-1"1"0"0,0 1-1 0 0,0-1 1 0 0,1 1-1 0 0,-1-1 1 0 0,1 0 0 0 0,0 1-1 0 0,0-1 1 0 0,1 1-1 0 0,0-6 1 0 0,0 6 424 0 0,-1 0 0 0 0,1-1 0 0 0,-1 1 0 0 0,0-1 0 0 0,0 1 0 0 0,-1-1 0 0 0,1 1-1 0 0,-1-1 1 0 0,1 1 0 0 0,-2-5 0 0 0,1 8-479 0 0,1 0 0 0 0,-1 0-1 0 0,1 0 1 0 0,-1 0 0 0 0,1 1-1 0 0,-1-1 1 0 0,1 0 0 0 0,0 0-1 0 0,-1 0 1 0 0,1 0 0 0 0,-1 0-1 0 0,1 1 1 0 0,-1-1-1 0 0,1 0 1 0 0,-2 2 922 0 0,1-2-923 0 0,1 1 1 0 0,0-1 0 0 0,-1 1-1 0 0,1-1 1 0 0,0 0 0 0 0,0 1-1 0 0,0-1 1 0 0,-1 1 0 0 0,1-1-1 0 0,0 1 1 0 0,0-1 0 0 0,0 0-1 0 0,0 2 1 0 0,-9 19 1403 0 0,7 113 858 0 0,-1-55-2175 0 0,3 0-1 0 0,15 109 1 0 0,-9-145-211 0 0,15 70 111 0 0,-19-102-129 0 0,2-1-1 0 0,-1 1 1 0 0,1-1-1 0 0,1 0 1 0 0,0 0-1 0 0,0 0 1 0 0,1-1-1 0 0,7 9 1 0 0,-12-17-65 0 0,0 1 1 0 0,0-1-1 0 0,0 1 1 0 0,1-1 0 0 0,-1 0-1 0 0,0 0 1 0 0,1 1 0 0 0,-1-1-1 0 0,1 0 1 0 0,0 0 0 0 0,-1-1-1 0 0,1 1 1 0 0,0 0-1 0 0,-1-1 1 0 0,1 1 0 0 0,0-1-1 0 0,0 1 1 0 0,0-1 0 0 0,-1 0-1 0 0,1 1 1 0 0,3-1 0 0 0,-3-1-223 0 0,1 0 0 0 0,-1 1 0 0 0,0-1 0 0 0,1 0 0 0 0,-1 0 0 0 0,0-1 0 0 0,0 1 1 0 0,0 0-1 0 0,0-1 0 0 0,0 1 0 0 0,0-1 0 0 0,0 0 0 0 0,0 1 0 0 0,-1-1 1 0 0,3-4-1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7.1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 3681 0 0,'11'-32'12967'0'0,"-9"32"-12531"0"0,17-5 2036 0 0,5-2-5208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7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24 3225 0 0,'-2'-3'1289'0'0,"2"2"-1075"0"0,-1 1 1 0 0,1-1 0 0 0,0 1 0 0 0,0-1 0 0 0,-1 1 0 0 0,1-1-1 0 0,0 1 1 0 0,0-1 0 0 0,0 0 0 0 0,0 1 0 0 0,6-12 5155 0 0,-5 11-5155 0 0,-1 1 0 0 0,1 0 0 0 0,-1-1 0 0 0,1 1-1 0 0,-1 0 1 0 0,1 0 0 0 0,0 0 0 0 0,-1 0 0 0 0,1 0 0 0 0,-1 0-1 0 0,1 0 1 0 0,-1 0 0 0 0,1 0 0 0 0,0 0 0 0 0,-1 0-1 0 0,1 0 1 0 0,0 0 0 0 0,19 5 4324 0 0,-4 4-4702 0 0,-12-3 256 0 0,0 0 0 0 0,0 0-1 0 0,-1 0 1 0 0,0 0 0 0 0,0 1 0 0 0,0 0 0 0 0,-1-1 0 0 0,0 1 0 0 0,2 14 0 0 0,5 67 733 0 0,-8-76-802 0 0,18 158-1492 0 0,-15-141 1190 0 0,-2 1-4758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8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6 208 1376 0 0,'0'-9'724'0'0,"-1"0"0"0"0,2 0 0 0 0,-1 0 0 0 0,1 1 0 0 0,1-1 0 0 0,-1 0 0 0 0,1 0 0 0 0,1 1 0 0 0,0-1 0 0 0,0 1 0 0 0,1 0 0 0 0,0 0 0 0 0,0 0-1 0 0,7-9 1 0 0,-8 12-360 0 0,1-1-1 0 0,0 1 0 0 0,1 0 1 0 0,-1 0-1 0 0,1 1 0 0 0,0 0 1 0 0,0-1-1 0 0,0 1 0 0 0,1 1 1 0 0,-1-1-1 0 0,1 1 1 0 0,0 0-1 0 0,0 0 0 0 0,0 1 1 0 0,0 0-1 0 0,1 0 0 0 0,-1 0 1 0 0,0 1-1 0 0,1 0 0 0 0,7 0 1 0 0,-12 1-322 0 0,0 0 1 0 0,0 0 0 0 0,0 0 0 0 0,0 0 0 0 0,0 0-1 0 0,-1 1 1 0 0,1-1 0 0 0,0 1 0 0 0,0-1-1 0 0,-1 1 1 0 0,1 0 0 0 0,0-1 0 0 0,-1 1 0 0 0,1 0-1 0 0,0 0 1 0 0,-1 0 0 0 0,1 1 0 0 0,-1-1 0 0 0,0 0-1 0 0,1 0 1 0 0,-1 1 0 0 0,0-1 0 0 0,1 2 0 0 0,0 1-20 0 0,-1-1 1 0 0,0 0 0 0 0,0 1 0 0 0,0-1-1 0 0,0 0 1 0 0,0 1 0 0 0,-1-1 0 0 0,1 1-1 0 0,-1-1 1 0 0,0 1 0 0 0,-1 5 0 0 0,-1 5-56 0 0,0 1 0 0 0,-1-1 1 0 0,-1 0-1 0 0,-10 25 0 0 0,2-14-14 0 0,-2-1 0 0 0,0 0 0 0 0,-1-1 0 0 0,-2 0 0 0 0,0-1 1 0 0,-1-1-1 0 0,-1-1 0 0 0,-26 21 0 0 0,43-40 102 0 0,1 1 1 0 0,-1-1 0 0 0,1 1-1 0 0,0-1 1 0 0,-1 1-1 0 0,1-1 1 0 0,0 1 0 0 0,0-1-1 0 0,0 1 1 0 0,0 0 0 0 0,0 0-1 0 0,-1 2 1 0 0,2-3-30 0 0,1 0 0 0 0,-1-1 0 0 0,0 1 0 0 0,0 0 1 0 0,1-1-1 0 0,-1 1 0 0 0,0-1 0 0 0,1 1 0 0 0,-1 0 1 0 0,0-1-1 0 0,1 1 0 0 0,-1-1 0 0 0,1 1 0 0 0,-1-1 0 0 0,1 1 1 0 0,-1-1-1 0 0,1 0 0 0 0,0 1 0 0 0,-1-1 0 0 0,1 0 1 0 0,-1 1-1 0 0,1-1 0 0 0,0 0 0 0 0,-1 0 0 0 0,1 1 0 0 0,0-1 1 0 0,-1 0-1 0 0,1 0 0 0 0,0 0 0 0 0,0 0 0 0 0,-1 0 1 0 0,1 0-1 0 0,0 0 0 0 0,-1 0 0 0 0,1 0 0 0 0,0 0 0 0 0,23 0 75 0 0,-1-1-1 0 0,1-1 0 0 0,-1-1 1 0 0,28-6-1 0 0,15-3 34 0 0,-43 9-1782 0 0,-1 1-1 0 0,1 1 1 0 0,23 1 0 0 0,-40 1 1280 0 0,0-1 1 0 0,0 1 0 0 0,-1 0 0 0 0,1 0 0 0 0,0 1 0 0 0,-1 0 0 0 0,0 0 0 0 0,1 0 0 0 0,-1 0 0 0 0,0 1 0 0 0,0 0 0 0 0,0 0-1 0 0,0 1 1 0 0,-1-1 0 0 0,1 1 0 0 0,-1 0 0 0 0,5 6 0 0 0,0 0 366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38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1840 0 0,'3'15'17416'0'0,"7"70"-14293"0"0,-9-18-2728 0 0,6 66 145 0 0,-5-118-935 0 0,1-1 0 0 0,0 1 1 0 0,1 0-1 0 0,1-1 0 0 0,0 0 1 0 0,11 23-1 0 0,-12-30-1723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50.2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24 268 6497 0 0,'-5'-27'577'0'0,"1"-1"-1"0"0,-1-44 1 0 0,-2-18 4264 0 0,6 87-4332 0 0,0 0 0 0 0,1 0 0 0 0,0 0 0 0 0,-1 0 0 0 0,1 0 0 0 0,0 0 0 0 0,1 0 0 0 0,-1 0 0 0 0,0 0 0 0 0,1 0 0 0 0,0 0 0 0 0,-1 0 0 0 0,1 0 0 0 0,3-5 0 0 0,1 18 2256 0 0,2 17-2861 0 0,-7-26 257 0 0,17 82-148 0 0,50 222-237 0 0,-53-227 233 0 0,-2 1 0 0 0,-5 0 0 0 0,-2 89 0 0 0,-2-62-2 0 0,1-38-441 0 0,2-34-2299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50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4 141 5257 0 0,'-2'-25'1429'0'0,"1"20"-407"0"0,1 0-1 0 0,0 0 1 0 0,0 0-1 0 0,0 0 1 0 0,0 0-1 0 0,2-7 1 0 0,-1 10-806 0 0,0 0 0 0 0,0 0 0 0 0,0 0 1 0 0,0 0-1 0 0,0 0 0 0 0,0 0 0 0 0,0 0 1 0 0,1 1-1 0 0,-1-1 0 0 0,1 0 0 0 0,0 1 0 0 0,-1-1 1 0 0,1 1-1 0 0,0 0 0 0 0,0-1 0 0 0,0 1 1 0 0,-1 0-1 0 0,5-1 0 0 0,13-6 125 0 0,0 1-1 0 0,0 0 0 0 0,1 2 1 0 0,0 0-1 0 0,0 2 1 0 0,0 0-1 0 0,0 1 1 0 0,0 1-1 0 0,24 1 0 0 0,-34 1-283 0 0,0 0 0 0 0,0 1-1 0 0,-1 0 1 0 0,1 1 0 0 0,-1 0-1 0 0,1 0 1 0 0,-1 1 0 0 0,0 0-1 0 0,10 6 1 0 0,-13-6-75 0 0,-1 0 1 0 0,1 1-1 0 0,-1-1 0 0 0,0 1 1 0 0,-1 0-1 0 0,1 0 0 0 0,-1 1 1 0 0,0-1-1 0 0,0 1 1 0 0,-1 0-1 0 0,1 0 0 0 0,-2 0 1 0 0,1 1-1 0 0,3 9 0 0 0,-5-9-16 0 0,0 1 0 0 0,0-1 1 0 0,0 0-1 0 0,-1 1 0 0 0,0-1 0 0 0,0 1 0 0 0,-1-1 0 0 0,0 1 0 0 0,0-1 0 0 0,-1 0 0 0 0,0 0 0 0 0,0 1 1 0 0,-1-1-1 0 0,-5 10 0 0 0,-6 10-124 0 0,-1 0 0 0 0,-23 28 0 0 0,25-37 117 0 0,-5 6 22 0 0,-36 36 0 0 0,-10 12 570 0 0,63-71-534 0 0,0 0 0 0 0,0 0 0 0 0,1 0 0 0 0,-1 0 0 0 0,0 0 0 0 0,1 0 0 0 0,-1 0 0 0 0,1 0 0 0 0,-1 1 0 0 0,1-1 0 0 0,-1 0 0 0 0,1 0 0 0 0,0 0 0 0 0,-1 1 0 0 0,1-1 0 0 0,0 0 0 0 0,0 0 0 0 0,0 1 1 0 0,0-1-1 0 0,0 0 0 0 0,0 0 0 0 0,1 0 0 0 0,-1 1 0 0 0,0-1 0 0 0,1 0 0 0 0,-1 0 0 0 0,1 0 0 0 0,-1 0 0 0 0,1 1 0 0 0,-1-1 0 0 0,1 0 0 0 0,0 0 0 0 0,-1 0 0 0 0,1 0 0 0 0,0 0 0 0 0,0-1 0 0 0,0 1 1 0 0,0 0-1 0 0,0 0 0 0 0,0-1 0 0 0,0 1 0 0 0,0 0 0 0 0,0-1 0 0 0,2 2 0 0 0,6 2 108 0 0,1 0 0 0 0,0 0 0 0 0,0-1 0 0 0,15 3 0 0 0,-8-2-111 0 0,223 45 458 0 0,-107-26-246 0 0,-130-22-466 0 0,10 3 663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51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38 3225 0 0,'-9'-38'18469'0'0,"7"46"-18457"0"0,-2 23 725 0 0,8-33-834 0 0,14-6-11 0 0,-14 5 48 0 0,2-2 149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29:52.1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37 1696 0 0,'-2'-10'16034'0'0,"-3"-2"-14839"0"0,0-3-325 0 0,4 15-749 0 0,1 0 0 0 0,-1 1 0 0 0,0-1 0 0 0,1 0 0 0 0,-1 0 0 0 0,0 0-1 0 0,1 0 1 0 0,-1 1 0 0 0,0-1 0 0 0,1 0 0 0 0,-1 0 0 0 0,1 1 0 0 0,-1-1 0 0 0,1 1 0 0 0,-1-1 0 0 0,1 0 0 0 0,-1 1 0 0 0,1-1 0 0 0,-1 1 0 0 0,1-1 0 0 0,-1 2-1 0 0,-1 3-91 0 0,-1 0-1 0 0,2 0 1 0 0,-1 0-1 0 0,0 0 1 0 0,1 0-1 0 0,0 0 1 0 0,1 0-1 0 0,-1 1 1 0 0,1-1-1 0 0,0 0 0 0 0,0 1 1 0 0,0-1-1 0 0,1 0 1 0 0,2 8-1 0 0,22 95 177 0 0,-15-71-67 0 0,-2 1 0 0 0,6 55 0 0 0,-15-15-3 0 0,0-59-95 0 0,0 1 0 0 0,2 0 0 0 0,0-1 0 0 0,5 29 0 0 0,-5-46-33 0 0,0 0 1 0 0,-1 0 0 0 0,1-1-1 0 0,0 1 1 0 0,0 0 0 0 0,0 0-1 0 0,0 0 1 0 0,0-1 0 0 0,1 1-1 0 0,-1-1 1 0 0,1 1 0 0 0,-1-1-1 0 0,1 1 1 0 0,1 1-1 0 0,3 0-336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5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1 113 2761 0 0,'15'-12'988'0'0,"0"1"1"0"0,1 1 0 0 0,0 1 0 0 0,1 0 0 0 0,0 1-1 0 0,21-7 1 0 0,-13 7-1143 0 0,0 0 1 0 0,0 2-1 0 0,1 0 1 0 0,-1 2-1 0 0,35-2 1 0 0,-29 6-3039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5.6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4145 0 0,'11'0'470'0'0,"0"0"0"0"0,0 1 0 0 0,-1 0 1 0 0,1 0-1 0 0,0 1 0 0 0,-1 1 0 0 0,0 0 0 0 0,13 5 0 0 0,-15-6-140 0 0,73 32 468 0 0,-59-23-2171 0 0,1-1 0 0 0,28 8 0 0 0,-31-14 1341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5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3225 0 0,'5'2'288'0'0,"-2"1"-288"0"0,-1-1 0 0 0,0-2 0 0 0,3 2 152 0 0,2 3-24 0 0,7 2-8 0 0,7 7 0 0 0,4 5 24 0 0,1 0 8 0 0,-2 2 0 0 0,-3 0 0 0 0,-2 4-152 0 0,-3-1 0 0 0,0 2 0 0 0,-6-1 0 0 0,-3-4 0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5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2304 0 0,'3'17'529'0'0,"2"0"0"0"0,0 0-1 0 0,1-1 1 0 0,0 0 0 0 0,17 28-1 0 0,7 21 165 0 0,40 164-2040 0 0,-63-201 1294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6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0 2825 0 0,'-4'23'3'0'0,"0"-1"-1"0"0,-1-1 1 0 0,-1 1 0 0 0,-1-1 0 0 0,-1 0 0 0 0,-1 0 0 0 0,0-1 0 0 0,-2 0 0 0 0,0-1 0 0 0,-18 23 0 0 0,21-28-33 0 0,7-12 25 0 0,0 0 1 0 0,0 0-1 0 0,0 0 0 0 0,0 0 0 0 0,0 0 0 0 0,0 0 0 0 0,0-1 0 0 0,-1 1 0 0 0,1 0 1 0 0,-1-1-1 0 0,1 1 0 0 0,-1-1 0 0 0,0 0 0 0 0,1 1 0 0 0,-1-1 0 0 0,-3 1 1 0 0,-3 0-76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6.2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638 1 6913 0 0,'-72'24'559'0'0,"-2"-2"-1"0"0,-103 16 1 0 0,54-15-3144 0 0,-54 7-17 0 0,163-29 2617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6.4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482 533 7834 0 0,'-14'1'39'0'0,"1"-2"0"0"0,-1 0 1 0 0,0 0-1 0 0,0-1 0 0 0,1-1 0 0 0,-1 0 1 0 0,1-1-1 0 0,0-1 0 0 0,0 0 1 0 0,0 0-1 0 0,1-2 0 0 0,0 1 1 0 0,0-1-1 0 0,-15-12 0 0 0,10 3-380 0 0,0 0-1 0 0,1-1 1 0 0,0 0 0 0 0,2-2-1 0 0,0 0 1 0 0,-15-27-1 0 0,-55-129-2904 0 0,43 82 2603 0 0,18 47 643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6.5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13 319 3681 0 0,'-10'-60'882'0'0,"8"42"1055"0"0,1-1-1 0 0,2-30 1 0 0,1 35-859 0 0,0 0 0 0 0,0 0 1 0 0,2 0-1 0 0,4-14 0 0 0,18-27-941 0 0,-16 39-1252 0 0,-1-1-4181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7.4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1024 0 3681 0 0,'-17'18'947'0'0,"0"0"1"0"0,1 2-1 0 0,1-1 1 0 0,1 2-1 0 0,0 0 1 0 0,2 0 0 0 0,-19 46-1 0 0,-43 97-3144 0 0,-6 13 660 0 0,2 45 1332 0 0,-31 79-1086 0 0,-57 199-1325 0 0,49 14 3975 0 0,46-216-1072 0 0,-17 92 1333 0 0,-14 445 55 0 0,99-736-1335 0 0,5 0 0 0 0,24 173-1 0 0,-1-33 640 0 0,-19-152-706 0 0,-1 8 665 0 0,35 187 0 0 0,32 67 2194 0 0,-70-339-3089 0 0,0 0 48 0 0,0-1 1 0 0,0 1 0 0 0,1-1 0 0 0,0 1-1 0 0,1-1 1 0 0,0 0 0 0 0,8 13 0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07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 11 456 0 0,'-31'-1'4591'0'0,"18"0"-3398"0"0,-1 0 0 0 0,1-1 0 0 0,-14 6 9501 0 0,58 53-9776 0 0,-21-42-771 0 0,-1-1 1 0 0,2-1 0 0 0,0 0-1 0 0,1 0 1 0 0,0-1 0 0 0,1-1-1 0 0,0 0 1 0 0,0-1 0 0 0,2 0-1 0 0,-1-1 1 0 0,1 0 0 0 0,0-2-1 0 0,1 0 1 0 0,20 7 0 0 0,-35-14-124 0 0,0 0 1 0 0,0 0 0 0 0,0 0-1 0 0,0 0 1 0 0,-1-1 0 0 0,1 1-1 0 0,0 0 1 0 0,0 0 0 0 0,0-1-1 0 0,0 1 1 0 0,0-1-1 0 0,0 1 1 0 0,-1-1 0 0 0,1 1-1 0 0,0-1 1 0 0,0 1 0 0 0,-1-1-1 0 0,1 0 1 0 0,0 1-1 0 0,-1-1 1 0 0,1 0 0 0 0,0 1-1 0 0,-1-1 1 0 0,1 0 0 0 0,-1 0-1 0 0,0 0 1 0 0,1 0 0 0 0,-1 0-1 0 0,1 1 1 0 0,-1-3-1 0 0,12-32 178 0 0,-11 30-188 0 0,9-36-23 0 0,-3 12-964 0 0,20-51 1 0 0,-15 54-6743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19.1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15 495 2304 0 0,'1'-15'691'0'0,"0"-1"-1"0"0,-1 0 1 0 0,-1 1-1 0 0,0-1 0 0 0,-5-20 1 0 0,-2-22 2888 0 0,7 55-3082 0 0,1-1-1 0 0,0 1 1 0 0,0 0-1 0 0,1 0 1 0 0,-1-1-1 0 0,1 1 1 0 0,-1 0-1 0 0,3-5 1 0 0,-3 7-386 0 0,0 0 0 0 0,1 1 1 0 0,-1-1-1 0 0,1 0 0 0 0,-1 0 0 0 0,1 1 1 0 0,0-1-1 0 0,-1 1 0 0 0,1-1 1 0 0,-1 0-1 0 0,1 1 0 0 0,0-1 0 0 0,0 1 1 0 0,-1 0-1 0 0,1-1 0 0 0,0 1 0 0 0,0 0 1 0 0,0-1-1 0 0,-1 1 0 0 0,1 0 1 0 0,0 0-1 0 0,0-1 0 0 0,0 1 0 0 0,0 0 1 0 0,0 0-1 0 0,-1 0 0 0 0,1 0 1 0 0,0 0-1 0 0,0 1 0 0 0,0-1 0 0 0,0 0 1 0 0,-1 0-1 0 0,1 0 0 0 0,0 1 1 0 0,0-1-1 0 0,0 0 0 0 0,-1 1 0 0 0,2 0 1 0 0,2 1 26 0 0,-1 0 0 0 0,1 0 1 0 0,-1 1-1 0 0,0-1 1 0 0,0 1-1 0 0,0 0 0 0 0,0 0 1 0 0,0 0-1 0 0,-1 0 1 0 0,4 5-1 0 0,22 40 292 0 0,-21-36-326 0 0,64 104 203 0 0,-40-70-250 0 0,-3 2-1 0 0,-2 0 1 0 0,21 55 0 0 0,-47-101-38 0 0,5 12 35 0 0,1 0 0 0 0,11 18 1 0 0,-16-28-21 0 0,1-1 1 0 0,1 0-1 0 0,-1-1 1 0 0,0 1 0 0 0,1 0-1 0 0,-1-1 1 0 0,4 3-1 0 0,-5-4-4 0 0,0 0 0 0 0,0-1-1 0 0,0 1 1 0 0,0-1 0 0 0,0 1 0 0 0,0-1 0 0 0,0 0-1 0 0,0 1 1 0 0,0-1 0 0 0,0 0 0 0 0,1 1-1 0 0,-1-1 1 0 0,0 0 0 0 0,0 0 0 0 0,0 0 0 0 0,0 0-1 0 0,0 0 1 0 0,1-1 0 0 0,-1 1 0 0 0,0 0-1 0 0,2-1 1 0 0,-1 0-4 0 0,0-1 0 0 0,0 1 0 0 0,0-1 0 0 0,-1 1 0 0 0,1-1 0 0 0,0 0 0 0 0,-1 1 0 0 0,1-1 0 0 0,-1 0 0 0 0,0 0 0 0 0,1 0 0 0 0,-1 0 0 0 0,0 0 0 0 0,0-1 0 0 0,1-3 0 0 0,11-40 259 0 0,-11 37-248 0 0,13-73 163 0 0,9-166 0 0 0,-4 19 9 0 0,-9 169-317 0 0,-5 32-16 0 0,-1 1 0 0 0,1-37 0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1.0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78 3569 0 0,'6'-28'149'0'0,"19"-22"11261"0"0,-9 67-10059 0 0,-14-15-898 0 0,8 9 21 0 0,0 1 0 0 0,-1 0 1 0 0,-1 0-1 0 0,0 1 0 0 0,-1 0 1 0 0,10 24-1 0 0,25 89 719 0 0,-38-112-1049 0 0,11 31-65 0 0,-7-23-483 0 0,-1 0 1 0 0,-1 0-1 0 0,-1 0 0 0 0,5 45 1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1.4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1 177 2761 0 0,'0'-3'74'0'0,"0"0"-1"0"0,0-1 1 0 0,0 1 0 0 0,0 0 0 0 0,1-1 0 0 0,0 1 0 0 0,0 0 0 0 0,0 0 0 0 0,0 0 0 0 0,0 0 0 0 0,0 0 0 0 0,1 0 0 0 0,0 0 0 0 0,-1 0 0 0 0,1 0 0 0 0,0 0 0 0 0,0 1 0 0 0,1-1-1 0 0,2-1 1 0 0,7-9 1082 0 0,1 1-1 0 0,16-12 1 0 0,-19 15-475 0 0,2 0 389 0 0,0 0-1 0 0,1 0 1 0 0,22-11 0 0 0,-32 18-878 0 0,1 1 1 0 0,-1-1-1 0 0,1 1 1 0 0,-1 0-1 0 0,1 0 0 0 0,-1 0 1 0 0,1 1-1 0 0,0-1 1 0 0,0 1-1 0 0,-1 0 0 0 0,1 0 1 0 0,0 0-1 0 0,-1 1 1 0 0,1-1-1 0 0,0 1 0 0 0,-1 0 1 0 0,1 0-1 0 0,-1 0 0 0 0,1 0 1 0 0,4 3-1 0 0,-6-2-156 0 0,-1-1 0 0 0,1 1 0 0 0,-1 0 0 0 0,1 0 0 0 0,-1-1 0 0 0,0 1 0 0 0,0 0 0 0 0,0 0 0 0 0,0 0 0 0 0,0 0 0 0 0,0 1 0 0 0,0-1 0 0 0,-1 0 0 0 0,1 0 0 0 0,-1 0 0 0 0,1 1 0 0 0,-1-1 0 0 0,0 0 0 0 0,0 0 0 0 0,0 1 0 0 0,-1-1 0 0 0,1 0 0 0 0,0 0 0 0 0,-2 5 0 0 0,-15 54 425 0 0,11-47-397 0 0,-1 0 0 0 0,-1-1 1 0 0,0 0-1 0 0,0 0 1 0 0,-14 15-1 0 0,11-15 124 0 0,1 0 0 0 0,0 1 0 0 0,-14 30 0 0 0,23-43-158 0 0,1 0-1 0 0,0 0 1 0 0,-1-1-1 0 0,1 1 1 0 0,0 0-1 0 0,0 0 0 0 0,-1 0 1 0 0,1-1-1 0 0,0 1 1 0 0,0 0-1 0 0,0 0 0 0 0,0 0 1 0 0,0 0-1 0 0,0-1 1 0 0,0 1-1 0 0,1 0 1 0 0,-1 0-1 0 0,0 0 0 0 0,0-1 1 0 0,1 1-1 0 0,-1 0 1 0 0,0 0-1 0 0,1-1 0 0 0,-1 1 1 0 0,1 0-1 0 0,0 1 1 0 0,1-1 15 0 0,-1 0 1 0 0,1 1-1 0 0,0-1 1 0 0,0 0 0 0 0,-1 0-1 0 0,1-1 1 0 0,0 1-1 0 0,0 0 1 0 0,0 0-1 0 0,0-1 1 0 0,2 1 0 0 0,8 1 115 0 0,0-1 1 0 0,0 0 0 0 0,13-2-1 0 0,-18 1-61 0 0,95-5 585 0 0,8 0-832 0 0,-36 12-6182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2.1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4145 0 0,'10'8'10313'0'0,"17"45"-7436"0"0,27 77 0 0 0,-33-75-2223 0 0,-4-9-530 0 0,12 49 0 0 0,-16-33-6361 0 0,-9-40-158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3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3473 0 0,'1'2'2848'0'0,"29"0"-2191"0"0,93 7 1491 0 0,-108-6-1861 0 0,0 0 0 0 0,-1 0-1 0 0,0 1 1 0 0,0 1 0 0 0,0 1-1 0 0,20 10 1 0 0,-8-1-20 0 0,0-1-1 0 0,49 18 1 0 0,-63-28-665 0 0,1-1 0 0 0,-1 0 0 0 0,1-1-1 0 0,0 0 1 0 0,0 0 0 0 0,0-2 0 0 0,0 0 0 0 0,23-2 0 0 0,-18-2-750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3.8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27 3945 0 0,'-1'0'121'0'0,"0"0"0"0"0,1 1 1 0 0,-1-1-1 0 0,0 0 0 0 0,0 0 0 0 0,0 0 0 0 0,1 0 1 0 0,-1 0-1 0 0,0-1 0 0 0,0 1 0 0 0,0 0 1 0 0,1 0-1 0 0,-1 0 0 0 0,0-1 0 0 0,0 1 0 0 0,1 0 1 0 0,-1-1-1 0 0,0 1 0 0 0,1-1 0 0 0,-1 1 1 0 0,0-1-1 0 0,0 0 0 0 0,1 1 50 0 0,0-1 1 0 0,0 0-1 0 0,1 1 0 0 0,-1-1 0 0 0,0 1 0 0 0,0-1 1 0 0,1 1-1 0 0,-1-1 0 0 0,1 1 0 0 0,-1-1 1 0 0,0 1-1 0 0,1-1 0 0 0,-1 1 0 0 0,1 0 1 0 0,-1-1-1 0 0,1 1 0 0 0,-1 0 0 0 0,1-1 0 0 0,-1 1 1 0 0,1 0-1 0 0,0-1 0 0 0,2-1 61 0 0,0 1-1 0 0,0-1 0 0 0,0 1 1 0 0,0 0-1 0 0,0 0 1 0 0,0 0-1 0 0,1 0 1 0 0,-1 1-1 0 0,0-1 1 0 0,0 1-1 0 0,5 0 1 0 0,-2 2-64 0 0,-1 1 0 0 0,1-1 0 0 0,-1 1 0 0 0,0 0 0 0 0,0 1 0 0 0,0-1 0 0 0,0 1 0 0 0,-1 0 0 0 0,1 1 0 0 0,-1-1 0 0 0,7 10 0 0 0,-6-8-60 0 0,0 0 0 0 0,0 0 0 0 0,1 0-1 0 0,0-1 1 0 0,0 0 0 0 0,13 8 0 0 0,-8-9-95 0 0,1 1 0 0 0,0-2 0 0 0,0 0 0 0 0,0 0 0 0 0,17 1 0 0 0,-14-2 87 0 0,0 1 0 0 0,28 8 1 0 0,-42-11-82 0 0,-1 1 1 0 0,1-1-1 0 0,-1 0 1 0 0,1 0-1 0 0,0 0 1 0 0,-1 1 0 0 0,1-1-1 0 0,-1 0 1 0 0,1 1-1 0 0,-1-1 1 0 0,1 0-1 0 0,-1 1 1 0 0,0-1 0 0 0,1 1-1 0 0,-1-1 1 0 0,1 1-1 0 0,-1-1 1 0 0,0 1 0 0 0,1-1-1 0 0,-1 1 1 0 0,0-1-1 0 0,0 1 1 0 0,1-1-1 0 0,-1 1 1 0 0,0-1 0 0 0,0 1-1 0 0,0 0 1 0 0,0-1-1 0 0,0 1 1 0 0,0-1 0 0 0,0 2-1 0 0,-11 18 600 0 0,-27 15 587 0 0,38-35-1200 0 0,-230 178 1177 0 0,207-160-2167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4.5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532 5 456 0 0,'21'-2'245'0'0,"-17"1"209"0"0,0 0-1 0 0,-1 1 1 0 0,1-1 0 0 0,0 1 0 0 0,0 0-1 0 0,0 0 1 0 0,-1 1 0 0 0,1-1 0 0 0,7 2-1 0 0,-13 1 89 0 0,-1-1 0 0 0,1 0 0 0 0,-1-1-1 0 0,1 1 1 0 0,-1 0 0 0 0,1-1 0 0 0,-1 1-1 0 0,-3 1 1 0 0,-42 16 1235 0 0,-12 6-281 0 0,-81 21-1 0 0,120-41-1310 0 0,0 0 1 0 0,0-2-1 0 0,0-1 0 0 0,-1 0 0 0 0,0-1 0 0 0,1-2 0 0 0,-41-5 1 0 0,52 4-175 0 0,1 1 0 0 0,0-2 0 0 0,0 1 0 0 0,0-1 0 0 0,0-1 0 0 0,0 0 0 0 0,-10-6 1 0 0,-9-16-3897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4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9 4633 0 0,'-5'-9'9235'0'0,"4"15"-7235"0"0,-1 3-3681 0 0,-6 9 2088 0 0,-1 0 1 0 0,0 0-1 0 0,-1-1 0 0 0,-16 20 1 0 0,14-21-217 0 0,1 1 0 0 0,1 0 0 0 0,-12 26 0 0 0,22-42-173 0 0,-1 0 0 0 0,1 0 0 0 0,0 0 0 0 0,0 0 0 0 0,-1 0 0 0 0,1 0 0 0 0,0 0 0 0 0,0 0 0 0 0,0 0 0 0 0,0 0 0 0 0,0 0 0 0 0,0 0 1 0 0,1 0-1 0 0,-1 0 0 0 0,0 0 0 0 0,0 0 0 0 0,1 0 0 0 0,-1 0 0 0 0,1 0 0 0 0,-1-1 0 0 0,1 1 0 0 0,-1 0 0 0 0,1 0 0 0 0,-1 0 0 0 0,1 0 0 0 0,0-1 0 0 0,-1 1 1 0 0,1 0-1 0 0,0-1 0 0 0,0 1 0 0 0,-1-1 0 0 0,1 1 0 0 0,0-1 0 0 0,2 2 0 0 0,40 13 1183 0 0,-22-9-702 0 0,3 5-89 0 0,31 20 0 0 0,-32-17-547 0 0,35 15 0 0 0,-34-20-261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7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52 308 2761 0 0,'-52'-46'19830'0'0,"83"102"-19575"0"0,14 25 12 0 0,-23-45-242 0 0,32 72-1 0 0,-34-66-10 0 0,29 47-1 0 0,50 46 523 0 0,-98-133-511 0 0,0 0-1 0 0,1-1 1 0 0,-1 1-1 0 0,0 0 1 0 0,0 0-1 0 0,1-1 1 0 0,-1 1-1 0 0,1-1 1 0 0,0 1-1 0 0,-1-1 1 0 0,1 0 0 0 0,0 1-1 0 0,0-1 1 0 0,0 0-1 0 0,0 0 1 0 0,0 0-1 0 0,0-1 1 0 0,0 1-1 0 0,0 0 1 0 0,0-1-1 0 0,0 1 1 0 0,0-1-1 0 0,4 0 1 0 0,-3 0 2 0 0,0-1 1 0 0,-1-1-1 0 0,1 1 0 0 0,-1 0 0 0 0,1-1 1 0 0,-1 1-1 0 0,1-1 0 0 0,-1 0 1 0 0,0 0-1 0 0,0 0 0 0 0,0 0 1 0 0,0 0-1 0 0,0 0 0 0 0,0 0 0 0 0,-1-1 1 0 0,1 1-1 0 0,1-4 0 0 0,20-37 187 0 0,-3-1-1 0 0,-1-1 0 0 0,14-51 1 0 0,-5 17-129 0 0,12-43-38 0 0,35-178 0 0 0,-74 292-79 0 0,6-27-312 0 0,-7 33 323 0 0,0 0-1 0 0,1 1 0 0 0,-1-1 1 0 0,0 0-1 0 0,0 1 1 0 0,0-1-1 0 0,0 0 1 0 0,-1 1-1 0 0,1-1 1 0 0,0 0-1 0 0,-1 1 1 0 0,1-1-1 0 0,-1 1 0 0 0,0-1 1 0 0,-1-2-1 0 0,2 4-12 0 0,0 0 1 0 0,0 0-1 0 0,0 0 0 0 0,-1 0 0 0 0,1 0 0 0 0,0 0 0 0 0,0 0 0 0 0,-1 0 0 0 0,1 0 0 0 0,0 0 0 0 0,0 0 0 0 0,0 0 0 0 0,-1 0 1 0 0,1 0-1 0 0,0 0 0 0 0,0 0 0 0 0,0 0 0 0 0,-1 0 0 0 0,1 0 0 0 0,0 0 0 0 0,0 0 0 0 0,0 0 0 0 0,-1 1 0 0 0,1-1 0 0 0,0 0 1 0 0,0 0-1 0 0,0 0 0 0 0,0 0 0 0 0,-1 0 0 0 0,1 1 0 0 0,0-1 0 0 0,0 0 0 0 0,0 0 0 0 0,0 0 0 0 0,0 1 0 0 0,0-1 1 0 0,0 0-1 0 0,0 0 0 0 0,-1 0 0 0 0,1 1 0 0 0,0-1 0 0 0,0 0 0 0 0,0 0 0 0 0,0 0 0 0 0,0 1 0 0 0,-3 8-2301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8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56 5985 0 0,'18'-55'15265'0'0,"-15"54"-14845"0"0,-1 4-233 0 0,-1-1 0 0 0,1 1 1 0 0,-1 0-1 0 0,1 0 0 0 0,-1-1 0 0 0,0 1 0 0 0,0 0 1 0 0,0 0-1 0 0,0 6 0 0 0,0-6-21 0 0,7 32 44 0 0,5 61 0 0 0,-10-63-77 0 0,1 0-1 0 0,12 40 0 0 0,-8-49 15 0 0,2-1 0 0 0,15 28 0 0 0,-12-25 185 0 0,12 32 0 0 0,-22-50-286 0 0,0 1 0 0 0,-1 0 0 0 0,0 0 0 0 0,0 1 0 0 0,-1-1 0 0 0,0 0 0 0 0,-2 17 0 0 0,-1-1 407 0 0,-1-14-778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8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50 5985 0 0,'-8'6'6173'0'0,"20"-6"-3071"0"0,28-7-1016 0 0,-32 5-1309 0 0,78-18 2243 0 0,-9 1-3444 0 0,-25 12-5465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8.7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88 5529 0 0,'0'0'65'0'0,"0"0"0"0"0,0 1 0 0 0,0-1 0 0 0,0 0 0 0 0,1 1 0 0 0,-1-1 0 0 0,0 0 0 0 0,0 0 0 0 0,0 1 0 0 0,0-1 0 0 0,1 0 0 0 0,-1 0 0 0 0,0 1 0 0 0,0-1 0 0 0,0 0 0 0 0,1 0 0 0 0,-1 0 0 0 0,0 1 0 0 0,0-1 0 0 0,1 0 0 0 0,-1 0 0 0 0,0 0 0 0 0,1 0 0 0 0,-1 0 0 0 0,0 1 0 0 0,0-1 0 0 0,1 0 0 0 0,-1 0 0 0 0,0 0 0 0 0,1 0 0 0 0,-1 0 0 0 0,0 0 0 0 0,1 0 0 0 0,-1 0 0 0 0,20-2 2259 0 0,19-9 1681 0 0,-38 11-3771 0 0,66-25 4961 0 0,-2-4-3955 0 0,-21 9-2240 0 0,-30 13 2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9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12 8290 0 0,'0'0'39'0'0,"0"0"0"0"0,0 0 0 0 0,-1 0-1 0 0,1 0 1 0 0,0 0 0 0 0,0 0 0 0 0,0 0 0 0 0,0 0 0 0 0,-1 0 0 0 0,1 0 0 0 0,0 0 0 0 0,0 0 0 0 0,0 0 0 0 0,0 0 0 0 0,0 0 0 0 0,0 0-1 0 0,-1 0 1 0 0,1 0 0 0 0,0-1 0 0 0,0 1 0 0 0,0 0 0 0 0,0 0 0 0 0,0 0 0 0 0,0 0 0 0 0,0 0 0 0 0,-1 0 0 0 0,1 0 0 0 0,0-1 0 0 0,0 1-1 0 0,0 0 1 0 0,0 0 0 0 0,0 0 0 0 0,0 0 0 0 0,0 0 0 0 0,0-1 0 0 0,0 1 0 0 0,0 0 0 0 0,0 0 0 0 0,0 0 0 0 0,0 0 0 0 0,0 0 0 0 0,0-1-1 0 0,0 1 1 0 0,0 0 0 0 0,0 0 0 0 0,0 0 0 0 0,0 0 0 0 0,0 0 0 0 0,0-1 0 0 0,0 1 0 0 0,0 0 0 0 0,0 0 0 0 0,0 0 0 0 0,0 0 0 0 0,1 0-1 0 0,-1 0 1 0 0,0-1 0 0 0,0 1 0 0 0,0 0 0 0 0,13-4 2953 0 0,13 2-499 0 0,-23 3-2684 0 0,-1-1 0 0 0,0 1-1 0 0,0-1 1 0 0,0 1 0 0 0,0 0-1 0 0,0 0 1 0 0,0 0 0 0 0,0 0 0 0 0,0 0-1 0 0,-1 1 1 0 0,1-1 0 0 0,0 1-1 0 0,-1-1 1 0 0,1 1 0 0 0,0-1 0 0 0,-1 1-1 0 0,2 2 1 0 0,17 31-1436 0 0,-13-16 1613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29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0,'2'9'7682'0'0,"0"10"-3681"0"0,4 109-2071 0 0,-5-83-1826 0 0,-1-7 87 0 0,1-1-1 0 0,2 1 0 0 0,11 53 0 0 0,-12-82-165 0 0,0-1-1 0 0,1 1 1 0 0,0 0 0 0 0,0-1-1 0 0,1 1 1 0 0,0-1 0 0 0,0 0-1 0 0,1-1 1 0 0,0 1-1 0 0,1-1 1 0 0,0 0 0 0 0,0 0-1 0 0,0 0 1 0 0,1-1 0 0 0,0 0-1 0 0,0-1 1 0 0,0 1 0 0 0,1-1-1 0 0,13 6 1 0 0,-19-9-131 0 0,1-1 0 0 0,-1 0 0 0 0,1 0 0 0 0,-1 0 0 0 0,1 0 0 0 0,-1-1 0 0 0,1 1 0 0 0,-1-1 0 0 0,1 0 0 0 0,0 1 0 0 0,-1-1 0 0 0,1 0 0 0 0,0 0 0 0 0,-1-1 0 0 0,1 1 0 0 0,0-1 0 0 0,-1 1 0 0 0,1-1 0 0 0,-1 0 0 0 0,1 0 0 0 0,-1 0 0 0 0,1 0 0 0 0,-1 0 0 0 0,0-1 0 0 0,1 1 0 0 0,-1-1 0 0 0,0 1 0 0 0,3-4 0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31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0,'9'7'18863'0'0,"-5"-4"-18729"0"0,1 1 0 0 0,-1-1 0 0 0,-1 1 1 0 0,1 0-1 0 0,-1 0 0 0 0,1 1 0 0 0,-1-1 0 0 0,0 1 0 0 0,-1 0 0 0 0,1-1 1 0 0,-1 1-1 0 0,4 10 0 0 0,25 105-49 0 0,-23-74-44 0 0,17 122 326 0 0,-25-163-363 0 0,1 1 0 0 0,-1-1 0 0 0,0 1 0 0 0,0-1 0 0 0,-1 0 0 0 0,0 1 0 0 0,0-1 0 0 0,0 0 0 0 0,-3 10 0 0 0,4-11-665 0 0,2-1 66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33.3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44 8754 0 0,'-4'-7'1279'0'0,"2"2"-129"0"0,-1 1 1 0 0,1-1 0 0 0,0 0 0 0 0,0 1-1 0 0,-2-9 1 0 0,15 54 1983 0 0,15 330-864 0 0,-4-125-2134 0 0,-21-208-192 0 0,-4 50 0 0 0,-3-34-7074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33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17 184 1376 0 0,'-12'-25'1150'0'0,"11"20"-326"0"0,0 1 0 0 0,0 0 0 0 0,0-1 0 0 0,1 1 0 0 0,0 0-1 0 0,0-1 1 0 0,0 1 0 0 0,0-1 0 0 0,1 1 0 0 0,0 0 0 0 0,0-1 0 0 0,0 1 0 0 0,0 0 0 0 0,0 0 0 0 0,5-7 0 0 0,-5 8-544 0 0,1 0 1 0 0,0 0-1 0 0,0 0 1 0 0,0 1-1 0 0,0-1 1 0 0,1 1 0 0 0,4-4-1 0 0,5-2 84 0 0,-1 2 0 0 0,1-1 1 0 0,1 1-1 0 0,-1 1 0 0 0,1 0 0 0 0,0 1 0 0 0,0 1 0 0 0,20-4 1 0 0,-11 4-237 0 0,1 1 1 0 0,0 1 0 0 0,0 1-1 0 0,28 3 1 0 0,-48-3-127 0 0,0 0 0 0 0,0 1 0 0 0,1-1 0 0 0,-1 1 0 0 0,0 0 0 0 0,0 0 0 0 0,0 0 0 0 0,0 0 0 0 0,0 1 0 0 0,5 2 0 0 0,-7-3-9 0 0,0 0 0 0 0,-1 0 0 0 0,1 0 0 0 0,0 0 0 0 0,-1 0 1 0 0,1 0-1 0 0,-1 0 0 0 0,1 0 0 0 0,-1 0 0 0 0,1 0 0 0 0,-1 1 1 0 0,0-1-1 0 0,0 0 0 0 0,0 0 0 0 0,1 0 0 0 0,-1 1 0 0 0,0-1 0 0 0,0 0 1 0 0,-1 0-1 0 0,1 0 0 0 0,0 0 0 0 0,0 1 0 0 0,-1-1 0 0 0,1 0 1 0 0,0 0-1 0 0,-1 0 0 0 0,1 0 0 0 0,-1 0 0 0 0,1 0 0 0 0,-1 0 1 0 0,-1 2-1 0 0,-14 21-315 0 0,0 0 1 0 0,-2-2 0 0 0,0 0 0 0 0,-38 34 0 0 0,-13 16-418 0 0,41-41 680 0 0,-35 44 46 0 0,57-68 226 0 0,1 1 0 0 0,0 0 0 0 0,0 1 0 0 0,1-1 0 0 0,0 1 0 0 0,0 0 0 0 0,-3 15 0 0 0,6-21-145 0 0,0 1 0 0 0,1-1 0 0 0,0 0 0 0 0,0 0 0 0 0,0 0 0 0 0,0 0 0 0 0,0 1 0 0 0,1-1 0 0 0,-1 0 0 0 0,1 0 0 0 0,0 0 0 0 0,0 0 0 0 0,0 0 0 0 0,1 0 0 0 0,-1 0 0 0 0,0-1 0 0 0,4 6 0 0 0,-1-4-9 0 0,0 1 0 0 0,0-1 0 0 0,1 0 0 0 0,-1 0 0 0 0,1-1 0 0 0,0 1 0 0 0,0-1-1 0 0,0 0 1 0 0,6 2 0 0 0,2 1 28 0 0,0-1 1 0 0,1-1-1 0 0,-1 0 0 0 0,1-1 0 0 0,0 0 0 0 0,0-1 0 0 0,19 0 0 0 0,0-2-116 0 0,23-1-1249 0 0,64 9-1 0 0,-108-6-13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34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4 2304 0 0,'-4'-4'22453'0'0,"10"11"-25029"0"0,-2 0 2648 0 0,-1 0 1 0 0,-1 0-1 0 0,1 0 1 0 0,-1 0 0 0 0,0 1-1 0 0,-1-1 1 0 0,0 0-1 0 0,0 1 1 0 0,0-1 0 0 0,-2 15-1 0 0,2 2-10 0 0,4 83 74 0 0,-4-56 199 0 0,2 1 0 0 0,19 95-1 0 0,-19-131-186 0 0,-2-13-123 0 0,-1 1 1 0 0,1 0 0 0 0,0 0 0 0 0,0-1 0 0 0,0 1 0 0 0,3 6 0 0 0,-3-10-47 0 0,-1 1 1 0 0,1-1-1 0 0,0 1 1 0 0,-1 0-1 0 0,1-1 1 0 0,-1 1-1 0 0,1-1 1 0 0,0 1-1 0 0,0-1 1 0 0,-1 0-1 0 0,1 1 0 0 0,0-1 1 0 0,0 0-1 0 0,-1 1 1 0 0,1-1-1 0 0,0 0 1 0 0,0 0-1 0 0,0 0 1 0 0,-1 1-1 0 0,1-1 1 0 0,0 0-1 0 0,0 0 1 0 0,0 0-1 0 0,0-1 1 0 0,-1 1-1 0 0,1 0 1 0 0,0 0-1 0 0,0 0 1 0 0,0-1-1 0 0,-1 1 1 0 0,1 0-1 0 0,0-1 0 0 0,0 1 1 0 0,-1 0-1 0 0,1-1 1 0 0,0 0-1 0 0,5-2-20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0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11522 0 0,'0'-5'1510'0'0,"3"-37"4789"0"0,-3 42-6227 0 0,0-1 0 0 0,0 0 1 0 0,1 1-1 0 0,-1-1 0 0 0,0 1 0 0 0,0-1 0 0 0,0 1 1 0 0,1-1-1 0 0,-1 1 0 0 0,0-1 0 0 0,0 1 1 0 0,1-1-1 0 0,-1 1 0 0 0,0 0 0 0 0,1-1 0 0 0,-1 1 1 0 0,1-1-1 0 0,-1 1 0 0 0,0 0 0 0 0,1-1 1 0 0,-1 1-1 0 0,1 0 0 0 0,-1 0 0 0 0,2-1 0 0 0,-1 1-22 0 0,0 0 0 0 0,0 1 0 0 0,0-1-1 0 0,0 0 1 0 0,0 1 0 0 0,-1-1 0 0 0,1 1-1 0 0,0-1 1 0 0,0 1 0 0 0,0 0 0 0 0,0-1-1 0 0,0 1 1 0 0,-1 0 0 0 0,1-1 0 0 0,0 1-1 0 0,-1 0 1 0 0,1 0 0 0 0,0 0 0 0 0,0 1-1 0 0,4 6 38 0 0,0 0 0 0 0,0 0 0 0 0,-1 1 0 0 0,0 0-1 0 0,0 0 1 0 0,3 16 0 0 0,11 62 95 0 0,-15-70-123 0 0,14 85 125 0 0,50 230 225 0 0,-59-296-413 0 0,-5-22-49 0 0,0 0 0 0 0,1 0 0 0 0,9 21 0 0 0,-44-58-10762 0 0,26 20 9953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0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0 448 456 0 0,'12'-48'2077'0'0,"2"0"1"0"0,1 1-1 0 0,3 1 0 0 0,2 1 1 0 0,42-71-1 0 0,-21 59 1490 0 0,-37 53-3213 0 0,-1 0-1 0 0,1 0 0 0 0,-1 1 0 0 0,1-1 1 0 0,0 1-1 0 0,0 0 0 0 0,0 0 1 0 0,1 1-1 0 0,-1-1 0 0 0,1 1 1 0 0,7-3-1 0 0,-11 5-325 0 0,0 0 0 0 0,-1 0 0 0 0,1 0-1 0 0,0 0 1 0 0,0 0 0 0 0,0 0 0 0 0,0 0 0 0 0,0 0 0 0 0,0 0-1 0 0,-1 0 1 0 0,1 1 0 0 0,0-1 0 0 0,0 0 0 0 0,0 0 0 0 0,0 1-1 0 0,-1-1 1 0 0,1 1 0 0 0,0-1 0 0 0,0 1 0 0 0,-1-1 0 0 0,1 1 0 0 0,0-1-1 0 0,-1 1 1 0 0,1 0 0 0 0,-1-1 0 0 0,1 1 0 0 0,0 0 0 0 0,-1 0-1 0 0,0-1 1 0 0,1 1 0 0 0,-1 0 0 0 0,1 0 0 0 0,-1 0 0 0 0,0-1-1 0 0,0 1 1 0 0,1 0 0 0 0,-1 0 0 0 0,0 0 0 0 0,0 0 0 0 0,0 0-1 0 0,0 0 1 0 0,0-1 0 0 0,0 3 0 0 0,0 2-4 0 0,0 1-1 0 0,0 0 1 0 0,-1-1 0 0 0,0 1-1 0 0,-2 9 1 0 0,-15 32 1 0 0,-1-1-1 0 0,-3-1 1 0 0,-2 0-1 0 0,-49 69 1 0 0,38-61 109 0 0,33-50-98 0 0,0 0-1 0 0,0 1 1 0 0,0-1-1 0 0,0 0 1 0 0,1 1-1 0 0,0-1 1 0 0,0 1-1 0 0,0 0 0 0 0,0-1 1 0 0,0 1-1 0 0,1 0 1 0 0,-1 6-1 0 0,1-8-17 0 0,1-1 0 0 0,-1 1 0 0 0,1-1 0 0 0,-1 1-1 0 0,1-1 1 0 0,0 1 0 0 0,-1-1 0 0 0,1 1 0 0 0,0-1 0 0 0,0 1-1 0 0,0-1 1 0 0,0 0 0 0 0,0 0 0 0 0,1 1 0 0 0,-1-1 0 0 0,0 0-1 0 0,0 0 1 0 0,1 0 0 0 0,-1 0 0 0 0,1-1 0 0 0,-1 1 0 0 0,1 0-1 0 0,-1-1 1 0 0,1 1 0 0 0,0 0 0 0 0,-1-1 0 0 0,1 0 0 0 0,-1 1-1 0 0,1-1 1 0 0,2 0 0 0 0,79 9 155 0 0,-57-7-103 0 0,-1 1-1 0 0,0 1 0 0 0,-1 1 1 0 0,28 9-1 0 0,-43-11-543 0 0,0 1 1 0 0,0 0-1 0 0,14 9 0 0 0,-16-7-848 0 0,1-1 0 0 0,-1 1 0 0 0,12 14 0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1.2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72 184 920 0 0,'-4'-2'526'0'0,"1"-1"-1"0"0,-1 1 0 0 0,0-1 0 0 0,1 0 1 0 0,0 1-1 0 0,0-2 0 0 0,0 1 1 0 0,0 0-1 0 0,0-1 0 0 0,-3-4 1 0 0,-22-40 5883 0 0,27 46-6139 0 0,0 0 0 0 0,1 1-1 0 0,-1-1 1 0 0,1 1 0 0 0,-1-1-1 0 0,1 0 1 0 0,0 1 0 0 0,0-1-1 0 0,0 0 1 0 0,0 1 0 0 0,0-1 0 0 0,0 0-1 0 0,0 1 1 0 0,0-1 0 0 0,1 0-1 0 0,-1 1 1 0 0,1-1 0 0 0,-1 1-1 0 0,1-1 1 0 0,0 1 0 0 0,-1-1 0 0 0,2-1-1 0 0,1-1 3 0 0,0 1 1 0 0,0 0-1 0 0,0 0 0 0 0,0 0 0 0 0,0 0 0 0 0,1 0 1 0 0,-1 1-1 0 0,8-5 0 0 0,-2 3-130 0 0,1-1-1 0 0,-1 1 1 0 0,1 1 0 0 0,0-1-1 0 0,1 2 1 0 0,-1 0 0 0 0,11-2-1 0 0,-18 4-135 0 0,0 0 0 0 0,0 0 0 0 0,0 0 0 0 0,0 0 1 0 0,0 1-1 0 0,0-1 0 0 0,0 1 0 0 0,-1-1 0 0 0,1 1 0 0 0,0 0 0 0 0,0 0 0 0 0,0 1 0 0 0,-1-1 0 0 0,1 0 0 0 0,-1 1 0 0 0,1 0 0 0 0,-1-1 0 0 0,5 5 0 0 0,-5-2 8 0 0,1-1-1 0 0,0 1 0 0 0,-1 0 0 0 0,0 0 0 0 0,0 0 0 0 0,0 0 0 0 0,0 0 0 0 0,-1 1 0 0 0,0-1 0 0 0,1 0 1 0 0,-1 7-1 0 0,1 4 15 0 0,-1 0 0 0 0,-1 1 1 0 0,-1-1-1 0 0,0 0 0 0 0,0 1 1 0 0,-6 18-1 0 0,-26 75-28 0 0,14-51 0 0 0,19-57 1 0 0,-1 0 1 0 0,1 0-1 0 0,0 0 1 0 0,-1 0-1 0 0,1 0 1 0 0,0 0-1 0 0,0 1 0 0 0,-1-1 1 0 0,1 0-1 0 0,0 0 1 0 0,0 0-1 0 0,1 0 1 0 0,-1 1-1 0 0,0-1 0 0 0,0 0 1 0 0,0 0-1 0 0,1 0 1 0 0,-1 0-1 0 0,1 0 1 0 0,0 2-1 0 0,0-2 2 0 0,-1-1 0 0 0,1 1 1 0 0,0-1-1 0 0,0 1 0 0 0,0-1 1 0 0,-1 0-1 0 0,1 1 0 0 0,0-1 0 0 0,0 0 1 0 0,0 1-1 0 0,0-1 0 0 0,0 0 1 0 0,0 0-1 0 0,-1 0 0 0 0,1 0 1 0 0,0 0-1 0 0,0 0 0 0 0,0 0 0 0 0,0 0 1 0 0,1 0-1 0 0,6-2 23 0 0,1 0 0 0 0,-1-1 0 0 0,0 0 1 0 0,10-5-1 0 0,-13 6-20 0 0,52-26-92 0 0,82-55 0 0 0,-41 22-3329 0 0,-71 47-3884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2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28 300 2761 0 0,'-2'-1'115'0'0,"-1"0"1"0"0,0 0 0 0 0,0 0-1 0 0,1 0 1 0 0,-1 0 0 0 0,1-1-1 0 0,-1 0 1 0 0,-2-2 0 0 0,5 4 4 0 0,-1-1 0 0 0,1 0 0 0 0,0 1 0 0 0,0-1 0 0 0,0 0 0 0 0,-1 0 0 0 0,1 1 0 0 0,0-1 0 0 0,0 0 0 0 0,0 1 0 0 0,0-1 0 0 0,0 0 0 0 0,0 0 0 0 0,0 1 0 0 0,1-1 0 0 0,-1 0 0 0 0,0 1 0 0 0,0-1 0 0 0,0 0 0 0 0,1 1 0 0 0,-1-1 0 0 0,0 0 0 0 0,1 1 0 0 0,-1-1 0 0 0,1 0 0 0 0,-1 1 0 0 0,1-1 0 0 0,-1 1 0 0 0,1-1 0 0 0,-1 1 0 0 0,1-1 0 0 0,-1 1 0 0 0,1 0 0 0 0,0-1 0 0 0,-1 1 0 0 0,1 0 0 0 0,0-1 0 0 0,13-9 631 0 0,0 0 0 0 0,0 2 1 0 0,1-1-1 0 0,31-11 0 0 0,69-19 358 0 0,-91 31-765 0 0,132-38 2721 0 0,312-48-1 0 0,-321 82-2484 0 0,0 6 0 0 0,180 15 1 0 0,133 56-396 0 0,-457-64-137 0 0,0-1 0 0 0,0 1 1 0 0,-1-1-1 0 0,1 1 0 0 0,0 0 0 0 0,-1 0 0 0 0,1 1 1 0 0,-1-1-1 0 0,0 0 0 0 0,1 1 0 0 0,-1 0 0 0 0,0-1 1 0 0,0 1-1 0 0,0 0 0 0 0,0 0 0 0 0,0 0 0 0 0,0 0 1 0 0,0 0-1 0 0,2 5 0 0 0,-1 0 16 0 0,0 0 0 0 0,-1 1-1 0 0,0-1 1 0 0,0 1 0 0 0,1 11 0 0 0,4 16 72 0 0,6 13-93 0 0,3 0 1 0 0,2 0-1 0 0,2-2 1 0 0,2-1-1 0 0,2 0 1 0 0,1-2 0 0 0,48 60-1 0 0,-37-55-34 0 0,130 184 61 0 0,-143-194-61 0 0,-1 1 0 0 0,-2 1 0 0 0,-2 0 0 0 0,18 61 0 0 0,-25-60 77 0 0,-2 0 1 0 0,-1 1-1 0 0,-3 0 0 0 0,-1 0 0 0 0,-2 46 0 0 0,-3-55-19 0 0,-2-1 0 0 0,-1 0 0 0 0,-2 0-1 0 0,-1-1 1 0 0,-1 1 0 0 0,-2-1-1 0 0,-17 36 1 0 0,21-54-1 0 0,-1-1 0 0 0,0-1-1 0 0,-1 1 1 0 0,-1-2 0 0 0,1 1 0 0 0,-2-1 0 0 0,0 0-1 0 0,0-1 1 0 0,0 0 0 0 0,-1 0 0 0 0,0-2 0 0 0,-1 1 0 0 0,0-1-1 0 0,0-1 1 0 0,-19 8 0 0 0,-16 2 114 0 0,-1-1 1 0 0,-95 15-1 0 0,105-23-168 0 0,-365 55 208 0 0,81-16-500 0 0,188-29 230 0 0,-166-2 1 0 0,-53 6-921 0 0,295-13 594 0 0,9-1 47 0 0,-72 1 1 0 0,108-7 146 0 0,0-2 0 0 0,-1 0 0 0 0,1 0 0 0 0,0-2 0 0 0,0 1 0 0 0,0-2 0 0 0,0 1 0 0 0,1-2 0 0 0,0 0 0 0 0,-17-9 0 0 0,11 1-1789 0 0,-1-3-5337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2.4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1 325 3681 0 0,'13'-105'2978'0'0,"20"-52"6262"0"0,-23 114-7347 0 0,-4 24 505 0 0,-4 25-977 0 0,-1 38-475 0 0,-1-30-906 0 0,91 938 945 0 0,-76-835-874 0 0,8 62 13 0 0,67 249 0 0 0,-88-424-114 0 0,-1 2-211 0 0,0-1-1 0 0,1 1 0 0 0,0-1 0 0 0,0 1 1 0 0,0-1-1 0 0,1 0 0 0 0,0 0 1 0 0,0 0-1 0 0,0 0 0 0 0,5 6 1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3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23 337 6913 0 0,'-3'-5'1088'0'0,"0"0"0"0"0,0 0-1 0 0,1 0 1 0 0,0 0-1 0 0,0 0 1 0 0,0-1-1 0 0,0 1 1 0 0,1-1 0 0 0,0 1-1 0 0,0-1 1 0 0,0-6-1 0 0,2 12-1012 0 0,-1 0 0 0 0,1-1 1 0 0,0 1-1 0 0,-1 0 0 0 0,1 0 0 0 0,-1-1 0 0 0,1 1 0 0 0,-1 0 0 0 0,1 0 0 0 0,0 0 0 0 0,-1 0 0 0 0,1 0 0 0 0,0 0 1 0 0,-1 0-1 0 0,1 0 0 0 0,-1 0 0 0 0,1 0 0 0 0,0 0 0 0 0,-1 0 0 0 0,1 1 0 0 0,-1-1 0 0 0,1 0 0 0 0,-1 0 1 0 0,1 1-1 0 0,0-1 0 0 0,-1 0 0 0 0,1 1 0 0 0,-1-1 0 0 0,1 0 0 0 0,-1 1 0 0 0,0-1 0 0 0,1 1 0 0 0,-1-1 0 0 0,1 1 1 0 0,-1-1-1 0 0,0 1 0 0 0,1-1 0 0 0,-1 2 0 0 0,46 83 35 0 0,-34-61-73 0 0,0 0-1 0 0,2-1 1 0 0,26 36-1 0 0,-16-32 14 0 0,1 0 0 0 0,44 37-1 0 0,-67-62 2 0 0,0 0 0 0 0,1-1-1 0 0,-1 1 1 0 0,0-1 0 0 0,1 0 0 0 0,0 1-1 0 0,-1-1 1 0 0,1 0 0 0 0,0 0 0 0 0,-1-1-1 0 0,1 1 1 0 0,0-1 0 0 0,0 1-1 0 0,0-1 1 0 0,-1 0 0 0 0,1 0 0 0 0,0 0-1 0 0,0 0 1 0 0,0-1 0 0 0,0 1-1 0 0,-1-1 1 0 0,1 0 0 0 0,0 1 0 0 0,-1-1-1 0 0,1-1 1 0 0,0 1 0 0 0,-1 0 0 0 0,4-3-1 0 0,0 0 29 0 0,-1 0 0 0 0,0 0 0 0 0,0-1 0 0 0,-1 0 0 0 0,1 0 0 0 0,-1 0 0 0 0,0 0 0 0 0,0-1 0 0 0,-1 0 0 0 0,0 0 0 0 0,3-6 0 0 0,5-20 83 0 0,-1 0-1 0 0,-1-1 0 0 0,4-43 0 0 0,9-30-25 0 0,-17 83-190 0 0,31-97 93 0 0,-30 103-390 0 0,0 1 0 0 0,2 0 0 0 0,0 1 0 0 0,1 0 0 0 0,12-16 0 0 0,-21 30 268 0 0,1 0 0 0 0,-1 0 1 0 0,1 1-1 0 0,0-1 0 0 0,-1 0 0 0 0,1 0 0 0 0,0 1 0 0 0,0-1 0 0 0,0 0 0 0 0,-1 1 1 0 0,1-1-1 0 0,0 1 0 0 0,0-1 0 0 0,0 1 0 0 0,0-1 0 0 0,0 1 0 0 0,0 0 0 0 0,0 0 1 0 0,0-1-1 0 0,1 1 0 0 0,5 1-517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3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94 6913 0 0,'0'-21'5003'0'0,"0"19"-4523"0"0,0-1 1 0 0,0 0-1 0 0,1 1 0 0 0,-1-1 0 0 0,1 1 1 0 0,0-1-1 0 0,0 1 0 0 0,0-1 1 0 0,0 1-1 0 0,0 0 0 0 0,1-1 1 0 0,-1 1-1 0 0,1 0 0 0 0,2-3 1 0 0,-2 2-134 0 0,2 0-1 0 0,-1 0 1 0 0,0 1 0 0 0,0-1 0 0 0,1 1 0 0 0,0-1 0 0 0,-1 1-1 0 0,8-3 1 0 0,-9 4-305 0 0,1 0 0 0 0,-1 0 0 0 0,0 0-1 0 0,1 0 1 0 0,-1 1 0 0 0,1-1 0 0 0,-1 1 0 0 0,1-1-1 0 0,-1 1 1 0 0,1 0 0 0 0,-1 0 0 0 0,1 0-1 0 0,-1 0 1 0 0,1 1 0 0 0,-1-1 0 0 0,1 1 0 0 0,-1-1-1 0 0,1 1 1 0 0,-1 0 0 0 0,0 0 0 0 0,1 0-1 0 0,-1 0 1 0 0,0 0 0 0 0,0 1 0 0 0,0-1 0 0 0,0 1-1 0 0,0-1 1 0 0,0 1 0 0 0,0 0 0 0 0,0 0-1 0 0,-1 0 1 0 0,3 3 0 0 0,0 4-37 0 0,0 0 1 0 0,-1 0-1 0 0,-1 0 1 0 0,0 1-1 0 0,0-1 1 0 0,0 0-1 0 0,-1 1 1 0 0,-1 0-1 0 0,1-1 1 0 0,-2 1-1 0 0,-1 9 0 0 0,-3 21 10 0 0,-13 50-1 0 0,10-56-12 0 0,-1 0 4 0 0,6-23 3 0 0,0-1-1 0 0,0 1 1 0 0,1-1 0 0 0,0 1-1 0 0,1 0 1 0 0,0 0 0 0 0,1-1-1 0 0,1 16 1 0 0,0-24 5 0 0,-1-1 0 0 0,1 0 0 0 0,0 0 0 0 0,0 1-1 0 0,-1-1 1 0 0,1 0 0 0 0,0 0 0 0 0,0 0 0 0 0,0 0 0 0 0,0 0 0 0 0,0 0 0 0 0,0 0-1 0 0,0 0 1 0 0,0-1 0 0 0,1 1 0 0 0,-1 0 0 0 0,0-1 0 0 0,0 1 0 0 0,1 0 0 0 0,-1-1-1 0 0,0 0 1 0 0,1 1 0 0 0,-1-1 0 0 0,0 0 0 0 0,1 0 0 0 0,-1 0 0 0 0,1 0 0 0 0,-1 0-1 0 0,0 0 1 0 0,1 0 0 0 0,-1 0 0 0 0,1 0 0 0 0,-1-1 0 0 0,0 1 0 0 0,3-1 0 0 0,8-2 96 0 0,-1 0 1 0 0,23-10 0 0 0,-30 11-83 0 0,99-45 184 0 0,4-1-3070 0 0,-78 35-5098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3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68 15203 0 0,'0'0'90'0'0,"0"0"-1"0"0,-1 0 1 0 0,1 0-1 0 0,0 0 1 0 0,-2-2 627 0 0,2 2-628 0 0,0 0 1 0 0,0 0-1 0 0,0 0 1 0 0,0-1-1 0 0,-1 1 1 0 0,1 0-1 0 0,0 0 1 0 0,0-1 0 0 0,0 1-1 0 0,0 0 1 0 0,0 0-1 0 0,0-1 1 0 0,0 1-1 0 0,0 0 1 0 0,0-1 0 0 0,0 1-1 0 0,0 0 1 0 0,0 0-1 0 0,0-1 1 0 0,0 1-1 0 0,0 0 1 0 0,0 0-1 0 0,0-1 1 0 0,0 1 0 0 0,0 0-1 0 0,1 0 1 0 0,-1-1-1 0 0,0 1 1 0 0,0 0-1 0 0,0-1 1 0 0,15-12 1729 0 0,19-5-292 0 0,-18 12-1960 0 0,1 1 0 0 0,0 0 0 0 0,0 1 0 0 0,22-1-1 0 0,-21 3-6903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4.1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91 9674 0 0,'-7'5'572'0'0,"-9"16"3921"0"0,17-20-4333 0 0,-1-1-1 0 0,1 0 1 0 0,0 0-1 0 0,0 0 1 0 0,-1 1 0 0 0,1-1-1 0 0,0 0 1 0 0,-1 0-1 0 0,1 0 1 0 0,0 0-1 0 0,-1 0 1 0 0,1 0 0 0 0,0 0-1 0 0,0-1 1 0 0,-1 1-1 0 0,1 0 1 0 0,0 0-1 0 0,-1 0 1 0 0,1-1 0 0 0,0 1-1 0 0,-1 0 1 0 0,1-1-1 0 0,-1 1 1 0 0,2-1-1 0 0,19-9 1065 0 0,20-11-2377 0 0,45-15 0 0 0,-2 0-266 0 0,-58 24 1419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4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47 8290 0 0,'-31'-13'2482'0'0,"-7"-20"6117"0"0,38 33-8501 0 0,0 0-1 0 0,-1 0 1 0 0,1 0 0 0 0,-1 0 0 0 0,1 1-1 0 0,-1-1 1 0 0,1 0 0 0 0,0 0 0 0 0,-1 1-1 0 0,1-1 1 0 0,0 0 0 0 0,-1 1 0 0 0,1-1-1 0 0,0 0 1 0 0,-1 1 0 0 0,1-1 0 0 0,0 0-1 0 0,0 1 1 0 0,-1-1 0 0 0,1 1 0 0 0,0-1-1 0 0,0 0 1 0 0,0 1 0 0 0,-1-1 0 0 0,1 1-1 0 0,0-1 1 0 0,0 1 0 0 0,0-1 0 0 0,0 1-1 0 0,-5 17 233 0 0,2 3-276 0 0,0 1 1 0 0,2-1-1 0 0,0 1 1 0 0,2 0-1 0 0,0-1 1 0 0,2 1-1 0 0,0-1 0 0 0,2 1 1 0 0,0-1-1 0 0,1-1 1 0 0,1 1-1 0 0,1-1 1 0 0,1 0-1 0 0,0-1 1 0 0,2 0-1 0 0,0 0 0 0 0,1-1 1 0 0,1-1-1 0 0,1 0 1 0 0,0 0-1 0 0,1-2 1 0 0,22 18-1 0 0,-31-28-102 0 0,1 0 1 0 0,0-1-1 0 0,1 0 0 0 0,-1 0 0 0 0,1-1 0 0 0,15 5 1 0 0,-20-7 15 0 0,0 0 0 0 0,1-1 1 0 0,-1 1-1 0 0,1-1 1 0 0,-1 0-1 0 0,0 0 0 0 0,1 0 1 0 0,-1 0-1 0 0,1 0 0 0 0,-1-1 1 0 0,0 0-1 0 0,1 0 1 0 0,-1 0-1 0 0,0 0 0 0 0,0 0 1 0 0,0 0-1 0 0,0-1 0 0 0,0 0 1 0 0,5-3-1 0 0,4-7-593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4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53 11522 0 0,'-16'-42'5606'0'0,"16"31"-3509"0"0,12 29-7518 0 0,-5-6 2491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5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76 7834 0 0,'-8'-14'4335'0'0,"8"13"-4202"0"0,-1 1 1 0 0,1 0-1 0 0,-1-1 0 0 0,1 1 1 0 0,-1-1-1 0 0,1 1 0 0 0,-1-1 1 0 0,1 1-1 0 0,-1-1 0 0 0,1 1 1 0 0,0-1-1 0 0,-1 1 0 0 0,1-1 1 0 0,0 0-1 0 0,0 1 0 0 0,0-1 1 0 0,-1 1-1 0 0,1-1 0 0 0,0 0 1 0 0,0 1-1 0 0,0-1 0 0 0,0 0 1 0 0,0 1-1 0 0,0-1 1 0 0,0 0-1 0 0,0 1 0 0 0,0-1 1 0 0,0 0-1 0 0,0 1 0 0 0,1-1 1 0 0,-1 0-1 0 0,0 1 0 0 0,0-1 1 0 0,1 1-1 0 0,-1-1 0 0 0,0 1 1 0 0,1-1-1 0 0,-1 0 0 0 0,1 1 1 0 0,-1 0-1 0 0,0-1 0 0 0,1 1 1 0 0,-1-1-1 0 0,1 1 0 0 0,0-1 1 0 0,-1 1-1 0 0,1 0 0 0 0,-1-1 1 0 0,1 1-1 0 0,0 0 0 0 0,6-5 211 0 0,0 1-1 0 0,0 0 1 0 0,0 0-1 0 0,1 1 0 0 0,-1 0 1 0 0,1 1-1 0 0,0-1 1 0 0,0 1-1 0 0,12-1 0 0 0,-17 3-324 0 0,-1-1 0 0 0,1 1 0 0 0,0 0 0 0 0,-1 0 0 0 0,1 0 0 0 0,-1 0 0 0 0,1 1 0 0 0,0-1 0 0 0,-1 1 0 0 0,1-1 0 0 0,-1 1 0 0 0,1 0 0 0 0,-1 0 0 0 0,0 0 0 0 0,1 0 0 0 0,-1 1 0 0 0,0-1 0 0 0,0 0 0 0 0,0 1 0 0 0,0 0-1 0 0,0 0 1 0 0,0-1 0 0 0,0 1 0 0 0,0 0 0 0 0,-1 0 0 0 0,1 0 0 0 0,-1 1 0 0 0,0-1 0 0 0,1 0 0 0 0,-1 1 0 0 0,0-1 0 0 0,1 4 0 0 0,1 8-17 0 0,-1-1 0 0 0,-1 1 0 0 0,0-1 1 0 0,0 1-1 0 0,-1-1 0 0 0,-1 1 0 0 0,-3 17 0 0 0,-24 95-4 0 0,25-113 3 0 0,-6 16 6 0 0,5-16 22 0 0,1 0-1 0 0,0 0 0 0 0,0 0 1 0 0,-1 17-1 0 0,5-29-17 0 0,-1-1 0 0 0,0 1 0 0 0,0-1 0 0 0,0 1 0 0 0,0-1 0 0 0,0 0 1 0 0,0 1-1 0 0,1-1 0 0 0,-1 1 0 0 0,0-1 0 0 0,0 0 0 0 0,1 1 0 0 0,-1-1 0 0 0,0 0 0 0 0,1 1 0 0 0,-1-1 0 0 0,0 0 0 0 0,1 1 0 0 0,-1-1 0 0 0,0 0 0 0 0,1 0 0 0 0,-1 0 0 0 0,1 1 0 0 0,-1-1 0 0 0,0 0 0 0 0,1 0 0 0 0,-1 0 0 0 0,1 0 0 0 0,-1 0 0 0 0,1 0 0 0 0,-1 0 0 0 0,0 0 0 0 0,1 0 0 0 0,-1 0 0 0 0,1 0 0 0 0,-1 0 0 0 0,1 0 0 0 0,-1 0 1 0 0,1 0-1 0 0,-1 0 0 0 0,0 0 0 0 0,1-1 0 0 0,23-6 278 0 0,-21 6-242 0 0,30-12 211 0 0,-2-1 0 0 0,34-20 0 0 0,3-2-2646 0 0,-47 26-5672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6.3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70 13827 0 0,'-6'-36'1914'0'0,"5"34"-1614"0"0,1 0 0 0 0,0 0 1 0 0,0 0-1 0 0,0 0 1 0 0,0 0-1 0 0,0 0 0 0 0,0 0 1 0 0,1 1-1 0 0,-1-1 1 0 0,1 0-1 0 0,-1 0 0 0 0,1 0 1 0 0,0 0-1 0 0,-1 0 1 0 0,3-2-1 0 0,-1 23 1652 0 0,-16 135-1194 0 0,-2 79-562 0 0,16-199-199 0 0,2-1 1 0 0,1 0-1 0 0,1 0 0 0 0,2 0 1 0 0,11 33-1 0 0,-9-39-99 0 0,-2-6-472 0 0,0 0 0 0 0,2 0 0 0 0,1 0 0 0 0,15 27-1 0 0,-21-45-478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6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19 364 6449 0 0,'-6'-27'968'0'0,"1"-1"0"0"0,2 1-1 0 0,0-1 1 0 0,2 0 0 0 0,0 1 0 0 0,3-1-1 0 0,5-37 1 0 0,-6 60-735 0 0,1 0 0 0 0,0 1-1 0 0,0-1 1 0 0,1 1 0 0 0,-1 0 0 0 0,1 0 0 0 0,0-1 0 0 0,0 2-1 0 0,0-1 1 0 0,0 0 0 0 0,1 1 0 0 0,0-1 0 0 0,-1 1-1 0 0,1 0 1 0 0,1 1 0 0 0,-1-1 0 0 0,6-3 0 0 0,3 0 241 0 0,1 0 1 0 0,-1 1-1 0 0,1 0 0 0 0,25-5 1 0 0,-35 9-451 0 0,0 1 1 0 0,0-1-1 0 0,1 1 1 0 0,-1 0-1 0 0,0 0 1 0 0,1 0-1 0 0,-1 0 1 0 0,0 1 0 0 0,1 0-1 0 0,-1 0 1 0 0,0 0-1 0 0,0 1 1 0 0,0-1-1 0 0,0 1 1 0 0,0 0-1 0 0,0 0 1 0 0,0 0-1 0 0,-1 0 1 0 0,1 1-1 0 0,-1 0 1 0 0,0-1-1 0 0,1 1 1 0 0,-1 1 0 0 0,-1-1-1 0 0,1 0 1 0 0,0 1-1 0 0,-1-1 1 0 0,0 1-1 0 0,1 0 1 0 0,-2 0-1 0 0,1 0 1 0 0,1 4-1 0 0,1 2 30 0 0,0 1 1 0 0,-1 0-1 0 0,-1 0 0 0 0,1 0 0 0 0,-2 0 0 0 0,0 0 0 0 0,0 0 0 0 0,-1 1 0 0 0,0-1 1 0 0,-1 0-1 0 0,-3 15 0 0 0,-2-7-18 0 0,-1 1 0 0 0,-1-1 1 0 0,0 0-1 0 0,-2 0 0 0 0,0-1 0 0 0,-18 24 1 0 0,13-20 13 0 0,1 1 1 0 0,1 0-1 0 0,-10 27 1 0 0,22-50-35 0 0,1 1 1 0 0,0-1-1 0 0,0 1 1 0 0,0-1-1 0 0,0 1 1 0 0,-1-1-1 0 0,1 1 1 0 0,0 0-1 0 0,0-1 1 0 0,0 1-1 0 0,0-1 1 0 0,0 1-1 0 0,1 0 1 0 0,-1-1-1 0 0,0 1 1 0 0,0-1-1 0 0,0 1 1 0 0,0 0-1 0 0,1-1 1 0 0,-1 1-1 0 0,0-1 1 0 0,0 1-1 0 0,1-1 1 0 0,-1 1-1 0 0,1-1 1 0 0,-1 1 0 0 0,1 0-1 0 0,18 7 409 0 0,32-3 106 0 0,-40-5-502 0 0,-8 1-167 0 0,121 10-31 0 0,-72 0-7455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0:57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92 3225 0 0,'-3'-2'780'0'0,"-1"1"0"0"0,1-1 0 0 0,1 0 0 0 0,-1 0 0 0 0,0 0 0 0 0,0 0 0 0 0,1-1 1 0 0,-1 1-1 0 0,1-1 0 0 0,0 0 0 0 0,0 0 0 0 0,0 1 0 0 0,0-1 0 0 0,0-1 0 0 0,1 1 0 0 0,-1 0 1 0 0,-1-6-1 0 0,3 8-541 0 0,0 0 1 0 0,0 0 0 0 0,-1-1-1 0 0,1 1 1 0 0,0 0 0 0 0,0 0 0 0 0,1-1-1 0 0,-1 1 1 0 0,0 0 0 0 0,0 0-1 0 0,1-1 1 0 0,-1 1 0 0 0,0 0-1 0 0,1 0 1 0 0,-1 0 0 0 0,1 0 0 0 0,0 0-1 0 0,-1 0 1 0 0,2-2 0 0 0,0 1-180 0 0,0 1 1 0 0,0 0 0 0 0,0-1 0 0 0,-1 1 0 0 0,1 0 0 0 0,0 0-1 0 0,1 0 1 0 0,-1 0 0 0 0,0 0 0 0 0,0 0 0 0 0,0 1-1 0 0,0-1 1 0 0,1 1 0 0 0,2-1 0 0 0,-1 1-41 0 0,0 0 1 0 0,-1-1-1 0 0,1 1 1 0 0,0 0-1 0 0,-1 1 1 0 0,1-1-1 0 0,0 1 1 0 0,-1 0-1 0 0,1 0 1 0 0,0 0-1 0 0,-1 0 1 0 0,0 0-1 0 0,1 1 1 0 0,-1-1-1 0 0,0 1 1 0 0,1 0-1 0 0,-1 0 1 0 0,0 1-1 0 0,-1-1 1 0 0,1 0-1 0 0,0 1 1 0 0,-1 0-1 0 0,1 0 1 0 0,-1-1-1 0 0,0 1 1 0 0,0 1-1 0 0,0-1 1 0 0,0 0-1 0 0,-1 0 0 0 0,1 1 1 0 0,-1-1-1 0 0,0 1 1 0 0,0-1-1 0 0,1 7 1 0 0,1 2-24 0 0,-1 0 0 0 0,-1 0 0 0 0,0 0 0 0 0,-1 0 0 0 0,0 0 1 0 0,-1 0-1 0 0,0 0 0 0 0,-1 0 0 0 0,-5 19 0 0 0,-3-3 8 0 0,-1-1 0 0 0,-2 0-1 0 0,-17 28 1 0 0,11-22 186 0 0,-16 39-1 0 0,35-71-171 0 0,-1 1-1 0 0,0-1 1 0 0,1 1 0 0 0,-1-1-1 0 0,1 1 1 0 0,-1-1-1 0 0,1 1 1 0 0,0 0 0 0 0,-1-1-1 0 0,1 1 1 0 0,0-1-1 0 0,0 1 1 0 0,0 0 0 0 0,1-1-1 0 0,-1 1 1 0 0,0-1-1 0 0,0 1 1 0 0,1-1 0 0 0,-1 1-1 0 0,1-1 1 0 0,0 1-1 0 0,-1-1 1 0 0,3 3 0 0 0,-2-2 9 0 0,1-1-1 0 0,0 0 1 0 0,0 1 0 0 0,0-1 0 0 0,-1 0 0 0 0,1 0 0 0 0,1 0 0 0 0,-1 0-1 0 0,0 0 1 0 0,0-1 0 0 0,0 1 0 0 0,0-1 0 0 0,0 1 0 0 0,5-1 0 0 0,6 1 82 0 0,1-1 0 0 0,0-1 1 0 0,0 0-1 0 0,15-4 0 0 0,10-3-625 0 0,0-1 0 0 0,-1-2-1 0 0,51-22 1 0 0,-63 21-7906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08.1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870 288 3849 0 0,'-2'1'135'0'0,"2"-1"-91"0"0,0 0 1 0 0,-1 0-1 0 0,1 0 0 0 0,0-1 1 0 0,0 1-1 0 0,-1 0 0 0 0,1 0 0 0 0,0 0 1 0 0,-1 0-1 0 0,1 0 0 0 0,0 0 1 0 0,-1 0-1 0 0,1 0 0 0 0,0-1 0 0 0,-1 1 1 0 0,1 0-1 0 0,0 0 0 0 0,0 0 1 0 0,-1-1-1 0 0,1 1 0 0 0,0 0 0 0 0,0 0 1 0 0,0-1-1 0 0,-1 1 0 0 0,1 0 0 0 0,0-1 1 0 0,0 1-1 0 0,0 0 0 0 0,0 0 1 0 0,0-1-1 0 0,-1 1 0 0 0,-2-6-18 0 0,-2-1 675 0 0,0 0 1 0 0,1-1-1 0 0,0 1 0 0 0,0-1 0 0 0,1 0 1 0 0,0-1-1 0 0,-3-11 0 0 0,4 11-453 0 0,1 0 1 0 0,-2 0-1 0 0,1 0 1 0 0,-1 0-1 0 0,-1 1 1 0 0,1 0-1 0 0,-1-1 0 0 0,-1 1 1 0 0,0 1-1 0 0,0-1 1 0 0,0 1-1 0 0,-1 0 0 0 0,0 0 1 0 0,0 0-1 0 0,-1 1 1 0 0,0 0-1 0 0,0 1 1 0 0,-12-8-1 0 0,9 7-88 0 0,0 1 0 0 0,0 1-1 0 0,-1 0 1 0 0,1 0 0 0 0,-1 1-1 0 0,0 0 1 0 0,0 1 0 0 0,0 1 0 0 0,0-1-1 0 0,0 2 1 0 0,0-1 0 0 0,0 2 0 0 0,0-1-1 0 0,-20 5 1 0 0,6-1-109 0 0,0 2-1 0 0,1 1 0 0 0,0 0 1 0 0,0 2-1 0 0,0 1 0 0 0,1 1 1 0 0,-41 26-1 0 0,28-12 43 0 0,1 1 1 0 0,1 3-1 0 0,-59 63 0 0 0,81-78-73 0 0,0 1 0 0 0,2 0 0 0 0,0 1 0 0 0,1 0 0 0 0,0 0 0 0 0,1 1 0 0 0,1 0-1 0 0,1 0 1 0 0,0 1 0 0 0,1 0 0 0 0,1 0 0 0 0,-2 22 0 0 0,3-6-19 0 0,0-1 0 0 0,3 1 1 0 0,0 0-1 0 0,9 54 0 0 0,-7-77-18 0 0,1-1 0 0 0,-1 0 0 0 0,2 0 0 0 0,-1 0 0 0 0,2 0 0 0 0,-1-1 0 0 0,1 1 0 0 0,0-1 0 0 0,1 0 0 0 0,0-1 0 0 0,1 0 0 0 0,0 0 0 0 0,0 0 0 0 0,0 0 0 0 0,1-1 0 0 0,0-1-1 0 0,1 1 1 0 0,0-1 0 0 0,9 5 0 0 0,16 5-197 0 0,0-1-1 0 0,1-1 1 0 0,1-2-1 0 0,0-1 0 0 0,1-2 1 0 0,-1-2-1 0 0,2-1 1 0 0,-1-2-1 0 0,0-2 0 0 0,44-2 1 0 0,-52-4 236 0 0,-1 0 0 0 0,-1-2 1 0 0,1-1-1 0 0,-1-1 0 0 0,0-1 1 0 0,-1-2-1 0 0,0 0 0 0 0,-1-2 1 0 0,0-1-1 0 0,-1-1 0 0 0,0 0 1 0 0,-1-2-1 0 0,-1-1 0 0 0,24-26 1 0 0,-34 29 162 0 0,0 0 1 0 0,-2 0 0 0 0,0-1 0 0 0,0-1 0 0 0,-2 0 0 0 0,0 0 0 0 0,7-24-1 0 0,28-132 1333 0 0,-39 157-1472 0 0,-1 2 37 0 0,-1 0 0 0 0,0 0 1 0 0,-1 0-1 0 0,-1 0 1 0 0,0 0-1 0 0,-1 0 1 0 0,0 0-1 0 0,-1 0 0 0 0,-6-20 1 0 0,5 23-3 0 0,-2 0 0 0 0,1 0 0 0 0,-2 1 0 0 0,1 0 0 0 0,-1 0 0 0 0,-1 0 0 0 0,0 0-1 0 0,0 1 1 0 0,-1 0 0 0 0,0 1 0 0 0,-15-13 0 0 0,-11-4 149 0 0,-1 1-1 0 0,-60-30 1 0 0,39 24-284 0 0,52 28-71 0 0,0 0 0 0 0,0-1-1 0 0,0 1 1 0 0,0-1 0 0 0,0 0 0 0 0,1 0-1 0 0,-1 0 1 0 0,1-1 0 0 0,0 1 0 0 0,0-1-1 0 0,0 0 1 0 0,-2-4 0 0 0,2-4-1009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09.2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553 175 3225 0 0,'-18'-10'612'0'0,"-1"1"1"0"0,1 0 0 0 0,-2 1-1 0 0,1 1 1 0 0,-1 1-1 0 0,0 1 1 0 0,0 1 0 0 0,0 1-1 0 0,-1 0 1 0 0,1 2-1 0 0,-1 0 1 0 0,0 1 0 0 0,-22 3-1 0 0,30 0-428 0 0,0 0 0 0 0,1 1-1 0 0,0 0 1 0 0,0 1 0 0 0,0 0-1 0 0,1 1 1 0 0,-1 0 0 0 0,1 1-1 0 0,1 0 1 0 0,-1 1 0 0 0,1 0-1 0 0,1 1 1 0 0,-1 0 0 0 0,1 0-1 0 0,1 1 1 0 0,0 0 0 0 0,0 0-1 0 0,1 1 1 0 0,1 0 0 0 0,-9 18 0 0 0,9-15-171 0 0,0-1 0 0 0,1 1 1 0 0,1 0-1 0 0,0 1 0 0 0,1-1 1 0 0,1 1-1 0 0,0 0 1 0 0,1-1-1 0 0,0 1 0 0 0,1 0 1 0 0,1 0-1 0 0,0 0 0 0 0,1-1 1 0 0,1 1-1 0 0,0-1 1 0 0,1 1-1 0 0,9 21 0 0 0,103 217-13 0 0,-110-240-3 0 0,1-1 0 0 0,0 0 0 0 0,1 0 0 0 0,0-1 0 0 0,1 0 0 0 0,0-1 0 0 0,1 0 0 0 0,0 0 0 0 0,1-1 0 0 0,0 0 0 0 0,13 7 0 0 0,-14-10 1 0 0,1 0-1 0 0,0-1 1 0 0,0-1-1 0 0,0 0 1 0 0,1-1-1 0 0,-1 0 0 0 0,1 0 1 0 0,0-1-1 0 0,0-1 1 0 0,0 0-1 0 0,0-1 1 0 0,0 0-1 0 0,15-2 0 0 0,1-2 163 0 0,-1-2 0 0 0,0-1 0 0 0,0 0 0 0 0,-1-2 0 0 0,0-2 0 0 0,0 0-1 0 0,-1-1 1 0 0,0-2 0 0 0,38-28 0 0 0,-27 14 115 0 0,0-2 0 0 0,-2-1-1 0 0,-1-2 1 0 0,-2-1 0 0 0,28-41 0 0 0,-48 61-142 0 0,-1-1-1 0 0,-1 0 1 0 0,0-1 0 0 0,-1 0 0 0 0,-1-1 0 0 0,-1 1 0 0 0,0-1-1 0 0,-1-1 1 0 0,4-20 0 0 0,-8 27-37 0 0,0 1 0 0 0,0 0 0 0 0,-1 0 0 0 0,-1 0 1 0 0,1-1-1 0 0,-2 1 0 0 0,1 0 0 0 0,-1 0 0 0 0,-1 0 0 0 0,0 0 0 0 0,0 1 0 0 0,-1-1 0 0 0,0 1 0 0 0,-1 0 0 0 0,0 0 1 0 0,0 0-1 0 0,-10-11 0 0 0,-9-7-67 0 0,0 1 1 0 0,-1 0-1 0 0,-2 3 1 0 0,0 0-1 0 0,-2 1 0 0 0,0 2 1 0 0,-2 1-1 0 0,0 1 1 0 0,0 2-1 0 0,-56-20 1 0 0,51 27-1238 0 0,11 6-4488 0 0,6 2-1007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39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 10594 0 0,'3'-15'7274'0'0,"17"33"-6023"0"0,-13-11-1154 0 0,-2 0 0 0 0,1 1 0 0 0,-1 0 0 0 0,-1 1 0 0 0,1-1-1 0 0,-1 1 1 0 0,4 12 0 0 0,14 64 320 0 0,-19-67-324 0 0,51 383 751 0 0,-18-95-367 0 0,-11-201-2628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39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2 368 5529 0 0,'-1'-14'446'0'0,"0"0"-1"0"0,1 0 1 0 0,1 0 0 0 0,0 0-1 0 0,1 0 1 0 0,0 0-1 0 0,1 0 1 0 0,1 1-1 0 0,0-1 1 0 0,1 1 0 0 0,0 0-1 0 0,1 0 1 0 0,0 1-1 0 0,1-1 1 0 0,1 1-1 0 0,0 1 1 0 0,1 0 0 0 0,0 0-1 0 0,0 0 1 0 0,1 1-1 0 0,0 1 1 0 0,1 0 0 0 0,0 0-1 0 0,1 1 1 0 0,22-12-1 0 0,-12 11 246 0 0,0 1-1 0 0,0 0 0 0 0,36-5 0 0 0,-46 11-539 0 0,-1 0-1 0 0,1 1 1 0 0,0 0-1 0 0,0 1 1 0 0,-1 1-1 0 0,1 0 1 0 0,0 0-1 0 0,-1 1 1 0 0,13 4 0 0 0,-22-5-134 0 0,1 0 0 0 0,0 0 0 0 0,-1 0 0 0 0,1 0 0 0 0,-1 1 1 0 0,1-1-1 0 0,-1 1 0 0 0,0 0 0 0 0,0 0 0 0 0,1 0 0 0 0,-1 0 1 0 0,0 0-1 0 0,-1 0 0 0 0,1 0 0 0 0,0 1 0 0 0,-1-1 1 0 0,2 4-1 0 0,-1-2-3 0 0,0 1 0 0 0,-1 0 0 0 0,0 0 0 0 0,0 0 0 0 0,0-1 0 0 0,0 1 0 0 0,-1 0 1 0 0,0 0-1 0 0,0 7 0 0 0,-2 3 10 0 0,0 1 1 0 0,-1-1-1 0 0,-1 1 1 0 0,-1-1-1 0 0,-8 19 1 0 0,-9 12 97 0 0,-2-1 0 0 0,-3-1-1 0 0,-1-1 1 0 0,-2-1 0 0 0,-43 46 0 0 0,70-86-86 0 0,0 1 0 0 0,1 0 0 0 0,-1 0 0 0 0,1 1 0 0 0,0-1 0 0 0,0 0 0 0 0,1 1 0 0 0,-3 3 0 0 0,4-6-23 0 0,0 0 0 0 0,0 0 0 0 0,0 0 1 0 0,0 0-1 0 0,0 0 0 0 0,1 0 0 0 0,-1 0 0 0 0,0 0 0 0 0,0 0 0 0 0,1 0 1 0 0,-1 0-1 0 0,1 0 0 0 0,-1 0 0 0 0,1 0 0 0 0,-1 0 0 0 0,1 0 0 0 0,-1 0 1 0 0,1-1-1 0 0,0 1 0 0 0,-1 0 0 0 0,1-1 0 0 0,0 1 0 0 0,0 0 0 0 0,0-1 1 0 0,-1 1-1 0 0,1-1 0 0 0,0 1 0 0 0,0-1 0 0 0,0 1 0 0 0,0-1 0 0 0,0 0 1 0 0,0 1-1 0 0,0-1 0 0 0,1 0 0 0 0,23 8 106 0 0,-1-1 0 0 0,1-1 0 0 0,0-1 0 0 0,1-1 0 0 0,-1-2 0 0 0,44 0 0 0 0,4-6-1713 0 0,77-14 0 0 0,-126 15-6053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39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 5529 0 0,'3'-32'1262'0'0,"-3"30"-852"0"0,1 1 0 0 0,-1-1 1 0 0,0 1-1 0 0,1 0 0 0 0,-1-1 1 0 0,0 1-1 0 0,1 0 0 0 0,0-1 0 0 0,-1 1 1 0 0,1 0-1 0 0,0-1 0 0 0,0 1 1 0 0,-1 0-1 0 0,1 0 0 0 0,0 0 0 0 0,0 0 1 0 0,0 0-1 0 0,0 0 0 0 0,3-1 1 0 0,-4 2-221 0 0,1 0 0 0 0,0 0 0 0 0,0 0 1 0 0,-1 1-1 0 0,1-1 0 0 0,0 0 0 0 0,-1 0 1 0 0,1 1-1 0 0,0-1 0 0 0,-1 1 0 0 0,1-1 1 0 0,0 1-1 0 0,-1-1 0 0 0,1 1 0 0 0,-1-1 1 0 0,1 1-1 0 0,-1-1 0 0 0,1 1 0 0 0,-1-1 1 0 0,1 1-1 0 0,-1 0 0 0 0,0-1 0 0 0,1 1 1 0 0,-1 0-1 0 0,0 0 0 0 0,0-1 0 0 0,1 2 1 0 0,6 20 770 0 0,20 143 992 0 0,3 15-1613 0 0,-25-159-484 0 0,0-1 0 0 0,2 0-1 0 0,1-1 1 0 0,0 1-1 0 0,1-1 1 0 0,16 24-1 0 0,-14-30-665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0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23 277 5065 0 0,'-1'-1'170'0'0,"-1"0"0"0"0,0-1-1 0 0,0 1 1 0 0,1-1 0 0 0,-1 1 0 0 0,1-1-1 0 0,-1 0 1 0 0,1 0 0 0 0,0 1 0 0 0,0-1 0 0 0,0 0-1 0 0,0 0 1 0 0,0 0 0 0 0,0 0 0 0 0,0-1-1 0 0,1 1 1 0 0,-1 0 0 0 0,1 0 0 0 0,0 0-1 0 0,-1-1 1 0 0,1 1 0 0 0,0 0 0 0 0,0 0-1 0 0,0 0 1 0 0,1-1 0 0 0,-1 1 0 0 0,0 0 0 0 0,2-4-1 0 0,0 2 93 0 0,0-1 0 0 0,0 1 0 0 0,1-1 0 0 0,-1 1 1 0 0,1 0-1 0 0,0 0 0 0 0,0 1 0 0 0,1-1 0 0 0,-1 0 0 0 0,1 1 0 0 0,-1 0 0 0 0,8-5 0 0 0,11-5 313 0 0,0 1-1 0 0,1 1 1 0 0,42-15 0 0 0,76-15 407 0 0,-121 36-824 0 0,38-11 98 0 0,0 4 1 0 0,1 2-1 0 0,0 2 0 0 0,0 3 0 0 0,0 2 1 0 0,1 4-1 0 0,69 8 0 0 0,320 66 1170 0 0,-309-50-379 0 0,-129-24-928 0 0,0 2 1 0 0,0-1-1 0 0,0 1 1 0 0,-1 1 0 0 0,1 0-1 0 0,-1 1 1 0 0,14 7 0 0 0,-20-9-91 0 0,0 1 1 0 0,0-1-1 0 0,0 0 1 0 0,0 1-1 0 0,-1 0 1 0 0,1 0-1 0 0,-1 0 1 0 0,0 0-1 0 0,0 1 1 0 0,0-1-1 0 0,-1 1 1 0 0,0 0-1 0 0,0 0 1 0 0,0-1-1 0 0,0 1 1 0 0,-1 1-1 0 0,2 9 1 0 0,27 218 326 0 0,-13-82-302 0 0,38 151 0 0 0,-21-175-43 0 0,16 64 42 0 0,-42-150-53 0 0,-2 0 0 0 0,2 74 0 0 0,-16 64 1 0 0,5-155 44 0 0,-1 0 0 0 0,-1 0 0 0 0,-2 0 1 0 0,0-1-1 0 0,-13 30 0 0 0,17-47-9 0 0,-1 1 0 0 0,0-1 0 0 0,-1 0 0 0 0,1 0 0 0 0,-1 0 0 0 0,0 0 0 0 0,0-1 0 0 0,-1 0 0 0 0,0 0 0 0 0,0 0 0 0 0,0-1 0 0 0,0 0 0 0 0,-1 0 0 0 0,0-1 0 0 0,1 1 0 0 0,-14 3 0 0 0,-7 1 58 0 0,0-2 0 0 0,-1-1 0 0 0,-35 3 0 0 0,-23 4-62 0 0,-118 38 77 0 0,-96 16-30 0 0,-53-3-1575 0 0,322-56-11 0 0,-41 3 0 0 0,42-9-5873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0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69 108 6913 0 0,'-24'-47'762'0'0,"18"35"973"0"0,1 0-1 0 0,-2 0 1 0 0,-14-13 3625 0 0,21 26-5292 0 0,-3 9 1171 0 0,1 11-470 0 0,22 221 1410 0 0,-2-73-1908 0 0,-6 453 117 0 0,-10-252-248 0 0,-2-335-160 0 0,-1-23-23 0 0,1 1 0 0 0,0-1 0 0 0,1 1 0 0 0,0-1 0 0 0,1 1 0 0 0,0-1 0 0 0,6 14 0 0 0,-1-11-337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2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88 261 920 0 0,'-26'-47'3458'0'0,"24"40"-2454"0"0,-1 1 0 0 0,0-1 0 0 0,0 0 0 0 0,-1 1 0 0 0,0 0 0 0 0,0 0 1 0 0,-1 0-1 0 0,1 1 0 0 0,-7-7 0 0 0,10 12-820 0 0,1 0 0 0 0,-1-1 0 0 0,1 1 0 0 0,-1-1 0 0 0,1 1 0 0 0,-1 0 0 0 0,0-1 0 0 0,1 1 0 0 0,-1 0-1 0 0,1 0 1 0 0,-1 0 0 0 0,0-1 0 0 0,1 1 0 0 0,-1 0 0 0 0,0 0 0 0 0,1 0 0 0 0,-1 0 0 0 0,0 0 0 0 0,1 0 0 0 0,-1 0 0 0 0,0 0 0 0 0,0 1 0 0 0,1-1-86 0 0,-1 0 1 0 0,1 0 0 0 0,0 1 0 0 0,-1-1-1 0 0,1 0 1 0 0,0 1 0 0 0,0-1 0 0 0,-1 0-1 0 0,1 1 1 0 0,0-1 0 0 0,0 1 0 0 0,0-1 0 0 0,0 0-1 0 0,-1 1 1 0 0,1-1 0 0 0,0 1 0 0 0,0-1-1 0 0,0 1 1 0 0,0-1 0 0 0,0 0 0 0 0,0 1-1 0 0,0-1 1 0 0,0 1 0 0 0,0-1 0 0 0,0 1-1 0 0,0-1 1 0 0,1 0 0 0 0,-1 1 0 0 0,0-1-1 0 0,0 1 1 0 0,1 0 0 0 0,-1 0 125 0 0,2 3-96 0 0,10 18 74 0 0,0-1-1 0 0,2 0 0 0 0,27 32 1 0 0,21 32-22 0 0,-27-26-79 0 0,-15-23-67 0 0,1 0 0 0 0,3-2 0 0 0,32 39 0 0 0,-49-65-23 0 0,-1-1 1 0 0,1 0 0 0 0,1-1-1 0 0,-1 0 1 0 0,1 0 0 0 0,0 0-1 0 0,0-1 1 0 0,1 0 0 0 0,0-1-1 0 0,0 1 1 0 0,0-2 0 0 0,0 1-1 0 0,0-2 1 0 0,1 1 0 0 0,-1-1-1 0 0,1 0 1 0 0,0-1 0 0 0,19 0-1 0 0,-25-1 36 0 0,1-1 0 0 0,0 0 0 0 0,-1 0-1 0 0,1 0 1 0 0,-1 0 0 0 0,0-1 0 0 0,1 1 0 0 0,-1-1-1 0 0,0 0 1 0 0,0 0 0 0 0,0-1 0 0 0,0 1-1 0 0,0-1 1 0 0,0 0 0 0 0,3-4 0 0 0,-2 2 35 0 0,0-1 0 0 0,-1 0 1 0 0,1-1-1 0 0,-1 1 0 0 0,-1-1 1 0 0,1 0-1 0 0,-1 0 0 0 0,3-10 1 0 0,1-7 100 0 0,-2 0 1 0 0,0 0-1 0 0,-2 0 1 0 0,0-40 0 0 0,-2-2-107 0 0,3 0 0 0 0,3 1 1 0 0,20-84-1 0 0,-25 142-219 0 0,0 0 0 0 0,0 0 0 0 0,1 1 0 0 0,0-1 0 0 0,1 1 1 0 0,8-13-1 0 0,7 0-7256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3.0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65 1376 0 0,'-15'-29'2659'0'0,"-16"-6"10958"0"0,35 49-9600 0 0,-1 3-3563 0 0,21 69 509 0 0,19 97-268 0 0,-31-84-504 0 0,-6-41-229 0 0,3-1 1 0 0,1-1-1 0 0,28 83 0 0 0,-22-109-2038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3.3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0 160 10594 0 0,'23'-16'3696'0'0,"16"-5"-1628"0"0,24-11 1123 0 0,34-15-1309 0 0,3 8-3822 0 0,-81 35 533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3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61 6913 0 0,'-10'14'566'0'0,"14"-6"952"0"0,-2-8-1154 0 0,1 1-1 0 0,0 0 0 0 0,-1-1 0 0 0,1 0 0 0 0,0 0 1 0 0,0 0-1 0 0,-1 0 0 0 0,1 0 0 0 0,4-1 0 0 0,8-2-155 0 0,0-1 0 0 0,0-1 0 0 0,-1 0-1 0 0,1-1 1 0 0,15-8 0 0 0,-11 4-1244 0 0,36-11 0 0 0,-32 14 1011 0 0,-1-2 25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3.8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 2304 0 0,'10'-28'16372'0'0,"-7"44"-14564"0"0,-1 4-1288 0 0,2 46 401 0 0,16 73 1 0 0,-17-121-912 0 0,1 0 0 0 0,2 0-1 0 0,0 0 1 0 0,0-1 0 0 0,2 0 0 0 0,0 0 0 0 0,1-1 0 0 0,20 29 0 0 0,-23-38 9 0 0,1 0 0 0 0,-1-1 0 0 0,1 1 0 0 0,1-2 0 0 0,-1 1 0 0 0,1-1 0 0 0,0 0 0 0 0,0 0 0 0 0,0-1 0 0 0,1 0 0 0 0,12 3 0 0 0,-16-5-36 0 0,0-1 0 0 0,0 0 0 0 0,0 0 1 0 0,0 0-1 0 0,1-1 0 0 0,-1 1 1 0 0,0-1-1 0 0,0 0 0 0 0,0-1 0 0 0,0 0 1 0 0,1 1-1 0 0,-1-2 0 0 0,0 1 0 0 0,0 0 1 0 0,-1-1-1 0 0,1 0 0 0 0,0 0 1 0 0,0-1-1 0 0,-1 1 0 0 0,0-1 0 0 0,8-6 1 0 0,5-7-1705 0 0,1-4-5863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3.9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0 6449 0 0,'-19'6'1680'0'0,"17"-6"-1273"0"0,0 1 0 0 0,1-1-1 0 0,-1 1 1 0 0,1 0 0 0 0,-1 0-1 0 0,1 0 1 0 0,-1 0 0 0 0,1 0 0 0 0,0 0-1 0 0,-1 0 1 0 0,1 0 0 0 0,0 0 0 0 0,0 1-1 0 0,0-1 1 0 0,0 1 0 0 0,0-1-1 0 0,0 0 1 0 0,0 1 0 0 0,0 0 0 0 0,0-1-1 0 0,1 1 1 0 0,-1-1 0 0 0,1 1 0 0 0,-1 0-1 0 0,1 0 1 0 0,0 2 0 0 0,0-3-420 0 0,1-1 1 0 0,-1 1 0 0 0,1 0-1 0 0,0 0 1 0 0,0-1-1 0 0,-1 1 1 0 0,1 0-1 0 0,0-1 1 0 0,0 1 0 0 0,0-1-1 0 0,0 1 1 0 0,0-1-1 0 0,0 1 1 0 0,0-1 0 0 0,0 0-1 0 0,0 1 1 0 0,0-1-1 0 0,0 0 1 0 0,0 0 0 0 0,0 0-1 0 0,0 0 1 0 0,2 0-1 0 0,1 1-163 0 0,11 2-509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4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10138 0 0,'0'0'778'0'0,"-3"29"3299"0"0,10 66 518 0 0,19 49-2247 0 0,2 11-1687 0 0,-14-6-394 0 0,-9-69-954 0 0,31 149 0 0 0,-24-189-832 0 0,-2-15-4224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5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1 217 6913 0 0,'1'-6'137'0'0,"1"0"0"0"0,0 1 0 0 0,0-1-1 0 0,0 1 1 0 0,1-1 0 0 0,0 1-1 0 0,0 0 1 0 0,0 0 0 0 0,1 0 0 0 0,0 1-1 0 0,7-8 1 0 0,53-44 2498 0 0,-54 48-1951 0 0,5-4 262 0 0,1 1-1 0 0,0 1 1 0 0,0 0-1 0 0,1 1 1 0 0,20-7-1 0 0,-31 14-740 0 0,1-1-1 0 0,0 1 0 0 0,0 0 1 0 0,0 0-1 0 0,0 1 1 0 0,0 0-1 0 0,0 0 0 0 0,0 1 1 0 0,0 0-1 0 0,0 0 0 0 0,1 0 1 0 0,-1 1-1 0 0,0 1 0 0 0,0-1 1 0 0,0 1-1 0 0,11 4 0 0 0,-15-4-177 0 0,1 0 0 0 0,0 0-1 0 0,-1 0 1 0 0,1 1-1 0 0,-1-1 1 0 0,0 1-1 0 0,0 0 1 0 0,0 0-1 0 0,0 0 1 0 0,0 1-1 0 0,-1-1 1 0 0,1 1-1 0 0,-1-1 1 0 0,0 1 0 0 0,3 7-1 0 0,-3-4-11 0 0,0-1 1 0 0,-1 0-1 0 0,0 1 1 0 0,0-1-1 0 0,-1 1 0 0 0,0-1 1 0 0,0 0-1 0 0,0 1 0 0 0,-2 9 1 0 0,-3 6-19 0 0,-2 1 0 0 0,0-2 0 0 0,-1 1 0 0 0,-18 34 1 0 0,-22 31-200 0 0,30-56 232 0 0,1 0-1 0 0,1 1 1 0 0,2 1 0 0 0,-16 51-1 0 0,29-82 19 0 0,1 0 0 0 0,-1 0 0 0 0,1 0 0 0 0,0-1 0 0 0,0 1 0 0 0,-1 0 0 0 0,1 0 0 0 0,0 0 0 0 0,1 0 0 0 0,-1 0 0 0 0,0-1 0 0 0,0 1 0 0 0,1 0 0 0 0,-1 0 0 0 0,1 0 0 0 0,0-1 0 0 0,-1 1 0 0 0,1 0 0 0 0,0-1 0 0 0,0 1 0 0 0,0-1 0 0 0,0 1 0 0 0,2 1 1 0 0,-1-1-23 0 0,1-1 0 0 0,-1 1 1 0 0,0-1-1 0 0,0 0 1 0 0,1 0-1 0 0,-1 0 1 0 0,1-1-1 0 0,-1 1 1 0 0,1 0-1 0 0,-1-1 0 0 0,1 0 1 0 0,-1 0-1 0 0,1 1 1 0 0,-1-1-1 0 0,1-1 1 0 0,-1 1-1 0 0,4-1 1 0 0,36-6 129 0 0,59-18 0 0 0,-73 16-707 0 0,1 1 0 0 0,0 1 0 0 0,0 2 1 0 0,1 1-1 0 0,33 0 0 0 0,-37 6-956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5.4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62 7834 0 0,'-10'-19'704'0'0,"-3"-3"3014"0"0,-2 2 4781 0 0,28 38-6468 0 0,2 9-1682 0 0,-2 0 0 0 0,16 54 0 0 0,9 17 142 0 0,63 84-324 0 0,-80-147-556 0 0,-12-20-773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6.7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46 14283 0 0,'-8'-35'2822'0'0,"7"25"-790"0"0,6 26-318 0 0,4 30-1069 0 0,-1 1 0 0 0,3 66-1 0 0,-9 98-292 0 0,0-18-164 0 0,5-124-183 0 0,-4-52-155 0 0,0-1 0 0 0,-2 1 1 0 0,0 0-1 0 0,-1 0 1 0 0,-1 0-1 0 0,0 0 0 0 0,-5 23 1 0 0,-6-16-2589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7.1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0 220 4145 0 0,'6'-11'625'0'0,"0"1"1"0"0,0-1 0 0 0,1 1-1 0 0,0 0 1 0 0,1 1-1 0 0,0 0 1 0 0,1 0 0 0 0,9-8-1 0 0,-8 8-497 0 0,7-7 802 0 0,0 2-1 0 0,1 0 0 0 0,0 0 0 0 0,36-18 0 0 0,-46 28-541 0 0,1 0-1 0 0,0 0 1 0 0,0 1-1 0 0,0 1 1 0 0,0-1 0 0 0,13 0-1 0 0,-18 2-187 0 0,1 1 0 0 0,0 0 0 0 0,0 0 0 0 0,0 0 0 0 0,0 1-1 0 0,0 0 1 0 0,-1 0 0 0 0,1 0 0 0 0,0 0 0 0 0,-1 1 0 0 0,1 0 0 0 0,-1 0-1 0 0,5 3 1 0 0,-4-1-123 0 0,1 0 0 0 0,-2 0 1 0 0,1 1-1 0 0,0-1 0 0 0,-1 1 0 0 0,0 1 0 0 0,0-1 0 0 0,-1 0 0 0 0,1 1 0 0 0,-1 0 0 0 0,0 0 0 0 0,-1 0 0 0 0,1 0 1 0 0,-1 0-1 0 0,-1 0 0 0 0,1 1 0 0 0,-1-1 0 0 0,0 1 0 0 0,0-1 0 0 0,-1 1 0 0 0,0 10 0 0 0,-1 6-152 0 0,-1 0-1 0 0,-1-1 0 0 0,-1 1 1 0 0,-12 41-1 0 0,2-25 228 0 0,-1-1 1 0 0,-2-1-1 0 0,-2 0 1 0 0,-1-1-1 0 0,-2-1 0 0 0,-38 46 1 0 0,59-80-130 0 0,0 0 0 0 0,1 0 0 0 0,-1-1 0 0 0,0 1 0 0 0,0 0-1 0 0,1 0 1 0 0,-1 0 0 0 0,0 0 0 0 0,1 0 0 0 0,0 1 0 0 0,-1-1 0 0 0,1 0 0 0 0,-1 0 0 0 0,1 0 0 0 0,0 0 0 0 0,0 0 0 0 0,0 1 0 0 0,0 1 0 0 0,0-3-11 0 0,0 0 1 0 0,1 1-1 0 0,-1-1 1 0 0,1 1-1 0 0,-1-1 1 0 0,0 0-1 0 0,1 1 1 0 0,-1-1-1 0 0,1 0 1 0 0,-1 0-1 0 0,1 1 1 0 0,-1-1-1 0 0,1 0 1 0 0,-1 0-1 0 0,1 0 1 0 0,0 0 0 0 0,-1 0-1 0 0,1 1 1 0 0,-1-1-1 0 0,1 0 1 0 0,-1 0-1 0 0,1 0 1 0 0,-1-1-1 0 0,1 1 1 0 0,0 0-1 0 0,0 0 1 0 0,45-13 249 0 0,-35 8-482 0 0,154-57 1525 0 0,-79 40-2620 0 0,-61 18-2229 0 0,39-2 0 0 0,-44 5-3417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7.4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6913 0 0,'32'-5'7405'0'0,"-27"4"-7139"0"0,-1 0 0 0 0,1 0 0 0 0,0 0 0 0 0,0 0 0 0 0,-1 1 0 0 0,1 0 0 0 0,0 0 0 0 0,0 0 0 0 0,0 0 0 0 0,-1 1 0 0 0,1 0 0 0 0,0 0 0 0 0,0 0 0 0 0,4 3 0 0 0,-3-2-229 0 0,-1 2 0 0 0,0-1 0 0 0,-1 1 0 0 0,1 0 0 0 0,0 0 0 0 0,-1 0 0 0 0,0 0 0 0 0,0 1 0 0 0,0 0 0 0 0,-1 0 0 0 0,0 0 0 0 0,0 0 0 0 0,0 0 0 0 0,0 1 0 0 0,-1-1 0 0 0,2 7 0 0 0,4 15-128 0 0,-1-1-1 0 0,5 38 1 0 0,1 5 464 0 0,-12-65-259 0 0,0-1 1 0 0,0 1-1 0 0,0 0 1 0 0,1 0-1 0 0,-1 0 0 0 0,1-1 1 0 0,0 1-1 0 0,0-1 0 0 0,0 0 1 0 0,1 1-1 0 0,-1-1 1 0 0,1 0-1 0 0,0 0 0 0 0,0-1 1 0 0,0 1-1 0 0,0 0 0 0 0,0-1 1 0 0,0 0-1 0 0,1 0 1 0 0,-1 0-1 0 0,1 0 0 0 0,0 0 1 0 0,-1-1-1 0 0,1 0 0 0 0,8 2 1 0 0,-5-2-119 0 0,0-1-1 0 0,0 0 1 0 0,1 0 0 0 0,-1-1-1 0 0,0 0 1 0 0,0 0 0 0 0,0 0 0 0 0,0-1-1 0 0,0 0 1 0 0,0-1 0 0 0,-1 0 0 0 0,1 0-1 0 0,10-6 1 0 0,30-22-1215 0 0,-21 15 580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8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249 119 3209 0 0,'-101'17'317'0'0,"-46"8"4024"0"0,310-53 2975 0 0,100-12-3916 0 0,-49 8-1395 0 0,422-25 363 0 0,-529 54-2239 0 0,0 4 0 0 0,0 5 1 0 0,135 26-1 0 0,-226-29-59 0 0,-1 0 1 0 0,0 1-1 0 0,-1 0 0 0 0,1 1 1 0 0,-1 1-1 0 0,27 14 0 0 0,-35-16-15 0 0,-1 0-1 0 0,1 0 0 0 0,-1 0 1 0 0,-1 1-1 0 0,1-1 0 0 0,0 1 1 0 0,-1 0-1 0 0,0 1 0 0 0,-1-1 1 0 0,1 1-1 0 0,-1-1 0 0 0,0 1 0 0 0,0 0 1 0 0,0 1-1 0 0,-1-1 0 0 0,0 0 1 0 0,-1 1-1 0 0,2 9 0 0 0,20 222-28 0 0,4 25-159 0 0,-19-218 116 0 0,2 0 0 0 0,1-1 0 0 0,33 79-1 0 0,37 45 18 0 0,21 51 0 0 0,-81-166 8 0 0,33 92-35 0 0,-47-123 18 0 0,-2 0 0 0 0,0 1 0 0 0,-1-1 0 0 0,0 41 0 0 0,-4-57 17 0 0,0 1-1 0 0,0-1 1 0 0,-1 1 0 0 0,0 0-1 0 0,-1-1 1 0 0,0 1-1 0 0,0-1 1 0 0,0 0-1 0 0,0 0 1 0 0,-1 0-1 0 0,0 0 1 0 0,-1 0 0 0 0,1 0-1 0 0,-1-1 1 0 0,0 0-1 0 0,0 0 1 0 0,-1 0-1 0 0,-8 8 1 0 0,2-5 39 0 0,-1 0 0 0 0,0-1 0 0 0,0 0 0 0 0,0-1 0 0 0,0-1 0 0 0,-1 1 0 0 0,0-2 0 0 0,-15 4 0 0 0,-87 16 115 0 0,-162 13 1 0 0,24-5-14 0 0,-184 56-925 0 0,350-69 687 0 0,42-10-12 0 0,-63 5 0 0 0,31-14-1363 0 0,59-1-698 0 0,0-2-1 0 0,-21-5 1 0 0,17 3-5056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8.5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 13827 0 0,'-10'-2'6847'0'0,"64"173"-5849"0"0,-8 1 1 0 0,44 335-1 0 0,-79-376-862 0 0,11 99-32 0 0,-14-173-61 0 0,31 110-1 0 0,-35-156-345 0 0,-1 1-1 0 0,1-1 1 0 0,1 0-1 0 0,0-1 1 0 0,1 1 0 0 0,13 19-1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9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64 11058 0 0,'-1'1'132'0'0,"1"0"0"0"0,-1 0 0 0 0,0 0 0 0 0,1 0-1 0 0,-1 0 1 0 0,1-1 0 0 0,-1 1 0 0 0,1 0 0 0 0,-1 0-1 0 0,1 0 1 0 0,0 1 0 0 0,0-1 0 0 0,-1 0 0 0 0,1 0-1 0 0,0 0 1 0 0,0 0 0 0 0,0 0 0 0 0,0 0 0 0 0,0 0-1 0 0,0 0 1 0 0,0 0 0 0 0,1 0 0 0 0,-1 0 0 0 0,1 2-1 0 0,7 30 1295 0 0,12 20 792 0 0,48 85 0 0 0,-26-56-1455 0 0,-22-42-478 0 0,1-1-1 0 0,32 45 1 0 0,-45-73-257 0 0,0-1 0 0 0,0 0 0 0 0,1 0 0 0 0,1-1 0 0 0,0 0 0 0 0,0 0 0 0 0,0-1 0 0 0,1-1 0 0 0,0 0 1 0 0,1 0-1 0 0,0-1 0 0 0,15 6 0 0 0,-22-11 9 0 0,0 1 0 0 0,1-1 0 0 0,-1 1 0 0 0,1-2 0 0 0,-1 1 0 0 0,1-1 0 0 0,0 1 0 0 0,-1-1 0 0 0,1-1 0 0 0,-1 1 0 0 0,1-1 0 0 0,-1 0 0 0 0,1 0 0 0 0,-1-1 0 0 0,11-4 0 0 0,-10 3 32 0 0,0-1 1 0 0,0 0-1 0 0,0 0 1 0 0,-1-1-1 0 0,1 0 1 0 0,-1 0-1 0 0,0 0 1 0 0,-1 0-1 0 0,1-1 0 0 0,-1 0 1 0 0,4-7-1 0 0,3-9 114 0 0,-1 0 0 0 0,0-1-1 0 0,-2 0 1 0 0,-1-1 0 0 0,-1 0 0 0 0,4-28-1 0 0,8-135 173 0 0,3-17-1247 0 0,-21 203 816 0 0,0-1-163 0 0,1 0 0 0 0,-1-1 0 0 0,1 1-1 0 0,-1 0 1 0 0,1 0 0 0 0,0 0 0 0 0,0 0 0 0 0,0 0 0 0 0,2-3 0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9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83 24 0 0,'-1'-2'336'0'0,"0"0"0"0"0,0-1 0 0 0,1 1 0 0 0,-1 0 0 0 0,1 0 0 0 0,-1 0 1 0 0,1 0-1 0 0,0 0 0 0 0,0-1 0 0 0,0 1 0 0 0,0 0 0 0 0,0 0 0 0 0,0 0 0 0 0,1-1 0 0 0,-1 1 0 0 0,1 0 0 0 0,-1 0 0 0 0,1 0 0 0 0,0 0 0 0 0,0 0 1 0 0,0 0-1 0 0,0 0 0 0 0,0 0 0 0 0,0 0 0 0 0,1 1 0 0 0,-1-1 0 0 0,1 0 0 0 0,-1 1 0 0 0,1-1 0 0 0,0 1 0 0 0,-1-1 0 0 0,1 1 0 0 0,0 0 0 0 0,0 0 1 0 0,0 0-1 0 0,0 0 0 0 0,0 0 0 0 0,0 0 0 0 0,2 0 0 0 0,0-1-123 0 0,-1 1 1 0 0,0-1-1 0 0,1 1 0 0 0,-1 0 1 0 0,1 0-1 0 0,-1 0 0 0 0,1 1 1 0 0,0-1-1 0 0,-1 1 0 0 0,1 0 1 0 0,0 0-1 0 0,-1 0 1 0 0,1 0-1 0 0,-1 1 0 0 0,1-1 1 0 0,0 1-1 0 0,-1 0 0 0 0,1 0 1 0 0,-1 0-1 0 0,0 1 0 0 0,1-1 1 0 0,-1 1-1 0 0,0 0 0 0 0,5 3 1 0 0,-3 0-114 0 0,0 0 0 0 0,0 0 0 0 0,0 0 0 0 0,-1 1 0 0 0,0 0 0 0 0,0 0 0 0 0,0 0 0 0 0,-1 0 0 0 0,0 1 0 0 0,0-1 1 0 0,3 14-1 0 0,1 9 55 0 0,-2 0 0 0 0,-1 0 0 0 0,-2 1 0 0 0,0 0 0 0 0,-5 48 0 0 0,1-34 453 0 0,7 67 1 0 0,-5-109-568 0 0,0-1 1 0 0,0 1 0 0 0,0 0-1 0 0,0 0 1 0 0,1 0-1 0 0,-1 0 1 0 0,1 0 0 0 0,0 0-1 0 0,-1 0 1 0 0,1-1-1 0 0,0 1 1 0 0,0 0 0 0 0,0-1-1 0 0,0 1 1 0 0,1 0-1 0 0,-1-1 1 0 0,0 1 0 0 0,3 1-1 0 0,-3-3-23 0 0,1 1 0 0 0,-1-1 0 0 0,1 0 0 0 0,-1 1 0 0 0,0-1 0 0 0,1 0 0 0 0,-1 0 0 0 0,1 0 0 0 0,-1 0 0 0 0,1-1 0 0 0,-1 1 0 0 0,1 0 0 0 0,-1 0 0 0 0,1-1 0 0 0,-1 1 0 0 0,1-1 0 0 0,-1 0 0 0 0,0 1 0 0 0,1-1 0 0 0,-1 0 0 0 0,0 0 0 0 0,0 0 0 0 0,0 0 0 0 0,3-2 0 0 0,10-9-62 0 0,-1 0 0 0 0,0-2 0 0 0,12-15 0 0 0,-5 6-1515 0 0,1 1-6204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9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49 12899 0 0,'0'0'595'0'0,"29"-14"2533"0"0,-17 7-2901 0 0,0 1 0 0 0,21-9 0 0 0,-31 14-306 0 0,1 0-1 0 0,0 0 1 0 0,0 0 0 0 0,0 0-1 0 0,0 0 1 0 0,0 1 0 0 0,0 0-1 0 0,1 0 1 0 0,-1 0 0 0 0,0 0-1 0 0,0 0 1 0 0,0 0 0 0 0,0 1-1 0 0,0 0 1 0 0,0-1-1 0 0,0 1 1 0 0,0 0 0 0 0,3 2-1 0 0,1 3 160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49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 10138 0 0,'2'7'448'0'0,"0"-2"96"0"0,-1-1-440 0 0,1-3-104 0 0,1 1 0 0 0,1-2 0 0 0,1 0 633 0 0,2 0 103 0 0,4 0 16 0 0,4-2 8 0 0,6-1-536 0 0,0-4-96 0 0,2-2-32 0 0,3 0 0 0 0,4-1-96 0 0,-2-4 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50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0 10594 0 0,'-18'18'1747'0'0,"11"-12"-1105"0"0,0 0-1 0 0,0 1 0 0 0,1-1 0 0 0,-1 2 1 0 0,2-1-1 0 0,-1 1 0 0 0,1 0 1 0 0,0 0-1 0 0,1 0 0 0 0,0 1 0 0 0,0-1 1 0 0,1 1-1 0 0,-4 12 0 0 0,4-3-463 0 0,1 1 0 0 0,1-1 0 0 0,0 0 0 0 0,2 1 0 0 0,0-1 0 0 0,0 0 0 0 0,2 0 0 0 0,0 0 0 0 0,2 0 0 0 0,-1 0 1 0 0,10 19-1 0 0,-9-23-153 0 0,1 0 0 0 0,1-1 0 0 0,0 1 1 0 0,1-2-1 0 0,0 1 0 0 0,1-1 0 0 0,1 0 1 0 0,-1-1-1 0 0,2 0 0 0 0,0 0 0 0 0,0-2 1 0 0,1 1-1 0 0,0-1 0 0 0,14 7 0 0 0,-24-14-131 0 0,1-1-1 0 0,0 0 0 0 0,0 0 0 0 0,0 0 0 0 0,0 0 0 0 0,0 0 1 0 0,0-1-1 0 0,0 1 0 0 0,1-1 0 0 0,-1 0 0 0 0,0 0 0 0 0,0 0 0 0 0,0 0 1 0 0,0-1-1 0 0,0 1 0 0 0,1-1 0 0 0,-1 0 0 0 0,0 0 0 0 0,0 0 1 0 0,-1 0-1 0 0,1-1 0 0 0,0 1 0 0 0,0-1 0 0 0,-1 1 0 0 0,6-5 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50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 15667 0 0,'-12'7'696'0'0,"5"-2"137"0"0,2 0-665 0 0,1 0-168 0 0,6 0 0 0 0,-2-1 0 0 0,0 1 304 0 0,-2 7 24 0 0,2 2 8 0 0,-2 6 0 0 0,1-1-128 0 0,-1-2-24 0 0,4-3-8 0 0,1-2 0 0 0,2 1-1536 0 0,4-1-304 0 0,3 2-65 0 0,4 2-15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51.0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 11058 0 0,'3'-4'1793'0'0,"-3"4"-1708"0"0,0 0 0 0 0,0 0 1 0 0,0 0-1 0 0,1 0 0 0 0,-1 0 1 0 0,0 0-1 0 0,0 0 1 0 0,0 0-1 0 0,1 0 0 0 0,-1 0 1 0 0,0 0-1 0 0,0 0 0 0 0,1 0 1 0 0,-1 0-1 0 0,0 0 0 0 0,0 0 1 0 0,0 0-1 0 0,1 0 0 0 0,-1 0 1 0 0,1 1 255 0 0,-1-1-256 0 0,10 13 1688 0 0,3 18-118 0 0,54 193 2348 0 0,4 120-3838 0 0,-52-242-148 0 0,1-14-4079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51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80 6913 0 0,'2'-3'162'0'0,"0"-1"0"0"0,0 1-1 0 0,1-1 1 0 0,-1 1-1 0 0,1 0 1 0 0,0 0-1 0 0,0 0 1 0 0,0 1-1 0 0,0-1 1 0 0,0 1-1 0 0,1-1 1 0 0,-1 1-1 0 0,1 0 1 0 0,0 0-1 0 0,7-2 1 0 0,8-3 1396 0 0,38-8 0 0 0,-43 12-1201 0 0,-3 0 117 0 0,1 1 0 0 0,1 0 1 0 0,-1 1-1 0 0,0 0 0 0 0,0 1 1 0 0,0 0-1 0 0,0 1 0 0 0,20 4 1 0 0,-27-4-359 0 0,-1 0 0 0 0,0 1 0 0 0,0-1 0 0 0,1 1 0 0 0,-1 0 0 0 0,0 0 1 0 0,0 0-1 0 0,-1 0 0 0 0,1 1 0 0 0,0 0 0 0 0,-1 0 0 0 0,0 0 0 0 0,0 0 0 0 0,0 0 1 0 0,0 1-1 0 0,0-1 0 0 0,0 1 0 0 0,-1 0 0 0 0,0-1 0 0 0,0 1 0 0 0,0 1 0 0 0,0-1 1 0 0,0 0-1 0 0,-1 0 0 0 0,0 0 0 0 0,1 9 0 0 0,0 2-164 0 0,-2 0 0 0 0,0 0 0 0 0,0 0 0 0 0,-2 0 0 0 0,0 0-1 0 0,0 0 1 0 0,-2 0 0 0 0,0-1 0 0 0,-7 18 0 0 0,-10 21 85 0 0,-32 54-1 0 0,27-57 809 0 0,21-41-530 0 0,-9 16 313 0 0,14-24-589 0 0,-1 0 1 0 0,1-1-1 0 0,-1 1 0 0 0,1 0 1 0 0,0 0-1 0 0,-1 0 0 0 0,1-1 1 0 0,0 1-1 0 0,0 0 0 0 0,0 0 1 0 0,-1 0-1 0 0,1 0 0 0 0,0 0 1 0 0,0 0-1 0 0,0-1 0 0 0,1 1 1 0 0,-1 0-1 0 0,0 0 0 0 0,0 0 1 0 0,0 0-1 0 0,1 0 0 0 0,-1 0 1 0 0,4 1-1 0 0,-1-1 0 0 0,0-1 1 0 0,1 1-1 0 0,-1 0 1 0 0,0-1-1 0 0,1 1 0 0 0,-1-1 1 0 0,1 0-1 0 0,-1 0 1 0 0,0-1-1 0 0,6 0 1 0 0,3 0 41 0 0,19 1-169 0 0,119 5 980 0 0,-130-3-2097 0 0,0 1-1 0 0,36 11 1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3:51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23 456 0 0,'11'-20'10868'0'0,"-10"20"-10582"0"0,-1 0 0 0 0,1 0-1 0 0,0 0 1 0 0,-1 0 0 0 0,1 0 0 0 0,0 0 0 0 0,0 0 0 0 0,24-3 5273 0 0,-13 4-6729 0 0,-6-1 1432 0 0,-1 1 0 0 0,0 0 0 0 0,0 0 0 0 0,1 0 0 0 0,-1 1 0 0 0,0 0 0 0 0,0 0 0 0 0,0 0 0 0 0,-1 0 0 0 0,1 1 0 0 0,0 0 0 0 0,-1 0 0 0 0,0 0 0 0 0,1 1 0 0 0,3 4 0 0 0,-3-2-173 0 0,0 0 0 0 0,0 1 0 0 0,0 0 0 0 0,-1 0 0 0 0,0 1 0 0 0,-1-1 0 0 0,1 1 0 0 0,3 15 0 0 0,-1 0-105 0 0,-2 0 0 0 0,-1 0 0 0 0,-1 0 1 0 0,-1 1-1 0 0,-1-1 0 0 0,-3 26 0 0 0,-2-13 78 0 0,-18 62-1 0 0,0 5 11 0 0,22-101-51 0 0,1-1-1 0 0,-1 1 1 0 0,1 0 0 0 0,0 0-1 0 0,-1 0 1 0 0,1-1 0 0 0,0 1 0 0 0,0 0-1 0 0,0 0 1 0 0,0 0 0 0 0,1 0-1 0 0,-1-1 1 0 0,0 1 0 0 0,1 0-1 0 0,-1 0 1 0 0,1-1 0 0 0,0 1 0 0 0,0 0-1 0 0,-1 0 1 0 0,1-1 0 0 0,0 1-1 0 0,0-1 1 0 0,1 1 0 0 0,-1-1 0 0 0,0 0-1 0 0,0 1 1 0 0,1-1 0 0 0,-1 0-1 0 0,1 0 1 0 0,-1 0 0 0 0,1 0-1 0 0,-1 0 1 0 0,1 0 0 0 0,0 0 0 0 0,-1 0-1 0 0,1-1 1 0 0,0 1 0 0 0,0-1-1 0 0,-1 1 1 0 0,1-1 0 0 0,0 0 0 0 0,0 0-1 0 0,0 0 1 0 0,0 0 0 0 0,2 0-1 0 0,11-1 167 0 0,0-1-1 0 0,-1 0 1 0 0,1-1-1 0 0,23-9 1 0 0,-20 7-104 0 0,53-22 398 0 0,-51 18-685 0 0,35-11-1 0 0,-38 15-171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2.2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2 268 5065 0 0,'-1'-10'504'0'0,"0"1"0"0"0,2-1 0 0 0,-1 1 0 0 0,1-1 0 0 0,3-14 0 0 0,1-8 441 0 0,21-131 7113 0 0,-28 194-7209 0 0,1 0-1 0 0,1-1 1 0 0,6 37 0 0 0,-2-23-444 0 0,-1 4-407 0 0,16 152-36 0 0,-14-166 35 0 0,2-1 1 0 0,1 0-1 0 0,23 59 1 0 0,-28-83 34 0 0,1-1 1 0 0,0 0-1 0 0,0-1 1 0 0,1 1-1 0 0,0-1 1 0 0,0 0-1 0 0,1 0 1 0 0,0-1-1 0 0,0 1 1 0 0,14 10-1 0 0,-17-15-19 0 0,0-1 1 0 0,1 1-1 0 0,-1 0 0 0 0,0-1 0 0 0,1 0 0 0 0,-1 0 0 0 0,1 0 0 0 0,-1 0 0 0 0,1 0 0 0 0,0-1 0 0 0,-1 0 0 0 0,1 1 0 0 0,-1-1 0 0 0,1-1 0 0 0,0 1 0 0 0,-1 0 0 0 0,1-1 0 0 0,-1 0 0 0 0,1 0 0 0 0,-1 0 0 0 0,1 0 0 0 0,-1-1 0 0 0,1 1 0 0 0,-1-1 0 0 0,0 0 0 0 0,0 0 0 0 0,0 0 0 0 0,4-4 0 0 0,7-6 34 0 0,-1 0 0 0 0,-1-1 1 0 0,0 0-1 0 0,-1-1 0 0 0,0 0 1 0 0,-2-1-1 0 0,1-1 0 0 0,-2 1 1 0 0,11-27-1 0 0,-3 1 85 0 0,-2 0-1 0 0,15-77 1 0 0,-20 70-41 0 0,2-49 1 0 0,-10 76-10 0 0,0 0-1 0 0,-2-1 1 0 0,-1 2 0 0 0,-8-42 0 0 0,11 40 105 0 0,-1 21-184 0 0,0 1-1 0 0,0 0 1 0 0,0 0-1 0 0,0-1 1 0 0,0 1-1 0 0,0 0 1 0 0,0 0-1 0 0,0 0 1 0 0,0-1-1 0 0,0 1 1 0 0,0 0-1 0 0,1 0 1 0 0,-1 0-1 0 0,0-1 1 0 0,0 1-1 0 0,0 0 1 0 0,0 0-1 0 0,0 0 1 0 0,1 0-1 0 0,-1 0 0 0 0,0-1 1 0 0,0 1-1 0 0,0 0 1 0 0,1 0-1 0 0,-1 0 1 0 0,0 0-1 0 0,0 0 1 0 0,0 0-1 0 0,1 0 1 0 0,-1 0-1 0 0,0 0 1 0 0,0 0-1 0 0,0 0 1 0 0,1 0-1 0 0,-1 0 1 0 0,0 0-1 0 0,0 0 1 0 0,1 0-1 0 0,13 15 50 0 0,-1 7-69 0 0,-1 0-1 0 0,0 1 1 0 0,-2 1-1 0 0,11 37 1 0 0,18 106 79 0 0,-2-7-68 0 0,-29-134-60 0 0,2 1-1 0 0,0-1 1 0 0,24 44 0 0 0,-2-26-986 0 0,-5-22-2690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2.5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7 6449 0 0,'-4'-5'2292'0'0,"3"5"-2101"0"0,1 0 0 0 0,-1 0 0 0 0,1-1 0 0 0,-1 1 0 0 0,1 0 0 0 0,-1 0 0 0 0,1 0 0 0 0,-1 0 0 0 0,1 0 0 0 0,-1 0 0 0 0,1 0 0 0 0,-1 0 0 0 0,1 0 0 0 0,-1 0 0 0 0,1 0 0 0 0,-1 0 0 0 0,1 0 0 0 0,-1 0 0 0 0,1 0 0 0 0,-1 1 0 0 0,-6 14 3327 0 0,7 23-1059 0 0,9 43-593 0 0,37 158 0 0 0,-3-109-3833 0 0,-35-111-5396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3.1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19 137 3681 0 0,'-18'-5'5533'0'0,"34"-7"-1907"0"0,35-6-2375 0 0,186-51 5713 0 0,-174 49-6400 0 0,-22 10-570 0 0,-14 7-2759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3.9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23 105 10594 0 0,'-4'-3'529'0'0,"3"2"-345"0"0,0 1 1 0 0,-1-1-1 0 0,1 0 0 0 0,0 0 0 0 0,0 0 1 0 0,0 0-1 0 0,0 0 0 0 0,0 0 1 0 0,0 0-1 0 0,0 0 0 0 0,0 0 0 0 0,0 0 1 0 0,0-1-1 0 0,1 1 0 0 0,-1 0 1 0 0,0-1-1 0 0,1 1 0 0 0,-1-3 1205 0 0,10 14 2088 0 0,1 18-2792 0 0,-8-22-310 0 0,9 20-217 0 0,23 40 0 0 0,-24-49-96 0 0,0 1 0 0 0,-2 0-1 0 0,0 0 1 0 0,-1 1 0 0 0,6 24-1 0 0,-9-25-11 0 0,0 1-1 0 0,2-1 1 0 0,0 0-1 0 0,1 0 0 0 0,0-1 1 0 0,2 0-1 0 0,0 0 0 0 0,1-1 1 0 0,0 0-1 0 0,1-1 0 0 0,25 26 1 0 0,-34-39-46 0 0,1 0 0 0 0,0 0 0 0 0,-1 0 0 0 0,1 0 1 0 0,0-1-1 0 0,0 1 0 0 0,0-1 0 0 0,0 1 0 0 0,0-1 0 0 0,0 0 1 0 0,0 0-1 0 0,0-1 0 0 0,0 1 0 0 0,1-1 0 0 0,-1 1 1 0 0,0-1-1 0 0,5-1 0 0 0,-2 1 13 0 0,0-2-1 0 0,0 1 1 0 0,0-1 0 0 0,-1 1 0 0 0,1-2-1 0 0,-1 1 1 0 0,1-1 0 0 0,-1 1 0 0 0,5-5-1 0 0,5-3 27 0 0,-1-2 1 0 0,0 0-1 0 0,-1 0 0 0 0,0-2 0 0 0,14-17 0 0 0,-4 0-5 0 0,-1-1 1 0 0,-1 0-1 0 0,25-52 0 0 0,-38 64-20 0 0,0 0-1 0 0,-1-1 0 0 0,-1 1 0 0 0,0-1 0 0 0,-2 0 0 0 0,-1-1 1 0 0,2-38-1 0 0,-5 43 9 0 0,1 8 7 0 0,-1 1 1 0 0,0-1 0 0 0,-1 0 0 0 0,0 0-1 0 0,0 0 1 0 0,0 0 0 0 0,-5-12 0 0 0,13 73-34 0 0,-4-20-1 0 0,18 145-12 0 0,-15-148 11 0 0,1-1 0 0 0,1-1 0 0 0,1 1 0 0 0,15 29 0 0 0,-17-43-136 0 0,0 1-1 0 0,1-1 1 0 0,0-1 0 0 0,1 0-1 0 0,1 0 1 0 0,0-1 0 0 0,1 0-1 0 0,0 0 1 0 0,1-1 0 0 0,16 12-1 0 0,-14-14-1140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4.3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95 9218 0 0,'-1'-1'184'0'0,"-1"-1"0"0"0,1 1-1 0 0,0 0 1 0 0,0-1 0 0 0,1 1 0 0 0,-1-1 0 0 0,0 1-1 0 0,0-1 1 0 0,1 1 0 0 0,-1-1 0 0 0,1 0 0 0 0,-1 1-1 0 0,1-1 1 0 0,0 0 0 0 0,-1 1 0 0 0,1-1 0 0 0,0 0 0 0 0,0 0-1 0 0,0 1 1 0 0,1-1 0 0 0,-1 0 0 0 0,0 1 0 0 0,1-1-1 0 0,-1 0 1 0 0,1 1 0 0 0,-1-1 0 0 0,1 1 0 0 0,0-1-1 0 0,0 1 1 0 0,-1-1 0 0 0,1 1 0 0 0,0-1 0 0 0,1 1-1 0 0,-1 0 1 0 0,0 0 0 0 0,0-1 0 0 0,0 1 0 0 0,1 0-1 0 0,1-1 1 0 0,2-2 43 0 0,-1 0-1 0 0,1 1 1 0 0,0 0-1 0 0,0 0 1 0 0,0 0-1 0 0,0 0 1 0 0,0 1-1 0 0,1 0 0 0 0,-1 0 1 0 0,10-2-1 0 0,-11 4-165 0 0,0-1 0 0 0,0 1-1 0 0,0 0 1 0 0,0 0-1 0 0,1 1 1 0 0,-1 0-1 0 0,0-1 1 0 0,0 1 0 0 0,0 0-1 0 0,0 1 1 0 0,0-1-1 0 0,0 1 1 0 0,-1 0-1 0 0,1 0 1 0 0,6 4 0 0 0,-5-2-10 0 0,0 1 0 0 0,0 0 1 0 0,0 0-1 0 0,-1 0 1 0 0,0 0-1 0 0,0 1 0 0 0,0 0 1 0 0,5 12-1 0 0,-2-3 43 0 0,-1 1 0 0 0,-1 1-1 0 0,0-1 1 0 0,-2 1-1 0 0,1 0 1 0 0,0 33 0 0 0,-5-3 169 0 0,0-35-157 0 0,0-1 0 0 0,1 0 0 0 0,0 1 0 0 0,1-1 0 0 0,0 0 1 0 0,1 1-1 0 0,5 16 0 0 0,-7-27-98 0 0,0 1 0 0 0,1-1-1 0 0,-1 0 1 0 0,1 0 0 0 0,0 0 0 0 0,-1 0 0 0 0,1 0 0 0 0,0 0 0 0 0,-1 0-1 0 0,1 0 1 0 0,0-1 0 0 0,0 1 0 0 0,0 0 0 0 0,0 0 0 0 0,0-1 0 0 0,0 1 0 0 0,0 0-1 0 0,0-1 1 0 0,0 1 0 0 0,0-1 0 0 0,0 0 0 0 0,1 1 0 0 0,0-1 0 0 0,1 0-4 0 0,-1 1-1 0 0,1-2 1 0 0,0 1 0 0 0,-1 0 0 0 0,1 0 0 0 0,-1-1 0 0 0,1 0 0 0 0,-1 1 0 0 0,1-1 0 0 0,3-2 0 0 0,5-3-24 0 0,0 0 0 0 0,0-1 0 0 0,14-12 0 0 0,-23 17 17 0 0,63-53-1219 0 0,-44 35-435 0 0,0 2 1 0 0,2 0-1 0 0,38-22 1 0 0,-30 23 1160 0 0,-1 1 441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4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73 8754 0 0,'-19'5'233'0'0,"1"-2"3758"0"0,31-11-216 0 0,95-33-2757 0 0,-42 18-6977 0 0,-43 14 868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4.8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67 5985 0 0,'-26'32'1514'0'0,"26"-31"-1377"0"0,-1-1 1 0 0,1 1-1 0 0,0-1 1 0 0,-1 1-1 0 0,1 0 1 0 0,0 0-1 0 0,0-1 1 0 0,0 1-1 0 0,-1 0 1 0 0,1-1-1 0 0,0 1 1 0 0,0 0-1 0 0,0 0 1 0 0,0-1-1 0 0,0 1 1 0 0,0 0-1 0 0,0-1 1 0 0,0 1-1 0 0,1 0 1 0 0,-1 1-1 0 0,1-2 26 0 0,-1 1 0 0 0,1-1 0 0 0,0 1 0 0 0,0 0 0 0 0,-1-1 0 0 0,1 0 0 0 0,0 1 0 0 0,0-1 0 0 0,0 1 0 0 0,0-1 0 0 0,0 0 0 0 0,-1 0 0 0 0,1 0 0 0 0,0 1-1 0 0,0-1 1 0 0,0 0 0 0 0,0 0 0 0 0,0 0 0 0 0,0 0 0 0 0,0 0 0 0 0,1-1 0 0 0,7 0 315 0 0,-1-1 1 0 0,1 1-1 0 0,-1-2 1 0 0,0 1-1 0 0,1-1 1 0 0,9-6-1 0 0,50-28-702 0 0,-38 19-670 0 0,28-13-2332 0 0,-28 18 1548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5.2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7 9674 0 0,'0'-1'126'0'0,"-1"1"-1"0"0,0-1 1 0 0,1 0-1 0 0,-1 1 1 0 0,0-1-1 0 0,0 1 1 0 0,0 0-1 0 0,1-1 1 0 0,-1 1-1 0 0,0 0 1 0 0,0-1-1 0 0,0 1 1 0 0,0 0-1 0 0,0 0 1 0 0,0 0-1 0 0,1-1 1 0 0,-1 1-1 0 0,0 0 1 0 0,0 0-1 0 0,0 1 1 0 0,0-1-1 0 0,0 0 1 0 0,0 0-1 0 0,0 0 1 0 0,0 0-1 0 0,1 1 1 0 0,-1-1 0 0 0,0 1-1 0 0,0-1 1 0 0,0 0-1 0 0,1 1 1 0 0,-1-1-1 0 0,0 1 1 0 0,0 0-1 0 0,1-1 1 0 0,-1 1-1 0 0,0-1 1 0 0,1 1-1 0 0,-1 0 1 0 0,1 0-1 0 0,-1-1 1 0 0,1 1-1 0 0,-1 0 1 0 0,1 0-1 0 0,-1 1 1 0 0,-21 46 1830 0 0,20-42-1736 0 0,-5 15 15 0 0,0 0 0 0 0,2 0 1 0 0,0 1-1 0 0,2 0 0 0 0,0 0 0 0 0,2 0 1 0 0,0 0-1 0 0,1 0 0 0 0,2 0 0 0 0,0 0 1 0 0,1 0-1 0 0,8 27 0 0 0,-7-34-145 0 0,0 0 0 0 0,2-1 0 0 0,0 1 0 0 0,0-1 0 0 0,1 0-1 0 0,1 0 1 0 0,0-1 0 0 0,1 0 0 0 0,1-1 0 0 0,0 0 0 0 0,0 0-1 0 0,1-1 1 0 0,1 0 0 0 0,0-1 0 0 0,0-1 0 0 0,1 0 0 0 0,27 15-1 0 0,-37-22-297 0 0,1-1-1 0 0,-1 1 0 0 0,0-1 0 0 0,1 0 0 0 0,-1 0 1 0 0,1 0-1 0 0,-1 0 0 0 0,1 0 0 0 0,-1-1 0 0 0,1 0 0 0 0,-1 0 1 0 0,1 0-1 0 0,-1 0 0 0 0,1 0 0 0 0,0-1 0 0 0,-1 1 1 0 0,1-1-1 0 0,5-2 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5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49 10594 0 0,'-2'-3'472'0'0,"1"-1"96"0"0,1 1-455 0 0,-2-1-113 0 0,2 2 0 0 0,0 1 0 0 0,0-1 408 0 0,0-2 56 0 0,-2 1 16 0 0,2-4 0 0 0,2 2-648 0 0,1 0-128 0 0,1 1-24 0 0,5 2-8 0 0,5 4 240 0 0,0 0 88 0 0,1-2 0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5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53 9218 0 0,'-2'-5'137'0'0,"-5"-24"2180"0"0,5 11 3407 0 0,2 97-5119 0 0,-2 13 881 0 0,4 0 1 0 0,25 160 0 0 0,-25-239-2680 0 0,2 0 0 0 0,0-1 0 0 0,9 21-1 0 0,-10-27 644 0 0,-1-1-1 0 0,1 0 1 0 0,1 0-1 0 0,-1-1 0 0 0,1 1 1 0 0,-1 0-1 0 0,1-1 1 0 0,0 0-1 0 0,1 0 0 0 0,6 5 1 0 0,-10-9 468 0 0,-1 1 0 0 0,0-1 1 0 0,1 0-1 0 0,-1 0 0 0 0,1 1 1 0 0,-1-1-1 0 0,1 0 0 0 0,-1 0 1 0 0,1 1-1 0 0,-1-1 0 0 0,0 0 0 0 0,1 0 1 0 0,-1 0-1 0 0,1 0 0 0 0,0 0 1 0 0,-1 0-1 0 0,1 0 0 0 0,-1 0 1 0 0,1 0-1 0 0,-1 0 0 0 0,1 0 0 0 0,-1 0 1 0 0,1 0-1 0 0,-1 0 0 0 0,1-1 1 0 0,-1 1-1 0 0,0 0 0 0 0,1 0 1 0 0,-1 0-1 0 0,1-1 0 0 0,-1 1 0 0 0,1 0 1 0 0,-1-1-1 0 0,0 1 0 0 0,1 0 1 0 0,-1-1-1 0 0,0 1 0 0 0,1-1 1 0 0,-1 1-1 0 0,0 0 0 0 0,1-1 0 0 0,0-1 91 0 0,-1 0 0 0 0,1 1-1 0 0,-1-1 1 0 0,1 0 0 0 0,-1 0-1 0 0,0 1 1 0 0,1-1 0 0 0,-1 0-1 0 0,0 0 1 0 0,0 1 0 0 0,-1-4-1 0 0,-2-10-94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6.1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5 446 4145 0 0,'-2'-21'285'0'0,"0"0"0"0"0,2 1 0 0 0,0-1 0 0 0,1 0 0 0 0,1 0 0 0 0,7-26 0 0 0,-1 15 982 0 0,2-1-1 0 0,26-55 1 0 0,-32 79-967 0 0,0 1 0 0 0,1-1 0 0 0,0 1 1 0 0,1 1-1 0 0,0-1 0 0 0,0 1 0 0 0,0 0 0 0 0,1 0 0 0 0,0 0 0 0 0,1 1 0 0 0,-1 0 0 0 0,1 1 1 0 0,0 0-1 0 0,1 0 0 0 0,9-4 0 0 0,-16 8-202 0 0,0 0 0 0 0,0 0 0 0 0,0 0 0 0 0,0 1 0 0 0,0-1 0 0 0,0 0-1 0 0,0 1 1 0 0,0 0 0 0 0,0-1 0 0 0,1 1 0 0 0,-1 0 0 0 0,0 0 0 0 0,0 0 0 0 0,0 0 0 0 0,0 1 0 0 0,0-1 0 0 0,0 0 0 0 0,0 1 0 0 0,1 0 0 0 0,-1-1 0 0 0,0 1 0 0 0,-1 0 0 0 0,1 0 0 0 0,0 0 0 0 0,0 0 0 0 0,0 0 0 0 0,-1 1 0 0 0,1-1-1 0 0,0 0 1 0 0,-1 1 0 0 0,1 0 0 0 0,-1-1 0 0 0,0 1 0 0 0,1 0 0 0 0,-1-1 0 0 0,1 3 0 0 0,0 2-1 0 0,0-1 1 0 0,-1 0-1 0 0,0 1 0 0 0,0 0 1 0 0,0-1-1 0 0,0 1 0 0 0,-1-1 0 0 0,0 1 1 0 0,0 0-1 0 0,-1-1 0 0 0,1 1 1 0 0,-3 8-1 0 0,-4 13-100 0 0,-2 0 0 0 0,0-1 1 0 0,-23 42-1 0 0,-48 70 643 0 0,45-81 762 0 0,33-55-1362 0 0,1-1-1 0 0,0 1 1 0 0,0 0 0 0 0,1-1-1 0 0,-1 1 1 0 0,0 0 0 0 0,0-1 0 0 0,1 1-1 0 0,-1 0 1 0 0,1 0 0 0 0,0 0-1 0 0,-1-1 1 0 0,1 1 0 0 0,0 0 0 0 0,0 0-1 0 0,1 3 1 0 0,-1-4-23 0 0,1 0 1 0 0,0 0-1 0 0,0 0 0 0 0,0 0 1 0 0,-1 0-1 0 0,1 0 1 0 0,1 0-1 0 0,-1 0 0 0 0,0 0 1 0 0,0-1-1 0 0,0 1 1 0 0,0 0-1 0 0,0-1 0 0 0,1 1 1 0 0,-1-1-1 0 0,0 1 0 0 0,0-1 1 0 0,1 0-1 0 0,-1 1 1 0 0,0-1-1 0 0,1 0 0 0 0,-1 0 1 0 0,0 0-1 0 0,3 0 1 0 0,80 4 226 0 0,-44-3-894 0 0,0 2 0 0 0,50 10 0 0 0,-70-8-748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16.4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27 8290 0 0,'-18'-26'12105'0'0,"22"36"-10486"0"0,1 2-1342 0 0,0 0-1 0 0,-1 0 1 0 0,-1 0-1 0 0,1 0 1 0 0,1 26-1 0 0,0 68 224 0 0,-1-13-28 0 0,-4-88-453 0 0,3 22 202 0 0,1 0 1 0 0,10 40-1 0 0,-11-59-238 0 0,-1 0 0 0 0,1-1 0 0 0,1 1 0 0 0,0-1 0 0 0,0 0 0 0 0,0 0 0 0 0,0 0 0 0 0,1 0 0 0 0,1-1 0 0 0,-1 0 0 0 0,1 0 0 0 0,12 10 0 0 0,8 3-1038 0 0,-12-9 504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26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34 227 2304 0 0,'-6'-19'1891'0'0,"-4"-40"0"0"0,1 10 689 0 0,2-11 2071 0 0,5 20 2239 0 0,5 68-6479 0 0,0-1-1 0 0,2-1 1 0 0,1 1 0 0 0,17 48-1 0 0,2 8-385 0 0,-2 14-78 0 0,66 217-26 0 0,-85-302 51 0 0,25 55-83 0 0,-28-64 83 0 0,1 0-1 0 0,-1-1 1 0 0,1 1-1 0 0,0 0 1 0 0,0 0-1 0 0,0-1 1 0 0,0 1-1 0 0,1-1 1 0 0,-1 0-1 0 0,1 0 0 0 0,-1 0 1 0 0,1 0-1 0 0,0 0 1 0 0,0 0-1 0 0,0-1 1 0 0,0 1-1 0 0,5 1 1 0 0,-5-3 7 0 0,-1 0 0 0 0,1-1 1 0 0,-1 1-1 0 0,1 0 1 0 0,-1-1-1 0 0,1 0 1 0 0,-1 1-1 0 0,1-1 1 0 0,-1 0-1 0 0,0 0 0 0 0,1-1 1 0 0,-1 1-1 0 0,0 0 1 0 0,0-1-1 0 0,0 1 1 0 0,0-1-1 0 0,0 0 0 0 0,0 1 1 0 0,-1-1-1 0 0,1 0 1 0 0,2-3-1 0 0,29-46-111 0 0,-33 50 131 0 0,14-27 67 0 0,0-2 0 0 0,-3 0 1 0 0,0 0-1 0 0,-2-1 0 0 0,-1-1 0 0 0,-2 1 0 0 0,-1-1 0 0 0,2-34 1 0 0,-5-8 316 0 0,-4 0 0 0 0,-13-102 1 0 0,12 166-82 0 0,8 32 93 0 0,6 23-411 0 0,2 0-1 0 0,2-2 1 0 0,3 0 0 0 0,1 0-1 0 0,1-2 1 0 0,3-1-1 0 0,1 0 1 0 0,40 49-1 0 0,-51-74-557 0 0,24 28 1315 0 0,-12-16-7498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27.4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32 148 6449 0 0,'-1'0'178'0'0,"-1"0"-1"0"0,1-1 1 0 0,-1 1-1 0 0,1 0 1 0 0,-1-1-1 0 0,1 0 1 0 0,-1 1-1 0 0,1-1 1 0 0,0 0-1 0 0,-1 1 1 0 0,1-1-1 0 0,0 0 1 0 0,0 0-1 0 0,0 0 1 0 0,-1 0-1 0 0,1 0 1 0 0,0 0-1 0 0,0-1 0 0 0,1 1 1 0 0,-1 0-1 0 0,0-1 1 0 0,0 1-1 0 0,0 0 1 0 0,1-1-1 0 0,-1 1 1 0 0,1-1-1 0 0,-1 1 1 0 0,1-1-1 0 0,0 1 1 0 0,0-1-1 0 0,-1 1 1 0 0,1-1-1 0 0,0 1 1 0 0,0-1-1 0 0,0 1 1 0 0,1-1-1 0 0,-1 1 1 0 0,0-1-1 0 0,1 1 1 0 0,-1-1-1 0 0,0 1 1 0 0,1-1-1 0 0,0 1 0 0 0,-1 0 1 0 0,2-2-1 0 0,1-3 132 0 0,0 0-1 0 0,0 1 0 0 0,1 0 0 0 0,0 0 0 0 0,-1 0 0 0 0,2 0 0 0 0,-1 1 0 0 0,0-1 0 0 0,1 1 0 0 0,6-4 1 0 0,-2 3-238 0 0,0 0 0 0 0,0 1 0 0 0,1 0 0 0 0,-1 0 0 0 0,1 1 0 0 0,0 0 0 0 0,0 1 1 0 0,0 0-1 0 0,0 0 0 0 0,0 1 0 0 0,1 0 0 0 0,-1 1 0 0 0,11 1 0 0 0,-15 0-34 0 0,0 0 0 0 0,0 0 0 0 0,0 1 0 0 0,0-1 0 0 0,0 1 0 0 0,-1 0 0 0 0,1 1 0 0 0,-1-1 0 0 0,1 1 0 0 0,-1 0-1 0 0,0 1 1 0 0,0-1 0 0 0,0 1 0 0 0,-1 0 0 0 0,1 0 0 0 0,-1 0 0 0 0,0 1 0 0 0,0 0 0 0 0,-1-1 0 0 0,1 1 0 0 0,-1 1-1 0 0,0-1 1 0 0,2 7 0 0 0,1 4 182 0 0,-1 1-1 0 0,-1 0 0 0 0,0 0 1 0 0,-1 1-1 0 0,0 18 0 0 0,4 25 373 0 0,-7-61-539 0 0,0 1 0 0 0,0-1 0 0 0,1 0 0 0 0,-1 1 0 0 0,0-1 0 0 0,0 1 0 0 0,0-1 0 0 0,1 1 0 0 0,-1-1 0 0 0,0 0 0 0 0,0 1 0 0 0,1-1 0 0 0,-1 1 0 0 0,0-1 0 0 0,1 0 0 0 0,-1 0 0 0 0,1 1 0 0 0,-1-1 0 0 0,0 0 1 0 0,1 1-1 0 0,-1-1 0 0 0,1 0 0 0 0,-1 0 0 0 0,1 0 0 0 0,-1 0 0 0 0,0 1 0 0 0,1-1 0 0 0,-1 0 0 0 0,2 0 0 0 0,19-2 235 0 0,19-14-491 0 0,-39 15 253 0 0,94-47-3632 0 0,-75 37-3645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27.8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86 6913 0 0,'-10'-2'612'0'0,"-30"-7"627"0"0,39 9-952 0 0,0 0 0 0 0,-1-1 0 0 0,1 1 0 0 0,0-1 0 0 0,0 1-1 0 0,0-1 1 0 0,0 0 0 0 0,0 1 0 0 0,0-1 0 0 0,0 0 0 0 0,0 0-1 0 0,0 0 1 0 0,-2-1 0 0 0,3 1-143 0 0,0 0 0 0 0,1 1 0 0 0,-1-1 0 0 0,0 0 0 0 0,0 1-1 0 0,0-1 1 0 0,1 0 0 0 0,-1 1 0 0 0,0-1 0 0 0,0 0 0 0 0,1 1 0 0 0,-1-1 0 0 0,1 1 0 0 0,-1-1 0 0 0,0 1 0 0 0,1-1-1 0 0,-1 1 1 0 0,1-1 0 0 0,0 1 0 0 0,-1 0 0 0 0,1-1 0 0 0,-1 1 0 0 0,1 0 0 0 0,-1-1 0 0 0,1 1 0 0 0,0 0-1 0 0,-1-1 1 0 0,1 1 0 0 0,1 0 0 0 0,23-9 976 0 0,-23 8-965 0 0,32-10 969 0 0,2 2 1 0 0,48-7-1 0 0,-72 14-1040 0 0,0 1 0 0 0,0 1-1 0 0,0 0 1 0 0,0 0-1 0 0,0 1 1 0 0,0 1 0 0 0,-1 0-1 0 0,1 0 1 0 0,0 1 0 0 0,-1 1-1 0 0,13 5 1 0 0,-23-8-113 0 0,1-1 1 0 0,-1 0-1 0 0,1 1 1 0 0,-1 0-1 0 0,0-1 1 0 0,0 1-1 0 0,1 0 1 0 0,-1 0-1 0 0,0 0 1 0 0,0 0-1 0 0,0 0 1 0 0,0 0-1 0 0,0 0 1 0 0,0 0-1 0 0,0 0 1 0 0,0 0-1 0 0,0 1 1 0 0,-1-1-1 0 0,1 0 1 0 0,0 0-1 0 0,-1 1 1 0 0,1-1-1 0 0,-1 1 1 0 0,0-1-1 0 0,1 0 1 0 0,-1 1-1 0 0,0-1 1 0 0,0 1-1 0 0,0-1 1 0 0,0 1-1 0 0,0 1 1 0 0,-2 2-692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28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78 8754 0 0,'-1'-8'455'0'0,"-1"1"0"0"0,0-1 0 0 0,0 1 0 0 0,0 0 0 0 0,-1 0 0 0 0,-4-9 0 0 0,7 15-352 0 0,-1 0 0 0 0,1 0 1 0 0,-1 0-1 0 0,1 0 0 0 0,-1 0 1 0 0,1 0-1 0 0,-1 0 1 0 0,0 1-1 0 0,1-1 0 0 0,-1 0 1 0 0,0 0-1 0 0,0 1 1 0 0,0-1-1 0 0,1 0 0 0 0,-1 1 1 0 0,0-1-1 0 0,0 1 0 0 0,0-1 1 0 0,0 1-1 0 0,0-1 1 0 0,0 1-1 0 0,0 0 0 0 0,0-1 1 0 0,0 1-1 0 0,0 0 0 0 0,0 0 1 0 0,0 0-1 0 0,-1 0 1 0 0,1 0-1 0 0,0 0 0 0 0,0 0 1 0 0,0 0-1 0 0,0 0 0 0 0,0 0 1 0 0,0 1-1 0 0,0-1 1 0 0,0 1-1 0 0,0-1 0 0 0,0 0 1 0 0,0 1-1 0 0,0-1 1 0 0,0 1-1 0 0,0 0 0 0 0,1-1 1 0 0,-1 1-1 0 0,0 0 0 0 0,0 0 1 0 0,0-1-1 0 0,1 1 1 0 0,-1 0-1 0 0,1 0 0 0 0,-1 0 1 0 0,0 1-1 0 0,-6 7 68 0 0,1 1-1 0 0,0 0 0 0 0,0 0 1 0 0,1 0-1 0 0,1 0 1 0 0,0 1-1 0 0,0 0 1 0 0,-3 15-1 0 0,0 9-15 0 0,-3 48-1 0 0,6-33-60 0 0,2-1-1 0 0,8 85 1 0 0,-3-111-97 0 0,0-1 0 0 0,2 1-1 0 0,1-1 1 0 0,0 0 0 0 0,2 0 0 0 0,0-1 0 0 0,2 0-1 0 0,13 22 1 0 0,-17-34-58 0 0,0 0-1 0 0,1 0 1 0 0,1-1 0 0 0,-1 0-1 0 0,15 12 1 0 0,-20-18-16 0 0,1 1 1 0 0,0-1-1 0 0,0 0 0 0 0,0 0 1 0 0,1 0-1 0 0,-1-1 0 0 0,1 1 1 0 0,-1-1-1 0 0,1 1 0 0 0,-1-1 1 0 0,1 0-1 0 0,-1-1 0 0 0,1 1 1 0 0,0-1-1 0 0,0 1 0 0 0,-1-1 0 0 0,1 0 1 0 0,0 0-1 0 0,7-2 0 0 0,-10 2 50 0 0,0-1-1 0 0,0 1 1 0 0,0-1-1 0 0,0 1 1 0 0,0-1-1 0 0,0 1 0 0 0,0-1 1 0 0,0 0-1 0 0,0 1 1 0 0,0-1-1 0 0,0 0 1 0 0,0 0-1 0 0,0 0 0 0 0,0 0 1 0 0,-1 0-1 0 0,1 0 1 0 0,0 0-1 0 0,-1 0 1 0 0,1 0-1 0 0,-1 0 0 0 0,1 0 1 0 0,-1-1-1 0 0,1 1 1 0 0,-1 0-1 0 0,0 0 1 0 0,0 0-1 0 0,0-1 0 0 0,1 1 1 0 0,-1 0-1 0 0,0 0 1 0 0,-1 0-1 0 0,1-1 1 0 0,0 1-1 0 0,0 0 0 0 0,0 0 1 0 0,-1 0-1 0 0,1-1 1 0 0,-1 1-1 0 0,1 0 1 0 0,-1 0-1 0 0,0-2 0 0 0,-3-6 141 0 0,-1-1 0 0 0,-1 1 0 0 0,-10-16 0 0 0,9 15-29 0 0,-6-9 77 0 0,-30-53 27 0 0,41 67-171 0 0,-1 0 0 0 0,1-1 0 0 0,0 1 0 0 0,0-1 0 0 0,1 1 0 0 0,-1-1 1 0 0,1 0-1 0 0,1 0 0 0 0,-1 1 0 0 0,1-1 0 0 0,0-8 0 0 0,2 9 10 0 0,0 0 1 0 0,-1 0-1 0 0,2 0 0 0 0,-1 0 0 0 0,0 1 0 0 0,1-1 0 0 0,0 1 0 0 0,0 0 0 0 0,0 0 0 0 0,1 0 0 0 0,-1 0 0 0 0,1 1 0 0 0,0-1 0 0 0,0 1 0 0 0,0 0 0 0 0,0 0 0 0 0,9-4 0 0 0,9-5 150 0 0,1 1-1 0 0,29-10 0 0 0,-44 18-170 0 0,1-1 76 0 0,0 1 1 0 0,1 0-1 0 0,-1 0 0 0 0,1 1 0 0 0,-1 1 1 0 0,1-1-1 0 0,19 1 0 0 0,-25 2-53 0 0,-1-1 0 0 0,1 1 0 0 0,0-1 0 0 0,-1 1 0 0 0,1 1 0 0 0,-1-1 0 0 0,0 0 1 0 0,1 1-1 0 0,-1-1 0 0 0,0 1 0 0 0,0 0 0 0 0,0 0 0 0 0,0 0 0 0 0,0 1 0 0 0,-1-1 0 0 0,1 1 0 0 0,-1 0 0 0 0,1-1 0 0 0,-1 1 0 0 0,0 0 0 0 0,0 0 0 0 0,0 0 0 0 0,0 1 0 0 0,1 3 0 0 0,3 11 180 0 0,0 1 0 0 0,-1 0-1 0 0,0 1 1 0 0,-2-1-1 0 0,2 20 1 0 0,-5-23-486 0 0,2-1 0 0 0,0 1 1 0 0,1-1-1 0 0,1 0 0 0 0,0 0 1 0 0,1 0-1 0 0,0 0 0 0 0,15 25 0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28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61 6913 0 0,'0'-5'315'0'0,"-2"-31"-150"0"0,2 35-112 0 0,0 0 0 0 0,0 1 0 0 0,0-1 0 0 0,-1 0 0 0 0,1 1 0 0 0,1-1 0 0 0,-1 0 0 0 0,0 1 0 0 0,0-1 0 0 0,0 0 0 0 0,0 1 0 0 0,0-1 0 0 0,1 0 0 0 0,-1 1 0 0 0,0-1 0 0 0,0 1 0 0 0,1-1 0 0 0,-1 0 0 0 0,1 1 0 0 0,-1-1 0 0 0,0 1 0 0 0,1-1 0 0 0,-1 1 0 0 0,1-1 0 0 0,-1 1 0 0 0,1-1 0 0 0,-1 1 0 0 0,1 0 0 0 0,0-1 0 0 0,-1 1 0 0 0,1 0 0 0 0,0 0 0 0 0,-1-1 0 0 0,1 1 0 0 0,-1 0 0 0 0,1 0 0 0 0,0 0 0 0 0,-1 0 0 0 0,1 0 0 0 0,1 0 0 0 0,-1 0 150 0 0,0 1-1 0 0,0-1 0 0 0,-1 1 1 0 0,1-1-1 0 0,0 1 1 0 0,0 0-1 0 0,-1 0 1 0 0,1-1-1 0 0,-1 1 1 0 0,1 0-1 0 0,0 0 1 0 0,-1 0-1 0 0,0 0 0 0 0,1 0 1 0 0,-1-1-1 0 0,1 1 1 0 0,-1 0-1 0 0,0 0 1 0 0,0 0-1 0 0,0 0 1 0 0,1 0-1 0 0,-1 2 1 0 0,2 25 1741 0 0,-2-24-1671 0 0,2 91 2838 0 0,-3-58-2718 0 0,1 0 0 0 0,3 0 0 0 0,1 0-1 0 0,15 62 1 0 0,-11-71-717 0 0,9 29-937 0 0,-9-20-5102 0 0,-6-19 510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29.1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5 216 5529 0 0,'-1'-12'-28'0'0,"-3"-47"2573"0"0,11 23 3869 0 0,-7 36-6284 0 0,1-1-1 0 0,-1 1 0 0 0,1-1 0 0 0,-1 1 0 0 0,1-1 0 0 0,0 1 0 0 0,-1 0 0 0 0,1-1 0 0 0,0 1 1 0 0,-1-1-1 0 0,1 1 0 0 0,0 0 0 0 0,-1 0 0 0 0,1 0 0 0 0,0-1 0 0 0,-1 1 0 0 0,1 0 0 0 0,0 0 0 0 0,0 0 1 0 0,-1 0-1 0 0,1 0 0 0 0,0 0 0 0 0,0 0 0 0 0,-1 0 0 0 0,1 1 0 0 0,0-1 0 0 0,-1 0 0 0 0,1 0 1 0 0,0 0-1 0 0,-1 1 0 0 0,1-1 0 0 0,0 0 0 0 0,-1 1 0 0 0,1-1 0 0 0,0 1 0 0 0,-1-1 0 0 0,1 1 1 0 0,-1-1-1 0 0,1 1 0 0 0,25 19 461 0 0,-26-20-579 0 0,83 85 217 0 0,-54-54-58 0 0,41 37-1 0 0,-60-60-150 0 0,0 0 0 0 0,1-1 0 0 0,0 0 0 0 0,0 0 0 0 0,1-1 0 0 0,0-1 0 0 0,0 0 0 0 0,19 5 0 0 0,-28-9 29 0 0,0 0-1 0 0,0 0 0 0 0,0-1 1 0 0,0 1-1 0 0,0-1 0 0 0,0 0 1 0 0,0 0-1 0 0,0 0 0 0 0,0 0 1 0 0,0-1-1 0 0,0 1 0 0 0,0-1 1 0 0,0 1-1 0 0,0-1 0 0 0,0 0 1 0 0,0-1-1 0 0,0 1 0 0 0,5-3 1 0 0,-6 2 6 0 0,0-1 0 0 0,0 1 0 0 0,0 0 0 0 0,-1-1-1 0 0,1 0 1 0 0,-1 1 0 0 0,1-1 0 0 0,-1 0 0 0 0,0 0 0 0 0,0 0 0 0 0,0 0 0 0 0,0 0 0 0 0,0 0 0 0 0,-1 0 0 0 0,1 0 0 0 0,-1 0 0 0 0,0 0 0 0 0,0-5 0 0 0,-3-24 241 0 0,0-1 1 0 0,-2 1-1 0 0,-2 1 1 0 0,-18-57-1 0 0,-1 0-852 0 0,25 82-1353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29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 7370 0 0,'-1'0'205'0'0,"1"-1"0"0"0,-1 0 1 0 0,0 1-1 0 0,1-1 0 0 0,-1 1 0 0 0,0-1 1 0 0,0 1-1 0 0,1-1 0 0 0,-1 1 1 0 0,0 0-1 0 0,0-1 0 0 0,0 1 1 0 0,0 0-1 0 0,1 0 0 0 0,-1-1 1 0 0,0 1-1 0 0,0 0 0 0 0,0 0 1 0 0,0 0-1 0 0,0 0 0 0 0,0 0 1 0 0,0 0-1 0 0,1 1 0 0 0,-1-1 0 0 0,0 0 1 0 0,-1 1-1 0 0,2-1 10 0 0,-1 1-1 0 0,1 0 1 0 0,-1 0-1 0 0,1 0 1 0 0,0 0 0 0 0,-1 0-1 0 0,1 0 1 0 0,0 0-1 0 0,0 0 1 0 0,0 0-1 0 0,-1 0 1 0 0,1 0-1 0 0,0 0 1 0 0,0 0 0 0 0,1 0-1 0 0,-1 0 1 0 0,0 0-1 0 0,1 1 1 0 0,1 7 422 0 0,0 0 0 0 0,1-1 1 0 0,7 16-1 0 0,11 20-245 0 0,-1 0 0 0 0,-3 2 0 0 0,17 66 0 0 0,-16-27 273 0 0,9 89 0 0 0,-26-167-678 0 0,1 21-872 0 0,2-1-1 0 0,0 0 0 0 0,2 0 1 0 0,17 47-1 0 0,-16-61-554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29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17 243 3225 0 0,'-3'-7'360'0'0,"0"-1"-1"0"0,1 1 1 0 0,-1-1 0 0 0,2 0 0 0 0,-1 1 0 0 0,1-1 0 0 0,0 0 0 0 0,1 0 0 0 0,0 0 0 0 0,0 0-1 0 0,1 0 1 0 0,0 0 0 0 0,0 0 0 0 0,1 0 0 0 0,0 1 0 0 0,0-1 0 0 0,1 0 0 0 0,4-8-1 0 0,-4 10-47 0 0,0 0-1 0 0,1 0 0 0 0,0 1 0 0 0,0 0 1 0 0,0 0-1 0 0,0 0 0 0 0,1 0 0 0 0,0 0 1 0 0,0 1-1 0 0,0 0 0 0 0,1 0 0 0 0,-1 0 1 0 0,1 1-1 0 0,0 0 0 0 0,0 0 0 0 0,0 1 1 0 0,0-1-1 0 0,0 1 0 0 0,1 0 0 0 0,-1 1 1 0 0,1 0-1 0 0,9-1 0 0 0,-1 1-124 0 0,0 1 1 0 0,0 1-1 0 0,0 1 1 0 0,1 0-1 0 0,-1 0 0 0 0,-1 2 1 0 0,1 0-1 0 0,0 0 1 0 0,-1 2-1 0 0,0-1 0 0 0,0 2 1 0 0,-1 0-1 0 0,0 1 1 0 0,13 9-1 0 0,-17-11-73 0 0,-1 1 1 0 0,0 0-1 0 0,-1 0 1 0 0,1 1 0 0 0,-1 0-1 0 0,-1 1 1 0 0,0-1-1 0 0,0 1 1 0 0,0 0-1 0 0,-1 0 1 0 0,-1 1-1 0 0,1 0 1 0 0,-2 0-1 0 0,1 0 1 0 0,-1 0-1 0 0,-1 0 1 0 0,0 1-1 0 0,0-1 1 0 0,-1 1-1 0 0,-1 18 1 0 0,-1-10-117 0 0,-1-1 1 0 0,-1 1-1 0 0,-1 0 0 0 0,-1-1 1 0 0,0 0-1 0 0,-2 0 0 0 0,0 0 1 0 0,0-1-1 0 0,-16 25 0 0 0,-7 3 8 0 0,-1-2 0 0 0,-41 43 0 0 0,61-73 203 0 0,2-2-1000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30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81 11522 0 0,'53'-25'5260'0'0,"27"-13"-3453"0"0,-72 35-2588 0 0,1 0 1 0 0,-1 0-1 0 0,1 1 0 0 0,0 0 1 0 0,-1 0-1 0 0,1 1 1 0 0,13 0-1 0 0,-6 2-1313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30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70 7370 0 0,'-5'5'-261'0'0,"-16"18"2849"0"0,20-22-2444 0 0,1-1-1 0 0,0 0 1 0 0,-1 1-1 0 0,1-1 1 0 0,0 1-1 0 0,0-1 0 0 0,-1 1 1 0 0,1 0-1 0 0,0-1 1 0 0,0 1-1 0 0,0-1 1 0 0,0 1-1 0 0,-1-1 1 0 0,1 1-1 0 0,0-1 1 0 0,0 1-1 0 0,0 0 1 0 0,0-1-1 0 0,0 1 1 0 0,1-1-1 0 0,-1 1 1 0 0,0-1-1 0 0,0 1 1 0 0,0 0-1 0 0,0-1 1 0 0,1 1-1 0 0,-1-1 1 0 0,0 1-1 0 0,1-1 1 0 0,-1 1-1 0 0,0-1 1 0 0,1 0-1 0 0,-1 1 1 0 0,0-1-1 0 0,1 1 1 0 0,-1-1-1 0 0,1 0 0 0 0,-1 1 1 0 0,1-1-1 0 0,-1 0 1 0 0,1 1-1 0 0,-1-1 1 0 0,1 0-1 0 0,-1 0 1 0 0,1 0-1 0 0,0 1 1 0 0,2-1 72 0 0,0 1-1 0 0,0-1 1 0 0,0 0 0 0 0,0 0 0 0 0,-1 0 0 0 0,1 0-1 0 0,0 0 1 0 0,0 0 0 0 0,0-1 0 0 0,0 0-1 0 0,-1 1 1 0 0,1-1 0 0 0,4-2 0 0 0,40-21-363 0 0,-33 17 152 0 0,114-63-8965 0 0,-105 56 8738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30.5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7 5985 0 0,'-7'-6'4782'0'0,"6"6"-4649"0"0,-3 10 4155 0 0,1 12-2012 0 0,3 8-1536 0 0,1 0 1 0 0,2 1 0 0 0,1-1-1 0 0,1 0 1 0 0,14 42 0 0 0,-18-67-671 0 0,7 28 100 0 0,2-1 1 0 0,0-1-1 0 0,3 0 1 0 0,0 0-1 0 0,3-1 0 0 0,0-1 1 0 0,24 32-1 0 0,5-13-317 0 0,-41-44-157 0 0,0 0 0 0 0,1-1 1 0 0,0 1-1 0 0,0-1 1 0 0,0 0-1 0 0,0-1 0 0 0,0 1 1 0 0,1-1-1 0 0,6 2 1 0 0,-4-2-1211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30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62 10138 0 0,'-17'-7'188'0'0,"12"6"435"0"0,0-1 0 0 0,0 0 1 0 0,0 0-1 0 0,0 0 0 0 0,1 0 0 0 0,-1-1 1 0 0,1 0-1 0 0,0 0 0 0 0,-1 0 0 0 0,1-1 0 0 0,1 1 1 0 0,-8-9-1 0 0,11 12-600 0 0,0 0-1 0 0,-1-1 1 0 0,1 1 0 0 0,0 0 0 0 0,0-1-1 0 0,0 1 1 0 0,0 0 0 0 0,0-1-1 0 0,0 1 1 0 0,0 0 0 0 0,0-1 0 0 0,0 1-1 0 0,0 0 1 0 0,0-1 0 0 0,0 1-1 0 0,0 0 1 0 0,0-1 0 0 0,0 1 0 0 0,0 0-1 0 0,0-1 1 0 0,0 1 0 0 0,0 0 0 0 0,0-1-1 0 0,1 1 1 0 0,-1 0 0 0 0,0-1-1 0 0,0 1 1 0 0,0 0 0 0 0,1 0 0 0 0,-1-1-1 0 0,0 1 1 0 0,0 0 0 0 0,1 0-1 0 0,-1-1 1 0 0,0 1 0 0 0,0 0 0 0 0,1 0-1 0 0,-1 0 1 0 0,0 0 0 0 0,1-1 0 0 0,-1 1-1 0 0,0 0 1 0 0,1 0 0 0 0,-1 0-1 0 0,0 0 1 0 0,1 0 0 0 0,-1 0 0 0 0,0 0-1 0 0,1 0 1 0 0,-1 0 0 0 0,0 0-1 0 0,1 0 1 0 0,-1 0 0 0 0,0 0 0 0 0,1 0-1 0 0,-1 0 1 0 0,0 0 0 0 0,1 0 0 0 0,-1 1-1 0 0,23 4-1860 0 0,-18-2 1161 0 0,-1 0-1 0 0,1 0 1 0 0,-1 1-1 0 0,0-1 1 0 0,7 8-1 0 0,5 8-1423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31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0,'-1'-1'132'0'0,"0"1"1"0"0,0 0-1 0 0,0 0 1 0 0,1 0 0 0 0,-1 0-1 0 0,0 0 1 0 0,0 1-1 0 0,1-1 1 0 0,-1 0 0 0 0,0 0-1 0 0,0 0 1 0 0,1 1-1 0 0,-1-1 1 0 0,0 0-1 0 0,1 1 1 0 0,-1-1 0 0 0,0 0-1 0 0,1 1 1 0 0,-1-1-1 0 0,0 1 1 0 0,1-1-1 0 0,-1 1 1 0 0,1 0 0 0 0,-1-1-1 0 0,1 1 1 0 0,-1-1-1 0 0,1 1 1 0 0,0 0-1 0 0,-1-1 1 0 0,1 1 0 0 0,0 0-1 0 0,-1 0 1 0 0,1 0-1 0 0,0 2 192 0 0,0-1 0 0 0,0 1 0 0 0,0-1 0 0 0,0 1-1 0 0,1-1 1 0 0,-1 1 0 0 0,1-1 0 0 0,-1 1 0 0 0,1-1 0 0 0,1 4 0 0 0,47 105 3869 0 0,13 37-2661 0 0,-22-35-992 0 0,33 90-3362 0 0,-67-184 1069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31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9 316 2304 0 0,'-4'-19'192'0'0,"2"1"0"0"0,-1-32 0 0 0,4 39 602 0 0,0 1 1 0 0,0-1 0 0 0,5-16 0 0 0,-3 16-145 0 0,0 1-1 0 0,1 0 1 0 0,0 1 0 0 0,0-1 0 0 0,1 1 0 0 0,1-1 0 0 0,-1 1 0 0 0,1 1 0 0 0,1-1 0 0 0,12-12 0 0 0,-13 16-265 0 0,1-1-1 0 0,0 1 1 0 0,0 0 0 0 0,0 1-1 0 0,1 0 1 0 0,0 0 0 0 0,0 1-1 0 0,0-1 1 0 0,0 2 0 0 0,0-1-1 0 0,1 1 1 0 0,-1 1 0 0 0,16-2-1 0 0,-22 3-313 0 0,13-2 368 0 0,0 1 0 0 0,0 1-1 0 0,0 1 1 0 0,19 2 0 0 0,-31-3-393 0 0,0 1 1 0 0,0-1 0 0 0,0 1 0 0 0,-1 0-1 0 0,1 0 1 0 0,0 0 0 0 0,-1 0-1 0 0,1 0 1 0 0,-1 0 0 0 0,1 1 0 0 0,-1 0-1 0 0,1-1 1 0 0,-1 1 0 0 0,0 0 0 0 0,0 0-1 0 0,0 0 1 0 0,0 0 0 0 0,0 0-1 0 0,-1 0 1 0 0,1 1 0 0 0,-1-1 0 0 0,1 1-1 0 0,-1-1 1 0 0,0 1 0 0 0,0 0 0 0 0,0-1-1 0 0,0 1 1 0 0,0 0 0 0 0,0 4-1 0 0,-1 6 0 0 0,0 1 0 0 0,0-1-1 0 0,-2 0 1 0 0,1 0 0 0 0,-2 0-1 0 0,0-1 1 0 0,0 1-1 0 0,-1 0 1 0 0,-1-1 0 0 0,-10 21-1 0 0,-8 9-84 0 0,-46 61 0 0 0,53-80 73 0 0,2-5-28 0 0,9-11 14 0 0,0-1 0 0 0,0 1 0 0 0,1 1-1 0 0,-1-1 1 0 0,-3 10 0 0 0,9-17-12 0 0,-1 1 0 0 0,0-1 0 0 0,0 0 0 0 0,0 1-1 0 0,0-1 1 0 0,1 1 0 0 0,-1-1 0 0 0,0 0 0 0 0,0 0 0 0 0,1 1-1 0 0,-1-1 1 0 0,0 0 0 0 0,0 1 0 0 0,1-1 0 0 0,-1 0 0 0 0,0 0 0 0 0,1 0-1 0 0,-1 1 1 0 0,1-1 0 0 0,-1 0 0 0 0,0 0 0 0 0,1 0 0 0 0,-1 0-1 0 0,0 0 1 0 0,1 0 0 0 0,-1 1 0 0 0,1-1 0 0 0,-1 0 0 0 0,0 0 0 0 0,1 0-1 0 0,-1 0 1 0 0,1-1 0 0 0,-1 1 0 0 0,0 0 0 0 0,1 0 0 0 0,-1 0-1 0 0,1 0 1 0 0,-1 0 0 0 0,0 0 0 0 0,1-1 0 0 0,-1 1 0 0 0,19-3 305 0 0,61-21-846 0 0,-54 15 90 0 0,0 1-1 0 0,0 2 1 0 0,1 0 0 0 0,37-2 0 0 0,-40 8-1769 0 0,0-2-4613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31.8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58 456 0 0,'-1'0'441'0'0,"0"-1"0"0"0,-1 1 0 0 0,1-1 0 0 0,0 1-1 0 0,0-1 1 0 0,0 0 0 0 0,-1 0 0 0 0,-3-3 1763 0 0,4 3-1763 0 0,1 0 0 0 0,-1 0 0 0 0,0 0 0 0 0,0 0 0 0 0,1-1 0 0 0,-1 1-1 0 0,1 0 1 0 0,-1 0 0 0 0,1-1 0 0 0,-1-1 0 0 0,1 2-129 0 0,0 0 0 0 0,1-1 0 0 0,-1 1 0 0 0,1 0 0 0 0,-1 0 0 0 0,1 0 0 0 0,-1 0-1 0 0,1 0 1 0 0,0 0 0 0 0,0 0 0 0 0,-1 0 0 0 0,1 0 0 0 0,0 0 0 0 0,0 1 0 0 0,0-1 0 0 0,0 0 0 0 0,0 0 0 0 0,0 1 0 0 0,0-1 0 0 0,2 0 0 0 0,1-1 15 0 0,0 0 1 0 0,0 0 0 0 0,1 0 0 0 0,-1 1 0 0 0,1 0-1 0 0,-1 0 1 0 0,1 0 0 0 0,-1 0 0 0 0,1 1 0 0 0,0 0-1 0 0,-1 0 1 0 0,1 0 0 0 0,5 1 0 0 0,-7 0-295 0 0,0 0-1 0 0,0 1 1 0 0,0-1 0 0 0,0 0 0 0 0,0 1-1 0 0,0 0 1 0 0,-1 0 0 0 0,1 0 0 0 0,-1 0-1 0 0,1 0 1 0 0,-1 1 0 0 0,0-1 0 0 0,0 1-1 0 0,0-1 1 0 0,0 1 0 0 0,2 4 0 0 0,-1-1-7 0 0,0 0 1 0 0,-1 1 0 0 0,0-1 0 0 0,0 1 0 0 0,-1 0-1 0 0,1-1 1 0 0,-1 12 0 0 0,0 6-55 0 0,-2 1 0 0 0,-1 0 0 0 0,-6 31-1 0 0,7-53 24 0 0,-7 39-5 0 0,4-27 86 0 0,1 0-1 0 0,1 1 0 0 0,0-1 0 0 0,1 1 0 0 0,1 17 1 0 0,0-32-51 0 0,0 0 0 0 0,0 0 0 0 0,1 0 0 0 0,-1 0 0 0 0,0 0 0 0 0,0 0 0 0 0,1 0 1 0 0,-1 0-1 0 0,1-1 0 0 0,-1 1 0 0 0,1 0 0 0 0,-1 0 0 0 0,1 0 0 0 0,-1-1 0 0 0,1 1 1 0 0,0 0-1 0 0,-1-1 0 0 0,1 1 0 0 0,0 0 0 0 0,0-1 0 0 0,0 1 0 0 0,-1-1 0 0 0,1 1 0 0 0,0-1 1 0 0,0 1-1 0 0,0-1 0 0 0,0 0 0 0 0,0 0 0 0 0,0 1 0 0 0,0-1 0 0 0,0 0 0 0 0,0 0 1 0 0,0 0-1 0 0,0 0 0 0 0,0 0 0 0 0,0 0 0 0 0,0 0 0 0 0,0 0 0 0 0,0 0 0 0 0,-1-1 0 0 0,3 0 1 0 0,6-1 97 0 0,-1 0 0 0 0,0-1 0 0 0,14-7 0 0 0,-12 6-25 0 0,14-8 26 0 0,0-1 0 0 0,0-1 0 0 0,32-26 0 0 0,-28 19-1406 0 0,44-25 0 0 0,-42 32-6940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4:57.7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1497 734 6449 0 0,'-24'-30'-79'0'0,"22"27"-56"0"0,0 0 0 0 0,1 0 0 0 0,-1 1 0 0 0,0-1 1 0 0,0 1-1 0 0,-1-1 0 0 0,1 1 0 0 0,0 0 0 0 0,-1 0 0 0 0,1 0 0 0 0,-1 0 0 0 0,0 0 0 0 0,0 1 0 0 0,1-1 1 0 0,-1 1-1 0 0,0 0 0 0 0,0-1 0 0 0,-1 2 0 0 0,1-1 0 0 0,0 0 0 0 0,0 0 0 0 0,-6 1 0 0 0,-6-1 119 0 0,1 2 1 0 0,-1 0-1 0 0,-26 5 0 0 0,27-4 5 0 0,9-1-11 0 0,1-1 1 0 0,-1 0-1 0 0,0 0 1 0 0,-53 7 8139 0 0,74 0-7118 0 0,14 0-686 0 0,1-1 0 0 0,-1-2 0 0 0,1-1-1 0 0,0-1 1 0 0,39-3 0 0 0,-34 1-259 0 0,373-15 132 0 0,309-1 2301 0 0,-533 10-2014 0 0,45-6-29 0 0,76-2 50 0 0,531 15 414 0 0,-571-1-966 0 0,50 1 61 0 0,10 0-4 0 0,56 1 0 0 0,-363-1-6 0 0,1 1-6 0 0,1-2 0 0 0,-1 0 0 0 0,1-1 0 0 0,30-6-1 0 0,-50 7 4 0 0,-1 0-1 0 0,0 0 0 0 0,1 0 1 0 0,-1 0-1 0 0,1 0 1 0 0,-1 0-1 0 0,0 0 0 0 0,1 0 1 0 0,-1 0-1 0 0,1 0 0 0 0,-1-1 1 0 0,0 1-1 0 0,1 0 0 0 0,-1 0 1 0 0,1 0-1 0 0,-1-1 0 0 0,0 1 1 0 0,1 0-1 0 0,-1-1 0 0 0,0 1 1 0 0,0 0-1 0 0,1 0 0 0 0,-1-1 1 0 0,0 1-1 0 0,0-1 1 0 0,1 1-1 0 0,-1 0 0 0 0,0-1 1 0 0,0 1-1 0 0,0 0 0 0 0,1-2 1 0 0,-11-8-379 0 0,-21-5-123 0 0,30 15 509 0 0,-94-35-635 0 0,-159-36-1 0 0,-104 3 438 0 0,341 65 198 0 0,-599-121-6 0 0,152 29 121 0 0,361 75-71 0 0,-782-127 604 0 0,255 103-214 0 0,518 43-391 0 0,-11-2-374 0 0,0 5 0 0 0,-146 21 0 0 0,136-4 46 0 0,52-9 161 0 0,-91 25 0 0 0,166-34 126 0 0,2 0 0 0 0,-1 0 0 0 0,1 0 0 0 0,0 0 0 0 0,0 1 0 0 0,0-1 0 0 0,0 1 0 0 0,0 0 0 0 0,0 0 0 0 0,-6 5 0 0 0,11-7 7 0 0,-1 1 0 0 0,0 0 0 0 0,0 0 0 0 0,0-1 0 0 0,1 1 0 0 0,-1-1 0 0 0,0 1 0 0 0,1 0 0 0 0,-1-1 0 0 0,1 1 0 0 0,-1-1 0 0 0,1 1 0 0 0,-1-1 0 0 0,1 1 0 0 0,-1-1 0 0 0,1 1 0 0 0,-1-1 0 0 0,1 1 0 0 0,-1-1 0 0 0,1 0 0 0 0,0 1 0 0 0,-1-1 0 0 0,1 0-1 0 0,0 0 1 0 0,-1 1 0 0 0,1-1 0 0 0,1 0 0 0 0,22 9-107 0 0,-24-9 95 0 0,38 9-161 0 0,1-2 1 0 0,-1-1-1 0 0,72 0 1 0 0,-69-4 145 0 0,356 14 219 0 0,234 15 505 0 0,1012 125-146 0 0,-1356-122-344 0 0,546 54 569 0 0,-568-65-309 0 0,61 4 159 0 0,-223-22-416 0 0,-1 5 1 0 0,145 33-1 0 0,-245-43-218 0 0,27 9 119 0 0,-28-9-118 0 0,-1 0 0 0 0,1 0 0 0 0,0 1 0 0 0,0-1 0 0 0,0 0 0 0 0,-1 0-1 0 0,1 1 1 0 0,0-1 0 0 0,-1 0 0 0 0,1 1 0 0 0,0-1 0 0 0,-1 0 0 0 0,1 1 0 0 0,0-1 0 0 0,-1 1 0 0 0,1-1 0 0 0,-1 1 0 0 0,1 0 0 0 0,-1-1 0 0 0,1 1 0 0 0,-1-1-1 0 0,1 1 1 0 0,-1 0 0 0 0,0 0 0 0 0,1-1 0 0 0,-1 1 0 0 0,0 0 0 0 0,1 0 0 0 0,-1 1 0 0 0,-2-1-30 0 0,-1 1 0 0 0,1 0 0 0 0,0-1 0 0 0,-1 1 0 0 0,0-1-1 0 0,1 0 1 0 0,-1 0 0 0 0,0 0 0 0 0,1 0 0 0 0,-1 0 0 0 0,0-1 0 0 0,0 1 0 0 0,-4 0 0 0 0,-2 0-48 0 0,-87 17-433 0 0,-187 8 1 0 0,159-18 347 0 0,-394 11-109 0 0,168-10 240 0 0,-1147 105 96 0 0,-179 194-64 0 0,1186-188-215 0 0,482-119 164 0 0,1 2-1 0 0,0-1 1 0 0,0 1 0 0 0,0 0 0 0 0,-11 7-1 0 0,17-9 41 0 0,0-1-1 0 0,0 1 0 0 0,0-1 1 0 0,0 1-1 0 0,0 0 1 0 0,1 0-1 0 0,-1 0 1 0 0,0-1-1 0 0,0 1 0 0 0,1 0 1 0 0,-1 0-1 0 0,1 0 1 0 0,-1 0-1 0 0,1 0 1 0 0,-1 0-1 0 0,1 0 0 0 0,-1 0 1 0 0,1 0-1 0 0,0 0 1 0 0,0 0-1 0 0,-1 1 1 0 0,1-1-1 0 0,0 0 1 0 0,0 0-1 0 0,0 0 0 0 0,0 0 1 0 0,1 0-1 0 0,-1 0 1 0 0,0 1-1 0 0,0-1 1 0 0,1 0-1 0 0,-1 0 0 0 0,0 0 1 0 0,1 0-1 0 0,-1 0 1 0 0,1 0-1 0 0,-1 0 1 0 0,1 0-1 0 0,0 0 0 0 0,-1-1 1 0 0,1 1-1 0 0,0 0 1 0 0,0 0-1 0 0,0 0 1 0 0,1 1-1 0 0,10 8-76 0 0,0-1 0 0 0,0 0 0 0 0,0 0 0 0 0,1-2-1 0 0,1 1 1 0 0,-1-1 0 0 0,27 8 0 0 0,105 25-242 0 0,271 33 567 0 0,4-30 705 0 0,-225-24-633 0 0,328 36-27 0 0,407 38 87 0 0,-325-63 316 0 0,-494-32-529 0 0,0-5 1 0 0,0-4 0 0 0,157-37-1 0 0,-258 45-150 0 0,83-23 326 0 0,-81 22-278 0 0,-1 0 1 0 0,0-1-1 0 0,-1-1 0 0 0,1 0 1 0 0,18-13-1 0 0,-28 18-23 0 0,0 0-1 0 0,0 0 1 0 0,0 0 0 0 0,0 0-1 0 0,0 0 1 0 0,0-1-1 0 0,0 1 1 0 0,0 0 0 0 0,0 0-1 0 0,0-1 1 0 0,0 1-1 0 0,-1-1 1 0 0,1 1-1 0 0,-1-1 1 0 0,1 1 0 0 0,-1 0-1 0 0,1-1 1 0 0,-1 0-1 0 0,0 1 1 0 0,0-1 0 0 0,0 1-1 0 0,0-2 1 0 0,0 0 14 0 0,-1 1 0 0 0,0 0 0 0 0,0-1 0 0 0,0 1 0 0 0,0 0 0 0 0,0 0 0 0 0,0-1 0 0 0,0 1 0 0 0,-1 0 0 0 0,1 0 0 0 0,-1 1 0 0 0,-2-4 0 0 0,-5-3 41 0 0,0 1 1 0 0,-1 0-1 0 0,1 0 0 0 0,-20-8 1 0 0,-18-8-167 0 0,-1 3 0 0 0,-2 3 1 0 0,-70-17-1 0 0,-161-20-430 0 0,241 47 490 0 0,-558-46-514 0 0,517 49 460 0 0,-567 0-1153 0 0,544 6 1119 0 0,-329 19-138 0 0,250-9 203 0 0,-407 36 43 0 0,330-24 0 0 0,38-7 18 0 0,-304 33 21 0 0,457-41-202 0 0,1 3 0 0 0,0 2 0 0 0,-129 47 0 0 0,185-55 45 0 0,-1-1 1 0 0,2 2-1 0 0,-1 0 0 0 0,0 0 0 0 0,1 1 1 0 0,1 0-1 0 0,-1 1 0 0 0,-11 13 0 0 0,19-19 67 0 0,0 1-1 0 0,1-1 0 0 0,-1 0 0 0 0,1 1 0 0 0,0-1 0 0 0,0 1 1 0 0,0 0-1 0 0,1 0 0 0 0,0 0 0 0 0,-1 0 0 0 0,1 0 1 0 0,0 0-1 0 0,1 0 0 0 0,-1 0 0 0 0,1 0 0 0 0,0 0 0 0 0,0 0 1 0 0,0 0-1 0 0,0 1 0 0 0,1-1 0 0 0,0 0 0 0 0,-1 0 1 0 0,2 0-1 0 0,-1 0 0 0 0,0 0 0 0 0,1-1 0 0 0,0 1 1 0 0,0 0-1 0 0,0-1 0 0 0,0 1 0 0 0,3 3 0 0 0,4 3 7 0 0,-1 0-1 0 0,2-1 1 0 0,-1 0-1 0 0,2-1 0 0 0,-1 0 1 0 0,1-1-1 0 0,0 0 1 0 0,0 0-1 0 0,1-1 0 0 0,0-1 1 0 0,0 0-1 0 0,19 5 1 0 0,19 4-5 0 0,91 12 0 0 0,-138-26 46 0 0,310 35 197 0 0,-148-19 302 0 0,549 33 1400 0 0,-618-44-1657 0 0,543 10 246 0 0,-242-30-368 0 0,-153 2-32 0 0,119-11-69 0 0,-51 2 49 0 0,401-45 761 0 0,-697 65-802 0 0,0-1 1 0 0,-1 0-1 0 0,0-2 1 0 0,0 0-1 0 0,0 0 0 0 0,0-1 1 0 0,-1-1-1 0 0,0-1 1 0 0,-1 0-1 0 0,1 0 1 0 0,19-18-1 0 0,-26 19 67 0 0,0 0 1 0 0,0 0-1 0 0,-1-1 0 0 0,0 1 1 0 0,0-1-1 0 0,-1-1 1 0 0,0 1-1 0 0,0-1 0 0 0,-1 0 1 0 0,0 0-1 0 0,-1 0 0 0 0,0-1 1 0 0,0 1-1 0 0,-1-1 1 0 0,0 1-1 0 0,-1-1 0 0 0,0 0 1 0 0,-1 0-1 0 0,-1-19 1 0 0,-1 14-96 0 0,-1 0 1 0 0,-1 1 0 0 0,-1-1 0 0 0,0 0 0 0 0,0 1 0 0 0,-2 0 0 0 0,0 1 0 0 0,0-1-1 0 0,-1 1 1 0 0,-1 1 0 0 0,0 0 0 0 0,-1 0 0 0 0,0 0 0 0 0,-1 1 0 0 0,-18-14 0 0 0,-14-9-439 0 0,-1 2 0 0 0,-96-51 1 0 0,1 12 53 0 0,-3 5 0 0 0,-3 7 0 0 0,-176-46 0 0 0,99 49 477 0 0,-347-44 1 0 0,324 77 130 0 0,-408 13 1 0 0,-41 68 693 0 0,4 44-671 0 0,276-12-519 0 0,345-70 115 0 0,2 4 0 0 0,1 2-1 0 0,-121 67 1 0 0,176-86 115 0 0,0-1 1 0 0,1 2-1 0 0,0-1 1 0 0,-18 18-1 0 0,26-24 13 0 0,1 1-1 0 0,-1 0 1 0 0,0 0 0 0 0,1 1-1 0 0,-1-1 1 0 0,1 0 0 0 0,0 0 0 0 0,0 1-1 0 0,0-1 1 0 0,0 1 0 0 0,0-1-1 0 0,0 1 1 0 0,1-1 0 0 0,-1 1 0 0 0,1-1-1 0 0,0 1 1 0 0,-1 0 0 0 0,1-1-1 0 0,0 1 1 0 0,1 0 0 0 0,-1-1-1 0 0,0 1 1 0 0,1-1 0 0 0,0 1 0 0 0,-1-1-1 0 0,1 1 1 0 0,0-1 0 0 0,0 1-1 0 0,1-1 1 0 0,1 3 0 0 0,5 7-151 0 0,1-1 0 0 0,0-1 0 0 0,1 0 0 0 0,0 0 0 0 0,1 0 0 0 0,0-2 0 0 0,0 1 0 0 0,1-1 0 0 0,22 11 0 0 0,5 0-118 0 0,78 26 1 0 0,26-3 859 0 0,291 47-1 0 0,157-23 576 0 0,-530-61-1066 0 0,1804 129 110 0 0,-453-146 147 0 0,-548-47 666 0 0,-800 53-911 0 0,211-28 578 0 0,-247 28-447 0 0,-1-1 0 0 0,0-2 0 0 0,0 0 1 0 0,-1-2-1 0 0,0 0 0 0 0,-1-2 0 0 0,39-26 0 0 0,-59 35-173 0 0,0 0 0 0 0,0 0 0 0 0,0 0 0 0 0,-1 0 1 0 0,1-1-1 0 0,-1 0 0 0 0,0 0 0 0 0,-1 0 0 0 0,1-1 0 0 0,-1 1 0 0 0,0-1 0 0 0,0 0 0 0 0,-1 0 0 0 0,1 0 0 0 0,-1 0 0 0 0,1-7 0 0 0,-2 5-9 0 0,-1 0 1 0 0,1 0-1 0 0,-2 1 0 0 0,1-1 0 0 0,-1 0 0 0 0,0 0 0 0 0,-1 0 0 0 0,1 1 0 0 0,-2-1 0 0 0,1 0 1 0 0,-6-10-1 0 0,-3-2 2 0 0,0 0 0 0 0,-1 1 0 0 0,-2 1-1 0 0,0 0 1 0 0,0 0 0 0 0,-2 2 0 0 0,0 0 0 0 0,-19-15 0 0 0,-17-7-94 0 0,0 2-1 0 0,-3 2 1 0 0,-1 2-1 0 0,-67-26 1 0 0,-248-77-645 0 0,147 72 598 0 0,-423-60 1 0 0,-55 62 2 0 0,84 64 49 0 0,-153 69-133 0 0,205 25-206 0 0,14 56-859 0 0,329-64 201 0 0,181-69 526 0 0,0 2 1 0 0,2 1 0 0 0,-42 32 0 0 0,74-48 377 0 0,-1 0 0 0 0,1 0 0 0 0,0 1 1 0 0,1 0-1 0 0,0 0 0 0 0,-11 16 0 0 0,17-22 109 0 0,-1 1 1 0 0,1 0-1 0 0,-1 0 0 0 0,1 0 1 0 0,0 0-1 0 0,0 0 0 0 0,0 0 0 0 0,0 1 1 0 0,1-1-1 0 0,0 0 0 0 0,-1 0 1 0 0,1 0-1 0 0,0 1 0 0 0,0-1 0 0 0,1 0 1 0 0,-1 0-1 0 0,1 0 0 0 0,-1 1 1 0 0,1-1-1 0 0,0 0 0 0 0,0 0 1 0 0,0 0-1 0 0,1 0 0 0 0,-1 0 0 0 0,1-1 1 0 0,2 5-1 0 0,2 0-108 0 0,1 0 0 0 0,-1 0 0 0 0,1-1 0 0 0,0 0-1 0 0,1 0 1 0 0,-1-1 0 0 0,1 0 0 0 0,0 0 0 0 0,16 6 0 0 0,8 2-255 0 0,44 12 0 0 0,-46-16 243 0 0,116 30 28 0 0,293 40 0 0 0,158-27 322 0 0,-512-46-471 0 0,40 2-731 0 0,0-4-2632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00.56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4133 145 4145 0 0,'2'-20'4318'0'0,"-3"19"-4191"0"0,-1-2 2 0 0,0 1 1 0 0,-1 0-1 0 0,1-1 1 0 0,-1 1-1 0 0,0 0 1 0 0,0 1-1 0 0,-4-3 1 0 0,-53-21 45 0 0,-3 8-36 0 0,0 4 1 0 0,-66-7-1 0 0,-133 0 322 0 0,212 17-443 0 0,-222-3 1013 0 0,-342 36 0 0 0,-196 58-804 0 0,9 65-67 0 0,558-101-177 0 0,-48 12-27 0 0,225-46 31 0 0,2 3-1 0 0,-83 39 0 0 0,145-59 9 0 0,0-1 0 0 0,0 1 0 0 0,0 0 0 0 0,0 0 0 0 0,1 0 0 0 0,-1 0 0 0 0,0 0 0 0 0,1 0 0 0 0,-1 1 0 0 0,0-1 0 0 0,1 1 0 0 0,0-1 0 0 0,-1 1 0 0 0,1-1 0 0 0,0 1 0 0 0,0 0 0 0 0,0 0 0 0 0,0-1 0 0 0,0 1 0 0 0,0 0 0 0 0,0 0 0 0 0,0 2 0 0 0,2-2 0 0 0,-1 1 1 0 0,0-1-1 0 0,1 0 0 0 0,0 1 0 0 0,-1-1 0 0 0,1 0 1 0 0,0 0-1 0 0,0 0 0 0 0,0 0 0 0 0,1 0 1 0 0,-1 0-1 0 0,0 0 0 0 0,1 0 0 0 0,-1 0 1 0 0,1 0-1 0 0,0-1 0 0 0,-1 1 0 0 0,1-1 0 0 0,2 2 1 0 0,14 10-36 0 0,0 0 1 0 0,1-1 0 0 0,0-1 0 0 0,1-1-1 0 0,0-1 1 0 0,1 0 0 0 0,30 7 0 0 0,156 27-296 0 0,-189-40 336 0 0,140 19 623 0 0,222 1 1 0 0,159-33 1022 0 0,718-88-1207 0 0,-1029 70-670 0 0,104-8-44 0 0,-4 8 660 0 0,103-5 210 0 0,-415 33-593 0 0,39-1-1 0 0,0-2 0 0 0,0-2 0 0 0,68-16-1 0 0,-107 14 121 0 0,-16 7-108 0 0,0-1 0 0 0,0 1 0 0 0,0 0 0 0 0,0 0 0 0 0,0-1 0 0 0,0 1 0 0 0,0 0 0 0 0,0 0 0 0 0,0-1 0 0 0,0 1 0 0 0,0 0 0 0 0,0 0 0 0 0,0 0 0 0 0,0-1 0 0 0,0 1 0 0 0,0 0 0 0 0,0 0 0 0 0,0-1 0 0 0,0 1 0 0 0,-1 0 0 0 0,1 0 0 0 0,0 0 0 0 0,0-1 0 0 0,0 1 0 0 0,0 0 0 0 0,-1 0 0 0 0,1 0 0 0 0,0 0 0 0 0,0-1 0 0 0,0 1 0 0 0,0 0 0 0 0,-1 0 0 0 0,1 0 0 0 0,0 0 0 0 0,-1 0 0 0 0,-31-13 1013 0 0,29 12-993 0 0,-123-35 275 0 0,-1 4-1 0 0,-2 6 0 0 0,-240-16 0 0 0,-501 55-1043 0 0,261 33 863 0 0,457-31-71 0 0,-291 39-31 0 0,224-19 256 0 0,-276 58 73 0 0,351-58-362 0 0,-221 64-628 0 0,293-75-62 0 0,0 3 0 0 0,-129 70 0 0 0,191-91 604 0 0,0 1-1 0 0,0 0 1 0 0,0 0-1 0 0,1 1 0 0 0,0 0 1 0 0,1 0-1 0 0,0 1 0 0 0,0 1 1 0 0,-11 16-1 0 0,17-22 35 0 0,0 0 0 0 0,-1 0 0 0 0,2 0 0 0 0,-1 1 0 0 0,0-1 0 0 0,1 1 0 0 0,0-1 0 0 0,0 1 0 0 0,0-1 0 0 0,1 1 0 0 0,0 0 0 0 0,0-1 0 0 0,0 1 0 0 0,0 0 0 0 0,0-1 0 0 0,1 1 0 0 0,0 0 0 0 0,0-1 0 0 0,1 1 0 0 0,-1-1 0 0 0,1 0 0 0 0,0 1 0 0 0,0-1 0 0 0,0 0 0 0 0,0 0 0 0 0,1 0 0 0 0,4 5 0 0 0,3 2-102 0 0,1-1-1 0 0,0 1 1 0 0,0-2 0 0 0,1 0-1 0 0,1 0 1 0 0,-1-1 0 0 0,1 0-1 0 0,1-1 1 0 0,21 8 0 0 0,6-1-140 0 0,0-1-1 0 0,46 7 1 0 0,23-3 136 0 0,-1-5 0 0 0,2-5 0 0 0,133-8 0 0 0,61-21 657 0 0,-120 6-128 0 0,197-18 349 0 0,-8 0-252 0 0,-70 5-209 0 0,59-3 171 0 0,42 2-362 0 0,-272 14 155 0 0,133-34-1 0 0,-73-8 565 0 0,-163 46-582 0 0,0-1 0 0 0,-1-1 0 0 0,0-1 1 0 0,30-23-1 0 0,-56 36-128 0 0,0 0 0 0 0,0 0 1 0 0,0-1-1 0 0,0 1 0 0 0,0-1 0 0 0,-1 0 0 0 0,1 1 1 0 0,-1-1-1 0 0,0 0 0 0 0,0-1 0 0 0,0 1 0 0 0,0 0 1 0 0,0-1-1 0 0,-1 1 0 0 0,0-1 0 0 0,1 1 0 0 0,-1-1 1 0 0,0 1-1 0 0,-1-1 0 0 0,1 0 0 0 0,-1 0 0 0 0,0 1 1 0 0,0-1-1 0 0,0 0 0 0 0,0 0 0 0 0,0 1 1 0 0,-1-1-1 0 0,0 0 0 0 0,0 1 0 0 0,0-1 0 0 0,0 0 1 0 0,0 1-1 0 0,-1-1 0 0 0,0 1 0 0 0,-3-5 0 0 0,-3-5 233 0 0,-1 1-1 0 0,-1-1 1 0 0,0 2 0 0 0,-1-1-1 0 0,0 2 1 0 0,0-1-1 0 0,-19-11 1 0 0,-6-3-65 0 0,-1 3 0 0 0,-2 1 0 0 0,0 2 0 0 0,-49-17 0 0 0,-171-45-154 0 0,239 76-83 0 0,-170-42 102 0 0,-376-39 0 0 0,371 71-114 0 0,-311 18 0 0 0,-193 72-359 0 0,505-41-1399 0 0,-191 59-1 0 0,325-74-4784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02.4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6266 233 14283 0 0,'44'-29'648'0'0,"82"-43"-1"0"0,-79 48 184 0 0,67-48 0 0 0,-112 72-800 0 0,-1-1-1 0 0,0 1 1 0 0,0-1 0 0 0,-1 1 0 0 0,1-1 0 0 0,0 0 0 0 0,0 1-1 0 0,0-1 1 0 0,0 0 0 0 0,0 0 0 0 0,-1 0 0 0 0,1 0 0 0 0,0 1 0 0 0,-1-1-1 0 0,1 0 1 0 0,-1 0 0 0 0,1 0 0 0 0,-1 0 0 0 0,1-1 0 0 0,-1 1-1 0 0,0 0 1 0 0,0 0 0 0 0,1 0 0 0 0,-1-2 0 0 0,-1 2-22 0 0,1 0 0 0 0,-1 1 0 0 0,0-1-1 0 0,0 0 1 0 0,0 0 0 0 0,1 1 0 0 0,-1-1 0 0 0,0 0 0 0 0,0 1 0 0 0,0-1 0 0 0,0 1 0 0 0,0-1 0 0 0,0 1-1 0 0,0 0 1 0 0,0-1 0 0 0,0 1 0 0 0,0 0 0 0 0,-1 0 0 0 0,0-1 0 0 0,-11 0-218 0 0,0 0 1 0 0,-25 2 0 0 0,-255 18-2755 0 0,-427 39 3741 0 0,134 37-94 0 0,555-90-680 0 0,-265 41 1 0 0,29-5-47 0 0,-118 15-533 0 0,5-1 59 0 0,-926 189 2199 0 0,867-160 1022 0 0,92-19-1320 0 0,121-28-1245 0 0,-108 24-132 0 0,238-36-21 0 0,-294 89-255 0 0,344-97 36 0 0,2 2-1 0 0,0 2 1 0 0,2 2-1 0 0,0 2 1 0 0,2 2 0 0 0,-51 42-1 0 0,83-61 172 0 0,0 0-1 0 0,0 0 1 0 0,0 0 0 0 0,1 1-1 0 0,1 0 1 0 0,-1 0-1 0 0,1 1 1 0 0,1-1 0 0 0,-7 17-1 0 0,10-19 4 0 0,0 1 0 0 0,0-1 1 0 0,1 1-1 0 0,0-1 0 0 0,0 1 0 0 0,0 0 0 0 0,1-1 0 0 0,1 1 1 0 0,-1 0-1 0 0,1-1 0 0 0,0 1 0 0 0,1-1 0 0 0,0 1 0 0 0,5 12 0 0 0,0-4-121 0 0,1-1-1 0 0,1 0 0 0 0,0 0 1 0 0,1-1-1 0 0,0 0 1 0 0,1-1-1 0 0,1 0 0 0 0,0-1 1 0 0,0 0-1 0 0,2-1 0 0 0,-1-1 1 0 0,1 0-1 0 0,1-1 0 0 0,19 10 1 0 0,8 1-97 0 0,0-2-1 0 0,1-1 1 0 0,0-3 0 0 0,56 11 0 0 0,15-4 220 0 0,1-4-1 0 0,0-6 1 0 0,160-5 0 0 0,347-52 796 0 0,139-70-1863 0 0,-562 77 1123 0 0,184-41 0 0 0,-104 13-8 0 0,321-85 488 0 0,355-143-96 0 0,-425 55 956 0 0,-383 159-790 0 0,216-158 0 0 0,-344 226-550 0 0,52-42 0 0 0,-64 49 0 0 0,0-1 0 0 0,0 0 0 0 0,0 0 0 0 0,-1-1 0 0 0,0 0 0 0 0,8-14 0 0 0,-13 19 91 0 0,1 0-1 0 0,-1-1 1 0 0,-1 1 0 0 0,1 0-1 0 0,0 0 1 0 0,-1-1-1 0 0,0 1 1 0 0,0-1-1 0 0,0 1 1 0 0,0 0-1 0 0,0-1 1 0 0,-1 1-1 0 0,1 0 1 0 0,-1-1-1 0 0,0 1 1 0 0,0 0-1 0 0,0 0 1 0 0,0 0-1 0 0,-1-1 1 0 0,0 2-1 0 0,1-1 1 0 0,-1 0 0 0 0,0 0-1 0 0,0 0 1 0 0,0 1-1 0 0,-1-1 1 0 0,1 1-1 0 0,-1 0 1 0 0,-2-3-1 0 0,-8-5 289 0 0,0-1-1 0 0,-1 2 0 0 0,0 0 1 0 0,-24-12-1 0 0,-3 2-178 0 0,-2 2 0 0 0,0 2 0 0 0,-80-17 0 0 0,-140-8-202 0 0,104 25 66 0 0,-288 11 1 0 0,-158 67-70 0 0,450-40-28 0 0,-254 42-286 0 0,-533 155-527 0 0,602-111 753 0 0,-584 273-1 0 0,868-357-52 0 0,25-12-92 0 0,1 2 1 0 0,0 0 0 0 0,-47 34-1 0 0,75-48 184 0 0,0 0 0 0 0,1 0 0 0 0,-1 1 0 0 0,1-1 0 0 0,-1 0-1 0 0,1 1 1 0 0,0-1 0 0 0,-1 1 0 0 0,1-1 0 0 0,0 1 0 0 0,0 0 0 0 0,0 0 0 0 0,0-1 0 0 0,0 1 0 0 0,0 0-1 0 0,1 0 1 0 0,-1 0 0 0 0,1 0 0 0 0,-1 0 0 0 0,1 0 0 0 0,0 0 0 0 0,0 0 0 0 0,0 0 0 0 0,0 0 0 0 0,0 0-1 0 0,0 0 1 0 0,1 2 0 0 0,0-1-51 0 0,1 0 0 0 0,-1 0-1 0 0,1 0 1 0 0,0 0-1 0 0,0-1 1 0 0,0 1 0 0 0,0-1-1 0 0,1 1 1 0 0,-1-1 0 0 0,1 0-1 0 0,-1 0 1 0 0,1 0 0 0 0,0 0-1 0 0,0 0 1 0 0,5 2-1 0 0,13 5-296 0 0,0-1 0 0 0,1-1 0 0 0,0 0 0 0 0,0-2 0 0 0,24 3 0 0 0,118 7-368 0 0,-148-14 697 0 0,506 4-124 0 0,0-34 780 0 0,-342 17-425 0 0,449-35 422 0 0,-20-6-436 0 0,-237 17-79 0 0,25-3 537 0 0,47-4 1013 0 0,-225 20-689 0 0,-45 0-60 0 0,302-79 0 0 0,-470 100-863 0 0,55-18 18 0 0,-57 19 15 0 0,0-1-1 0 0,0 0 1 0 0,-1 0-1 0 0,1-1 1 0 0,0 1-1 0 0,-1-1 1 0 0,0 1-1 0 0,1-1 1 0 0,-1 0-1 0 0,0-1 1 0 0,-1 1-1 0 0,4-5 0 0 0,-6 7 11 0 0,1 0 0 0 0,-1 1 0 0 0,0-1 0 0 0,0 0 0 0 0,0 0 0 0 0,0 0 0 0 0,0 0 0 0 0,0 0 0 0 0,0 0 0 0 0,0 0 0 0 0,0 0 0 0 0,0 0 0 0 0,-1 0 0 0 0,1 0 0 0 0,0 0 0 0 0,-1 0 0 0 0,1 1 0 0 0,0-1 0 0 0,-1 0 0 0 0,1 0 0 0 0,-1 0-1 0 0,0 0 1 0 0,1 1 0 0 0,-1-1 0 0 0,0 0 0 0 0,1 1 0 0 0,-1-1 0 0 0,0 1 0 0 0,0-1 0 0 0,-1 0 0 0 0,-29-19 507 0 0,28 19-495 0 0,-19-10 11 0 0,0 2 0 0 0,-1 0 1 0 0,0 2-1 0 0,0 0 0 0 0,-38-5 1 0 0,-123-6-440 0 0,33 14 132 0 0,-1 6 1 0 0,0 7-1 0 0,-204 38 0 0 0,-442 132 119 0 0,570-122 78 0 0,-555 169-547 0 0,273-42-2869 0 0,374-130-2532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06.40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3298 794 10594 0 0,'0'0'37'0'0,"0"-1"0"0"0,0 1 0 0 0,0-1 0 0 0,0 1 0 0 0,0-1 0 0 0,0 1 0 0 0,0-1 0 0 0,0 1 0 0 0,0-1 0 0 0,0 1 0 0 0,0 0 0 0 0,0-1 0 0 0,0 1 0 0 0,-1-1 0 0 0,1 1 0 0 0,0-1 0 0 0,0 1 0 0 0,0 0 0 0 0,-1-1 0 0 0,1 1 0 0 0,0-1 0 0 0,-1 1-1 0 0,1 0 1 0 0,0-1 0 0 0,-1 1 0 0 0,1 0 0 0 0,0 0 0 0 0,-1-1 0 0 0,1 1 0 0 0,0 0 0 0 0,-1 0 0 0 0,1-1 0 0 0,-1 1 0 0 0,1 0 0 0 0,-1 0 0 0 0,1 0 0 0 0,0 0 0 0 0,-1 0 0 0 0,0 0 0 0 0,-20-6 512 0 0,19 6-412 0 0,-32-3 290 0 0,1 1 0 0 0,-1 2 0 0 0,0 1-1 0 0,-50 9 1 0 0,48-5-265 0 0,-534 83-1663 0 0,5 29-480 0 0,-352 60-501 0 0,511-106 1901 0 0,331-57 537 0 0,-56 7 240 0 0,-184 6 0 0 0,313-26-231 0 0,-27-3 1100 0 0,44-1-820 0 0,297-73-57 0 0,179-48-559 0 0,-58 13 526 0 0,491-79 87 0 0,-481 104-179 0 0,70-23 187 0 0,166-72 2205 0 0,-575 149-1432 0 0,-1-5 0 0 0,-1-4 0 0 0,163-93 1 0 0,-254 128-824 0 0,0-1 1 0 0,-1-1 0 0 0,0 0-1 0 0,13-12 1 0 0,-22 18-150 0 0,1 0 0 0 0,-1 0 1 0 0,1 0-1 0 0,-1 0 0 0 0,0 0 1 0 0,1 0-1 0 0,-1 0 0 0 0,0 0 1 0 0,0 0-1 0 0,-1 0 0 0 0,1-1 1 0 0,0 1-1 0 0,0-4 0 0 0,-1 4-17 0 0,-1 1-1 0 0,1-1 0 0 0,0 1 1 0 0,-1-1-1 0 0,1 0 0 0 0,-1 1 1 0 0,1-1-1 0 0,-1 1 0 0 0,0-1 1 0 0,1 1-1 0 0,-1-1 0 0 0,0 1 1 0 0,0 0-1 0 0,0-1 0 0 0,0 1 1 0 0,0 0-1 0 0,0 0 0 0 0,-1 0 1 0 0,1 0-1 0 0,0 0 1 0 0,-1 0-1 0 0,-1-1 0 0 0,-11-7 25 0 0,0 1 0 0 0,-1 1 0 0 0,-1 1-1 0 0,1 0 1 0 0,-1 0 0 0 0,0 2 0 0 0,0 0-1 0 0,-1 1 1 0 0,-20-2 0 0 0,-24 2-323 0 0,-72 4 0 0 0,94 0 207 0 0,-996 78-2247 0 0,759-37 2381 0 0,-463 134-1 0 0,-379 219-531 0 0,1027-356 344 0 0,1 4 0 0 0,2 3 0 0 0,-125 90 0 0 0,182-114 47 0 0,-42 38 1 0 0,66-53-23 0 0,0-1-1 0 0,1 1 1 0 0,-1 1-1 0 0,2-1 1 0 0,-1 1 0 0 0,1 0-1 0 0,0 0 1 0 0,1 0-1 0 0,0 1 1 0 0,0-1-1 0 0,-5 19 1 0 0,9-25 25 0 0,0 0 0 0 0,0 0 0 0 0,0 1 0 0 0,0-1-1 0 0,0 0 1 0 0,0 0 0 0 0,0 1 0 0 0,1-1 0 0 0,-1 0 0 0 0,1 0 0 0 0,-1 0 0 0 0,1 1 0 0 0,0-1-1 0 0,0 0 1 0 0,0 0 0 0 0,0 0 0 0 0,3 3 0 0 0,-1-2-30 0 0,0 1-1 0 0,1-1 1 0 0,-1 1-1 0 0,1-1 1 0 0,0 0-1 0 0,0 0 1 0 0,8 4 0 0 0,5 0-45 0 0,1 0 0 0 0,0 0 0 0 0,23 4 1 0 0,-38-10 135 0 0,53 11 43 0 0,1-2-1 0 0,115 5 0 0 0,122-19 802 0 0,-188 1-736 0 0,300-20 410 0 0,-187 9-271 0 0,721-67 283 0 0,84-106 182 0 0,-805 141-169 0 0,586-141 1119 0 0,-756 174-1226 0 0,-1-2-1 0 0,67-30 0 0 0,-115 44-388 0 0,1 1 0 0 0,0 0 0 0 0,-1 0 0 0 0,1 0 0 0 0,-1 0 0 0 0,1-1 0 0 0,-1 1 0 0 0,1 0 0 0 0,-1 0 1 0 0,1-1-1 0 0,-1 1 0 0 0,1 0 0 0 0,-1-1 0 0 0,0 1 0 0 0,1-1 0 0 0,-1 1 0 0 0,1 0 0 0 0,-1-1 0 0 0,0 1 0 0 0,1-1 0 0 0,-1 1 0 0 0,0-1 0 0 0,0 1 0 0 0,0-1 0 0 0,1 1 0 0 0,-1-1 0 0 0,0-1 0 0 0,-13-4 774 0 0,-29 3-302 0 0,41 3-523 0 0,-78 1 15 0 0,-102 16 0 0 0,79-6-189 0 0,-664 102-1089 0 0,6 47-167 0 0,-971 327-2580 0 0,1530-413 2107 0 0,3 8 1 0 0,-299 173-1 0 0,455-232 1442 0 0,24-14 384 0 0,1 0 0 0 0,1 1 0 0 0,0 0 0 0 0,0 2 0 0 0,1 0 0 0 0,1 0 0 0 0,-22 24 0 0 0,35-34 107 0 0,-1 0-1 0 0,1 0 0 0 0,-1 0 1 0 0,1 0-1 0 0,0 0 0 0 0,0 0 0 0 0,0 0 1 0 0,0 0-1 0 0,0 1 0 0 0,1-1 1 0 0,-1 0-1 0 0,1 1 0 0 0,-1-1 0 0 0,1 0 1 0 0,0 1-1 0 0,0-1 0 0 0,0 0 0 0 0,0 1 1 0 0,0-1-1 0 0,1 1 0 0 0,0 1 1 0 0,0-1 20 0 0,0 0 1 0 0,1-1-1 0 0,-1 1 1 0 0,1-1-1 0 0,0 0 1 0 0,0 1-1 0 0,0-1 1 0 0,0 0-1 0 0,0 0 1 0 0,0 0-1 0 0,1-1 1 0 0,-1 1-1 0 0,1 0 1 0 0,4 1-1 0 0,6 3 10 0 0,1-1 1 0 0,0 0-1 0 0,1-1 0 0 0,-1-1 1 0 0,22 3-1 0 0,14-1-68 0 0,-1-3-1 0 0,0-2 1 0 0,67-8 0 0 0,149-34 496 0 0,-136 19-305 0 0,299-56 685 0 0,30-4-208 0 0,646-130-451 0 0,-984 188-200 0 0,1180-296 2101 0 0,-1185 291-1618 0 0,-57 17 36 0 0,-1-3 0 0 0,107-46 0 0 0,-162 62-468 0 0,-1 0 1 0 0,0-1-1 0 0,0 1 1 0 0,0-1 0 0 0,0 0-1 0 0,0 1 1 0 0,1-1 0 0 0,-1 0-1 0 0,0 0 1 0 0,0 0-1 0 0,-1 1 1 0 0,1-1 0 0 0,0 0-1 0 0,0 0 1 0 0,0 0 0 0 0,-1 0-1 0 0,2-3 1 0 0,-2 4-6 0 0,0-1 0 0 0,0 1 0 0 0,-1-1-1 0 0,1 1 1 0 0,0-1 0 0 0,0 1 0 0 0,-1-1 0 0 0,1 1 0 0 0,0-1 0 0 0,0 1 0 0 0,-1-1 0 0 0,1 1 0 0 0,-1 0 0 0 0,1-1-1 0 0,0 1 1 0 0,-1-1 0 0 0,1 1 0 0 0,-1 0 0 0 0,1 0 0 0 0,-1-1 0 0 0,1 1 0 0 0,-1 0 0 0 0,1 0 0 0 0,-1 0 0 0 0,1-1 0 0 0,-2 1-1 0 0,-48-8 1273 0 0,-33 3-879 0 0,1 4-1 0 0,-107 12 1 0 0,-162 37-712 0 0,303-40 229 0 0,-1153 212-1849 0 0,25 108-1776 0 0,515-98 393 0 0,426-139 1832 0 0,185-68 919 0 0,2 2 1 0 0,-71 50 0 0 0,110-69 562 0 0,1 1-1 0 0,0-1 1 0 0,0 2 0 0 0,-14 15-1 0 0,21-22-14 0 0,0 0 0 0 0,0 1-1 0 0,0-1 1 0 0,0 0 0 0 0,0 1-1 0 0,1-1 1 0 0,-1 1 0 0 0,0-1-1 0 0,1 1 1 0 0,-1 0 0 0 0,1-1-1 0 0,-1 1 1 0 0,1-1 0 0 0,0 1-1 0 0,0 0 1 0 0,0 0 0 0 0,0-1-1 0 0,0 1 1 0 0,0 0 0 0 0,0-1-1 0 0,0 1 1 0 0,1 0 0 0 0,-1-1-1 0 0,1 1 1 0 0,-1-1 0 0 0,1 1-1 0 0,0-1 1 0 0,-1 1 0 0 0,1-1-1 0 0,0 1 1 0 0,0-1 0 0 0,0 0-1 0 0,0 1 1 0 0,0-1 0 0 0,1 0-1 0 0,-1 0 1 0 0,0 0 0 0 0,0 0-1 0 0,3 1 1 0 0,9 7 98 0 0,0-1-1 0 0,1-1 1 0 0,0 0-1 0 0,1-1 1 0 0,-1-1-1 0 0,1 0 1 0 0,1-1 0 0 0,29 4-1 0 0,8-2-470 0 0,69 0-1 0 0,4-9 514 0 0,149-22 0 0 0,125-40 879 0 0,-388 63-1034 0 0,1482-289 1722 0 0,-1045 199-1730 0 0,-374 77 11 0 0,732-168 1220 0 0,-647 138-635 0 0,281-85 2019 0 0,-432 127-2475 0 0,-6 3-72 0 0,0-1-1 0 0,0 0 1 0 0,-1 0-1 0 0,1 0 1 0 0,0 0-1 0 0,0 0 1 0 0,0 0 0 0 0,-1-1-1 0 0,1 1 1 0 0,-1-1-1 0 0,1 0 1 0 0,-1 0-1 0 0,0 0 1 0 0,1 0-1 0 0,-1 0 1 0 0,2-3-1 0 0,-4 5-46 0 0,0-1 0 0 0,0 0-1 0 0,-1 1 1 0 0,1-1-1 0 0,0 0 1 0 0,0 1 0 0 0,0-1-1 0 0,-1 1 1 0 0,1-1-1 0 0,0 0 1 0 0,0 1 0 0 0,-1-1-1 0 0,1 1 1 0 0,-1-1 0 0 0,1 1-1 0 0,0-1 1 0 0,-1 1-1 0 0,1-1 1 0 0,-1 1 0 0 0,1 0-1 0 0,-1-1 1 0 0,1 1-1 0 0,-1 0 1 0 0,1-1 0 0 0,-1 1-1 0 0,0 0 1 0 0,1-1-1 0 0,-2 1 1 0 0,-20-8 266 0 0,20 7-259 0 0,-26-6 89 0 0,0 1 1 0 0,0 1 0 0 0,-47-2 0 0 0,-90 7-252 0 0,123 1 42 0 0,-730 48-1758 0 0,3 50-272 0 0,189 24 1747 0 0,14 49 178 0 0,315-94-244 0 0,-27 9-1143 0 0,189-55-261 0 0,-88 45-1 0 0,173-75 1843 0 0,-25 15-1609 0 0,29-17 1580 0 0,15 11-1709 0 0,35-12 1670 0 0,1-3-1 0 0,-1-1 1 0 0,91-24 0 0 0,-44 9 214 0 0,557-108 1823 0 0,-343 66-1227 0 0,185-40 571 0 0,723-273 2910 0 0,-1012 301-3090 0 0,385-159 1343 0 0,-562 219-2440 0 0,3-1-14 0 0,52-33 0 0 0,-77 43-15 0 0,0-1 1 0 0,0 1-1 0 0,-1-2 1 0 0,0 1-1 0 0,0-1 1 0 0,-1 0-1 0 0,0 0 1 0 0,0-1-1 0 0,-1 0 1 0 0,1 0-1 0 0,5-13 1 0 0,-10 19 44 0 0,0-1 0 0 0,-1 1 1 0 0,1-1-1 0 0,0 0 0 0 0,-1 1 1 0 0,1-1-1 0 0,-1 0 0 0 0,0 0 1 0 0,0 0-1 0 0,0 1 0 0 0,0-1 0 0 0,-1 0 1 0 0,1 0-1 0 0,-1 1 0 0 0,1-1 1 0 0,-1 0-1 0 0,0 1 0 0 0,-2-4 0 0 0,1 1 37 0 0,-1 1-1 0 0,0 0 0 0 0,0 0 0 0 0,-1 0 1 0 0,1 0-1 0 0,-1 0 0 0 0,0 1 0 0 0,1-1 0 0 0,-7-2 1 0 0,-4-3 18 0 0,-1 1 1 0 0,1 0-1 0 0,-2 2 0 0 0,1 0 1 0 0,-19-5-1 0 0,-3 2-143 0 0,0 2 0 0 0,0 2 0 0 0,-1 1 1 0 0,-72 3-1 0 0,-152 25-659 0 0,-410 108-444 0 0,12 56-175 0 0,469-131 1210 0 0,10 4-2833 0 0,-248 121 0 0 0,333-137-2658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09.56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1011 370 3681 0 0,'22'-13'228'0'0,"-1"-2"-1"0"0,0 0 1 0 0,-1-1 0 0 0,0-1 0 0 0,-2-1-1 0 0,0-1 1 0 0,-1 0 0 0 0,-1-1 0 0 0,16-26 0 0 0,-30 42-233 0 0,0 0 1 0 0,1 0-1 0 0,-2 0 1 0 0,1-1-1 0 0,0 1 1 0 0,-1 0-1 0 0,0-1 1 0 0,0 1-1 0 0,0-1 1 0 0,-1 1-1 0 0,1-1 1 0 0,-1 1-1 0 0,0-1 1 0 0,0 1-1 0 0,-1-1 1 0 0,1 1-1 0 0,-1-1 1 0 0,0 1-1 0 0,0-1 1 0 0,-1 1-1 0 0,-2-5 1 0 0,2 4-8 0 0,-1 1 0 0 0,0 0 0 0 0,-1-1 0 0 0,1 1 0 0 0,-1 1 0 0 0,0-1 0 0 0,0 1 0 0 0,0-1 1 0 0,0 1-1 0 0,0 0 0 0 0,-1 1 0 0 0,1-1 0 0 0,-1 1 0 0 0,0 0 0 0 0,0 0 0 0 0,0 0 0 0 0,0 1 0 0 0,-6-2 0 0 0,-15-1 109 0 0,0 0 0 0 0,0 2 0 0 0,0 0 1 0 0,-1 2-1 0 0,-34 4 0 0 0,10 3 299 0 0,-88 24 0 0 0,131-29-40 0 0,1 1-1 0 0,0 0 1 0 0,0 0 0 0 0,1 1-1 0 0,-12 7 1 0 0,17-11-266 0 0,0 1 0 0 0,0 0 0 0 0,0 0-1 0 0,0-1 1 0 0,1 1 0 0 0,-1 0 0 0 0,0 0 0 0 0,0 0 0 0 0,1 0 0 0 0,-1 0 0 0 0,0 0 0 0 0,1 0 0 0 0,-1 0-1 0 0,1 1 1 0 0,-1-1 0 0 0,1 0 0 0 0,-1 2 0 0 0,1-2-56 0 0,1 1-1 0 0,-1-1 1 0 0,1 0-1 0 0,-1 0 1 0 0,0 0-1 0 0,1 0 1 0 0,0-1-1 0 0,-1 1 1 0 0,1 0-1 0 0,0 0 1 0 0,-1 0 0 0 0,1 0-1 0 0,0-1 1 0 0,0 1-1 0 0,-1 0 1 0 0,1 0-1 0 0,0-1 1 0 0,0 1-1 0 0,0-1 1 0 0,0 1-1 0 0,0-1 1 0 0,0 1-1 0 0,0-1 1 0 0,2 1-1 0 0,6 2-129 0 0,0-1 0 0 0,0 0 0 0 0,0 0 0 0 0,0-1 0 0 0,0 0 0 0 0,0 0 0 0 0,15-2-1 0 0,69-9 58 0 0,-65 7 201 0 0,0-2-70 0 0,-14 2-1 0 0,-1 1 1 0 0,1 1 0 0 0,-1 0 0 0 0,1 1 0 0 0,19 1-1 0 0,-33 0-97 0 0,0 0-1 0 0,0-1 1 0 0,0 1-1 0 0,0-1 0 0 0,0 1 1 0 0,-1 0-1 0 0,1-1 0 0 0,0 1 1 0 0,0-1-1 0 0,-1 1 1 0 0,1-1-1 0 0,0 1 0 0 0,-1-1 1 0 0,1 1-1 0 0,-1-1 0 0 0,1 1 1 0 0,0-1-1 0 0,-1 1 0 0 0,1-1 1 0 0,-1 0-1 0 0,0 1 1 0 0,1-1-1 0 0,-1 0 0 0 0,1 1 1 0 0,-1-1-1 0 0,-17 14-167 0 0,-101 55 179 0 0,-162 71 0 0 0,191-100 659 0 0,-103 30-1 0 0,167-61-418 0 0,20-6-407 0 0,21-14-591 0 0,97-49 1006 0 0,-81 45 638 0 0,0-1-1 0 0,-1-1 0 0 0,38-29 0 0 0,-68 46-889 0 0,0 0 0 0 0,0 0 0 0 0,-1 0 0 0 0,1 0 0 0 0,0 0-1 0 0,0 0 1 0 0,0 0 0 0 0,0 0 0 0 0,0 0 0 0 0,0 0 0 0 0,0 0 0 0 0,0 0 0 0 0,0-1 0 0 0,-1 1 0 0 0,1 0 0 0 0,0 0 0 0 0,0 0 0 0 0,0 0 0 0 0,0 0 0 0 0,0 0 0 0 0,0 0 0 0 0,0 0 0 0 0,0 0 0 0 0,0 0 0 0 0,0 0 0 0 0,0 0 0 0 0,0 0 0 0 0,-1 0 0 0 0,1 0 0 0 0,0-1 0 0 0,0 1-1 0 0,0 0 1 0 0,0 0 0 0 0,0 0 0 0 0,0 0 0 0 0,0 0 0 0 0,0 0 0 0 0,0 0 0 0 0,0 0 0 0 0,0 0 0 0 0,0 0 0 0 0,0-1 0 0 0,0 1 0 0 0,0 0 0 0 0,0 0 0 0 0,0 0 0 0 0,0 0 0 0 0,0 0 0 0 0,0 0 0 0 0,0 0 0 0 0,0 0 0 0 0,0 0 0 0 0,0-1 0 0 0,0 1 0 0 0,0 0 0 0 0,1 0 0 0 0,-1 0-1 0 0,0 0 1 0 0,0 0 0 0 0,0 0 0 0 0,0 0 0 0 0,0 0 0 0 0,0 0 0 0 0,0 0 0 0 0,-15 0 92 0 0,-18 6 34 0 0,-122 34-351 0 0,-182 74 0 0 0,330-111 243 0 0,-21 9 140 0 0,27-12-150 0 0,0 0 0 0 0,0 1 0 0 0,0-1 1 0 0,0 1-1 0 0,0-1 0 0 0,0 1 0 0 0,1 0 0 0 0,-1-1 1 0 0,0 1-1 0 0,0 0 0 0 0,0-1 0 0 0,1 1 0 0 0,-1 0 0 0 0,0 0 1 0 0,1 0-1 0 0,-1 0 0 0 0,0 0 0 0 0,0 2 0 0 0,2-2 4 0 0,0-1 0 0 0,0 1 0 0 0,0 0-1 0 0,0-1 1 0 0,0 1 0 0 0,0-1-1 0 0,0 1 1 0 0,0-1 0 0 0,0 0-1 0 0,0 1 1 0 0,0-1 0 0 0,1 0-1 0 0,-1 0 1 0 0,0 0 0 0 0,0 1 0 0 0,0-1-1 0 0,0-1 1 0 0,0 1 0 0 0,1 0-1 0 0,-1 0 1 0 0,1-1 0 0 0,2 1 11 0 0,68-3-115 0 0,99-19-1 0 0,-73 8-94 0 0,168-31-355 0 0,-117 18 335 0 0,-133 24 215 0 0,-8 1 38 0 0,0 0 1 0 0,0 1-1 0 0,0 0 1 0 0,0 0-1 0 0,1 1 1 0 0,-1 0-1 0 0,0 0 1 0 0,0 1-1 0 0,1 0 1 0 0,11 3-1 0 0,-19-4-25 0 0,-1 0-1 0 0,1 1 1 0 0,-1-1-1 0 0,0 0 0 0 0,1 0 1 0 0,-1 1-1 0 0,0-1 1 0 0,1 0-1 0 0,-1 0 1 0 0,0 1-1 0 0,0-1 1 0 0,1 0-1 0 0,-1 1 1 0 0,0-1-1 0 0,0 0 1 0 0,0 1-1 0 0,1-1 1 0 0,-1 1-1 0 0,0-1 1 0 0,0 0-1 0 0,0 1 1 0 0,0-1-1 0 0,0 1 1 0 0,0-1-1 0 0,0 1 1 0 0,0-1-1 0 0,0 0 1 0 0,0 1-1 0 0,0-1 1 0 0,0 1-1 0 0,0-1 1 0 0,0 0-1 0 0,0 1 1 0 0,0-1-1 0 0,0 1 1 0 0,0-1-1 0 0,-1 0 1 0 0,1 1-1 0 0,0-1 1 0 0,0 0-1 0 0,-1 1 1 0 0,1-1-1 0 0,0 0 1 0 0,0 1-1 0 0,-1-1 1 0 0,1 0-1 0 0,0 1 1 0 0,-1-1-1 0 0,1 0 1 0 0,0 0-1 0 0,-1 0 1 0 0,0 1-1 0 0,-22 16 387 0 0,20-15-345 0 0,-77 44 252 0 0,-3-4 1 0 0,-142 52 0 0 0,89-39-159 0 0,132-53-158 0 0,-5 1-17 0 0,0 1 0 0 0,1 0 0 0 0,-14 10 0 0 0,22-14 17 0 0,0 0 1 0 0,-1 0-1 0 0,1 0 1 0 0,0 0-1 0 0,0 0 1 0 0,-1 0-1 0 0,1 1 1 0 0,0-1-1 0 0,0 0 1 0 0,-1 0-1 0 0,1 0 1 0 0,0 1-1 0 0,0-1 1 0 0,0 0-1 0 0,-1 0 1 0 0,1 1-1 0 0,0-1 1 0 0,0 0-1 0 0,0 1 1 0 0,0-1 0 0 0,0 0-1 0 0,0 0 1 0 0,0 1-1 0 0,0-1 1 0 0,-1 0-1 0 0,1 1 1 0 0,0-1-1 0 0,0 0 1 0 0,0 0-1 0 0,0 1 1 0 0,1-1-1 0 0,-1 0 1 0 0,0 1-1 0 0,0-1 1 0 0,0 1-1 0 0,10 4-75 0 0,17-1-572 0 0,30-8-459 0 0,0-2 1 0 0,-1-3-1 0 0,87-25 0 0 0,-12 2 717 0 0,-92 23 351 0 0,0 2 0 0 0,1 2-1 0 0,0 1 1 0 0,53 2 0 0 0,-89 2 26 0 0,1 1-1 0 0,-1-1 1 0 0,1 1-1 0 0,-1 0 1 0 0,0 1 0 0 0,5 1-1 0 0,-8-3 4 0 0,-1 1-1 0 0,1-1 1 0 0,-1 0-1 0 0,1 0 1 0 0,-1 1 0 0 0,1-1-1 0 0,-1 0 1 0 0,1 1-1 0 0,-1-1 1 0 0,1 1-1 0 0,-1-1 1 0 0,1 0-1 0 0,-1 1 1 0 0,0-1-1 0 0,1 1 1 0 0,-1-1-1 0 0,0 1 1 0 0,1 0-1 0 0,-1-1 1 0 0,0 1 0 0 0,0-1-1 0 0,0 1 1 0 0,1-1-1 0 0,-1 1 1 0 0,0 0-1 0 0,0-1 1 0 0,0 1-1 0 0,0 0 1 0 0,0-1-1 0 0,0 1 1 0 0,0-1-1 0 0,0 1 1 0 0,0 0-1 0 0,0-1 1 0 0,-1 1-1 0 0,1-1 1 0 0,0 1 0 0 0,0-1-1 0 0,-1 1 1 0 0,1 0-1 0 0,0-1 1 0 0,0 1-1 0 0,-1-1 1 0 0,1 1-1 0 0,-1-1 1 0 0,1 1-1 0 0,0-1 1 0 0,-1 0-1 0 0,1 1 1 0 0,-1-1-1 0 0,1 0 1 0 0,-1 1-1 0 0,1-1 1 0 0,-2 1 0 0 0,-25 20 133 0 0,-2-1 0 0 0,0-1 1 0 0,-1-2-1 0 0,-64 27 1 0 0,51-24 213 0 0,-316 133 1366 0 0,137-62-236 0 0,212-87-1369 0 0,5-2-49 0 0,1-1 0 0 0,0 1 0 0 0,-1 0 0 0 0,1 0 0 0 0,0 1 0 0 0,0-1 0 0 0,0 1 0 0 0,-3 4 0 0 0,6-7-46 0 0,1 0 1 0 0,0 0-1 0 0,0 0 0 0 0,0 1 0 0 0,0-1 0 0 0,0 0 0 0 0,-1 0 1 0 0,1 0-1 0 0,0 1 0 0 0,0-1 0 0 0,0 0 0 0 0,0 0 1 0 0,0 0-1 0 0,0 1 0 0 0,0-1 0 0 0,0 0 0 0 0,0 0 1 0 0,0 1-1 0 0,0-1 0 0 0,0 0 0 0 0,0 0 0 0 0,0 0 0 0 0,0 1 1 0 0,0-1-1 0 0,0 0 0 0 0,0 0 0 0 0,0 0 0 0 0,0 1 1 0 0,0-1-1 0 0,0 0 0 0 0,0 0 0 0 0,1 1 0 0 0,-1-1 1 0 0,0 0-1 0 0,0 0 0 0 0,0 0 0 0 0,0 0 0 0 0,0 1 0 0 0,1-1 1 0 0,-1 0-1 0 0,0 0 0 0 0,0 0 0 0 0,15 6-24 0 0,15-3-189 0 0,49-4-680 0 0,1-4 1 0 0,86-16 0 0 0,-78 8-170 0 0,114-2 0 0 0,-201 15 1060 0 0,57 4 300 0 0,-55-4-281 0 0,-1 1 1 0 0,1-1-1 0 0,-1 0 0 0 0,1 1 1 0 0,-1 0-1 0 0,0-1 0 0 0,1 1 1 0 0,-1 0-1 0 0,0 1 0 0 0,1-1 1 0 0,-1 0-1 0 0,0 0 0 0 0,0 1 0 0 0,0 0 1 0 0,0-1-1 0 0,0 1 0 0 0,-1 0 1 0 0,1 0-1 0 0,0 0 0 0 0,1 2 1 0 0,-3-3 33 0 0,0 1 1 0 0,1-1-1 0 0,-1 1 1 0 0,0-1-1 0 0,0 0 1 0 0,0 1-1 0 0,-1-1 1 0 0,1 1-1 0 0,0-1 1 0 0,0 0-1 0 0,-1 1 1 0 0,1-1-1 0 0,-1 0 1 0 0,1 1-1 0 0,-1-1 1 0 0,1 0-1 0 0,-1 0 1 0 0,0 1-1 0 0,0-1 1 0 0,0 0-1 0 0,0 0 1 0 0,1 0-1 0 0,-3 1 1 0 0,-27 24 836 0 0,24-20-717 0 0,-63 43 733 0 0,-3-2 0 0 0,-126 61-1 0 0,175-96-813 0 0,-40 19 14 0 0,16-8 87 0 0,-83 53 0 0 0,129-75-180 0 0,-1 0-1 0 0,1 0 1 0 0,-1 0 0 0 0,1 0-1 0 0,-1 0 1 0 0,1 0 0 0 0,0 0-1 0 0,-1 1 1 0 0,1-1 0 0 0,0 1-1 0 0,0-1 1 0 0,0 1 0 0 0,0-1-1 0 0,0 1 1 0 0,1-1 0 0 0,-2 4-1 0 0,2-4-26 0 0,0 0 0 0 0,0-1-1 0 0,1 1 1 0 0,-1 0-1 0 0,0-1 1 0 0,1 1-1 0 0,-1-1 1 0 0,0 1-1 0 0,1 0 1 0 0,-1-1-1 0 0,1 1 1 0 0,-1-1 0 0 0,1 1-1 0 0,-1-1 1 0 0,1 0-1 0 0,-1 1 1 0 0,1-1-1 0 0,0 0 1 0 0,-1 1-1 0 0,1-1 1 0 0,0 0 0 0 0,-1 1-1 0 0,1-1 1 0 0,0 0-1 0 0,-1 0 1 0 0,1 0-1 0 0,0 0 1 0 0,0 0-1 0 0,9 2-280 0 0,0-1 0 0 0,0-1-1 0 0,-1 1 1 0 0,16-3-1 0 0,192-25-2647 0 0,22-3 1166 0 0,-174 25 1217 0 0,110 6 0 0 0,-168 0 521 0 0,41 5-76 0 0,-46-6 120 0 0,-1 0 0 0 0,1 1-1 0 0,0-1 1 0 0,-1 1 0 0 0,1-1-1 0 0,0 1 1 0 0,-1-1 0 0 0,1 1-1 0 0,-1 0 1 0 0,1 0 0 0 0,-1 0-1 0 0,0 0 1 0 0,1 0 0 0 0,-1 0-1 0 0,0 0 1 0 0,0 0 0 0 0,0 1-1 0 0,0-1 1 0 0,0 0 0 0 0,0 1-1 0 0,0-1 1 0 0,0 1 0 0 0,1 1-1 0 0,-2-1 51 0 0,0 0-1 0 0,-1-1 0 0 0,1 1 1 0 0,0 0-1 0 0,0 0 0 0 0,-1-1 1 0 0,1 1-1 0 0,-1 0 0 0 0,0-1 1 0 0,1 1-1 0 0,-1-1 0 0 0,0 1 1 0 0,0-1-1 0 0,0 1 0 0 0,0-1 1 0 0,0 0-1 0 0,0 1 1 0 0,0-1-1 0 0,0 0 0 0 0,-2 1 1 0 0,-32 25 786 0 0,28-21-525 0 0,-90 57 2077 0 0,-144 71 1 0 0,-10 5-1451 0 0,247-137-948 0 0,-9 7 30 0 0,0-1 0 0 0,-16 15-1 0 0,27-22-44 0 0,0 1 0 0 0,1-1 0 0 0,-1 1 0 0 0,0 0 0 0 0,1-1 0 0 0,-1 1 0 0 0,1 0 0 0 0,-1 0 0 0 0,1 0 0 0 0,0 0 0 0 0,0 0 0 0 0,0 0 0 0 0,0 1 0 0 0,0-1 0 0 0,0 0 0 0 0,1 0 0 0 0,-1 1 0 0 0,1-1 1 0 0,-1 1-1 0 0,1-1 0 0 0,0 0 0 0 0,0 1 0 0 0,1 4 0 0 0,0-4-165 0 0,1 0 1 0 0,0 0-1 0 0,0 0 1 0 0,0-1-1 0 0,0 1 1 0 0,0 0-1 0 0,1-1 1 0 0,-1 1 0 0 0,1-1-1 0 0,0 0 1 0 0,0 0-1 0 0,0 0 1 0 0,0 0-1 0 0,0 0 1 0 0,0-1-1 0 0,0 0 1 0 0,1 1 0 0 0,-1-1-1 0 0,0 0 1 0 0,1-1-1 0 0,3 2 1 0 0,8 1-505 0 0,1-1 1 0 0,0-1 0 0 0,19 1-1 0 0,91-9-75 0 0,30 1 695 0 0,-135 7 117 0 0,-1 0 1 0 0,1 1-1 0 0,-1 2 1 0 0,0 0-1 0 0,27 9 0 0 0,-42-11-20 0 0,-1-1-1 0 0,0 1 1 0 0,0 0-1 0 0,0 0 1 0 0,0 0-1 0 0,-1 1 1 0 0,1-1-1 0 0,-1 1 1 0 0,1 0-1 0 0,-1 0 1 0 0,0 0-1 0 0,0 0 1 0 0,0 1-1 0 0,0-1 1 0 0,-1 1-1 0 0,1 0 1 0 0,-1-1-1 0 0,0 1 1 0 0,2 6-1 0 0,-3-5 39 0 0,0 1 0 0 0,0 0 0 0 0,0 0 1 0 0,0 0-1 0 0,-1 0 0 0 0,0 0 0 0 0,-1 0 0 0 0,1-1 0 0 0,-1 1 0 0 0,0 0 0 0 0,0 0 0 0 0,-1 0 0 0 0,0-1 1 0 0,-2 6-1 0 0,-8 17 326 0 0,-2-1 0 0 0,0-1 0 0 0,-2-1 0 0 0,-1 0 0 0 0,0-1 0 0 0,-2-1 0 0 0,-25 24 0 0 0,8-13 387 0 0,-1-1 1 0 0,-1-2 0 0 0,-67 40-1 0 0,92-63-645 0 0,-30 17 286 0 0,40-23-396 0 0,0-1 0 0 0,0 0 1 0 0,0 0-1 0 0,0 0 1 0 0,0 0-1 0 0,0 0 0 0 0,-1 0 1 0 0,1-1-1 0 0,0 1 1 0 0,-1-1-1 0 0,-3 0 1 0 0,6-1-102 0 0,0 1 1 0 0,0-1-1 0 0,0 0 1 0 0,0 1-1 0 0,0-1 1 0 0,0 0-1 0 0,0 0 1 0 0,1 1-1 0 0,-1-1 1 0 0,0 0-1 0 0,0 0 1 0 0,1 0-1 0 0,-1 0 1 0 0,0 0-1 0 0,1 0 1 0 0,-1 0-1 0 0,1 0 1 0 0,0 0-1 0 0,-1 0 1 0 0,1 0-1 0 0,0-1 1 0 0,0 1-1 0 0,-1 0 1 0 0,1 0-1 0 0,0 0 1 0 0,0 0-1 0 0,0 0 1 0 0,0-1 0 0 0,1 1-1 0 0,-1-2 1 0 0,6-36-3208 0 0,25-61-4769 0 0,-17 61 5430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10.20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112 94 8754 0 0,'1'-4'63'0'0,"0"0"1"0"0,1-1 0 0 0,0 1-1 0 0,-1 0 1 0 0,1 0 0 0 0,0 0-1 0 0,1 0 1 0 0,-1 0-1 0 0,1 0 1 0 0,0 1 0 0 0,0-1-1 0 0,0 1 1 0 0,0 0-1 0 0,1 0 1 0 0,-1 0 0 0 0,1 0-1 0 0,-1 1 1 0 0,1-1 0 0 0,7-2-1 0 0,-5 2 13 0 0,19-10 55 0 0,-24 12-111 0 0,0 1 0 0 0,0-1 0 0 0,0 1 0 0 0,0-1 0 0 0,0 1 0 0 0,-1 0 0 0 0,1 0 0 0 0,0-1 0 0 0,0 1 1 0 0,0 0-1 0 0,0 0 0 0 0,0 0 0 0 0,0 0 0 0 0,0 0 0 0 0,0 0 0 0 0,0 0 0 0 0,0 0 0 0 0,0 0 0 0 0,2 1 0 0 0,-3 0-15 0 0,0 0-1 0 0,0 0 1 0 0,0 0-1 0 0,0 0 0 0 0,0-1 1 0 0,0 1-1 0 0,0 0 1 0 0,0 0-1 0 0,0 0 0 0 0,0 0 1 0 0,-1 0-1 0 0,1 0 1 0 0,0-1-1 0 0,-1 1 1 0 0,1 0-1 0 0,0 0 0 0 0,-1 0 1 0 0,1-1-1 0 0,-1 1 1 0 0,1 0-1 0 0,-1-1 0 0 0,0 1 1 0 0,0 1-1 0 0,-19 21-469 0 0,16-20 415 0 0,-15 16-212 0 0,-1-1 0 0 0,0 0 0 0 0,-2-2 0 0 0,-25 15 0 0 0,-12 9-98 0 0,59-40 364 0 0,0 0-1 0 0,0 0 0 0 0,-1 0 1 0 0,1 0-1 0 0,0 0 1 0 0,0 0-1 0 0,-1 0 0 0 0,1 0 1 0 0,0 0-1 0 0,0 0 1 0 0,-1 0-1 0 0,1 0 0 0 0,0 1 1 0 0,0-1-1 0 0,0 0 1 0 0,-1 0-1 0 0,1 0 0 0 0,0 0 1 0 0,0 1-1 0 0,0-1 1 0 0,-1 0-1 0 0,1 0 1 0 0,0 1-1 0 0,0-1 0 0 0,0 0 1 0 0,0 0-1 0 0,0 0 1 0 0,0 1-1 0 0,-1-1 0 0 0,1 0 1 0 0,0 1-1 0 0,0-1 1 0 0,0 0-1 0 0,0 0 0 0 0,0 1 1 0 0,0-1-1 0 0,0 0 1 0 0,0 0-1 0 0,0 1 0 0 0,0-1 1 0 0,0 0-1 0 0,0 0 1 0 0,1 1-1 0 0,-1-1 0 0 0,0 0 1 0 0,0 0-1 0 0,0 1 1 0 0,0-1-1 0 0,0 0 0 0 0,0 0 1 0 0,1 1-1 0 0,-1-1 1 0 0,0 0-1 0 0,0 0 1 0 0,0 0-1 0 0,1 1 0 0 0,22 2 392 0 0,31-7 180 0 0,30-12-647 0 0,100-33 1 0 0,16-3-467 0 0,-134 38 489 0 0,-19 2 459 0 0,1 3 0 0 0,96-6 1 0 0,-143 15-384 0 0,0 0 0 0 0,-1-1 1 0 0,1 1-1 0 0,0 0 0 0 0,-1 0 1 0 0,1 0-1 0 0,0 0 0 0 0,-1 0 1 0 0,1 0-1 0 0,0 1 0 0 0,-1-1 1 0 0,1 0-1 0 0,-1 0 0 0 0,1 0 1 0 0,0 0-1 0 0,-1 1 0 0 0,1-1 1 0 0,-1 0-1 0 0,1 1 0 0 0,0-1 1 0 0,-1 1-1 0 0,1-1 0 0 0,-1 0 1 0 0,1 1-1 0 0,-1-1 0 0 0,0 1 1 0 0,1-1-1 0 0,0 2 0 0 0,-1-2-2 0 0,0 1 0 0 0,-1 0-1 0 0,1 0 1 0 0,0 0-1 0 0,0 0 1 0 0,-1 0 0 0 0,1 0-1 0 0,0-1 1 0 0,-1 1-1 0 0,1 0 1 0 0,-1 0 0 0 0,1 0-1 0 0,-1-1 1 0 0,1 1-1 0 0,-1 0 1 0 0,-1 1 0 0 0,-30 25 247 0 0,4-10-158 0 0,0-1 1 0 0,-1-1 0 0 0,-41 15-1 0 0,-97 24 138 0 0,97-33 627 0 0,-80 35 0 0 0,151-56-869 0 0,-1 0 1 0 0,0 0-1 0 0,0 0 0 0 0,1 0 0 0 0,-1 0 1 0 0,0 0-1 0 0,0 0 0 0 0,1 0 0 0 0,-1 0 1 0 0,0 1-1 0 0,0-1 0 0 0,0 0 0 0 0,1 0 1 0 0,-1 0-1 0 0,0 0 0 0 0,0 1 1 0 0,0-1-1 0 0,0 0 0 0 0,1 0 0 0 0,-1 1 1 0 0,0-1-1 0 0,0 0 0 0 0,0 0 0 0 0,0 0 1 0 0,0 1-1 0 0,0-1 0 0 0,0 0 0 0 0,0 0 1 0 0,0 1-1 0 0,0-1 0 0 0,0 0 1 0 0,0 0-1 0 0,0 1 0 0 0,0-1 0 0 0,0 0 1 0 0,0 0-1 0 0,0 1 0 0 0,0-1 0 0 0,0 0 1 0 0,0 0-1 0 0,0 1 0 0 0,0-1 0 0 0,0 0 1 0 0,0 0-1 0 0,-1 1 0 0 0,1-1 1 0 0,0 0-1 0 0,0 0 0 0 0,0 0 0 0 0,0 0 1 0 0,-1 1-1 0 0,1-1 0 0 0,0 0 0 0 0,0 0 1 0 0,0 0-1 0 0,-1 0 0 0 0,1 0 0 0 0,0 1 1 0 0,-1-1-1 0 0,36 7-6 0 0,-10-2 231 0 0,-22-3-242 0 0,0-1 0 0 0,0 1 0 0 0,-1-1 0 0 0,1 1 0 0 0,0 0 0 0 0,-1 0 0 0 0,1 1 0 0 0,-1-1 0 0 0,0 0 1 0 0,0 1-1 0 0,0-1 0 0 0,0 1 0 0 0,0 0 0 0 0,0 0 0 0 0,-1 0 0 0 0,1 0 0 0 0,-1 0 0 0 0,0 0 0 0 0,0 0 0 0 0,0 0 0 0 0,0 0 0 0 0,-1 1 0 0 0,1-1 0 0 0,-1 0 0 0 0,0 0 1 0 0,0 1-1 0 0,0-1 0 0 0,0 0 0 0 0,0 0 0 0 0,-1 1 0 0 0,-1 4 0 0 0,-3 12-266 0 0,-1 0 0 0 0,0-1 0 0 0,-2 0 0 0 0,-9 19-1 0 0,4-11-127 0 0,-39 91-1294 0 0,35-77-2413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35:10.43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325 0 10594 0 0,'-3'11'472'0'0,"-2"-1"96"0"0,-1 2-455 0 0,3-1-113 0 0,-1-1 0 0 0,1-3 0 0 0,-1 4 0 0 0,-4 6-97 0 0,-6 9 25 0 0,-9 11 0 0 0,-3 2 72 0 0,-6-1 88 0 0,-1-3-24 0 0,0-2 1 0 0,-2-5-650 0 0,2-2-135 0 0,3 0-24 0 0,0-10-8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4.5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100 533 3225 0 0,'-9'-15'648'0'0,"-1"1"0"0"0,-1 0 0 0 0,0 0 0 0 0,-1 1 0 0 0,0 1 1 0 0,-15-13-1 0 0,20 14 1068 0 0,15 6-497 0 0,-6 5-1130 0 0,0 0 0 0 0,0 0 1 0 0,0 0-1 0 0,0 0 0 0 0,-1 1 1 0 0,1-1-1 0 0,0 0 1 0 0,0 1-1 0 0,0-1 0 0 0,0 1 1 0 0,0 0-1 0 0,2 1 1 0 0,25 20 975 0 0,0 2 1 0 0,26 29 0 0 0,-31-28-553 0 0,1-2 0 0 0,51 37-1 0 0,-27-27-337 0 0,-25-15-123 0 0,0-2 1 0 0,1-1 0 0 0,1 0-1 0 0,0-2 1 0 0,1-1-1 0 0,31 9 1 0 0,-56-20-20 0 0,0-1 0 0 0,0 1 0 0 0,1-1 1 0 0,-1 0-1 0 0,0 0 0 0 0,0 1 0 0 0,0-1 0 0 0,0 0 0 0 0,0-1 0 0 0,0 1 1 0 0,0 0-1 0 0,0-1 0 0 0,0 1 0 0 0,0-1 0 0 0,0 0 0 0 0,0 1 1 0 0,0-1-1 0 0,0 0 0 0 0,0 0 0 0 0,0 0 0 0 0,-1-1 0 0 0,3-1 0 0 0,-2 1 76 0 0,1-1 0 0 0,-2 0-1 0 0,1 0 1 0 0,0 0-1 0 0,0 0 1 0 0,-1 0 0 0 0,0 0-1 0 0,1 0 1 0 0,-1 0-1 0 0,0-1 1 0 0,-1 1 0 0 0,1-6-1 0 0,1-7 308 0 0,-2 0-1 0 0,0 0 1 0 0,-1 0-1 0 0,-5-29 1 0 0,-61-234 760 0 0,1-1-1092 0 0,65 276-145 0 0,0 0-77 0 0,0 0-1 0 0,1-1 1 0 0,-1 1-1 0 0,1 0 1 0 0,0 0-1 0 0,0 0 1 0 0,1-5 0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5.0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50 133 456 0 0,'-3'-11'617'0'0,"1"0"-1"0"0,0-1 1 0 0,0 1-1 0 0,1-15 1 0 0,1 15 357 0 0,-1-1 0 0 0,0 1 0 0 0,-1 0 0 0 0,-8-6 4079 0 0,-2 64-3006 0 0,9-26-1816 0 0,-1-1-88 0 0,1 0 0 0 0,1 1 0 0 0,1-1 1 0 0,2 36-1 0 0,-1-51-141 0 0,1-1 1 0 0,0 1 0 0 0,0-1 0 0 0,0 1-1 0 0,0-1 1 0 0,1 1 0 0 0,0-1-1 0 0,0 0 1 0 0,0 0 0 0 0,0 0 0 0 0,0 0-1 0 0,1 0 1 0 0,0 0 0 0 0,0-1 0 0 0,0 0-1 0 0,0 1 1 0 0,1-1 0 0 0,-1 0-1 0 0,1 0 1 0 0,0-1 0 0 0,0 1 0 0 0,0-1-1 0 0,0 0 1 0 0,0 0 0 0 0,0 0 0 0 0,8 2-1 0 0,2-1-1 0 0,0-1-1 0 0,1 0 1 0 0,-1-1-1 0 0,21-1 1 0 0,-26-1-7 0 0,1 0 1 0 0,-1 1-1 0 0,0 0 1 0 0,1 1-1 0 0,-1 0 1 0 0,0 1-1 0 0,0 0 1 0 0,0 0-1 0 0,0 1 1 0 0,0 0-1 0 0,-1 0 1 0 0,16 9-1 0 0,-23-11 12 0 0,1 1-1 0 0,0 0 1 0 0,-1 0-1 0 0,0 0 1 0 0,1 0 0 0 0,-1 0-1 0 0,0 0 1 0 0,0 0-1 0 0,0 0 1 0 0,0 1 0 0 0,-1-1-1 0 0,1 0 1 0 0,-1 1 0 0 0,1-1-1 0 0,-1 0 1 0 0,0 1-1 0 0,0-1 1 0 0,0 0 0 0 0,0 1-1 0 0,0-1 1 0 0,0 0-1 0 0,-1 1 1 0 0,1-1 0 0 0,-1 0-1 0 0,0 1 1 0 0,0-1-1 0 0,-1 3 1 0 0,-3 10 136 0 0,-2 0 0 0 0,-14 25 0 0 0,17-33-74 0 0,0 2-64 0 0,-24 35 214 0 0,27-42-244 0 0,-1 0 0 0 0,1 0 0 0 0,-1-1 0 0 0,1 1 1 0 0,-1 0-1 0 0,0-1 0 0 0,0 1 0 0 0,1-1 0 0 0,-1 1 0 0 0,0-1 0 0 0,0 0 0 0 0,-1 0 1 0 0,1 0-1 0 0,0 0 0 0 0,0 0 0 0 0,0-1 0 0 0,-1 1 0 0 0,-2 0 0 0 0,-6-6-1975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5.2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26 4609 0 0,'13'5'9253'0'0,"0"-9"-6206"0"0,12-16-5012 0 0,-17 13 1911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5.3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0 174 6913 0 0,'4'-4'305'0'0,"-1"1"63"0"0,0-1-296 0 0,-1 0-72 0 0,0 3 0 0 0,0-2 0 0 0,2-2-352 0 0,3-3-81 0 0,4-7-15 0 0,3-4-8 0 0,1 0 456 0 0,-1 2 96 0 0,-2 0 24 0 0,0-1 0 0 0,-2 2-120 0 0,0-4 0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6.0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5 427 6913 0 0,'-1'-5'660'0'0,"-1"0"0"0"0,2 0 0 0 0,-1 0-1 0 0,0 0 1 0 0,1-1 0 0 0,0 1 0 0 0,1 0-1 0 0,-1 0 1 0 0,3-10 0 0 0,-3 15-596 0 0,1 0 1 0 0,-1 0 0 0 0,1 0-1 0 0,-1 0 1 0 0,0 0-1 0 0,1 0 1 0 0,-1 0 0 0 0,1 0-1 0 0,-1 0 1 0 0,1 0-1 0 0,-1 0 1 0 0,1 0 0 0 0,-1 0-1 0 0,1 0 1 0 0,-1 0-1 0 0,1 0 1 0 0,-1 1 0 0 0,0-1-1 0 0,1 0 1 0 0,-1 0-1 0 0,1 1 1 0 0,-1-1-1 0 0,0 0 1 0 0,1 0 0 0 0,-1 1-1 0 0,0-1 1 0 0,1 0-1 0 0,-1 1 1 0 0,0-1 0 0 0,1 1-1 0 0,-1-1 1 0 0,0 0-1 0 0,0 1 1 0 0,1 0 0 0 0,13 18 511 0 0,-11-15-362 0 0,15 19 1 0 0,1-1 0 0 0,1 0-1 0 0,1-2 1 0 0,1 0-1 0 0,45 31 1 0 0,-48-39-92 0 0,0 0 0 0 0,0-2 0 0 0,1 0 0 0 0,0-2 0 0 0,0 0-1 0 0,1-1 1 0 0,0-1 0 0 0,35 5 0 0 0,-49-10-101 0 0,0 0-1 0 0,-1-1 1 0 0,1 0-1 0 0,0 0 1 0 0,0 0-1 0 0,-1-1 1 0 0,1 0-1 0 0,-1-1 1 0 0,1 1-1 0 0,-1-1 1 0 0,1 0 0 0 0,8-5-1 0 0,-11 4 0 0 0,0 1-1 0 0,-1-1 1 0 0,1 0 0 0 0,0 0-1 0 0,-1-1 1 0 0,0 1 0 0 0,0 0-1 0 0,0-1 1 0 0,0 0-1 0 0,-1 0 1 0 0,1 0 0 0 0,-1 0-1 0 0,0 0 1 0 0,0-1 0 0 0,-1 1-1 0 0,1 0 1 0 0,-1-1 0 0 0,1-7-1 0 0,2-12 157 0 0,-2-1 1 0 0,-1 1-1 0 0,-1-1 0 0 0,0 1 0 0 0,-6-26 0 0 0,-26-125 244 0 0,20 122-244 0 0,8 35-135 0 0,-10-47 80 0 0,12 60-96 0 0,0-1 1 0 0,0 1 0 0 0,0 0-1 0 0,0 0 1 0 0,-1 0 0 0 0,0 0-1 0 0,0 0 1 0 0,-6-7 0 0 0,8 11-19 0 0,1 1 1 0 0,-1-1-1 0 0,1 0 1 0 0,-1 1-1 0 0,1-1 1 0 0,-1 0-1 0 0,0 1 1 0 0,1-1-1 0 0,-1 1 1 0 0,0-1-1 0 0,1 1 1 0 0,-1-1-1 0 0,0 1 1 0 0,1 0-1 0 0,-1-1 1 0 0,0 1-1 0 0,0 0 1 0 0,1 0-1 0 0,-1 0 1 0 0,0-1-1 0 0,0 1 1 0 0,0 0-1 0 0,0 0 1 0 0,0 1 3 0 0,1-1 0 0 0,0 1 0 0 0,-1 0 1 0 0,1-1-1 0 0,0 1 0 0 0,0 0 1 0 0,-1-1-1 0 0,1 1 0 0 0,0 0 1 0 0,0 0-1 0 0,0-1 0 0 0,0 1 0 0 0,0 0 1 0 0,0-1-1 0 0,0 1 0 0 0,0 0 1 0 0,0 0-1 0 0,0-1 0 0 0,1 2 1 0 0,13 40 174 0 0,3-10-180 0 0,2 0-1 0 0,1-1 1 0 0,1-1 0 0 0,2-1-1 0 0,1-1 1 0 0,1-1 0 0 0,2-2-1 0 0,0 0 1 0 0,2-2 0 0 0,62 40-1 0 0,-16-22-2014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6.3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2761 0 0,'3'-12'13498'0'0,"9"26"-12752"0"0,-1 1-1 0 0,0 0 0 0 0,17 32 0 0 0,-18-28-144 0 0,2-1 0 0 0,-1 0 0 0 0,22 25 1 0 0,-22-33-2096 0 0,-1 1 0 0 0,1-1 1 0 0,15 9-1 0 0,-10-8-5238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6.9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1 278 5985 0 0,'5'-7'490'0'0,"0"-1"1"0"0,0 1-1 0 0,1 1 0 0 0,14-13 0 0 0,1-3 479 0 0,27-34 1721 0 0,-23 24-976 0 0,2 2 0 0 0,49-45 0 0 0,-56 64-1395 0 0,-20 11-371 0 0,1-1-1 0 0,-1 1 1 0 0,0 0-1 0 0,0-1 1 0 0,1 1-1 0 0,-1 0 1 0 0,0 0 0 0 0,1-1-1 0 0,-1 1 1 0 0,1 0-1 0 0,-1 0 1 0 0,0 0 0 0 0,1-1-1 0 0,-1 1 1 0 0,1 0-1 0 0,-1 0 1 0 0,1 0-1 0 0,-1 0 1 0 0,0 0 0 0 0,1 0-1 0 0,-1 0 1 0 0,1 0-1 0 0,-1 0 1 0 0,1 0-1 0 0,-1 0 1 0 0,0 0 0 0 0,1 0-1 0 0,-1 1 1 0 0,1-1-1 0 0,-1 0 1 0 0,1 0-1 0 0,-1 0 1 0 0,0 0 0 0 0,1 1-1 0 0,-1-1 1 0 0,0 0-1 0 0,1 1 1 0 0,-1-1 0 0 0,0 0-1 0 0,1 0 1 0 0,-1 1-1 0 0,0-1 1 0 0,0 0-1 0 0,1 1 1 0 0,-1 0 0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7.4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24 229 456 0 0,'-1'-1'140'0'0,"1"1"-1"0"0,-1 0 1 0 0,1 0 0 0 0,0-1-1 0 0,-1 1 1 0 0,1 0-1 0 0,-1 0 1 0 0,1 0 0 0 0,-1 0-1 0 0,1-1 1 0 0,0 1-1 0 0,-1 0 1 0 0,1 0 0 0 0,-1 0-1 0 0,1 0 1 0 0,-1 0-1 0 0,1 0 1 0 0,-1 0 0 0 0,1 0-1 0 0,-1 1 1 0 0,1-1-1 0 0,-1 0 1 0 0,1 0 0 0 0,0 0-1 0 0,-1 0 1 0 0,1 0-1 0 0,-1 1 1 0 0,1-1 0 0 0,0 0-1 0 0,-1 0 1 0 0,1 1-1 0 0,-1-1 1 0 0,1 0 0 0 0,0 1-1 0 0,0-1 1 0 0,-1 0-1 0 0,1 1 1 0 0,0-1 0 0 0,-1 1-1 0 0,1-1 1 0 0,0 0-1 0 0,0 1 1 0 0,0 0 0 0 0,-7 31 2393 0 0,7-17-1841 0 0,1 0-1 0 0,3 24 0 0 0,-2-29-530 0 0,1 0-1 0 0,0 0 1 0 0,0 0-1 0 0,1 0 1 0 0,1 0-1 0 0,0-1 1 0 0,0 1-1 0 0,1-1 1 0 0,0-1-1 0 0,0 1 1 0 0,1-1-1 0 0,0 0 1 0 0,0-1-1 0 0,10 8 0 0 0,-5-6-20 0 0,1 0 0 0 0,0-1 0 0 0,0 0 0 0 0,0-1-1 0 0,1-1 1 0 0,1 0 0 0 0,-1-1 0 0 0,1 0-1 0 0,18 3 1 0 0,-28-7-84 0 0,-1-1 0 0 0,1 1 0 0 0,0-1 0 0 0,0 0 1 0 0,-1 0-1 0 0,1 0 0 0 0,0 0 0 0 0,0-1 0 0 0,-1 0 0 0 0,1 0 0 0 0,0 0 0 0 0,-1 0 0 0 0,1-1 0 0 0,-1 0 0 0 0,0 0 0 0 0,0 0 0 0 0,1-1 0 0 0,-1 1 0 0 0,-1-1 1 0 0,1 0-1 0 0,0 0 0 0 0,-1 0 0 0 0,1-1 0 0 0,-1 1 0 0 0,0-1 0 0 0,0 0 0 0 0,-1 1 0 0 0,1-2 0 0 0,-1 1 0 0 0,1 0 0 0 0,-1 0 0 0 0,-1-1 0 0 0,3-7 1 0 0,-1 2 128 0 0,0 0 1 0 0,0-1-1 0 0,-1 1 1 0 0,-1-1-1 0 0,0 0 1 0 0,0 1-1 0 0,-1-1 1 0 0,-1 0-1 0 0,0 0 1 0 0,0 1-1 0 0,-1-1 1 0 0,0 1-1 0 0,-1-1 1 0 0,-4-11-1 0 0,-6-6 192 0 0,-1 1 0 0 0,0 1-1 0 0,-2 1 1 0 0,-1 0 0 0 0,-39-43 0 0 0,48 59-439 0 0,-1 0 0 0 0,0 0 1 0 0,-1 1-1 0 0,0 0 0 0 0,0 1 1 0 0,-1 0-1 0 0,0 1 0 0 0,0 0 1 0 0,-1 0-1 0 0,1 1 0 0 0,-1 1 1 0 0,0 0-1 0 0,-1 1 0 0 0,1 0 1 0 0,0 0-1 0 0,-20 0 0 0 0,13 4-5028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7.8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0 157 10138 0 0,'1'-5'11'0'0,"0"0"-1"0"0,0 0 0 0 0,0 0 1 0 0,1 0-1 0 0,-1 1 1 0 0,1-1-1 0 0,0 1 1 0 0,5-8-1 0 0,-1 0 142 0 0,-4 6-225 0 0,0 1 0 0 0,0-1 0 0 0,1 1 1 0 0,0-1-1 0 0,0 1 0 0 0,0 0 1 0 0,0 0-1 0 0,1 0 0 0 0,0 0 0 0 0,0 1 1 0 0,0 0-1 0 0,1-1 0 0 0,0 2 1 0 0,-1-1-1 0 0,1 0 0 0 0,1 1 0 0 0,-1 0 1 0 0,10-4-1 0 0,-4 2 73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7.9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48 3681 0 0,'6'-7'160'0'0,"-3"3"40"0"0,1-2-200 0 0,0 1 0 0 0,-3 1 0 0 0,2 0 0 0 0,1-3 0 0 0,1-3 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8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42 323 10594 0 0,'-2'0'111'0'0,"1"-1"0"0"0,-1 1 0 0 0,0-1 0 0 0,1 1-1 0 0,-1-1 1 0 0,1 0 0 0 0,-1 1 0 0 0,1-1 0 0 0,-1 0 0 0 0,1 0 0 0 0,-1 0-1 0 0,1 0 1 0 0,0 0 0 0 0,0-1 0 0 0,-3-1 0 0 0,-11-10 4663 0 0,46 39-1501 0 0,1 0-3181 0 0,0-8 42 0 0,1-2-1 0 0,63 21 1 0 0,-22-9-38 0 0,-69-26-99 0 0,1 1 0 0 0,0-1 0 0 0,-1-1 0 0 0,1 1-1 0 0,0-1 1 0 0,0 0 0 0 0,0 0 0 0 0,-1-1 0 0 0,11 0-1 0 0,-14 0 3 0 0,0-1 0 0 0,1 1 0 0 0,-1-1 0 0 0,0 0 0 0 0,0 0 0 0 0,0 0-1 0 0,0 0 1 0 0,0 0 0 0 0,0 0 0 0 0,0-1 0 0 0,-1 1 0 0 0,1 0 0 0 0,0-1-1 0 0,-1 0 1 0 0,1 1 0 0 0,-1-1 0 0 0,1 0 0 0 0,-1 0 0 0 0,0 0 0 0 0,0 0-1 0 0,0 0 1 0 0,0 0 0 0 0,0 0 0 0 0,0 0 0 0 0,-1 0 0 0 0,1 0 0 0 0,0-4-1 0 0,1-5-15 0 0,-1 1-1 0 0,0-1 1 0 0,-1 0-1 0 0,0 1 0 0 0,0-1 1 0 0,-1 0-1 0 0,0 1 1 0 0,-1-1-1 0 0,-6-19 1 0 0,-6-8-127 0 0,-23-48 1 0 0,7 16 69 0 0,17 40 103 0 0,-11-33 116 0 0,59 87 1080 0 0,53 53-1030 0 0,-70-58-138 0 0,1-2 0 0 0,1 0 0 0 0,0-1 0 0 0,1-1 0 0 0,1-1 0 0 0,30 15 0 0 0,-33-21-91 0 0,-4 0-175 0 0,1-1 1 0 0,0-1-1 0 0,0-1 0 0 0,0 0 1 0 0,30 4-1 0 0,-45-9-50 0 0,1 0 0 0 0,-1 0-1 0 0,1 0 1 0 0,-1-1 0 0 0,1 1 0 0 0,-1 0 0 0 0,0 0-1 0 0,1-1 1 0 0,-1 1 0 0 0,0-1 0 0 0,1 0-1 0 0,2-1 1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8.8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1376 0 0,'7'0'16369'0'0,"58"61"-12636"0"0,33 42-2490 0 0,-55-64-2130 0 0,-36-35 130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15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1687 434 4145 0 0,'2'-10'205'0'0,"2"-9"134"0"0,-1 0 0 0 0,0-1 0 0 0,0-22 0 0 0,-4 35-192 0 0,1-1 1 0 0,-1 1-1 0 0,-1-1 0 0 0,1 1 0 0 0,-1-1 0 0 0,-1 1 0 0 0,1 0 1 0 0,-1 0-1 0 0,-1 0 0 0 0,1 0 0 0 0,-7-9 0 0 0,1 3 205 0 0,0 1 1 0 0,-1 0-1 0 0,-1 1 0 0 0,0 0 0 0 0,-1 0 0 0 0,0 1 0 0 0,0 1 0 0 0,-20-12 1 0 0,12 10-27 0 0,0 1 0 0 0,-1 1 1 0 0,0 1-1 0 0,-1 1 0 0 0,-27-6 1 0 0,1 5 3 0 0,0 2 0 0 0,0 3 0 0 0,0 1 0 0 0,-88 9 0 0 0,90-1-182 0 0,1 2 1 0 0,0 1-1 0 0,0 3 1 0 0,1 2-1 0 0,-54 24 1 0 0,3 8-203 0 0,-106 67 1 0 0,165-89 44 0 0,1 2 1 0 0,1 1 0 0 0,2 1-1 0 0,1 2 1 0 0,1 1 0 0 0,1 2-1 0 0,2 1 1 0 0,1 1-1 0 0,2 1 1 0 0,2 1 0 0 0,1 1-1 0 0,2 1 1 0 0,1 0-1 0 0,2 2 1 0 0,3 0 0 0 0,-13 56-1 0 0,21-61-17 0 0,1 0 0 0 0,1 0 0 0 0,2 0 0 0 0,6 60 0 0 0,4-29 15 0 0,26 103 0 0 0,-25-139-8 0 0,1 0 0 0 0,1-1 0 0 0,1-1 0 0 0,2 0 0 0 0,1-1-1 0 0,1-1 1 0 0,25 31 0 0 0,-11-21-32 0 0,2 0 0 0 0,1-3 0 0 0,1-1 0 0 0,46 33 0 0 0,-46-42 143 0 0,0-1 0 0 0,2-2 0 0 0,0-1-1 0 0,2-2 1 0 0,69 23 0 0 0,-51-25-173 0 0,1-3 0 0 0,0-2 0 0 0,93 5 0 0 0,-41-12 43 0 0,212-20 1 0 0,-289 13 43 0 0,183-28 222 0 0,-187 24-180 0 0,0 0 0 0 0,-1-3-1 0 0,0 0 1 0 0,-1-1 0 0 0,36-21-1 0 0,-29 11 31 0 0,-1-1-1 0 0,-2-2 0 0 0,0 0 1 0 0,-2-3-1 0 0,0 0 0 0 0,-2-2 1 0 0,-1 0-1 0 0,-2-2 0 0 0,28-45 1 0 0,-36 49 95 0 0,-2-1 0 0 0,0 0 0 0 0,-2-1 0 0 0,-1 0 0 0 0,-2-1 1 0 0,0 0-1 0 0,-2-1 0 0 0,-2 0 0 0 0,-1 0 0 0 0,-1 0 0 0 0,-1 0 1 0 0,-4-38-1 0 0,-4 12 230 0 0,-3 1 1 0 0,-2 0-1 0 0,-24-69 1 0 0,-71-156 62 0 0,82 225-341 0 0,-2 1 0 0 0,-3 1-1 0 0,-1 1 1 0 0,-3 2 0 0 0,-58-68 0 0 0,69 95-22 0 0,0 1 0 0 0,-1 1 0 0 0,-1 1 0 0 0,-1 1 0 0 0,-1 1 0 0 0,-1 1 0 0 0,0 2 0 0 0,-1 0 0 0 0,-1 2 1 0 0,-1 1-1 0 0,0 2 0 0 0,-33-9 0 0 0,51 17-489 0 0,-70-13 1036 0 0,73 15-2281 0 0,-1 0 1 0 0,1 1-1 0 0,-17 2 0 0 0,2 2-5217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1T21:46:24.5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 23 7926,'0'1'0,"0"0"0,0 0 0,0 0 0,-1 0 0,1 0 0,0-1 0,-1 1 0,1 0 0,-1 0 0,1 0 0,-1 0 0,0-1 0,0 1 0,1 0 0,-1 0 0,0-1 0,0 1 0,0 0 0,0-1 0,0 1 0,0 0 0,-1-1 0,1 1 0,0-1 0,0 1 0,-1-1 0,1 1 0,0-1 0,-1 0 0,1 1 0,-1-1 0,1 0 0,-1 0 0,1 1 0,-1-1 0,1 0 0,-1 0 0,1 0 0,-1 0 0,1 0 0,-1 0 0,1 0 0,-1 0 0,1 0 0,-1-1 0,1 1 0,-1 0 0,1 0 0,0-1 0,-1 1 0,1 0 0,-1-1 0,1 1 0,0-1 0,0 1 0,-1-1 0,1 1 0,0-1 0,0 0 0,0 1 0,0-1 0,0 0 0,0 1 0,0-1 0,0 0 0,1 0 0,-1 1 0,0-1 0,1 0 0,-1 0 0,0 0 0,1 0 0,0 1 0,-1-1 0,1 0 0,0 0 0,0 0 0,0 0 0,0 0 0,0 0 0,0 0 0,0 1 0,0-1 0,0 0 0,1 0 0,-1 0 0,0 0 0,1 0 0,0 0 0,-1 1 0,1-1 0,0 0 0,-1 0 0,1 1 0,0-1 0,0 0 0,0 0 0,0 1 0,0-1 0,0 0 0,0 1 0,0-1 0,1 1 0,-1-1 0,0 1 0,0-1 0,1 1 0,-1-1 0,1 1 0,-1 0 0,0 0 0,1-1 0,-1 1 0,1 0 0,-1 0 0,1 0 0,-1-1 0,1 1 0,-1 0 0,1 0 0,-1 0 0,1 1 0,-1-1 0,1 0 0,-1 0 0,1 0 0,-1 1 0,1-1 0,-1 0 0,1 0 0,-1 1 0,0-1 0,1 1 0,-1-1 0,0 1 0,0-1 0,1 1 0,-1-1 0,0 1 0,0 0 0,0-1 0,0 1 0,0 0 0,0 0 0,-1-1 0,1 1 0,0 0 0,0 0 0,-1-1 0,1 1 0,-1 0 0,1 0 0,-1 0 0,0 0 0,1 0 0,-1 0 0,0-1 0,0 1 0,0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5.5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88 1376 0 0,'-1'-2'175'0'0,"0"-1"0"0"0,0 1 0 0 0,1-1 0 0 0,-1 1 0 0 0,1-1 0 0 0,-1 1-1 0 0,1-1 1 0 0,0 1 0 0 0,0-1 0 0 0,0 0 0 0 0,0 1 0 0 0,1-1 0 0 0,-1 1 0 0 0,1-1-1 0 0,-1 1 1 0 0,1-1 0 0 0,0 1 0 0 0,0 0 0 0 0,0-1 0 0 0,0 1 0 0 0,1 0 0 0 0,-1 0-1 0 0,0 0 1 0 0,1 0 0 0 0,0 0 0 0 0,-1 0 0 0 0,1 0 0 0 0,0 0 0 0 0,0 0 0 0 0,0 1-1 0 0,0-1 1 0 0,0 1 0 0 0,1 0 0 0 0,-1 0 0 0 0,0 0 0 0 0,1 0 0 0 0,-1 0 0 0 0,0 0-1 0 0,6-1 1 0 0,-1 0 45 0 0,0 1-1 0 0,0 0 0 0 0,0 0 0 0 0,0 0 1 0 0,1 1-1 0 0,-1 0 0 0 0,0 0 1 0 0,0 1-1 0 0,1 0 0 0 0,-1 0 0 0 0,0 1 1 0 0,0 0-1 0 0,8 3 0 0 0,-1 3 57 0 0,-1 0 0 0 0,0 1-1 0 0,0 0 1 0 0,-1 1 0 0 0,18 19 0 0 0,50 64 547 0 0,110 181 372 0 0,-173-248-1122 0 0,22 38 123 0 0,-3 0-1 0 0,39 99 1 0 0,29 148-159 0 0,104 556 281 0 0,-87-341 43 0 0,-17 46 1376 0 0,-65-326 292 0 0,-36-233-2002 0 0,9 67-304 0 0,4-1 0 0 0,3 0 0 0 0,33 85 0 0 0,-40-135-3951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5.9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78 367 3225 0 0,'-15'-44'420'0'0,"-18"-89"1"0"0,7 23 4352 0 0,26 107-4494 0 0,-1 0 1 0 0,0 0-1 0 0,1 0 0 0 0,-1 0 0 0 0,1-1 0 0 0,0 1 0 0 0,0 0 0 0 0,0 0 1 0 0,1-7-1 0 0,0 10-234 0 0,-1 0 0 0 0,0-1 1 0 0,0 1-1 0 0,0 0 0 0 0,0-1 0 0 0,0 1 0 0 0,0 0 1 0 0,1 0-1 0 0,-1-1 0 0 0,0 1 0 0 0,0 0 1 0 0,0 0-1 0 0,1-1 0 0 0,-1 1 0 0 0,0 0 1 0 0,0 0-1 0 0,0 0 0 0 0,1-1 0 0 0,-1 1 1 0 0,0 0-1 0 0,1 0 0 0 0,-1 0 0 0 0,0 0 1 0 0,0 0-1 0 0,1 0 0 0 0,-1-1 0 0 0,0 1 1 0 0,1 0-1 0 0,-1 0 0 0 0,0 0 0 0 0,1 0 1 0 0,-1 0-1 0 0,0 0 0 0 0,1 0 0 0 0,17 14 539 0 0,4 15 397 0 0,33 54 0 0 0,10 15-249 0 0,-57-88-663 0 0,1 0 1 0 0,0-1 0 0 0,0 0-1 0 0,1 0 1 0 0,0-1 0 0 0,0-1-1 0 0,1 0 1 0 0,19 10 0 0 0,-27-16-35 0 0,0 1-1 0 0,1-1 1 0 0,-1 0 0 0 0,1 0 0 0 0,-1-1 0 0 0,1 1 0 0 0,-1-1 0 0 0,1 1 0 0 0,-1-1 0 0 0,1 0 0 0 0,0 0 0 0 0,-1-1 0 0 0,1 1 0 0 0,6-3 0 0 0,-7 2 26 0 0,0-1 0 0 0,1 0 0 0 0,-1 0 0 0 0,0 0 0 0 0,0 0 0 0 0,0 0 0 0 0,-1-1 0 0 0,1 1 0 0 0,-1-1 0 0 0,1 0 0 0 0,-1 0 0 0 0,0 0 0 0 0,0 0 0 0 0,0 0 0 0 0,0-1 0 0 0,0 1 0 0 0,1-5 0 0 0,2-9 230 0 0,0 0-1 0 0,-1 0 1 0 0,-1-1-1 0 0,-1 1 0 0 0,0-1 1 0 0,-1 0-1 0 0,-1 0 1 0 0,-3-25-1 0 0,1 15-996 0 0,2-1 0 0 0,3-29 0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6.5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19 3225 0 0,'-21'-10'2271'0'0,"20"9"-1826"0"0,-1 0 0 0 0,1 0 1 0 0,0 1-1 0 0,0-1 0 0 0,-1 0 0 0 0,1 0 1 0 0,-1 1-1 0 0,1-1 0 0 0,-1 1 0 0 0,1-1 1 0 0,-1 1-1 0 0,1 0 0 0 0,-1-1 0 0 0,0 1 1 0 0,-2 0-1 0 0,11 25 3218 0 0,16 18-2937 0 0,2 0 0 0 0,2-2 0 0 0,39 46 0 0 0,-60-79-646 0 0,1-1 0 0 0,1-1 0 0 0,-1 1 0 0 0,1-1 0 0 0,0-1 0 0 0,0 1 0 0 0,1-1 1 0 0,-1-1-1 0 0,1 0 0 0 0,0 0 0 0 0,13 3 0 0 0,-19-6-69 0 0,0 0 0 0 0,0 0 0 0 0,0-1 0 0 0,0 1 0 0 0,1-1 0 0 0,-1 0 0 0 0,0 0 0 0 0,0 0 0 0 0,0 0 0 0 0,0 0 1 0 0,0-1-1 0 0,0 0 0 0 0,0 1 0 0 0,0-1 0 0 0,0 0 0 0 0,0 0 0 0 0,0-1 0 0 0,0 1 0 0 0,0-1 0 0 0,-1 1 0 0 0,1-1 0 0 0,0 0 0 0 0,-1 0 0 0 0,0 0 0 0 0,1 0 0 0 0,-1-1 0 0 0,0 1 0 0 0,0-1 1 0 0,0 1-1 0 0,-1-1 0 0 0,1 1 0 0 0,-1-1 0 0 0,1 0 0 0 0,-1 0 0 0 0,0 0 0 0 0,0 0 0 0 0,0 0 0 0 0,0-5 0 0 0,4-21-1862 0 0,-4 10-4898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6.7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67 11 6449 0 0,'-45'-7'3412'0'0,"27"4"-898"0"0,15 3-2561 0 0,10 4-2591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7.4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4 2761 0 0,'-9'-4'11953'0'0,"46"121"-9810"0"0,11 40-1367 0 0,-46-147-765 0 0,6 28 112 0 0,-8-37-121 0 0,1 1 0 0 0,-1 0 0 0 0,1-1 0 0 0,-1 1 0 0 0,1-1 0 0 0,0 1 0 0 0,-1-1 0 0 0,1 0 0 0 0,0 1 0 0 0,0-1 0 0 0,0 0 1 0 0,0 1-1 0 0,0-1 0 0 0,0 0 0 0 0,1 0 0 0 0,-1 0 0 0 0,2 1 0 0 0,-2-2-3 0 0,0 0-1 0 0,0 0 1 0 0,1 0 0 0 0,-1 0 0 0 0,0 0 0 0 0,0-1 0 0 0,0 1 0 0 0,1 0-1 0 0,-1-1 1 0 0,0 1 0 0 0,0 0 0 0 0,0-1 0 0 0,0 0 0 0 0,0 1-1 0 0,0-1 1 0 0,0 0 0 0 0,0 1 0 0 0,0-1 0 0 0,0 0 0 0 0,0 0-1 0 0,0 0 1 0 0,1-1 0 0 0,20-28-38 0 0,-16 21 33 0 0,-2 4 6 0 0,29-34 0 0 0,-31 37 0 0 0,0-1 0 0 0,1 1 0 0 0,-1 0 0 0 0,1 0 0 0 0,0 0 0 0 0,0 0 0 0 0,0 0 0 0 0,0 1 0 0 0,0-1 0 0 0,0 1 0 0 0,0 0 0 0 0,4-1 0 0 0,-6 2 0 0 0,0 0 0 0 0,0 0 0 0 0,0 1 0 0 0,0-1 0 0 0,0 0 1 0 0,0 0-1 0 0,0 1 0 0 0,0-1 0 0 0,0 1 0 0 0,0-1 0 0 0,0 1 0 0 0,0-1 0 0 0,-1 1 0 0 0,1-1 1 0 0,0 1-1 0 0,0 0 0 0 0,-1 0 0 0 0,1-1 0 0 0,0 1 0 0 0,-1 0 0 0 0,1 0 0 0 0,0 0 1 0 0,-1 0-1 0 0,1 0 0 0 0,-1 0 0 0 0,0 0 0 0 0,1 0 0 0 0,-1 0 0 0 0,0 0 0 0 0,1 0 1 0 0,-1 0-1 0 0,0 0 0 0 0,0 0 0 0 0,0 0 0 0 0,0 1 0 0 0,1 39-22 0 0,-4-16-649 0 0,-1-1-1 0 0,-1 1 0 0 0,-1-1 0 0 0,-1 0 0 0 0,-15 31 0 0 0,22-54 542 0 0,0-1 0 0 0,0 1 1 0 0,0-1-1 0 0,0 0 0 0 0,-1 1 0 0 0,1-1 1 0 0,0 1-1 0 0,0-1 0 0 0,0 0 0 0 0,-1 1 0 0 0,1-1 1 0 0,0 0-1 0 0,-1 1 0 0 0,1-1 0 0 0,0 0 1 0 0,-1 1-1 0 0,1-1 0 0 0,0 0 0 0 0,-1 0 0 0 0,1 1 1 0 0,-1-1-1 0 0,1 0 0 0 0,0 0 0 0 0,-1 0 1 0 0,0 1-1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7.6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44 3225 0 0,'9'-5'11058'0'0,"27"-19"-11874"0"0,-19 14-1105 0 0,-9 5 929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7.8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1 158 5985 0 0,'0'2'648'0'0,"1"-3"-648"0"0,0 0 0 0 0,1-2 368 0 0,-1-2 57 0 0,3-5 15 0 0,1-2 0 0 0,3-4-184 0 0,-1-1-32 0 0,0-1 0 0 0,1 1-8 0 0,1 1-1200 0 0,1 1-232 0 0,-2 0-57 0 0,0 2-7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8.2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1 2304 0 0,'-30'0'18315'0'0,"45"18"-18030"0"0,82 87 453 0 0,-82-91-713 0 0,1-1 0 0 0,1 0 0 0 0,0-1 0 0 0,0-1 1 0 0,21 10-1 0 0,-32-18-13 0 0,0 0 1 0 0,0-1-1 0 0,0 1 1 0 0,0-1-1 0 0,0-1 1 0 0,0 1-1 0 0,1-1 1 0 0,-1 0 0 0 0,11 0-1 0 0,-14-2-16 0 0,-1 1 0 0 0,0-1 1 0 0,1 1-1 0 0,-1-1 0 0 0,0 0 0 0 0,0 0 0 0 0,1 0 0 0 0,-1 0 1 0 0,0 0-1 0 0,0 0 0 0 0,0-1 0 0 0,0 1 0 0 0,-1 0 1 0 0,1-1-1 0 0,0 0 0 0 0,-1 1 0 0 0,1-1 0 0 0,-1 0 0 0 0,1 0 1 0 0,-1 0-1 0 0,0 0 0 0 0,0 0 0 0 0,0 0 0 0 0,0-1 0 0 0,0 1 1 0 0,0 0-1 0 0,0 0 0 0 0,-1-1 0 0 0,1-2 0 0 0,1-8-754 0 0,0-1 0 0 0,0-23-1 0 0,-2 33 338 0 0,1-17-6499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8.4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15 9218 0 0,'-4'0'521'0'0,"0"0"0"0"0,0 0-1 0 0,0 0 1 0 0,0-1 0 0 0,1 1 0 0 0,-1-1-1 0 0,0 0 1 0 0,1 0 0 0 0,-1-1 0 0 0,0 1 0 0 0,1-1-1 0 0,0 1 1 0 0,-4-4 0 0 0,9 5-1133 0 0,1 0 0 0 0,-1 0 0 0 0,1 0 1 0 0,-1 1-1 0 0,1-1 0 0 0,-1 1 0 0 0,1-1 0 0 0,-1 1 1 0 0,0 0-1 0 0,1 0 0 0 0,2 1 0 0 0,4 3-1810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8.9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0 5529 0 0,'-1'1'202'0'0,"1"-1"1"0"0,-1 0-1 0 0,1 1 0 0 0,-1-1 1 0 0,1 1-1 0 0,-1-1 0 0 0,1 1 0 0 0,-1 0 1 0 0,1-1-1 0 0,-1 1 0 0 0,1-1 0 0 0,0 1 1 0 0,-1 0-1 0 0,1-1 0 0 0,0 1 1 0 0,-1 0-1 0 0,1-1 0 0 0,0 1 0 0 0,0 0 1 0 0,0 0-1 0 0,0-1 0 0 0,0 1 0 0 0,0 0 1 0 0,0 0-1 0 0,0-1 0 0 0,0 1 1 0 0,0 1-1 0 0,16 10 5251 0 0,-1-2-5566 0 0,0 2 437 0 0,-1 1 0 0 0,0 0 0 0 0,-1 1 0 0 0,0 1 0 0 0,-1 0 0 0 0,18 31 0 0 0,47 108 2871 0 0,-36-66-2458 0 0,-41-88-782 0 0,0 1 1 0 0,0-1-1 0 0,0 1 1 0 0,0-1-1 0 0,0 1 1 0 0,0-1-1 0 0,1 0 0 0 0,-1 1 1 0 0,0-1-1 0 0,0 1 1 0 0,1-1-1 0 0,-1 0 1 0 0,0 1-1 0 0,1-1 0 0 0,-1 0 1 0 0,0 1-1 0 0,1-1 1 0 0,-1 0-1 0 0,0 0 1 0 0,1 1-1 0 0,-1-1 1 0 0,1 0-1 0 0,-1 0 0 0 0,0 0 1 0 0,1 0-1 0 0,-1 1 1 0 0,1-1-1 0 0,-1 0 1 0 0,1 0-1 0 0,-1 0 1 0 0,1 0-1 0 0,-1 0 0 0 0,1 0 1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0.1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49 2761 0 0,'-3'-13'672'0'0,"11"10"333"0"0,23 12 1047 0 0,-11-3-1438 0 0,-20-6-600 0 0,1 0 1 0 0,-1 0-1 0 0,0 0 0 0 0,1 0 0 0 0,-1 0 0 0 0,1 0 1 0 0,-1 0-1 0 0,1 0 0 0 0,-1-1 0 0 0,0 1 0 0 0,1 0 1 0 0,-1 0-1 0 0,0 0 0 0 0,1-1 0 0 0,-1 1 1 0 0,1 0-1 0 0,-1 0 0 0 0,0-1 0 0 0,0 1 0 0 0,1 0 1 0 0,-1 0-1 0 0,0-1 0 0 0,1 1 0 0 0,-1 0 0 0 0,0-1 1 0 0,0 1-1 0 0,0-1 0 0 0,1 1 0 0 0,-1 0 0 0 0,0-1 1 0 0,0 1-1 0 0,0-1 0 0 0,-8-11 1015 0 0,-26-12 1460 0 0,28 21-1940 0 0,6 3-523 0 0,0 0 1 0 0,0 0-1 0 0,0 0 1 0 0,-1-1-1 0 0,1 1 0 0 0,0 0 1 0 0,0 0-1 0 0,0 0 1 0 0,0 0-1 0 0,-1 0 1 0 0,1 0-1 0 0,0 0 1 0 0,0 0-1 0 0,0 0 0 0 0,-1 0 1 0 0,1 0-1 0 0,0 0 1 0 0,0 1-1 0 0,0-1 1 0 0,0 0-1 0 0,-1 0 0 0 0,1 0 1 0 0,0 0-1 0 0,0 0 1 0 0,0 0-1 0 0,0 0 1 0 0,0 0-1 0 0,-1 0 1 0 0,1 1-1 0 0,0-1 0 0 0,0 0 1 0 0,0 0-1 0 0,0 0 1 0 0,0 0-1 0 0,0 0 1 0 0,0 1-1 0 0,-1-1 0 0 0,1 0 1 0 0,0 0-1 0 0,0 0 1 0 0,0 0-1 0 0,0 1 1 0 0,0-1-1 0 0,0 0 1 0 0,0 0-1 0 0,0 0 0 0 0,0 1 1 0 0,0-1-1 0 0,0 0 1 0 0,0 0-1 0 0,0 0 1 0 0,0 0-1 0 0,0 1 0 0 0,0-1 1 0 0,1 19 420 0 0,1 0-338 0 0,0-15 29 0 0,-2-5 168 0 0,-4-10 2818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0.6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78 6913 0 0,'-1'0'20'0'0,"1"0"0"0"0,-1 1-1 0 0,0-1 1 0 0,0 0-1 0 0,0 0 1 0 0,1 1 0 0 0,-1-1-1 0 0,0 0 1 0 0,0 1-1 0 0,1-1 1 0 0,-1 1 0 0 0,0-1-1 0 0,1 1 1 0 0,-1-1-1 0 0,0 1 1 0 0,1 0-1 0 0,-1-1 1 0 0,1 1 0 0 0,-1 0-1 0 0,1-1 1 0 0,0 1-1 0 0,-1 0 1 0 0,1 0 0 0 0,0-1-1 0 0,-1 1 1 0 0,1 0-1 0 0,0 0 1 0 0,0-1-1 0 0,-1 1 1 0 0,1 0 0 0 0,0 0-1 0 0,0 0 1 0 0,0 0-1 0 0,0-1 1 0 0,0 1 0 0 0,1 0-1 0 0,-1 0 1 0 0,0 0-1 0 0,0 0 1 0 0,0-1 0 0 0,1 1-1 0 0,-1 0 1 0 0,0 0-1 0 0,1 1 1 0 0,0-1 117 0 0,0 0 1 0 0,0 1-1 0 0,1-1 1 0 0,-1 0-1 0 0,0 1 0 0 0,0-1 1 0 0,1 0-1 0 0,-1 0 1 0 0,1 0-1 0 0,-1 0 1 0 0,1 0-1 0 0,-1-1 0 0 0,1 1 1 0 0,-1 0-1 0 0,1-1 1 0 0,0 1-1 0 0,-1-1 1 0 0,1 1-1 0 0,0-1 0 0 0,-1 0 1 0 0,1 0-1 0 0,3 0 1 0 0,-3 0-23 0 0,0 0 1 0 0,0 0-1 0 0,0-1 1 0 0,1 1-1 0 0,-1-1 1 0 0,0 0-1 0 0,0 1 1 0 0,0-1-1 0 0,0 0 1 0 0,0 0-1 0 0,-1 0 0 0 0,1 0 1 0 0,0-1-1 0 0,0 1 1 0 0,-1 0-1 0 0,1-1 1 0 0,-1 0-1 0 0,1 1 1 0 0,-1-1-1 0 0,0 0 1 0 0,1 1-1 0 0,-1-1 1 0 0,0 0-1 0 0,0 0 1 0 0,0 0-1 0 0,0 0 1 0 0,-1 0-1 0 0,1 0 1 0 0,-1 0-1 0 0,1 0 1 0 0,0-4-1 0 0,-1 3-18 0 0,0 0-1 0 0,0-1 0 0 0,0 1 1 0 0,0 0-1 0 0,-1 0 1 0 0,1-1-1 0 0,-1 1 0 0 0,0 0 1 0 0,0 0-1 0 0,0 0 1 0 0,0 0-1 0 0,0 0 0 0 0,-1 0 1 0 0,1 0-1 0 0,-1 0 1 0 0,0 1-1 0 0,0-1 0 0 0,0 1 1 0 0,0-1-1 0 0,-3-2 1 0 0,3 4-74 0 0,0-1 1 0 0,0 1-1 0 0,0-1 1 0 0,0 1 0 0 0,-1 0-1 0 0,1 0 1 0 0,0 0 0 0 0,-1 0-1 0 0,1 0 1 0 0,-1 0-1 0 0,1 1 1 0 0,-1-1 0 0 0,1 1-1 0 0,-1 0 1 0 0,1 0 0 0 0,-1 0-1 0 0,1 0 1 0 0,-1 0-1 0 0,1 0 1 0 0,-5 2 0 0 0,5-2-91 0 0,1 1 0 0 0,0 0-1 0 0,-1-1 1 0 0,1 1 0 0 0,0 0 0 0 0,0 0 0 0 0,0 0 0 0 0,0 0 0 0 0,0 0 0 0 0,0 0 0 0 0,0 0 0 0 0,0 1 0 0 0,0-1 0 0 0,1 0 0 0 0,-1 0-1 0 0,0 1 1 0 0,1-1 0 0 0,-1 0 0 0 0,1 1 0 0 0,-1-1 0 0 0,1 1 0 0 0,0-1 0 0 0,0 0 0 0 0,0 1 0 0 0,-1-1 0 0 0,1 1 0 0 0,1-1 0 0 0,-1 1-1 0 0,0-1 1 0 0,0 1 0 0 0,0-1 0 0 0,1 0 0 0 0,-1 1 0 0 0,1-1 0 0 0,-1 0 0 0 0,2 3 0 0 0,-2-3 42 0 0,1-1 1 0 0,-1 1-1 0 0,0-1 0 0 0,1 1 1 0 0,-1-1-1 0 0,1 1 1 0 0,-1-1-1 0 0,1 1 0 0 0,-1-1 1 0 0,1 1-1 0 0,-1-1 1 0 0,1 0-1 0 0,0 1 0 0 0,-1-1 1 0 0,1 0-1 0 0,-1 0 1 0 0,1 1-1 0 0,0-1 1 0 0,-1 0-1 0 0,1 0 0 0 0,0 0 1 0 0,-1 0-1 0 0,1 0 1 0 0,0 0-1 0 0,-1 0 0 0 0,1 0 1 0 0,0 0-1 0 0,-1 0 1 0 0,1 0-1 0 0,0 0 0 0 0,-1 0 1 0 0,1-1-1 0 0,0 1 1 0 0,7-2-75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2.5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72 51 3473 0 0,'-36'-22'663'0'0,"28"17"227"0"0,0 0 1 0 0,1 0-1 0 0,-6-8 4433 0 0,29 25-4988 0 0,43 74 1193 0 0,-43-60-1124 0 0,1 0 0 0 0,29 32 0 0 0,-39-51-394 0 0,-1 0 0 0 0,2-1 1 0 0,-1 0-1 0 0,1 0 1 0 0,0 0-1 0 0,0-1 1 0 0,1 0-1 0 0,-1-1 1 0 0,1 0-1 0 0,0 0 0 0 0,17 4 1 0 0,-24-7-73 0 0,0-1-1 0 0,1 1 1 0 0,-1-1 0 0 0,0 0-1 0 0,0 0 1 0 0,0 0 0 0 0,0 0-1 0 0,0 0 1 0 0,0 0 0 0 0,1-1 0 0 0,-1 1-1 0 0,0-1 1 0 0,0 1 0 0 0,0-1-1 0 0,0 0 1 0 0,0 0 0 0 0,0 0-1 0 0,-1 0 1 0 0,1 0 0 0 0,0 0-1 0 0,0 0 1 0 0,-1-1 0 0 0,1 1 0 0 0,-1-1-1 0 0,1 1 1 0 0,-1-1 0 0 0,1 1-1 0 0,-1-1 1 0 0,0 0 0 0 0,0 0-1 0 0,0 0 1 0 0,0 0 0 0 0,0 0-1 0 0,0 0 1 0 0,0-3 0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2.8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42 3225 0 0,'-1'-1'258'0'0,"1"0"0"0"0,-1 0 0 0 0,0 0 0 0 0,0 0 0 0 0,0 0 0 0 0,1 0 1 0 0,-1 0-1 0 0,0-1 0 0 0,1 1 0 0 0,-1 0 0 0 0,1 0 0 0 0,0 0 0 0 0,-1-1 1 0 0,1 1-1 0 0,0 0 0 0 0,0-1 0 0 0,0 1 0 0 0,0 0 0 0 0,0-1 0 0 0,0 1 0 0 0,0 0 1 0 0,0-1-1 0 0,0 1 0 0 0,1 0 0 0 0,-1 0 0 0 0,1-3 0 0 0,-1 4-195 0 0,1-1-1 0 0,-1 1 1 0 0,0 0 0 0 0,1-1-1 0 0,-1 1 1 0 0,0-1 0 0 0,1 1-1 0 0,-1 0 1 0 0,1-1-1 0 0,-1 1 1 0 0,1 0 0 0 0,-1-1-1 0 0,0 1 1 0 0,1 0-1 0 0,-1 0 1 0 0,1-1 0 0 0,0 1-1 0 0,-1 0 1 0 0,1 0 0 0 0,-1 0-1 0 0,1 0 1 0 0,-1 0-1 0 0,1 0 1 0 0,0 0 0 0 0,0 0-138 0 0,1 0 1 0 0,-1 1 0 0 0,0-1 0 0 0,1 0 0 0 0,-1 1-1 0 0,0 0 1 0 0,0-1 0 0 0,1 1 0 0 0,-1 0-1 0 0,0-1 1 0 0,0 1 0 0 0,0 0 0 0 0,0 0-1 0 0,1 2 1 0 0,27 36-1384 0 0,-24-30 1472 0 0,6 9-14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3.1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 6449 0 0,'0'-3'4131'0'0,"8"10"-1939"0"0,9 18-638 0 0,-4-3-695 0 0,1 0 0 0 0,1-1 0 0 0,21 24 0 0 0,-11-17-2249 0 0,48 39 0 0 0,-57-54-4078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3.3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10 125 6913 0 0,'0'-1'87'0'0,"-1"1"0"0"0,1 0-1 0 0,-1 0 1 0 0,0-1-1 0 0,1 1 1 0 0,-1-1-1 0 0,1 1 1 0 0,-1 0 0 0 0,1-1-1 0 0,0 1 1 0 0,-1-1-1 0 0,1 1 1 0 0,-1-1-1 0 0,1 1 1 0 0,0-1-1 0 0,-1 0 1 0 0,1 1 0 0 0,0-1-1 0 0,0 1 1 0 0,0-1-1 0 0,-1 0 1 0 0,1 1-1 0 0,0-1 1 0 0,0 0 0 0 0,0 1-1 0 0,0-2 1 0 0,3-22 1663 0 0,15-20-887 0 0,-16 41-1178 0 0,0 0 0 0 0,0 0 0 0 0,0 0 1 0 0,0 0-1 0 0,0 1 0 0 0,1-1 0 0 0,-1 1 0 0 0,1-1 1 0 0,-1 1-1 0 0,1 0 0 0 0,0 0 0 0 0,0 0 0 0 0,0 1 1 0 0,0-1-1 0 0,0 1 0 0 0,0-1 0 0 0,6 0 0 0 0,-3 1 215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3.4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55 3225 0 0,'-5'3'136'0'0,"4"-2"40"0"0,0-1-176 0 0,2 0-88 0 0,2-2-48 0 0,1-1-16 0 0,1-2 0 0 0,3-3 152 0 0,0-5 0 0 0,0 0 0 0 0,-1-2 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3.9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70 5985 0 0,'-7'-31'1597'0'0,"7"26"-593"0"0,-1-1 0 0 0,0 1 1 0 0,0 0-1 0 0,-1 0 1 0 0,-2-8-1 0 0,10 29 934 0 0,-1-1 1 0 0,5 21-1 0 0,11 32-2268 0 0,-15-56 317 0 0,0-1-1 0 0,0 0 0 0 0,1 0 1 0 0,0 0-1 0 0,1-1 0 0 0,17 17 1 0 0,-21-23 12 0 0,0 0 1 0 0,1 0-1 0 0,-1 0 1 0 0,1 0-1 0 0,0-1 1 0 0,0 0-1 0 0,0 0 0 0 0,1-1 1 0 0,-1 1-1 0 0,0-1 1 0 0,1 0-1 0 0,0-1 1 0 0,-1 1-1 0 0,1-1 1 0 0,0 0-1 0 0,0 0 1 0 0,6-1-1 0 0,-8-1-36 0 0,0 0 1 0 0,0 0-1 0 0,0 0 0 0 0,0-1 0 0 0,0 0 0 0 0,-1 0 1 0 0,1 0-1 0 0,-1 0 0 0 0,1 0 0 0 0,-1 0 1 0 0,0-1-1 0 0,0 0 0 0 0,0 0 0 0 0,0 0 1 0 0,3-5-1 0 0,6-8-1123 0 0,18-31 1 0 0,-28 45 992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4.1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34 10594 0 0,'-39'-24'5890'0'0,"39"24"-5852"0"0,0 0 1 0 0,0-1 0 0 0,0 1 0 0 0,0 0 0 0 0,0 0 0 0 0,0-1 0 0 0,0 1-1 0 0,0 0 1 0 0,1-1 0 0 0,-1 1 0 0 0,0 0 0 0 0,0 0 0 0 0,0-1 0 0 0,0 1-1 0 0,0 0 1 0 0,1 0 0 0 0,-1 0 0 0 0,0-1 0 0 0,0 1 0 0 0,0 0 0 0 0,1 0 0 0 0,-1 0-1 0 0,0-1 1 0 0,0 1 0 0 0,1 0 0 0 0,-1 0 0 0 0,0 0 0 0 0,0 0 0 0 0,1 0-1 0 0,-1 0 1 0 0,0 0 0 0 0,0-1 0 0 0,1 1 0 0 0,-1 0 0 0 0,0 0 0 0 0,1 0-1 0 0,-1 0 1 0 0,16-3-1082 0 0,-12 3 131 0 0,1 1 1 0 0,-1 0-1 0 0,1 0 0 0 0,-1 0 1 0 0,0 1-1 0 0,6 1 1 0 0,7 7-2888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5.2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13 127 456 0 0,'-1'-2'189'0'0,"0"0"0"0"0,-1 0-1 0 0,1 0 1 0 0,0 0 0 0 0,0 0-1 0 0,0-1 1 0 0,0 1 0 0 0,0 0 0 0 0,0 0-1 0 0,1-1 1 0 0,-1 1 0 0 0,1 0 0 0 0,0-1-1 0 0,-1 1 1 0 0,1-1 0 0 0,0 1-1 0 0,1-4 1 0 0,-1 1 273 0 0,1 1-1 0 0,0 0 0 0 0,0 0 1 0 0,0 0-1 0 0,0 0 1 0 0,1 1-1 0 0,-1-1 0 0 0,1 0 1 0 0,3-5-1 0 0,-3 6-241 0 0,0 0-1 0 0,0 1 0 0 0,0-1 1 0 0,0 1-1 0 0,1-1 1 0 0,-1 1-1 0 0,1 0 0 0 0,-1 0 1 0 0,1 0-1 0 0,0 0 1 0 0,-1 0-1 0 0,1 0 0 0 0,0 1 1 0 0,0 0-1 0 0,1-1 1 0 0,-1 1-1 0 0,0 0 0 0 0,0 1 1 0 0,4-2-1 0 0,-4 3-153 0 0,1-1 0 0 0,-1 1 1 0 0,0-1-1 0 0,0 1 0 0 0,0 0 0 0 0,0 0 0 0 0,0 0 0 0 0,0 1 1 0 0,0-1-1 0 0,0 1 0 0 0,0-1 0 0 0,0 1 0 0 0,-1 0 0 0 0,1 0 0 0 0,-1 1 1 0 0,1-1-1 0 0,-1 0 0 0 0,0 1 0 0 0,0-1 0 0 0,2 4 0 0 0,3 4-33 0 0,-1-1-1 0 0,-1 1 1 0 0,1 1-1 0 0,-1-1 1 0 0,-1 1-1 0 0,4 14 0 0 0,13 70-122 0 0,-14-57 56 0 0,-7-38 78 0 0,0 0 0 0 0,0 1-1 0 0,0-1 1 0 0,0 1 0 0 0,0-1-1 0 0,0 0 1 0 0,0 1 0 0 0,1-1 0 0 0,-1 1-1 0 0,0-1 1 0 0,0 0 0 0 0,0 1 0 0 0,0-1-1 0 0,0 0 1 0 0,1 1 0 0 0,-1-1-1 0 0,0 0 1 0 0,0 1 0 0 0,1-1 0 0 0,-1 0-1 0 0,0 0 1 0 0,0 1 0 0 0,1-1 0 0 0,-1 0-1 0 0,0 0 1 0 0,1 1 0 0 0,-1-1-1 0 0,0 0 1 0 0,1 0 0 0 0,-1 0 0 0 0,1 0-1 0 0,-1 1 1 0 0,0-1 0 0 0,1 0 0 0 0,-1 0-1 0 0,0 0 1 0 0,1 0 0 0 0,-1 0-1 0 0,1 0 1 0 0,15-12 1192 0 0,11-25 195 0 0,-26 36-1366 0 0,-1 0-67 0 0,14-21 432 0 0,28-34 0 0 0,-12 26-6222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7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0 155 920 0 0,'9'1'1585'0'0,"0"0"-1"0"0,0 1 1 0 0,0 0 0 0 0,14 5-1 0 0,-13-3-1192 0 0,0-1-1 0 0,0 0 1 0 0,1-1 0 0 0,17 2-1 0 0,-25-4-350 0 0,0 0-1 0 0,0 0 1 0 0,0-1-1 0 0,0 1 0 0 0,0-1 1 0 0,-1 1-1 0 0,1-1 1 0 0,0 0-1 0 0,0 0 0 0 0,0 0 1 0 0,-1-1-1 0 0,1 1 1 0 0,0-1-1 0 0,-1 1 1 0 0,1-1-1 0 0,-1 0 0 0 0,0 0 1 0 0,0 0-1 0 0,1 0 1 0 0,-1 0-1 0 0,1-3 0 0 0,-1 2 115 0 0,-1 0-1 0 0,0 0 0 0 0,0 0 0 0 0,0 0 1 0 0,0 0-1 0 0,0 0 0 0 0,-1-1 0 0 0,1 1 0 0 0,-1 0 1 0 0,0 0-1 0 0,0 0 0 0 0,0-1 0 0 0,-1 1 1 0 0,1 0-1 0 0,-1 0 0 0 0,-1-6 0 0 0,2 7-130 0 0,-1 1 1 0 0,1 0-1 0 0,0-1 0 0 0,-1 1 1 0 0,1 0-1 0 0,-1-1 0 0 0,1 1 0 0 0,-1 0 1 0 0,0-1-1 0 0,1 1 0 0 0,-1 0 1 0 0,0 0-1 0 0,0 0 0 0 0,0 0 0 0 0,0 0 1 0 0,0 0-1 0 0,0 0 0 0 0,0 0 0 0 0,0 0 1 0 0,0 0-1 0 0,-1 1 0 0 0,1-1 1 0 0,0 0-1 0 0,0 1 0 0 0,-1-1 0 0 0,1 1 1 0 0,-1-1-1 0 0,1 1 0 0 0,0 0 1 0 0,-1 0-1 0 0,1-1 0 0 0,-1 1 0 0 0,1 0 1 0 0,0 0-1 0 0,-1 0 0 0 0,1 1 0 0 0,-1-1 1 0 0,1 0-1 0 0,-2 1 0 0 0,1 0-60 0 0,1 0 0 0 0,-1 0-1 0 0,1 0 1 0 0,-1 0-1 0 0,1 0 1 0 0,0 0 0 0 0,-1 0-1 0 0,1 1 1 0 0,0-1-1 0 0,0 0 1 0 0,0 1 0 0 0,0-1-1 0 0,0 1 1 0 0,0-1 0 0 0,0 1-1 0 0,0 0 1 0 0,1-1-1 0 0,-1 1 1 0 0,0 0 0 0 0,1 0-1 0 0,0-1 1 0 0,-1 1 0 0 0,1 0-1 0 0,0 0 1 0 0,0 0-1 0 0,0-1 1 0 0,0 1 0 0 0,0 0-1 0 0,1 0 1 0 0,0 2-1 0 0,-1-1-35 0 0,1 0 0 0 0,-1 1 0 0 0,1-1 0 0 0,0 0 0 0 0,0 0 0 0 0,1 0 0 0 0,-1 0 0 0 0,1 0 0 0 0,-1 0 0 0 0,1 0 0 0 0,0 0 0 0 0,0-1 0 0 0,0 1 0 0 0,0-1 0 0 0,1 1 0 0 0,2 1 0 0 0,-2-2 116 0 0,1 0 1 0 0,-1-1-1 0 0,1 1 0 0 0,0-1 1 0 0,0 1-1 0 0,-1-1 1 0 0,1-1-1 0 0,0 1 1 0 0,0 0-1 0 0,0-1 0 0 0,0 0 1 0 0,0 0-1 0 0,0 0 1 0 0,0 0-1 0 0,0-1 0 0 0,0 1 1 0 0,0-1-1 0 0,0 0 1 0 0,0-1-1 0 0,-1 1 1 0 0,1 0-1 0 0,0-1 0 0 0,-1 0 1 0 0,1 0-1 0 0,-1 0 1 0 0,0 0-1 0 0,1-1 0 0 0,-1 1 1 0 0,0-1-1 0 0,0 0 1 0 0,-1 0-1 0 0,1 0 1 0 0,-1 0-1 0 0,4-6 0 0 0,-4 6 54 0 0,1 0-1 0 0,-1 0 0 0 0,0-1 0 0 0,-1 1 0 0 0,1-1 1 0 0,-1 1-1 0 0,1-1 0 0 0,-1 1 0 0 0,0-1 1 0 0,0 0-1 0 0,-1 0 0 0 0,1 0 0 0 0,-1 1 0 0 0,0-1 1 0 0,0 0-1 0 0,0 0 0 0 0,0 0 0 0 0,-1 0 1 0 0,1 1-1 0 0,-1-1 0 0 0,0 0 0 0 0,0 0 0 0 0,-1 1 1 0 0,1-1-1 0 0,-1 1 0 0 0,1-1 0 0 0,-1 1 1 0 0,0 0-1 0 0,-1 0 0 0 0,1 0 0 0 0,0 0 0 0 0,-1 0 1 0 0,0 0-1 0 0,0 0 0 0 0,0 1 0 0 0,-3-3 1 0 0,5 5-82 0 0,1-1 1 0 0,-1 0-1 0 0,1 1 1 0 0,-1 0 0 0 0,0-1-1 0 0,1 1 1 0 0,-1-1-1 0 0,0 1 1 0 0,0 0 0 0 0,1-1-1 0 0,-1 1 1 0 0,0 0-1 0 0,1 0 1 0 0,-1 0 0 0 0,0-1-1 0 0,0 1 1 0 0,0 0-1 0 0,1 0 1 0 0,-1 0 0 0 0,0 0-1 0 0,0 0 1 0 0,1 0-1 0 0,-1 1 1 0 0,0-1 0 0 0,0 0-1 0 0,1 0 1 0 0,-1 1-1 0 0,0-1 1 0 0,0 0 0 0 0,1 1-1 0 0,-1-1 1 0 0,0 0-1 0 0,0 1 1 0 0,0 1 5 0 0,0 0-1 0 0,0-1 1 0 0,0 1 0 0 0,1 0 0 0 0,-1-1-1 0 0,0 1 1 0 0,1 0 0 0 0,-1 0 0 0 0,1 0-1 0 0,0 0 1 0 0,-1-1 0 0 0,1 1 0 0 0,0 3-1 0 0,0-1-39 0 0,0 0 0 0 0,0 0-1 0 0,1 0 1 0 0,-1 0 0 0 0,1 0-1 0 0,0 0 1 0 0,0 0-1 0 0,0 0 1 0 0,0-1 0 0 0,1 1-1 0 0,-1 0 1 0 0,1-1 0 0 0,0 1-1 0 0,3 3 1 0 0,26 4-2253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8.0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0 7370 0 0,'-2'3'4979'0'0,"11"17"-3456"0"0,17 25-1129 0 0,11 9-95 0 0,2-1 0 0 0,73 73 0 0 0,-105-120-230 0 0,0 0-1 0 0,0-1 1 0 0,1 0-1 0 0,-1 0 1 0 0,1-1-1 0 0,1 0 1 0 0,-1 0-1 0 0,0-1 1 0 0,1 0 0 0 0,0 0-1 0 0,0-1 1 0 0,-1 0-1 0 0,1-1 1 0 0,1 0-1 0 0,11 0 1 0 0,-15-1 24 0 0,0 0 1 0 0,0-1 0 0 0,0 1 0 0 0,0-1-1 0 0,-1 0 1 0 0,1-1 0 0 0,0 0-1 0 0,-1 1 1 0 0,1-2 0 0 0,-1 1 0 0 0,0-1-1 0 0,1 0 1 0 0,-1 0 0 0 0,0 0-1 0 0,-1-1 1 0 0,1 1 0 0 0,-1-1 0 0 0,0 0-1 0 0,1-1 1 0 0,-2 1 0 0 0,1-1-1 0 0,-1 1 1 0 0,1-1 0 0 0,3-9 0 0 0,-1 0-128 0 0,0-1 1 0 0,-1 1 0 0 0,-1-1-1 0 0,4-25 1 0 0,-5-29-2972 0 0,-4 47-2648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8.2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7 6913 0 0,'-6'0'609'0'0,"2"0"-481"0"0,1 0-128 0 0,2-1 0 0 0,-1 1 128 0 0,2-1-128 0 0,0-1 96 0 0,2 1 184 0 0,-1 0 32 0 0,3 1 328 0 0,23 12-4065 0 0,-22-8 2153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8.8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87 2304 0 0,'-1'-1'150'0'0,"0"-1"0"0"0,1 1 0 0 0,-1 0 0 0 0,1 0 0 0 0,-1-1 0 0 0,1 1 0 0 0,-1 0-1 0 0,1-1 1 0 0,0 1 0 0 0,-1 0 0 0 0,1-1 0 0 0,0 1 0 0 0,0 0 0 0 0,0-1 0 0 0,0 1-1 0 0,0-1 1 0 0,0 1 0 0 0,1 0 0 0 0,-1-1 0 0 0,0 1 0 0 0,1 0 0 0 0,-1-1-1 0 0,1 1 1 0 0,0 0 0 0 0,0-2 0 0 0,20-29 3867 0 0,-19 31-3863 0 0,-1-1-1 0 0,1 0 0 0 0,0 1 1 0 0,0-1-1 0 0,0 1 1 0 0,0 0-1 0 0,0 0 0 0 0,0-1 1 0 0,0 1-1 0 0,0 0 1 0 0,0 1-1 0 0,0-1 0 0 0,1 0 1 0 0,-1 1-1 0 0,0-1 1 0 0,1 1-1 0 0,-1 0 0 0 0,0-1 1 0 0,1 1-1 0 0,-1 0 1 0 0,4 1-1 0 0,-2 0-36 0 0,-1 0 1 0 0,1 1-1 0 0,0-1 0 0 0,-1 1 0 0 0,1 0 0 0 0,-1 0 1 0 0,1 0-1 0 0,-1 1 0 0 0,0-1 0 0 0,0 1 1 0 0,4 4-1 0 0,6 7 146 0 0,-2 0 1 0 0,0 2-1 0 0,-1-1 0 0 0,10 20 1 0 0,-9-9 90 0 0,-9-20-157 0 0,0 0-1 0 0,1 0 1 0 0,0-1-1 0 0,0 1 1 0 0,0 0-1 0 0,0-1 1 0 0,1 0-1 0 0,0 0 0 0 0,8 8 1 0 0,-11-12-135 0 0,0-1 0 0 0,0 0 0 0 0,1 0 0 0 0,-1 1 0 0 0,0-1 0 0 0,0 0 0 0 0,0 0 0 0 0,1 0 0 0 0,-1-1 0 0 0,0 1 1 0 0,0 0-1 0 0,0 0 0 0 0,0-1 0 0 0,1 1 0 0 0,-1 0 0 0 0,0-1 0 0 0,0 1 0 0 0,0-1 0 0 0,0 0 0 0 0,0 1 0 0 0,0-1 0 0 0,0 0 0 0 0,0 1 0 0 0,0-1 0 0 0,0 0 0 0 0,-1 0 0 0 0,1 0 0 0 0,1-1 0 0 0,25-34 355 0 0,-22 28-241 0 0,15-21-572 0 0,21-44-1 0 0,-23 38-2788 0 0,-9 20-3119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9.1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3 116 3681 0 0,'0'0'258'0'0,"0"-1"1"0"0,-1 0-1 0 0,1 0 1 0 0,0 0-1 0 0,-1 0 0 0 0,1 0 1 0 0,0 0-1 0 0,0 0 1 0 0,0 1-1 0 0,0-1 1 0 0,0 0-1 0 0,0 0 1 0 0,0 0-1 0 0,0 0 0 0 0,0 0 1 0 0,1 0-1 0 0,-1 0 1 0 0,0 0-1 0 0,0 0 1 0 0,1-1-1 0 0,6-22 2180 0 0,-3 15-2963 0 0,1 1-1 0 0,-1 0 0 0 0,1 0 1 0 0,11-14-1 0 0,-15 21 439 0 0,0 0 1 0 0,0-1-1 0 0,0 1 1 0 0,0 0-1 0 0,1 0 0 0 0,-1 0 1 0 0,0 0-1 0 0,0 0 1 0 0,1 0-1 0 0,-1 0 1 0 0,1 0-1 0 0,-1 1 0 0 0,1-1 1 0 0,-1 0-1 0 0,1 1 1 0 0,-1 0-1 0 0,1-1 1 0 0,0 1-1 0 0,-1 0 0 0 0,1 0 1 0 0,0-1-1 0 0,-1 1 1 0 0,1 0-1 0 0,-1 1 1 0 0,1-1-1 0 0,0 0 0 0 0,-1 0 1 0 0,1 1-1 0 0,-1-1 1 0 0,1 1-1 0 0,-1-1 1 0 0,1 1-1 0 0,-1 0 0 0 0,1 0 1 0 0,2 1-1 0 0,4 5 87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9.3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1 110 456 0 0,'7'-10'9946'0'0,"12"-17"-8155"0"0,28-37-2646 0 0,-40 55 855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9.6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5065 0 0,'10'11'10482'0'0,"65"63"-8341"0"0,-43-48-1869 0 0,48 32 1 0 0,-67-50-223 0 0,0-1 1 0 0,0 0-1 0 0,1 0 0 0 0,0-2 1 0 0,0 1-1 0 0,1-2 1 0 0,17 4-1 0 0,-29-8-145 0 0,0 1 1 0 0,-1-1-1 0 0,1 0 0 0 0,0 0 1 0 0,0 0-1 0 0,-1 0 1 0 0,1 0-1 0 0,0 0 0 0 0,0-1 1 0 0,-1 1-1 0 0,1-1 0 0 0,-1 0 1 0 0,1 0-1 0 0,0 0 1 0 0,-1 0-1 0 0,0-1 0 0 0,1 1 1 0 0,-1 0-1 0 0,0-1 0 0 0,1 0 1 0 0,-1 1-1 0 0,2-3 1 0 0,-1 0-291 0 0,-1 0 1 0 0,1-1 0 0 0,-1 1 0 0 0,1 0 0 0 0,-1-1 0 0 0,-1 0 0 0 0,1 1 0 0 0,-1-1 0 0 0,1 0 0 0 0,-1 0 0 0 0,0-6 0 0 0,2-4-4738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9.8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9 3681 0 0,'-26'-9'9678'0'0,"39"10"-10317"0"0,21 4-4546 0 0,-21-4 3251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40.3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97 6 2761 0 0,'-3'-1'285'0'0,"0"0"0"0"0,1 0 0 0 0,-1 0 1 0 0,0 1-1 0 0,0-1 0 0 0,0 1 1 0 0,0-1-1 0 0,0 1 0 0 0,0 0 0 0 0,0 0 1 0 0,0 1-1 0 0,1-1 0 0 0,-1 1 1 0 0,0-1-1 0 0,0 1 0 0 0,0 0 0 0 0,0 0 1 0 0,1 0-1 0 0,-1 0 0 0 0,0 0 1 0 0,1 1-1 0 0,-1-1 0 0 0,1 1 1 0 0,0 0-1 0 0,-1 0 0 0 0,1 0 0 0 0,0 0 1 0 0,0 0-1 0 0,-3 4 0 0 0,3-2-164 0 0,0 0 0 0 0,0-1 0 0 0,1 1 0 0 0,-1 0 0 0 0,1 1 0 0 0,0-1 0 0 0,0 0 0 0 0,0 0 0 0 0,1 1-1 0 0,-1-1 1 0 0,1 0 0 0 0,0 0 0 0 0,0 1 0 0 0,1-1 0 0 0,-1 0 0 0 0,1 1 0 0 0,0-1 0 0 0,0 0 0 0 0,3 8 0 0 0,-2-9-88 0 0,-1-1 0 0 0,1 1 0 0 0,-1 0 0 0 0,1-1 0 0 0,0 1 0 0 0,0-1 0 0 0,0 0 0 0 0,0 1 0 0 0,0-1 0 0 0,0 0 0 0 0,1 0 0 0 0,-1 0 0 0 0,1-1 0 0 0,-1 1 0 0 0,5 1 1 0 0,47 15 370 0 0,-46-17-254 0 0,-1 1 0 0 0,1 0 1 0 0,-1 0-1 0 0,0 1 0 0 0,1 0 0 0 0,-1 0 1 0 0,12 9-1 0 0,-16-9-38 0 0,0-1 1 0 0,-1 1 0 0 0,0 0 0 0 0,0 0-1 0 0,0 0 1 0 0,0 0 0 0 0,0 0 0 0 0,-1 0-1 0 0,1 0 1 0 0,-1 1 0 0 0,0-1 0 0 0,0 1-1 0 0,0-1 1 0 0,0 1 0 0 0,-1-1 0 0 0,1 1-1 0 0,-1 0 1 0 0,0-1 0 0 0,0 1 0 0 0,-1-1-1 0 0,1 1 1 0 0,-1-1 0 0 0,1 1 0 0 0,-1-1-1 0 0,-2 5 1 0 0,-3 12 360 0 0,-1-1 0 0 0,-1-1 0 0 0,-15 26 0 0 0,9-18-355 0 0,-5 9-1644 0 0,10-19-5383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48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1979 262 3225 0 0,'4'-18'99'0'0,"-1"8"-79"0"0,-1 1 1 0 0,0 0 0 0 0,-1 0 0 0 0,0-1 0 0 0,0 1-1 0 0,-1-1 1 0 0,0 1 0 0 0,0 0 0 0 0,-4-15-1 0 0,4 23 0 0 0,-1 0 0 0 0,0 0 0 0 0,1-1-1 0 0,-1 1 1 0 0,0 0 0 0 0,0 0-1 0 0,0 0 1 0 0,0 0 0 0 0,0 0-1 0 0,0 0 1 0 0,-1 1 0 0 0,1-1-1 0 0,0 0 1 0 0,0 0 0 0 0,0 1 0 0 0,-1-1-1 0 0,1 1 1 0 0,-2-1 0 0 0,-32-6 592 0 0,2 0 108 0 0,-37-27 2278 0 0,53 24-2051 0 0,-1 1 0 0 0,0 1 0 0 0,0 1 0 0 0,-1 0 0 0 0,1 1 0 0 0,-2 1 0 0 0,-31-4-1 0 0,25 8-597 0 0,-1 2-1 0 0,1 0 1 0 0,-49 10 0 0 0,-77 27 34 0 0,135-33-326 0 0,-29 10 101 0 0,0 1-1 0 0,1 3 0 0 0,-67 38 0 0 0,-118 89 439 0 0,213-135-564 0 0,-26 20-16 0 0,2 2 1 0 0,0 2 0 0 0,-65 75-1 0 0,-85 137 35 0 0,158-198-107 0 0,2 0 0 0 0,3 3 0 0 0,-30 73 0 0 0,25-37-68 0 0,-28 123 0 0 0,-35 204-96 0 0,31 3 184 0 0,60 18 16 0 0,9-275 16 0 0,-1-31 17 0 0,5 1 0 0 0,7-1-1 0 0,4-1 1 0 0,40 134 0 0 0,-38-197-13 0 0,3-1 0 0 0,2-2 0 0 0,3-1 0 0 0,3-1 0 0 0,3-1 0 0 0,50 65 0 0 0,-18-27 0 0 0,-37-51 0 0 0,3-1 0 0 0,1-2 0 0 0,58 57 0 0 0,-59-73 9 0 0,1-1 0 0 0,1-2 0 0 0,1-1 0 0 0,1-2 1 0 0,1-2-1 0 0,63 25 0 0 0,-45-24-12 0 0,0-1 0 0 0,2-4 0 0 0,0-1-1 0 0,0-4 1 0 0,120 9 0 0 0,-87-19-112 0 0,1-4 0 0 0,-1-4 0 0 0,0-3 0 0 0,-1-5 0 0 0,104-31-1 0 0,118-27 0 0 0,-139 36-78 0 0,-152 32 189 0 0,0-1 0 0 0,-1 0 0 0 0,0-1-1 0 0,0-1 1 0 0,-1-2 0 0 0,0 1 0 0 0,0-2 0 0 0,-1-1 0 0 0,-1 0 0 0 0,0-1 0 0 0,0-1 0 0 0,-1 0 0 0 0,-1-1 0 0 0,25-32 0 0 0,50-86 144 0 0,2-1 2 0 0,-55 81-141 0 0,-1-1 0 0 0,-3-1 0 0 0,39-91 0 0 0,51-187 0 0 0,-104 274 18 0 0,75-270 252 0 0,-73 226-262 0 0,-3 23 328 0 0,13-150 0 0 0,-31 196-315 0 0,-1 0 0 0 0,-1 0 0 0 0,-9-39 0 0 0,-30-100 478 0 0,-3-23 86 0 0,12 36-234 0 0,-62-179 0 0 0,69 256-154 0 0,-75-208-296 0 0,95 280 101 0 0,-65-152 332 0 0,55 134-258 0 0,-1 0 0 0 0,-1 1 0 0 0,-29-35 1 0 0,2 8-17 0 0,21 25 27 0 0,0 1 0 0 0,-2 2 0 0 0,-1 0 0 0 0,-38-30 1 0 0,36 33-29 0 0,1-1 0 0 0,1-2 0 0 0,2 0 0 0 0,-30-44 0 0 0,15 20-66 0 0,6 8-4 0 0,-2 2 0 0 0,-1 1 1 0 0,-3 2-1 0 0,0 2 0 0 0,-55-39 1 0 0,72 59 99 0 0,-28-27 0 0 0,33 27 35 0 0,-1 1 1 0 0,-22-15-1 0 0,33 26-100 0 0,-1 0-1 0 0,1 0 1 0 0,-1 0-1 0 0,0 1 1 0 0,0 0-1 0 0,0 1 1 0 0,0 0-1 0 0,-1 0 1 0 0,-14-1 0 0 0,-45 1 132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7:02.6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2386 313 5529 0 0,'-36'-11'1300'0'0,"-59"-25"-1"0"0,68 23-658 0 0,-1 2-1 0 0,-1 1 1 0 0,-55-12-1 0 0,36 17-195 0 0,0 1 0 0 0,0 3 1 0 0,0 2-1 0 0,-84 12 0 0 0,-186 57 841 0 0,284-60-1180 0 0,1 2 0 0 0,0 2 0 0 0,0 0 0 0 0,1 2 0 0 0,1 2 0 0 0,-35 25 1 0 0,-27 22-52 0 0,29-23-67 0 0,2 3 0 0 0,2 3 0 0 0,-74 75 1 0 0,-116 165-109 0 0,180-206 106 0 0,29-30 10 0 0,2 3-1 0 0,2 0 0 0 0,3 3 1 0 0,3 1-1 0 0,2 1 1 0 0,-25 74-1 0 0,1 29-11 0 0,-38 200 0 0 0,77-291 16 0 0,2 0 0 0 0,-2 86 0 0 0,13-113 0 0 0,3-1 0 0 0,1 1 0 0 0,2-1 0 0 0,20 80 0 0 0,-6-57 86 0 0,3 0-1 0 0,44 90 0 0 0,-44-114-29 0 0,2-1 0 0 0,2-1 0 0 0,1-1 0 0 0,46 51 0 0 0,-42-57-2 0 0,1-2 0 0 0,2-1-1 0 0,0-1 1 0 0,2-2 0 0 0,2-2-1 0 0,0-1 1 0 0,1-3 0 0 0,2 0 0 0 0,0-3-1 0 0,1-1 1 0 0,0-2 0 0 0,2-3-1 0 0,0-1 1 0 0,68 10 0 0 0,-47-15-22 0 0,0-2 0 0 0,0-4 0 0 0,1-2 0 0 0,-1-3 0 0 0,0-3 0 0 0,0-3 0 0 0,-1-3 0 0 0,-1-2 0 0 0,0-3 0 0 0,-1-3 0 0 0,-1-3 0 0 0,-1-2 0 0 0,64-39 0 0 0,-47 19 122 0 0,-3-4-1 0 0,92-79 1 0 0,-145 110-142 0 0,311-290 761 0 0,-256 230-556 0 0,-3-3 1 0 0,69-103 0 0 0,130-240-146 0 0,-248 380-36 0 0,-1 0-1 0 0,-3-2 1 0 0,-1 0 0 0 0,-2-2 0 0 0,-3 0-1 0 0,-2 0 1 0 0,7-60 0 0 0,-3-44 190 0 0,-5-159 0 0 0,-5 76-128 0 0,-3 168-113 0 0,-2 1 0 0 0,-4-1 0 0 0,-3 1 0 0 0,-21-103 0 0 0,20 141 75 0 0,-1 0 0 0 0,-2 1 1 0 0,-1-1-1 0 0,-1 2 0 0 0,-1 0 0 0 0,-1 0 1 0 0,-1 1-1 0 0,-2 1 0 0 0,-1 1 1 0 0,0 0-1 0 0,-2 1 0 0 0,-35-31 0 0 0,37 39-23 0 0,0 0 1 0 0,0 2-1 0 0,-1 0 0 0 0,-1 2 0 0 0,0 0 0 0 0,0 1 1 0 0,-1 1-1 0 0,-1 0 0 0 0,1 2 0 0 0,-1 1 0 0 0,-1 0 0 0 0,1 2 1 0 0,-1 1-1 0 0,1 0 0 0 0,-1 2 0 0 0,-30 2 0 0 0,-5 3-37 0 0,1 4 0 0 0,0 2 0 0 0,0 2 0 0 0,-101 36 0 0 0,136-39-636 0 0,-1 1-1 0 0,1 1 1 0 0,1 1 0 0 0,0 1-1 0 0,1 1 1 0 0,1 1-1 0 0,-28 25 1 0 0,-84 62-6362 0 0,6-6 2277 0 0,113-86 4432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7:11.9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938 160 5065 0 0,'-23'-7'616'0'0,"0"2"0"0"0,0 0-1 0 0,0 2 1 0 0,-1 0 0 0 0,-25 2 0 0 0,1 2-349 0 0,-71 11 0 0 0,99-8-339 0 0,0 1-1 0 0,1 1 1 0 0,0 1 0 0 0,0 1-1 0 0,0 0 1 0 0,1 2 0 0 0,0 0-1 0 0,1 1 1 0 0,0 0-1 0 0,1 2 1 0 0,-22 21 0 0 0,-1 5 97 0 0,1 1 0 0 0,-63 91-1 0 0,75-91 47 0 0,2 0-1 0 0,2 1 0 0 0,2 2 0 0 0,2 0 0 0 0,1 1 1 0 0,2 1-1 0 0,3 0 0 0 0,1 1 0 0 0,3 0 0 0 0,1 0 0 0 0,2 1 1 0 0,3 0-1 0 0,1 0 0 0 0,3 0 0 0 0,11 72 0 0 0,-8-97 1 0 0,1-1 0 0 0,1 1 0 0 0,1-1 0 0 0,1-1 0 0 0,0 0 0 0 0,2 0 0 0 0,0-1 0 0 0,1 0 0 0 0,29 33 0 0 0,11 6 203 0 0,87 74 0 0 0,-120-115-209 0 0,24 19 93 0 0,1-2-1 0 0,2-2 1 0 0,1-3-1 0 0,1-1 1 0 0,2-3 0 0 0,0-1-1 0 0,102 31 1 0 0,-43-19-332 0 0,-2 5 0 0 0,-2 4 1 0 0,-2 6-1 0 0,107 69 0 0 0,-133-76 189 0 0,146 60-1 0 0,-142-70-11 0 0,-59-23 0 0 0,0 1 0 0 0,-1 1 0 0 0,-1 0 0 0 0,0 2 0 0 0,0 0-1 0 0,-2 1 1 0 0,18 20 0 0 0,106 140 35 0 0,-49-57-27 0 0,-68-88 51 0 0,-1 2 0 0 0,-1 0 0 0 0,-2 1 0 0 0,-1 2 1 0 0,-2 0-1 0 0,-2 0 0 0 0,20 65 0 0 0,87 350 850 0 0,103 312 984 0 0,-185-652-1748 0 0,-5 2 0 0 0,30 153 0 0 0,-31 8-65 0 0,10 54 222 0 0,-9-169 45 0 0,23 129-270 0 0,-34-153 453 0 0,83 255 1 0 0,-90-334-536 0 0,41 112-12 0 0,-46-140 15 0 0,0 1 1 0 0,2-2-1 0 0,31 44 0 0 0,-13-30-46 0 0,2-1-1 0 0,72 63 1 0 0,95 51-232 0 0,-121-105-68 0 0,161 71 1 0 0,-189-98 199 0 0,2-2-1 0 0,1-3 0 0 0,0-2 0 0 0,93 12 1 0 0,236-3-127 0 0,-334-24 191 0 0,-1-3 0 0 0,0-2 0 0 0,0-2 1 0 0,0-2-1 0 0,-1-2 0 0 0,0-3 0 0 0,-1-2 0 0 0,76-35 0 0 0,-24-1-128 0 0,-1-3 0 0 0,118-90 0 0 0,-158 102 422 0 0,137-103 107 0 0,-143 102-427 0 0,74-77 0 0 0,89-133 191 0 0,-170 194-162 0 0,-3-3-1 0 0,48-93 1 0 0,-83 138 51 0 0,0-1 0 0 0,0 0-1 0 0,-2 0 1 0 0,-1 0 0 0 0,0 0-1 0 0,-1-1 1 0 0,-1 0 0 0 0,-1 0-1 0 0,-1 0 1 0 0,0 0 0 0 0,-2 0-1 0 0,0 0 1 0 0,-2 0 0 0 0,0 1 0 0 0,-1-1-1 0 0,-1 0 1 0 0,0 1 0 0 0,-2 0-1 0 0,0 1 1 0 0,-1-1 0 0 0,-1 1-1 0 0,-1 1 1 0 0,0 0 0 0 0,-2 0-1 0 0,1 1 1 0 0,-2 0 0 0 0,0 1-1 0 0,-19-16 1 0 0,-363-326 3326 0 0,335 306-2926 0 0,-129-82 0 0 0,47 37 20 0 0,-140-101 486 0 0,-21-16 482 0 0,230 164-1109 0 0,-90-45 0 0 0,-46-29-78 0 0,-9-47-226 0 0,93 68 16 0 0,-240-226 35 0 0,198 169 13 0 0,121 113 71 0 0,2-1-1 0 0,2-3 1 0 0,2-1 0 0 0,3-2-1 0 0,1-1 1 0 0,4-2 0 0 0,-29-66-1 0 0,-12-32-90 0 0,-83-186-37 0 0,-44-230 66 0 0,163 461-153 0 0,-4 2 0 0 0,-73-133 0 0 0,31 69 40 0 0,-10-74 40 0 0,33 75 0 0 0,33 112 66 0 0,-3 0-1 0 0,-2 2 0 0 0,-3 1 1 0 0,-1 2-1 0 0,-53-58 0 0 0,-188-201 433 0 0,256 288-445 0 0,0 2-1 0 0,-1 0 1 0 0,-1 2 0 0 0,-1 0 0 0 0,-1 1-1 0 0,0 2 1 0 0,-2 1 0 0 0,0 0 0 0 0,0 2 0 0 0,-2 2-1 0 0,-48-16 1 0 0,-17-2-370 0 0,29 8 463 0 0,-1 3 0 0 0,-110-17 0 0 0,159 35-7 0 0,1 0 0 0 0,-1 1 0 0 0,0 1 0 0 0,1 1-1 0 0,-1 0 1 0 0,1 1 0 0 0,0 1 0 0 0,-27 9-1 0 0,-2 6-42 0 0,-69 39 1 0 0,9-2-136 0 0,90-50-252 0 0,0-1-1 0 0,-1 0 1 0 0,-24 4-1 0 0,27-7-1102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29.2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100 149 5065 0 0,'-14'-14'969'0'0,"1"-1"0"0"0,0 0 0 0 0,1-1 0 0 0,1 0-1 0 0,0 0 1 0 0,1-2 0 0 0,-5-20 2281 0 0,15 38-3213 0 0,10 6 903 0 0,10 12-270 0 0,17 29 383 0 0,51 87 0 0 0,-4-4-502 0 0,101 146-1369 0 0,-164-240-3142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29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27 300 6913 0 0,'-5'-10'524'0'0,"1"0"-1"0"0,0-1 1 0 0,0 0-1 0 0,-3-21 1 0 0,6 28-247 0 0,1 0 0 0 0,-1 0 0 0 0,1 1 0 0 0,0-1 0 0 0,0 0 0 0 0,0 0 0 0 0,0 0 0 0 0,1 0 0 0 0,0 0 0 0 0,-1 0 0 0 0,2 0 0 0 0,-1 1 0 0 0,0-1 1 0 0,1 0-1 0 0,-1 1 0 0 0,1-1 0 0 0,4-5 0 0 0,-5 8-218 0 0,0 0 1 0 0,1 0 0 0 0,-1 0-1 0 0,0 1 1 0 0,1-1-1 0 0,-1 0 1 0 0,0 0-1 0 0,1 1 1 0 0,-1-1 0 0 0,1 1-1 0 0,0 0 1 0 0,-1-1-1 0 0,1 1 1 0 0,-1 0-1 0 0,1 0 1 0 0,-1 0 0 0 0,1 0-1 0 0,0 0 1 0 0,-1 0-1 0 0,1 0 1 0 0,-1 1 0 0 0,1-1-1 0 0,-1 0 1 0 0,1 1-1 0 0,-1 0 1 0 0,1-1-1 0 0,1 2 1 0 0,41 25 683 0 0,-37-23-588 0 0,36 30 624 0 0,40 38 1 0 0,29 23-304 0 0,-106-91-463 0 0,0 0 1 0 0,1 0 0 0 0,0-1 0 0 0,-1 1-1 0 0,1-2 1 0 0,0 1 0 0 0,0-1 0 0 0,13 2-1 0 0,-18-3 14 0 0,-1-1 0 0 0,0 0 0 0 0,0 0 1 0 0,1 0-1 0 0,-1 0 0 0 0,0 0 0 0 0,0 0 0 0 0,1 0 0 0 0,-1-1 0 0 0,0 1 0 0 0,0 0 0 0 0,1-1 0 0 0,-1 1 0 0 0,0-1 0 0 0,0 1 0 0 0,0-1 0 0 0,0 1 0 0 0,0-1 0 0 0,0 0 0 0 0,0 0 0 0 0,0 0 0 0 0,1 0 0 0 0,-1-1 54 0 0,0 0 1 0 0,-1 0-1 0 0,1 0 1 0 0,-1 0-1 0 0,1 0 1 0 0,-1 0-1 0 0,0 0 0 0 0,0 0 1 0 0,0 0-1 0 0,0 0 1 0 0,0 0-1 0 0,0 0 1 0 0,0 0-1 0 0,-1 0 0 0 0,1 0 1 0 0,-1 0-1 0 0,1 0 1 0 0,-1 1-1 0 0,-1-3 1 0 0,-11-29 396 0 0,-23-40 1 0 0,22 47-617 0 0,1 0-1 0 0,-16-52 1 0 0,23 59-912 0 0,2 0-1 0 0,0 0 1 0 0,-1-28-1 0 0,5 26-5524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29.8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15 105 2304 0 0,'-2'-2'514'0'0,"1"0"-1"0"0,-1 1 0 0 0,1-1 0 0 0,0 0 0 0 0,-1 0 0 0 0,1 0 1 0 0,0-1-1 0 0,0 1 0 0 0,0 0 0 0 0,0-3 0 0 0,0 0 1430 0 0,7 22-229 0 0,-3-11-1493 0 0,0 1 0 0 0,0-1 0 0 0,0 1 0 0 0,1-1 0 0 0,0 0 0 0 0,0 0 0 0 0,0-1 0 0 0,1 1 0 0 0,0-1 0 0 0,0 0 0 0 0,0 0 0 0 0,1-1 0 0 0,0 1-1 0 0,0-1 1 0 0,9 5 0 0 0,-12-7-194 0 0,1-1-1 0 0,0 1 0 0 0,0 0 0 0 0,0-1 0 0 0,0 0 0 0 0,0 0 1 0 0,0 0-1 0 0,0-1 0 0 0,0 1 0 0 0,0-1 0 0 0,0 0 1 0 0,0 0-1 0 0,0 0 0 0 0,0 0 0 0 0,1-1 0 0 0,-1 0 1 0 0,0 0-1 0 0,0 0 0 0 0,0 0 0 0 0,-1-1 0 0 0,1 1 0 0 0,0-1 1 0 0,-1 0-1 0 0,1 0 0 0 0,-1-1 0 0 0,1 1 0 0 0,-1-1 1 0 0,4-3-1 0 0,-5 4 43 0 0,0-1 0 0 0,0 0 1 0 0,0 1-1 0 0,0-1 0 0 0,0 0 1 0 0,0 0-1 0 0,-1 0 0 0 0,0 0 0 0 0,0 0 1 0 0,1 0-1 0 0,-2-1 0 0 0,1 1 1 0 0,0 0-1 0 0,-1 0 0 0 0,1-1 1 0 0,-1 1-1 0 0,0 0 0 0 0,0-1 0 0 0,-1 1 1 0 0,1 0-1 0 0,0-1 0 0 0,-1 1 1 0 0,0 0-1 0 0,0 0 0 0 0,0-1 0 0 0,0 1 1 0 0,-1 0-1 0 0,1 0 0 0 0,-1 0 1 0 0,0 1-1 0 0,1-1 0 0 0,-1 0 1 0 0,-4-3-1 0 0,2 1-264 0 0,0 0 1 0 0,0 0 0 0 0,-1 0-1 0 0,0 1 1 0 0,0 0-1 0 0,0 0 1 0 0,-1 0-1 0 0,1 0 1 0 0,-1 1-1 0 0,0 0 1 0 0,0 0-1 0 0,0 1 1 0 0,0-1 0 0 0,0 1-1 0 0,-1 1 1 0 0,-7-2-1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0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148 258 5065 0 0,'-3'0'283'0'0,"1"0"0"0"0,-1 1 0 0 0,1-1 0 0 0,-1 1 0 0 0,1-1 0 0 0,-1 1 1 0 0,1 0-1 0 0,-1 0 0 0 0,1 0 0 0 0,0 0 0 0 0,-1 0 0 0 0,1 0 0 0 0,0 1 0 0 0,0-1 0 0 0,0 1 0 0 0,0 0 0 0 0,-3 3 0 0 0,1-1 8 0 0,1 1 1 0 0,0 0-1 0 0,0 0 0 0 0,0 0 0 0 0,0 0 1 0 0,1 1-1 0 0,-3 8 0 0 0,1 1-15 0 0,0 0 1 0 0,2 0-1 0 0,0 0 1 0 0,0 1-1 0 0,1 18 0 0 0,2-28-214 0 0,-1 0 0 0 0,1 0-1 0 0,0 0 1 0 0,1 0 0 0 0,-1 0-1 0 0,1 0 1 0 0,0-1 0 0 0,1 1 0 0 0,-1-1-1 0 0,1 0 1 0 0,4 6 0 0 0,-6-10-83 0 0,0 1 1 0 0,0-1 0 0 0,0 1 0 0 0,0-1 0 0 0,1 0 0 0 0,-1 0 0 0 0,0 0 0 0 0,1 1-1 0 0,-1-1 1 0 0,1-1 0 0 0,-1 1 0 0 0,1 0 0 0 0,0 0 0 0 0,-1 0 0 0 0,1-1-1 0 0,0 1 1 0 0,0-1 0 0 0,0 0 0 0 0,-1 1 0 0 0,1-1 0 0 0,0 0 0 0 0,0 0-1 0 0,0 0 1 0 0,-1 0 0 0 0,1 0 0 0 0,0-1 0 0 0,0 1 0 0 0,0 0 0 0 0,-1-1-1 0 0,1 1 1 0 0,0-1 0 0 0,-1 0 0 0 0,1 0 0 0 0,0 0 0 0 0,-1 1 0 0 0,1-1-1 0 0,-1-1 1 0 0,1 1 0 0 0,1-2 0 0 0,1-1-169 0 0,0 0 0 0 0,0-1 0 0 0,0 1 0 0 0,-1-1 0 0 0,0 0 0 0 0,0 0 0 0 0,0 0 0 0 0,-1 0 0 0 0,1-1 1 0 0,-1 1-1 0 0,-1-1 0 0 0,1 1 0 0 0,-1-1 0 0 0,2-9 0 0 0,-1-3-175 0 0,0 0 0 0 0,-2 0 1 0 0,-1-25-1 0 0,-1 25 289 0 0,-1 0-1 0 0,-1 0 1 0 0,0 0-1 0 0,-2 0 1 0 0,0 1-1 0 0,-1 0 1 0 0,-12-22-1 0 0,3 11 523 0 0,-2 0-1 0 0,0 1 0 0 0,-28-31 1 0 0,43 55-171 0 0,1 0 20 0 0,0 0-1 0 0,0 1 0 0 0,-1-1 1 0 0,1 1-1 0 0,0 0 1 0 0,-1-1-1 0 0,0 1 1 0 0,1 0-1 0 0,-1 0 1 0 0,0 1-1 0 0,0-1 1 0 0,0 1-1 0 0,-9 2 4056 0 0,25 24-3264 0 0,25 34-506 0 0,2-2 0 0 0,64 69-1 0 0,36 21-3299 0 0,-117-123-4352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0.7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114 278 9674 0 0,'2'0'202'0'0,"0"0"0"0"0,-1-1 0 0 0,1 1 0 0 0,-1 0-1 0 0,1-1 1 0 0,-1 0 0 0 0,1 1 0 0 0,-1-1 0 0 0,0 0 0 0 0,1 0 0 0 0,-1 0 0 0 0,0 0-1 0 0,1 0 1 0 0,-1 0 0 0 0,0 0 0 0 0,0 0 0 0 0,0 0 0 0 0,0-1 0 0 0,0 1 0 0 0,0 0-1 0 0,0-1 1 0 0,-1 1 0 0 0,1-1 0 0 0,0 1 0 0 0,-1-1 0 0 0,1 1 0 0 0,-1-1 0 0 0,1 1-1 0 0,-1-1 1 0 0,0 1 0 0 0,0-3 0 0 0,2-5 126 0 0,-2 1 0 0 0,1-1 0 0 0,-1 1 0 0 0,-1-13 0 0 0,-1 8-133 0 0,0-1-1 0 0,-1 1 0 0 0,0 0 0 0 0,-1 0 1 0 0,0 0-1 0 0,-11-20 0 0 0,12 28-149 0 0,0 0 0 0 0,1 0-1 0 0,-2 0 1 0 0,1 0 0 0 0,-1 1 0 0 0,1-1 0 0 0,-1 1-1 0 0,0 0 1 0 0,-1 0 0 0 0,1 0 0 0 0,-1 1 0 0 0,1-1-1 0 0,-1 1 1 0 0,0 0 0 0 0,-1 1 0 0 0,1-1-1 0 0,-10-2 1 0 0,14 4-41 0 0,0 1-1 0 0,0 0 0 0 0,0 0 1 0 0,0-1-1 0 0,0 1 0 0 0,0 0 0 0 0,0 0 1 0 0,0 0-1 0 0,0 0 0 0 0,0 0 1 0 0,0 0-1 0 0,0 1 0 0 0,0-1 1 0 0,0 0-1 0 0,0 0 0 0 0,0 1 1 0 0,0-1-1 0 0,0 1 0 0 0,0-1 1 0 0,1 0-1 0 0,-1 1 0 0 0,0 0 1 0 0,0-1-1 0 0,0 1 0 0 0,1 0 0 0 0,-2 0 1 0 0,1 1-13 0 0,0 0 1 0 0,0 0-1 0 0,1-1 1 0 0,-1 1-1 0 0,1 0 1 0 0,-1 0-1 0 0,1 0 1 0 0,0 0-1 0 0,0 0 1 0 0,-1 0-1 0 0,1 0 1 0 0,1 0-1 0 0,-1 1 0 0 0,2 9-125 0 0,0 0 0 0 0,1 0 0 0 0,6 16 1 0 0,-8-25 90 0 0,2 5 17 0 0,1 1-1 0 0,0-1 1 0 0,1 0-1 0 0,0 0 1 0 0,0 0-1 0 0,0 0 1 0 0,1-1 0 0 0,0 0-1 0 0,1 0 1 0 0,0-1-1 0 0,0 0 1 0 0,0 0-1 0 0,1 0 1 0 0,-1-1-1 0 0,1 0 1 0 0,1-1 0 0 0,-1 0-1 0 0,15 5 1 0 0,-8-4 18 0 0,-1-1-1 0 0,1 0 1 0 0,0-1 0 0 0,1-1 0 0 0,-1 0 0 0 0,0-2 0 0 0,0 1-1 0 0,1-2 1 0 0,-1 0 0 0 0,28-6 0 0 0,-41 7-153 0 0,0-1 0 0 0,1 0 0 0 0,-1 1 0 0 0,1-1 0 0 0,-1 0 0 0 0,0 0 0 0 0,0-1 0 0 0,1 1 0 0 0,-1 0-1 0 0,0-1 1 0 0,0 0 0 0 0,0 1 0 0 0,-1-1 0 0 0,1 0 0 0 0,0 0 0 0 0,1-2 0 0 0,3-7-790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0.9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9 920 0 0,'0'-9'13827'0'0,"1"14"-12269"0"0,9 27-710 0 0,1 0 0 0 0,1 0 0 0 0,28 48 0 0 0,63 90 2571 0 0,-83-138-3282 0 0,5 9-839 0 0,-1 1 0 0 0,33 83 0 0 0,-41-81-65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1.9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73 10594 0 0,'-40'-50'2038'0'0,"26"27"2276"0"0,26 52-807 0 0,4 26-2962 0 0,-4-15-348 0 0,-6-18-354 0 0,71 199 405 0 0,-58-176-3605 0 0,28 50-1 0 0,-37-77-2171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2.3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6 462 3681 0 0,'-1'-5'622'0'0,"-1"0"0"0"0,1 1 0 0 0,0-1 0 0 0,1 1-1 0 0,-1-1 1 0 0,1 0 0 0 0,0 0 0 0 0,0 1 0 0 0,1-1 0 0 0,-1 0 0 0 0,1 1 0 0 0,0-1 0 0 0,0 0 0 0 0,4-8 0 0 0,-4 11-489 0 0,0 1 1 0 0,0-1 0 0 0,0 0 0 0 0,0 0-1 0 0,0 1 1 0 0,0-1 0 0 0,0 1 0 0 0,1-1-1 0 0,-1 1 1 0 0,0 0 0 0 0,1-1 0 0 0,0 1-1 0 0,-1 0 1 0 0,1 0 0 0 0,0 0 0 0 0,-1 0-1 0 0,1 0 1 0 0,0 0 0 0 0,0 1 0 0 0,0-1-1 0 0,0 1 1 0 0,0-1 0 0 0,-1 1 0 0 0,1-1-1 0 0,0 1 1 0 0,0 0 0 0 0,0 0-1 0 0,0 0 1 0 0,0 0 0 0 0,0 1 0 0 0,0-1-1 0 0,0 0 1 0 0,0 1 0 0 0,0 0 0 0 0,0-1-1 0 0,0 1 1 0 0,3 1 0 0 0,17 10 247 0 0,-1 0 1 0 0,0 1-1 0 0,38 31 0 0 0,-41-29-95 0 0,1-1-1 0 0,0 0 1 0 0,1-2-1 0 0,36 18 0 0 0,5-11-188 0 0,-57-18-85 0 0,0 0 0 0 0,1 0 0 0 0,-1-1 0 0 0,0 1 0 0 0,0-1 1 0 0,1 0-1 0 0,-1 0 0 0 0,0-1 0 0 0,1 1 0 0 0,-1-1 0 0 0,0 0 0 0 0,7-2 0 0 0,-10 2 12 0 0,0 0-1 0 0,0 0 1 0 0,0 0 0 0 0,0 0 0 0 0,-1 0-1 0 0,1 0 1 0 0,0 0 0 0 0,0-1-1 0 0,-1 1 1 0 0,1 0 0 0 0,-1 0 0 0 0,1-1-1 0 0,-1 1 1 0 0,0 0 0 0 0,1-1 0 0 0,-1 1-1 0 0,0-1 1 0 0,0 1 0 0 0,0 0-1 0 0,0-1 1 0 0,0 1 0 0 0,0 0 0 0 0,0-1-1 0 0,-1 1 1 0 0,1 0 0 0 0,0-1 0 0 0,-2-1-1 0 0,-12-42 594 0 0,11 37-530 0 0,-39-91 199 0 0,19 45-77 0 0,-17-57 0 0 0,35 94-863 0 0,1 0 1 0 0,1-1-1 0 0,0 0 1 0 0,1 1 0 0 0,1-1-1 0 0,1 0 1 0 0,3-30 0 0 0,0 31-6056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2.7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84 1376 0 0,'-21'-23'11035'0'0,"17"38"-9731"0"0,4-4-1217 0 0,0 0 0 0 0,0-1 0 0 0,1 1 0 0 0,1 0 0 0 0,-1-1 0 0 0,2 1 0 0 0,0-1 0 0 0,0 0 0 0 0,0 0 0 0 0,2 0 0 0 0,-1 0 0 0 0,1 0 0 0 0,11 14 0 0 0,-13-19-56 0 0,0 0 0 0 0,0-1 0 0 0,1 0-1 0 0,0 1 1 0 0,0-1 0 0 0,0-1 0 0 0,0 1 0 0 0,1 0-1 0 0,0-1 1 0 0,-1 0 0 0 0,1 0 0 0 0,0-1-1 0 0,0 1 1 0 0,1-1 0 0 0,-1 0 0 0 0,0 0 0 0 0,1-1-1 0 0,-1 0 1 0 0,1 0 0 0 0,0 0 0 0 0,-1 0 0 0 0,1-1-1 0 0,0 0 1 0 0,-1 0 0 0 0,1-1 0 0 0,0 0 0 0 0,6-1-1 0 0,-9 1 0 0 0,-1 0 1 0 0,1 0-1 0 0,-1 1 0 0 0,0-2 0 0 0,1 1 0 0 0,-1 0 0 0 0,0 0 0 0 0,0-1 0 0 0,0 1 0 0 0,0-1 0 0 0,0 0 1 0 0,0 1-1 0 0,0-1 0 0 0,-1 0 0 0 0,1 0 0 0 0,-1 0 0 0 0,1-1 0 0 0,-1 1 0 0 0,2-3 0 0 0,-2 1 104 0 0,1-1 0 0 0,-1 1 0 0 0,0-1-1 0 0,0 0 1 0 0,-1 1 0 0 0,1-1 0 0 0,-1 0-1 0 0,0 1 1 0 0,-1-9 0 0 0,-2-3 211 0 0,0 0 1 0 0,-1 1 0 0 0,-1 0-1 0 0,0 0 1 0 0,-8-16-1 0 0,9 23-274 0 0,0 1-1 0 0,0 0 0 0 0,-1 0 0 0 0,0 0 1 0 0,0 0-1 0 0,0 1 0 0 0,-1 0 0 0 0,0 0 1 0 0,0 1-1 0 0,-7-5 0 0 0,8 7-196 0 0,1 0 0 0 0,-1 0 0 0 0,0 1 0 0 0,0 0 0 0 0,0 0 0 0 0,0 0-1 0 0,-6 0 1 0 0,7 1-356 0 0,-1 0-1 0 0,1 1 0 0 0,-1 0 0 0 0,1 0 0 0 0,-1 0 1 0 0,1 0-1 0 0,-1 1 0 0 0,1 0 0 0 0,-6 1 0 0 0,-1 2-1306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3.3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218 262 7834 0 0,'-8'-2'406'0'0,"0"1"0"0"0,0 0 0 0 0,0 1 1 0 0,0 0-1 0 0,0 0 0 0 0,0 0 0 0 0,0 1 0 0 0,0 0 1 0 0,1 1-1 0 0,-1 0 0 0 0,0 0 0 0 0,1 0 1 0 0,-1 1-1 0 0,1 0 0 0 0,0 1 0 0 0,0 0 0 0 0,0 0 1 0 0,0 0-1 0 0,-10 10 0 0 0,12-9-310 0 0,1 0 0 0 0,0 0 0 0 0,0 1-1 0 0,0 0 1 0 0,0 0 0 0 0,1 0 0 0 0,0 0 0 0 0,1 0 0 0 0,-1 0 0 0 0,1 1-1 0 0,0 0 1 0 0,1-1 0 0 0,0 1 0 0 0,0 0 0 0 0,0 0 0 0 0,1-1 0 0 0,0 1-1 0 0,1 10 1 0 0,-1-11-88 0 0,1 1-1 0 0,0-1 1 0 0,0 0-1 0 0,1 1 1 0 0,-1-1-1 0 0,1 0 1 0 0,1 0-1 0 0,-1 0 1 0 0,1 0-1 0 0,0-1 1 0 0,1 1-1 0 0,-1-1 1 0 0,1 0-1 0 0,0 0 1 0 0,0 0-1 0 0,0 0 1 0 0,1-1-1 0 0,0 1 1 0 0,10 6-1 0 0,-14-10-31 0 0,1 0 0 0 0,0-1 0 0 0,-1 1 0 0 0,1 0 0 0 0,0 0 0 0 0,0-1-1 0 0,0 1 1 0 0,0-1 0 0 0,-1 0 0 0 0,1 1 0 0 0,0-1 0 0 0,0 0 0 0 0,0 0 0 0 0,0 0 0 0 0,0 0-1 0 0,0-1 1 0 0,0 1 0 0 0,0 0 0 0 0,-1-1 0 0 0,1 1 0 0 0,3-2 0 0 0,-2 0-32 0 0,-1 0 0 0 0,1 0 0 0 0,0 0 0 0 0,0 0 0 0 0,-1 0 0 0 0,0-1 0 0 0,1 1 0 0 0,-1-1 0 0 0,0 0 0 0 0,0 0 0 0 0,2-3 0 0 0,1-5-86 0 0,0 0 0 0 0,0 0 0 0 0,-1 0 0 0 0,0-1 0 0 0,3-20 0 0 0,-6 20 72 0 0,0-1 0 0 0,0 0 0 0 0,-2 0-1 0 0,1 0 1 0 0,-2 0 0 0 0,0 0 0 0 0,0 0-1 0 0,-1 0 1 0 0,-1 1 0 0 0,-9-24 0 0 0,-7-6-7 0 0,-44-68 0 0 0,25 47 691 0 0,3 9 2756 0 0,57 127 54 0 0,-1-29-3434 0 0,1-1 1 0 0,2-2 0 0 0,2 0-1 0 0,2-2 1 0 0,2-1 0 0 0,1-1-1 0 0,55 53 1 0 0,-63-69-1705 0 0,0 0 0 0 0,30 43 0 0 0,-32-35 1202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3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97 244 3225 0 0,'1'0'316'0'0,"0"-1"0"0"0,0 1 0 0 0,0-1 0 0 0,0 1 0 0 0,0-1 0 0 0,-1 0 0 0 0,1 1 0 0 0,0-1 0 0 0,0 0 0 0 0,0 0 0 0 0,0 1 0 0 0,-1-1 0 0 0,1 0 0 0 0,0 0 0 0 0,-1 0 0 0 0,1 0-1 0 0,-1 0 1 0 0,1 0 0 0 0,-1 0 0 0 0,0 0 0 0 0,1 0 0 0 0,-1 0 0 0 0,0 0 0 0 0,0 0 0 0 0,1-1 0 0 0,-1 0 0 0 0,0-1-702 0 0,4-9 848 0 0,-2 1 0 0 0,0-1-1 0 0,0 0 1 0 0,-1 0-1 0 0,0 0 1 0 0,-1 0 0 0 0,-3-22-1 0 0,3 29-309 0 0,-1-1 1 0 0,0 1-1 0 0,0 0 0 0 0,0 0 0 0 0,-1 0 1 0 0,1 0-1 0 0,-1 1 0 0 0,0-1 0 0 0,-1 0 1 0 0,1 1-1 0 0,-1-1 0 0 0,0 1 0 0 0,0 0 0 0 0,-1 0 1 0 0,1 0-1 0 0,-1 0 0 0 0,1 1 0 0 0,-1-1 1 0 0,-9-4-1 0 0,12 7-149 0 0,0 0-1 0 0,-1 1 1 0 0,1-1 0 0 0,0 1-1 0 0,-1-1 1 0 0,1 1 0 0 0,0-1-1 0 0,-1 1 1 0 0,1 0 0 0 0,-1 0-1 0 0,1 0 1 0 0,-1 0 0 0 0,1 0-1 0 0,0 0 1 0 0,-1 0 0 0 0,1 0-1 0 0,-1 0 1 0 0,1 1 0 0 0,0-1-1 0 0,-1 1 1 0 0,1-1 0 0 0,0 1-1 0 0,-3 1 1 0 0,2 0 8 0 0,0-1 0 0 0,0 1 1 0 0,0 0-1 0 0,0 0 0 0 0,1 1 0 0 0,-1-1 0 0 0,1 0 1 0 0,-1 1-1 0 0,1-1 0 0 0,0 1 0 0 0,-2 4 0 0 0,0 1 8 0 0,1 1-1 0 0,0 0 0 0 0,0 0 1 0 0,1 0-1 0 0,0 0 0 0 0,1 16 1 0 0,1-19-16 0 0,-1-1 0 0 0,1 1 0 0 0,0-1 0 0 0,1 1 0 0 0,0-1 0 0 0,-1 0 0 0 0,1 0 0 0 0,1 0 0 0 0,-1 0 0 0 0,1 0 0 0 0,0 0 0 0 0,0-1 0 0 0,1 1 0 0 0,-1-1 0 0 0,1 0 0 0 0,0 0 0 0 0,0 0 0 0 0,0-1 0 0 0,0 0 0 0 0,1 1 0 0 0,0-1 0 0 0,-1-1 0 0 0,1 1 0 0 0,0-1 0 0 0,0 0 1 0 0,1 0-1 0 0,-1 0 0 0 0,0-1 0 0 0,7 2 0 0 0,-2-1-126 0 0,0-1 1 0 0,0 0 0 0 0,0-1 0 0 0,0 0 0 0 0,0 0-1 0 0,0-1 1 0 0,0-1 0 0 0,0 1 0 0 0,0-1 0 0 0,0-1-1 0 0,-1 0 1 0 0,1-1 0 0 0,-1 1 0 0 0,0-2-1 0 0,14-8 1 0 0,-6 1-821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4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9 125 5065 0 0,'-1'-4'407'0'0,"-1"0"0"0"0,1 0 0 0 0,-1 0 0 0 0,1 0 0 0 0,1-1 1 0 0,-1 1-1 0 0,0 0 0 0 0,1-1 0 0 0,0 1 0 0 0,0 0 0 0 0,0-1 0 0 0,1 1 0 0 0,1-9 0 0 0,-1 10-58 0 0,0 0 0 0 0,-1-1 0 0 0,1 1 0 0 0,1 0 0 0 0,-1 0 0 0 0,0 0 0 0 0,1-1 0 0 0,-1 1 0 0 0,1 1 0 0 0,0-1 0 0 0,0 0 0 0 0,0 0 1 0 0,0 1-1 0 0,1-1 0 0 0,-1 1 0 0 0,1 0 0 0 0,-1 0 0 0 0,5-3 0 0 0,-5 5-281 0 0,-1 0 1 0 0,0 0-1 0 0,0 0 1 0 0,1 0-1 0 0,-1 0 1 0 0,0 0-1 0 0,1 0 1 0 0,-1 0-1 0 0,0 1 1 0 0,0-1-1 0 0,0 0 1 0 0,1 1-1 0 0,-1-1 1 0 0,0 1-1 0 0,0 0 1 0 0,0-1-1 0 0,0 1 1 0 0,0 0-1 0 0,0 0 1 0 0,0-1-1 0 0,0 1 1 0 0,0 0-1 0 0,0 0 1 0 0,0 0-1 0 0,-1 0 1 0 0,1 0-1 0 0,0 0 1 0 0,-1 0-1 0 0,1 1 1 0 0,0-1-1 0 0,-1 0 1 0 0,1 2-1 0 0,17 41 406 0 0,-18-43-440 0 0,26 101 40 0 0,-20-73-87 0 0,1 0 1 0 0,2 0 0 0 0,22 51-1 0 0,-30-78 28 0 0,-1 0 0 0 0,1-1-1 0 0,0 1 1 0 0,0-1-1 0 0,0 1 1 0 0,0-1 0 0 0,0 1-1 0 0,0-1 1 0 0,0 0-1 0 0,1 1 1 0 0,-1-1 0 0 0,0 0-1 0 0,1 0 1 0 0,-1 0-1 0 0,1 0 1 0 0,-1 0 0 0 0,1 0-1 0 0,-1-1 1 0 0,1 1-1 0 0,0 0 1 0 0,-1-1 0 0 0,1 1-1 0 0,2-1 1 0 0,-1 0 38 0 0,-1 0-1 0 0,1-1 1 0 0,-1 1 0 0 0,0-1 0 0 0,1 0 0 0 0,-1 0 0 0 0,0 0-1 0 0,0 0 1 0 0,1 0 0 0 0,-1 0 0 0 0,0-1 0 0 0,0 1-1 0 0,0-1 1 0 0,3-2 0 0 0,6-9 286 0 0,0 1-1 0 0,-1-1 1 0 0,16-29-1 0 0,-22 37-310 0 0,127-195-1208 0 0,-116 181 179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6.1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38 6913 0 0,'-3'-29'4131'0'0,"7"21"-1325"0"0,5 20-1171 0 0,97 243 938 0 0,-49-110-1651 0 0,21 33-4591 0 0,-70-155-1992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6.4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2 174 10138 0 0,'-1'-6'367'0'0,"1"-1"-1"0"0,0 1 0 0 0,0 0 1 0 0,1-1-1 0 0,0 1 0 0 0,0-1 1 0 0,1 1-1 0 0,-1 0 1 0 0,6-11-1 0 0,-6 15-280 0 0,-1 0 0 0 0,1 1 0 0 0,0-1 0 0 0,0 1 0 0 0,0-1-1 0 0,0 1 1 0 0,1-1 0 0 0,-1 1 0 0 0,0-1 0 0 0,0 1 0 0 0,1 0 0 0 0,-1 0 0 0 0,1 0 0 0 0,0 0 0 0 0,-1 0-1 0 0,1 0 1 0 0,-1 0 0 0 0,1 1 0 0 0,0-1 0 0 0,0 0 0 0 0,0 1 0 0 0,-1-1 0 0 0,1 1 0 0 0,0 0 0 0 0,0 0-1 0 0,0 0 1 0 0,0 0 0 0 0,0 0 0 0 0,-1 0 0 0 0,1 0 0 0 0,0 0 0 0 0,0 1 0 0 0,0-1 0 0 0,-1 1 0 0 0,1 0-1 0 0,0-1 1 0 0,2 3 0 0 0,11 5 77 0 0,0 1 0 0 0,-1 0-1 0 0,0 1 1 0 0,-1 1 0 0 0,23 22-1 0 0,-20-17-45 0 0,1 0 0 0 0,28 18 0 0 0,-21-19 8 0 0,0-2 1 0 0,31 13-1 0 0,-44-21-11 0 0,0-2 0 0 0,0 1 0 0 0,0-1 0 0 0,0-1 1 0 0,1 0-1 0 0,-1 0 0 0 0,1-1 0 0 0,11-1 0 0 0,-22 0-77 0 0,0 0 0 0 0,-1 0 0 0 0,1 0 0 0 0,-1 0 0 0 0,1 0 0 0 0,0 0 0 0 0,-1 0 0 0 0,1 0 0 0 0,0-1 0 0 0,-1 1 0 0 0,1 0 0 0 0,-1 0 0 0 0,1-1 0 0 0,-1 1 0 0 0,1 0 0 0 0,-1-1 0 0 0,1 1-1 0 0,-1-1 1 0 0,1 1 0 0 0,-1-1 0 0 0,1 1 0 0 0,-1-1 0 0 0,0 1 0 0 0,1-1 0 0 0,-1 1 0 0 0,0-1 0 0 0,1 1 0 0 0,-1-1 0 0 0,0-1 0 0 0,-2-21 633 0 0,-25-30-41 0 0,22 44-494 0 0,-23-38 14 0 0,-18-36-648 0 0,42 74-646 0 0,0-1 0 0 0,1 1 1 0 0,-5-21-1 0 0,6 13-5335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6.8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81 920 0 0,'2'1'424'0'0,"-1"0"-1"0"0,0 0 0 0 0,0 1 1 0 0,0-1-1 0 0,0 0 1 0 0,0 1-1 0 0,0-1 0 0 0,-1 1 1 0 0,1-1-1 0 0,0 1 0 0 0,-1-1 1 0 0,1 1-1 0 0,-1 0 1 0 0,1-1-1 0 0,-1 1 0 0 0,0 3 1 0 0,1-2 357 0 0,6 27 1847 0 0,-2-10-1732 0 0,0 0 0 0 0,1 0 0 0 0,1 0 0 0 0,15 27 0 0 0,-20-42-828 0 0,0-1 0 0 0,1 0 0 0 0,0 0 0 0 0,0 0 0 0 0,0-1 0 0 0,0 1 1 0 0,0-1-1 0 0,1 1 0 0 0,0-1 0 0 0,-1 0 0 0 0,1-1 0 0 0,1 1 1 0 0,-1-1-1 0 0,0 1 0 0 0,0-1 0 0 0,1 0 0 0 0,-1-1 0 0 0,1 1 1 0 0,0-1-1 0 0,-1 0 0 0 0,1 0 0 0 0,0-1 0 0 0,0 1 0 0 0,9-1 0 0 0,-12 0-8 0 0,1-1 0 0 0,0 1 0 0 0,-1 0 0 0 0,1-1 0 0 0,0 1 0 0 0,-1-1-1 0 0,1 0 1 0 0,-1 0 0 0 0,0 0 0 0 0,1 0 0 0 0,-1-1 0 0 0,0 1-1 0 0,1-1 1 0 0,-1 1 0 0 0,0-1 0 0 0,0 0 0 0 0,0 1 0 0 0,-1-1-1 0 0,4-4 1 0 0,-2 2 38 0 0,-1-1 0 0 0,0 1 0 0 0,0-1 0 0 0,0 1 0 0 0,0-1 0 0 0,-1 0 0 0 0,0 0-1 0 0,0 0 1 0 0,1-10 0 0 0,-2 3 84 0 0,0-1 1 0 0,0 1-1 0 0,-1 0 0 0 0,-1-1 1 0 0,0 1-1 0 0,-1 0 0 0 0,-7-21 1 0 0,5 23-85 0 0,0 0 0 0 0,-1 1 0 0 0,0 0 0 0 0,0 0 0 0 0,-1 0 0 0 0,0 0 1 0 0,-1 1-1 0 0,-15-13 0 0 0,19 18-180 0 0,-1-1 0 0 0,1 1 0 0 0,-1 0-1 0 0,1 0 1 0 0,-1 0 0 0 0,0 0 0 0 0,0 1 0 0 0,-1 0 0 0 0,1 0 0 0 0,0 0 0 0 0,-1 1 0 0 0,1 0-1 0 0,-1 0 1 0 0,1 0 0 0 0,-1 0 0 0 0,1 1 0 0 0,-1 0 0 0 0,1 1 0 0 0,-8 0 0 0 0,4 3-1903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7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100 250 10594 0 0,'-2'-2'164'0'0,"1"1"0"0"0,-1-1 0 0 0,1 1 0 0 0,-1 0 1 0 0,0-1-1 0 0,1 1 0 0 0,-1 0 0 0 0,0 0 0 0 0,0 0 0 0 0,0 0 0 0 0,0 1 0 0 0,0-1 0 0 0,0 1 0 0 0,0-1 0 0 0,0 1 0 0 0,0-1 0 0 0,0 1 0 0 0,0 0 0 0 0,0 0 0 0 0,0 0 0 0 0,0 0 0 0 0,0 1 0 0 0,0-1 0 0 0,0 0 1 0 0,0 1-1 0 0,0-1 0 0 0,0 1 0 0 0,0 0 0 0 0,0 0 0 0 0,0 0 0 0 0,0 0 0 0 0,0 0 0 0 0,1 0 0 0 0,-1 0 0 0 0,0 1 0 0 0,1-1 0 0 0,-1 0 0 0 0,1 1 0 0 0,0 0 0 0 0,-1-1 0 0 0,1 1 0 0 0,-2 2 0 0 0,0 2-34 0 0,0 0-1 0 0,1-1 0 0 0,-1 1 1 0 0,1 0-1 0 0,0 0 0 0 0,0 1 1 0 0,1-1-1 0 0,0 0 0 0 0,0 0 1 0 0,1 1-1 0 0,-1-1 0 0 0,2 13 0 0 0,1-9-120 0 0,1 1-1 0 0,0-1 0 0 0,1 0 0 0 0,0 0 0 0 0,0 0 0 0 0,1 0 0 0 0,0-1 0 0 0,1 0 0 0 0,7 9 0 0 0,-11-14-6 0 0,0 0 1 0 0,1-1-1 0 0,0 1 0 0 0,0-1 0 0 0,0 0 1 0 0,0 0-1 0 0,0 0 0 0 0,1-1 0 0 0,-1 1 0 0 0,1-1 1 0 0,0 0-1 0 0,0 1 0 0 0,0-2 0 0 0,0 1 0 0 0,0 0 1 0 0,0-1-1 0 0,0 0 0 0 0,1 0 0 0 0,-1 0 0 0 0,0-1 1 0 0,1 1-1 0 0,-1-1 0 0 0,0 0 0 0 0,8-1 0 0 0,-9 0-39 0 0,1-1 0 0 0,-1 0-1 0 0,0 1 1 0 0,0-1 0 0 0,-1-1-1 0 0,1 1 1 0 0,0 0 0 0 0,-1 0 0 0 0,1-1-1 0 0,-1 0 1 0 0,0 1 0 0 0,0-1-1 0 0,0 0 1 0 0,0 0 0 0 0,0 0-1 0 0,-1 0 1 0 0,1-1 0 0 0,-1 1-1 0 0,0 0 1 0 0,0 0 0 0 0,1-5-1 0 0,2-8-188 0 0,-1-1 0 0 0,-1 1 0 0 0,1-18 0 0 0,-3 14 179 0 0,0 0 0 0 0,-2 1 0 0 0,-1-1 0 0 0,0 1 0 0 0,-1 0 0 0 0,-1 0 0 0 0,-1 0 0 0 0,-1 1 0 0 0,0 0 0 0 0,-2 0-1 0 0,0 1 1 0 0,0 0 0 0 0,-2 0 0 0 0,0 1 0 0 0,-1 1 0 0 0,-1 0 0 0 0,0 0 0 0 0,-20-16 0 0 0,22 23 1708 0 0,18 18 704 0 0,5 7-1875 0 0,40 78 270 0 0,-35-58-741 0 0,3-2 0 0 0,0 0 0 0 0,3-1 0 0 0,1-1 1 0 0,30 32-1 0 0,-31-42-1290 0 0,0-1-3684 0 0,2 1-1926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7.8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42 311 10138 0 0,'-8'5'2841'0'0,"8"-16"760"0"0,1 6-2737 0 0,4-18-55 0 0,13-103 789 0 0,-16 111-1589 0 0,-1-1-1 0 0,-1 0 0 0 0,-1 1 0 0 0,0-1 0 0 0,-1 1 0 0 0,-5-18 0 0 0,7 32-27 0 0,0 0-1 0 0,0 0 0 0 0,0 0 0 0 0,0 0 1 0 0,-1 0-1 0 0,1 0 0 0 0,0 0 1 0 0,-1 0-1 0 0,1 0 0 0 0,-1 0 0 0 0,1 0 1 0 0,-1 0-1 0 0,1 0 0 0 0,-1 0 0 0 0,0 0 1 0 0,0 0-1 0 0,1 1 0 0 0,-1-1 1 0 0,0 0-1 0 0,0 1 0 0 0,0-1 0 0 0,0 0 1 0 0,0 1-1 0 0,0-1 0 0 0,0 1 1 0 0,0-1-1 0 0,0 1 0 0 0,0 0 0 0 0,0 0 1 0 0,0-1-1 0 0,0 1 0 0 0,0 0 1 0 0,0 0-1 0 0,0 0 0 0 0,-2 0 0 0 0,2 1-44 0 0,0-1 0 0 0,-1 1-1 0 0,1 0 1 0 0,0 0-1 0 0,-1 0 1 0 0,1-1-1 0 0,0 2 1 0 0,0-1 0 0 0,0 0-1 0 0,0 0 1 0 0,0 0-1 0 0,0 0 1 0 0,0 1-1 0 0,1-1 1 0 0,-1 0 0 0 0,0 1-1 0 0,1-1 1 0 0,-1 0-1 0 0,1 1 1 0 0,-1-1-1 0 0,1 1 1 0 0,0-1 0 0 0,-1 1-1 0 0,1 2 1 0 0,-1 4 81 0 0,0 0 0 0 0,1 1 1 0 0,0-1-1 0 0,0 0 0 0 0,1 0 1 0 0,0 0-1 0 0,1 0 0 0 0,-1 0 1 0 0,2 0-1 0 0,-1 0 0 0 0,1 0 1 0 0,0-1-1 0 0,1 1 0 0 0,-1-1 1 0 0,1 0-1 0 0,1 0 0 0 0,0 0 1 0 0,0-1-1 0 0,0 1 1 0 0,0-1-1 0 0,1 0 0 0 0,0-1 1 0 0,1 0-1 0 0,-1 0 0 0 0,1 0 1 0 0,0-1-1 0 0,0 0 0 0 0,0 0 1 0 0,11 4-1 0 0,30 8-1831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8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55 3225 0 0,'0'0'218'0'0,"-1"0"1"0"0,0 0 0 0 0,0 0 0 0 0,1 0-1 0 0,-1 0 1 0 0,0 0 0 0 0,1-1 0 0 0,-1 1-1 0 0,0 0 1 0 0,1 0 0 0 0,-1-1 0 0 0,0 1-1 0 0,1 0 1 0 0,-1-1 0 0 0,0 1 0 0 0,1-1-1 0 0,-1 1 1 0 0,1-1 0 0 0,-1 1 0 0 0,1-1-1 0 0,-1 1 1 0 0,1-1 0 0 0,-1 1 0 0 0,1-1-1 0 0,0 0 1 0 0,-1 1 0 0 0,1-1 0 0 0,0 0-1 0 0,0 1 1 0 0,-1-1 0 0 0,1-1 0 0 0,0 1 26 0 0,1-1 1 0 0,-1 1 0 0 0,1 0-1 0 0,0 0 1 0 0,-1-1 0 0 0,1 1 0 0 0,0 0-1 0 0,0 0 1 0 0,0 0 0 0 0,0 0-1 0 0,0 0 1 0 0,0 0 0 0 0,0 0 0 0 0,0 0-1 0 0,2 0 1 0 0,1-2 157 0 0,1 0 1 0 0,-1 0-1 0 0,1 1 0 0 0,0-1 1 0 0,0 1-1 0 0,0 0 1 0 0,0 1-1 0 0,8-2 0 0 0,-11 3-364 0 0,1 0-1 0 0,-1 0 1 0 0,1 0-1 0 0,-1 1 1 0 0,1-1-1 0 0,-1 1 1 0 0,1 0-1 0 0,-1 0 1 0 0,1-1-1 0 0,-1 2 1 0 0,0-1-1 0 0,0 0 1 0 0,1 0-1 0 0,-1 1 1 0 0,0-1-1 0 0,0 1 1 0 0,0 0-1 0 0,-1 0 1 0 0,1-1-1 0 0,0 1 1 0 0,-1 0-1 0 0,1 0 1 0 0,1 3-1 0 0,2 5-161 0 0,-1 0 0 0 0,0 1 0 0 0,0-1 0 0 0,3 15 0 0 0,-6-18 20 0 0,1 1 0 0 0,0-1-1 0 0,0 0 1 0 0,1-1 0 0 0,0 1 0 0 0,0 0 0 0 0,0-1 0 0 0,9 12-1 0 0,-9-16 113 0 0,1 0 0 0 0,0-1 0 0 0,-1 1-1 0 0,1-1 1 0 0,0 0 0 0 0,0 0 0 0 0,0 0-1 0 0,0 0 1 0 0,0 0 0 0 0,0-1 0 0 0,0 0-1 0 0,0 0 1 0 0,0 0 0 0 0,0 0 0 0 0,0-1-1 0 0,6-1 1 0 0,-3 1 19 0 0,-1 0 0 0 0,0 1 0 0 0,1 0 1 0 0,-1 0-1 0 0,10 2 0 0 0,-13-2 35 0 0,0 1 1 0 0,0 0 0 0 0,0 0-1 0 0,0 0 1 0 0,0 1-1 0 0,0-1 1 0 0,0 1 0 0 0,-1-1-1 0 0,1 1 1 0 0,-1 0-1 0 0,1 0 1 0 0,-1 0 0 0 0,0 0-1 0 0,1 1 1 0 0,-1-1-1 0 0,0 0 1 0 0,-1 1 0 0 0,1 0-1 0 0,2 5 1 0 0,-2-4 108 0 0,-1 1 1 0 0,0 0 0 0 0,0 0-1 0 0,0-1 1 0 0,-1 1-1 0 0,1 0 1 0 0,-1 0-1 0 0,0 0 1 0 0,-1 0-1 0 0,1 0 1 0 0,-3 7 0 0 0,-2 7 179 0 0,-1-1-1 0 0,0 0 1 0 0,-2-1 0 0 0,0 0 0 0 0,-15 23 0 0 0,12-23-405 0 0,1 0-67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2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1 1 3225 0 0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7.1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9674 0 0,'35'57'1504'0'0,"-19"-13"-930"0"0,-2 1 0 0 0,16 92 0 0 0,-1 98-328 0 0,-24-187-259 0 0,36 425 71 0 0,42 335-62 0 0,-49-583 130 0 0,78 581 1514 0 0,-48-252-336 0 0,161 1595 460 0 0,-101 318 2060 0 0,-118-1689-3318 0 0,-6-522-428 0 0,4-84-217 0 0,-3-141-42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8.2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84 10138 0 0,'-3'-13'478'0'0,"-6"-30"1756"0"0,9 41-1717 0 0,0-1 1 0 0,1 1-1 0 0,-1-1 1 0 0,0 1-1 0 0,1 0 0 0 0,-1-1 1 0 0,1 1-1 0 0,0 0 0 0 0,1-4 1 0 0,-2 6-429 0 0,1 0 1 0 0,-1 0 0 0 0,1 0-1 0 0,-1 0 1 0 0,1 0 0 0 0,-1 0-1 0 0,1 0 1 0 0,-1 0-1 0 0,1 0 1 0 0,-1 1 0 0 0,0-1-1 0 0,1 0 1 0 0,-1 0-1 0 0,1 0 1 0 0,-1 1 0 0 0,1-1-1 0 0,-1 0 1 0 0,0 0-1 0 0,1 1 1 0 0,-1-1 0 0 0,0 0-1 0 0,1 1 1 0 0,-1-1-1 0 0,0 0 1 0 0,1 1 0 0 0,-1-1-1 0 0,0 1 1 0 0,0-1-1 0 0,1 0 1 0 0,-1 2 0 0 0,12 13 104 0 0,4 13 89 0 0,-1 1 0 0 0,-1 0-1 0 0,-1 1 1 0 0,11 43-1 0 0,22 127 0 0 0,-31-124-300 0 0,32 98 1 0 0,-4-76-2707 0 0,-40-94 1428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8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94 150 456 0 0,'11'-23'1949'0'0,"25"-42"0"0"0,0 3 5010 0 0,-55 94-1667 0 0,-4 2-3698 0 0,-19 31-918 0 0,19-24-423 0 0,10-19-33 0 0,1 0 0 0 0,0 0 0 0 0,2 1 0 0 0,-11 36 0 0 0,21-58-174 0 0,-1 0 1 0 0,1 0-1 0 0,0 1 0 0 0,0-1 0 0 0,0 0 0 0 0,-1 0 0 0 0,1 0 0 0 0,0 1 0 0 0,1-1 0 0 0,-1 0 0 0 0,0 0 1 0 0,0 1-1 0 0,1-1 0 0 0,-1 0 0 0 0,0 0 0 0 0,1 0 0 0 0,-1 0 0 0 0,1 1 0 0 0,-1-1 0 0 0,1 0 0 0 0,0 0 1 0 0,0 0-1 0 0,-1 0 0 0 0,1 0 0 0 0,0-1 0 0 0,0 1 0 0 0,0 0 0 0 0,0 0 0 0 0,0 0 0 0 0,0-1 0 0 0,0 1 1 0 0,0-1-1 0 0,0 1 0 0 0,0-1 0 0 0,1 1 0 0 0,-1-1 0 0 0,0 1 0 0 0,0-1 0 0 0,0 0 0 0 0,1 0 1 0 0,-1 0-1 0 0,0 0 0 0 0,0 0 0 0 0,1 0 0 0 0,0 0 0 0 0,10 0 205 0 0,-1-1-1 0 0,0 0 1 0 0,22-4-1 0 0,-24 3-79 0 0,96-13-836 0 0,-60 14-5934 0 0,-28 2-385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8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160 35 5985 0 0,'-2'-2'467'0'0,"1"-1"0"0"0,-1 1 0 0 0,1 0 1 0 0,-1-1-1 0 0,0 1 0 0 0,0 0 0 0 0,0 0 0 0 0,0 0 0 0 0,-1 1 0 0 0,1-1 0 0 0,0 0 0 0 0,-1 1 0 0 0,1 0 0 0 0,-1-1 0 0 0,0 1 0 0 0,1 0 0 0 0,-1 0 0 0 0,0 0 0 0 0,0 1 1 0 0,0-1-1 0 0,1 1 0 0 0,-6-1 0 0 0,6 1-301 0 0,-1 0 0 0 0,0 0 0 0 0,0 1 0 0 0,1-1 0 0 0,-1 0 0 0 0,0 1 0 0 0,0 0 0 0 0,1-1 0 0 0,-1 1 1 0 0,1 0-1 0 0,-1 1 0 0 0,1-1 0 0 0,-1 0 0 0 0,1 1 0 0 0,-1-1 0 0 0,1 1 0 0 0,0 0 0 0 0,0 0 0 0 0,0 0 0 0 0,0 0 0 0 0,0 0 1 0 0,1 0-1 0 0,-3 3 0 0 0,-2 7-59 0 0,-1 0 0 0 0,2 1-1 0 0,0 0 1 0 0,0 0 0 0 0,1 0 0 0 0,1 1 0 0 0,0-1 0 0 0,1 1 0 0 0,0 0 0 0 0,1 23-1 0 0,1-31-103 0 0,1-1 0 0 0,-1 1-1 0 0,1-1 1 0 0,0 1-1 0 0,1-1 1 0 0,-1 1 0 0 0,1-1-1 0 0,0 0 1 0 0,0 1-1 0 0,1-1 1 0 0,0 0 0 0 0,-1-1-1 0 0,2 1 1 0 0,-1 0-1 0 0,0-1 1 0 0,1 0 0 0 0,0 0-1 0 0,0 0 1 0 0,0 0-1 0 0,1-1 1 0 0,-1 1 0 0 0,1-1-1 0 0,0 0 1 0 0,0 0-1 0 0,0-1 1 0 0,0 0-1 0 0,0 0 1 0 0,9 2 0 0 0,0 0 67 0 0,1-1 1 0 0,0-1 0 0 0,0-1-1 0 0,0 0 1 0 0,0-1-1 0 0,0 0 1 0 0,0-2 0 0 0,-1 1-1 0 0,28-8 1 0 0,-34 7-131 0 0,-1 0 0 0 0,0 0 1 0 0,0 0-1 0 0,-1-1 0 0 0,1 0 0 0 0,0-1 0 0 0,-1 1 1 0 0,0-1-1 0 0,0 0 0 0 0,0-1 0 0 0,0 0 0 0 0,-1 1 0 0 0,0-2 1 0 0,0 1-1 0 0,0-1 0 0 0,0 0 0 0 0,-1 0 0 0 0,0 0 1 0 0,0 0-1 0 0,-1-1 0 0 0,5-11 0 0 0,-6 11-2156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9.7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68 6449 0 0,'-3'-6'544'0'0,"1"1"0"0"0,0-1-1 0 0,0 1 1 0 0,0-1 0 0 0,-1-7 0 0 0,3 13-323 0 0,0-1 1 0 0,0 0 0 0 0,-1 0 0 0 0,1 0-1 0 0,0 0 1 0 0,0 0 0 0 0,0 1 0 0 0,0-1 0 0 0,0 0-1 0 0,0 0 1 0 0,0 0 0 0 0,1 0 0 0 0,-1 1 0 0 0,0-1-1 0 0,0 0 1 0 0,1 0 0 0 0,-1 0 0 0 0,0 1 0 0 0,1-1-1 0 0,-1 0 1 0 0,1 0 0 0 0,-1 1 0 0 0,1-1 0 0 0,-1 0-1 0 0,1 1 1 0 0,-1-1 0 0 0,1 0 0 0 0,0 1-1 0 0,-1-1 1 0 0,1 1 0 0 0,0 0 0 0 0,0-1 0 0 0,-1 1-1 0 0,1-1 1 0 0,0 1 0 0 0,0 0 0 0 0,0 0 0 0 0,-1-1-1 0 0,1 1 1 0 0,0 0 0 0 0,0 0 0 0 0,0 0 0 0 0,0 0-1 0 0,1 0 423 0 0,18 48 2335 0 0,-13-7-2970 0 0,3 0 0 0 0,1 0 0 0 0,2-1 1 0 0,2-1-1 0 0,1 0 0 0 0,26 43 0 0 0,-39-77-7 0 0,0-1 0 0 0,0 1 0 0 0,1 0-1 0 0,-1-1 1 0 0,1 0 0 0 0,0 0 0 0 0,1 0 0 0 0,-1 0 0 0 0,7 3 0 0 0,-9-5-1 0 0,0-1 0 0 0,0 0 1 0 0,0-1-1 0 0,1 1 1 0 0,-1 0-1 0 0,0-1 0 0 0,0 1 1 0 0,1-1-1 0 0,-1 0 0 0 0,0 0 1 0 0,1 0-1 0 0,-1 0 1 0 0,0 0-1 0 0,1 0 0 0 0,-1 0 1 0 0,0-1-1 0 0,1 1 1 0 0,-1-1-1 0 0,0 0 0 0 0,0 0 1 0 0,0 0-1 0 0,0 0 1 0 0,0 0-1 0 0,4-3 0 0 0,113-90-1904 0 0,-100 80-5745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0.7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73 4145 0 0,'11'-21'893'0'0,"7"-30"15154"0"0,-19 51-15978 0 0,1 0 0 0 0,-1 1-1 0 0,0-1 1 0 0,1 1 0 0 0,-1-1 0 0 0,1 1 0 0 0,-1-1 0 0 0,1 1 0 0 0,-1 0 0 0 0,1-1-1 0 0,0 1 1 0 0,-1-1 0 0 0,1 1 0 0 0,0 0 0 0 0,-1 0 0 0 0,1-1 0 0 0,0 1-1 0 0,0 0 1 0 0,-1-1 0 0 0,1 1 0 0 0,0 0 0 0 0,0 0 0 0 0,1 19-13 0 0,1 0 0 0 0,1-1 0 0 0,0 0 0 0 0,2 0 0 0 0,7 21 0 0 0,4 21 19 0 0,20 165-17 0 0,4 16-63 0 0,150 637 16 0 0,-114-506 58 0 0,114 923-69 0 0,-110-685-6 0 0,-24-230 85 0 0,-15 47 149 0 0,-12-105-30 0 0,20 247 46 0 0,1 12-356 0 0,-6-17 261 0 0,-22-244-177 0 0,-22-316 28 0 0,34 849 304 0 0,-26-101 585 0 0,-5-680-858 0 0,-5 14-80 0 0,-4-1 1 0 0,-29 148-1 0 0,11-87-414 0 0,22-134 456 0 0,1-1-15 0 0,-1-1-1 0 0,0 0 1 0 0,0 1-1 0 0,-2-1 1 0 0,1-1-1 0 0,-8 16 1 0 0,7-21-1657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7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72 282 4145 0 0,'-26'-65'3777'0'0,"18"45"-2134"0"0,0 0-1 0 0,-11-20 0 0 0,19 68 3847 0 0,9 117-4828 0 0,-4-79-469 0 0,7 66-7 0 0,-9-112-173 0 0,1 0 0 0 0,1 1 0 0 0,1-2 0 0 0,11 26 0 0 0,-15-41-165 0 0,-1 0-1 0 0,1 0 1 0 0,0-1 0 0 0,1 1-1 0 0,-1 0 1 0 0,1-1 0 0 0,0 0-1 0 0,-1 1 1 0 0,1-1 0 0 0,6 4-1 0 0,-24-44-8524 0 0,9 22 7318 0 0,-44-129-3112 0 0,41 106 5225 0 0,1 0 0 0 0,1 0 0 0 0,-2-76 0 0 0,9 102-180 0 0,1-1 0 0 0,0 1 0 0 0,1-1 0 0 0,0 1 0 0 0,1-1 1 0 0,7-20-1 0 0,-6 24 477 0 0,0 0 0 0 0,0 1 0 0 0,1-1 0 0 0,1 1 0 0 0,9-12 1 0 0,-14 19-950 0 0,0 1 1 0 0,0-1 0 0 0,-1 1 0 0 0,1-1 0 0 0,0 1 0 0 0,0 0 0 0 0,0-1 0 0 0,0 1 0 0 0,0 0 0 0 0,0 0-1 0 0,0-1 1 0 0,0 1 0 0 0,0 0 0 0 0,-1 0 0 0 0,1 0 0 0 0,0 0 0 0 0,0 0 0 0 0,0 0 0 0 0,0 0 0 0 0,0 1-1 0 0,0-1 1 0 0,0 0 0 0 0,0 0 0 0 0,0 1 0 0 0,0-1 0 0 0,0 1 0 0 0,-1-1 0 0 0,1 1 0 0 0,0-1 0 0 0,0 1-1 0 0,-1-1 1 0 0,1 1 0 0 0,0 0 0 0 0,0-1 0 0 0,-1 1 0 0 0,2 1 0 0 0,29 34 254 0 0,-24-27-147 0 0,42 49-22 0 0,54 60-117 0 0,-92-107-62 0 0,1-1 0 0 0,1 0 0 0 0,-1-1 0 0 0,2 0 0 0 0,-1 0 1 0 0,1-2-1 0 0,25 11 0 0 0,-35-17 3 0 0,0 1 0 0 0,0-1 0 0 0,1 0 0 0 0,-1 0 0 0 0,0 0 0 0 0,1-1 0 0 0,-1 1 1 0 0,1-1-1 0 0,-1 0 0 0 0,1 0 0 0 0,-1-1 0 0 0,1 1 0 0 0,-1-1 0 0 0,0 0 0 0 0,1 0 1 0 0,-1-1-1 0 0,0 1 0 0 0,0-1 0 0 0,0 0 0 0 0,0 0 0 0 0,0 0 0 0 0,0-1 0 0 0,3-2 1 0 0,-3 1 38 0 0,0 0 1 0 0,-1 0-1 0 0,1-1 1 0 0,-1 1 0 0 0,0-1-1 0 0,0 0 1 0 0,-1 1-1 0 0,1-1 1 0 0,-1 0-1 0 0,0-1 1 0 0,0 1 0 0 0,-1 0-1 0 0,0-1 1 0 0,0 1-1 0 0,0 0 1 0 0,0-1 0 0 0,-1 1-1 0 0,-1-9 1 0 0,-1-9-15 0 0,-2-1-1 0 0,0 1 1 0 0,-2 0 0 0 0,0 1 0 0 0,-13-30-1 0 0,-6-19-1444 0 0,24 68 742 0 0,0-1-1 0 0,1 1 1 0 0,-1-1 0 0 0,1 1-1 0 0,0-1 1 0 0,0 1 0 0 0,1-8-1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8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1376 0 0,'8'-6'12592'0'0,"0"16"-12221"0"0,0 2-1 0 0,-1-1 0 0 0,0 1 0 0 0,0 1 0 0 0,8 23 0 0 0,20 76 2350 0 0,-19-55-2177 0 0,10 24-1523 0 0,-17-57-112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8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8290 0 0,'-2'7'3561'0'0,"8"12"-2653"0"0,-5-16-480 0 0,68 266 3405 0 0,-46-167-3541 0 0,63 175 0 0 0,-11-115-468 0 0,-14-62-2761 0 0,-42-73-2392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9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0 406 5529 0 0,'1'-3'52'0'0,"-1"0"0"0"0,1-1 0 0 0,0 1 0 0 0,-1 0 0 0 0,2-1 0 0 0,-1 1 0 0 0,0 0 0 0 0,1 0 0 0 0,-1 0 0 0 0,1 0 0 0 0,0 0 0 0 0,0 0 0 0 0,0 0 0 0 0,0 1 0 0 0,5-5 0 0 0,46-35 301 0 0,-30 26-211 0 0,195-140 1807 0 0,-187 137-1366 0 0,1 2 1 0 0,0 1 0 0 0,2 1-1 0 0,0 2 1 0 0,49-12 0 0 0,-38 15-230 0 0,0 1 0 0 0,1 2 1 0 0,-1 3-1 0 0,1 1 1 0 0,73 5-1 0 0,-100 0-244 0 0,-1 1 0 0 0,1 0 0 0 0,-1 1 1 0 0,0 1-1 0 0,-1 1 0 0 0,1 1 0 0 0,-1 0 0 0 0,0 1 0 0 0,-1 1 0 0 0,0 1 0 0 0,0 0 0 0 0,-1 1 0 0 0,0 0 1 0 0,-1 1-1 0 0,0 1 0 0 0,18 23 0 0 0,-18-18 15 0 0,-2 1-1 0 0,0 0 1 0 0,-2 1 0 0 0,17 40 0 0 0,21 90 436 0 0,-31-92-502 0 0,58 231-340 0 0,-74-283 335 0 0,0 1 1 0 0,0-1-1 0 0,-1 0 1 0 0,0 1-1 0 0,0-1 1 0 0,0 1-1 0 0,-1-1 1 0 0,0 0-1 0 0,0 1 1 0 0,-1-1-1 0 0,1 0 1 0 0,-1 0-1 0 0,-1 0 1 0 0,-4 10-1 0 0,1-7 146 0 0,0-1 0 0 0,0 1 0 0 0,-1-1 0 0 0,0 0 0 0 0,0-1 0 0 0,-1 1 1 0 0,0-2-1 0 0,-11 9 0 0 0,-6 0 239 0 0,-1 0 0 0 0,0-2 0 0 0,-1 0 0 0 0,0-2-1 0 0,-43 11 1 0 0,-132 25-338 0 0,-52 16-472 0 0,130-17-1711 0 0,74-22-3770 0 0,26-9-333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9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7 6913 0 0,'-16'-6'5008'0'0,"16"19"-2929"0"0,0-7-2224 0 0,37 273 3438 0 0,-18-157-2964 0 0,-3 6-1621 0 0,-10-72-2282 0 0,-4-34-1203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0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2 218 10138 0 0,'-1'-1'90'0'0,"1"0"-1"0"0,0 0 1 0 0,0 0-1 0 0,-1 0 1 0 0,1 0-1 0 0,0 0 1 0 0,0 0 0 0 0,0 0-1 0 0,0 0 1 0 0,0 0-1 0 0,0 0 1 0 0,1 0-1 0 0,-1 0 1 0 0,0 0-1 0 0,0 0 1 0 0,1 0-1 0 0,-1 0 1 0 0,1 1-1 0 0,-1-1 1 0 0,1 0 0 0 0,-1 0-1 0 0,1 0 1 0 0,-1 0-1 0 0,1 1 1 0 0,0-1-1 0 0,1-1 1 0 0,-1 2 5 0 0,0 0 1 0 0,0-1 0 0 0,0 1-1 0 0,0 0 1 0 0,1 0 0 0 0,-1 0-1 0 0,0 1 1 0 0,0-1 0 0 0,0 0-1 0 0,0 0 1 0 0,0 1 0 0 0,0-1-1 0 0,0 0 1 0 0,1 1 0 0 0,-1-1-1 0 0,0 1 1 0 0,0-1 0 0 0,0 1-1 0 0,-1 0 1 0 0,1 0 0 0 0,0-1-1 0 0,0 1 1 0 0,0 0 0 0 0,1 1-1 0 0,116 129 2775 0 0,-83-89-2663 0 0,64 60 0 0 0,-95-99-200 0 0,0 0 1 0 0,0 0-1 0 0,0 0 0 0 0,0-1 1 0 0,0 1-1 0 0,1-1 1 0 0,-1 0-1 0 0,8 2 1 0 0,-11-3 9 0 0,1-1 0 0 0,-1 0-1 0 0,0 0 1 0 0,0 0 0 0 0,0 0 0 0 0,0 0 0 0 0,0 0 0 0 0,1 0-1 0 0,-1 0 1 0 0,0 0 0 0 0,0 0 0 0 0,0-1 0 0 0,0 1 0 0 0,0 0 0 0 0,0-1-1 0 0,0 1 1 0 0,0-1 0 0 0,0 1 0 0 0,0-1 0 0 0,0 0 0 0 0,0 1-1 0 0,0-1 1 0 0,0 0 0 0 0,0 0 0 0 0,-1 0 0 0 0,1 1 0 0 0,0-1 0 0 0,0 0-1 0 0,-1 0 1 0 0,1 0 0 0 0,-1 0 0 0 0,1 0 0 0 0,-1 0 0 0 0,1 0-1 0 0,-1 0 1 0 0,0-1 0 0 0,1 1 0 0 0,-1 0 0 0 0,0 0 0 0 0,0 0 0 0 0,0-2-1 0 0,3-29 405 0 0,-2-1 0 0 0,-1 1-1 0 0,-1 0 1 0 0,-2 0-1 0 0,-10-48 1 0 0,5 29-1099 0 0,-2-51 1 0 0,9 84-78 0 0,1 8-139 0 0,-1 0 0 0 0,2 1-1 0 0,1-15 1 0 0,0 14-665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0.6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0 134 5529 0 0,'1'-4'189'0'0,"0"-1"0"0"0,0 1 0 0 0,0 0 0 0 0,1-1 0 0 0,-1 1 0 0 0,1 0 0 0 0,0 0-1 0 0,0 0 1 0 0,1 0 0 0 0,-1 0 0 0 0,1 0 0 0 0,0 1 0 0 0,0-1 0 0 0,0 1 0 0 0,0 0 0 0 0,4-3 0 0 0,7-6 1505 0 0,-1 2 0 0 0,29-18 0 0 0,-39 26-1498 0 0,0 1 1 0 0,0-1-1 0 0,1 0 1 0 0,-1 1-1 0 0,1-1 1 0 0,-1 1-1 0 0,0 0 1 0 0,1 0-1 0 0,0 1 1 0 0,-1-1-1 0 0,1 1 1 0 0,0 0-1 0 0,-1 0 1 0 0,1 0-1 0 0,-1 0 1 0 0,1 0-1 0 0,0 1 1 0 0,-1 0-1 0 0,1-1 1 0 0,4 3-1 0 0,-4-1-110 0 0,-1 0-1 0 0,0 1 0 0 0,1-1 1 0 0,-1 1-1 0 0,0-1 0 0 0,-1 1 1 0 0,1 0-1 0 0,0 0 0 0 0,-1 0 1 0 0,0 0-1 0 0,0 1 0 0 0,0-1 1 0 0,0 1-1 0 0,0-1 0 0 0,-1 1 1 0 0,1 0-1 0 0,-1-1 0 0 0,1 9 1 0 0,3 16 65 0 0,-4-22-20 0 0,0 1 0 0 0,0-1 0 0 0,0 1 0 0 0,1-1 0 0 0,0 0 0 0 0,0 1 0 0 0,5 7 0 0 0,-6-12-101 0 0,0-1 0 0 0,0 0 0 0 0,1 1 0 0 0,-1-1 0 0 0,0 0 0 0 0,1 0-1 0 0,-1 0 1 0 0,1 0 0 0 0,0 0 0 0 0,-1 0 0 0 0,1 0 0 0 0,0-1 0 0 0,-1 1 0 0 0,1-1 0 0 0,0 1-1 0 0,0-1 1 0 0,-1 0 0 0 0,1 1 0 0 0,0-1 0 0 0,0 0 0 0 0,0 0 0 0 0,0 0 0 0 0,-1 0 0 0 0,1-1 0 0 0,0 1-1 0 0,0 0 1 0 0,0-1 0 0 0,-1 0 0 0 0,1 1 0 0 0,0-1 0 0 0,-1 0 0 0 0,3-1 0 0 0,5-2-242 0 0,-1 0 0 0 0,1-1-1 0 0,-1 0 1 0 0,14-12 0 0 0,12-12-3348 0 0,-28 23 2337 0 0,7-6-423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1.5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0 239 10594 0 0,'25'-7'-337'0'0,"78"-28"1793"0"0,183-36 0 0 0,112 14 680 0 0,-204 26-2080 0 0,63-5-2155 0 0,-251 35 2095 0 0,0 1 0 0 0,1-1 1 0 0,-1 2-1 0 0,0-1 1 0 0,0 1-1 0 0,1 0 1 0 0,9 3-1 0 0,-13-3 47 0 0,-1 0 1 0 0,0 0-1 0 0,-1 0 0 0 0,1 0 0 0 0,0 1 1 0 0,0-1-1 0 0,0 1 0 0 0,-1-1 0 0 0,1 1 0 0 0,-1 0 1 0 0,1-1-1 0 0,-1 1 0 0 0,0 0 0 0 0,0 0 1 0 0,1 0-1 0 0,-2 0 0 0 0,1 0 0 0 0,0 0 0 0 0,0 1 1 0 0,0-1-1 0 0,-1 0 0 0 0,0 0 0 0 0,1 0 0 0 0,-1 4 1 0 0,5 88 2584 0 0,1 10-1295 0 0,98 519 992 0 0,-95-573-2289 0 0,-3-17-36 0 0,0 1 0 0 0,-3-1 0 0 0,0 1 0 0 0,-3 45 0 0 0,-1-70 0 0 0,0 0 0 0 0,-1 0 0 0 0,0 0 0 0 0,0 0 0 0 0,0-1 0 0 0,-1 1 0 0 0,-1-1 0 0 0,1 0 0 0 0,-1 0 0 0 0,-1 0 0 0 0,0-1 0 0 0,0 1 0 0 0,0-1 0 0 0,-1 0 0 0 0,0-1 0 0 0,0 1 0 0 0,0-1 0 0 0,-1 0 0 0 0,0-1 0 0 0,-1 1 0 0 0,-11 6 0 0 0,-12 2-234 0 0,-1-2-1 0 0,1 0 0 0 0,-2-2 1 0 0,0-2-1 0 0,-45 7 0 0 0,45-10-765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1.8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29 9674 0 0,'-14'-17'948'0'0,"-1"5"4250"0"0,18 26-4449 0 0,24 91 364 0 0,63 225 221 0 0,-62-243-468 0 0,68 142 0 0 0,-89-212-654 0 0,2-1-1 0 0,0 0 0 0 0,1-1 1 0 0,15 17-1 0 0,-22-28-191 0 0,0-1-1 0 0,0 0 1 0 0,0 0 0 0 0,0 0 0 0 0,1 0 0 0 0,0 0 0 0 0,-1-1-1 0 0,1 0 1 0 0,0 1 0 0 0,0-1 0 0 0,0-1 0 0 0,1 1 0 0 0,-1-1-1 0 0,0 0 1 0 0,1 0 0 0 0,-1 0 0 0 0,0 0 0 0 0,1-1-1 0 0,-1 1 1 0 0,1-1 0 0 0,-1-1 0 0 0,9 0 0 0 0,-2-2-17 0 0,0 0 0 0 0,0-1 1 0 0,0 0-1 0 0,-1-1 1 0 0,0 0-1 0 0,0-1 0 0 0,0 0 1 0 0,9-8-1 0 0,72-66-680 0 0,-36 30-1301 0 0,-14 15-5127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2.3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3 2761 0 0,'-3'0'248'0'0,"2"0"-248"0"0,0 0 0 0 0,-1 0 0 0 0,2 1-272 0 0,0-2 152 0 0,3-2 120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2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 7370 0 0,'-16'9'7370'0'0,"15"-7"-7035"0"0,-8 24 2333 0 0,5 32-2279 0 0,4-51 226 0 0,1 51-64 0 0,3 0 0 0 0,2-1 0 0 0,3 1 0 0 0,2-2 0 0 0,27 82 0 0 0,-36-131-793 0 0,1 0 0 0 0,-1 0 0 0 0,1 0 0 0 0,1 0 0 0 0,-1 0 0 0 0,1-1 0 0 0,1 1 0 0 0,6 8 0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2.9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0 158 7370 0 0,'1'-2'345'0'0,"0"-1"0"0"0,0 1 0 0 0,0-1 0 0 0,0 1 0 0 0,1 0 0 0 0,-1 0 1 0 0,1-1-1 0 0,-1 1 0 0 0,1 0 0 0 0,0 0 0 0 0,-1 1 0 0 0,1-1 0 0 0,0 0 1 0 0,0 1-1 0 0,3-3 0 0 0,-3 4-137 0 0,0-1 1 0 0,0 1 0 0 0,0 0-1 0 0,0-1 1 0 0,0 1-1 0 0,0 0 1 0 0,0 0-1 0 0,0 0 1 0 0,0 0-1 0 0,-1 1 1 0 0,1-1-1 0 0,0 1 1 0 0,0-1-1 0 0,0 1 1 0 0,0-1 0 0 0,0 1-1 0 0,0 0 1 0 0,-1 0-1 0 0,1 0 1 0 0,0 0-1 0 0,1 2 1 0 0,26 16 383 0 0,-2 2 0 0 0,0 0 0 0 0,33 36 0 0 0,62 82-218 0 0,-121-137-373 0 0,-1-2 2 0 0,1 1 0 0 0,-1-1 0 0 0,0 1 0 0 0,0-1 0 0 0,1 1 0 0 0,-1-1 0 0 0,0 0-1 0 0,1 1 1 0 0,-1-1 0 0 0,1 1 0 0 0,-1-1 0 0 0,0 0 0 0 0,1 1 0 0 0,-1-1 0 0 0,1 0 0 0 0,-1 1 0 0 0,1-1 0 0 0,-1 0 0 0 0,1 0 0 0 0,-1 0 0 0 0,1 1 0 0 0,0-1 0 0 0,-1 0-1 0 0,1 0 1 0 0,-1 0 0 0 0,1 0 0 0 0,-1 0 0 0 0,1 0 0 0 0,0 0 0 0 0,-1 0 0 0 0,1 0 0 0 0,0-1 16 0 0,0 0 0 0 0,-1 0 0 0 0,1 0 0 0 0,0 0 0 0 0,-1 0 0 0 0,1 0 0 0 0,-1 0 0 0 0,0 0 0 0 0,1 0 0 0 0,-1 0 0 0 0,0 0 0 0 0,1 0 0 0 0,-1 0 0 0 0,0-2 0 0 0,0-50 576 0 0,-1 49-555 0 0,-10-113 734 0 0,1 9-1404 0 0,8 35-2712 0 0,3 46-3303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3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39 104 3569 0 0,'-13'-19'338'0'0,"9"13"-333"0"0,0 1 0 0 0,0-1 0 0 0,1 0 0 0 0,-4-10 0 0 0,6 14-13 0 0,0 0 0 0 0,1-1 0 0 0,-1 1 0 0 0,1 0 0 0 0,-1-1 0 0 0,1 1 0 0 0,0-1 0 0 0,0 1 0 0 0,1-1 0 0 0,-1 1 0 0 0,0 0 0 0 0,1-1 0 0 0,-1 1 0 0 0,8-4 3189 0 0,-5 4-2292 0 0,0 1-675 0 0,-1 1 0 0 0,1-1 1 0 0,0 0-1 0 0,0 1 0 0 0,0-1 1 0 0,-1 1-1 0 0,1 0 0 0 0,0 0 1 0 0,0 0-1 0 0,0 0 0 0 0,0 0 1 0 0,0 1-1 0 0,-1-1 0 0 0,1 1 1 0 0,0 0-1 0 0,0 0 0 0 0,-1 0 1 0 0,1 0-1 0 0,-1 0 0 0 0,1 1 1 0 0,-1-1-1 0 0,1 1 0 0 0,-1 0 1 0 0,0-1-1 0 0,0 1 0 0 0,0 0 1 0 0,0 0-1 0 0,0 1 0 0 0,0-1 1 0 0,0 0-1 0 0,-1 0 0 0 0,1 1 1 0 0,-1-1-1 0 0,0 1 0 0 0,1 0 1 0 0,-1-1-1 0 0,-1 1 0 0 0,1 0 1 0 0,0 0-1 0 0,-1-1 0 0 0,1 6 1 0 0,4 69 843 0 0,-5-58-1032 0 0,1 0 0 0 0,6 36 0 0 0,-7-54-26 0 0,0 0 0 0 0,0 0 0 0 0,1 0 0 0 0,-1 0 0 0 0,1 0-1 0 0,-1 1 1 0 0,1-1 0 0 0,-1 0 0 0 0,1 0 0 0 0,-1 0 0 0 0,1 0 0 0 0,0 0 0 0 0,0-1 0 0 0,-1 1 0 0 0,1 0 0 0 0,0 0 0 0 0,0 0 0 0 0,0-1 0 0 0,0 1 0 0 0,0 0 0 0 0,0-1 0 0 0,0 1-1 0 0,0-1 1 0 0,0 1 0 0 0,0-1 0 0 0,0 0 0 0 0,1 1 0 0 0,-1-1 0 0 0,0 0 0 0 0,1 0 0 0 0,4 0-1 0 0,0 0 1 0 0,1-1-1 0 0,-1 0 1 0 0,0 0-1 0 0,6-2 0 0 0,-8 2 1 0 0,1-1 0 0 0,-1 1 0 0 0,0 1-1 0 0,1-1 1 0 0,-1 0 0 0 0,1 1 0 0 0,-1 0-1 0 0,1 0 1 0 0,6 1 0 0 0,-8 0 21 0 0,-1 1 0 0 0,1-1 0 0 0,0 0 0 0 0,0 1 0 0 0,-1 0 0 0 0,1-1 0 0 0,-1 1 0 0 0,1 0 0 0 0,-1 0 0 0 0,0 0 0 0 0,0 1-1 0 0,0-1 1 0 0,0 1 0 0 0,0-1 0 0 0,0 1 0 0 0,-1-1 0 0 0,1 1 0 0 0,-1 0 0 0 0,0 0 0 0 0,0 0 0 0 0,0 0 0 0 0,0 0 0 0 0,0 0 0 0 0,-1 0 0 0 0,1 0 0 0 0,-1 0 0 0 0,0 0 0 0 0,0 5 0 0 0,-1 1 20 0 0,1 0 0 0 0,-2 0 0 0 0,1 0 0 0 0,-1 0-1 0 0,0-1 1 0 0,-1 1 0 0 0,0-1 0 0 0,-7 14 0 0 0,1-2-2135 0 0,6-9 331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4.5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0 369 9674 0 0,'45'-12'45'0'0,"168"-58"1530"0"0,372-70 0 0 0,-503 125-1258 0 0,551-104-2843 0 0,-629 118 2509 0 0,9-2 107 0 0,1 0 0 0 0,0 1 0 0 0,0 0 0 0 0,0 1 0 0 0,25 1-1 0 0,-38 1 35 0 0,0-1 0 0 0,0 1 0 0 0,0 0 0 0 0,1-1 0 0 0,-1 1 0 0 0,0 0 0 0 0,0 0 0 0 0,0 0-1 0 0,0 0 1 0 0,0 0 0 0 0,-1 0 0 0 0,1 0 0 0 0,0 0 0 0 0,0 0 0 0 0,-1 0 0 0 0,1 0 0 0 0,0 0-1 0 0,-1 1 1 0 0,1-1 0 0 0,-1 0 0 0 0,0 0 0 0 0,1 1 0 0 0,-1-1 0 0 0,0 0 0 0 0,0 1 0 0 0,0 2 0 0 0,1 43 2303 0 0,-1-35-1997 0 0,3 81 1107 0 0,17 113-1 0 0,32 91-893 0 0,-4-22-563 0 0,-46-264-97 0 0,4 26 52 0 0,-1 1 1 0 0,-2 0-1 0 0,-4 70 1 0 0,1-98 35 0 0,-2 0 0 0 0,1-1 1 0 0,-1 1-1 0 0,-1 0 1 0 0,0 0-1 0 0,0-1 0 0 0,-1 0 1 0 0,0 0-1 0 0,-1 0 0 0 0,0 0 1 0 0,0 0-1 0 0,-1-1 0 0 0,0 0 1 0 0,0-1-1 0 0,-1 1 0 0 0,0-1 1 0 0,0 0-1 0 0,-1-1 1 0 0,-14 10-1 0 0,-16 6 42 0 0,-1-2 1 0 0,-1-1-1 0 0,-72 21 1 0 0,-134 23-211 0 0,160-43 39 0 0,-182 35-505 0 0,-281 20 0 0 0,530-73 641 0 0,0-1 1 0 0,0 0-1 0 0,-36-4 0 0 0,47 1-356 0 0,0 1 0 0 0,0-1-1 0 0,1-1 1 0 0,-13-4-1 0 0,13 3-813 0 0,1 0-1 0 0,-1 0 1 0 0,1 0-1 0 0,-1-1 1 0 0,-7-7-1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4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0,'1'18'687'0'0,"1"0"0"0"0,1 0 0 0 0,6 23-1 0 0,2 8-20 0 0,113 495 3776 0 0,-94-427-4574 0 0,-15-57-221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2.9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70 7834 0 0,'-4'-70'9392'0'0,"4"96"-9128"0"0,2-1 0 0 0,0 1-1 0 0,2-1 1 0 0,1 0-1 0 0,1 0 1 0 0,1-1-1 0 0,1 0 1 0 0,12 26 0 0 0,-12-34-106 0 0,1 0 1 0 0,0 0-1 0 0,1-1 1 0 0,1 0 0 0 0,0-1-1 0 0,1 0 1 0 0,0-1 0 0 0,2 0-1 0 0,-1-1 1 0 0,1 0-1 0 0,1-1 1 0 0,17 10 0 0 0,-24-17-248 0 0,0 0 1 0 0,1 0 0 0 0,-1 0-1 0 0,1-1 1 0 0,15 3 0 0 0,-21-5-40 0 0,1 0 0 0 0,-1-1 0 0 0,0 0 0 0 0,0 0 0 0 0,0 0 0 0 0,0 0 0 0 0,0 0 0 0 0,0-1 0 0 0,0 1 0 0 0,0-1 0 0 0,0 0 0 0 0,0 0 0 0 0,0 0 0 0 0,0 0 1 0 0,0 0-1 0 0,-1-1 0 0 0,1 1 0 0 0,0-1 0 0 0,-1 0 0 0 0,5-3 0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3.1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 83 5985 0 0,'-58'-29'1800'0'0,"-2"-2"5980"0"0,60 31-7692 0 0,-1 0 0 0 0,1-1 1 0 0,0 1-1 0 0,-1 0 0 0 0,1 0 0 0 0,-1-1 1 0 0,1 1-1 0 0,0 0 0 0 0,-1 0 1 0 0,1-1-1 0 0,0 1 0 0 0,-1 0 0 0 0,1-1 1 0 0,0 1-1 0 0,0 0 0 0 0,-1-1 1 0 0,1 1-1 0 0,0-1 0 0 0,0 1 1 0 0,-1-1-1 0 0,1 1 0 0 0,0 0 0 0 0,0-1 1 0 0,0 1-1 0 0,0-1 0 0 0,0 1 1 0 0,0-1-1 0 0,0 1 0 0 0,0-1 0 0 0,0 1 1 0 0,0 0-1 0 0,0-1 0 0 0,0 1 1 0 0,0-1-1 0 0,0 1 0 0 0,0-1 0 0 0,1 1 1 0 0,-1-1-1 0 0,0 1 0 0 0,0 0 1 0 0,0-1-1 0 0,1 1 0 0 0,-1-1 1 0 0,1 1-1 0 0,-1-1-213 0 0,1 1 0 0 0,-1-1 0 0 0,1 1 0 0 0,0-1 0 0 0,0 1 0 0 0,-1-1 0 0 0,1 1 0 0 0,0 0 0 0 0,0-1 0 0 0,-1 1 0 0 0,1 0 0 0 0,0 0 1 0 0,0-1-1 0 0,0 1 0 0 0,0 0 0 0 0,-1 0 0 0 0,1 0 0 0 0,0 0 0 0 0,0 0 0 0 0,0 0 0 0 0,0 1 0 0 0,-1-1 0 0 0,1 0 0 0 0,1 1 0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3.6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1 6449 0 0,'-11'11'1231'0'0,"1"1"0"0"0,0 0 0 0 0,-9 16 0 0 0,15-23-1005 0 0,1 1 0 0 0,0 0 0 0 0,0 0 0 0 0,0 0 0 0 0,1 0 0 0 0,0 1 0 0 0,0-1 0 0 0,1 1 0 0 0,-1-1 0 0 0,1 8 0 0 0,1-11-126 0 0,1-1 0 0 0,-1 1 0 0 0,1 0 0 0 0,0 0 1 0 0,0 0-1 0 0,0-1 0 0 0,0 1 0 0 0,0 0 0 0 0,1-1 0 0 0,-1 1 0 0 0,1-1 0 0 0,0 0 0 0 0,0 1 1 0 0,0-1-1 0 0,0 0 0 0 0,0 0 0 0 0,0 0 0 0 0,0 0 0 0 0,1-1 0 0 0,-1 1 0 0 0,1-1 0 0 0,-1 1 1 0 0,1-1-1 0 0,0 0 0 0 0,-1 0 0 0 0,6 1 0 0 0,10 4 97 0 0,-1-1 0 0 0,1-2 0 0 0,20 3 0 0 0,-25-4-207 0 0,-9-2 12 0 0,0 1 1 0 0,-1-1-1 0 0,1 1 1 0 0,0 0 0 0 0,-1 0-1 0 0,1 1 1 0 0,-1-1-1 0 0,1 0 1 0 0,-1 1-1 0 0,0 0 1 0 0,0 0 0 0 0,1 0-1 0 0,-1 0 1 0 0,0 1-1 0 0,-1-1 1 0 0,1 1-1 0 0,2 3 1 0 0,-3-3 38 0 0,0 0 1 0 0,-1 1-1 0 0,0-1 1 0 0,0 1-1 0 0,0-1 1 0 0,0 1-1 0 0,0 0 0 0 0,-1-1 1 0 0,1 1-1 0 0,-1-1 1 0 0,0 1-1 0 0,0 0 1 0 0,0-1-1 0 0,-1 1 1 0 0,1 0-1 0 0,-1-1 0 0 0,-2 7 1 0 0,0 1 124 0 0,-1-1-1 0 0,0 1 1 0 0,0-1 0 0 0,-1 0 0 0 0,0-1-1 0 0,-13 18 1 0 0,-9 5-4132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3.8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66 6913 0 0,'2'-3'800'0'0,"1"0"-1"0"0,-1 0 0 0 0,1 0 0 0 0,0 0 0 0 0,0 0 0 0 0,1 1 0 0 0,-1-1 0 0 0,0 1 0 0 0,1 0 0 0 0,0 0 0 0 0,4-2 0 0 0,-1 0 245 0 0,-1 1-1077 0 0,28-16 1571 0 0,-9 13-7295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4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0 126 6449 0 0,'51'-28'5951'0'0,"-18"3"-4753"0"0,6-4-2257 0 0,-5-3-3352 0 0,-25 20 2820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4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27 5985 0 0,'-7'-27'12111'0'0,"5"42"-10420"0"0,3 7-1418 0 0,0 0 0 0 0,2 0-1 0 0,1 0 1 0 0,0-1 0 0 0,2 0 0 0 0,10 29 0 0 0,-10-36-276 0 0,0 0 1 0 0,0-1-1 0 0,2 0 1 0 0,-1 0-1 0 0,2 0 0 0 0,0-1 1 0 0,0 0-1 0 0,1 0 1 0 0,1-1-1 0 0,12 10 1 0 0,-21-19-130 0 0,1 1 0 0 0,0-1 1 0 0,0 0-1 0 0,0 0 1 0 0,0 0-1 0 0,0 0 1 0 0,1 0-1 0 0,-1-1 0 0 0,1 0 1 0 0,-1 1-1 0 0,1-1 1 0 0,-1-1-1 0 0,1 1 1 0 0,-1 0-1 0 0,1-1 0 0 0,0 0 1 0 0,-1 0-1 0 0,1 0 1 0 0,0 0-1 0 0,-1 0 1 0 0,1-1-1 0 0,0 0 0 0 0,-1 1 1 0 0,1-1-1 0 0,-1-1 1 0 0,1 1-1 0 0,-1 0 1 0 0,0-1-1 0 0,0 0 0 0 0,1 0 1 0 0,-1 0-1 0 0,0 0 1 0 0,-1 0-1 0 0,1-1 1 0 0,0 1-1 0 0,-1-1 0 0 0,1 0 1 0 0,-1 1-1 0 0,0-1 1 0 0,4-6-1 0 0,28-47-3517 0 0,-24 37 2370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4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45 10594 0 0,'15'-27'3049'0'0,"5"13"-4364"0"0,16 10-5507 0 0,-36 4 6764 0 0,8 0-1845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5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5065 0 0,'6'7'9567'0'0,"6"8"-7283"0"0,-4-2-1711 0 0,-1-1 1 0 0,-1 1-1 0 0,0 1 0 0 0,-1-1 1 0 0,0 1-1 0 0,-1-1 1 0 0,4 29-1 0 0,2 1-25 0 0,31 103 81 0 0,-20-84-6980 0 0,-13-41-664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7.5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0,'-1'1'252'0'0,"1"-1"-1"0"0,-1 1 0 0 0,0 0 0 0 0,1 0 1 0 0,-1 0-1 0 0,1-1 0 0 0,-1 1 0 0 0,1 0 1 0 0,-1 0-1 0 0,1 0 0 0 0,0 0 0 0 0,0 0 1 0 0,-1 0-1 0 0,1 0 0 0 0,0 0 0 0 0,0 0 1 0 0,0 0-1 0 0,0 0 0 0 0,0 0 0 0 0,0 0 1 0 0,0 1-1 0 0,1 24 1615 0 0,0 15-683 0 0,3 0-1 0 0,2 0 1 0 0,1-1 0 0 0,2 1 0 0 0,24 64-1 0 0,-31-100-1160 0 0,0 0-1 0 0,1 0 1 0 0,0 0 0 0 0,1 0-1 0 0,-1 0 1 0 0,1-1-1 0 0,-1 0 1 0 0,1 1 0 0 0,1-1-1 0 0,6 5 1 0 0,-10-8-64 0 0,1 0 0 0 0,-1 0 0 0 0,1 0 0 0 0,0-1 0 0 0,-1 1 0 0 0,1 0 0 0 0,0-1 0 0 0,0 1 0 0 0,-1-1 0 0 0,1 1 1 0 0,0-1-1 0 0,0 0 0 0 0,0 0 0 0 0,0 0 0 0 0,-1 0 0 0 0,1 0 0 0 0,0 0 0 0 0,0 0 0 0 0,0-1 0 0 0,0 1 0 0 0,-1-1 0 0 0,1 1 0 0 0,0-1 0 0 0,0 0 0 0 0,-1 1 0 0 0,1-1 0 0 0,-1 0 0 0 0,1 0 1 0 0,0 0-1 0 0,-1-1 0 0 0,0 1 0 0 0,1 0 0 0 0,-1 0 0 0 0,0-1 0 0 0,2-2 0 0 0,16-26-1926 0 0,-12 11 953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7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7 12155 0 0,'-2'0'264'0'0,"0"2"56"0"0,-2-1 648 0 0,5-1-712 0 0,0-1 272 0 0,20-7-4201 0 0,-13 8 2313 0 0,0 2 1080 0 0,0 5 280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8.3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26 3225 0 0,'4'-25'13923'0'0,"6"36"-12732"0"0,0 14-528 0 0,-1 1 1 0 0,9 44 0 0 0,-11-40-970 0 0,17 46 1 0 0,-16-56-474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8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0 111 5529 0 0,'3'-1'488'0'0,"0"-2"-392"0"0,1 2-96 0 0,-3 0 0 0 0,2-1 456 0 0,1 0 73 0 0,3-2 15 0 0,2-3 0 0 0,4-4-400 0 0,3 1-80 0 0,0-2-64 0 0,1 1 96 0 0,-4 0-1144 0 0,2 2-225 0 0,-1 2-39 0 0,0 0-16 0 0,-1 1 1048 0 0,1 0 216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8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66 3225 0 0,'-2'6'288'0'0,"-1"-4"-288"0"0,2 0 0 0 0,1-1 520 0 0,1-1 56 0 0,0-1 0 0 0,2-1 8 0 0,1-2-360 0 0,4-2-64 0 0,1-4-24 0 0,3-2 0 0 0,2 2-136 0 0,-2-5 0 0 0,-1-1 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9.2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 6913 0 0,'8'-15'7979'0'0,"-7"14"-7681"0"0,0 1-195 0 0,-1 0 0 0 0,1 0 0 0 0,-1 0 0 0 0,1 0 0 0 0,-1 0 1 0 0,1 0-1 0 0,-1 0 0 0 0,0 0 0 0 0,1 0 0 0 0,-1 0 0 0 0,1 1 0 0 0,-1-1 1 0 0,1 0-1 0 0,-1 0 0 0 0,0 0 0 0 0,1 0 0 0 0,-1 1 0 0 0,0-1 1 0 0,1 0-1 0 0,-1 0 0 0 0,0 1 0 0 0,1-1 0 0 0,-1 0 0 0 0,0 1 0 0 0,1-1 1 0 0,-1 0-1 0 0,0 1 0 0 0,0-1 0 0 0,1 1 0 0 0,-1-1 0 0 0,0 0 0 0 0,0 1 1 0 0,0-1-1 0 0,0 1 0 0 0,0-1 0 0 0,1 1 0 0 0,-1-1 0 0 0,0 0 1 0 0,0 1-1 0 0,0 0 0 0 0,5 26 428 0 0,2 0 0 0 0,1-1 1 0 0,1 0-1 0 0,1 0 0 0 0,23 40 0 0 0,-27-56-538 0 0,0 1 0 0 0,1-2 0 0 0,0 1 0 0 0,0-1 0 0 0,1 0 0 0 0,0-1 0 0 0,1 0 0 0 0,0 0-1 0 0,0-1 1 0 0,1 0 0 0 0,0-1 0 0 0,0 0 0 0 0,1 0 0 0 0,-1-1 0 0 0,21 7 0 0 0,-27-11-119 0 0,0-1 0 0 0,0 1 0 0 0,1 0 0 0 0,-1-1 0 0 0,0 0 0 0 0,0 0 0 0 0,1 0 0 0 0,-1 0 0 0 0,0-1 0 0 0,6-1 1 0 0,9-9-6221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9.5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11 2304 0 0,'-12'-2'-144'0'0,"-2"2"3579"0"0,-14-4 6312 0 0,29 3-9946 0 0,0 1 1 0 0,0-1-1 0 0,0 1 0 0 0,0-1 1 0 0,0 1-1 0 0,1-1 1 0 0,-1 1-1 0 0,0 0 0 0 0,0 0 1 0 0,1-1-1 0 0,-1 1 1 0 0,0 0-1 0 0,1 0 0 0 0,0 0 1 0 0,13 12-1377 0 0,-8-1 1445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0.0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57 6913 0 0,'3'-4'441'0'0,"0"-1"0"0"0,0 1 0 0 0,1 0-1 0 0,-1 1 1 0 0,1-1 0 0 0,0 1-1 0 0,0-1 1 0 0,0 1 0 0 0,0 0-1 0 0,6-3 1 0 0,-7 4-243 0 0,0 0 0 0 0,1 1 0 0 0,-1-1 0 0 0,0 1 0 0 0,1 0-1 0 0,-1-1 1 0 0,1 1 0 0 0,-1 1 0 0 0,1-1 0 0 0,-1 1 0 0 0,1-1 0 0 0,-1 1 0 0 0,1 0-1 0 0,0 0 1 0 0,4 1 0 0 0,-5 1-172 0 0,1-1 0 0 0,-1 1-1 0 0,0 0 1 0 0,0 0 0 0 0,0 0-1 0 0,-1 1 1 0 0,1-1 0 0 0,0 1-1 0 0,-1 0 1 0 0,1-1 0 0 0,-1 1-1 0 0,0 0 1 0 0,0 0 0 0 0,0 0-1 0 0,-1 1 1 0 0,1-1 0 0 0,-1 0-1 0 0,1 1 1 0 0,-1-1 0 0 0,1 5-1 0 0,1 6 65 0 0,0 1 0 0 0,0-1 0 0 0,0 25 0 0 0,-6 15 790 0 0,1-43-380 0 0,1 0 0 0 0,1 1-1 0 0,0-1 1 0 0,0 1 0 0 0,4 21-1 0 0,-4-32-446 0 0,0 0 1 0 0,1 0-1 0 0,-1 0 0 0 0,0 0 0 0 0,1-1 0 0 0,-1 1 0 0 0,0 0 1 0 0,1 0-1 0 0,-1 0 0 0 0,1 0 0 0 0,-1-1 0 0 0,1 1 0 0 0,-1 0 1 0 0,1-1-1 0 0,0 1 0 0 0,-1 0 0 0 0,1-1 0 0 0,0 1 1 0 0,0-1-1 0 0,-1 1 0 0 0,1-1 0 0 0,0 1 0 0 0,0-1 0 0 0,0 0 1 0 0,1 1-1 0 0,0-1-5 0 0,-1 0 0 0 0,1 0 0 0 0,-1 0 1 0 0,1 0-1 0 0,0-1 0 0 0,-1 1 0 0 0,1-1 1 0 0,-1 1-1 0 0,1-1 0 0 0,-1 1 0 0 0,1-1 0 0 0,-1 0 1 0 0,3-1-1 0 0,5-4 50 0 0,-1-1 0 0 0,1-1 0 0 0,10-11 0 0 0,-13 14-15 0 0,75-76-2149 0 0,-60 59-5198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2.6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1 5529 0 0,'-1'0'160'0'0,"-1"0"1"0"0,1 1-1 0 0,0-1 0 0 0,0 0 0 0 0,0 1 0 0 0,0-1 1 0 0,0 1-1 0 0,0 0 0 0 0,0-1 0 0 0,0 1 0 0 0,0 0 1 0 0,0 0-1 0 0,1 0 0 0 0,-1-1 0 0 0,0 1 0 0 0,0 0 1 0 0,1 0-1 0 0,-1 0 0 0 0,1 0 0 0 0,-1 0 0 0 0,1 0 1 0 0,-1 0-1 0 0,1 1 0 0 0,-1-1 0 0 0,1 0 0 0 0,0 0 1 0 0,0 0-1 0 0,0 0 0 0 0,0 0 0 0 0,0 1 0 0 0,0-1 1 0 0,0 0-1 0 0,0 0 0 0 0,0 0 0 0 0,1 2 0 0 0,4 50 1056 0 0,-4-47-849 0 0,4 19 86 0 0,1-1 1 0 0,1 1-1 0 0,1-1 1 0 0,18 37-1 0 0,-21-51-301 0 0,0 0 0 0 0,1 0 1 0 0,0-1-1 0 0,1 1 0 0 0,-1-2 0 0 0,2 1 0 0 0,-1-1 0 0 0,1 0 0 0 0,1 0 0 0 0,0-1 0 0 0,0 0 1 0 0,16 9-1 0 0,-22-14-356 0 0,1-1 0 0 0,-1 1 1 0 0,0-1-1 0 0,1 0 0 0 0,-1 0 1 0 0,1 0-1 0 0,-1-1 0 0 0,1 1 1 0 0,-1-1-1 0 0,1 0 0 0 0,-1 0 1 0 0,1 0-1 0 0,0 0 1 0 0,-1-1-1 0 0,1 1 0 0 0,3-2 1 0 0,7-6-4865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2.9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60 9218 0 0,'-1'-1'158'0'0,"-1"-1"1"0"0,1 1-1 0 0,-1-1 1 0 0,1 1-1 0 0,-1-1 1 0 0,1 0-1 0 0,0 0 0 0 0,0 0 1 0 0,0 0-1 0 0,0 0 1 0 0,0 0-1 0 0,1 0 0 0 0,-1 0 1 0 0,0 0-1 0 0,1 0 1 0 0,0 0-1 0 0,-1 0 1 0 0,1-4-1 0 0,1 5-172 0 0,-1-1 1 0 0,1 1-1 0 0,-1 0 1 0 0,1 0-1 0 0,0 0 1 0 0,-1 0-1 0 0,1 0 1 0 0,0 0-1 0 0,0 0 1 0 0,0 0-1 0 0,0 0 0 0 0,0 0 1 0 0,0 0-1 0 0,0 0 1 0 0,0 1-1 0 0,0-1 1 0 0,1 1-1 0 0,-1-1 1 0 0,0 0-1 0 0,0 1 1 0 0,0 0-1 0 0,1-1 0 0 0,-1 1 1 0 0,0 0-1 0 0,1 0 1 0 0,-1 0-1 0 0,0-1 1 0 0,1 1-1 0 0,-1 1 1 0 0,0-1-1 0 0,3 0 1 0 0,17 3-561 0 0,-10 0 555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3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 5529 0 0,'0'-1'178'0'0,"0"-1"1"0"0,0 1-1 0 0,0-1 0 0 0,1 0 0 0 0,-1 1 0 0 0,1-1 1 0 0,-1 1-1 0 0,1-1 0 0 0,-1 1 0 0 0,1-1 0 0 0,0 1 1 0 0,-1-1-1 0 0,1 1 0 0 0,0 0 0 0 0,0 0 0 0 0,0-1 1 0 0,0 1-1 0 0,1 0 0 0 0,-1 0 0 0 0,0 0 0 0 0,0 0 1 0 0,1 0-1 0 0,-1 0 0 0 0,0 0 0 0 0,1 1 0 0 0,-1-1 1 0 0,1 0-1 0 0,-1 1 0 0 0,1-1 0 0 0,-1 1 0 0 0,1 0 1 0 0,0-1-1 0 0,-1 1 0 0 0,1 0 0 0 0,-1 0 0 0 0,1 0 0 0 0,0 0 1 0 0,-1 0-1 0 0,1 0 0 0 0,2 1 0 0 0,0 0-78 0 0,1-1-1 0 0,-1 1 1 0 0,1 0-1 0 0,-1 0 0 0 0,0 0 1 0 0,1 1-1 0 0,-1-1 1 0 0,0 1-1 0 0,0 0 0 0 0,0 1 1 0 0,0-1-1 0 0,-1 0 1 0 0,6 5-1 0 0,-4 0-105 0 0,0-1-1 0 0,0 1 1 0 0,-1 0-1 0 0,0 1 1 0 0,0-1 0 0 0,-1 1-1 0 0,1 0 1 0 0,2 12-1 0 0,-1 4-416 0 0,4 38 0 0 0,0 4 208 0 0,-9-66 251 0 0,0 0-1 0 0,0 1 1 0 0,0-1 0 0 0,0 0-1 0 0,0 1 1 0 0,0-1 0 0 0,0 0-1 0 0,0 1 1 0 0,0-1 0 0 0,0 0-1 0 0,1 1 1 0 0,-1-1-1 0 0,0 0 1 0 0,0 0 0 0 0,0 1-1 0 0,1-1 1 0 0,-1 0 0 0 0,0 0-1 0 0,0 1 1 0 0,1-1 0 0 0,-1 0-1 0 0,0 0 1 0 0,0 1 0 0 0,1-1-1 0 0,-1 0 1 0 0,0 0-1 0 0,1 0 1 0 0,-1 0 0 0 0,0 0-1 0 0,1 0 1 0 0,-1 1 0 0 0,0-1-1 0 0,1 0 1 0 0,-1 0 0 0 0,1 0-1 0 0,12-8 1046 0 0,15-21 234 0 0,-23 24-1204 0 0,13-16-697 0 0,35-28 0 0 0,-35 34-5090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4.2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47 6449 0 0,'-9'1'4772'0'0,"15"-10"-2867"0"0,18-13-2770 0 0,11 7-431 0 0,-26 13 1229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4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72 3681 0 0,'9'-8'5330'0'0,"61"-48"-6171"0"0,-60 49 841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4.6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 1840 0 0,'-1'0'486'0'0,"-1"0"0"0"0,1 1 0 0 0,-13 9 5831 0 0,13-9-5832 0 0,0 1 1 0 0,0-1 0 0 0,-1 2 0 0 0,1 0 1 0 0,1 0 0 0 0,-1 0 0 0 0,0 0 0 0 0,1 0 0 0 0,-1 0-1 0 0,1 0 1 0 0,0 0 0 0 0,0 0 0 0 0,0 3 0 0 0,3 10 212 0 0,0-1-1 0 0,0 0 1 0 0,7 16-1 0 0,-3-8 535 0 0,12 61-185 0 0,24 76-3121 0 0,-37-145-187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4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2 5529 0 0,'-6'0'488'0'0,"-4"-1"2009"0"0,12 2-2497 0 0,-1 2-192 0 0,3 2-8 0 0,7 14 0 0 0,-2-6 200 0 0,2 4 0 0 0,1 2 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5.4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23 3225 0 0,'0'-1'206'0'0,"1"0"1"0"0,-1 0-1 0 0,0 1 1 0 0,0-1 0 0 0,0 0-1 0 0,0 1 1 0 0,0-1-1 0 0,0 0 1 0 0,0 0-1 0 0,-1 1 1 0 0,1-1-1 0 0,0 0 1 0 0,0 0 0 0 0,0 1-1 0 0,-1-1 1 0 0,1 0-1 0 0,0 1 1 0 0,-1-1-1 0 0,1 0 1 0 0,-1 1 0 0 0,1-1-1 0 0,-1 1 1 0 0,1-1-1 0 0,-1 1 1 0 0,1-1-1 0 0,-1 1 1 0 0,1-1 0 0 0,-1 1-1 0 0,0-1 1 0 0,1 1-1 0 0,-1 0 1 0 0,0-1-1 0 0,1 1 1 0 0,-1 0 0 0 0,0 0-1 0 0,0-1 1 0 0,1 1-1 0 0,-1 0 1 0 0,0 0-1 0 0,0 0 1 0 0,1 0 0 0 0,-1 0-1 0 0,0 0 1 0 0,0 0-1 0 0,0 0 1 0 0,-1 1 22 0 0,0 0 0 0 0,0-1 0 0 0,0 1 0 0 0,0 0 0 0 0,0 0 0 0 0,1 0 0 0 0,-1 0 0 0 0,0 0 0 0 0,1 0 0 0 0,-1 0 0 0 0,1 1 0 0 0,-1-1 0 0 0,1 1 0 0 0,0-1 0 0 0,-1 1 0 0 0,0 2 0 0 0,-3 4 3 0 0,1 1 0 0 0,0-1 0 0 0,1 1 0 0 0,0 0 1 0 0,0 0-1 0 0,1 0 0 0 0,-2 16 0 0 0,4-21-223 0 0,0 0 0 0 0,0 0-1 0 0,0 0 1 0 0,0 0 0 0 0,1 0 0 0 0,-1 0-1 0 0,1-1 1 0 0,0 1 0 0 0,0 0-1 0 0,1 0 1 0 0,-1-1 0 0 0,1 1-1 0 0,0 0 1 0 0,-1-1 0 0 0,2 0-1 0 0,-1 1 1 0 0,0-1 0 0 0,1 0 0 0 0,-1 0-1 0 0,6 4 1 0 0,43 26-69 0 0,-41-27 31 0 0,1 0 0 0 0,-1 0 0 0 0,0 1 0 0 0,-1 1 0 0 0,1-1 0 0 0,11 14 0 0 0,-20-19 35 0 0,1 1-1 0 0,-1-1 1 0 0,1 1 0 0 0,-1 0 0 0 0,0 0 0 0 0,0-1-1 0 0,0 1 1 0 0,0 0 0 0 0,0 0 0 0 0,0 0-1 0 0,-1 0 1 0 0,0 0 0 0 0,0 0 0 0 0,0 0 0 0 0,0 0-1 0 0,0 0 1 0 0,0 0 0 0 0,-1 0 0 0 0,1 0-1 0 0,-1 0 1 0 0,0 0 0 0 0,0 0 0 0 0,0-1 0 0 0,0 1-1 0 0,-1 0 1 0 0,1-1 0 0 0,-1 1 0 0 0,1-1-1 0 0,-1 1 1 0 0,-4 3 0 0 0,3-1 111 0 0,-1-1-1 0 0,0 1 1 0 0,0-1-1 0 0,0 0 1 0 0,-1-1 0 0 0,1 1-1 0 0,-1-1 1 0 0,0 0-1 0 0,0 0 1 0 0,0 0-1 0 0,0 0 1 0 0,0-1 0 0 0,-1 0-1 0 0,1 0 1 0 0,-1-1-1 0 0,1 0 1 0 0,-1 0 0 0 0,-7 1-1 0 0,8-2-294 0 0,0 0 0 0 0,0 0 0 0 0,0-1 0 0 0,0 0 0 0 0,0 0-1 0 0,1 0 1 0 0,-1 0 0 0 0,-6-4 0 0 0,-5-3-6711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34.9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740 182 1376 0 0,'-51'27'913'0'0,"1"3"-1"0"0,1 1 1 0 0,1 3-1 0 0,-48 45 1 0 0,64-48-552 0 0,2 1 1 0 0,1 2 0 0 0,2 1 0 0 0,-45 75-1 0 0,30-32 407 0 0,-48 123-1 0 0,64-131-761 0 0,2 1-1 0 0,4 0 1 0 0,3 2-1 0 0,4 0 1 0 0,2 0 0 0 0,4 1-1 0 0,3 0 1 0 0,3 1 0 0 0,3-1-1 0 0,4 0 1 0 0,2 0-1 0 0,4-1 1 0 0,22 72 0 0 0,9-7 440 0 0,5-1 1 0 0,7-3 0 0 0,124 221 0 0 0,-136-289-297 0 0,96 115 1 0 0,69 43 90 0 0,-177-194-255 0 0,1-1 0 0 0,1-1 0 0 0,1-2 0 0 0,2-2 0 0 0,1-1 0 0 0,0-2 0 0 0,55 23-1 0 0,-38-23-44 0 0,2-3-1 0 0,0-2 0 0 0,0-2 0 0 0,115 11 0 0 0,-85-19 392 0 0,0-3 0 0 0,0-4-1 0 0,-1-4 1 0 0,1-3 0 0 0,-1-5 0 0 0,137-37-1 0 0,-186 38-202 0 0,-2-2-1 0 0,1-1 0 0 0,-2-2 1 0 0,0 0-1 0 0,35-27 0 0 0,-6-2 205 0 0,82-78-1 0 0,-68 50 17 0 0,-4-3 0 0 0,97-133 0 0 0,-130 153-219 0 0,-2-3 0 0 0,-2 0 0 0 0,-3-2 0 0 0,44-124 0 0 0,-60 129-226 0 0,-3-1 0 0 0,-2 0 0 0 0,-2-1 1 0 0,-4 0-1 0 0,-1 0 0 0 0,-7-75 0 0 0,-6 19-12 0 0,-6 0 0 0 0,-35-138 0 0 0,9 92 1646 0 0,-88-222 1 0 0,92 294-1293 0 0,-4 2 1 0 0,-4 1 0 0 0,-105-149-1 0 0,124 201-267 0 0,-1 1 0 0 0,-2 2-1 0 0,-1 1 1 0 0,-2 1 0 0 0,0 2 0 0 0,-2 1-1 0 0,-1 1 1 0 0,-1 2 0 0 0,0 2 0 0 0,-2 1-1 0 0,-1 2 1 0 0,0 2 0 0 0,-1 1-1 0 0,-1 2 1 0 0,0 2 0 0 0,0 2 0 0 0,-1 2-1 0 0,-76-4 1 0 0,50 10 34 0 0,1 3-1 0 0,0 3 1 0 0,0 3 0 0 0,0 2-1 0 0,-76 24 1 0 0,124-28-159 0 0,2 1 0 0 0,-1 0 0 0 0,-27 17-1 0 0,32-16-1814 0 0,1 0-1 0 0,-21 20 1 0 0,7-2-3648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36.1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1561 155 8290 0 0,'-43'-27'935'0'0,"-2"3"0"0"0,-1 2 0 0 0,-1 2 0 0 0,-68-20 0 0 0,91 34-1065 0 0,1 1 0 0 0,-1 0-1 0 0,0 2 1 0 0,0 1 0 0 0,0 1 0 0 0,0 1 0 0 0,0 1-1 0 0,0 1 1 0 0,0 1 0 0 0,0 1 0 0 0,-34 11-1 0 0,-14 10-595 0 0,1 3 0 0 0,-105 57-1 0 0,140-64 909 0 0,1 2 0 0 0,2 1-1 0 0,0 1 1 0 0,1 2-1 0 0,2 1 1 0 0,-39 46-1 0 0,29-24 3 0 0,2 2 0 0 0,3 1-1 0 0,2 2 1 0 0,2 2 0 0 0,2 0-1 0 0,3 2 1 0 0,3 1 0 0 0,3 0-1 0 0,2 2 1 0 0,-14 85 0 0 0,17-36-438 0 0,4 1 0 0 0,6 0 0 0 0,15 205-1 0 0,5-221 322 0 0,4 0-1 0 0,4 0 1 0 0,60 154-1 0 0,-61-199 109 0 0,1 0 0 0 0,2-2 0 0 0,3-1 0 0 0,2-1 1 0 0,1-1-1 0 0,3-2 0 0 0,2-2 0 0 0,62 60 0 0 0,-69-78-160 0 0,1-1 0 0 0,1-1-1 0 0,1-1 1 0 0,1-2 0 0 0,0-2-1 0 0,2-1 1 0 0,0-1 0 0 0,63 17-1 0 0,-50-21-150 0 0,0-2-1 0 0,0-2 0 0 0,1-2 0 0 0,-1-2 0 0 0,1-2 0 0 0,66-8 1 0 0,-60 1 186 0 0,-1-3 1 0 0,83-24 0 0 0,-101 22 168 0 0,-1-3-1 0 0,-1 0 1 0 0,0-3 0 0 0,54-34-1 0 0,-32 10 117 0 0,-1-2 1 0 0,-2-2-1 0 0,-2-3 0 0 0,-2-2 0 0 0,-3-2 0 0 0,52-73 0 0 0,-53 59-126 0 0,-3-3-1 0 0,-3-1 0 0 0,-3-2 0 0 0,-4-1 1 0 0,29-93-1 0 0,-48 121-143 0 0,-3-1 0 0 0,-1 1 0 0 0,-2-2 0 0 0,-2 1 0 0 0,-3-91 0 0 0,-7 72 350 0 0,-3 1 0 0 0,-2 1 0 0 0,-33-111-1 0 0,-64-149 1285 0 0,80 256-1394 0 0,-3 1 0 0 0,-64-107 0 0 0,77 149-264 0 0,0 0-1 0 0,-2 1 0 0 0,0 1 0 0 0,-2 1 1 0 0,0 1-1 0 0,-34-24 0 0 0,22 21 6 0 0,-2 1 1 0 0,0 2-1 0 0,-1 2 0 0 0,-42-15 1 0 0,-51-10-561 0 0,-152-31 1 0 0,96 28-43 0 0,110 30-862 0 0,44 14 690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0.0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163 4115 6913 0 0,'-8'-1'269'0'0,"0"-1"0"0"0,1 1 0 0 0,-1-1 0 0 0,1 0 0 0 0,-1-1 0 0 0,1 0 0 0 0,0 0-1 0 0,0 0 1 0 0,0-1 0 0 0,1 0 0 0 0,-1-1 0 0 0,1 1 0 0 0,0-1 0 0 0,0 0 0 0 0,-7-8-1 0 0,8 6-256 0 0,0 1 0 0 0,0-1 0 0 0,1 0 0 0 0,0-1 0 0 0,1 1 0 0 0,-1-1 0 0 0,1 1 0 0 0,1-1 0 0 0,-1 0 0 0 0,1 0 0 0 0,1 0 0 0 0,-1 0 0 0 0,2 0-1 0 0,-1-12 1 0 0,1-12-27 0 0,2 1 0 0 0,1-1 0 0 0,2 1 0 0 0,1 0 0 0 0,1 0-1 0 0,1 1 1 0 0,2 0 0 0 0,2 1 0 0 0,0 0 0 0 0,2 0 0 0 0,1 1-1 0 0,1 1 1 0 0,1 1 0 0 0,1 0 0 0 0,2 2 0 0 0,1 0 0 0 0,0 1 0 0 0,35-28-1 0 0,256-193-229 0 0,-214 171-356 0 0,153-89-1 0 0,-20 21-213 0 0,136-74 214 0 0,131-7 473 0 0,-86 41 128 0 0,17-7 0 0 0,590-226 0 0 0,-405 186-3 0 0,10 26 13 0 0,-544 177-7 0 0,1005-261 61 0 0,-530 164 41 0 0,656-130-84 0 0,1348-100-85 0 0,-987 293 545 0 0,1 119 853 0 0,-1449-53-1235 0 0,960 67 287 0 0,-12 92-62 0 0,-269 61-192 0 0,-18 57 19 0 0,-419-138 276 0 0,582 323 0 0 0,-797-372-331 0 0,143 119 1 0 0,-173-123-82 0 0,304 264 18 0 0,-258-210-13 0 0,261 279 779 0 0,-240-229 125 0 0,-167-175-845 0 0,72 77 743 0 0,-80-83-706 0 0,0 1 0 0 0,-1 0 0 0 0,-1 1-1 0 0,13 26 1 0 0,-18-27-1151 0 0,-2-2-4139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0.7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129 1 10594 0 0,'0'0'819'0'0,"32"7"795"0"0,-23-5-1320 0 0,0 0 0 0 0,0-1 1 0 0,0 0-1 0 0,0 0 1 0 0,0-1-1 0 0,-1 0 0 0 0,12-1 1 0 0,-9 0 74 0 0,-1 0 0 0 0,1 1-1 0 0,0 1 1 0 0,20 3 0 0 0,-16 1-207 0 0,0 0 0 0 0,-1 2 0 0 0,1-1 0 0 0,-1 2 0 0 0,-1 0 0 0 0,17 12 0 0 0,70 64 866 0 0,-99-84-1022 0 0,0 1 1 0 0,-1-1-1 0 0,1 0 0 0 0,0 1 0 0 0,-1 0 0 0 0,1-1 1 0 0,0 1-1 0 0,-1-1 0 0 0,1 1 0 0 0,-1 0 1 0 0,1-1-1 0 0,-1 1 0 0 0,1 0 0 0 0,-1 0 0 0 0,0-1 1 0 0,1 1-1 0 0,-1 0 0 0 0,0 0 0 0 0,0 0 0 0 0,1-1 1 0 0,-1 1-1 0 0,0 0 0 0 0,0 0 0 0 0,0 0 1 0 0,0 0-1 0 0,0-1 0 0 0,0 1 0 0 0,0 0 0 0 0,0 0 1 0 0,-1 0-1 0 0,1 0 0 0 0,0-1 0 0 0,0 1 0 0 0,-1 1 1 0 0,-2 1 41 0 0,1-1 1 0 0,-1 0 0 0 0,1 1 0 0 0,-1-1-1 0 0,0 0 1 0 0,0 0 0 0 0,-4 2 0 0 0,-7 4 73 0 0,-444 293-541 0 0,415-273-6637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1.9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203 36 6913 0 0,'-3'-3'152'0'0,"1"0"0"0"0,-1 0-1 0 0,0 0 1 0 0,0 1-1 0 0,0-1 1 0 0,0 1-1 0 0,0 0 1 0 0,-1 0-1 0 0,1 0 1 0 0,-1 0-1 0 0,1 1 1 0 0,-1 0-1 0 0,0-1 1 0 0,0 1-1 0 0,1 0 1 0 0,-1 1-1 0 0,0-1 1 0 0,0 1-1 0 0,0 0 1 0 0,0 0 0 0 0,0 0-1 0 0,0 0 1 0 0,0 1-1 0 0,0-1 1 0 0,1 1-1 0 0,-1 0 1 0 0,0 0-1 0 0,-4 2 1 0 0,2 0 24 0 0,1 0 1 0 0,-1 0 0 0 0,1 1 0 0 0,0-1-1 0 0,-1 1 1 0 0,2 0 0 0 0,-1 1 0 0 0,0-1-1 0 0,1 1 1 0 0,0 0 0 0 0,0 0 0 0 0,1 0-1 0 0,-1 0 1 0 0,1 1 0 0 0,0 0 0 0 0,1-1-1 0 0,-1 1 1 0 0,1 0 0 0 0,0 0 0 0 0,0 1-1 0 0,0 6 1 0 0,-2 10 36 0 0,0 0 0 0 0,2 1-1 0 0,1-1 1 0 0,2 32-1 0 0,1-31-141 0 0,1-2-1 0 0,1 1 0 0 0,0 0 1 0 0,2-1-1 0 0,1 1 0 0 0,0-2 1 0 0,2 1-1 0 0,0-1 0 0 0,2 0 1 0 0,21 31-1 0 0,-25-42-61 0 0,0 0 0 0 0,0-1 0 0 0,2 0-1 0 0,-1 0 1 0 0,1 0 0 0 0,0-1 0 0 0,1-1 0 0 0,0 0 0 0 0,0 0-1 0 0,0 0 1 0 0,1-2 0 0 0,0 1 0 0 0,0-1 0 0 0,1-1 0 0 0,-1 0 0 0 0,1-1-1 0 0,0 0 1 0 0,0 0 0 0 0,0-2 0 0 0,0 1 0 0 0,21-1 0 0 0,-24-2 16 0 0,-1 0 0 0 0,0 0 0 0 0,0 0 0 0 0,0-1 1 0 0,0 0-1 0 0,0-1 0 0 0,-1 1 0 0 0,1-2 0 0 0,-1 1 1 0 0,1-1-1 0 0,-1 0 0 0 0,0 0 0 0 0,-1-1 0 0 0,10-8 1 0 0,-8 5 37 0 0,-1 0 1 0 0,0 0-1 0 0,-1-1 1 0 0,0 0 0 0 0,0 0-1 0 0,-1-1 1 0 0,0 1-1 0 0,-1-1 1 0 0,7-20-1 0 0,-6 7 113 0 0,0 0 0 0 0,-1 0 0 0 0,-2 0 0 0 0,0-1 0 0 0,-1 1 0 0 0,-2-1 0 0 0,0 1-1 0 0,-2 0 1 0 0,-7-35 0 0 0,4 37-81 0 0,0 0 0 0 0,-1 0 0 0 0,-1 1 0 0 0,-1 0-1 0 0,-12-18 1 0 0,17 29-94 0 0,-2 1-1 0 0,1 0 0 0 0,-1 0 0 0 0,-1 1 1 0 0,1 0-1 0 0,-1 0 0 0 0,-1 0 1 0 0,1 1-1 0 0,-1 0 0 0 0,0 0 1 0 0,0 1-1 0 0,-1 0 0 0 0,-13-5 1 0 0,19 8-147 0 0,0 2 0 0 0,0-1 0 0 0,-1 0-1 0 0,1 1 1 0 0,0-1 0 0 0,0 1 0 0 0,0 0 0 0 0,-1 0 0 0 0,1 0 0 0 0,0 0 0 0 0,0 1 0 0 0,0-1 0 0 0,-1 1 0 0 0,1 0 0 0 0,0 0 0 0 0,0 0 0 0 0,0 0 0 0 0,0 1 0 0 0,-3 1 0 0 0,0 1 0 0 0,1 0 0 0 0,0 1 0 0 0,-1-1 0 0 0,2 1 0 0 0,-1 0 0 0 0,0 1 0 0 0,1-1 0 0 0,-4 7 0 0 0,-4 10 146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2.4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75 7370 0 0,'-18'-44'1874'0'0,"1"14"6728"0"0,17 30-8547 0 0,-3 11 1220 0 0,2 14-536 0 0,2 10-329 0 0,1 26 29 0 0,17 107 0 0 0,-16-151-452 0 0,1-1 0 0 0,1 1 0 0 0,0 0 0 0 0,1-1 0 0 0,1 0 1 0 0,0-1-1 0 0,1 1 0 0 0,1-1 0 0 0,1-1 0 0 0,0 0 0 0 0,12 14 0 0 0,-19-25-82 0 0,0 0-1 0 0,0 0 0 0 0,1 0 0 0 0,-1 0 0 0 0,1-1 0 0 0,0 1 0 0 0,0-1 0 0 0,-1 0 0 0 0,1 0 0 0 0,1-1 0 0 0,-1 1 0 0 0,0-1 0 0 0,0 1 0 0 0,1-1 1 0 0,5 0-1 0 0,-7-1-17 0 0,0 0 1 0 0,0 0 0 0 0,-1-1 0 0 0,1 1-1 0 0,0-1 1 0 0,-1 0 0 0 0,1 0 0 0 0,0 0 0 0 0,-1 0-1 0 0,1 0 1 0 0,-1 0 0 0 0,1-1 0 0 0,-1 1-1 0 0,0-1 1 0 0,0 0 0 0 0,0 0 0 0 0,0 0-1 0 0,0 0 1 0 0,0 0 0 0 0,0 0 0 0 0,0 0-1 0 0,-1 0 1 0 0,1-1 0 0 0,-1 1 0 0 0,2-5 0 0 0,26-60-673 0 0,-17 35 717 0 0,18-31 0 0 0,-25 55 201 0 0,-1 0-1 0 0,1 1 1 0 0,1-1 0 0 0,0 1-1 0 0,0 0 1 0 0,0 0 0 0 0,0 1-1 0 0,14-10 1 0 0,-18 15-35 0 0,0-1-1 0 0,0 1 1 0 0,0 0 0 0 0,0 0-1 0 0,0 0 1 0 0,0 0-1 0 0,1 0 1 0 0,-1 0 0 0 0,0 1-1 0 0,0-1 1 0 0,1 1 0 0 0,-1-1-1 0 0,0 1 1 0 0,1 0 0 0 0,-1 0-1 0 0,1 0 1 0 0,-1 0 0 0 0,0 1-1 0 0,1-1 1 0 0,-1 1 0 0 0,0-1-1 0 0,0 1 1 0 0,1 0-1 0 0,-1 0 1 0 0,0 0 0 0 0,0 0-1 0 0,0 0 1 0 0,0 0 0 0 0,0 0-1 0 0,2 3 1 0 0,4 4-35 0 0,0 0 1 0 0,0 1-1 0 0,-1 0 0 0 0,0 0 1 0 0,6 13-1 0 0,16 19-5687 0 0,-16-26-674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3.0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1 117 5065 0 0,'0'-1'195'0'0,"0"0"0"0"0,0-1-1 0 0,0 1 1 0 0,0 0 0 0 0,0-1 0 0 0,1 1-1 0 0,-1 0 1 0 0,1 0 0 0 0,-1-1 0 0 0,1 1 0 0 0,-1 0-1 0 0,1 0 1 0 0,0 0 0 0 0,-1 0 0 0 0,1 0-1 0 0,0 0 1 0 0,0 0 0 0 0,0 0 0 0 0,0 0-1 0 0,0 0 1 0 0,1-1 0 0 0,-1 2-34 0 0,0 1-1 0 0,-1-1 1 0 0,1 0 0 0 0,0 0-1 0 0,0 0 1 0 0,0 1 0 0 0,0-1-1 0 0,-1 0 1 0 0,1 1 0 0 0,0-1 0 0 0,0 1-1 0 0,-1-1 1 0 0,1 1 0 0 0,0-1-1 0 0,-1 1 1 0 0,1 0 0 0 0,-1-1-1 0 0,1 1 1 0 0,-1 0 0 0 0,1-1 0 0 0,-1 1-1 0 0,1 1 1 0 0,6 10 782 0 0,-1 0 0 0 0,9 21 1 0 0,-15-30-1081 0 0,4 5 179 0 0,-1-1 0 0 0,1 1 0 0 0,1-1-1 0 0,4 8 1 0 0,-8-14-44 0 0,0 0 0 0 0,0 1-1 0 0,-1-1 1 0 0,1 0 0 0 0,0 0 0 0 0,0 0-1 0 0,0 0 1 0 0,0 0 0 0 0,0 0-1 0 0,0 0 1 0 0,1 0 0 0 0,-1 0 0 0 0,0 0-1 0 0,0-1 1 0 0,1 1 0 0 0,-1 0 0 0 0,0-1-1 0 0,1 1 1 0 0,-1-1 0 0 0,0 0-1 0 0,1 1 1 0 0,-1-1 0 0 0,1 0 0 0 0,-1 0-1 0 0,1 0 1 0 0,-1 0 0 0 0,1 0-1 0 0,-1 0 1 0 0,0 0 0 0 0,1-1 0 0 0,2 0-1 0 0,-1-2-11 0 0,0 0 0 0 0,0-1-1 0 0,0 0 1 0 0,0 0 0 0 0,-1 1 0 0 0,1-1-1 0 0,-1-1 1 0 0,0 1 0 0 0,2-7-1 0 0,3-5-106 0 0,3-3 46 0 0,1 1 0 0 0,15-20 0 0 0,-22 33 147 0 0,1-1-1 0 0,0 0 1 0 0,0 1 0 0 0,0 0 0 0 0,1 0-1 0 0,0 1 1 0 0,-1 0 0 0 0,2 0 0 0 0,12-7-1 0 0,-18 11-1 0 0,1 0-1 0 0,-1 0 0 0 0,1-1 1 0 0,0 1-1 0 0,-1 0 0 0 0,1 0 0 0 0,0 0 1 0 0,-1 1-1 0 0,1-1 0 0 0,-1 0 0 0 0,1 1 1 0 0,-1-1-1 0 0,1 1 0 0 0,-1-1 1 0 0,1 1-1 0 0,-1 0 0 0 0,1-1 0 0 0,-1 1 1 0 0,1 0-1 0 0,-1 0 0 0 0,0 0 0 0 0,0 0 1 0 0,0 0-1 0 0,1 0 0 0 0,-1 1 1 0 0,0-1-1 0 0,0 0 0 0 0,0 1 0 0 0,-1-1 1 0 0,1 0-1 0 0,0 1 0 0 0,-1-1 1 0 0,2 3-1 0 0,3 7 249 0 0,1 2 1 0 0,-2-1-1 0 0,4 14 1 0 0,-5-16-338 0 0,-2-7-33 0 0,-1 0 0 0 0,1-1 1 0 0,0 1-1 0 0,0 0 0 0 0,1-1 0 0 0,-1 1 1 0 0,0 0-1 0 0,1-1 0 0 0,0 0 1 0 0,-1 1-1 0 0,1-1 0 0 0,0 0 1 0 0,0 0-1 0 0,0 0 0 0 0,3 2 1 0 0,-3-4 24 0 0,-1 0-1 0 0,0 1 1 0 0,1-1 0 0 0,-1 0 0 0 0,1 0 0 0 0,-1 0-1 0 0,1 0 1 0 0,-1 0 0 0 0,1 0 0 0 0,-1 0 0 0 0,1-1-1 0 0,-1 1 1 0 0,1-1 0 0 0,-1 1 0 0 0,1-1 0 0 0,-1 1-1 0 0,0-1 1 0 0,1 0 0 0 0,-1 0 0 0 0,0 1 0 0 0,0-1 0 0 0,0 0-1 0 0,0 0 1 0 0,1 0 0 0 0,-1 0 0 0 0,0-1 0 0 0,-1 1-1 0 0,1 0 1 0 0,0 0 0 0 0,1-2 0 0 0,33-52-105 0 0,4-6-121 0 0,-36 58 243 0 0,0-1-1 0 0,1 0 1 0 0,-1 1 0 0 0,1 0-1 0 0,-1 0 1 0 0,1 0-1 0 0,0 0 1 0 0,0 1 0 0 0,0-1-1 0 0,0 1 1 0 0,9-3-1 0 0,-12 5 22 0 0,0 0 0 0 0,0 0 0 0 0,0 0 0 0 0,0 0 1 0 0,0 0-1 0 0,1 0 0 0 0,-1 0 0 0 0,0 1 0 0 0,0-1 0 0 0,0 0 0 0 0,0 1 0 0 0,0-1 0 0 0,0 1 0 0 0,0-1 0 0 0,0 1 0 0 0,0-1 0 0 0,0 1 0 0 0,0 0 0 0 0,0-1 0 0 0,0 1 0 0 0,-1 0 0 0 0,1 0 0 0 0,0 0 0 0 0,-1 0 0 0 0,1 0 0 0 0,0 0 0 0 0,-1 0 0 0 0,1 0 0 0 0,-1 0 0 0 0,1 0 0 0 0,0 1 0 0 0,14 44 841 0 0,-11-32-630 0 0,1-3-89 0 0,0 1-1 0 0,1-1 0 0 0,0 0 1 0 0,0 0-1 0 0,1-1 1 0 0,14 17-1 0 0,11 7-4133 0 0,-22-22 1235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4.1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5 7370 0 0,'7'-4'7613'0'0,"-7"4"-7427"0"0,6 10 2635 0 0,2 20-1980 0 0,-8-29-749 0 0,17 85 1508 0 0,-11-50-2972 0 0,1 0-3771 0 0,-3-16-887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4.5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112 19 4609 0 0,'0'0'97'0'0,"0"-1"-1"0"0,0 0 1 0 0,0 0-1 0 0,0 1 1 0 0,0-1-1 0 0,0 0 1 0 0,0 0-1 0 0,-1 1 1 0 0,1-1-1 0 0,0 0 1 0 0,-1 1-1 0 0,1-1 1 0 0,0 0-1 0 0,-1 1 1 0 0,1-1-1 0 0,0 1 1 0 0,-1-1-1 0 0,1 0 1 0 0,-1 1-1 0 0,0-1 1 0 0,1 1-1 0 0,-1 0 1 0 0,1-1-1 0 0,-1 1 1 0 0,0-1-1 0 0,1 1 1 0 0,-1 0 0 0 0,0-1-1 0 0,-26 0 3058 0 0,19 2-2257 0 0,0 0-1 0 0,0 2 1 0 0,0-1 0 0 0,-11 5 0 0 0,18-6-841 0 0,-1-1 0 0 0,1 1 0 0 0,0-1 0 0 0,0 1-1 0 0,0-1 1 0 0,0 1 0 0 0,0 0 0 0 0,0-1 0 0 0,0 1 0 0 0,0 0 0 0 0,0 0 0 0 0,0 0 0 0 0,0 0 0 0 0,0 0 0 0 0,0 0-1 0 0,1 0 1 0 0,-1 0 0 0 0,0 0 0 0 0,1 0 0 0 0,-1 0 0 0 0,1 0 0 0 0,-1 1 0 0 0,1-1 0 0 0,0 0 0 0 0,-1 0 0 0 0,1 1-1 0 0,0-1 1 0 0,0 0 0 0 0,0 0 0 0 0,0 1 0 0 0,0-1 0 0 0,0 0 0 0 0,0 0 0 0 0,1 1 0 0 0,-1-1 0 0 0,0 0 0 0 0,1 0 0 0 0,-1 1-1 0 0,1-1 1 0 0,-1 0 0 0 0,1 0 0 0 0,-1 0 0 0 0,1 0 0 0 0,0 0 0 0 0,0 0 0 0 0,-1 0 0 0 0,1 0 0 0 0,1 1 0 0 0,6 7-113 0 0,1-1 0 0 0,0 0 0 0 0,0-1 0 0 0,13 9 0 0 0,-10-8 114 0 0,-5-3-162 0 0,0 0 1 0 0,0 1-1 0 0,-1 0 0 0 0,0 0 0 0 0,0 0 0 0 0,9 13 0 0 0,-14-17 101 0 0,0 0 0 0 0,0 0-1 0 0,0 0 1 0 0,0 0 0 0 0,0 1 0 0 0,0-1 0 0 0,-1 0 0 0 0,1 0 0 0 0,-1 1-1 0 0,1-1 1 0 0,-1 0 0 0 0,0 1 0 0 0,0-1 0 0 0,0 0 0 0 0,-1 1 0 0 0,1-1-1 0 0,0 0 1 0 0,-1 1 0 0 0,1-1 0 0 0,-1 0 0 0 0,0 0 0 0 0,0 1 0 0 0,0-1-1 0 0,0 0 1 0 0,0 0 0 0 0,0 0 0 0 0,-1 0 0 0 0,1 0 0 0 0,-3 2 0 0 0,-3 4-75 0 0,0-1 0 0 0,0-1 0 0 0,-1 1 0 0 0,-9 5 0 0 0,-5 1-4670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4.94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18 10138 0 0,'0'-1'165'0'0,"1"0"0"0"0,-1 0 0 0 0,0 0 0 0 0,0 0 0 0 0,1 0 0 0 0,-1 0 0 0 0,0 0 0 0 0,1 0 0 0 0,-1 0 0 0 0,1 0 0 0 0,0 0 0 0 0,-1 1 0 0 0,1-1 0 0 0,-1 0 0 0 0,1 0 0 0 0,0 1 0 0 0,0-1 0 0 0,1-1 0 0 0,-1 3-52 0 0,-1-1 1 0 0,1 0-1 0 0,-1 0 0 0 0,1 0 1 0 0,-1 1-1 0 0,0-1 0 0 0,1 0 0 0 0,-1 1 1 0 0,1-1-1 0 0,-1 1 0 0 0,0-1 1 0 0,1 0-1 0 0,-1 1 0 0 0,0-1 1 0 0,1 1-1 0 0,-1-1 0 0 0,0 1 0 0 0,0-1 1 0 0,1 1-1 0 0,-1-1 0 0 0,0 1 1 0 0,0-1-1 0 0,0 1 0 0 0,0 0 1 0 0,11 49 3197 0 0,-10-42-3241 0 0,62 410 2488 0 0,-52-357-4336 0 0,-6-30 91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5.37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84 40 4609 0 0,'-4'-14'131'0'0,"-3"-5"7994"0"0,3 13-7109 0 0,-5 6 2865 0 0,-4 14-3919 0 0,6-4 132 0 0,1 1 0 0 0,1 1 1 0 0,0-1-1 0 0,0 1 0 0 0,1 0 0 0 0,0 0 0 0 0,1 0 1 0 0,-3 22-1 0 0,6-29-68 0 0,-1 0-1 0 0,1 0 1 0 0,-1 0-1 0 0,2 0 1 0 0,-1 0-1 0 0,0-1 1 0 0,1 1-1 0 0,0 0 1 0 0,0 0-1 0 0,0 0 1 0 0,1-1 0 0 0,0 1-1 0 0,0-1 1 0 0,0 1-1 0 0,0-1 1 0 0,0 0-1 0 0,1 0 1 0 0,0 0-1 0 0,0 0 1 0 0,0 0-1 0 0,1 0 1 0 0,-1-1-1 0 0,1 0 1 0 0,0 0 0 0 0,4 4-1 0 0,-6-6-47 0 0,0 0-1 0 0,0 0 1 0 0,0 0-1 0 0,0 0 1 0 0,0 0-1 0 0,0-1 1 0 0,0 1-1 0 0,0-1 1 0 0,0 1 0 0 0,0-1-1 0 0,1 0 1 0 0,-1 1-1 0 0,0-1 1 0 0,0 0-1 0 0,0-1 1 0 0,1 1-1 0 0,-1 0 1 0 0,0-1-1 0 0,0 1 1 0 0,0-1 0 0 0,3-1-1 0 0,-2 1-60 0 0,0-1 0 0 0,-1 0 0 0 0,1 0 1 0 0,0 0-1 0 0,-1-1 0 0 0,0 1 0 0 0,0-1 0 0 0,0 1 0 0 0,0-1 0 0 0,0 0 0 0 0,0 0 0 0 0,2-5 0 0 0,1-4-163 0 0,0 0-1 0 0,-1-1 1 0 0,-1 0-1 0 0,0 0 0 0 0,2-23 1 0 0,2-48 2598 0 0,-7 84-2325 0 0,0 0-1 0 0,0 0 0 0 0,0 0 0 0 0,0 0 1 0 0,0-1-1 0 0,0 1 0 0 0,0 0 0 0 0,0 0 0 0 0,0 0 1 0 0,0 0-1 0 0,0 0 0 0 0,0 0 0 0 0,0 0 1 0 0,0-1-1 0 0,0 1 0 0 0,0 0 0 0 0,0 0 1 0 0,0 0-1 0 0,0 0 0 0 0,0 0 0 0 0,0 0 1 0 0,0 0-1 0 0,0 0 0 0 0,0-1 0 0 0,1 1 1 0 0,-1 0-1 0 0,0 0 0 0 0,0 0 0 0 0,0 0 1 0 0,0 0-1 0 0,0 0 0 0 0,0 0 0 0 0,0 0 1 0 0,0 0-1 0 0,0 0 0 0 0,1 0 0 0 0,-1 0 0 0 0,0 0 1 0 0,0 0-1 0 0,0 0 0 0 0,0 0 0 0 0,0 0 1 0 0,0 0-1 0 0,0 0 0 0 0,1 0 0 0 0,-1 0 1 0 0,0 0-1 0 0,0 0 0 0 0,0 0 0 0 0,0 0 1 0 0,0 0-1 0 0,0 0 0 0 0,0 0 0 0 0,0 0 1 0 0,1 0-1 0 0,-1 0 0 0 0,0 0 0 0 0,0 0 1 0 0,0 0-1 0 0,7 9 566 0 0,5 12-321 0 0,-12-21-212 0 0,12 24 45 0 0,1-2 1 0 0,16 22 0 0 0,17 8-3681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5.83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 92 3681 0 0,'1'-5'-48'0'0,"8"-25"1166"0"0,-9 28-755 0 0,1 1 0 0 0,-1 0 0 0 0,0-1 0 0 0,0 1 0 0 0,1 0 0 0 0,-1-1 1 0 0,0 1-1 0 0,-1-1 0 0 0,1 1 0 0 0,0 0 0 0 0,0-1 0 0 0,0 1 1 0 0,-1 0-1 0 0,1-1 0 0 0,-1 1 0 0 0,1 0 0 0 0,-1 0 0 0 0,-1-3 0 0 0,2 4-222 0 0,-1 1-1 0 0,0-1 0 0 0,1 0 1 0 0,-1 0-1 0 0,1 0 0 0 0,-1 0 1 0 0,1 0-1 0 0,-1 1 0 0 0,1-1 1 0 0,-1 0-1 0 0,1 0 0 0 0,-1 1 1 0 0,1-1-1 0 0,-1 0 0 0 0,1 1 1 0 0,-1-1-1 0 0,1 0 0 0 0,0 1 1 0 0,-1-1-1 0 0,1 1 0 0 0,0-1 1 0 0,-1 1-1 0 0,1-1 0 0 0,0 1 1 0 0,0-1-1 0 0,-1 1 0 0 0,1-1 1 0 0,0 1-1 0 0,0-1 0 0 0,0 1 0 0 0,0-1 1 0 0,0 1-1 0 0,0 1 0 0 0,-10 23 707 0 0,10-24-623 0 0,-2 6-121 0 0,1 0 0 0 0,0 0 0 0 0,0-1 0 0 0,1 1 0 0 0,0 0 0 0 0,0 0 0 0 0,1 0 0 0 0,0-1 1 0 0,0 1-1 0 0,0 0 0 0 0,1-1 0 0 0,0 1 0 0 0,0-1 0 0 0,1 1 0 0 0,0-1 0 0 0,5 8 0 0 0,-4-6-84 0 0,1 0 0 0 0,1 0-1 0 0,-1 0 1 0 0,1-1 0 0 0,1 1-1 0 0,-1-2 1 0 0,1 1 0 0 0,0-1-1 0 0,1 0 1 0 0,0 0 0 0 0,9 5-1 0 0,-16-10-30 0 0,0-1 0 0 0,0 0-1 0 0,0 1 1 0 0,0-1 0 0 0,0 0 0 0 0,0 1-1 0 0,0-1 1 0 0,0 0 0 0 0,0 0 0 0 0,0 0-1 0 0,0 0 1 0 0,0 0 0 0 0,0 0 0 0 0,0 0-1 0 0,0-1 1 0 0,0 1 0 0 0,0 0 0 0 0,0 0-1 0 0,0-1 1 0 0,0 1 0 0 0,0-1 0 0 0,0 1-1 0 0,-1-1 1 0 0,1 1 0 0 0,0-1-1 0 0,0 1 1 0 0,0-1 0 0 0,-1 0 0 0 0,1 1-1 0 0,0-1 1 0 0,-1 0 0 0 0,1 0 0 0 0,-1 0-1 0 0,1 1 1 0 0,0-1 0 0 0,-1 0 0 0 0,0 0-1 0 0,1 0 1 0 0,-1 0 0 0 0,0 0 0 0 0,1 0-1 0 0,-1 0 1 0 0,0 0 0 0 0,0 0 0 0 0,0-1-1 0 0,3-9-190 0 0,-1-1-1 0 0,-1 1 0 0 0,1-15 1 0 0,-1 10 101 0 0,-1 14 102 0 0,0 1 0 0 0,0-1 0 0 0,1 0 0 0 0,-1 0 0 0 0,0 1 0 0 0,1-1 0 0 0,-1 0 0 0 0,1 0 0 0 0,-1 1 0 0 0,1-1 0 0 0,0 0 0 0 0,0 1 0 0 0,0-1 0 0 0,0 1 0 0 0,0-1 0 0 0,0 1 0 0 0,0 0 0 0 0,0-1 0 0 0,1 1 0 0 0,-1 0 0 0 0,2-2 0 0 0,-1 3 0 0 0,0 0 0 0 0,-1 0 0 0 0,1 0 0 0 0,0 0 0 0 0,0 0 0 0 0,-1 0 0 0 0,1 0 0 0 0,0 1 0 0 0,0-1 0 0 0,-1 0 0 0 0,1 1 0 0 0,-1-1 0 0 0,1 1 0 0 0,0 0 0 0 0,-1 0 0 0 0,1 0 0 0 0,-1 0 0 0 0,1 0 0 0 0,-1 0 0 0 0,0 0 0 0 0,1 0 0 0 0,0 2 0 0 0,25 21 34 0 0,-19-17 11 0 0,0 0 1 0 0,1 0-1 0 0,-1 0 1 0 0,20 10 0 0 0,-24-16-34 0 0,0 1 1 0 0,0-1 0 0 0,0 0 0 0 0,0 0 0 0 0,0 0 0 0 0,0 0-1 0 0,0-1 1 0 0,1 0 0 0 0,-1 0 0 0 0,0 0 0 0 0,0 0 0 0 0,0 0 0 0 0,1-1-1 0 0,-1 0 1 0 0,0 0 0 0 0,7-3 0 0 0,-4 1 90 0 0,-1 0 0 0 0,0 0 0 0 0,0-1 1 0 0,0 0-1 0 0,-1 0 0 0 0,1-1 0 0 0,-1 1 0 0 0,0-1 0 0 0,0 0 0 0 0,-1-1 1 0 0,0 1-1 0 0,0-1 0 0 0,0 0 0 0 0,0 0 0 0 0,-1 0 0 0 0,0 0 0 0 0,0-1 1 0 0,-1 1-1 0 0,1-1 0 0 0,-2 0 0 0 0,3-10 0 0 0,-3 10-303 0 0,0 1 0 0 0,-1-1-1 0 0,1 1 1 0 0,-1-1 0 0 0,-1 1 0 0 0,1-1-1 0 0,-1 1 1 0 0,0-1 0 0 0,-1 1-1 0 0,0-1 1 0 0,0 1 0 0 0,0 0 0 0 0,0 0-1 0 0,-7-10 1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9.9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47 365 4609 0 0,'-47'-105'11377'0'0,"72"146"-8651"0"0,-11-18-2466 0 0,5 10-200 0 0,13 23 336 0 0,49 64-1 0 0,-69-105-331 0 0,0 0 0 0 0,1-1-1 0 0,0-1 1 0 0,1 0 0 0 0,0-1-1 0 0,1 0 1 0 0,1-1 0 0 0,32 17-1 0 0,-46-27-32 0 0,1 0-1 0 0,0 1 0 0 0,-1-1 0 0 0,1 0 0 0 0,0 0 0 0 0,0 0 0 0 0,0-1 1 0 0,0 1-1 0 0,0-1 0 0 0,0 0 0 0 0,0 1 0 0 0,0-1 0 0 0,0-1 0 0 0,0 1 1 0 0,0 0-1 0 0,0-1 0 0 0,0 1 0 0 0,-1-1 0 0 0,1 0 0 0 0,0 0 1 0 0,0 0-1 0 0,0 0 0 0 0,-1-1 0 0 0,1 1 0 0 0,-1-1 0 0 0,1 0 0 0 0,2-2 1 0 0,-1 0 40 0 0,0-1 0 0 0,-1 0 0 0 0,0 0 0 0 0,1 0 0 0 0,-2 0 0 0 0,1 0 0 0 0,0-1 0 0 0,-1 0 0 0 0,0 1 0 0 0,-1-1 1 0 0,1 0-1 0 0,0-11 0 0 0,21-156 324 0 0,-9 55-1061 0 0,30-116 1 0 0,-43 229 505 0 0,8-24-831 0 0,-9 28 795 0 0,0 0-1 0 0,0 0 1 0 0,1-1-1 0 0,-1 1 0 0 0,1 0 1 0 0,-1 0-1 0 0,1 0 1 0 0,0 0-1 0 0,-1 0 0 0 0,1 0 1 0 0,0 1-1 0 0,-1-1 0 0 0,1 0 1 0 0,0 0-1 0 0,0 0 1 0 0,0 1-1 0 0,0-1 0 0 0,0 0 1 0 0,1 0-1 0 0,-1 2 151 0 0,-1-1 1 0 0,1 0-1 0 0,0 1 0 0 0,0-1 1 0 0,-1 0-1 0 0,1 1 0 0 0,-1-1 1 0 0,1 1-1 0 0,0-1 0 0 0,-1 1 1 0 0,1-1-1 0 0,-1 1 0 0 0,1 0 1 0 0,-1-1-1 0 0,1 1 0 0 0,-1 0 1 0 0,0-1-1 0 0,1 1 0 0 0,-1 0 1 0 0,0 0-1 0 0,1-1 0 0 0,-1 1 1 0 0,0 0-1 0 0,0 0 0 0 0,0-1 1 0 0,0 1-1 0 0,0 0 0 0 0,0 0 1 0 0,0 0-1 0 0,3 26-535 0 0,-3-27 581 0 0,0 23 0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0.6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48 5985 0 0,'-1'-4'1114'0'0,"0"-1"-1"0"0,1 1 1 0 0,-1-1 0 0 0,1 0-1 0 0,0 1 1 0 0,1-1-1 0 0,-1 1 1 0 0,2-8-1 0 0,3 23 2662 0 0,5 15-2890 0 0,27 168 1253 0 0,-26-123-2432 0 0,2-2 0 0 0,45 130 0 0 0,-54-190-1291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1.0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3 278 2761 0 0,'-1'-9'311'0'0,"0"0"0"0"0,1 0 0 0 0,-1 0 1 0 0,1 0-1 0 0,1 0 0 0 0,0 0 0 0 0,0 1 1 0 0,1-1-1 0 0,0 0 0 0 0,1 1 0 0 0,0-1 0 0 0,0 1 1 0 0,0 0-1 0 0,1 0 0 0 0,1 0 0 0 0,8-13 1 0 0,-5 9 495 0 0,1 1 0 0 0,0 0 0 0 0,0 0 0 0 0,1 1 1 0 0,1 1-1 0 0,-1-1 0 0 0,2 2 0 0 0,-1-1 0 0 0,24-12 0 0 0,-33 21-719 0 0,-1-1-1 0 0,1 0 0 0 0,-1 0 0 0 0,1 0 0 0 0,0 1 1 0 0,-1-1-1 0 0,1 1 0 0 0,0 0 0 0 0,0-1 0 0 0,-1 1 1 0 0,1 0-1 0 0,0 0 0 0 0,0 0 0 0 0,-1 0 0 0 0,1 0 1 0 0,0 0-1 0 0,0 1 0 0 0,-1-1 0 0 0,1 0 0 0 0,0 1 1 0 0,-1 0-1 0 0,4 1 0 0 0,-3-1-8 0 0,-1 1 0 0 0,1-1 1 0 0,-1 1-1 0 0,0 0 0 0 0,1-1 0 0 0,-1 1 0 0 0,0 0 1 0 0,0 0-1 0 0,0 0 0 0 0,0 0 0 0 0,0 0 0 0 0,-1 0 1 0 0,1 0-1 0 0,-1 0 0 0 0,1 4 0 0 0,0 5 97 0 0,0 0 0 0 0,-1 0 0 0 0,0 0 0 0 0,-1 0 0 0 0,-4 21 0 0 0,-4 3 8 0 0,-23 52 0 0 0,19-56 99 0 0,2 0 0 0 0,-8 37 0 0 0,19-67-259 0 0,0 0 1 0 0,-1 0 0 0 0,1 0-1 0 0,0 0 1 0 0,0 1 0 0 0,-1-1-1 0 0,1 0 1 0 0,0 0 0 0 0,0 0 0 0 0,1 0-1 0 0,-1 1 1 0 0,0-1 0 0 0,0 0-1 0 0,1 0 1 0 0,-1 0 0 0 0,0 0-1 0 0,1 0 1 0 0,-1 0 0 0 0,1 0-1 0 0,-1 1 1 0 0,1-2 0 0 0,0 1-1 0 0,-1 0 1 0 0,1 0 0 0 0,0 0 0 0 0,0 0-1 0 0,0 0 1 0 0,0 0 0 0 0,-1-1-1 0 0,1 1 1 0 0,0 0 0 0 0,0-1-1 0 0,1 1 1 0 0,-1-1 0 0 0,0 1-1 0 0,0-1 1 0 0,0 0 0 0 0,0 1-1 0 0,0-1 1 0 0,0 0 0 0 0,0 0 0 0 0,1 0-1 0 0,-1 0 1 0 0,0 0 0 0 0,0 0-1 0 0,0 0 1 0 0,3 0 0 0 0,8-1-42 0 0,0-1 0 0 0,0 0 0 0 0,22-8 0 0 0,-14 5-75 0 0,79-23-4086 0 0,-79 24 2618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1.4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20 5529 0 0,'1'0'488'0'0,"-1"-1"-392"0"0,1-1-96 0 0,1 2 0 0 0,-1-1 0 0 0,0 0 0 0 0,3-1 64 0 0,2 0-64 0 0,2-2 0 0 0,1 0 0 0 0,0 1 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2.1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34 4145 0 0,'8'-34'16563'0'0,"-7"56"-16218"0"0,1 0 0 0 0,2-1-1 0 0,-1 1 1 0 0,12 34-1 0 0,1-2-477 0 0,29 119 736 0 0,-38-138-2580 0 0,3 45 0 0 0,-10-60-4967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2.6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 67 6449 0 0,'-7'1'577'0'0,"5"-1"-465"0"0,0 0-112 0 0,2-1 0 0 0,3-2 1128 0 0,1 2-512 0 0,0-3 8 0 0,4 1-208 0 0,3-3-32 0 0,4-2-16 0 0,-1-1 0 0 0,2 1-1248 0 0,0 2-248 0 0,1-1-56 0 0,-3 2-1 0 0,0 2 929 0 0,-4-1 184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2.7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42 4609 0 0,'0'5'3481'0'0,"4"-6"-2401"0"0,3-1-336 0 0,2-2-64 0 0,5 0-8 0 0,3-2-7 0 0,2-1-1322 0 0,0 0-263 0 0,2-1-48 0 0,-2 0-16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3.8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33 5065 0 0,'-8'-33'10735'0'0,"6"51"-7859"0"0,1-14-2909 0 0,-3 36 704 0 0,3 1 0 0 0,0-1 0 0 0,9 62 0 0 0,-5-83-691 0 0,0 0 1 0 0,1-1-1 0 0,2 1 0 0 0,-1-1 0 0 0,2 0 1 0 0,1-1-1 0 0,0 1 0 0 0,1-1 1 0 0,18 25-1 0 0,-1-15-2474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4.02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 19 13827 0 0,'-9'-3'608'0'0,"2"2"128"0"0,3 0-584 0 0,2-1-152 0 0,2 1 0 0 0,1-2-952 0 0,2 1 592 0 0,1-1 184 0 0,2 2 40 0 0,2-1 8 0 0,1 2 0 0 0,1 2 128 0 0,0-1-64 0 0,-1 3 64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4.6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4 3225 0 0,'14'-4'14647'0'0,"-3"21"-10808"0"0,-5-3-4443 0 0,-1 14 851 0 0,-2 1-1 0 0,0-1 0 0 0,-3 57 1 0 0,0 3-2541 0 0,2-48-4862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6.38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 5 9674 0 0,'-3'-3'3625'0'0,"3"2"-3241"0"0,-3 2 576 0 0,-7 23-5265 0 0,7-16 4081 0 0,-1-1 224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6.7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9674 0 0,'14'43'5853'0'0,"-4"-12"-4614"0"0,38 149 2075 0 0,-1-2-6657 0 0,-41-161 1889 0 0,-1-1-210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7.1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20 344 3225 0 0,'-5'-18'468'0'0,"0"-1"1"0"0,2 0-1 0 0,0-1 0 0 0,1 1 1 0 0,1 0-1 0 0,0-1 1 0 0,2 1-1 0 0,0 0 0 0 0,1-1 1 0 0,1 1-1 0 0,1 0 1 0 0,8-25-1 0 0,-10 40-243 0 0,0 0 1 0 0,0-1-1 0 0,1 1 0 0 0,-1 0 1 0 0,1 0-1 0 0,0 0 0 0 0,0 1 1 0 0,1-1-1 0 0,-1 1 0 0 0,1-1 1 0 0,-1 1-1 0 0,1 0 0 0 0,0 1 1 0 0,0-1-1 0 0,0 1 0 0 0,1 0 1 0 0,-1 0-1 0 0,1 0 1 0 0,-1 0-1 0 0,1 1 0 0 0,-1-1 1 0 0,1 1-1 0 0,0 1 0 0 0,0-1 1 0 0,-1 1-1 0 0,1-1 0 0 0,0 1 1 0 0,0 1-1 0 0,0-1 0 0 0,0 1 1 0 0,-1 0-1 0 0,1 0 0 0 0,0 0 1 0 0,7 4-1 0 0,-10-4-211 0 0,0 0-1 0 0,0 0 1 0 0,0 0 0 0 0,0 0-1 0 0,-1 1 1 0 0,1-1 0 0 0,0 1-1 0 0,-1-1 1 0 0,1 1-1 0 0,-1-1 1 0 0,0 1 0 0 0,1 0-1 0 0,-1 0 1 0 0,0 0 0 0 0,0 0-1 0 0,0 0 1 0 0,0 0 0 0 0,-1 0-1 0 0,1 0 1 0 0,0 2 0 0 0,-1 1-39 0 0,1 0-1 0 0,-1-1 1 0 0,0 1 0 0 0,0-1 0 0 0,-1 1 0 0 0,1-1 0 0 0,-1 1 0 0 0,0-1 0 0 0,-2 6 0 0 0,-3 6-44 0 0,-1-1 0 0 0,0 0 0 0 0,-1 0 0 0 0,-12 16 0 0 0,-7 7 108 0 0,-32 50 848 0 0,53-77-505 0 0,0 1-1 0 0,1-1 1 0 0,0 1-1 0 0,0 0 1 0 0,2 0-1 0 0,-4 13 0 0 0,7-24-341 0 0,0 1-1 0 0,0-1 0 0 0,0 0 0 0 0,-1 1 0 0 0,1-1 0 0 0,1 0 0 0 0,-1 1 0 0 0,0-1 0 0 0,0 0 1 0 0,0 1-1 0 0,1-1 0 0 0,-1 0 0 0 0,1 1 0 0 0,-1-1 0 0 0,1 0 0 0 0,-1 1 0 0 0,1-1 0 0 0,0 0 1 0 0,-1 0-1 0 0,1 0 0 0 0,0 0 0 0 0,1 1 0 0 0,0 0 1 0 0,0-1 1 0 0,0 1-1 0 0,1-1 1 0 0,-1 0-1 0 0,0 0 1 0 0,1 0-1 0 0,-1 0 1 0 0,1 0-1 0 0,-1-1 1 0 0,1 1-1 0 0,2 0 1 0 0,10 0 45 0 0,0-1 1 0 0,-1 0-1 0 0,23-4 1 0 0,-19 3-1 0 0,17-1-633 0 0,48 4 0 0 0,-5 7-4606 0 0,-61-6 3649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7.3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 14 3225 0 0,'-25'-13'16769'0'0,"26"30"-16136"0"0,6 39 652 0 0,14 56 1 0 0,-16-91-1657 0 0,1 0 0 0 0,2-1 0 0 0,0 0 0 0 0,1 0 0 0 0,22 34 0 0 0,-19-35-7158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4.0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52 4145 0 0,'-5'-10'2286'0'0,"0"-1"1"0"0,-16-19 9624 0 0,21 50-11090 0 0,5 12-781 0 0,2 0 0 0 0,0-1 0 0 0,3 0-1 0 0,23 55 1 0 0,-24-66-19 0 0,2 1-1 0 0,1-1 1 0 0,0-1-1 0 0,1 0 0 0 0,1 0 1 0 0,1-2-1 0 0,24 24 1 0 0,-30-34-47 0 0,-1 0 0 0 0,1-1 0 0 0,0 0 0 0 0,0 0 0 0 0,0-1 0 0 0,1 0 0 0 0,0-1 0 0 0,0 0 0 0 0,14 4 0 0 0,-20-8 15 0 0,0 1-1 0 0,-1 0 1 0 0,1-1-1 0 0,0 0 1 0 0,0 0 0 0 0,-1 0-1 0 0,1 0 1 0 0,0 0-1 0 0,0-1 1 0 0,-1 0 0 0 0,1 0-1 0 0,0 0 1 0 0,-1 0-1 0 0,1 0 1 0 0,-1-1 0 0 0,0 1-1 0 0,1-1 1 0 0,-1 0-1 0 0,0 0 1 0 0,0-1 0 0 0,0 1-1 0 0,0 0 1 0 0,0-1 0 0 0,-1 0-1 0 0,1 0 1 0 0,-1 1-1 0 0,0-2 1 0 0,0 1 0 0 0,3-5-1 0 0,2-7-79 0 0,0 0 0 0 0,-1-1 0 0 0,-1 0 0 0 0,0 0-1 0 0,-1 0 1 0 0,-1-1 0 0 0,-1 1 0 0 0,1-21 0 0 0,-2-14-279 0 0,-7-71 1 0 0,-1 70 1210 0 0,5 47-246 0 0,5 32-289 0 0,1 12-288 0 0,1 1 1 0 0,3-1-1 0 0,1-1 1 0 0,2 1-1 0 0,2-2 1 0 0,1 0-1 0 0,19 36 1 0 0,-10-30-2540 0 0,-11-21-4401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4.3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8754 0 0,'3'1'6011'0'0,"4"8"-3000"0"0,6 15-1430 0 0,10 90-55 0 0,-3-15-4253 0 0,-14-75-3867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4.7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 81 4609 0 0,'-6'-5'7886'0'0,"29"-2"-6675"0"0,21-10 575 0 0,2 3 0 0 0,59-13 0 0 0,-77 23-2903 0 0,0 0 0 0 0,53 2 0 0 0,-62 3-4642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6.0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2 7546 0 0,'2'0'888'0'0,"3"7"257"0"0,3 9 386 0 0,-2 8-944 0 0,-3-8-340 0 0,0-1-1 0 0,1 1 1 0 0,1-1-1 0 0,0 0 1 0 0,2-1 0 0 0,-1 1-1 0 0,2-1 1 0 0,0 0-1 0 0,15 19 1 0 0,-17-26-211 0 0,42 44 259 0 0,-44-49-361 0 0,-1 1 0 0 0,0 0 0 0 0,1-1 0 0 0,0 1 0 0 0,-1-1 0 0 0,1 0 0 0 0,0-1 0 0 0,0 1 0 0 0,0 0 0 0 0,0-1 0 0 0,0 0 0 0 0,1 0 0 0 0,6 0 0 0 0,-8-1 14 0 0,0-1 0 0 0,0 1 0 0 0,0-1 0 0 0,0 0 1 0 0,0 0-1 0 0,0-1 0 0 0,0 1 0 0 0,-1 0 0 0 0,1-1 0 0 0,0 0 1 0 0,-1 0-1 0 0,1 0 0 0 0,-1 0 0 0 0,0 0 0 0 0,1 0 1 0 0,-1 0-1 0 0,0-1 0 0 0,0 1 0 0 0,-1-1 0 0 0,1 0 1 0 0,-1 1-1 0 0,1-1 0 0 0,0-3 0 0 0,4-6-55 0 0,-1-1 0 0 0,0 0 0 0 0,5-24 1 0 0,-6 12 179 0 0,-1 0 1 0 0,-1 0 0 0 0,-2-39 0 0 0,3 24 3454 0 0,-3 40-3490 0 0,7 12 921 0 0,6 13-122 0 0,4 15-150 0 0,-3-4-913 0 0,1-1 0 0 0,2 0 0 0 0,1-2 0 0 0,27 38 0 0 0,-29-51-5949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6.6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19 920 0 0,'0'0'67'0'0,"0"0"0"0"0,-1 0-1 0 0,1 0 1 0 0,0-1 0 0 0,0 1 0 0 0,0 0-1 0 0,-1 0 1 0 0,1 0 0 0 0,0 0 0 0 0,0 0-1 0 0,0 0 1 0 0,0 0 0 0 0,-1-1 0 0 0,1 1-1 0 0,0 0 1 0 0,0 0 0 0 0,0 0 0 0 0,0 0-1 0 0,0-1 1 0 0,-1 1 0 0 0,1 0 0 0 0,0 0-1 0 0,0 0 1 0 0,0-1 0 0 0,0 1 0 0 0,0 0-1 0 0,0 0 1 0 0,0 0 0 0 0,0-1 0 0 0,0 1-1 0 0,0 0 1 0 0,0 0 0 0 0,0 0 0 0 0,0-1-1 0 0,0 1 1 0 0,0 0 0 0 0,0 0 0 0 0,0-1-1 0 0,0 1 1 0 0,0 0 0 0 0,0 0 0 0 0,0 0-1 0 0,1-1 1 0 0,-1 1 0 0 0,0 0 0 0 0,0 0-1 0 0,0 0 1 0 0,0 0 0 0 0,0-1-1 0 0,0 1 1 0 0,1 0 0 0 0,-1 0 0 0 0,0 0-1 0 0,0 0 1 0 0,0 0 0 0 0,0-1 0 0 0,1 1-1 0 0,-1 0 1 0 0,0 0 0 0 0,18-1 6875 0 0,-7 1-4383 0 0,-3-2-2249 0 0,-1 0 0 0 0,1 1 0 0 0,-1-1 0 0 0,1 2 0 0 0,-1-1 0 0 0,1 1 0 0 0,0 0 0 0 0,-1 1 0 0 0,14 2 0 0 0,-18-2-285 0 0,1 0 1 0 0,-1 1-1 0 0,0-1 0 0 0,0 1 1 0 0,1 0-1 0 0,-1 0 0 0 0,0 0 0 0 0,-1 0 1 0 0,1 1-1 0 0,0-1 0 0 0,-1 1 1 0 0,1-1-1 0 0,-1 1 0 0 0,0 0 0 0 0,0 0 1 0 0,0 0-1 0 0,0 0 0 0 0,0 1 1 0 0,-1-1-1 0 0,0 0 0 0 0,1 1 1 0 0,0 5-1 0 0,1 5 57 0 0,0 0 0 0 0,-1 0 1 0 0,-1 1-1 0 0,-1-1 0 0 0,0 0 0 0 0,0 0 1 0 0,-5 25-1 0 0,0 6 616 0 0,5-44-631 0 0,0 0 0 0 0,-1 0 0 0 0,1 1 0 0 0,0-1 0 0 0,0 0 0 0 0,0 0 0 0 0,0 0 0 0 0,1 0 0 0 0,-1 0 0 0 0,0 0 0 0 0,0 0 0 0 0,1 1 0 0 0,-1-1 0 0 0,0 0 0 0 0,1 0 0 0 0,-1 0 0 0 0,1 0 0 0 0,-1 0 0 0 0,1-1 0 0 0,1 3 0 0 0,-1-3-37 0 0,0 1 0 0 0,-1-1 1 0 0,1 0-1 0 0,0 0 0 0 0,0 1 0 0 0,0-1 1 0 0,0 0-1 0 0,0 0 0 0 0,-1 0 0 0 0,1 0 1 0 0,0 0-1 0 0,0 0 0 0 0,0 0 0 0 0,0 0 0 0 0,0 0 1 0 0,-1-1-1 0 0,1 1 0 0 0,0 0 0 0 0,0-1 1 0 0,1 1-1 0 0,7-5-22 0 0,-1 0 0 0 0,0 0 1 0 0,15-12-1 0 0,-13 9-66 0 0,5-2-588 0 0,-1-1-225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7.4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29 7370 0 0,'8'0'971'0'0,"0"-2"0"0"0,0 1 0 0 0,0-1 1 0 0,14-6-1 0 0,-11 4-1077 0 0,-1 1-1 0 0,1 0 1 0 0,14-2-1 0 0,-23 5-118 0 0,0-1 0 0 0,1 1 0 0 0,-1 0-1 0 0,1 0 1 0 0,-1 1 0 0 0,1-1-1 0 0,-1 0 1 0 0,1 1 0 0 0,-1-1 0 0 0,0 1-1 0 0,1 0 1 0 0,-1 0 0 0 0,0 0 0 0 0,1 0-1 0 0,-1 0 1 0 0,0 1 0 0 0,0-1-1 0 0,0 0 1 0 0,2 3 0 0 0,-2-1 292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7.5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57 5985 0 0,'27'-12'4196'0'0,"41"-12"-2594"0"0,2 8-6151 0 0,-69 16 4435 0 0,15-4-1389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7.85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4 6913 0 0,'-23'-4'5921'0'0,"23"32"-1541"0"0,0-22-4858 0 0,4 28 869 0 0,1 1 1 0 0,2-1 0 0 0,13 37 0 0 0,-13-49-178 0 0,1-1 0 0 0,1-1 1 0 0,1 0-1 0 0,0 0 0 0 0,27 35 0 0 0,-35-52-384 0 0,0 0 0 0 0,1-1 0 0 0,-1 1 1 0 0,1-1-1 0 0,-1 0 0 0 0,1 0 0 0 0,0 0 0 0 0,0 0 0 0 0,6 3 0 0 0,-8-5 75 0 0,1 1-1 0 0,-1-1 1 0 0,1 1-1 0 0,-1-1 1 0 0,1 0-1 0 0,-1 0 1 0 0,1 0-1 0 0,-1 0 1 0 0,1 0-1 0 0,0 0 1 0 0,-1 0 0 0 0,1 0-1 0 0,-1 0 1 0 0,1-1-1 0 0,-1 1 1 0 0,1-1-1 0 0,-1 1 1 0 0,0-1-1 0 0,1 0 1 0 0,-1 1-1 0 0,1-1 1 0 0,-1 0-1 0 0,2-2 1 0 0,5-5-1116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8.05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0 6449 0 0,'-1'0'577'0'0,"-1"0"-465"0"0,6 4 1224 0 0,-2-1-600 0 0,-1 0 8 0 0,2 1-440 0 0,1 0-88 0 0,0 1-24 0 0,0 0 0 0 0,0 2-1280 0 0,0-2-264 0 0,-3 2-57 0 0,0-2 1 0 0,1-2 1104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8.4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11979 0 0,'7'22'6663'0'0,"0"34"-4777"0"0,20 146-2399 0 0,-25-187-289 0 0,1 8-6152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8.7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11979 0 0,'3'2'380'0'0,"1"0"1"0"0,-1 0 0 0 0,0 1 0 0 0,0-1 0 0 0,-1 1 0 0 0,1-1 0 0 0,0 1 0 0 0,-1 0-1 0 0,0 0 1 0 0,1 0 0 0 0,-1 1 0 0 0,2 4 0 0 0,1 2 45 0 0,-1 0 1 0 0,-1 0-1 0 0,1 1 1 0 0,1 12-1 0 0,2 19-35 0 0,1 62 0 0 0,-6-77-81 0 0,-2-24-341 0 0,11 106-320 0 0,-8-96-644 0 0,0 0 0 0 0,1-1 0 0 0,7 19 1 0 0,-3-16-4861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9.0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0 159 2304 0 0,'2'-7'281'0'0,"0"0"0"0"0,0 0 0 0 0,1 0 0 0 0,0 0 0 0 0,0 1 0 0 0,0-1 0 0 0,1 1 0 0 0,0 0 0 0 0,1 0 0 0 0,-1 0 0 0 0,11-9 0 0 0,-4 4 202 0 0,1 0 0 0 0,0 1-1 0 0,1 1 1 0 0,20-13 0 0 0,-31 21-399 0 0,-1 0 1 0 0,1 0 0 0 0,0 0 0 0 0,-1 1-1 0 0,1-1 1 0 0,0 0 0 0 0,0 1 0 0 0,0-1-1 0 0,0 1 1 0 0,-1-1 0 0 0,1 1-1 0 0,0 0 1 0 0,0 0 0 0 0,0 0 0 0 0,0 0-1 0 0,0 0 1 0 0,0 0 0 0 0,3 1-1 0 0,-3 0 17 0 0,-1 0 0 0 0,0 0-1 0 0,0 0 1 0 0,0 0 0 0 0,0 0 0 0 0,0 0-1 0 0,0 0 1 0 0,0 0 0 0 0,0 0-1 0 0,0 0 1 0 0,0 0 0 0 0,0 1-1 0 0,-1-1 1 0 0,1 0 0 0 0,-1 0-1 0 0,1 1 1 0 0,-1-1 0 0 0,1 1-1 0 0,-1 1 1 0 0,2 5 206 0 0,-2-1 1 0 0,1 1-1 0 0,-1 0 0 0 0,0 0 0 0 0,-1 0 1 0 0,0 0-1 0 0,-3 12 0 0 0,-21 54 689 0 0,-2 4-329 0 0,25-71-448 0 0,0 1-1 0 0,1 0 0 0 0,0 0 1 0 0,0-1-1 0 0,1 1 0 0 0,0 0 1 0 0,2 15-1 0 0,-1-21-112 0 0,-1 1 0 0 0,1-1 0 0 0,-1 0 0 0 0,1 0 1 0 0,0 0-1 0 0,0 0 0 0 0,0 0 0 0 0,0 0 0 0 0,0 0 0 0 0,0 0 0 0 0,0-1 0 0 0,1 1 0 0 0,-1 0 0 0 0,1-1 0 0 0,-1 1 1 0 0,1-1-1 0 0,0 0 0 0 0,0 1 0 0 0,-1-1 0 0 0,1 0 0 0 0,0 0 0 0 0,0 0 0 0 0,0 0 0 0 0,0 0 0 0 0,0-1 0 0 0,0 1 0 0 0,0 0 1 0 0,1-1-1 0 0,-1 0 0 0 0,0 1 0 0 0,0-1 0 0 0,0 0 0 0 0,3-1 0 0 0,9 0-15 0 0,-1 0-1 0 0,1-1 1 0 0,-1-1 0 0 0,19-6 0 0 0,2 0-592 0 0,-7 6-958 0 0,-9 2-3743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16.7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93 269 3225 0 0,'-5'-1'423'0'0,"-1"0"-1"0"0,0 1 1 0 0,0-1 0 0 0,0 1 0 0 0,0 0 0 0 0,1 1 0 0 0,-12 1-1 0 0,-14 1 3429 0 0,31-3-3818 0 0,0 0 0 0 0,0 0 1 0 0,-1 0-1 0 0,1 0 0 0 0,0 0 0 0 0,0 0 0 0 0,0 0 0 0 0,-1 0 0 0 0,1 0 0 0 0,0 0 0 0 0,0 0 1 0 0,0-1-1 0 0,-1 1 0 0 0,1 0 0 0 0,0 0 0 0 0,0 0 0 0 0,0 0 0 0 0,0 0 0 0 0,-1-1 1 0 0,1 1-1 0 0,0 0 0 0 0,0 0 0 0 0,0 0 0 0 0,0 0 0 0 0,0-1 0 0 0,-1 1 0 0 0,1 0 0 0 0,0 0 1 0 0,0 0-1 0 0,0-1 0 0 0,0 1 0 0 0,0 0 0 0 0,0 0 0 0 0,0-1 0 0 0,0 1 0 0 0,0 0 0 0 0,0-1 1 0 0,3-12 2407 0 0,11-19 2294 0 0,-11 25-4200 0 0,6-13-568 0 0,0 2-89 0 0,-1 0 0 0 0,0-1 0 0 0,-2 0 1 0 0,0-1-1 0 0,-1 0 0 0 0,-1 1 0 0 0,2-27 0 0 0,-4 32 871 0 0,1 33 440 0 0,-1-6-928 0 0,10 141 827 0 0,-2-12-830 0 0,-7-121-201 0 0,1-1 0 0 0,1 0 0 0 0,1 0-1 0 0,1 0 1 0 0,9 19 0 0 0,20 20 163 0 0,-28-47-504 0 0,1 1 0 0 0,-2-1 0 0 0,0 1 0 0 0,-1 1 0 0 0,5 13 0 0 0,-10-25-217 0 0,0 1 1 0 0,-1-1-1 0 0,0 1 0 0 0,1-1 1 0 0,-1 0-1 0 0,0 1 0 0 0,0-1 1 0 0,0 1-1 0 0,0-1 0 0 0,-1 1 1 0 0,1-1-1 0 0,-1 1 0 0 0,1-1 1 0 0,-3 4-1 0 0,-1 1-224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16.8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0 105 6449 0 0,'9'-12'6445'0'0,"-8"11"-6087"0"0,30-21 3584 0 0,-23 17-3445 0 0,53-28 2097 0 0,-20 11-3884 0 0,-23 13-5478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6.01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6913 0 0,'2'2'54'0'0,"0"1"-1"0"0,1-1 0 0 0,-1 1 0 0 0,1-1 0 0 0,0 0 0 0 0,0 0 0 0 0,0 0 0 0 0,0-1 0 0 0,0 1 0 0 0,0-1 0 0 0,0 1 0 0 0,6 0 0 0 0,2 3 35 0 0,77 35 1163 0 0,141 44 0 0 0,-110-44-954 0 0,140 42-379 0 0,-42-15 540 0 0,-62-14-390 0 0,521 162-54 0 0,502 134 30 0 0,-935-280-622 0 0,411 63 1 0 0,262-27-1103 0 0,-559-69 1629 0 0,268 32 790 0 0,904 84 1538 0 0,167-83-2085 0 0,-418-60-1038 0 0,-726-9 620 0 0,727-21 226 0 0,-1184 18-16 0 0,1817-86-2503 0 0,-1076 4 4419 0 0,-728 73-1097 0 0,330-46 4760 0 0,-412 54-5536 0 0,0-2 0 0 0,-1 0 0 0 0,0-2 0 0 0,-1-1 0 0 0,1-1 0 0 0,-2-1 0 0 0,1-1 0 0 0,-2-1 0 0 0,1-1 0 0 0,38-32 0 0 0,-57 42-159 0 0,0 0-1 0 0,0-1 1 0 0,-1 0-1 0 0,1 0 1 0 0,-1 0 0 0 0,0 0-1 0 0,0 0 1 0 0,-1-1-1 0 0,1 1 1 0 0,-1-1-1 0 0,-1 0 1 0 0,1 0-1 0 0,-1 0 1 0 0,0 0 0 0 0,0 0-1 0 0,0 0 1 0 0,-1-6-1 0 0,0 8-117 0 0,-1-1 0 0 0,1 1 0 0 0,-1 0 0 0 0,0 0 0 0 0,0 0-1 0 0,0 0 1 0 0,0 0 0 0 0,-1 0 0 0 0,1 0 0 0 0,-1 1 0 0 0,0-1 0 0 0,0 1 0 0 0,-1-1-1 0 0,1 1 1 0 0,-1-1 0 0 0,0 1 0 0 0,0 0 0 0 0,0 1 0 0 0,0-1 0 0 0,0 0 0 0 0,0 1-1 0 0,-1-1 1 0 0,1 1 0 0 0,-1 0 0 0 0,-4-1 0 0 0,-9-4 59 0 0,-3-2 177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6.69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70 1 8754 0 0,'-14'-1'3049'0'0,"12"11"-1665"0"0,16 20-986 0 0,-9-23-228 0 0,18 43 192 0 0,32 58-235 0 0,-49-98-124 0 0,0-1 0 0 0,1 0-1 0 0,0 0 1 0 0,0-1 0 0 0,1 0-1 0 0,0 0 1 0 0,0-1 0 0 0,14 10-1 0 0,-10-11-95 0 0,-11-6 133 0 0,0 0 0 0 0,0 1 1 0 0,-1-1-1 0 0,1 0 0 0 0,0 0 0 0 0,-1 0 1 0 0,1 1-1 0 0,-1-1 0 0 0,1 0 0 0 0,0 1 0 0 0,-1-1 1 0 0,1 0-1 0 0,-1 1 0 0 0,1-1 0 0 0,-1 1 1 0 0,1-1-1 0 0,-1 1 0 0 0,1-1 0 0 0,-1 1 0 0 0,1 0 1 0 0,-1-1-1 0 0,0 1 0 0 0,1-1 0 0 0,-1 1 1 0 0,0 0-1 0 0,1-1 0 0 0,-1 1 0 0 0,0 0 1 0 0,0-1-1 0 0,0 1 0 0 0,0 0 0 0 0,0-1 0 0 0,0 1 1 0 0,0 0-1 0 0,0 0 0 0 0,0-1 0 0 0,0 1 1 0 0,0 0-1 0 0,0-1 0 0 0,0 1 0 0 0,-1 0 1 0 0,1-1-1 0 0,0 1 0 0 0,0 0 0 0 0,-1-1 0 0 0,1 1 1 0 0,0-1-1 0 0,-1 1 0 0 0,1 0 0 0 0,-1-1 1 0 0,1 1-1 0 0,-1-1 0 0 0,1 1 0 0 0,-2 0 0 0 0,-139 237 2671 0 0,64-102-4269 0 0,45-82-4732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8.1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12 504 7370 0 0,'-3'-6'369'0'0,"1"0"1"0"0,1 0 0 0 0,-1 0 0 0 0,1-1-1 0 0,0 1 1 0 0,0-1 0 0 0,1 1 0 0 0,0-1-1 0 0,0 1 1 0 0,1-1 0 0 0,-1 1 0 0 0,1 0-1 0 0,1-1 1 0 0,-1 1 0 0 0,1 0 0 0 0,0 0-1 0 0,1 0 1 0 0,-1 0 0 0 0,1 0 0 0 0,0 0-1 0 0,6-6 1 0 0,-7 8-220 0 0,1 0 1 0 0,0 1-1 0 0,0 0 1 0 0,0 0-1 0 0,1-1 1 0 0,-1 2-1 0 0,1-1 0 0 0,0 0 1 0 0,0 1-1 0 0,-1 0 1 0 0,2 0-1 0 0,-1 0 0 0 0,0 0 1 0 0,0 1-1 0 0,1-1 1 0 0,-1 1-1 0 0,0 0 1 0 0,1 1-1 0 0,-1-1 0 0 0,1 1 1 0 0,-1 0-1 0 0,1 0 1 0 0,0 0-1 0 0,-1 0 0 0 0,1 1 1 0 0,-1 0-1 0 0,0 0 1 0 0,1 0-1 0 0,-1 0 1 0 0,8 5-1 0 0,-1-1-1 0 0,0 1 0 0 0,-1 1 0 0 0,0 0 0 0 0,0 1 0 0 0,-1-1 0 0 0,0 2 0 0 0,0-1 1 0 0,14 21-1 0 0,5 9 0 0 0,22 42 1 0 0,-18-27-4 0 0,-21-36-139 0 0,3 5-5 0 0,23 28-1 0 0,-34-45 0 0 0,1-1 0 0 0,0 1 0 0 0,0-1 0 0 0,1 0 0 0 0,0 0 0 0 0,-1-1 0 0 0,1 0 0 0 0,0 1 0 0 0,1-2 0 0 0,-1 1-1 0 0,11 3 1 0 0,-14-5 12 0 0,1-1 0 0 0,-1 1-1 0 0,0-1 1 0 0,1 0-1 0 0,-1 0 1 0 0,1 0-1 0 0,-1 0 1 0 0,0 0 0 0 0,1-1-1 0 0,-1 1 1 0 0,1-1-1 0 0,-1 0 1 0 0,0 0-1 0 0,0 1 1 0 0,0-1 0 0 0,1-1-1 0 0,1 0 1 0 0,0-1 19 0 0,1-1 1 0 0,-1 1-1 0 0,0-1 0 0 0,0 0 1 0 0,-1 0-1 0 0,1 0 1 0 0,3-6-1 0 0,2-5 47 0 0,-1 0 1 0 0,0-1-1 0 0,10-28 0 0 0,10-51-53 0 0,15-100 0 0 0,9-29-3297 0 0,-42 188 1120 0 0,0 0-4279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8.44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10 14283 0 0,'2'-10'1411'0'0,"-2"10"-1343"0"0,0 0 0 0 0,0 0 0 0 0,0 0 1 0 0,1 0-1 0 0,-1 0 0 0 0,0 0 0 0 0,0 0 1 0 0,1 0-1 0 0,-1 0 0 0 0,0 0 0 0 0,0 0 1 0 0,0 0-1 0 0,1 0 0 0 0,-1 0 0 0 0,0 0 0 0 0,0 0 1 0 0,0 1-1 0 0,1-1 0 0 0,-1 0 0 0 0,0 0 1 0 0,0 0-1 0 0,0 0 0 0 0,1 0 0 0 0,-1 0 1 0 0,0 1-1 0 0,0-1 0 0 0,0 0 0 0 0,0 0 0 0 0,0 0 1 0 0,1 0-1 0 0,-1 1 0 0 0,0-1 0 0 0,0 0 1 0 0,0 0-1 0 0,0 0 0 0 0,0 1 0 0 0,0-1 0 0 0,0 0 1 0 0,0 0-1 0 0,0 1 0 0 0,0-1 0 0 0,0 0 1 0 0,0 0-1 0 0,0 0 0 0 0,0 1 0 0 0,0-1 1 0 0,0 0-1 0 0,0 0 0 0 0,0 0 0 0 0,0 1 0 0 0,5 29 673 0 0,-2 0-1 0 0,-1 1 0 0 0,-3 35 0 0 0,5 55-801 0 0,-3-107-81 0 0,1 0 1 0 0,1 0-1 0 0,0 0 0 0 0,1 0 0 0 0,1-1 0 0 0,7 18 1 0 0,-10-28-254 0 0,-1-1 1 0 0,0 1 0 0 0,1-1 0 0 0,-1 1 0 0 0,1-1 0 0 0,0 0-1 0 0,0 0 1 0 0,0 0 0 0 0,0 0 0 0 0,4 4 0 0 0,1-5-1228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8.7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5 188 3225 0 0,'-1'-4'57'0'0,"0"-1"0"0"0,0 1 1 0 0,0-1-1 0 0,1 0 0 0 0,-1 1 1 0 0,1-1-1 0 0,1 1 0 0 0,-1-1 1 0 0,0 0-1 0 0,1 1 0 0 0,0-1 0 0 0,0 1 1 0 0,3-6-1 0 0,0 0 594 0 0,1 0 0 0 0,0 0 0 0 0,1 1 0 0 0,10-14 0 0 0,-12 18-278 0 0,0 0 0 0 0,1 0 0 0 0,-1 0 0 0 0,1 1 0 0 0,0-1 0 0 0,0 1 0 0 0,1 1 0 0 0,-1-1 0 0 0,1 1 0 0 0,12-6 0 0 0,-15 8-247 0 0,-1 0 0 0 0,1 0 0 0 0,-1 1 0 0 0,1-1 0 0 0,0 1 0 0 0,-1 0 0 0 0,1 0 0 0 0,0 0 0 0 0,-1 0 0 0 0,1 0 0 0 0,0 0 0 0 0,-1 1-1 0 0,1-1 1 0 0,0 1 0 0 0,-1 0 0 0 0,1 0 0 0 0,-1 0 0 0 0,1 0 0 0 0,-1 0 0 0 0,0 0 0 0 0,1 1 0 0 0,-1-1 0 0 0,0 1 0 0 0,0 0 0 0 0,0-1 0 0 0,0 1-1 0 0,0 0 1 0 0,0 0 0 0 0,2 4 0 0 0,0 1 22 0 0,1 0 0 0 0,-2 0 0 0 0,1 0 0 0 0,-1 0 0 0 0,0 1 0 0 0,0-1 0 0 0,-1 1 0 0 0,0 0 0 0 0,0 0 0 0 0,-1 0 0 0 0,0 0 0 0 0,0 0 0 0 0,-1 0 0 0 0,0 0 0 0 0,-1 0 0 0 0,-1 9 0 0 0,0-3 170 0 0,-2 1 1 0 0,0 0 0 0 0,0-1-1 0 0,-1 0 1 0 0,-1 0 0 0 0,-1 0 0 0 0,-13 21-1 0 0,18-33-235 0 0,1-1 0 0 0,0 1-1 0 0,1 0 1 0 0,-1-1-1 0 0,0 1 1 0 0,0 0 0 0 0,1-1-1 0 0,-1 1 1 0 0,1 0 0 0 0,-1 0-1 0 0,1 2 1 0 0,0-4-51 0 0,0 1-1 0 0,0-1 1 0 0,0 1 0 0 0,0-1 0 0 0,0 1 0 0 0,0-1-1 0 0,1 0 1 0 0,-1 1 0 0 0,0-1 0 0 0,0 1 0 0 0,0-1-1 0 0,1 0 1 0 0,-1 1 0 0 0,0-1 0 0 0,0 0-1 0 0,1 1 1 0 0,-1-1 0 0 0,0 0 0 0 0,1 0 0 0 0,-1 1-1 0 0,0-1 1 0 0,1 0 0 0 0,-1 0 0 0 0,1 0-1 0 0,-1 1 1 0 0,0-1 0 0 0,1 0 0 0 0,-1 0 0 0 0,1 0-1 0 0,5 0 85 0 0,-1 1-1 0 0,0-2 1 0 0,1 1 0 0 0,-1 0-1 0 0,0-1 1 0 0,6-2-1 0 0,-5 2-188 0 0,16-3 50 0 0,0 0 0 0 0,37 0 0 0 0,-9 10-1635 0 0,-43-4 596 0 0,0 1 0 0 0,1 0 0 0 0,-1 0 1 0 0,13 7-1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9.32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89 5529 0 0,'2'-4'431'0'0,"0"0"0"0"0,0 1-1 0 0,0 0 1 0 0,0-1 0 0 0,1 1-1 0 0,0 0 1 0 0,-1 0 0 0 0,1 1-1 0 0,0-1 1 0 0,6-4 0 0 0,38-23 2331 0 0,-40 27-2271 0 0,-4 0-252 0 0,0 1 0 0 0,1 0-1 0 0,0 1 1 0 0,-1-1 0 0 0,1 1-1 0 0,0-1 1 0 0,0 1 0 0 0,0 0 0 0 0,0 0-1 0 0,0 1 1 0 0,0-1 0 0 0,0 1-1 0 0,0 0 1 0 0,4 1 0 0 0,-5-1-157 0 0,-1 1 1 0 0,0 0-1 0 0,0 0 1 0 0,0 0-1 0 0,0 0 1 0 0,-1 0-1 0 0,1 0 1 0 0,0 0-1 0 0,0 1 1 0 0,-1-1-1 0 0,1 1 1 0 0,0-1-1 0 0,-1 1 1 0 0,0 0-1 0 0,1-1 1 0 0,-1 1-1 0 0,0 0 1 0 0,0 0-1 0 0,0 0 1 0 0,0 0-1 0 0,0 0 1 0 0,-1 0-1 0 0,1 0 1 0 0,0 0-1 0 0,-1 1 1 0 0,0-1-1 0 0,1 3 1 0 0,0 7-1 0 0,-1 1 0 0 0,0 0-1 0 0,0 0 1 0 0,-1 0 0 0 0,-1-1 0 0 0,0 1 0 0 0,-1-1 0 0 0,0 1 0 0 0,-7 15 0 0 0,4-10 290 0 0,1 1 0 0 0,-5 35 0 0 0,10-53-334 0 0,0-1 0 0 0,-1 1 0 0 0,1 0 0 0 0,0-1 0 0 0,0 1 0 0 0,0 0 0 0 0,0-1 0 0 0,0 1 1 0 0,1-1-1 0 0,-1 1 0 0 0,0 0 0 0 0,0-1 0 0 0,0 1 0 0 0,0-1 0 0 0,1 1 0 0 0,-1 0 0 0 0,0-1 0 0 0,1 1 0 0 0,-1-1 0 0 0,0 1 0 0 0,1-1 0 0 0,-1 1 0 0 0,0-1 1 0 0,1 1-1 0 0,-1-1 0 0 0,1 0 0 0 0,-1 1 0 0 0,1-1 0 0 0,0 1 0 0 0,1-1-4 0 0,-1 1 0 0 0,1-1 0 0 0,0 0 0 0 0,-1 0 0 0 0,1 0 0 0 0,-1 0 0 0 0,1 0-1 0 0,-1 0 1 0 0,1 0 0 0 0,0 0 0 0 0,2-2 0 0 0,45-18-53 0 0,-43 16 84 0 0,39-17-788 0 0,-28 13 38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9.63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14 10594 0 0,'-10'1'3867'0'0,"20"-5"-2165"0"0,21-5-1782 0 0,-29 9-236 0 0,1-1 0 0 0,-1 1-1 0 0,0 0 1 0 0,0 0 0 0 0,0 0-1 0 0,1 0 1 0 0,-1 0 0 0 0,0 1-1 0 0,0-1 1 0 0,1 0-1 0 0,-1 1 1 0 0,0 0 0 0 0,0 0-1 0 0,0 0 1 0 0,0 0 0 0 0,0 0-1 0 0,2 1 1 0 0,-4 1 201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9.7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62 5529 0 0,'48'-22'5931'0'0,"28"-13"-7722"0"0,-65 31 1572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0.3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7370 0 0,'10'24'5065'0'0,"-1"28"-2703"0"0,-7-37-1645 0 0,5 29 849 0 0,2 0 0 0 0,25 70 0 0 0,-25-88-1318 0 0,2-1-1 0 0,1-1 1 0 0,1 0 0 0 0,1 0-1 0 0,28 35 1 0 0,-40-58-703 0 0,4 7 430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0.53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 5985 0 0,'5'-1'3091'0'0,"12"-1"-692"0"0,-15 2-2436 0 0,-1 0 1 0 0,1 0-1 0 0,0 0 1 0 0,0 1-1 0 0,0-1 1 0 0,-1 0-1 0 0,1 1 1 0 0,0-1-1 0 0,0 1 0 0 0,-1 0 1 0 0,1-1-1 0 0,0 1 1 0 0,-1 0-1 0 0,1 0 1 0 0,-1 0-1 0 0,1 0 1 0 0,1 2-1 0 0,-1 0-385 0 0,1 0-1 0 0,-1 1 1 0 0,1-1 0 0 0,-1 1-1 0 0,0 0 1 0 0,0 0 0 0 0,-1-1-1 0 0,1 1 1 0 0,-1 0 0 0 0,0 0-1 0 0,0 0 1 0 0,1 8-1 0 0,1 12-1382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1.4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68 3225 0 0,'-1'0'235'0'0,"0"-1"1"0"0,1 0 0 0 0,-1 1-1 0 0,1-1 1 0 0,-1 0 0 0 0,0 0 0 0 0,1 1-1 0 0,-1-1 1 0 0,1 0 0 0 0,0 0-1 0 0,-1 0 1 0 0,1 0 0 0 0,0 1-1 0 0,0-1 1 0 0,-1 0 0 0 0,1 0-1 0 0,0 0 1 0 0,0 0 0 0 0,0 0-1 0 0,0 0 1 0 0,0 0 0 0 0,0 0 0 0 0,0 0-1 0 0,0 1 1 0 0,1-1 0 0 0,-1 0-1 0 0,1-1 1 0 0,0 0 172 0 0,0 0-1 0 0,0 0 1 0 0,1 0 0 0 0,-1 0-1 0 0,1 0 1 0 0,-1 1-1 0 0,1-1 1 0 0,0 0 0 0 0,-1 1-1 0 0,5-3 1 0 0,-1 1 73 0 0,0 0-1 0 0,0 1 1 0 0,0-1 0 0 0,1 1 0 0 0,-1 0-1 0 0,1 0 1 0 0,-1 1 0 0 0,11-2 0 0 0,-14 3-413 0 0,1 0 1 0 0,-1 0-1 0 0,1 0 1 0 0,0 0-1 0 0,-1 1 0 0 0,1-1 1 0 0,-1 1-1 0 0,0 0 1 0 0,1-1-1 0 0,-1 1 1 0 0,1 0-1 0 0,-1 0 1 0 0,0 1-1 0 0,0-1 1 0 0,0 0-1 0 0,0 1 1 0 0,0-1-1 0 0,0 1 0 0 0,0 0 1 0 0,0 0-1 0 0,2 3 1 0 0,-2-2-67 0 0,-1 0 0 0 0,1 1 0 0 0,-1-1 1 0 0,0 1-1 0 0,0-1 0 0 0,0 1 0 0 0,0 0 0 0 0,-1 0 1 0 0,1-1-1 0 0,-1 1 0 0 0,0 0 0 0 0,0 0 0 0 0,0-1 0 0 0,-2 5 1 0 0,0 6-83 0 0,-2 0 0 0 0,0 0 0 0 0,-7 17 0 0 0,7-20 68 0 0,0 0 1 0 0,0 0-1 0 0,1 0 0 0 0,0 1 0 0 0,1-1 0 0 0,-1 14 0 0 0,3-24 52 0 0,0 0-1 0 0,0-1 1 0 0,0 1 0 0 0,0 0 0 0 0,1 0 0 0 0,-1 0-1 0 0,0 0 1 0 0,0 0 0 0 0,0 0 0 0 0,1 0-1 0 0,-1 0 1 0 0,0 0 0 0 0,1 0 0 0 0,-1 0-1 0 0,1-1 1 0 0,-1 1 0 0 0,1 0 0 0 0,0 0 0 0 0,-1-1-1 0 0,1 1 1 0 0,0 0 0 0 0,-1 0 0 0 0,1-1-1 0 0,0 1 1 0 0,0-1 0 0 0,1 1 0 0 0,0 0 8 0 0,0 0 0 0 0,0-1 0 0 0,0 0 1 0 0,0 1-1 0 0,0-1 0 0 0,0 0 0 0 0,1 0 0 0 0,-1 0 1 0 0,0 0-1 0 0,0-1 0 0 0,4 0 0 0 0,6-2 39 0 0,0-1 0 0 0,-1-1-1 0 0,15-7 1 0 0,-22 10-67 0 0,43-20-2068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1.73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1 10138 0 0,'2'29'4356'0'0,"1"29"-1242"0"0,-7 88 0 0 0,0-87-4094 0 0,7 87-1 0 0,-1-134-488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2.0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4 252 3681 0 0,'-1'-10'184'0'0,"-1"-1"1"0"0,2 1 0 0 0,-1 0-1 0 0,2-1 1 0 0,1-11 0 0 0,-1 12 425 0 0,1-1 0 0 0,0 1 0 0 0,1 0 0 0 0,0-1 0 0 0,1 1 0 0 0,0 1 0 0 0,1-1 0 0 0,-1 1 0 0 0,2-1 0 0 0,0 1 0 0 0,0 1 0 0 0,0-1 0 0 0,1 1 0 0 0,13-12 0 0 0,-17 18-285 0 0,1-1 0 0 0,0 0 0 0 0,-1 1 0 0 0,1 0 0 0 0,0 0 0 0 0,1 0 0 0 0,-1 1 0 0 0,0-1 0 0 0,0 1 0 0 0,1 0 0 0 0,-1 0 0 0 0,0 1 0 0 0,1-1 0 0 0,6 1 0 0 0,-9 0-259 0 0,0 0 0 0 0,0 0 1 0 0,0 1-1 0 0,0-1 0 0 0,0 1 0 0 0,0-1 1 0 0,0 1-1 0 0,-1 0 0 0 0,1-1 0 0 0,0 1 1 0 0,0 0-1 0 0,-1 0 0 0 0,1 1 0 0 0,-1-1 1 0 0,1 0-1 0 0,-1 0 0 0 0,1 1 0 0 0,-1-1 1 0 0,0 1-1 0 0,1-1 0 0 0,-1 1 0 0 0,0 0 1 0 0,0-1-1 0 0,0 1 0 0 0,-1 0 0 0 0,1 0 1 0 0,0-1-1 0 0,-1 1 0 0 0,1 0 0 0 0,-1 0 1 0 0,1 0-1 0 0,-1 0 0 0 0,0 0 0 0 0,0 3 1 0 0,0 10-75 0 0,-2-1 0 0 0,1 1 1 0 0,-2-1-1 0 0,0 0 1 0 0,0 0-1 0 0,-1 0 1 0 0,-10 20-1 0 0,7-18 0 0 0,2 0-1 0 0,0 1 1 0 0,0-1-1 0 0,-3 30 1 0 0,8-45 33 0 0,0 1 0 0 0,0-1 0 0 0,0 0 0 0 0,0 1 1 0 0,0-1-1 0 0,0 0 0 0 0,0 1 0 0 0,0-1 0 0 0,0 0 0 0 0,1 0 0 0 0,-1 1 1 0 0,0-1-1 0 0,1 0 0 0 0,-1 0 0 0 0,1 1 0 0 0,0-1 0 0 0,-1 0 1 0 0,1 0-1 0 0,0 0 0 0 0,0 0 0 0 0,0 0 0 0 0,-1 0 0 0 0,1 0 0 0 0,0 0 1 0 0,0 0-1 0 0,1-1 0 0 0,-1 1 0 0 0,0 0 0 0 0,0-1 0 0 0,0 1 0 0 0,0-1 1 0 0,1 1-1 0 0,-1-1 0 0 0,0 1 0 0 0,0-1 0 0 0,1 0 0 0 0,-1 0 1 0 0,0 1-1 0 0,1-1 0 0 0,-1 0 0 0 0,3-1 0 0 0,6 1 96 0 0,1-1 0 0 0,-1-1 0 0 0,1 0 0 0 0,14-5 0 0 0,3 0-198 0 0,-16 5-239 0 0,0 1 1 0 0,0 1-1 0 0,22 2 0 0 0,12 4-3362 0 0,-23-2-2873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2.7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49 1376 0 0,'-9'-17'8468'0'0,"9"16"-7998"0"0,0 0 0 0 0,0 0 1 0 0,0 0-1 0 0,1-2 1 0 0,-1 1-188 0 0,1 1 0 0 0,-1 0 0 0 0,1 0 1 0 0,-1 0-1 0 0,1 0 0 0 0,0-1 1 0 0,0 1-1 0 0,0 0 0 0 0,-1 0 1 0 0,1 0-1 0 0,0 0 0 0 0,0 1 1 0 0,0-1-1 0 0,0 0 0 0 0,0 0 0 0 0,2 0 1 0 0,-1 0-203 0 0,-1 0 1 0 0,1 0 0 0 0,-1 0-1 0 0,1 1 1 0 0,0-1 0 0 0,0 1-1 0 0,-1-1 1 0 0,1 1 0 0 0,0 0-1 0 0,0-1 1 0 0,-1 1 0 0 0,1 0-1 0 0,0 0 1 0 0,0 0 0 0 0,0 1-1 0 0,-1-1 1 0 0,1 0 0 0 0,0 1-1 0 0,0-1 1 0 0,-1 1 0 0 0,1-1-1 0 0,0 1 1 0 0,-1 0 0 0 0,1 0-1 0 0,-1 0 1 0 0,1 0 0 0 0,-1 0-1 0 0,3 2 1 0 0,-1 1 10 0 0,1 1 0 0 0,-1 0-1 0 0,0 0 1 0 0,-1 0 0 0 0,1 1-1 0 0,-1-1 1 0 0,0 1 0 0 0,0-1-1 0 0,-1 1 1 0 0,2 11 0 0 0,2 65-124 0 0,-3-24 167 0 0,-2-54-56 0 0,0-1 0 0 0,0 0 0 0 0,1 0 0 0 0,-1 0 0 0 0,1 0 0 0 0,0 0 0 0 0,0 0 0 0 0,0 0 0 0 0,0 0 0 0 0,3 4 0 0 0,-3-6-30 0 0,0 0 1 0 0,0-1 0 0 0,1 1-1 0 0,-1-1 1 0 0,0 1 0 0 0,0-1-1 0 0,1 0 1 0 0,-1 1-1 0 0,0-1 1 0 0,1 0 0 0 0,-1 0-1 0 0,0 0 1 0 0,1 0 0 0 0,-1 0-1 0 0,0 0 1 0 0,1 0 0 0 0,-1-1-1 0 0,0 1 1 0 0,1 0-1 0 0,-1-1 1 0 0,0 1 0 0 0,0-1-1 0 0,1 1 1 0 0,-1-1 0 0 0,0 0-1 0 0,2-1 1 0 0,72-37 690 0 0,-23 11-2106 0 0,-15 11-4241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5.3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26 123 3225 0 0,'-20'-74'3949'0'0,"14"26"6621"0"0,14 86-7982 0 0,-1 3-2527 0 0,42 184 433 0 0,-43-203-455 0 0,2 0 0 0 0,1-1-1 0 0,0 0 1 0 0,1 0 0 0 0,2-1-1 0 0,0 0 1 0 0,27 33 0 0 0,-34-48-56 0 0,-1 0 0 0 0,1 0 1 0 0,0-1-1 0 0,0 0 1 0 0,1 0-1 0 0,-1 0 1 0 0,1 0-1 0 0,0-1 0 0 0,0 0 1 0 0,0 0-1 0 0,0-1 1 0 0,1 0-1 0 0,6 2 0 0 0,-9-3 4 0 0,0-1-1 0 0,0 0 1 0 0,0 1-1 0 0,0-2 1 0 0,0 1-1 0 0,0 0 1 0 0,1-1-1 0 0,-1 0 0 0 0,0 0 1 0 0,-1 0-1 0 0,1 0 1 0 0,0-1-1 0 0,0 1 1 0 0,0-1-1 0 0,-1 0 0 0 0,1 0 1 0 0,-1-1-1 0 0,0 1 1 0 0,1-1-1 0 0,-1 1 1 0 0,0-1-1 0 0,3-4 0 0 0,2-2-56 0 0,-1 0-1 0 0,-1 0 0 0 0,1-1 1 0 0,-1 0-1 0 0,-1 0 0 0 0,0-1 0 0 0,0 1 1 0 0,-1-1-1 0 0,-1 0 0 0 0,5-22 0 0 0,-3-2-40 0 0,-2-1-1 0 0,-1-42 0 0 0,-3 46 72 0 0,2 0 1 0 0,2 0-1 0 0,6-34 0 0 0,-8 64 54 0 0,-1 0-1 0 0,0 0 0 0 0,1 0 1 0 0,-1 0-1 0 0,1 0 1 0 0,0 0-1 0 0,0 1 1 0 0,-1-1-1 0 0,1 0 0 0 0,0 0 1 0 0,0 1-1 0 0,1-1 1 0 0,-1 1-1 0 0,0-1 1 0 0,2-1-1 0 0,-2 3 11 0 0,-1 0 1 0 0,0 0-1 0 0,1 0 1 0 0,-1 0-1 0 0,1-1 1 0 0,-1 1-1 0 0,0 0 1 0 0,1 0-1 0 0,-1 0 1 0 0,1 0-1 0 0,-1 0 1 0 0,0 0-1 0 0,1 1 0 0 0,-1-1 1 0 0,1 0-1 0 0,-1 0 1 0 0,0 0-1 0 0,1 0 1 0 0,-1 0-1 0 0,0 1 1 0 0,1-1-1 0 0,-1 0 1 0 0,0 0-1 0 0,1 0 0 0 0,0 1 1 0 0,10 16 750 0 0,98 226 944 0 0,-99-222-1829 0 0,-2-5 178 0 0,0 0 0 0 0,17 22 0 0 0,-23-34-183 0 0,1 0 1 0 0,0-1-1 0 0,0 0 0 0 0,1 1 0 0 0,-1-1 1 0 0,1 0-1 0 0,-1-1 0 0 0,1 1 0 0 0,0-1 1 0 0,0 0-1 0 0,0 1 0 0 0,0-2 0 0 0,0 1 1 0 0,1 0-1 0 0,4 0 0 0 0,7 0-1328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5.71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35 109 6913 0 0,'-2'0'256'0'0,"0"0"0"0"0,0-1 0 0 0,1 0 0 0 0,-1 1 0 0 0,0-1 0 0 0,0 0 0 0 0,1 0-1 0 0,-1 0 1 0 0,1 0 0 0 0,-1 0 0 0 0,1 0 0 0 0,-1-1 0 0 0,1 1 0 0 0,0 0 0 0 0,0-1-1 0 0,-1 1 1 0 0,1-1 0 0 0,0 1 0 0 0,0-1 0 0 0,1 1 0 0 0,-1-1 0 0 0,0 0 0 0 0,0 0-1 0 0,1 1 1 0 0,-1-1 0 0 0,1 0 0 0 0,0 0 0 0 0,-1 0 0 0 0,1 0 0 0 0,0 1 0 0 0,0-1-1 0 0,0 0 1 0 0,0 0 0 0 0,1 0 0 0 0,-1 0 0 0 0,0 0 0 0 0,1 1 0 0 0,-1-1 0 0 0,1 0-1 0 0,0 0 1 0 0,-1 1 0 0 0,1-1 0 0 0,0 0 0 0 0,0 1 0 0 0,0-1 0 0 0,0 1 0 0 0,1-1-1 0 0,-1 1 1 0 0,0 0 0 0 0,0-1 0 0 0,3 0 0 0 0,3-3-15 0 0,0 0 0 0 0,1 1 0 0 0,-1 0 0 0 0,1 1 0 0 0,0-1-1 0 0,14-2 1 0 0,-20 5-221 0 0,1 1 0 0 0,-1 0 0 0 0,1-1 0 0 0,-1 1 0 0 0,1 0 0 0 0,-1 1 0 0 0,1-1 0 0 0,-1 0 0 0 0,1 1 0 0 0,-1-1 0 0 0,0 1 0 0 0,1 0 0 0 0,-1 0 0 0 0,0 0 0 0 0,0 0 0 0 0,1 0 0 0 0,-1 0 0 0 0,0 1 0 0 0,0-1 0 0 0,0 1 0 0 0,0-1 0 0 0,-1 1 0 0 0,1 0 0 0 0,0 0 0 0 0,-1 0 0 0 0,1 0 0 0 0,1 4 0 0 0,2 3-25 0 0,-1 1 0 0 0,0 0 0 0 0,0 0 0 0 0,-1 1 0 0 0,0-1 0 0 0,-1 1 0 0 0,0-1 0 0 0,-1 1 0 0 0,0 0 0 0 0,-1 11 0 0 0,0-9 3 0 0,0-1 0 0 0,1 1 0 0 0,1-1 0 0 0,0 0 1 0 0,1 1-1 0 0,7 19 0 0 0,-9-31 5 0 0,-1 0 1 0 0,1 0-1 0 0,0 0 0 0 0,-1 0 1 0 0,1-1-1 0 0,0 1 0 0 0,0 0 1 0 0,0 0-1 0 0,-1 0 0 0 0,1-1 1 0 0,0 1-1 0 0,0 0 0 0 0,0-1 1 0 0,0 1-1 0 0,0-1 0 0 0,0 1 1 0 0,0-1-1 0 0,0 0 1 0 0,1 1-1 0 0,-1-1 0 0 0,0 0 1 0 0,0 0-1 0 0,0 0 0 0 0,0 0 1 0 0,0 0-1 0 0,1 0 0 0 0,-1 0 1 0 0,0 0-1 0 0,0 0 0 0 0,0-1 1 0 0,0 1-1 0 0,0 0 0 0 0,0-1 1 0 0,0 1-1 0 0,0 0 1 0 0,0-1-1 0 0,0 0 0 0 0,0 1 1 0 0,0-1-1 0 0,0 0 0 0 0,1 0 1 0 0,8-5 34 0 0,-1-1 1 0 0,0 0-1 0 0,10-10 1 0 0,-12 11-30 0 0,17-15-1537 0 0,38-25 1 0 0,-44 36-5620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5.9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 85 5529 0 0,'-6'0'6232'0'0,"20"-7"-2276"0"0,-8 4-4989 0 0,132-62 5478 0 0,-120 56-4810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8.9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22 125 7370 0 0,'2'-7'8521'0'0,"-8"16"-6713"0"0,-6 22-1398 0 0,9-11-157 0 0,1 0 0 0 0,1-1 0 0 0,1 1 0 0 0,1 0 0 0 0,0 0 0 0 0,8 35 0 0 0,-7-44-240 0 0,1 0-1 0 0,0 0 1 0 0,0-1 0 0 0,1 1 0 0 0,1-1-1 0 0,0 0 1 0 0,0 0 0 0 0,1 0-1 0 0,1 0 1 0 0,-1-1 0 0 0,1 0-1 0 0,1-1 1 0 0,11 11 0 0 0,-16-17-4 0 0,0 1 1 0 0,0-1-1 0 0,0 0 1 0 0,1 0-1 0 0,-1 0 0 0 0,1-1 1 0 0,0 1-1 0 0,-1-1 1 0 0,1 0-1 0 0,0 0 1 0 0,0 0-1 0 0,0 0 1 0 0,0-1-1 0 0,0 0 1 0 0,-1 1-1 0 0,1-1 1 0 0,0-1-1 0 0,0 1 1 0 0,0-1-1 0 0,0 1 1 0 0,0-1-1 0 0,0 0 1 0 0,0 0-1 0 0,-1-1 1 0 0,1 1-1 0 0,-1-1 1 0 0,1 0-1 0 0,-1 0 0 0 0,1 0 1 0 0,-1 0-1 0 0,0-1 1 0 0,0 1-1 0 0,4-5 1 0 0,-1 1 35 0 0,-1 0 1 0 0,0 0-1 0 0,0-1 1 0 0,0 1 0 0 0,0-1-1 0 0,-1 0 1 0 0,-1-1-1 0 0,1 1 1 0 0,-1-1-1 0 0,0 1 1 0 0,-1-1-1 0 0,0 0 1 0 0,0 0-1 0 0,0 0 1 0 0,0-13 0 0 0,-3 2-2 0 0,-1 0 0 0 0,-1-1 0 0 0,-1 1 0 0 0,0 0 0 0 0,-1 1 0 0 0,-14-33 0 0 0,-3 3-278 0 0,-34-57-1 0 0,40 82-1362 0 0,12 19 330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9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30 8754 0 0,'15'-5'7477'0'0,"16"-3"-4689"0"0,6 0-4000 0 0,-5 2-3314 0 0,-17 4-1177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9.4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39 8754 0 0,'4'0'360'0'0,"-1"0"-1"0"0,1 0 1 0 0,-1 0 0 0 0,1 0 0 0 0,-1 0-1 0 0,1-1 1 0 0,-1 0 0 0 0,1 0 0 0 0,-1 0-1 0 0,5-2 1 0 0,2 0 17 0 0,40-7-808 0 0,-1-4-5515 0 0,-34 9 3852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9.7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0 2761 0 0,'2'3'853'0'0,"0"0"1"0"0,0 0 0 0 0,0-1-1 0 0,0 1 1 0 0,0 1 0 0 0,-1-1 0 0 0,0 0-1 0 0,0 0 1 0 0,0 1 0 0 0,0-1-1 0 0,0 0 1 0 0,0 1 0 0 0,-1 3 0 0 0,1 52 2634 0 0,-1-25-1966 0 0,2-4-1183 0 0,2 0 1 0 0,0 0 0 0 0,2 0-1 0 0,15 41 1 0 0,-17-58-242 0 0,1-2 0 0 0,0 1 1 0 0,0 0-1 0 0,1-1 0 0 0,1 0 1 0 0,0-1-1 0 0,1 1 0 0 0,0-1 0 0 0,0-1 1 0 0,1 0-1 0 0,0 0 0 0 0,1 0 1 0 0,12 8-1 0 0,-19-15-329 0 0,1 0 0 0 0,-1 0 0 0 0,1 0 0 0 0,-1-1 0 0 0,1 1 0 0 0,0-1 0 0 0,0 1 0 0 0,-1-1 0 0 0,1-1 0 0 0,0 1 0 0 0,0 0 1 0 0,0-1-1 0 0,0 0 0 0 0,0 0 0 0 0,0 0 0 0 0,0-1 0 0 0,0 1 0 0 0,0-1 0 0 0,0 0 0 0 0,0 0 0 0 0,0 0 0 0 0,-1 0 0 0 0,1-1 0 0 0,0 0 0 0 0,-1 1 0 0 0,0-1 0 0 0,1-1 0 0 0,5-4 0 0 0,7-8-6690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9.9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28 7370 0 0,'4'-15'6956'0'0,"-4"14"-6768"0"0,1 1 0 0 0,-1 0 0 0 0,1 0 0 0 0,0-1 0 0 0,1 0-94 0 0,-1 0 0 0 0,1 0 1 0 0,-1 0-1 0 0,1 0 0 0 0,-1 0 1 0 0,1 0-1 0 0,0 0 0 0 0,0 1 0 0 0,0-1 1 0 0,-1 1-1 0 0,1-1 0 0 0,3 0 1 0 0,-3 2-259 0 0,1 0 0 0 0,-1 0 0 0 0,1 0 0 0 0,-1 0 0 0 0,0 0 0 0 0,0 0 0 0 0,0 1 0 0 0,1-1 0 0 0,-1 1 0 0 0,-1-1 0 0 0,1 1 0 0 0,0 0 0 0 0,0 0 0 0 0,-1 0 0 0 0,1 0 0 0 0,-1 0 0 0 0,2 3 0 0 0,5 5 147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0.3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 53 3681 0 0,'0'0'63'0'0,"0"0"-1"0"0,0 0 1 0 0,-1 0 0 0 0,1 0 0 0 0,0 0 0 0 0,-1 0 0 0 0,1 0-1 0 0,0 0 1 0 0,0 0 0 0 0,-1 0 0 0 0,1 0 0 0 0,0 0 0 0 0,-1 0-1 0 0,1-1 1 0 0,0 1 0 0 0,0 0 0 0 0,-1 0 0 0 0,1 0 0 0 0,0 0-1 0 0,0 0 1 0 0,-1-1 0 0 0,1 1 0 0 0,0 0 0 0 0,0 0-1 0 0,-1 0 1 0 0,1-1 0 0 0,0 1 0 0 0,0 0 0 0 0,0 0 0 0 0,0-1-1 0 0,-1 1 1 0 0,7-11 4922 0 0,-5 10-4827 0 0,1 0 0 0 0,-1 1 0 0 0,0-1 1 0 0,1 0-1 0 0,-1 0 0 0 0,0 0 1 0 0,1 0-1 0 0,-1 0 0 0 0,0-1 0 0 0,0 1 1 0 0,1-2-1 0 0,-1 2 104 0 0,3-2-83 0 0,-1 1-1 0 0,1-1 1 0 0,-1 1-1 0 0,1 0 0 0 0,0 0 1 0 0,0 1-1 0 0,0-1 1 0 0,0 1-1 0 0,0 0 1 0 0,0 0-1 0 0,0 0 0 0 0,1 0 1 0 0,-1 1-1 0 0,0 0 1 0 0,0 0-1 0 0,1 0 0 0 0,-1 0 1 0 0,0 1-1 0 0,0-1 1 0 0,1 1-1 0 0,-1 0 1 0 0,7 3-1 0 0,-8-2-44 0 0,0-1-1 0 0,0 1 1 0 0,0-1-1 0 0,0 1 1 0 0,0 0 0 0 0,-1 0-1 0 0,1 1 1 0 0,-1-1-1 0 0,1 1 1 0 0,-1-1 0 0 0,0 1-1 0 0,0 0 1 0 0,0-1-1 0 0,0 1 1 0 0,0 0 0 0 0,-1 0-1 0 0,1 1 1 0 0,-1-1 0 0 0,0 0-1 0 0,0 0 1 0 0,0 1-1 0 0,-1-1 1 0 0,1 0 0 0 0,-1 1-1 0 0,1-1 1 0 0,-1 7-1 0 0,-7 19 128 0 0,6-24-141 0 0,-1 0 0 0 0,1-1 0 0 0,0 1 0 0 0,0 0 0 0 0,1 0 0 0 0,-1 10 0 0 0,2-14-107 0 0,-1 0 1 0 0,0 0-1 0 0,1 0 1 0 0,-1 0-1 0 0,0 0 1 0 0,1 0-1 0 0,0 0 1 0 0,-1 0 0 0 0,1-1-1 0 0,-1 1 1 0 0,1 0-1 0 0,0 0 1 0 0,0 0-1 0 0,-1-1 1 0 0,1 1-1 0 0,0 0 1 0 0,0-1-1 0 0,0 1 1 0 0,0 0-1 0 0,0-1 1 0 0,0 0-1 0 0,0 1 1 0 0,0-1-1 0 0,0 1 1 0 0,0-1-1 0 0,0 0 1 0 0,0 0-1 0 0,0 0 1 0 0,0 0-1 0 0,0 1 1 0 0,0-1-1 0 0,0-1 1 0 0,1 1-1 0 0,-1 0 1 0 0,0 0-1 0 0,2-1 1 0 0,14-2-437 0 0,-1 0 1 0 0,1-1-1 0 0,-1-1 0 0 0,0-1 1 0 0,0 0-1 0 0,17-10 1 0 0,-15 7-6566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0.67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 0 9218 0 0,'0'0'150'0'0,"0"1"-1"0"0,0-1 1 0 0,-1 1-1 0 0,1-1 1 0 0,0 1 0 0 0,0-1-1 0 0,0 0 1 0 0,0 1 0 0 0,0-1-1 0 0,0 1 1 0 0,0-1 0 0 0,0 1-1 0 0,0-1 1 0 0,0 1-1 0 0,0-1 1 0 0,0 1 0 0 0,0-1-1 0 0,0 0 1 0 0,0 1 0 0 0,1-1-1 0 0,-1 1 1 0 0,0-1-1 0 0,0 0 1 0 0,0 1 0 0 0,1-1-1 0 0,-1 1 1 0 0,0-1 0 0 0,0 0-1 0 0,1 1 1 0 0,12 24 2390 0 0,-5-10-1015 0 0,-1 2-282 0 0,0 1 1 0 0,8 36-1 0 0,3 84 153 0 0,-1-1-1585 0 0,-11-114-858 0 0,0-11-2586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1.00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36 3249 0 0,'6'-4'212'0'0,"0"-1"0"0"0,0 2 0 0 0,0-1-1 0 0,0 1 1 0 0,1 0 0 0 0,-1 0 0 0 0,13-3 0 0 0,-15 4 152 0 0,-1 2 0 0 0,1-1-1 0 0,-1 0 1 0 0,1 1 0 0 0,0-1-1 0 0,-1 1 1 0 0,1 0 0 0 0,0 0-1 0 0,-1 1 1 0 0,1-1 0 0 0,0 1-1 0 0,-1-1 1 0 0,1 1 0 0 0,-1 1-1 0 0,1-1 1 0 0,-1 0 0 0 0,4 3-1 0 0,-6-3-243 0 0,0 0 0 0 0,0 0-1 0 0,0 0 1 0 0,0 0 0 0 0,0 0-1 0 0,0 1 1 0 0,0-1 0 0 0,0 1-1 0 0,-1-1 1 0 0,1 0-1 0 0,0 1 1 0 0,-1-1 0 0 0,1 1-1 0 0,-1-1 1 0 0,0 1 0 0 0,1 0-1 0 0,-1-1 1 0 0,0 1 0 0 0,0-1-1 0 0,0 1 1 0 0,0 0 0 0 0,0-1-1 0 0,-1 1 1 0 0,1-1-1 0 0,0 1 1 0 0,-1-1 0 0 0,0 3-1 0 0,-19 46 258 0 0,14-39-303 0 0,-20 33-39 0 0,21-37 150 0 0,0-1-1 0 0,1 1 1 0 0,0 1-1 0 0,0-1 1 0 0,0 1-1 0 0,1-1 1 0 0,0 1-1 0 0,1 0 1 0 0,-1 0-1 0 0,-1 14 1 0 0,5-21-91 0 0,-1 1-1 0 0,0-1 1 0 0,1 0 0 0 0,-1 0 0 0 0,1 0 0 0 0,-1 1-1 0 0,1-1 1 0 0,-1 0 0 0 0,1 0 0 0 0,0 0 0 0 0,0 0 0 0 0,-1 0-1 0 0,1 0 1 0 0,0 0 0 0 0,0 0 0 0 0,0 0 0 0 0,0-1 0 0 0,0 1-1 0 0,0 0 1 0 0,1-1 0 0 0,-1 1 0 0 0,0 0 0 0 0,0-1 0 0 0,0 0-1 0 0,1 1 1 0 0,-1-1 0 0 0,0 0 0 0 0,0 1 0 0 0,1-1 0 0 0,-1 0-1 0 0,0 0 1 0 0,0 0 0 0 0,1 0 0 0 0,-1 0 0 0 0,2-1-1 0 0,6 1 138 0 0,-1 0-1 0 0,1-1 1 0 0,14-3-1 0 0,7-3-1113 0 0,-1 1-1 0 0,44-2 0 0 0,-57 8-652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1.3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60 3945 0 0,'1'-2'214'0'0,"0"-1"0"0"0,0 0 0 0 0,0 1 0 0 0,0-1 0 0 0,0 1 0 0 0,1-1 1 0 0,-1 1-1 0 0,1 0 0 0 0,-1-1 0 0 0,1 1 0 0 0,0 0 0 0 0,0 0 0 0 0,0 0 0 0 0,0 0 0 0 0,3-1 0 0 0,-3 0 396 0 0,1 1-1 0 0,0 0 0 0 0,0 0 0 0 0,0 0 0 0 0,0 0 0 0 0,0 0 1 0 0,0 1-1 0 0,0 0 0 0 0,1-1 0 0 0,-1 1 0 0 0,6-1 0 0 0,-8 2-520 0 0,0 1-1 0 0,0-1 0 0 0,0 0 0 0 0,0 1 0 0 0,-1-1 0 0 0,1 1 1 0 0,0-1-1 0 0,0 1 0 0 0,0 0 0 0 0,0-1 0 0 0,0 1 1 0 0,-1 0-1 0 0,1-1 0 0 0,0 1 0 0 0,0 0 0 0 0,-1 0 0 0 0,1 0 1 0 0,-1 0-1 0 0,1 0 0 0 0,-1-1 0 0 0,1 1 0 0 0,-1 0 0 0 0,0 0 1 0 0,1 0-1 0 0,-1 0 0 0 0,0 0 0 0 0,0 1 0 0 0,1-1 0 0 0,-1 1 1 0 0,3 37 162 0 0,-3-32-88 0 0,-1 40 103 0 0,1 26 494 0 0,0-69-534 0 0,0 1 0 0 0,1-1 0 0 0,0 1-1 0 0,0-1 1 0 0,0 1 0 0 0,1-1 0 0 0,-1 1 0 0 0,1-1 0 0 0,0 0-1 0 0,0 0 1 0 0,1 0 0 0 0,2 4 0 0 0,-3-7-177 0 0,0 1 0 0 0,-1-1 1 0 0,1 0-1 0 0,0 0 0 0 0,-1 0 0 0 0,1 0 1 0 0,0-1-1 0 0,0 1 0 0 0,0 0 0 0 0,0-1 0 0 0,0 1 1 0 0,0-1-1 0 0,0 0 0 0 0,0 0 0 0 0,0 0 1 0 0,0 0-1 0 0,0 0 0 0 0,0 0 0 0 0,0 0 1 0 0,0 0-1 0 0,0-1 0 0 0,0 1 0 0 0,0-1 0 0 0,0 0 1 0 0,2-1-1 0 0,8-3-60 0 0,1 0 0 0 0,18-12-1 0 0,-22 12 81 0 0,47-31-1880 0 0,-37 22-5792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2.88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 72 5529 0 0,'-1'0'137'0'0,"1"0"-1"0"0,-1 0 1 0 0,0 0-1 0 0,1 0 1 0 0,-1 0-1 0 0,0 0 1 0 0,0 0-1 0 0,1 1 1 0 0,-1-1 0 0 0,1 0-1 0 0,-1 0 1 0 0,0 1-1 0 0,1-1 1 0 0,-1 0-1 0 0,0 0 1 0 0,1 1-1 0 0,-1-1 1 0 0,1 1-1 0 0,-1-1 1 0 0,1 1-1 0 0,-1-1 1 0 0,1 1-1 0 0,-1-1 1 0 0,1 1-1 0 0,0-1 1 0 0,-1 1 0 0 0,1-1-1 0 0,-1 1 1 0 0,1 0-1 0 0,0-1 1 0 0,0 1-1 0 0,0 0 1 0 0,-1-1-1 0 0,1 1 1 0 0,0 0-1 0 0,0-1 1 0 0,0 1-1 0 0,0 0 1 0 0,0-1-1 0 0,0 2 1 0 0,-2 27 1549 0 0,3-17-1434 0 0,1-1-1 0 0,1 0 0 0 0,0 0 1 0 0,0 0-1 0 0,1 0 0 0 0,0-1 1 0 0,1 0-1 0 0,0 1 0 0 0,12 16 1 0 0,-7-13-17 0 0,0 0 1 0 0,1 0-1 0 0,1-2 1 0 0,0 1-1 0 0,25 18 1 0 0,-34-28-239 0 0,0-1 0 0 0,1 0 1 0 0,-1 0-1 0 0,1-1 1 0 0,0 1-1 0 0,-1-1 1 0 0,1 0-1 0 0,0 0 0 0 0,0 0 1 0 0,0 0-1 0 0,0-1 1 0 0,0 1-1 0 0,-1-1 0 0 0,1 0 1 0 0,0 0-1 0 0,0 0 1 0 0,0-1-1 0 0,0 0 1 0 0,0 0-1 0 0,0 0 0 0 0,0 0 1 0 0,-1 0-1 0 0,1-1 1 0 0,0 1-1 0 0,-1-1 1 0 0,0 0-1 0 0,1 0 0 0 0,5-5 1 0 0,7-6-74 0 0,0-1 0 0 0,-1 0 0 0 0,-1-1 0 0 0,16-22 0 0 0,-18 24 65 0 0,1-5 206 0 0,0 0-1 0 0,-1-1 1 0 0,-1 0-1 0 0,0-1 1 0 0,-2 0 0 0 0,0 0-1 0 0,-1-1 1 0 0,-1 0-1 0 0,6-35 1 0 0,0 88 3351 0 0,2 2-3291 0 0,13 53-59 0 0,9 21-370 0 0,-30-91-835 0 0,1-1 0 0 0,11 18 0 0 0,-7-16-5924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3.2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25 39 1840 0 0,'-24'-23'11340'0'0,"40"13"-9928"0"0,-14 9-1300 0 0,0 0-1 0 0,1 1 0 0 0,-1-1 0 0 0,0 0 0 0 0,1 1 1 0 0,-1-1-1 0 0,0 1 0 0 0,1 0 0 0 0,-1-1 0 0 0,0 1 0 0 0,1 1 1 0 0,-1-1-1 0 0,1 0 0 0 0,-1 0 0 0 0,0 1 0 0 0,1-1 1 0 0,-1 1-1 0 0,0 0 0 0 0,0 0 0 0 0,1 0 0 0 0,2 2 0 0 0,-2-1-55 0 0,0 1 0 0 0,0 0 0 0 0,0 0 0 0 0,-1 0 0 0 0,1 0 0 0 0,-1 0 0 0 0,0 1 0 0 0,0-1 0 0 0,0 1 0 0 0,0-1-1 0 0,-1 1 1 0 0,2 3 0 0 0,2 12 170 0 0,-1-1-1 0 0,0 1 1 0 0,-2 0 0 0 0,1 22-1 0 0,-4-23 247 0 0,1-13-149 0 0,-1 1 1 0 0,1 0 0 0 0,1 0-1 0 0,-1 0 1 0 0,2 6 0 0 0,-2-12-298 0 0,0 1 1 0 0,0 0 0 0 0,1 0-1 0 0,-1-1 1 0 0,0 1 0 0 0,1 0 0 0 0,-1-1-1 0 0,0 1 1 0 0,1 0 0 0 0,-1-1-1 0 0,1 1 1 0 0,-1-1 0 0 0,1 1 0 0 0,-1-1-1 0 0,1 1 1 0 0,-1-1 0 0 0,1 1-1 0 0,0-1 1 0 0,-1 1 0 0 0,1-1 0 0 0,0 0-1 0 0,-1 1 1 0 0,1-1 0 0 0,0 0-1 0 0,0 0 1 0 0,-1 1 0 0 0,1-1 0 0 0,0 0-1 0 0,0 0 1 0 0,-1 0 0 0 0,1 0-1 0 0,0 0 1 0 0,0 0 0 0 0,-1 0 0 0 0,1 0-1 0 0,0-1 1 0 0,0 1 0 0 0,-1 0-1 0 0,1 0 1 0 0,0-1 0 0 0,-1 1 0 0 0,1 0-1 0 0,0-1 1 0 0,0 0 0 0 0,88-27-5321 0 0,-59 20 998 0 0,47-20 0 0 0,-60 19 1490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3.4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1 7370 0 0,'-1'0'262'0'0,"-2"3"1309"0"0,2-2-1309 0 0,1-1 0 0 0,-1 1 0 0 0,1 0 0 0 0,0-1 0 0 0,-1 1 0 0 0,1 0 0 0 0,0 0 0 0 0,-1-1 0 0 0,1 1 0 0 0,0 0-1 0 0,0 0 1 0 0,0 0 0 0 0,-1-1 0 0 0,1 1 0 0 0,0 1 0 0 0,1-1-98 0 0,-1-1 0 0 0,1 1-1 0 0,-1-1 1 0 0,1 1 0 0 0,-1-1-1 0 0,1 0 1 0 0,-1 1 0 0 0,1-1-1 0 0,0 1 1 0 0,-1-1 0 0 0,1 0 0 0 0,-1 0-1 0 0,1 0 1 0 0,0 1 0 0 0,-1-1-1 0 0,1 0 1 0 0,0 0 0 0 0,-1 0-1 0 0,1 0 1 0 0,0 0 0 0 0,0 0 0 0 0,49-5-1867 0 0,-39 4-2330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3.5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 4897 0 0,'0'1'-46'0'0,"6"27"11048"0"0,9-32-11812 0 0,-9 3 725 0 0,0-1 0 0 0,0-1-1 0 0,-1 1 1 0 0,1-1-1 0 0,-1 0 1 0 0,1 0 0 0 0,-1 0-1 0 0,5-5 1 0 0,-2-1 85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3.92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0 8290 0 0,'-5'8'7306'0'0,"3"5"-3504"0"0,5 19-1912 0 0,-1-17-1143 0 0,-1 52-516 0 0,0-16 101 0 0,8 57 1 0 0,-8-95-297 0 0,2 1 0 0 0,0-1 0 0 0,1 0 1 0 0,0 0-1 0 0,0 0 0 0 0,2 0 0 0 0,0-1 1 0 0,0 0-1 0 0,9 13 0 0 0,-13-22-86 0 0,0 0-1 0 0,-1-1 1 0 0,1 1 0 0 0,0-1-1 0 0,0 0 1 0 0,1 1 0 0 0,-1-1-1 0 0,0 0 1 0 0,1 0 0 0 0,-1-1-1 0 0,1 1 1 0 0,0 0 0 0 0,-1-1-1 0 0,1 1 1 0 0,0-1 0 0 0,0 0-1 0 0,0 0 1 0 0,0 0 0 0 0,0-1-1 0 0,0 1 1 0 0,0-1 0 0 0,0 0-1 0 0,1 1 1 0 0,-1-1 0 0 0,0-1 0 0 0,0 1-1 0 0,0 0 1 0 0,0-1 0 0 0,0 1-1 0 0,0-1 1 0 0,0 0 0 0 0,0 0-1 0 0,0 0 1 0 0,0-1 0 0 0,3-1-1 0 0,2-3-315 0 0,0 1 1 0 0,-1-1-1 0 0,0-1 0 0 0,0 1 0 0 0,0-1 0 0 0,-1 0 0 0 0,0-1 1 0 0,0 1-1 0 0,-1-1 0 0 0,7-14 0 0 0,0-2-6129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4.1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69 30 1840 0 0,'-10'-7'-422'0'0,"-14"-7"3734"0"0,22 13-2543 0 0,-1 0 1 0 0,1-1-1 0 0,0 1 1 0 0,0 1-1 0 0,-1-1 1 0 0,1 0-1 0 0,-17 0 7243 0 0,34 0-9305 0 0,-4 1-573 0 0,-3 0 668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4.4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13 1840 0 0,'12'-7'9388'0'0,"33"1"-3247"0"0,-43 7-6078 0 0,0-1 1 0 0,-1 0-1 0 0,1 0 1 0 0,0 1-1 0 0,0-1 0 0 0,-1 1 1 0 0,1-1-1 0 0,-1 1 0 0 0,1 0 1 0 0,0 0-1 0 0,-1 0 0 0 0,1 0 1 0 0,-1 0-1 0 0,0 0 1 0 0,1 0-1 0 0,-1 0 0 0 0,0 0 1 0 0,0 1-1 0 0,0-1 0 0 0,0 0 1 0 0,0 1-1 0 0,0-1 1 0 0,0 1-1 0 0,0-1 0 0 0,0 1 1 0 0,-1 0-1 0 0,1-1 0 0 0,-1 1 1 0 0,1 0-1 0 0,-1-1 0 0 0,1 4 1 0 0,1 8-141 0 0,-1 0-1 0 0,0-1 1 0 0,-2 21 0 0 0,1-8 266 0 0,0-19-77 0 0,0-1 0 0 0,1 0 0 0 0,0 0 0 0 0,0 0 0 0 0,0 0 0 0 0,0 0 0 0 0,1 0 0 0 0,0-1 0 0 0,3 9 0 0 0,-3-12-78 0 0,-1 1 0 0 0,0-1 0 0 0,1 1 0 0 0,-1-1 0 0 0,1 0 0 0 0,-1 0 0 0 0,1 1 0 0 0,0-1 0 0 0,-1 0 0 0 0,1 0 0 0 0,0 0 0 0 0,0-1 0 0 0,0 1 0 0 0,0 0 0 0 0,0-1 0 0 0,0 1 0 0 0,0-1 0 0 0,0 0 0 0 0,0 0 1 0 0,0 0-1 0 0,0 0 0 0 0,0 0 0 0 0,0 0 0 0 0,0 0 0 0 0,0 0 0 0 0,0-1 0 0 0,2 0 0 0 0,14-4-131 0 0,0-1-1 0 0,0 0 1 0 0,-1-2-1 0 0,30-16 1 0 0,-17 6-498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4.7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21 1 10594 0 0,'-3'3'332'0'0,"1"1"-1"0"0,0-1 1 0 0,0 1-1 0 0,0 0 1 0 0,0 0-1 0 0,0-1 1 0 0,1 1-1 0 0,0 0 0 0 0,0 1 1 0 0,0-1-1 0 0,0 0 1 0 0,1 0-1 0 0,-1 0 1 0 0,1 0-1 0 0,0 1 1 0 0,1-1-1 0 0,-1 0 1 0 0,1 0-1 0 0,0 4 1 0 0,12 83 3726 0 0,-5-45-3267 0 0,1 48 1 0 0,-9-77-2567 0 0,-1-1 0 0 0,0 1 0 0 0,-5 25 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5.1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1 108 2304 0 0,'-1'-3'84'0'0,"1"-1"0"0"0,0 0 0 0 0,0 1 0 0 0,1-1 0 0 0,-1 1 0 0 0,1-1-1 0 0,0-3 1 0 0,1 3 361 0 0,0 0 0 0 0,0 0 0 0 0,0 0 0 0 0,0 1 0 0 0,1-1 0 0 0,-1 1 0 0 0,1 0 0 0 0,0-1 0 0 0,0 1 0 0 0,0 0 0 0 0,0 1 0 0 0,0-1 0 0 0,1 1 0 0 0,0-1 0 0 0,4-1 0 0 0,-3 1 69 0 0,1-1 0 0 0,0 2 0 0 0,0-1-1 0 0,0 1 1 0 0,0 0 0 0 0,1 0 0 0 0,-1 1-1 0 0,0 0 1 0 0,1 0 0 0 0,-1 0 0 0 0,1 1-1 0 0,-1 0 1 0 0,9 1 0 0 0,-12-1-425 0 0,0 1 1 0 0,-1-1 0 0 0,1 1-1 0 0,-1 0 1 0 0,1 0-1 0 0,-1 0 1 0 0,1 0-1 0 0,-1 0 1 0 0,1 1-1 0 0,-1-1 1 0 0,0 1-1 0 0,0 0 1 0 0,0-1-1 0 0,0 1 1 0 0,0 0 0 0 0,0 0-1 0 0,0 0 1 0 0,-1 1-1 0 0,1-1 1 0 0,-1 0-1 0 0,0 1 1 0 0,1-1-1 0 0,-1 1 1 0 0,0-1-1 0 0,0 1 1 0 0,-1-1 0 0 0,1 1-1 0 0,0 0 1 0 0,-1-1-1 0 0,0 1 1 0 0,1 0-1 0 0,-1-1 1 0 0,-1 6-1 0 0,0 7-20 0 0,-1 1 0 0 0,-1-1 0 0 0,0 0-1 0 0,-1 0 1 0 0,-11 29 0 0 0,9-31 163 0 0,1 0 0 0 0,1 1 0 0 0,0 0 0 0 0,1 0 0 0 0,0 0 0 0 0,1 0 0 0 0,0 18 0 0 0,2-28-186 0 0,1-1-1 0 0,-1 0 1 0 0,1 0 0 0 0,-1 1 0 0 0,1-1-1 0 0,0 0 1 0 0,0 0 0 0 0,1 0 0 0 0,-1 0-1 0 0,1 0 1 0 0,-1 0 0 0 0,1 0 0 0 0,0 0-1 0 0,0-1 1 0 0,0 1 0 0 0,5 3-1 0 0,-3-3-12 0 0,0 0 1 0 0,0 0-1 0 0,1 0 0 0 0,-1-1 0 0 0,1 1 0 0 0,0-1 0 0 0,0-1 0 0 0,-1 1 0 0 0,11 1 0 0 0,0 0-347 0 0,1-2 1 0 0,-1 0-1 0 0,0-1 0 0 0,1-1 1 0 0,-1 0-1 0 0,18-4 1 0 0,-18 2-1777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5.43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 5065 0 0,'48'-9'5895'0'0,"-44"8"-5583"0"0,-1 0 0 0 0,0 1 0 0 0,1 0 1 0 0,-1 0-1 0 0,1 0 0 0 0,-1 0 0 0 0,1 1 1 0 0,-1-1-1 0 0,1 1 0 0 0,-1 0 0 0 0,0 0 1 0 0,1 0-1 0 0,-1 1 0 0 0,0-1 0 0 0,0 1 1 0 0,0-1-1 0 0,0 1 0 0 0,0 0 0 0 0,0 0 1 0 0,-1 0-1 0 0,1 1 0 0 0,0-1 0 0 0,-1 1 1 0 0,0 0-1 0 0,3 4 0 0 0,-1-1-216 0 0,-1 1-1 0 0,0 0 1 0 0,0 0-1 0 0,-1 1 1 0 0,0-1 0 0 0,0 1-1 0 0,0-1 1 0 0,-1 1-1 0 0,-1-1 1 0 0,1 14 0 0 0,-2 13 378 0 0,-1-23-255 0 0,2 0 1 0 0,0 1-1 0 0,0-1 0 0 0,1 1 1 0 0,0-1-1 0 0,4 14 0 0 0,-5-24-191 0 0,1 0 0 0 0,-1 1-1 0 0,1-1 1 0 0,0 0-1 0 0,-1 0 1 0 0,1 0-1 0 0,0 0 1 0 0,-1 0-1 0 0,1 0 1 0 0,0 0 0 0 0,0 0-1 0 0,0 0 1 0 0,0 0-1 0 0,0 0 1 0 0,0-1-1 0 0,0 1 1 0 0,0 0-1 0 0,0-1 1 0 0,1 1 0 0 0,-1-1-1 0 0,0 1 1 0 0,0-1-1 0 0,2 1 1 0 0,0-1-5 0 0,1 0 0 0 0,-1 0 1 0 0,0 0-1 0 0,0 0 0 0 0,0 0 0 0 0,0-1 1 0 0,0 1-1 0 0,0-1 0 0 0,5-2 0 0 0,4-3-35 0 0,0 1-1 0 0,0-2 1 0 0,15-11 0 0 0,6-6-111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0.3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305 248 2761 0 0,'-1'-7'357'0'0,"-1"0"0"0"0,1 0 0 0 0,0-1 0 0 0,1 1 0 0 0,0-13 0 0 0,1 13 387 0 0,-1 0 1 0 0,0-1-1 0 0,-1 1 1 0 0,0 0-1 0 0,-3-12 1 0 0,1 48 3863 0 0,-1 2-3705 0 0,5-25-805 0 0,0 0 1 0 0,0 0-1 0 0,0 0 1 0 0,0 0 0 0 0,1 0-1 0 0,0 0 1 0 0,0-1 0 0 0,1 1-1 0 0,0-1 1 0 0,0 1 0 0 0,0-1-1 0 0,5 6 1 0 0,-7-9-98 0 0,1-1-1 0 0,-1 1 1 0 0,1-1 0 0 0,0 0-1 0 0,-1 1 1 0 0,1-1 0 0 0,0 0 0 0 0,0 0-1 0 0,0 0 1 0 0,0 0 0 0 0,0 0-1 0 0,0 0 1 0 0,0-1 0 0 0,0 1 0 0 0,0-1-1 0 0,0 1 1 0 0,0-1 0 0 0,1 0-1 0 0,-1 0 1 0 0,0 0 0 0 0,0 0 0 0 0,0 0-1 0 0,1 0 1 0 0,-1-1 0 0 0,0 1-1 0 0,0-1 1 0 0,0 1 0 0 0,0-1 0 0 0,0 0-1 0 0,0 0 1 0 0,0 0 0 0 0,0 0 0 0 0,0 0-1 0 0,-1 0 1 0 0,1-1 0 0 0,0 1-1 0 0,2-3 1 0 0,0 0 65 0 0,0-1-1 0 0,1 0 0 0 0,-1 0 1 0 0,-1 0-1 0 0,1 0 1 0 0,-1 0-1 0 0,0-1 0 0 0,0 1 1 0 0,-1-1-1 0 0,1 0 1 0 0,-1 0-1 0 0,-1 0 1 0 0,1 0-1 0 0,-1 0 0 0 0,0 0 1 0 0,0-1-1 0 0,-1 1 1 0 0,0 0-1 0 0,0-1 0 0 0,0 1 1 0 0,-2-8-1 0 0,1 6-32 0 0,0 1 0 0 0,-1-1-1 0 0,0 1 1 0 0,0 0 0 0 0,0 0-1 0 0,-1-1 1 0 0,0 2 0 0 0,-1-1-1 0 0,1 0 1 0 0,-1 1 0 0 0,-1-1-1 0 0,1 1 1 0 0,-1 0 0 0 0,0 1-1 0 0,0-1 1 0 0,-1 1 0 0 0,-8-6-1 0 0,10 8-15 0 0,1 0 0 0 0,-1 1 0 0 0,0 0 0 0 0,-1 0 0 0 0,1 0 0 0 0,0 0 0 0 0,-1 1 0 0 0,1 0 0 0 0,0-1 0 0 0,-1 2 0 0 0,0-1 0 0 0,1 0 0 0 0,-1 1 0 0 0,1 0 1 0 0,-1 0-1 0 0,0 1 0 0 0,1-1 0 0 0,-1 1 0 0 0,1 0 0 0 0,-1 0 0 0 0,1 0 0 0 0,0 1 0 0 0,-1-1 0 0 0,1 1 0 0 0,0 0 0 0 0,0 0 0 0 0,0 1 0 0 0,0-1 0 0 0,0 1 0 0 0,1 0 0 0 0,-1 0 0 0 0,1 0 0 0 0,0 1 0 0 0,0-1 0 0 0,0 1 0 0 0,0-1 0 0 0,1 1 0 0 0,-1 0 0 0 0,1 0 0 0 0,0 0 0 0 0,-2 5 0 0 0,0 1 13 0 0,0 1 0 0 0,1-1 0 0 0,0 1 0 0 0,0 0 0 0 0,1-1 0 0 0,-2 23 0 0 0,4-31-31 0 0,0 0 1 0 0,0 0-1 0 0,0 1 0 0 0,0-1 0 0 0,0 0 1 0 0,1 0-1 0 0,-1 0 0 0 0,1 0 1 0 0,-1 0-1 0 0,1 1 0 0 0,0-1 1 0 0,0 0-1 0 0,0 0 0 0 0,0-1 1 0 0,0 1-1 0 0,0 0 0 0 0,0 0 1 0 0,1 0-1 0 0,-1-1 0 0 0,1 1 1 0 0,-1-1-1 0 0,1 1 0 0 0,0-1 1 0 0,-1 1-1 0 0,1-1 0 0 0,0 0 1 0 0,0 0-1 0 0,0 0 0 0 0,0 0 1 0 0,0 0-1 0 0,0-1 0 0 0,0 1 0 0 0,0-1 1 0 0,0 1-1 0 0,1-1 0 0 0,-1 0 1 0 0,0 1-1 0 0,0-1 0 0 0,0 0 1 0 0,1-1-1 0 0,2 1 0 0 0,3-1-1 0 0,1 0-1 0 0,-1-1 0 0 0,0 0 0 0 0,0 0 0 0 0,0-1 0 0 0,-1 0 0 0 0,1 0 0 0 0,0-1 0 0 0,-1 0 0 0 0,0 0 1 0 0,0-1-1 0 0,8-7 0 0 0,-13 11 6 0 0,1-1 0 0 0,-1 0 0 0 0,0 0 0 0 0,0-1 0 0 0,0 1 0 0 0,0 0 0 0 0,-1-1 0 0 0,1 1 0 0 0,0-1 0 0 0,-1 1 0 0 0,0-1 0 0 0,0 0 0 0 0,0 0 0 0 0,0 1 0 0 0,0-1 0 0 0,0 0 0 0 0,-1 0 0 0 0,1 0 0 0 0,-1 0 1 0 0,0 0-1 0 0,0 0 0 0 0,0 0 0 0 0,0 0 0 0 0,-1 0 0 0 0,1 0 0 0 0,-1 0 0 0 0,0 0 0 0 0,1 1 0 0 0,-1-1 0 0 0,-1 0 0 0 0,1 0 0 0 0,0 1 0 0 0,-1-1 0 0 0,1 1 0 0 0,-1-1 0 0 0,-3-3 0 0 0,2 2-3 0 0,0 0 0 0 0,0 1 0 0 0,0-1 0 0 0,-1 1 0 0 0,0-1 0 0 0,0 1 0 0 0,0 0 0 0 0,0 1 0 0 0,0-1 0 0 0,0 1 0 0 0,-1-1 0 0 0,1 1 0 0 0,-1 1 0 0 0,0-1 0 0 0,0 1 0 0 0,1-1 0 0 0,-1 2 0 0 0,0-1 0 0 0,0 0 0 0 0,0 1 0 0 0,0 0 0 0 0,0 0 0 0 0,-8 1 0 0 0,5 1 0 0 0,0 0 0 0 0,1 1 0 0 0,0-1 0 0 0,-1 1 0 0 0,1 1 0 0 0,0-1 0 0 0,1 1 0 0 0,-1 1 0 0 0,1-1 0 0 0,-1 1 0 0 0,1 0 0 0 0,1 1 0 0 0,-1-1 0 0 0,-6 9 0 0 0,-7 13-80 0 0,1 1 0 0 0,0 1 0 0 0,3 0 0 0 0,0 1 0 0 0,2 1 0 0 0,1 0 0 0 0,-13 57 0 0 0,23-81 73 0 0,1-1-1 0 0,0 0 1 0 0,0 0-1 0 0,1 0 1 0 0,0 0-1 0 0,0 1 1 0 0,0-1-1 0 0,1 0 1 0 0,0 0 0 0 0,2 8-1 0 0,-3-12 5 0 0,1 0 0 0 0,0 0 0 0 0,0 0 0 0 0,0 0 1 0 0,0 0-1 0 0,0-1 0 0 0,1 1 0 0 0,-1 0 0 0 0,0-1 0 0 0,1 1 0 0 0,-1-1 0 0 0,1 1 0 0 0,0-1 0 0 0,-1 0 0 0 0,1 0 0 0 0,0 0 0 0 0,0 0 0 0 0,0 0 1 0 0,0 0-1 0 0,0 0 0 0 0,0 0 0 0 0,0-1 0 0 0,0 1 0 0 0,0-1 0 0 0,0 0 0 0 0,0 1 0 0 0,0-1 0 0 0,0 0 0 0 0,0 0 0 0 0,0-1 0 0 0,0 1 0 0 0,0 0 1 0 0,3-1-1 0 0,5-1-12 0 0,0-1 1 0 0,0-1-1 0 0,-1 1 0 0 0,1-1 1 0 0,-1-1-1 0 0,0 0 1 0 0,0 0-1 0 0,0-1 1 0 0,-1 0-1 0 0,0 0 1 0 0,0-1-1 0 0,-1 0 1 0 0,12-13-1 0 0,-7 5 77 0 0,0 0 0 0 0,0-1 0 0 0,-2 0 0 0 0,0-1-1 0 0,-1 0 1 0 0,10-26 0 0 0,-14 29 15 0 0,-1-1 1 0 0,0 1-1 0 0,-1-1 1 0 0,-1 0-1 0 0,-1 0 1 0 0,0-29-1 0 0,-1 38-65 0 0,0 0-1 0 0,0 1 1 0 0,-1-1 0 0 0,0 0-1 0 0,0 0 1 0 0,-1 0 0 0 0,0 1-1 0 0,0-1 1 0 0,0 1 0 0 0,-1-1-1 0 0,1 1 1 0 0,-1 0 0 0 0,0 0-1 0 0,-1 0 1 0 0,1 0 0 0 0,-1 1-1 0 0,0-1 1 0 0,0 1-1 0 0,-1 0 1 0 0,-5-4 0 0 0,7 6-2 0 0,-1 1 1 0 0,1-1-1 0 0,0 1 0 0 0,-1 0 1 0 0,1 0-1 0 0,-1 0 0 0 0,1 1 1 0 0,-1-1-1 0 0,1 1 0 0 0,-1 0 1 0 0,1 0-1 0 0,-1 0 0 0 0,1 1 1 0 0,-1-1-1 0 0,1 1 0 0 0,-1 0 1 0 0,1 0-1 0 0,-1 0 0 0 0,1 0 1 0 0,0 0-1 0 0,0 1 1 0 0,-1 0-1 0 0,1-1 0 0 0,0 1 1 0 0,0 0-1 0 0,-3 4 0 0 0,-5 3 110 0 0,1-1 0 0 0,1 2 0 0 0,0-1 0 0 0,0 1 0 0 0,-13 21 0 0 0,14-19-121 0 0,0 1 1 0 0,1 0-1 0 0,1 1 1 0 0,0-1-1 0 0,1 1 0 0 0,1 0 1 0 0,-5 23-1 0 0,8-33-6 0 0,1 0 0 0 0,-1 0-1 0 0,1 0 1 0 0,0 0 0 0 0,0 0 0 0 0,0 0-1 0 0,0 0 1 0 0,1 0 0 0 0,0-1-1 0 0,-1 1 1 0 0,2 0 0 0 0,-1 0 0 0 0,0-1-1 0 0,1 1 1 0 0,-1 0 0 0 0,1-1-1 0 0,0 0 1 0 0,0 1 0 0 0,1-1 0 0 0,-1 0-1 0 0,1 0 1 0 0,-1 0 0 0 0,1 0-1 0 0,0-1 1 0 0,0 1 0 0 0,0-1 0 0 0,0 0-1 0 0,1 0 1 0 0,-1 0 0 0 0,1 0-1 0 0,-1 0 1 0 0,1-1 0 0 0,5 2 0 0 0,2 0-31 0 0,-1-1 1 0 0,0-1 0 0 0,1 0 0 0 0,-1 0 0 0 0,0-1 0 0 0,1 0 0 0 0,-1 0-1 0 0,1-2 1 0 0,-1 1 0 0 0,0-1 0 0 0,1-1 0 0 0,18-7 0 0 0,-12 4 12 0 0,0-2 0 0 0,-1 0 0 0 0,0-1 1 0 0,0-1-1 0 0,-1 0 0 0 0,22-20 1 0 0,-32 26 65 0 0,-1 0 0 0 0,0-1 0 0 0,1 0 0 0 0,-1 0 0 0 0,-1 0 1 0 0,1-1-1 0 0,-1 1 0 0 0,0-1 0 0 0,0 0 0 0 0,-1 0 0 0 0,0 0 1 0 0,3-11-1 0 0,-4 14-31 0 0,-1 1 0 0 0,0-1 0 0 0,0 1 0 0 0,0-1 1 0 0,0 1-1 0 0,0 0 0 0 0,-1-1 0 0 0,1 1 0 0 0,-1-1 0 0 0,0 1 1 0 0,1 0-1 0 0,-1-1 0 0 0,0 1 0 0 0,-1 0 0 0 0,1 0 1 0 0,0 0-1 0 0,0 0 0 0 0,-1 0 0 0 0,1 0 0 0 0,-1 0 0 0 0,0 0 1 0 0,0 1-1 0 0,1-1 0 0 0,-1 1 0 0 0,0-1 0 0 0,0 1 0 0 0,0 0 1 0 0,-1-1-1 0 0,1 1 0 0 0,0 0 0 0 0,0 1 0 0 0,-1-1 0 0 0,1 0 1 0 0,0 1-1 0 0,-5-2 0 0 0,0 2 19 0 0,1-1 0 0 0,0 1 1 0 0,0 0-1 0 0,-1 0 0 0 0,1 1 0 0 0,0 0 1 0 0,0 0-1 0 0,-1 0 0 0 0,1 1 0 0 0,0-1 1 0 0,1 2-1 0 0,-1-1 0 0 0,0 1 0 0 0,0 0 1 0 0,1 0-1 0 0,0 0 0 0 0,0 1 0 0 0,0 0 1 0 0,-5 4-1 0 0,-2 2 50 0 0,1 1 1 0 0,1-1-1 0 0,-1 2 1 0 0,2 0 0 0 0,0 0-1 0 0,-13 23 1 0 0,20-32-69 0 0,0 0 0 0 0,1 0 0 0 0,0 0 0 0 0,0 0 0 0 0,0 0 0 0 0,0 1 0 0 0,-1 3 0 0 0,2-5-110 0 0,0-1 1 0 0,0 0 0 0 0,0 1-1 0 0,0-1 1 0 0,1 0 0 0 0,-1 1-1 0 0,0-1 1 0 0,1 0 0 0 0,-1 1 0 0 0,1-1-1 0 0,-1 0 1 0 0,1 0 0 0 0,0 0-1 0 0,-1 1 1 0 0,1-1 0 0 0,0 0-1 0 0,0 0 1 0 0,0 0 0 0 0,0 0-1 0 0,1 1 1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1.0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151 105 8290 0 0,'-2'-1'47'0'0,"1"1"0"0"0,0 0 1 0 0,0 0-1 0 0,-1-1 1 0 0,1 1-1 0 0,0 0 0 0 0,-1 0 1 0 0,1 0-1 0 0,0 0 0 0 0,-1 1 1 0 0,1-1-1 0 0,0 0 0 0 0,-1 0 1 0 0,1 1-1 0 0,0-1 0 0 0,0 1 1 0 0,0-1-1 0 0,-1 1 1 0 0,1 0-1 0 0,0-1 0 0 0,0 1 1 0 0,0 0-1 0 0,0 0 0 0 0,0 0 1 0 0,0 0-1 0 0,-1 1 0 0 0,0 2 99 0 0,0 0-1 0 0,1-1 0 0 0,0 1 1 0 0,-1 0-1 0 0,1 1 1 0 0,0-1-1 0 0,0 5 0 0 0,1-7-38 0 0,-2 8 170 0 0,2-1 0 0 0,-1 1 0 0 0,1 0 0 0 0,0-1 0 0 0,1 1 0 0 0,0 0 0 0 0,1-1 0 0 0,0 1 0 0 0,1-1-1 0 0,-1 0 1 0 0,2 1 0 0 0,-1-1 0 0 0,7 10 0 0 0,-8-16-220 0 0,0 1-1 0 0,0-1 1 0 0,0 0-1 0 0,1 0 1 0 0,-1 0-1 0 0,1 0 1 0 0,0 0-1 0 0,0 0 1 0 0,0-1-1 0 0,0 0 1 0 0,0 1-1 0 0,0-1 1 0 0,1 0-1 0 0,-1-1 1 0 0,1 1-1 0 0,0 0 1 0 0,-1-1-1 0 0,1 0 1 0 0,0 0-1 0 0,0 0 1 0 0,0-1-1 0 0,-1 1 1 0 0,1-1-1 0 0,0 0 1 0 0,0 0-1 0 0,0 0 1 0 0,0 0-1 0 0,0-1 1 0 0,0 0-1 0 0,0 1 1 0 0,-1-2-1 0 0,1 1 1 0 0,0 0-1 0 0,6-4 1 0 0,-5 3 8 0 0,0-1 1 0 0,0 0-1 0 0,0 1 1 0 0,-1-2-1 0 0,0 1 1 0 0,1 0-1 0 0,-1-1 0 0 0,0 0 1 0 0,-1 0-1 0 0,1 0 1 0 0,-1 0-1 0 0,0 0 1 0 0,0-1-1 0 0,0 0 0 0 0,2-5 1 0 0,-2 3-24 0 0,0 0 0 0 0,-1-1 0 0 0,0 1 0 0 0,-1-1 0 0 0,0 1 0 0 0,0-1 0 0 0,0 0-1 0 0,-1 1 1 0 0,0-1 0 0 0,-1-8 0 0 0,-1 6-23 0 0,1 0 0 0 0,-1-1 0 0 0,-1 1 0 0 0,0 0 0 0 0,-1 0 0 0 0,1 0 0 0 0,-2 1 0 0 0,0-1 0 0 0,0 1-1 0 0,0 0 1 0 0,-1 1 0 0 0,-1-1 0 0 0,1 1 0 0 0,-1 0 0 0 0,-16-13 0 0 0,20 19-16 0 0,0 0 0 0 0,0 0 0 0 0,0 0-1 0 0,0 0 1 0 0,0 1 0 0 0,-1 0 0 0 0,1-1 0 0 0,-1 1 0 0 0,1 1 0 0 0,-1-1 0 0 0,0 0-1 0 0,1 1 1 0 0,-1 0 0 0 0,1-1 0 0 0,-1 1 0 0 0,0 1 0 0 0,-3 0 0 0 0,1 0 26 0 0,0 1 0 0 0,0 0 0 0 0,0 0 0 0 0,0 0 0 0 0,0 1 1 0 0,1 0-1 0 0,-1 0 0 0 0,1 1 0 0 0,-6 4 0 0 0,-1 3 27 0 0,0-1 0 0 0,1 2 0 0 0,1-1 0 0 0,0 2 0 0 0,0-1 0 0 0,1 1 0 0 0,-7 16 0 0 0,11-20-56 0 0,1 0 0 0 0,0 0 0 0 0,1 0 0 0 0,0 0 0 0 0,1 1 0 0 0,0-1 0 0 0,-2 18 0 0 0,4-25-5 0 0,0 1 0 0 0,0-1-1 0 0,0 0 1 0 0,0 1 0 0 0,0-1 0 0 0,1 0-1 0 0,-1 1 1 0 0,1-1 0 0 0,-1 0 0 0 0,1 0-1 0 0,0 1 1 0 0,0-1 0 0 0,0 0 0 0 0,0 0-1 0 0,0 0 1 0 0,1 0 0 0 0,-1 0 0 0 0,1-1 0 0 0,-1 1-1 0 0,1 0 1 0 0,-1 0 0 0 0,1-1 0 0 0,0 1-1 0 0,0-1 1 0 0,0 0 0 0 0,0 0 0 0 0,0 1-1 0 0,0-1 1 0 0,0 0 0 0 0,0-1 0 0 0,1 1-1 0 0,-1 0 1 0 0,0-1 0 0 0,0 1 0 0 0,1-1 0 0 0,-1 0-1 0 0,3 1 1 0 0,5-1 24 0 0,1-1-1 0 0,-1 0 0 0 0,0 0 1 0 0,0-1-1 0 0,0 0 1 0 0,0-1-1 0 0,0 0 0 0 0,0 0 1 0 0,-1-1-1 0 0,1-1 1 0 0,-1 1-1 0 0,0-1 1 0 0,-1-1-1 0 0,9-6 0 0 0,-11 7 47 0 0,0 0 0 0 0,-1 0 0 0 0,1-1 0 0 0,-1 1 0 0 0,0-1 0 0 0,0 0 0 0 0,-1-1-1 0 0,7-11 1 0 0,-10 13-12 0 0,1 1 0 0 0,0 0 0 0 0,-1-1 0 0 0,0 0-1 0 0,0 1 1 0 0,0-1 0 0 0,0 0 0 0 0,-1 1 0 0 0,0-1-1 0 0,0 0 1 0 0,0 0 0 0 0,0 1 0 0 0,-1-1 0 0 0,-2-8-1 0 0,2 10-34 0 0,1 0-1 0 0,-1 0 0 0 0,0 0 1 0 0,0 1-1 0 0,0-1 0 0 0,-1 0 0 0 0,1 1 1 0 0,0-1-1 0 0,-1 1 0 0 0,0 0 0 0 0,0-1 1 0 0,1 1-1 0 0,-1 0 0 0 0,-1 0 1 0 0,1 0-1 0 0,0 0 0 0 0,0 1 0 0 0,-1-1 1 0 0,1 0-1 0 0,-1 1 0 0 0,1 0 0 0 0,-1 0 1 0 0,0-1-1 0 0,1 2 0 0 0,-1-1 1 0 0,0 0-1 0 0,0 0 0 0 0,0 1 0 0 0,1 0 1 0 0,-1-1-1 0 0,0 1 0 0 0,-4 1 0 0 0,1 0-40 0 0,-1 0-1 0 0,1 0 0 0 0,-1 1 1 0 0,1 0-1 0 0,0 1 0 0 0,0-1 1 0 0,0 1-1 0 0,0 0 0 0 0,0 1 1 0 0,1 0-1 0 0,-1-1 0 0 0,1 2 1 0 0,-5 4-1 0 0,-13 16-1230 0 0,3 4-3425 0 0,2 5-1797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1.9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130 288 6913 0 0,'0'1'54'0'0,"0"0"-1"0"0,-1 0 0 0 0,1 0 0 0 0,0 0 0 0 0,0 0 0 0 0,0 0 1 0 0,1 0-1 0 0,-1 0 0 0 0,0 0 0 0 0,0-1 0 0 0,0 1 1 0 0,1 0-1 0 0,-1 0 0 0 0,0 0 0 0 0,1 0 0 0 0,-1 0 0 0 0,1 0 1 0 0,-1 0-1 0 0,1-1 0 0 0,0 2 0 0 0,15 21 658 0 0,-14-21-431 0 0,1 2 8 0 0,0 0 0 0 0,0 0 0 0 0,1-1 0 0 0,0 1 0 0 0,0-1 0 0 0,0 0 0 0 0,0 0 0 0 0,0-1 0 0 0,0 1 0 0 0,9 2 0 0 0,-12-4-207 0 0,0-1 0 0 0,0 1 0 0 0,0-1 1 0 0,0 0-1 0 0,0 0 0 0 0,0 0 0 0 0,0 1 0 0 0,1-1 0 0 0,-1 0 0 0 0,0 0 0 0 0,0-1 0 0 0,0 1 1 0 0,0 0-1 0 0,0 0 0 0 0,0 0 0 0 0,0-1 0 0 0,0 1 0 0 0,1-1 0 0 0,-1 1 0 0 0,1-2 0 0 0,-1 1-60 0 0,0 0 0 0 0,0 0 0 0 0,0-1 0 0 0,0 1 0 0 0,0-1-1 0 0,0 1 1 0 0,0-1 0 0 0,-1 1 0 0 0,1-1 0 0 0,-1 1 0 0 0,1-1-1 0 0,-1 0 1 0 0,0 1 0 0 0,1-1 0 0 0,-1 0 0 0 0,0 1 0 0 0,0-1 0 0 0,0-2-1 0 0,-1-2 62 0 0,0 0 0 0 0,1 0 0 0 0,-2 0 0 0 0,1 0-1 0 0,-1 0 1 0 0,0 0 0 0 0,0 1 0 0 0,0-1 0 0 0,-1 1-1 0 0,0-1 1 0 0,0 1 0 0 0,-1 0 0 0 0,1 0 0 0 0,-1 1-1 0 0,0-1 1 0 0,0 1 0 0 0,-9-7 0 0 0,11 9-67 0 0,-1 0 1 0 0,1 0-1 0 0,-1 0 0 0 0,0 1 1 0 0,1-1-1 0 0,-1 1 0 0 0,0 0 1 0 0,0-1-1 0 0,0 2 0 0 0,0-1 1 0 0,0 0-1 0 0,0 0 0 0 0,0 1 1 0 0,0 0-1 0 0,0 0 0 0 0,-1 0 1 0 0,1 0-1 0 0,0 0 0 0 0,0 0 1 0 0,0 1-1 0 0,0 0 0 0 0,0-1 0 0 0,0 1 1 0 0,0 0-1 0 0,0 1 0 0 0,0-1 1 0 0,0 0-1 0 0,1 1 0 0 0,-1-1 1 0 0,1 1-1 0 0,-1 0 0 0 0,1 0 1 0 0,-1 0-1 0 0,1 0 0 0 0,-4 5 1 0 0,-3 7 78 0 0,-1 0 0 0 0,2 0 0 0 0,0 1 1 0 0,0 0-1 0 0,1 1 0 0 0,1 0 0 0 0,1 0 0 0 0,0 0 0 0 0,1 0 1 0 0,1 1-1 0 0,1 0 0 0 0,-1 21 0 0 0,3-35-92 0 0,-1 0 0 0 0,1 0-1 0 0,0 0 1 0 0,0 0 0 0 0,1 0 0 0 0,-1 0-1 0 0,1 0 1 0 0,-1 0 0 0 0,1 0 0 0 0,0 0-1 0 0,0 0 1 0 0,0-1 0 0 0,0 1 0 0 0,1 0-1 0 0,-1-1 1 0 0,1 1 0 0 0,0-1 0 0 0,2 4-1 0 0,-2-5-1 0 0,0 0 0 0 0,0 0 0 0 0,1 0-1 0 0,-1 0 1 0 0,0 0 0 0 0,0-1 0 0 0,0 1-1 0 0,1-1 1 0 0,-1 0 0 0 0,0 1-1 0 0,1-1 1 0 0,-1 0 0 0 0,0 0 0 0 0,1 0-1 0 0,-1-1 1 0 0,0 1 0 0 0,1-1 0 0 0,-1 1-1 0 0,0-1 1 0 0,0 0 0 0 0,0 1 0 0 0,1-1-1 0 0,-1 0 1 0 0,2-2 0 0 0,17-9 95 0 0,0 0 0 0 0,-2-1 0 0 0,1-1 0 0 0,-2-1 1 0 0,0-1-1 0 0,0 0 0 0 0,-2-1 0 0 0,0-1 0 0 0,-1-1 1 0 0,-1 0-1 0 0,-1 0 0 0 0,0-2 0 0 0,-2 0 0 0 0,0 0 0 0 0,-2-1 1 0 0,0 0-1 0 0,-1 0 0 0 0,4-25 0 0 0,-10 39 41 0 0,-1-1 1 0 0,0 1-1 0 0,-1-1 0 0 0,0 1 1 0 0,0-1-1 0 0,-1 0 0 0 0,0 1 1 0 0,0-1-1 0 0,-1 1 0 0 0,0 0 1 0 0,-6-15-1 0 0,7 21-105 0 0,-1-1 0 0 0,1 0-1 0 0,-1 1 1 0 0,1-1 0 0 0,-1 1 0 0 0,0-1 0 0 0,0 1-1 0 0,0 0 1 0 0,0 0 0 0 0,-1 0 0 0 0,1 0 0 0 0,-1 0-1 0 0,1 1 1 0 0,-1-1 0 0 0,1 1 0 0 0,-1-1 0 0 0,0 1-1 0 0,0 0 1 0 0,0 0 0 0 0,0 0 0 0 0,0 0 0 0 0,0 1-1 0 0,0-1 1 0 0,0 1 0 0 0,0 0 0 0 0,0 0 0 0 0,0 0-1 0 0,0 0 1 0 0,0 1 0 0 0,0-1 0 0 0,0 1 0 0 0,0-1-1 0 0,0 1 1 0 0,0 0 0 0 0,-5 3 0 0 0,0 0-18 0 0,-1 0 0 0 0,1 0 1 0 0,0 1-1 0 0,0 0 0 0 0,1 0 0 0 0,-1 1 1 0 0,1 0-1 0 0,0 1 0 0 0,1-1 1 0 0,0 1-1 0 0,-8 11 0 0 0,5-5-383 0 0,1 0 0 0 0,0 0 0 0 0,1 1 0 0 0,1 0 0 0 0,0 0 0 0 0,-4 18 0 0 0,3 3-6753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2.6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5 520 6449 0 0,'-1'-1'167'0'0,"1"-1"0"0"0,-1 1 0 0 0,0-1-1 0 0,1 1 1 0 0,0-1 0 0 0,-1 0-1 0 0,1 1 1 0 0,0-1 0 0 0,0 1 0 0 0,0-1-1 0 0,0 0 1 0 0,0 1 0 0 0,0-1-1 0 0,0 1 1 0 0,0-1 0 0 0,1 0 0 0 0,-1 1-1 0 0,1-1 1 0 0,-1 1 0 0 0,1-1 0 0 0,0 1-1 0 0,-1-1 1 0 0,1 1 0 0 0,0 0-1 0 0,0-1 1 0 0,0 1 0 0 0,0 0 0 0 0,0 0-1 0 0,0 0 1 0 0,1-1 0 0 0,-1 1-1 0 0,0 0 1 0 0,3-1 0 0 0,6-4 293 0 0,0 0 1 0 0,1 1-1 0 0,-1 0 1 0 0,12-3-1 0 0,8-5 395 0 0,-5-1-264 0 0,-1-1 0 0 0,-1-1-1 0 0,27-24 1 0 0,-39 30-415 0 0,1-1-1 0 0,-2 0 1 0 0,0-1-1 0 0,0-1 1 0 0,-1 1 0 0 0,-1-1-1 0 0,11-22 1 0 0,-18 32-169 0 0,1 0 0 0 0,-1 0 1 0 0,0 0-1 0 0,0 0 0 0 0,-1 0 1 0 0,1 0-1 0 0,-1 0 0 0 0,1 0 1 0 0,-1 0-1 0 0,0 0 0 0 0,0 0 1 0 0,0 0-1 0 0,-1-1 0 0 0,1 1 0 0 0,-1 0 1 0 0,0 0-1 0 0,1 0 0 0 0,-1 0 1 0 0,-1 0-1 0 0,1 1 0 0 0,0-1 1 0 0,-1 0-1 0 0,1 0 0 0 0,-1 1 1 0 0,-3-4-1 0 0,3 4-7 0 0,0 0 1 0 0,0 1-1 0 0,0-1 1 0 0,-1 1-1 0 0,1-1 1 0 0,0 1-1 0 0,-1 0 1 0 0,1 0-1 0 0,-1 0 1 0 0,1 0-1 0 0,-1 1 1 0 0,1-1-1 0 0,-1 1 1 0 0,0-1-1 0 0,1 1 1 0 0,-1 0-1 0 0,0 0 1 0 0,1 0-1 0 0,-1 0 1 0 0,0 1-1 0 0,1-1 1 0 0,-1 1-1 0 0,1-1 1 0 0,-1 1-1 0 0,1 0 1 0 0,-1 0-1 0 0,1 0 1 0 0,-1 1-1 0 0,1-1 1 0 0,-2 2-1 0 0,-4 2 25 0 0,1 1 0 0 0,0 0 0 0 0,1 0 0 0 0,0 0 0 0 0,0 1 0 0 0,0 0 0 0 0,1 0 0 0 0,0 1 0 0 0,0-1-1 0 0,1 1 1 0 0,0 0 0 0 0,0 0 0 0 0,-3 11 0 0 0,2-4 21 0 0,1 0-1 0 0,0 0 1 0 0,1 0 0 0 0,1 0-1 0 0,0 0 1 0 0,1 30-1 0 0,1-40-45 0 0,0-1 0 0 0,1 1 0 0 0,-1 0 0 0 0,1-1 0 0 0,0 0 0 0 0,1 1 0 0 0,-1-1 0 0 0,1 0 0 0 0,0 1 0 0 0,0-1 0 0 0,0 0 0 0 0,0 0 0 0 0,1 0 0 0 0,-1-1 0 0 0,1 1 0 0 0,0-1 0 0 0,0 1 0 0 0,1-1 0 0 0,4 4 0 0 0,-3-4 0 0 0,0-1 0 0 0,0 1 0 0 0,0-1 0 0 0,0 0 0 0 0,0-1 0 0 0,0 1 0 0 0,0-1 0 0 0,1 0 0 0 0,-1-1 0 0 0,0 1 0 0 0,1-1 0 0 0,-1 0 0 0 0,1 0 0 0 0,-1 0 0 0 0,0-1 0 0 0,7-1 0 0 0,3-3 77 0 0,0 1 0 0 0,-1-2-1 0 0,1 0 1 0 0,-2-1 0 0 0,1 0 0 0 0,-1-1-1 0 0,0 0 1 0 0,0-1 0 0 0,-1-1 0 0 0,0 0-1 0 0,-1 0 1 0 0,0-1 0 0 0,-1-1 0 0 0,0 0-1 0 0,-1 0 1 0 0,15-25 0 0 0,-19 26 5 0 0,1 1 0 0 0,-2-1 0 0 0,1 1 0 0 0,-2-1 0 0 0,1 0 0 0 0,-2-1 1 0 0,1 1-1 0 0,-1 0 0 0 0,-1-1 0 0 0,0-15 0 0 0,-1 19-56 0 0,-1 0 1 0 0,0-1-1 0 0,-1 1 1 0 0,0 0-1 0 0,0 0 1 0 0,-1-1-1 0 0,0 2 1 0 0,0-1-1 0 0,0 0 1 0 0,-1 1-1 0 0,-1-1 1 0 0,1 1-1 0 0,-1 0 1 0 0,0 1-1 0 0,-8-8 0 0 0,9 10-29 0 0,0 0 0 0 0,0 0-1 0 0,-1 1 1 0 0,1 0 0 0 0,-1 0-1 0 0,0 0 1 0 0,0 0 0 0 0,0 0-1 0 0,0 1 1 0 0,-1 0 0 0 0,1 0-1 0 0,-1 1 1 0 0,1 0 0 0 0,-1 0-1 0 0,1 0 1 0 0,-1 0 0 0 0,0 1-1 0 0,0 0 1 0 0,1 0 0 0 0,-1 1-1 0 0,0-1 1 0 0,1 1 0 0 0,-1 0-1 0 0,1 1 1 0 0,-1-1 0 0 0,-5 4-1 0 0,-4 1-330 0 0,1 1 0 0 0,0 0 0 0 0,1 1 0 0 0,-1 1-1 0 0,2 0 1 0 0,-1 0 0 0 0,1 2 0 0 0,-15 15-1 0 0,-15 22-862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3.3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334 0 9218 0 0,'-9'15'498'0'0,"2"0"-1"0"0,0 0 1 0 0,0 1 0 0 0,1 0-1 0 0,-6 28 1 0 0,10-34-379 0 0,0-3-32 0 0,-4 13 366 0 0,-4 36 0 0 0,9-52-356 0 0,0 1 0 0 0,1 0 0 0 0,0 0 0 0 0,0-1 0 0 0,0 1 0 0 0,1 0 0 0 0,0-1 0 0 0,-1 1 1 0 0,2-1-1 0 0,-1 1 0 0 0,0-1 0 0 0,1 1 0 0 0,4 7 0 0 0,-5-10-43 0 0,0 0 0 0 0,0-1 0 0 0,0 1 0 0 0,0-1 0 0 0,1 1 0 0 0,-1-1 0 0 0,0 1-1 0 0,1-1 1 0 0,-1 0 0 0 0,1 1 0 0 0,0-1 0 0 0,-1 0 0 0 0,1 0 0 0 0,0 0 0 0 0,-1 0 0 0 0,1-1 0 0 0,0 1 0 0 0,0 0-1 0 0,0-1 1 0 0,0 1 0 0 0,0-1 0 0 0,0 0 0 0 0,0 1 0 0 0,0-1 0 0 0,0 0 0 0 0,0 0 0 0 0,0-1 0 0 0,0 1 0 0 0,0 0-1 0 0,0-1 1 0 0,0 1 0 0 0,-1-1 0 0 0,1 1 0 0 0,0-1 0 0 0,0 0 0 0 0,0 0 0 0 0,2-1 0 0 0,-1-1 31 0 0,1 0 1 0 0,-1 1 0 0 0,0-1 0 0 0,0 0-1 0 0,0 0 1 0 0,-1-1 0 0 0,1 1 0 0 0,-1-1-1 0 0,1 1 1 0 0,-1-1 0 0 0,0 0 0 0 0,-1 0-1 0 0,1 0 1 0 0,-1 0 0 0 0,1 0-1 0 0,0-5 1 0 0,-1 0-43 0 0,-1 1 0 0 0,0-1 0 0 0,0 0 0 0 0,-1 1 1 0 0,0-1-1 0 0,-1 1 0 0 0,1-1 0 0 0,-2 1 0 0 0,1 0 0 0 0,-1 0 0 0 0,0 0 0 0 0,-1 0 0 0 0,0 0 0 0 0,0 1 0 0 0,-1 0 0 0 0,0 0 0 0 0,0 0 0 0 0,0 0 0 0 0,-1 1 0 0 0,0 0 0 0 0,-9-8 0 0 0,10 10-43 0 0,0 0 0 0 0,-1 0-1 0 0,1 1 1 0 0,-1 0-1 0 0,0 0 1 0 0,1 0-1 0 0,-1 0 1 0 0,0 1 0 0 0,-1 0-1 0 0,1 0 1 0 0,0 1-1 0 0,-1 0 1 0 0,1 0-1 0 0,0 0 1 0 0,-1 1 0 0 0,1 0-1 0 0,-1 0 1 0 0,1 1-1 0 0,-1-1 1 0 0,1 1-1 0 0,0 1 1 0 0,-1-1 0 0 0,1 1-1 0 0,0 1 1 0 0,0-1-1 0 0,0 1 1 0 0,0 0-1 0 0,-8 6 1 0 0,3-1 14 0 0,0 1 1 0 0,1 0-1 0 0,0 1 1 0 0,1 0-1 0 0,0 1 0 0 0,1 0 1 0 0,0 0-1 0 0,1 1 0 0 0,0 0 1 0 0,1 0-1 0 0,0 0 1 0 0,1 1-1 0 0,0 0 0 0 0,1 0 1 0 0,1 0-1 0 0,0 1 0 0 0,-2 21 1 0 0,5-32-10 0 0,0-1 0 0 0,0 1 0 0 0,0 0 0 0 0,0 0 1 0 0,0 0-1 0 0,1 0 0 0 0,-1 0 0 0 0,1-1 0 0 0,0 1 0 0 0,0 0 1 0 0,0 0-1 0 0,0-1 0 0 0,1 1 0 0 0,-1-1 0 0 0,1 1 0 0 0,-1-1 1 0 0,1 0-1 0 0,0 1 0 0 0,0-1 0 0 0,0 0 0 0 0,0 0 0 0 0,0 0 1 0 0,1-1-1 0 0,-1 1 0 0 0,0 0 0 0 0,1-1 0 0 0,-1 0 0 0 0,1 1 1 0 0,0-1-1 0 0,-1 0 0 0 0,1 0 0 0 0,0-1 0 0 0,0 1 0 0 0,3 0 1 0 0,-1 0 18 0 0,-1-1 0 0 0,1 0 0 0 0,0 0 0 0 0,0 0 0 0 0,-1-1 0 0 0,1 1 0 0 0,0-1 0 0 0,-1 0 0 0 0,1 0 0 0 0,0-1 0 0 0,-1 1 0 0 0,0-1 0 0 0,1 0 0 0 0,-1 0 0 0 0,0-1 0 0 0,0 1 0 0 0,0-1 0 0 0,0 0 0 0 0,-1 0 0 0 0,6-5 0 0 0,-5 2-160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3.9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6 232 7370 0 0,'-6'-26'2269'0'0,"12"25"-738"0"0,8 9-506 0 0,-8-4-923 0 0,1-1 1 0 0,-1 0 0 0 0,1 0-1 0 0,-1-1 1 0 0,1 0 0 0 0,0 0-1 0 0,0-1 1 0 0,0 0 0 0 0,0 0-1 0 0,0 0 1 0 0,0-1 0 0 0,1 0-1 0 0,-1 0 1 0 0,0-1 0 0 0,0 0 0 0 0,0 0-1 0 0,0-1 1 0 0,0 0 0 0 0,-1 0-1 0 0,1-1 1 0 0,0 1 0 0 0,8-7-1 0 0,-10 7-15 0 0,-1 0-1 0 0,0-1 1 0 0,1 1 0 0 0,-1-1-1 0 0,-1 0 1 0 0,1 0-1 0 0,0 0 1 0 0,-1-1-1 0 0,1 1 1 0 0,-1-1 0 0 0,0 0-1 0 0,-1 0 1 0 0,1 0-1 0 0,-1-1 1 0 0,1 1-1 0 0,-1 0 1 0 0,0-1 0 0 0,-1 1-1 0 0,1-1 1 0 0,-1 0-1 0 0,0 0 1 0 0,0 1-1 0 0,0-1 1 0 0,-1 0 0 0 0,0 0-1 0 0,0 0 1 0 0,0 0-1 0 0,-1 0 1 0 0,1 0-1 0 0,-1 1 1 0 0,0-1 0 0 0,0 0-1 0 0,-3-6 1 0 0,2 7-49 0 0,0-1 0 0 0,0 1 0 0 0,-1-1 0 0 0,0 1 0 0 0,1 0 0 0 0,-1 0 0 0 0,-1 0 0 0 0,1 0 0 0 0,0 0 0 0 0,-1 1 0 0 0,0 0 0 0 0,0 0 0 0 0,0 0 0 0 0,0 0 0 0 0,-1 0 0 0 0,1 1 0 0 0,-9-4 0 0 0,13 6-37 0 0,-1 0-1 0 0,0 0 1 0 0,1 0-1 0 0,-1 0 1 0 0,1 0 0 0 0,-1 0-1 0 0,1 0 1 0 0,-1 0 0 0 0,1 1-1 0 0,-1-1 1 0 0,1 0-1 0 0,-1 0 1 0 0,1 0 0 0 0,-1 1-1 0 0,1-1 1 0 0,-1 0 0 0 0,1 1-1 0 0,-1-1 1 0 0,1 0-1 0 0,-1 1 1 0 0,1-1 0 0 0,0 1-1 0 0,-1-1 1 0 0,1 0 0 0 0,0 1-1 0 0,-1-1 1 0 0,1 1-1 0 0,0-1 1 0 0,-1 2 0 0 0,-3 20-27 0 0,8 22-51 0 0,-2-35 69 0 0,0-1 1 0 0,0 0-1 0 0,0 1 0 0 0,1-1 1 0 0,0 0-1 0 0,1-1 0 0 0,0 1 1 0 0,0-1-1 0 0,0 1 0 0 0,10 10 1 0 0,-11-14 4 0 0,1-1 0 0 0,0 0 0 0 0,0 0 0 0 0,0 0 0 0 0,0 0 0 0 0,0 0 0 0 0,1-1 0 0 0,-1 0 0 0 0,1 0 0 0 0,0 0 0 0 0,-1 0 0 0 0,1-1 0 0 0,0 0 0 0 0,0 0 0 0 0,0 0 0 0 0,0-1 0 0 0,0 1 0 0 0,0-1 0 0 0,7-1 0 0 0,4 0 269 0 0,0-2 1 0 0,-1 1 0 0 0,28-10-1 0 0,-37 11-171 0 0,-1-1 0 0 0,1-1-1 0 0,0 1 1 0 0,-1-1-1 0 0,0 0 1 0 0,0 0 0 0 0,0 0-1 0 0,0-1 1 0 0,0 0 0 0 0,0 0-1 0 0,-1 0 1 0 0,0 0-1 0 0,4-6 1 0 0,-8 10-34 0 0,1-1 0 0 0,-1 0 1 0 0,0 1-1 0 0,1-1 0 0 0,-1 0 0 0 0,0 1 0 0 0,1-1 1 0 0,-1 0-1 0 0,0 0 0 0 0,0 1 0 0 0,0-1 0 0 0,0 0 1 0 0,0 0-1 0 0,0 1 0 0 0,0-1 0 0 0,0 0 0 0 0,0 0 1 0 0,0 1-1 0 0,0-1 0 0 0,-1 0 0 0 0,1 0 0 0 0,0 1 1 0 0,0-1-1 0 0,-1 0 0 0 0,1 1 0 0 0,-1-2 0 0 0,-18-13 514 0 0,13 12-551 0 0,-1 0 1 0 0,1 0 0 0 0,-1 1 0 0 0,1 0-1 0 0,-10-1 1 0 0,11 2-52 0 0,0 1-1 0 0,0 0 1 0 0,-1 0-1 0 0,1 0 0 0 0,0 1 1 0 0,0 0-1 0 0,0 0 1 0 0,-1 0-1 0 0,1 0 1 0 0,0 1-1 0 0,1 0 1 0 0,-1 0-1 0 0,-8 5 0 0 0,9-5-240 0 0,0 1 0 0 0,0 0-1 0 0,1 1 1 0 0,-1-1-1 0 0,1 0 1 0 0,0 1-1 0 0,0 0 1 0 0,0 0-1 0 0,0 0 1 0 0,0 0-1 0 0,1 0 1 0 0,0 0 0 0 0,0 1-1 0 0,0-1 1 0 0,-1 6-1 0 0,-2 19-1441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4.4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2 170 6449 0 0,'0'1'-5'0'0,"-1"1"-1"0"0,1-1 0 0 0,0 0 1 0 0,0 1-1 0 0,-1-1 0 0 0,1 0 0 0 0,0 1 1 0 0,0-1-1 0 0,1 0 0 0 0,-1 1 0 0 0,0-1 1 0 0,0 0-1 0 0,0 1 0 0 0,1-1 1 0 0,-1 0-1 0 0,1 0 0 0 0,-1 1 0 0 0,1-1 1 0 0,0 0-1 0 0,0 1 0 0 0,25 25-149 0 0,-13-18 697 0 0,0 0 0 0 0,24 10 0 0 0,-24-13-28 0 0,1-1-1 0 0,-1-1 0 0 0,1 0 1 0 0,0-1-1 0 0,0 0 1 0 0,0-1-1 0 0,1-1 0 0 0,-1 0 1 0 0,0-1-1 0 0,1 0 0 0 0,-1-2 1 0 0,18-3-1 0 0,-24 4-395 0 0,-1-1 0 0 0,0 0 0 0 0,-1-1 0 0 0,1 0 1 0 0,0 0-1 0 0,-1 0 0 0 0,1-1 0 0 0,-1 1 0 0 0,0-2 0 0 0,-1 1 0 0 0,9-8 0 0 0,-11 8-92 0 0,1-1-1 0 0,-1 1 1 0 0,1-1-1 0 0,-1 0 1 0 0,-1 0-1 0 0,1 0 1 0 0,-1-1-1 0 0,1 1 1 0 0,-2-1-1 0 0,1 1 1 0 0,-1-1-1 0 0,1 0 1 0 0,-2 1-1 0 0,1-1 1 0 0,0-11-1 0 0,-2 10 40 0 0,0-1-1 0 0,0 1 1 0 0,-1 0-1 0 0,0-1 1 0 0,0 1-1 0 0,0 0 1 0 0,-1 0-1 0 0,0 1 1 0 0,-1-1-1 0 0,-6-10 1 0 0,8 13 29 0 0,-1 0 1 0 0,0 0-1 0 0,-1 0 1 0 0,1 0-1 0 0,-1 0 1 0 0,1 0 0 0 0,-1 1-1 0 0,0 0 1 0 0,0 0-1 0 0,-1 0 1 0 0,1 0-1 0 0,0 1 1 0 0,-1 0-1 0 0,0-1 1 0 0,0 2-1 0 0,-5-3 1 0 0,9 4-47 0 0,0 0 0 0 0,0 0-1 0 0,0 0 1 0 0,-1-1 0 0 0,1 1 0 0 0,0 0 0 0 0,0 0-1 0 0,0 1 1 0 0,0-1 0 0 0,0 0 0 0 0,-1 0 0 0 0,1 1-1 0 0,0-1 1 0 0,0 0 0 0 0,0 1 0 0 0,0-1-1 0 0,0 1 1 0 0,0-1 0 0 0,0 1 0 0 0,0 0 0 0 0,0-1-1 0 0,1 1 1 0 0,-1 0 0 0 0,0 0 0 0 0,0 0 0 0 0,0 1-1 0 0,-1 0 1 0 0,1 1-1 0 0,0-1 0 0 0,0 1 0 0 0,0-1 0 0 0,0 1 0 0 0,1 0 0 0 0,-1-1 0 0 0,1 1 0 0 0,0 0 0 0 0,-1 4 1 0 0,2 6 31 0 0,0-1-1 0 0,1 0 1 0 0,5 22 0 0 0,-2-14-3 0 0,2 0-1 0 0,11 26 0 0 0,-15-39-112 0 0,1 0 0 0 0,0 0-1 0 0,0 0 1 0 0,1-1 0 0 0,0 0 0 0 0,0 0-1 0 0,0 0 1 0 0,1 0 0 0 0,9 7 0 0 0,4-2-345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5.0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20 184 6913 0 0,'2'1'109'0'0,"0"0"-1"0"0,-1 0 0 0 0,1 0 1 0 0,0 1-1 0 0,0-1 0 0 0,-1 1 1 0 0,1-1-1 0 0,-1 1 0 0 0,0-1 0 0 0,1 1 1 0 0,-1 0-1 0 0,0 0 0 0 0,0 0 1 0 0,1 2-1 0 0,15 35 794 0 0,-9-20-401 0 0,14 38 890 0 0,-17-41-963 0 0,0 0 1 0 0,2 0-1 0 0,0-1 1 0 0,1 0-1 0 0,16 23 1 0 0,-24-37-418 0 0,1 0 0 0 0,-1 0 0 0 0,1 0 0 0 0,-1-1 0 0 0,1 1 0 0 0,0 0 0 0 0,0 0 0 0 0,-1-1 0 0 0,1 1 0 0 0,0-1 0 0 0,0 1 0 0 0,0 0 0 0 0,0-1 0 0 0,-1 0 0 0 0,1 1 0 0 0,0-1 0 0 0,0 1 0 0 0,0-1 0 0 0,0 0 0 0 0,0 0 0 0 0,0 0 0 0 0,0 1 0 0 0,2-1 0 0 0,-2-1-9 0 0,0 1 0 0 0,-1-1 0 0 0,1 1 0 0 0,0-1 0 0 0,0 0 0 0 0,-1 1 0 0 0,1-1 0 0 0,0 0 0 0 0,-1 1 0 0 0,1-1 0 0 0,0 0 0 0 0,-1 0 0 0 0,1 0 0 0 0,-1 0 0 0 0,0 0 0 0 0,1 1-1 0 0,-1-1 1 0 0,0 0 0 0 0,1-2 0 0 0,2-7 9 0 0,-1 0-1 0 0,-1-1 1 0 0,1-14-1 0 0,-1 19 57 0 0,0-20 187 0 0,-1 1 0 0 0,0-1 1 0 0,-2 1-1 0 0,-1 0 0 0 0,-1-1 0 0 0,-1 1 0 0 0,-2 1 0 0 0,0-1 1 0 0,-1 1-1 0 0,-2 1 0 0 0,-21-41 0 0 0,30 62-174 0 0,-1-1 0 0 0,1 1 0 0 0,-1-1 0 0 0,0 1-1 0 0,0 0 1 0 0,0 0 0 0 0,0-1 0 0 0,0 1 0 0 0,-1 1 0 0 0,1-1 0 0 0,0 0-1 0 0,-1 1 1 0 0,1-1 0 0 0,-1 1 0 0 0,0 0 0 0 0,0-1 0 0 0,1 1 0 0 0,-6-1-1 0 0,6 2-20 0 0,-1 0-1 0 0,1 1 0 0 0,0-1 0 0 0,0 0 0 0 0,0 1 0 0 0,0-1 0 0 0,0 1 1 0 0,0 0-1 0 0,0 0 0 0 0,0 0 0 0 0,0 0 0 0 0,0 0 0 0 0,0 0 0 0 0,1 0 1 0 0,-1 0-1 0 0,0 1 0 0 0,1-1 0 0 0,-1 1 0 0 0,1-1 0 0 0,0 1 1 0 0,-1 0-1 0 0,1 0 0 0 0,0-1 0 0 0,0 1 0 0 0,0 0 0 0 0,-1 2 0 0 0,-1 3 124 0 0,0-1-1 0 0,1 1 1 0 0,0 0-1 0 0,0-1 1 0 0,0 1-1 0 0,1 0 1 0 0,-1 10-1 0 0,2-15-240 0 0,-1 0 0 0 0,1 0 0 0 0,0 0 0 0 0,0 0 0 0 0,0 0 0 0 0,0 0 0 0 0,1 0 0 0 0,-1 0 0 0 0,0 0 0 0 0,1 0 0 0 0,0 0-1 0 0,-1 0 1 0 0,1 0 0 0 0,0 0 0 0 0,0 0 0 0 0,0-1 0 0 0,0 1 0 0 0,0 0 0 0 0,0-1 0 0 0,1 1 0 0 0,-1-1 0 0 0,0 1 0 0 0,1-1 0 0 0,-1 1 0 0 0,1-1 0 0 0,0 0 0 0 0,-1 0-1 0 0,1 0 1 0 0,3 1 0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5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19 275 6913 0 0,'-1'0'106'0'0,"0"1"-1"0"0,0-1 0 0 0,0 1 0 0 0,-1 0 0 0 0,1 0 1 0 0,0-1-1 0 0,1 1 0 0 0,-1 0 0 0 0,0 0 0 0 0,0 0 1 0 0,0 0-1 0 0,0 0 0 0 0,1 0 0 0 0,-1 0 0 0 0,0 0 1 0 0,1 0-1 0 0,-1 1 0 0 0,1-1 0 0 0,0 0 0 0 0,-1 0 1 0 0,1 0-1 0 0,0 1 0 0 0,-1 0 0 0 0,1 3 60 0 0,0-1 0 0 0,0 0-1 0 0,0 1 1 0 0,1-1 0 0 0,-1 0-1 0 0,1 0 1 0 0,2 6 0 0 0,-1-2 0 0 0,0-1 1 0 0,1 0-1 0 0,0 0 0 0 0,1 0 1 0 0,-1-1-1 0 0,1 1 0 0 0,0-1 1 0 0,7 8-1 0 0,-7-11-40 0 0,-1 0 1 0 0,1 0-1 0 0,-1 0 1 0 0,1-1-1 0 0,0 1 0 0 0,0-1 1 0 0,0 0-1 0 0,0-1 1 0 0,1 1-1 0 0,-1-1 0 0 0,0 1 1 0 0,1-1-1 0 0,-1-1 1 0 0,1 1-1 0 0,8 0 0 0 0,-6-2-13 0 0,0 1 1 0 0,1-1-1 0 0,-1-1 0 0 0,0 1 0 0 0,1-1 0 0 0,-1-1 0 0 0,0 1 0 0 0,0-1 0 0 0,6-4 0 0 0,0-1 69 0 0,0 0 0 0 0,-1 0 0 0 0,0-2 0 0 0,0 1 0 0 0,-1-1 0 0 0,-1-1 0 0 0,1 0 0 0 0,-2-1 0 0 0,10-13 0 0 0,-11 12-13 0 0,-1-1 0 0 0,0 0 1 0 0,0-1-1 0 0,-2 1 0 0 0,1-1 0 0 0,-2 0 1 0 0,4-23-1 0 0,-7 30-10 0 0,0 0 1 0 0,0 0-1 0 0,-1 1 1 0 0,0-1 0 0 0,-1 0-1 0 0,1 0 1 0 0,-1 1-1 0 0,-1-1 1 0 0,0 1-1 0 0,0-1 1 0 0,0 1-1 0 0,-1-1 1 0 0,0 1-1 0 0,0 0 1 0 0,-1 0-1 0 0,0 1 1 0 0,-5-7 0 0 0,7 10-123 0 0,1 1 1 0 0,-1 1-1 0 0,0-1 1 0 0,1 0-1 0 0,-1 0 1 0 0,0 1-1 0 0,0-1 1 0 0,0 1-1 0 0,0 0 1 0 0,-1-1-1 0 0,1 1 1 0 0,0 0-1 0 0,-1 0 1 0 0,1 0-1 0 0,0 1 1 0 0,-1-1-1 0 0,1 1 1 0 0,-1-1-1 0 0,1 1 1 0 0,-1 0-1 0 0,-2 0 1 0 0,1 0 7 0 0,0 1 1 0 0,0 0-1 0 0,0 0 1 0 0,0 1-1 0 0,0-1 1 0 0,0 1 0 0 0,0 0-1 0 0,1 0 1 0 0,-1 0-1 0 0,1 0 1 0 0,-6 5-1 0 0,-1 2-338 0 0,0 1-1 0 0,1 0 0 0 0,0 0 0 0 0,0 1 1 0 0,2 0-1 0 0,-13 22 0 0 0,5 3-7133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6.3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347 73 9218 0 0,'0'-7'110'0'0,"-1"1"-1"0"0,0 0 1 0 0,0-1 0 0 0,-1 1-1 0 0,1 0 1 0 0,-6-11 0 0 0,6 15-8 0 0,1 1 0 0 0,-1 0 0 0 0,0 0 0 0 0,0 0 0 0 0,0 0 0 0 0,0 0 0 0 0,0 0 0 0 0,0 0 0 0 0,0 0 0 0 0,-1 0 0 0 0,1 0 0 0 0,0 1 0 0 0,0-1 0 0 0,-1 0 0 0 0,1 1 0 0 0,0-1 0 0 0,-1 1 1 0 0,1 0-1 0 0,-1-1 0 0 0,1 1 0 0 0,-1 0 0 0 0,1 0 0 0 0,0 0 0 0 0,-1 0 0 0 0,1 0 0 0 0,-1 0 0 0 0,1 0 0 0 0,-1 0 0 0 0,1 1 0 0 0,-1-1 0 0 0,1 0 0 0 0,0 1 0 0 0,-1 0 0 0 0,1-1 0 0 0,0 1 1 0 0,-3 1-1 0 0,-8 4 355 0 0,1 1 0 0 0,-1 1 0 0 0,1 0 0 0 0,1 0 0 0 0,-1 1 0 0 0,1 0 0 0 0,1 1 0 0 0,-16 20 0 0 0,-3 8 16 0 0,-25 47 0 0 0,-8 28 31 0 0,55-100-469 0 0,1 0 0 0 0,0-1 0 0 0,1 2 0 0 0,1-1-1 0 0,0 0 1 0 0,1 1 0 0 0,-1 18 0 0 0,3-29-31 0 0,0 0 0 0 0,0 1 1 0 0,0-1-1 0 0,1 0 0 0 0,-1 0 0 0 0,1 1 0 0 0,0-1 0 0 0,0 0 0 0 0,0 0 0 0 0,0 0 0 0 0,1 0 1 0 0,0 0-1 0 0,-1 0 0 0 0,1-1 0 0 0,0 1 0 0 0,0 0 0 0 0,3 2 0 0 0,-1-2-6 0 0,0 0 0 0 0,0 0-1 0 0,0-1 1 0 0,0 1 0 0 0,0-1-1 0 0,1 0 1 0 0,-1 0 0 0 0,1 0-1 0 0,-1-1 1 0 0,8 2 0 0 0,7-1-41 0 0,0 0-1 0 0,0-1 1 0 0,-1-1-1 0 0,36-4 1 0 0,53-14-93 0 0,10-1-80 0 0,-100 18 197 0 0,-1 0 1 0 0,0 1-1 0 0,1 0 0 0 0,-1 2 1 0 0,18 3-1 0 0,-30-5 23 0 0,0 1 0 0 0,0 0-1 0 0,0 1 1 0 0,0-1 0 0 0,0 1-1 0 0,0-1 1 0 0,0 1 0 0 0,-1 1 0 0 0,1-1-1 0 0,0 0 1 0 0,-1 1 0 0 0,0 0 0 0 0,0-1-1 0 0,6 7 1 0 0,-8-6 0 0 0,0-1 1 0 0,0 0-1 0 0,1 1 0 0 0,-1-1 1 0 0,-1 1-1 0 0,1 0 0 0 0,0-1 1 0 0,-1 1-1 0 0,1 0 0 0 0,-1-1 1 0 0,0 1-1 0 0,0 0 0 0 0,0-1 1 0 0,0 1-1 0 0,0 0 0 0 0,-1-1 1 0 0,1 1-1 0 0,-1 0 0 0 0,0-1 1 0 0,1 1-1 0 0,-1-1 0 0 0,0 1 1 0 0,-3 4-1 0 0,-20 32 243 0 0,-1-1 1 0 0,-1-2-1 0 0,-3 0 0 0 0,-52 50 1 0 0,2 1-1079 0 0,53-58-1731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6.5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14283 0 0,'1'5'517'0'0,"0"1"0"0"0,0-1 0 0 0,1 0 0 0 0,0 1 1 0 0,4 7-1 0 0,3 11 366 0 0,39 185 2478 0 0,-1-3-2096 0 0,-37-172-1330 0 0,1 0 0 0 0,2 0 0 0 0,31 56 1 0 0,-21-52-71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7.4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169 37 7370 0 0,'1'-1'251'0'0,"0"0"0"0"0,0 1 0 0 0,0-1 0 0 0,0 0 0 0 0,-1 0 0 0 0,1 0 0 0 0,0 0 0 0 0,0 0 0 0 0,0 0 0 0 0,-1 0 0 0 0,1 0 0 0 0,0-1 0 0 0,-1 1 0 0 0,1 0 0 0 0,-1 0 0 0 0,0 0 0 0 0,1-1 0 0 0,-1 1 0 0 0,0 0 0 0 0,0-2 0 0 0,0 3-67 0 0,1-1-1 0 0,-1 1 1 0 0,0-1-1 0 0,0 1 1 0 0,0-1-1 0 0,0 1 1 0 0,-1-1-1 0 0,1 1 1 0 0,0-1 0 0 0,-3-4 2018 0 0,2 4-2018 0 0,0 1-91 0 0,1 0-1 0 0,-1-1 1 0 0,0 1 0 0 0,0 0 0 0 0,1 0 0 0 0,-1 0 0 0 0,0 0 0 0 0,0 0 0 0 0,0 0-1 0 0,0 0 1 0 0,1 0 0 0 0,-1 0 0 0 0,0 0 0 0 0,0 1 0 0 0,1-1 0 0 0,-1 0-1 0 0,0 0 1 0 0,0 1 0 0 0,-1 0 0 0 0,-4 2 181 0 0,0 1-1 0 0,1 0 1 0 0,-1 0-1 0 0,1 0 1 0 0,0 1-1 0 0,0 0 1 0 0,0 0 0 0 0,-5 8-1 0 0,-32 48 259 0 0,37-52-381 0 0,-6 6-110 0 0,2 0 0 0 0,0 1 0 0 0,1 1 0 0 0,-10 28 0 0 0,17-41-38 0 0,0-1 1 0 0,0 1-1 0 0,0 0 1 0 0,1 0-1 0 0,-1-1 1 0 0,1 1 0 0 0,0 0-1 0 0,0 0 1 0 0,0 0-1 0 0,0 0 1 0 0,1-1-1 0 0,0 1 1 0 0,0 0-1 0 0,0 0 1 0 0,0-1 0 0 0,0 1-1 0 0,1-1 1 0 0,-1 1-1 0 0,1-1 1 0 0,0 1-1 0 0,0-1 1 0 0,0 0-1 0 0,1 0 1 0 0,-1 0 0 0 0,1 0-1 0 0,0-1 1 0 0,-1 1-1 0 0,7 3 1 0 0,3 1-14 0 0,1 0 0 0 0,0-2 1 0 0,0 0-1 0 0,0 0 0 0 0,1-1 0 0 0,0-1 1 0 0,-1 0-1 0 0,1-1 0 0 0,16 1 0 0 0,-13-1-1 0 0,1 0-1 0 0,-1 1 0 0 0,0 1 0 0 0,0 1 0 0 0,19 8 1 0 0,-35-13 11 0 0,0 0 0 0 0,0 1 0 0 0,0-1 0 0 0,0 0 0 0 0,0 1-1 0 0,0-1 1 0 0,-1 1 0 0 0,1 0 0 0 0,0-1 0 0 0,0 1 0 0 0,0 0 0 0 0,-1-1 0 0 0,1 1 0 0 0,0 0 0 0 0,-1 0 0 0 0,1 0 0 0 0,-1-1 0 0 0,1 1 0 0 0,-1 0 0 0 0,1 0 0 0 0,-1 0 0 0 0,1 0 0 0 0,-1 0 0 0 0,0 0 0 0 0,1 2 0 0 0,-2-2 1 0 0,1 1 0 0 0,0-1 0 0 0,-1 0 0 0 0,1 1 1 0 0,-1-1-1 0 0,0 0 0 0 0,1 1 0 0 0,-1-1 0 0 0,0 0 0 0 0,0 0 0 0 0,0 0 1 0 0,0 1-1 0 0,0-1 0 0 0,0 0 0 0 0,-2 1 0 0 0,-6 5 26 0 0,-1 0 0 0 0,0 0-1 0 0,-16 6 1 0 0,20-10-1 0 0,-22 11 10 0 0,0-2 0 0 0,-46 13 0 0 0,16-10-2404 0 0,38-11-4828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8.0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439 0 9674 0 0,'1'1'144'0'0,"0"-1"-1"0"0,0 0 1 0 0,-1 0-1 0 0,1 1 1 0 0,0-1-1 0 0,0 1 1 0 0,0-1 0 0 0,-1 1-1 0 0,1-1 1 0 0,0 1-1 0 0,0-1 1 0 0,-1 1-1 0 0,1 0 1 0 0,0-1 0 0 0,-1 1-1 0 0,1 0 1 0 0,-1-1-1 0 0,1 1 1 0 0,-1 0-1 0 0,1 0 1 0 0,-1 0 0 0 0,0 0-1 0 0,1-1 1 0 0,-1 1-1 0 0,0 0 1 0 0,0 0-1 0 0,0 0 1 0 0,1 0 0 0 0,-1 0-1 0 0,0 0 1 0 0,0 0-1 0 0,0 0 1 0 0,-1 1-1 0 0,-1 37 1435 0 0,1-36-1331 0 0,-3 22 38 0 0,-2-1 1 0 0,0 1 0 0 0,-2-1 0 0 0,0-1-1 0 0,-2 1 1 0 0,-25 42 0 0 0,20-40-41 0 0,-2-1 1 0 0,-1-1-1 0 0,-1-1 0 0 0,0 0 1 0 0,-36 30-1 0 0,49-48-249 0 0,-2 1 0 0 0,1-1-1 0 0,-1-1 1 0 0,0 0 0 0 0,0 0 0 0 0,0 0-1 0 0,0-1 1 0 0,-1 0 0 0 0,1-1 0 0 0,-1 0-1 0 0,1 0 1 0 0,-1-1 0 0 0,0 0-1 0 0,-11 0 1 0 0,16-1 2 0 0,0 0-1 0 0,-1-1 0 0 0,1 1 1 0 0,0-1-1 0 0,0 0 0 0 0,0 0 1 0 0,0 0-1 0 0,0-1 0 0 0,1 1 1 0 0,-1-1-1 0 0,0 0 0 0 0,1 0 1 0 0,-1 0-1 0 0,1-1 0 0 0,0 1 1 0 0,-1-1-1 0 0,1 0 0 0 0,1 0 1 0 0,-1 0-1 0 0,0 0 0 0 0,1 0 1 0 0,-1-1-1 0 0,1 1 0 0 0,0-1 1 0 0,0 0-1 0 0,0 1 0 0 0,1-1 1 0 0,0 0-1 0 0,-1 0 0 0 0,1 0 1 0 0,0 0-1 0 0,0-6 0 0 0,0-7-21 0 0,0 0 0 0 0,1 0-1 0 0,0 1 1 0 0,2-1 0 0 0,0 0-1 0 0,1 1 1 0 0,0 0 0 0 0,2-1-1 0 0,0 1 1 0 0,0 1-1 0 0,12-22 1 0 0,-10 23 5 0 0,0 1 0 0 0,0 0 0 0 0,1 1 0 0 0,1 0-1 0 0,0 0 1 0 0,1 1 0 0 0,0 0 0 0 0,0 0 0 0 0,2 1 0 0 0,-1 1 0 0 0,1 0-1 0 0,0 0 1 0 0,15-7 0 0 0,-19 13 40 0 0,-1 0 0 0 0,1 0 0 0 0,0 0 0 0 0,0 1 0 0 0,0 1 0 0 0,0-1 0 0 0,0 1 0 0 0,0 0 0 0 0,0 1 0 0 0,0 0 0 0 0,1 0 0 0 0,-1 1-1 0 0,0 0 1 0 0,10 3 0 0 0,-7-1 50 0 0,1 1-1 0 0,-1 1 0 0 0,-1 0 0 0 0,1 0 0 0 0,-1 1 1 0 0,0 0-1 0 0,0 1 0 0 0,-1 0 0 0 0,9 9 0 0 0,2 3 70 0 0,-2 2 0 0 0,0 0 0 0 0,-2 1 0 0 0,0 0 0 0 0,-1 1 0 0 0,-2 1 1 0 0,20 45-1 0 0,-23-41 11 0 0,-1 0 0 0 0,-2 1 0 0 0,0 0 0 0 0,-2 0 0 0 0,-2 0 0 0 0,0 0 0 0 0,-2 32 0 0 0,-3-20-77 0 0,-1 0-1 0 0,-2-1 1 0 0,-2 0-1 0 0,-19 61 1 0 0,14-65-74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9.1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594 1 10594 0 0,'0'0'60'0'0,"1"1"0"0"0,0-1 0 0 0,-1 1 0 0 0,1-1-1 0 0,0 1 1 0 0,-1 0 0 0 0,1-1 0 0 0,-1 1 0 0 0,1 0-1 0 0,-1 0 1 0 0,1-1 0 0 0,-1 1 0 0 0,1 0 0 0 0,-1 0 0 0 0,0 0-1 0 0,0-1 1 0 0,1 1 0 0 0,-1 0 0 0 0,0 0 0 0 0,0 0 0 0 0,0 0-1 0 0,0 0 1 0 0,0 0 0 0 0,0 0 0 0 0,0-1 0 0 0,0 1-1 0 0,-1 2 1 0 0,-1 29 525 0 0,2-30-458 0 0,-4 24 378 0 0,-1 1 0 0 0,-2-1-1 0 0,-1-1 1 0 0,0 1 0 0 0,-24 45-1 0 0,2-16-458 0 0,-49 72 0 0 0,60-100-94 0 0,-1-1-1 0 0,-30 31 1 0 0,44-50 43 0 0,-1-1 1 0 0,0 0-1 0 0,0 0 1 0 0,-1-1-1 0 0,0 1 0 0 0,0-2 1 0 0,0 1-1 0 0,0-1 0 0 0,-1-1 1 0 0,1 1-1 0 0,-1-1 1 0 0,0-1-1 0 0,-10 2 0 0 0,12-3 1 0 0,-1-1-1 0 0,1 0 0 0 0,0-1 0 0 0,-1 0 1 0 0,1 0-1 0 0,0 0 0 0 0,0-1 0 0 0,0 0 1 0 0,0-1-1 0 0,0 0 0 0 0,0 0 1 0 0,1 0-1 0 0,-1 0 0 0 0,1-1 0 0 0,0 0 1 0 0,0-1-1 0 0,1 1 0 0 0,-1-1 0 0 0,-7-10 1 0 0,4 6-32 0 0,2 0 1 0 0,-1-1 0 0 0,2 0 0 0 0,-1-1-1 0 0,1 1 1 0 0,1-1 0 0 0,0 0-1 0 0,0-1 1 0 0,1 1 0 0 0,-5-24 0 0 0,7 17 0 0 0,0 0 0 0 0,1 0 0 0 0,1 0 0 0 0,1 0 0 0 0,0 0 0 0 0,2 1 0 0 0,0-1 0 0 0,0 1 0 0 0,2-1 0 0 0,0 1 0 0 0,10-21 0 0 0,-10 27 66 0 0,0 2 0 0 0,0-1 1 0 0,1 1-1 0 0,0-1 0 0 0,0 2 0 0 0,1-1 0 0 0,0 1 0 0 0,1 0 0 0 0,0 0 0 0 0,0 1 0 0 0,1 0 0 0 0,-1 0 1 0 0,2 1-1 0 0,-1 1 0 0 0,1-1 0 0 0,-1 2 0 0 0,2-1 0 0 0,-1 1 0 0 0,17-4 0 0 0,-11 5 56 0 0,0 1-1 0 0,1 0 1 0 0,-1 2 0 0 0,0 0-1 0 0,1 0 1 0 0,-1 2-1 0 0,0 0 1 0 0,1 1-1 0 0,-1 0 1 0 0,0 1 0 0 0,-1 1-1 0 0,1 1 1 0 0,-1 0-1 0 0,0 1 1 0 0,-1 1 0 0 0,0 0-1 0 0,19 14 1 0 0,-18-11-4 0 0,-1 1 0 0 0,0 0 0 0 0,-1 1 0 0 0,0 1 0 0 0,-1 0 1 0 0,0 0-1 0 0,-2 1 0 0 0,0 1 0 0 0,0 0 0 0 0,-1 0 0 0 0,-1 1 0 0 0,-1 0 1 0 0,-1 0-1 0 0,0 1 0 0 0,4 21 0 0 0,-6-10 70 0 0,-1 1 0 0 0,-2 0 1 0 0,-1-1-1 0 0,-1 1 0 0 0,-1-1 0 0 0,-2 1 1 0 0,-1-1-1 0 0,-1 0 0 0 0,-12 32 0 0 0,1-14 128 0 0,-1-1-1 0 0,-2-1 1 0 0,-2-1 0 0 0,-48 71-1 0 0,60-102-216 0 0,1-1 0 0 0,-2 1 0 0 0,0-2 0 0 0,0 0 0 0 0,-22 17 0 0 0,-11-1-6178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49.8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50 920 0 0,'0'-1'225'0'0,"0"1"0"0"0,0-1 0 0 0,0 0 0 0 0,0 1 0 0 0,0-1 0 0 0,0 0 0 0 0,0 1 0 0 0,0-1 0 0 0,0 0 0 0 0,0 1 0 0 0,0-1 0 0 0,0 0 0 0 0,0 1 0 0 0,1-1 0 0 0,-1 0 0 0 0,0 1 0 0 0,0-1 0 0 0,1 0-1 0 0,-1 1 1 0 0,3-4 1350 0 0,-2 4-1350 0 0,-1-1 0 0 0,1 0 0 0 0,27-10 2431 0 0,30 4 494 0 0,-53 7-2903 0 0,0 1 0 0 0,0-1 1 0 0,0 1-1 0 0,0 0 0 0 0,0 0 1 0 0,0 0-1 0 0,0 0 0 0 0,-1 1 1 0 0,1 0-1 0 0,0 0 0 0 0,-1 1 0 0 0,0-1 1 0 0,1 1-1 0 0,-1 0 0 0 0,7 6 1 0 0,-6-3-57 0 0,1 0 0 0 0,-1 1 1 0 0,0 0-1 0 0,0 0 0 0 0,-1 0 1 0 0,1 1-1 0 0,-2-1 0 0 0,6 14 1 0 0,-1 8 28 0 0,-1 0 1 0 0,-1 1 0 0 0,-1 0 0 0 0,0 34 0 0 0,-3-41-171 0 0,-2-9-8 0 0,1 0 0 0 0,0 0 0 0 0,1 0 0 0 0,1-1 0 0 0,0 1 0 0 0,0-1 0 0 0,10 23 0 0 0,-13-36-42 0 0,1 1 0 0 0,-1-1 0 0 0,0 1 0 0 0,0-1 0 0 0,0 1 0 0 0,1-1 0 0 0,-1 1 0 0 0,0-1 0 0 0,0 1 0 0 0,1-1 0 0 0,-1 1 0 0 0,0-1 0 0 0,1 0 0 0 0,-1 1 0 0 0,1-1 0 0 0,-1 0 0 0 0,1 1 0 0 0,-1-1 0 0 0,0 0 0 0 0,1 0 0 0 0,-1 1 0 0 0,1-1 0 0 0,-1 0 0 0 0,1 0 0 0 0,-1 0 0 0 0,1 0 0 0 0,-1 0 0 0 0,1 1 0 0 0,-1-1 0 0 0,2 0 0 0 0,7-13 0 0 0,0-24 0 0 0,-3-13 73 0 0,4 0-1 0 0,19-65 1 0 0,-24 100-52 0 0,0 0 1 0 0,2 1-1 0 0,0-1 1 0 0,0 1-1 0 0,1 1 0 0 0,1 0 1 0 0,0 0-1 0 0,1 0 1 0 0,0 1-1 0 0,1 1 1 0 0,23-20-1 0 0,-31 28-10 0 0,1 1-1 0 0,-1-1 0 0 0,1 1 1 0 0,0 0-1 0 0,0 0 1 0 0,0 0-1 0 0,0 0 0 0 0,0 1 1 0 0,0 0-1 0 0,0 0 1 0 0,0 0-1 0 0,0 0 1 0 0,1 1-1 0 0,-1-1 0 0 0,0 1 1 0 0,1 0-1 0 0,-1 0 1 0 0,0 1-1 0 0,5 0 0 0 0,-4 1 6 0 0,-1 0 0 0 0,1 0 0 0 0,-1 0-1 0 0,0 0 1 0 0,1 1 0 0 0,-1-1 0 0 0,-1 1-1 0 0,1 0 1 0 0,0 1 0 0 0,-1-1 0 0 0,1 1-1 0 0,-1-1 1 0 0,0 1 0 0 0,0 0 0 0 0,0 0 0 0 0,3 9-1 0 0,6 13 91 0 0,-2 1-1 0 0,0 0 0 0 0,-2 1 1 0 0,-1 0-1 0 0,5 42 0 0 0,8 33-507 0 0,-13-78-66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0.2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68 5985 0 0,'-1'1'317'0'0,"0"0"-1"0"0,0 0 1 0 0,0 0-1 0 0,-1 1 0 0 0,1-1 1 0 0,1 0-1 0 0,-1 1 1 0 0,0-1-1 0 0,0 1 1 0 0,0-1-1 0 0,1 1 0 0 0,-1-1 1 0 0,1 1-1 0 0,-1-1 1 0 0,1 1-1 0 0,0-1 1 0 0,-1 3-1 0 0,-7 35 2267 0 0,6-27-2287 0 0,1 0 0 0 0,0-1 0 0 0,1 1 0 0 0,1 0 0 0 0,-1 0 0 0 0,2-1 0 0 0,-1 1 0 0 0,2-1-1 0 0,0 1 1 0 0,0-1 0 0 0,1 0 0 0 0,5 11 0 0 0,-6-16-229 0 0,0-1-1 0 0,0 1 1 0 0,1-1-1 0 0,-1 0 1 0 0,1 0 0 0 0,1 0-1 0 0,-1-1 1 0 0,0 1 0 0 0,1-1-1 0 0,0 0 1 0 0,0-1-1 0 0,1 1 1 0 0,-1-1 0 0 0,1 0-1 0 0,-1 0 1 0 0,1 0-1 0 0,0-1 1 0 0,0 0 0 0 0,0 0-1 0 0,0-1 1 0 0,1 0-1 0 0,-1 0 1 0 0,11 0 0 0 0,-7-1 18 0 0,1 0 0 0 0,0-1-1 0 0,0-1 1 0 0,-1 0 0 0 0,1 0 0 0 0,-1-1 0 0 0,1 0 0 0 0,-1-1 0 0 0,0-1 0 0 0,0 1 0 0 0,-1-1 0 0 0,1-1 0 0 0,-1 0 0 0 0,-1 0 0 0 0,1-1 0 0 0,-1 0 0 0 0,0 0 0 0 0,9-11 0 0 0,-13 13-58 0 0,0 0 0 0 0,1-1 0 0 0,-2 0-1 0 0,1 0 1 0 0,-1 0 0 0 0,0 0 0 0 0,0 0-1 0 0,0-1 1 0 0,-1 0 0 0 0,0 1 0 0 0,0-1-1 0 0,-1 0 1 0 0,0 0 0 0 0,0 0 0 0 0,-1 1 0 0 0,0-1-1 0 0,0 0 1 0 0,0 0 0 0 0,-1 0 0 0 0,0 0-1 0 0,-1 0 1 0 0,1 0 0 0 0,-1 1 0 0 0,0-1 0 0 0,-1 1-1 0 0,0-1 1 0 0,0 1 0 0 0,0 0 0 0 0,-5-6-1 0 0,3 4-7 0 0,-1 1 0 0 0,0 0 0 0 0,0 0-1 0 0,-1 1 1 0 0,1 0 0 0 0,-2 0-1 0 0,1 1 1 0 0,0-1 0 0 0,-1 1 0 0 0,0 1-1 0 0,0 0 1 0 0,-13-5 0 0 0,14 7-257 0 0,1 0 1 0 0,0 0-1 0 0,-1 1 1 0 0,1 0-1 0 0,-1 0 0 0 0,0 0 1 0 0,1 1-1 0 0,-1 0 1 0 0,0 0-1 0 0,1 1 1 0 0,-1 0-1 0 0,1 0 0 0 0,-1 0 1 0 0,1 1-1 0 0,-1 0 1 0 0,1 0-1 0 0,-11 7 1 0 0,-1 2-6416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0.6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330 624 8290 0 0,'2'-2'179'0'0,"-1"0"1"0"0,1 0 0 0 0,0 0 0 0 0,-1 0-1 0 0,1-1 1 0 0,-1 1 0 0 0,0 0 0 0 0,0-1-1 0 0,0 1 1 0 0,0-1 0 0 0,0 1-1 0 0,0-1 1 0 0,-1 0 0 0 0,1-3 0 0 0,-1 5-59 0 0,0 0 0 0 0,0 0-1 0 0,0 0 1 0 0,-1 0 0 0 0,1 0 0 0 0,0 0 0 0 0,-1 0 0 0 0,1 0 0 0 0,0 0 0 0 0,-1 1 0 0 0,1-1 0 0 0,-1 0 0 0 0,0 0 0 0 0,1 0 0 0 0,-1 0 0 0 0,0 1 0 0 0,1-1 0 0 0,-1 0 0 0 0,0 0 0 0 0,0 1 0 0 0,0-1 0 0 0,1 1 0 0 0,-1-1 0 0 0,0 1 0 0 0,0-1 0 0 0,0 1 0 0 0,0 0 0 0 0,0-1 0 0 0,0 1 0 0 0,0 0 0 0 0,0 0-1 0 0,0-1 1 0 0,0 1 0 0 0,0 0 0 0 0,0 0 0 0 0,0 0 0 0 0,0 0 0 0 0,0 1 0 0 0,0-1 0 0 0,0 0 0 0 0,-1 1 0 0 0,-7 0 195 0 0,1 0 1 0 0,-1 1-1 0 0,1 1 0 0 0,0 0 1 0 0,0 0-1 0 0,0 0 0 0 0,0 1 1 0 0,1 0-1 0 0,-1 0 1 0 0,-9 8-1 0 0,-5 5 189 0 0,-37 37 0 0 0,35-30-308 0 0,-38 51 0 0 0,55-66-168 0 0,1 0 0 0 0,0 0-1 0 0,1 1 1 0 0,0 0 0 0 0,1 0-1 0 0,0 0 1 0 0,0 1-1 0 0,1-1 1 0 0,-3 20 0 0 0,5-27-39 0 0,1-1 0 0 0,0 0 0 0 0,-1 0 0 0 0,1 1 0 0 0,0-1 0 0 0,0 0 0 0 0,0 1 0 0 0,1-1 0 0 0,-1 0 0 0 0,1 0 0 0 0,-1 1 0 0 0,1-1 0 0 0,-1 0 0 0 0,1 0 0 0 0,0 0 1 0 0,0 0-1 0 0,0 0 0 0 0,1 0 0 0 0,-1 0 0 0 0,0 0 0 0 0,1 0 0 0 0,-1 0 0 0 0,1-1 0 0 0,0 1 0 0 0,-1-1 0 0 0,1 1 0 0 0,0-1 0 0 0,0 1 0 0 0,0-1 0 0 0,0 0 0 0 0,3 1 0 0 0,-1-1-16 0 0,0 0-1 0 0,1-1 1 0 0,-1 1-1 0 0,0-1 0 0 0,1 0 1 0 0,-1 0-1 0 0,0-1 0 0 0,0 1 1 0 0,1-1-1 0 0,-1 0 1 0 0,0 0-1 0 0,0-1 0 0 0,0 1 1 0 0,0-1-1 0 0,7-4 0 0 0,8-5-240 0 0,0 0-1 0 0,-1-2 0 0 0,-1 0 0 0 0,0-1 1 0 0,-1 0-1 0 0,-1-2 0 0 0,0 0 1 0 0,21-30-1 0 0,-26 31 49 0 0,0 0 0 0 0,-2-1 0 0 0,0 0 0 0 0,0 0 0 0 0,-2-1 0 0 0,0 0 0 0 0,-1 0 0 0 0,0 0 0 0 0,-2-1 0 0 0,3-34 0 0 0,-6-47 704 0 0,-5 1 1 0 0,-4 0-1 0 0,-23-98 1 0 0,31 188-173 0 0,-9-36 883 0 0,10 42-1073 0 0,-1 1 0 0 0,1-1 0 0 0,-1 0-1 0 0,1 0 1 0 0,-1 1 0 0 0,0-1 0 0 0,0 1-1 0 0,1-1 1 0 0,-1 1 0 0 0,0-1 0 0 0,-1 1 0 0 0,1-1-1 0 0,0 1 1 0 0,0 0 0 0 0,0-1 0 0 0,-1 1-1 0 0,1 0 1 0 0,-3-1 0 0 0,3 2-85 0 0,1 0 1 0 0,-1 1-1 0 0,1-1 1 0 0,-1 0-1 0 0,1 1 0 0 0,-1-1 1 0 0,1 1-1 0 0,0-1 1 0 0,-1 1-1 0 0,1-1 0 0 0,0 1 1 0 0,-1-1-1 0 0,1 1 1 0 0,0 0-1 0 0,0-1 0 0 0,-1 1 1 0 0,1-1-1 0 0,0 1 1 0 0,0 0-1 0 0,0-1 0 0 0,0 1 1 0 0,0-1-1 0 0,0 1 1 0 0,0 0-1 0 0,0-1 0 0 0,0 1 1 0 0,0-1-1 0 0,0 1 1 0 0,0 0-1 0 0,1 25 198 0 0,-1-24-185 0 0,3 36 120 0 0,2 1 1 0 0,19 74 0 0 0,35 74-150 0 0,-8-33-19 0 0,20 103-1875 0 0,-55-209-5858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1.0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0 344 6449 0 0,'0'2'124'0'0,"1"0"0"0"0,-1 0 0 0 0,0 0 0 0 0,1 0 0 0 0,-1 1 0 0 0,1-1 0 0 0,-1 0 0 0 0,1 0 0 0 0,0 0 0 0 0,0 0-1 0 0,0-1 1 0 0,0 1 0 0 0,0 0 0 0 0,0 0 0 0 0,1-1 0 0 0,-1 1 0 0 0,1 0 0 0 0,1 1 0 0 0,1 0 221 0 0,0-1 0 0 0,0 1 0 0 0,0-1 0 0 0,0 1 0 0 0,0-1 0 0 0,1-1 0 0 0,-1 1 0 0 0,6 1 0 0 0,-1-1 244 0 0,1 0 0 0 0,0-1 0 0 0,-1 0 0 0 0,1 0 0 0 0,0-1 0 0 0,0 0 0 0 0,17-3 0 0 0,-16 0-284 0 0,1-1 0 0 0,-1 0 0 0 0,0 0 0 0 0,-1-1 1 0 0,1 0-1 0 0,-1-1 0 0 0,0 0 0 0 0,0-1 0 0 0,-1 0 0 0 0,0 0 0 0 0,0-1 1 0 0,-1-1-1 0 0,0 1 0 0 0,0-1 0 0 0,-1 0 0 0 0,12-21 0 0 0,-11 17-231 0 0,-2 0 0 0 0,1-1-1 0 0,-2 0 1 0 0,0 0 0 0 0,0 0-1 0 0,-2-1 1 0 0,1 1 0 0 0,-2-1-1 0 0,0 0 1 0 0,-1 0 0 0 0,0 0-1 0 0,-2 0 1 0 0,-1-16 0 0 0,2 29-70 0 0,0-1 0 0 0,-1 0 0 0 0,1 0 1 0 0,-1 0-1 0 0,0 0 0 0 0,0 1 1 0 0,0-1-1 0 0,0 0 0 0 0,0 1 0 0 0,0-1 1 0 0,-1 1-1 0 0,0 0 0 0 0,1-1 1 0 0,-1 1-1 0 0,0 0 0 0 0,0 0 0 0 0,0 0 1 0 0,0 0-1 0 0,0 0 0 0 0,-1 0 1 0 0,1 1-1 0 0,-4-3 0 0 0,3 3 0 0 0,0 1-1 0 0,1-1 0 0 0,-1 1 0 0 0,1 0 1 0 0,-1-1-1 0 0,0 1 0 0 0,1 0 1 0 0,-1 1-1 0 0,0-1 0 0 0,1 0 1 0 0,-1 1-1 0 0,1 0 0 0 0,-1-1 1 0 0,0 1-1 0 0,1 0 0 0 0,0 0 0 0 0,-1 0 1 0 0,1 1-1 0 0,0-1 0 0 0,-1 1 1 0 0,1-1-1 0 0,0 1 0 0 0,0 0 1 0 0,-2 3-1 0 0,-7 5-9 0 0,1 1 1 0 0,0 0-1 0 0,1 1 1 0 0,1 0-1 0 0,0 1 1 0 0,0-1-1 0 0,-10 26 1 0 0,15-32 3 0 0,1 1-1 0 0,0-1 1 0 0,0 1 0 0 0,0 0-1 0 0,1 0 1 0 0,0 0 0 0 0,0 0-1 0 0,0 0 1 0 0,1 0 0 0 0,1 1-1 0 0,-1-1 1 0 0,1 0 0 0 0,0 0-1 0 0,0 0 1 0 0,1 0 0 0 0,0-1 0 0 0,1 1-1 0 0,3 7 1 0 0,3 2 3 0 0,2-1 0 0 0,0 0 0 0 0,1 0 0 0 0,0-1-1 0 0,1-1 1 0 0,0 0 0 0 0,1-1 0 0 0,1 0 0 0 0,0-1 0 0 0,20 10 0 0 0,-2-2-456 0 0,1-3 0 0 0,0 0 0 0 0,1-3 0 0 0,39 11 0 0 0,-36-14-6978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1.4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292 177 456 0 0,'7'-14'974'0'0,"-1"0"0"0"0,0-1 1 0 0,5-23-1 0 0,-10 34-627 0 0,0 1 1 0 0,0-1-1 0 0,0 1 0 0 0,-1-1 1 0 0,1 1-1 0 0,-1-1 0 0 0,0 0 1 0 0,0 1-1 0 0,-1-1 0 0 0,1 1 1 0 0,-1-1-1 0 0,1 1 0 0 0,-1-1 1 0 0,0 1-1 0 0,-1 0 0 0 0,1-1 1 0 0,0 1-1 0 0,-1 0 1 0 0,0 0-1 0 0,0 0 0 0 0,-4-6 1 0 0,3 7-94 0 0,0 0 1 0 0,-1 1-1 0 0,1-1 1 0 0,0 1 0 0 0,-1-1-1 0 0,0 1 1 0 0,1 0-1 0 0,-1 0 1 0 0,0 0-1 0 0,1 1 1 0 0,-1 0 0 0 0,0-1-1 0 0,0 1 1 0 0,1 0-1 0 0,-1 1 1 0 0,0-1 0 0 0,0 1-1 0 0,1 0 1 0 0,-5 1-1 0 0,-5 1 421 0 0,0 1 0 0 0,0 0 0 0 0,-23 13 0 0 0,29-14-522 0 0,1 0 1 0 0,0 1 0 0 0,0 0 0 0 0,0 0 0 0 0,1 1 0 0 0,-1-1 0 0 0,1 1 0 0 0,0 0 0 0 0,1 1 0 0 0,-1-1-1 0 0,1 1 1 0 0,0 0 0 0 0,-4 8 0 0 0,6-10-140 0 0,1 0-1 0 0,0 0 1 0 0,0 0-1 0 0,0 1 0 0 0,1-1 1 0 0,-1 0-1 0 0,1 0 1 0 0,0 0-1 0 0,0 0 1 0 0,0 1-1 0 0,1-1 1 0 0,-1 0-1 0 0,1 0 1 0 0,0 0-1 0 0,0 0 1 0 0,1 0-1 0 0,-1 0 1 0 0,1 0-1 0 0,0 0 1 0 0,0-1-1 0 0,0 1 0 0 0,0-1 1 0 0,6 7-1 0 0,4 4 29 0 0,1-1 0 0 0,1 0 0 0 0,0-1 0 0 0,22 14 0 0 0,-19-13 1 0 0,0 0 0 0 0,27 28 0 0 0,-42-39-37 0 0,0 0 0 0 0,0 0 1 0 0,0 0-1 0 0,-1 0 0 0 0,1 0 0 0 0,-1 1 0 0 0,0-1 0 0 0,1 1 0 0 0,-1-1 0 0 0,0 1 1 0 0,-1-1-1 0 0,1 1 0 0 0,0 0 0 0 0,-1-1 0 0 0,1 1 0 0 0,-1 0 0 0 0,0 0 0 0 0,0-1 1 0 0,0 1-1 0 0,-1 4 0 0 0,0-3 19 0 0,0 0-1 0 0,-1-1 1 0 0,0 1 0 0 0,0 0 0 0 0,0-1 0 0 0,0 1 0 0 0,0-1-1 0 0,0 0 1 0 0,-1 0 0 0 0,0 0 0 0 0,0 0 0 0 0,-4 4 0 0 0,-7 3 102 0 0,1-1 0 0 0,-1-1 0 0 0,0 0 1 0 0,-1 0-1 0 0,-27 8 0 0 0,26-10-98 0 0,-1 0 0 0 0,0-2 0 0 0,0 0 0 0 0,-30 2 0 0 0,22-7-242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3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477 1 6913 0 0,'-334'45'4139'0'0,"220"-26"-1340"0"0,86-15-828 0 0,47-8 323 0 0,120-11-1492 0 0,260 7-1 0 0,-175 8-682 0 0,20-11-65 0 0,-140-2-6096 0 0,-88 11 82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3.6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 1 10138 0 0,'-6'1'106'0'0,"-38"5"2234"0"0,16 1 2385 0 0,41-6-1579 0 0,16 6-2554 0 0,-12-3-294 0 0,17 4-113 0 0,-1 1 1 0 0,0 2-1 0 0,-1 1 1 0 0,0 2-1 0 0,41 23 1 0 0,-55-26-139 0 0,-1 0 0 0 0,0 1 0 0 0,-1 0 0 0 0,0 2 0 0 0,-1 0 0 0 0,-1 0 0 0 0,0 1 0 0 0,-1 1 0 0 0,0 0 0 0 0,13 25 1 0 0,-22-34-47 0 0,-1-1 1 0 0,0 1-1 0 0,-1-1 1 0 0,0 1 0 0 0,0 0-1 0 0,0 0 1 0 0,-1 0 0 0 0,0 0-1 0 0,0 0 1 0 0,-1 0-1 0 0,0 0 1 0 0,0 0 0 0 0,-2 11-1 0 0,-1-7 26 0 0,1-1 0 0 0,-2 0 0 0 0,1 0 0 0 0,-1 0 0 0 0,-1 0 0 0 0,0-1 0 0 0,0 1 0 0 0,-8 9 0 0 0,-11 10 75 0 0,-1-1 1 0 0,-1-1-1 0 0,-59 46 0 0 0,79-68-103 0 0,-48 41-1638 0 0,29-27-6256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4.4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126 131 10594 0 0,'8'-29'888'0'0,"12"-35"347"0"0,4 26 4730 0 0,-22 47-5143 0 0,-1 12-103 0 0,-9 62 29 0 0,-3 0 1 0 0,-30 108-1 0 0,28-134-739 0 0,-26 117-334 0 0,-26 284 0 0 0,64-440 215 0 0,-2 57-1972 0 0,3-68 1477 0 0,1-1 0 0 0,-1 0 1 0 0,1 1-1 0 0,1-1 0 0 0,-1 0 1 0 0,1 0-1 0 0,0 0 1 0 0,0 0-1 0 0,4 7 0 0 0,-5-13 587 0 0,-1 1 0 0 0,0-1 0 0 0,0 1 0 0 0,1-1 0 0 0,-1 1 0 0 0,0-1 0 0 0,1 1 0 0 0,-1-1 0 0 0,0 1 0 0 0,1-1 0 0 0,-1 0 1 0 0,1 1-1 0 0,-1-1 0 0 0,1 0 0 0 0,-1 1 0 0 0,1-1 0 0 0,-1 0 0 0 0,1 0 0 0 0,-1 1 0 0 0,1-1 0 0 0,-1 0 0 0 0,1 0 0 0 0,-1 0 0 0 0,1 0 0 0 0,-1 1 0 0 0,1-1 0 0 0,0 0 0 0 0,-1 0 0 0 0,1 0 0 0 0,-1-1 0 0 0,1 1 0 0 0,0 0 0 0 0,-1 0 0 0 0,1 0 0 0 0,-1 0 0 0 0,1 0 0 0 0,-1-1 0 0 0,1 1 0 0 0,-1 0 0 0 0,1 0 0 0 0,-1-1 0 0 0,1 1 0 0 0,-1 0 0 0 0,1-1 0 0 0,-1 1 0 0 0,0-1 0 0 0,1 1 0 0 0,-1 0 0 0 0,1-1 0 0 0,-1 1 0 0 0,1-2 0 0 0,8-11 8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4.6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0 172 4609 0 0,'4'-22'642'0'0,"1"-1"-1"0"0,8-23 1 0 0,-10 40-43 0 0,-1-1 0 0 0,1 1 0 0 0,0-1 0 0 0,1 1 0 0 0,-1 0 0 0 0,1 0 0 0 0,1 1 0 0 0,-1-1 1 0 0,1 1-1 0 0,0 0 0 0 0,7-5 0 0 0,-11 9-485 0 0,0 0 0 0 0,0 1 0 0 0,0-1 0 0 0,0 1 0 0 0,0-1 0 0 0,0 1 0 0 0,1-1 1 0 0,-1 1-1 0 0,0 0 0 0 0,0 0 0 0 0,0-1 0 0 0,1 1 0 0 0,-1 0 0 0 0,0 0 0 0 0,0 0 0 0 0,0 0 0 0 0,1 1 0 0 0,-1-1 0 0 0,0 0 0 0 0,0 0 1 0 0,0 1-1 0 0,0-1 0 0 0,1 1 0 0 0,-1-1 0 0 0,0 1 0 0 0,0-1 0 0 0,0 1 0 0 0,0 0 0 0 0,0 0 0 0 0,0-1 0 0 0,0 1 0 0 0,1 2 0 0 0,27 34 1285 0 0,-26-31-1269 0 0,46 74 343 0 0,-4 1 0 0 0,-4 2 0 0 0,60 173 0 0 0,19 39-4997 0 0,-111-269-386 0 0,-9-27 4863 0 0,0 1 0 0 0,-1 0 0 0 0,1 0-1 0 0,0-1 1 0 0,0 1 0 0 0,-1 0 0 0 0,1 0 0 0 0,0 0 0 0 0,0 0-1 0 0,-1-1 1 0 0,1 1 0 0 0,0 0 0 0 0,-1 0 0 0 0,1 0-1 0 0,0 0 1 0 0,0 0 0 0 0,-1 0 0 0 0,1 0 0 0 0,0 0 0 0 0,-1 0-1 0 0,1 0 1 0 0,0 0 0 0 0,-1 0 0 0 0,1 0 0 0 0,0 0-1 0 0,-1 0 1 0 0,1 0 0 0 0,0 0 0 0 0,-1 0 0 0 0,1 0 0 0 0,0 0-1 0 0,0 0 1 0 0,-1 1 0 0 0,1-1 0 0 0,0 0 0 0 0,0 0-1 0 0,-1 0 1 0 0,1 1 0 0 0,0-1 0 0 0,0 0 0 0 0,-1 0-1 0 0,1 1 1 0 0,0-1 0 0 0,0 0 0 0 0,0 0 0 0 0,0 1 0 0 0,-1-1-1 0 0,1 0 1 0 0,0 1 0 0 0,0-1 0 0 0,0 0 0 0 0,0 0-1 0 0,0 1 1 0 0,0-1 0 0 0,0 0 0 0 0,0 1 0 0 0,0-1 0 0 0,0 0-1 0 0,0 1 1 0 0,0-1 0 0 0,0 0 0 0 0,0 1 0 0 0,0-1-1 0 0,0 0 1 0 0,0 1 0 0 0,0-1 0 0 0,1 1 0 0 0,-11-8 47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4.8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51 9218 0 0,'-43'-9'992'0'0,"80"-5"3873"0"0,56-2-2717 0 0,47 9-3465 0 0,-87 5 277 0 0,-7-1 177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5.0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0 8754 0 0,'-1'0'112'0'0,"-1"1"-1"0"0,1-1 1 0 0,0 1 0 0 0,-1-1 0 0 0,1 1-1 0 0,0 0 1 0 0,-1-1 0 0 0,1 1-1 0 0,0 0 1 0 0,0 0 0 0 0,-1 0 0 0 0,1 0-1 0 0,0 0 1 0 0,0 0 0 0 0,0 0 0 0 0,0 0-1 0 0,1 1 1 0 0,-1-1 0 0 0,0 0-1 0 0,0 1 1 0 0,1-1 0 0 0,-1 0 0 0 0,1 1-1 0 0,-1 1 1 0 0,0 2 385 0 0,1 0 1 0 0,0 0-1 0 0,1 0 1 0 0,-1 0-1 0 0,1 0 1 0 0,2 6-1 0 0,-3-9-457 0 0,41 145 4707 0 0,-21-80-3885 0 0,63 201-946 0 0,-83-257-1150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5.2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12 283 3225 0 0,'-1'-4'120'0'0,"-2"-9"-142"0"0,0 0-1 0 0,-2-26 1 0 0,5 34 310 0 0,1-1 0 0 0,-1 0 1 0 0,1 0-1 0 0,0 1 0 0 0,0-1 1 0 0,1 1-1 0 0,0-1 1 0 0,0 1-1 0 0,5-10 0 0 0,-1 4 283 0 0,0 0-1 0 0,1 1 1 0 0,0 0-1 0 0,1 0 1 0 0,0 1-1 0 0,1 0 0 0 0,0 0 1 0 0,0 1-1 0 0,1 0 1 0 0,0 1-1 0 0,0 0 1 0 0,1 0-1 0 0,0 1 0 0 0,16-6 1 0 0,-18 8-289 0 0,-1 2 0 0 0,1-1 0 0 0,0 1 0 0 0,-1 1 0 0 0,1 0 1 0 0,0 0-1 0 0,0 0 0 0 0,0 1 0 0 0,0 1 0 0 0,0-1 0 0 0,-1 1 0 0 0,1 1 0 0 0,0 0 1 0 0,0 0-1 0 0,-1 1 0 0 0,0 0 0 0 0,1 0 0 0 0,-1 1 0 0 0,0 0 0 0 0,-1 0 0 0 0,10 8 0 0 0,-14-11-238 0 0,0 1 1 0 0,-1 0-1 0 0,1 0 0 0 0,-1 0 0 0 0,0 1 0 0 0,0-1 0 0 0,0 0 0 0 0,0 1 0 0 0,0 0 0 0 0,0-1 0 0 0,-1 1 0 0 0,1 0 0 0 0,-1 0 0 0 0,0 0 0 0 0,0 0 0 0 0,0 0 0 0 0,0 0 0 0 0,0 0 0 0 0,0 5 0 0 0,-1-4-13 0 0,-1 1 0 0 0,1-1 0 0 0,-1 1 0 0 0,0-1 1 0 0,0 1-1 0 0,0-1 0 0 0,-1 1 0 0 0,0-1 0 0 0,0 0 0 0 0,0 0 0 0 0,0 0 0 0 0,-3 4 1 0 0,-6 6 36 0 0,0 0 1 0 0,-1 0-1 0 0,-1-1 1 0 0,0-1-1 0 0,-25 19 1 0 0,-57 28-2655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5.5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0 5065 0 0,'-1'1'273'0'0,"0"-1"0"0"0,-1 1 0 0 0,1 0 1 0 0,0-1-1 0 0,0 1 0 0 0,0 0 0 0 0,0 0 0 0 0,0 0 0 0 0,0 0 0 0 0,0 0 0 0 0,1 0 0 0 0,-1 0 0 0 0,0 0 1 0 0,0 1-1 0 0,1-1 0 0 0,-1 0 0 0 0,1 0 0 0 0,-1 0 0 0 0,1 1 0 0 0,0-1 0 0 0,-1 0 0 0 0,1 1 1 0 0,0 2-1 0 0,-7 38 3614 0 0,6-38-3468 0 0,-2 24 1820 0 0,3 48 0 0 0,15 82-253 0 0,-6-83-1710 0 0,19 170-1025 0 0,-25-231-588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5.6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40 6913 0 0,'3'-4'377'0'0,"1"1"-1"0"0,0-1 1 0 0,0 1-1 0 0,1 0 0 0 0,-1 0 1 0 0,1 0-1 0 0,-1 1 1 0 0,1 0-1 0 0,0-1 0 0 0,0 2 1 0 0,0-1-1 0 0,0 1 1 0 0,0-1-1 0 0,0 1 0 0 0,0 1 1 0 0,8-1-1 0 0,-5 0 138 0 0,0 0 0 0 0,0 1 0 0 0,0 0 0 0 0,0 1 0 0 0,0 0 0 0 0,0 0 0 0 0,0 1 0 0 0,0 0-1 0 0,-1 0 1 0 0,14 6 0 0 0,-19-7-445 0 0,0 0-1 0 0,1 0 1 0 0,-1 1-1 0 0,0-1 0 0 0,0 1 1 0 0,0 0-1 0 0,0-1 1 0 0,0 1-1 0 0,0 0 1 0 0,0 0-1 0 0,-1 1 0 0 0,1-1 1 0 0,-1 0-1 0 0,1 0 1 0 0,-1 1-1 0 0,0-1 1 0 0,0 1-1 0 0,0-1 0 0 0,0 1 1 0 0,0-1-1 0 0,-1 1 1 0 0,1-1-1 0 0,-1 1 0 0 0,0 0 1 0 0,0-1-1 0 0,0 1 1 0 0,0 0-1 0 0,0-1 1 0 0,0 1-1 0 0,-1 0 0 0 0,1-1 1 0 0,-1 1-1 0 0,0-1 1 0 0,0 1-1 0 0,-1 3 1 0 0,-3 4-32 0 0,0-1 0 0 0,0 1 1 0 0,0-1-1 0 0,-1 0 0 0 0,-1-1 1 0 0,1 1-1 0 0,-1-1 1 0 0,-1 0-1 0 0,-8 7 0 0 0,-7 4-1186 0 0,-51 31-1 0 0,53-38-5878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6.2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10 11058 0 0,'0'-1'73'0'0,"0"1"0"0"0,0 0 0 0 0,0-1-1 0 0,0 1 1 0 0,0 0 0 0 0,0-1 0 0 0,0 1-1 0 0,0 0 1 0 0,0-1 0 0 0,0 1 0 0 0,0 0-1 0 0,-1-1 1 0 0,1 1 0 0 0,0 0 0 0 0,0-1 0 0 0,0 1-1 0 0,0 0 1 0 0,-1 0 0 0 0,1-1 0 0 0,0 1-1 0 0,0 0 1 0 0,-1 0 0 0 0,1-1 0 0 0,0 1-1 0 0,0 0 1 0 0,-1 0 0 0 0,1 0 0 0 0,0-1-1 0 0,-1 1 1 0 0,1 0 0 0 0,0 0 0 0 0,-1 0-1 0 0,1 0 1 0 0,0 0 0 0 0,-1 0 0 0 0,1 0 0 0 0,0 0-1 0 0,-1 0 1 0 0,1 0 0 0 0,0 0 0 0 0,-1 0-1 0 0,1 0 1 0 0,-1 0 0 0 0,-10 16 2304 0 0,-3 27 451 0 0,5 20-2313 0 0,2 0 0 0 0,2 1 0 0 0,6 74 0 0 0,0-109-482 0 0,2 0 1 0 0,1-1-1 0 0,1 1 1 0 0,11 33 0 0 0,-12-50-42 0 0,-1-1 0 0 0,2 0 1 0 0,-1-1-1 0 0,2 1 0 0 0,-1-1 1 0 0,1 0-1 0 0,1 0 1 0 0,0-1-1 0 0,0 0 0 0 0,1 0 1 0 0,0-1-1 0 0,1 0 1 0 0,10 8-1 0 0,-14-13-87 0 0,1 0 0 0 0,-1 0 0 0 0,1-1-1 0 0,0 0 1 0 0,0 0 0 0 0,0-1 0 0 0,0 1 0 0 0,1-1 0 0 0,-1-1 0 0 0,0 1-1 0 0,0-1 1 0 0,1 0 0 0 0,-1 0 0 0 0,0-1 0 0 0,0 0 0 0 0,1 0 0 0 0,-1 0-1 0 0,0-1 1 0 0,0 0 0 0 0,0 0 0 0 0,-1-1 0 0 0,8-3 0 0 0,11-7-601 0 0,0-1 1 0 0,-1-1 0 0 0,35-30 0 0 0,46-55-84 0 0,-13 12 3210 0 0,-91 88-2395 0 0,0-1 0 0 0,1 1-1 0 0,-1 0 1 0 0,0 0 0 0 0,0 0-1 0 0,0 0 1 0 0,0-1 0 0 0,0 1-1 0 0,0 0 1 0 0,1 0 0 0 0,-1 0 0 0 0,0 0-1 0 0,0 0 1 0 0,0 0 0 0 0,0-1-1 0 0,1 1 1 0 0,-1 0 0 0 0,0 0-1 0 0,0 0 1 0 0,0 0 0 0 0,1 0-1 0 0,-1 0 1 0 0,0 0 0 0 0,0 0 0 0 0,0 0-1 0 0,1 0 1 0 0,-1 0 0 0 0,0 0-1 0 0,0 0 1 0 0,0 0 0 0 0,1 0-1 0 0,-1 0 1 0 0,0 0 0 0 0,0 0-1 0 0,0 0 1 0 0,1 0 0 0 0,-1 0 0 0 0,0 1-1 0 0,0-1 1 0 0,0 0 0 0 0,0 0-1 0 0,1 0 1 0 0,-1 0 0 0 0,0 0-1 0 0,0 0 1 0 0,0 1 0 0 0,1 12 792 0 0,-7 19-245 0 0,5-31-522 0 0,-2 12 19 0 0,1 1 0 0 0,1-1-1 0 0,-1 1 1 0 0,2-1 0 0 0,0 1 0 0 0,1-1-1 0 0,0 1 1 0 0,1-1 0 0 0,0 0 0 0 0,1 0-1 0 0,8 21 1 0 0,-9-29-82 0 0,0 1 0 0 0,0-1-1 0 0,1 1 1 0 0,0-1 0 0 0,0 0 0 0 0,0 0-1 0 0,1 0 1 0 0,0 0 0 0 0,0-1 0 0 0,0 1 0 0 0,0-1-1 0 0,1 0 1 0 0,-1-1 0 0 0,1 1 0 0 0,0-1-1 0 0,0 0 1 0 0,1 0 0 0 0,-1 0 0 0 0,0-1-1 0 0,1 0 1 0 0,0 0 0 0 0,0 0 0 0 0,-1 0 0 0 0,1-1-1 0 0,0 0 1 0 0,0-1 0 0 0,0 1 0 0 0,8-1-1 0 0,-6-1 19 0 0,0-1 0 0 0,0 1 0 0 0,0-1 0 0 0,0-1 0 0 0,0 1 0 0 0,-1-1 0 0 0,1-1 0 0 0,-1 1 0 0 0,9-6 0 0 0,10-9 11 0 0,25-20 1 0 0,-28 19 29 0 0,13-10 38 0 0,-18 12-23 0 0,35-22 0 0 0,-48 36-43 0 0,0 0 0 0 0,0 0 1 0 0,0 0-1 0 0,1 1 0 0 0,-1 0 1 0 0,1 0-1 0 0,-1 0 1 0 0,1 1-1 0 0,0 0 0 0 0,0 0 1 0 0,0 0-1 0 0,7 1 1 0 0,-10 0-5 0 0,0 1 0 0 0,-1 0 0 0 0,1 0 0 0 0,0 0 0 0 0,0 0 0 0 0,-1 1 0 0 0,1-1 0 0 0,0 1 0 0 0,-1-1 0 0 0,0 1 0 0 0,1 0 0 0 0,-1 0 0 0 0,0 0 0 0 0,0 0 0 0 0,0 0 0 0 0,0 1 0 0 0,0-1 0 0 0,-1 0 0 0 0,1 1 0 0 0,-1 0 0 0 0,0-1 0 0 0,1 1 0 0 0,-1 0 0 0 0,0-1 0 0 0,-1 1 0 0 0,1 0 0 0 0,0 3 0 0 0,3 12 102 0 0,-1-1 0 0 0,0 1 0 0 0,-1 20 0 0 0,-2-37-118 0 0,1 65 213 0 0,-3-1 0 0 0,-3 1-1 0 0,-17 83 1 0 0,-65 189-2902 0 0,80-317-5457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6.6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25349 0 0,'3'0'1696'0'0,"6"12"-4874"0"0,8 13-1416 0 0,3 17 5615 0 0,-1 2 0 0 0,21 74-1 0 0,11 96 94 0 0,-35-133-2197 0 0,4 0-1 0 0,47 121 1 0 0,-58-184-6241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6.9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270 9 11522 0 0,'0'-1'57'0'0,"1"1"-1"0"0,-1-1 0 0 0,0 1 0 0 0,1-1 0 0 0,-1 0 0 0 0,1 1 0 0 0,-1 0 0 0 0,1-1 0 0 0,-1 1 1 0 0,1-1-1 0 0,-1 1 0 0 0,1 0 0 0 0,0-1 0 0 0,-1 1 0 0 0,1 0 0 0 0,0-1 0 0 0,-1 1 0 0 0,1 0 0 0 0,0 0 1 0 0,-1 0-1 0 0,1 0 0 0 0,0 0 0 0 0,-1 0 0 0 0,2 0 0 0 0,1 13 2038 0 0,-14 26 808 0 0,0-22-2287 0 0,-1 1-1 0 0,-1-2 0 0 0,0 0 1 0 0,-2 0-1 0 0,1-2 0 0 0,-2 1 1 0 0,-23 15-1 0 0,20-15-538 0 0,0 1 0 0 0,1 0-1 0 0,1 1 1 0 0,0 1 0 0 0,-14 22-1 0 0,28-37-65 0 0,1 0-1 0 0,-1 1 0 0 0,1-1 0 0 0,0 1 1 0 0,1-1-1 0 0,-1 1 0 0 0,0 0 1 0 0,1 0-1 0 0,0 0 0 0 0,0 0 1 0 0,0 0-1 0 0,1 0 0 0 0,-1 0 0 0 0,1 0 1 0 0,0 0-1 0 0,0 1 0 0 0,0-1 1 0 0,1 0-1 0 0,-1 0 0 0 0,1 0 1 0 0,0 0-1 0 0,0 0 0 0 0,1 0 0 0 0,-1 0 1 0 0,1-1-1 0 0,0 1 0 0 0,0 0 1 0 0,0-1-1 0 0,0 1 0 0 0,1-1 0 0 0,-1 0 1 0 0,1 0-1 0 0,0 0 0 0 0,0 0 1 0 0,0 0-1 0 0,7 4 0 0 0,0 0 27 0 0,2 0 0 0 0,-1-1 0 0 0,1 0 0 0 0,0-1 0 0 0,0-1 0 0 0,0 1 0 0 0,1-2-1 0 0,-1 0 1 0 0,1 0 0 0 0,20 1 0 0 0,-2-3-127 0 0,1-2-1 0 0,-1-1 0 0 0,0-1 1 0 0,34-9-1 0 0,15-8-6662 0 0,-38 8-485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7.2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242 119 2304 0 0,'-2'-6'870'0'0,"0"0"-1"0"0,0-1 0 0 0,0 1 0 0 0,1 0 0 0 0,0-1 0 0 0,0-10 1 0 0,0 10 426 0 0,1 1 1 0 0,-1-1 0 0 0,0 1-1 0 0,0 0 1 0 0,-1 0-1 0 0,-4-11 1 0 0,6 17-1191 0 0,-1-1-1 0 0,1 0 1 0 0,0 1-1 0 0,-1-1 1 0 0,0 1 0 0 0,1-1-1 0 0,-1 1 1 0 0,1-1-1 0 0,-1 1 1 0 0,0-1 0 0 0,1 1-1 0 0,-1 0 1 0 0,0-1-1 0 0,1 1 1 0 0,-1 0 0 0 0,0 0-1 0 0,0-1 1 0 0,1 1-1 0 0,-1 0 1 0 0,0 0 0 0 0,0 0-1 0 0,1 0 1 0 0,-1 0-1 0 0,0 0 1 0 0,0 0 0 0 0,0 0-1 0 0,1 0 1 0 0,-1 0-1 0 0,0 1 1 0 0,0-1 0 0 0,1 0-1 0 0,-1 0 1 0 0,0 1-1 0 0,1-1 1 0 0,-1 1 0 0 0,0-1-1 0 0,1 0 1 0 0,-1 1-1 0 0,0-1 1 0 0,0 2 0 0 0,-25 20 613 0 0,4 2-550 0 0,1 1 0 0 0,1 2 0 0 0,-29 50 0 0 0,41-62-157 0 0,0 0 0 0 0,1 1 0 0 0,1 0 0 0 0,0 0 0 0 0,2 0-1 0 0,-1 1 1 0 0,2-1 0 0 0,0 1 0 0 0,0 20 0 0 0,3-30-13 0 0,0-1 0 0 0,1 0 1 0 0,0 1-1 0 0,0-1 0 0 0,1 1 0 0 0,-1-1 0 0 0,1 0 1 0 0,0 0-1 0 0,1 0 0 0 0,0 0 0 0 0,0 0 0 0 0,0-1 1 0 0,1 1-1 0 0,3 4 0 0 0,-1-3 4 0 0,1-1 0 0 0,-1 1 0 0 0,1-2 0 0 0,0 1 0 0 0,0-1 0 0 0,1 0 0 0 0,-1 0 0 0 0,1-1 0 0 0,12 5 0 0 0,-5-4-24 0 0,0 0 1 0 0,1-1-1 0 0,0 0 1 0 0,0-2-1 0 0,0 1 1 0 0,0-2-1 0 0,0 0 1 0 0,0-1-1 0 0,0-1 0 0 0,31-5 1 0 0,-31 3-387 0 0,0-1 1 0 0,-1-1-1 0 0,0 0 1 0 0,24-11 0 0 0,-16 2-299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3:57.5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33 9562 0 0,'0'-1'104'0'0,"-1"1"0"0"0,1-1 1 0 0,0 0-1 0 0,-1 0 0 0 0,1 0 0 0 0,0 0 0 0 0,0 0 0 0 0,0 0 1 0 0,0 0-1 0 0,-1 0 0 0 0,1 0 0 0 0,1 0 0 0 0,-1 0 1 0 0,0 0-1 0 0,0 0 0 0 0,0 0 0 0 0,0 0 0 0 0,1 0 0 0 0,-1 0 1 0 0,1 0-1 0 0,-1 0 0 0 0,0 0 0 0 0,1 1 0 0 0,-1-1 0 0 0,1 0 1 0 0,0 0-1 0 0,-1 0 0 0 0,1 1 0 0 0,0-1 0 0 0,-1 0 1 0 0,1 1-1 0 0,0-1 0 0 0,0 1 0 0 0,0-1 0 0 0,0 1 0 0 0,-1-1 1 0 0,1 1-1 0 0,0-1 0 0 0,2 0 0 0 0,-1 2 163 0 0,0-1 0 0 0,-1 0 0 0 0,1 0 0 0 0,0 1-1 0 0,0-1 1 0 0,-1 1 0 0 0,1-1 0 0 0,0 1 0 0 0,-1 0 0 0 0,1-1 0 0 0,0 1-1 0 0,-1 0 1 0 0,1 0 0 0 0,-1 0 0 0 0,0 0 0 0 0,1 1 0 0 0,-1-1 0 0 0,0 0-1 0 0,0 1 1 0 0,1-1 0 0 0,-1 1 0 0 0,1 1 0 0 0,9 17 450 0 0,1 1 0 0 0,-2 0 0 0 0,14 45 0 0 0,13 74-341 0 0,-23-80-146 0 0,13 59-51 0 0,30 105 86 0 0,-56-222-237 0 0,-1 0 0 0 0,1 1-1 0 0,0-1 1 0 0,-1 0 0 0 0,1 0 0 0 0,0 0-1 0 0,0 0 1 0 0,1 0 0 0 0,-1-1 0 0 0,0 1 0 0 0,1 0-1 0 0,-1 0 1 0 0,1-1 0 0 0,-1 1 0 0 0,1-1-1 0 0,0 1 1 0 0,0-1 0 0 0,-1 0 0 0 0,1 0 0 0 0,0 0-1 0 0,0 0 1 0 0,0 0 0 0 0,5 1 0 0 0,-3-2 26 0 0,1 0 1 0 0,-1 0 0 0 0,1-1 0 0 0,-1 1 0 0 0,1-1 0 0 0,-1 0-1 0 0,1-1 1 0 0,-1 1 0 0 0,0-1 0 0 0,1 1 0 0 0,3-4-1 0 0,50-22 129 0 0,237-99-1787 0 0,-231 103-6889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0.3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85 30 10594 0 0,'-7'-5'310'0'0,"-27"-15"1937"0"0,33 20-1989 0 0,-1-1 0 0 0,1 0 0 0 0,-1 0 0 0 0,0 1 0 0 0,1-1 0 0 0,-1 1 0 0 0,0 0 0 0 0,0-1 0 0 0,0 1 0 0 0,1 0 0 0 0,-1 0 0 0 0,0 0 0 0 0,0 0 0 0 0,1 1 0 0 0,-1-1 0 0 0,0 0 0 0 0,-2 1-1 0 0,3 0-171 0 0,0 0 0 0 0,0 0 0 0 0,0 0 0 0 0,1-1 0 0 0,-1 1 0 0 0,0 0 0 0 0,1 0 0 0 0,-1 0 0 0 0,0 0 0 0 0,1 0 0 0 0,-1 0 0 0 0,1 0 0 0 0,0 0 0 0 0,-1 0 0 0 0,1 1 0 0 0,0-1 0 0 0,0 0-1 0 0,-1 0 1 0 0,1 0 0 0 0,0 0 0 0 0,0 0 0 0 0,1 2 0 0 0,2 30 477 0 0,-2-25-438 0 0,34 447 913 0 0,-26-294-1460 0 0,6-11-3635 0 0,-9-113 2522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0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1 169 8290 0 0,'0'-1'78'0'0,"0"0"1"0"0,0-1 0 0 0,0 1-1 0 0,0 0 1 0 0,0-1 0 0 0,0 1-1 0 0,1 0 1 0 0,-1 0 0 0 0,0 0-1 0 0,1-1 1 0 0,-1 1 0 0 0,1 0-1 0 0,0 0 1 0 0,-1 0-1 0 0,1 0 1 0 0,0 0 0 0 0,0 0-1 0 0,1-1 1 0 0,21-26 824 0 0,-16 21-518 0 0,3-4-77 0 0,0 1 0 0 0,0 1 0 0 0,1 0 1 0 0,1 0-1 0 0,-1 1 0 0 0,1 0 0 0 0,1 1 0 0 0,0 1 1 0 0,0 0-1 0 0,0 0 0 0 0,0 1 0 0 0,1 1 0 0 0,0 1 1 0 0,0-1-1 0 0,0 2 0 0 0,0 0 0 0 0,23 1 1 0 0,-34 1-276 0 0,0 0 0 0 0,-1 0 0 0 0,1 0 1 0 0,0 1-1 0 0,-1 0 0 0 0,1-1 0 0 0,0 1 1 0 0,-1 0-1 0 0,1 0 0 0 0,-1 0 0 0 0,1 1 1 0 0,-1-1-1 0 0,0 1 0 0 0,0-1 0 0 0,0 1 1 0 0,1 0-1 0 0,-1 0 0 0 0,2 2 0 0 0,-2 0 6 0 0,0-1-1 0 0,1 1 1 0 0,-1 0-1 0 0,-1 0 1 0 0,1 0-1 0 0,-1 0 1 0 0,1 0-1 0 0,-1 0 1 0 0,0 0-1 0 0,0 7 1 0 0,0 8 53 0 0,-1-1 0 0 0,0 1 1 0 0,-2 0-1 0 0,-4 21 0 0 0,4-31-59 0 0,-29 142 341 0 0,17-90-101 0 0,-12 101 0 0 0,26-158-185 0 0,0-1-1 0 0,0 0 1 0 0,0 1-1 0 0,0-1 1 0 0,0 1 0 0 0,1-1-1 0 0,-1 1 1 0 0,1-1-1 0 0,0 0 1 0 0,0 0-1 0 0,0 1 1 0 0,0-1-1 0 0,4 5 1 0 0,-4-7-34 0 0,0 1 1 0 0,0-1-1 0 0,1 0 1 0 0,-1 0 0 0 0,0 0-1 0 0,1-1 1 0 0,-1 1-1 0 0,0 0 1 0 0,1 0 0 0 0,-1-1-1 0 0,1 1 1 0 0,0-1 0 0 0,-1 0-1 0 0,1 1 1 0 0,-1-1-1 0 0,1 0 1 0 0,-1 0 0 0 0,1 0-1 0 0,0 0 1 0 0,-1 0-1 0 0,1 0 1 0 0,0 0 0 0 0,-1 0-1 0 0,1-1 1 0 0,-1 1-1 0 0,1-1 1 0 0,-1 1 0 0 0,1-1-1 0 0,-1 0 1 0 0,2 0-1 0 0,12-7 39 0 0,-1 0-1 0 0,0-1 0 0 0,0-1 1 0 0,-1 0-1 0 0,0-1 0 0 0,-1 0 1 0 0,21-25-1 0 0,13-10-333 0 0,-23 26-59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2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0 13363 0 0,'-5'4'3516'0'0,"5"-3"-3426"0"0,-2 15 1360 0 0,5 22-937 0 0,-2-31-94 0 0,14 208 1577 0 0,13 115-3296 0 0,-22-289-5880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2.6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0 124 2304 0 0,'4'-5'303'0'0,"-1"-1"-1"0"0,1 1 1 0 0,0 0-1 0 0,0 1 1 0 0,1-1-1 0 0,0 1 1 0 0,-1-1-1 0 0,1 1 1 0 0,1 1-1 0 0,-1-1 1 0 0,0 1-1 0 0,9-4 1 0 0,7-1 1498 0 0,0 0 1 0 0,26-5 0 0 0,-30 8-2296 0 0,20-5 1381 0 0,49-6 1 0 0,-75 14-628 0 0,0 1-1 0 0,1 0 1 0 0,-1 1-1 0 0,1 1 1 0 0,-1-1 0 0 0,1 2-1 0 0,-1 0 1 0 0,21 6-1 0 0,-29-7-244 0 0,0 0 0 0 0,0 0-1 0 0,0 1 1 0 0,0-1 0 0 0,-1 1-1 0 0,1 0 1 0 0,-1-1 0 0 0,1 1-1 0 0,-1 0 1 0 0,0 0 0 0 0,1 1 0 0 0,-1-1-1 0 0,0 0 1 0 0,-1 1 0 0 0,1-1-1 0 0,0 1 1 0 0,-1 0 0 0 0,1 0-1 0 0,-1-1 1 0 0,1 5 0 0 0,0-1-6 0 0,-2-1 0 0 0,1 0-1 0 0,-1 1 1 0 0,0-1 0 0 0,0 1 0 0 0,0-1 0 0 0,-1 1 0 0 0,1-1 0 0 0,-1 0 0 0 0,-4 10 0 0 0,-2 5-49 0 0,-2 1 0 0 0,0-2 1 0 0,-1 1-1 0 0,-22 29 0 0 0,-135 158-137 0 0,63-84 4112 0 0,101-120-3668 0 0,1 0-1 0 0,-1 1 0 0 0,1-1 0 0 0,0 0 0 0 0,0 1 0 0 0,0-1 0 0 0,-2 7 0 0 0,4-10-227 0 0,0 1-1 0 0,0-1 1 0 0,0 0-1 0 0,0 1 1 0 0,0-1-1 0 0,0 1 1 0 0,0-1-1 0 0,0 1 1 0 0,0-1-1 0 0,0 0 1 0 0,0 1-1 0 0,0-1 1 0 0,1 1-1 0 0,-1-1 1 0 0,0 1-1 0 0,0-1 1 0 0,0 0-1 0 0,1 1 1 0 0,-1-1-1 0 0,0 0 1 0 0,0 1-1 0 0,1-1 1 0 0,-1 0 0 0 0,0 1-1 0 0,1-1 1 0 0,-1 1-1 0 0,21 3 90 0 0,14-6-113 0 0,-1-2 0 0 0,66-15 0 0 0,-59 10-256 0 0,54-6 0 0 0,-54 13-1832 0 0,82 4 1 0 0,-89 1-4538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3.2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29 324 13363 0 0,'0'0'22'0'0,"0"0"0"0"0,0 1 1 0 0,-1-1-1 0 0,1 0 0 0 0,0 0 0 0 0,0 0 1 0 0,0 0-1 0 0,0 0 0 0 0,0 0 1 0 0,0 0-1 0 0,0 1 0 0 0,0-1 0 0 0,-1 0 1 0 0,1 0-1 0 0,0 0 0 0 0,0 0 0 0 0,0 0 1 0 0,0 0-1 0 0,0 1 0 0 0,0-1 0 0 0,0 0 1 0 0,0 0-1 0 0,0 0 0 0 0,0 0 1 0 0,0 1-1 0 0,0-1 0 0 0,0 0 0 0 0,0 0 1 0 0,0 0-1 0 0,0 0 0 0 0,0 0 0 0 0,0 1 1 0 0,0-1-1 0 0,0 0 0 0 0,0 0 0 0 0,0 0 1 0 0,0 0-1 0 0,1 0 0 0 0,-1 0 0 0 0,0 1 1 0 0,0-1-1 0 0,0 0 0 0 0,0 0 1 0 0,0 0-1 0 0,0 0 0 0 0,0 0 0 0 0,1 0 1 0 0,-1 0-1 0 0,0 1 0 0 0,0-1 0 0 0,0 0 1 0 0,0 0-1 0 0,0 0 0 0 0,0 0 0 0 0,1 0 1 0 0,-1 0-1 0 0,0 0 0 0 0,0 0 1 0 0,0 0-1 0 0,0 0 0 0 0,1 0 0 0 0,-1 0 1 0 0,0 0-1 0 0,0 0 0 0 0,0 0 0 0 0,0 0 1 0 0,0 0-1 0 0,1 0 0 0 0,20-1 538 0 0,23-7 339 0 0,-27 2-469 0 0,0 0 0 0 0,-1-1-1 0 0,0-1 1 0 0,0 0 0 0 0,0-1-1 0 0,-1-1 1 0 0,24-21 0 0 0,-30 24-372 0 0,-2 0 1 0 0,1-1 0 0 0,-1 0-1 0 0,0 0 1 0 0,0-1 0 0 0,-1 1 0 0 0,0-1-1 0 0,-1-1 1 0 0,0 1 0 0 0,0-1 0 0 0,-1 0-1 0 0,0 0 1 0 0,-1 0 0 0 0,2-13-1 0 0,-4 19-36 0 0,-1 1-1 0 0,0 0 0 0 0,0 0 0 0 0,0-1 1 0 0,0 1-1 0 0,0 0 0 0 0,-1 0 1 0 0,1 0-1 0 0,-1 0 0 0 0,0-1 0 0 0,0 1 1 0 0,0 0-1 0 0,0 0 0 0 0,-1 0 0 0 0,1 1 1 0 0,-1-1-1 0 0,0 0 0 0 0,0 1 1 0 0,0-1-1 0 0,0 1 0 0 0,0-1 0 0 0,-1 1 1 0 0,1 0-1 0 0,-1 0 0 0 0,1 0 0 0 0,-1 0 1 0 0,0 1-1 0 0,1-1 0 0 0,-1 1 0 0 0,0-1 1 0 0,0 1-1 0 0,0 0 0 0 0,0 0 1 0 0,-1 0-1 0 0,1 1 0 0 0,-5-1 0 0 0,-2-1 30 0 0,0 1-1 0 0,-1 0 1 0 0,1 1 0 0 0,-1 0-1 0 0,1 1 1 0 0,0 0-1 0 0,-1 1 1 0 0,1 0-1 0 0,0 0 1 0 0,-14 6-1 0 0,14-3-32 0 0,0 0 0 0 0,0 0 0 0 0,0 1 0 0 0,1 1-1 0 0,0 0 1 0 0,0 0 0 0 0,1 1 0 0 0,-1 0 0 0 0,2 0-1 0 0,-1 1 1 0 0,1 0 0 0 0,1 0 0 0 0,-7 11 0 0 0,11-16-31 0 0,-1 1 1 0 0,1-1 0 0 0,0 1 0 0 0,1 0-1 0 0,-1 0 1 0 0,1 0 0 0 0,0 0 0 0 0,0 0-1 0 0,0 0 1 0 0,1 0 0 0 0,-1 0 0 0 0,1 0-1 0 0,1 0 1 0 0,-1 0 0 0 0,1 0 0 0 0,0 0-1 0 0,0 0 1 0 0,0 0 0 0 0,0 0 0 0 0,1 0-1 0 0,0-1 1 0 0,0 1 0 0 0,1-1 0 0 0,-1 1-1 0 0,1-1 1 0 0,0 0 0 0 0,0 0 0 0 0,0 0-1 0 0,0 0 1 0 0,1 0 0 0 0,6 4 0 0 0,0 0-353 0 0,1-1 1 0 0,0-1 0 0 0,0 1-1 0 0,1-2 1 0 0,0 1 0 0 0,0-2 0 0 0,0 0-1 0 0,1 0 1 0 0,-1-1 0 0 0,1 0-1 0 0,0-1 1 0 0,0-1 0 0 0,0 0 0 0 0,25-2-1 0 0,-2-2-1615 0 0,0-1 0 0 0,0-2 0 0 0,-1-1 0 0 0,39-13 0 0 0,-43 9 1179 0 0,0 0 1 0 0,-1-2-1 0 0,46-28 1 0 0,-58 31 1304 0 0,-1-2 1 0 0,0-1 0 0 0,-1 0 0 0 0,0-1-1 0 0,-1 0 1 0 0,24-31 0 0 0,-38 43-328 0 0,0 1 0 0 0,0-1 1 0 0,0 1-1 0 0,0-1 0 0 0,0 0 0 0 0,0 1 1 0 0,0-1-1 0 0,0 0 0 0 0,0 0 0 0 0,-1 0 1 0 0,1 1-1 0 0,-1-1 0 0 0,0 0 1 0 0,1 0-1 0 0,-1 0 0 0 0,0 0 0 0 0,0-3 1 0 0,-1 4-10 0 0,1 0 0 0 0,0 0 0 0 0,-1 0 0 0 0,1 1 0 0 0,-1-1 0 0 0,0 0 0 0 0,1 0 0 0 0,-1 0 0 0 0,0 0 0 0 0,1 1 0 0 0,-1-1 0 0 0,0 0 0 0 0,0 1 0 0 0,0-1 0 0 0,0 1 0 0 0,1-1 0 0 0,-1 1 0 0 0,0-1 0 0 0,0 1 0 0 0,0-1 0 0 0,0 1 0 0 0,-2-1 0 0 0,-3 1 252 0 0,0-1-1 0 0,1 0 1 0 0,-1 1 0 0 0,0 0-1 0 0,0 0 1 0 0,1 1 0 0 0,-1 0 0 0 0,0 0-1 0 0,1 0 1 0 0,-7 2 0 0 0,-1 3-4 0 0,0-1 1 0 0,0 2 0 0 0,0 0 0 0 0,1 0 0 0 0,-21 16 0 0 0,28-19-349 0 0,0 0-1 0 0,0 1 1 0 0,1-1 0 0 0,-1 1 0 0 0,1 0 0 0 0,0 0-1 0 0,0 1 1 0 0,0-1 0 0 0,1 1 0 0 0,0-1 0 0 0,0 1 0 0 0,1 0-1 0 0,-1 1 1 0 0,1-1 0 0 0,-1 7 0 0 0,3-10-72 0 0,0 0 0 0 0,0 0 0 0 0,1 0 0 0 0,-1 1 0 0 0,1-1 0 0 0,0 0 0 0 0,0 0 0 0 0,0 0 0 0 0,0 0 0 0 0,0 0 0 0 0,1 0 0 0 0,-1-1 0 0 0,1 1 0 0 0,0 0 0 0 0,0-1 0 0 0,0 1 0 0 0,0-1 0 0 0,0 1 0 0 0,1-1 0 0 0,-1 0 0 0 0,0 0 0 0 0,1 0 0 0 0,0 0 0 0 0,0-1 0 0 0,-1 1 0 0 0,1-1 0 0 0,6 2 0 0 0,5 3-40 0 0,0-1 0 0 0,0 0 1 0 0,0-1-1 0 0,25 3 0 0 0,1-3 11 0 0,-28-3 14 0 0,-1-1 0 0 0,0 2-1 0 0,0-1 1 0 0,0 2 0 0 0,0-1 0 0 0,-1 2-1 0 0,13 4 1 0 0,-22-8 13 0 0,0 1 0 0 0,0 0 1 0 0,0-1-1 0 0,0 1 0 0 0,0 0 0 0 0,0 0 0 0 0,0-1 0 0 0,0 1 0 0 0,0 0 0 0 0,0 0 0 0 0,-1 0 1 0 0,1 0-1 0 0,0 0 0 0 0,-1 0 0 0 0,1 0 0 0 0,0 1 0 0 0,-1-1 0 0 0,0 0 0 0 0,1 0 0 0 0,-1 0 1 0 0,0 0-1 0 0,1 1 0 0 0,-1 1 0 0 0,0 0 0 0 0,-1 0-1 0 0,1 0 1 0 0,-1-1 0 0 0,1 1-1 0 0,-1 0 1 0 0,0 0 0 0 0,0-1 0 0 0,0 1-1 0 0,-1-1 1 0 0,-1 4 0 0 0,-4 4 0 0 0,0-1 1 0 0,0 0 0 0 0,-1 0-1 0 0,-9 7 1 0 0,-103 78-2545 0 0,97-78-4251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3.4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10594 0 0,'0'1'964'0'0,"4"59"4684"0"0,-1 14-2928 0 0,-3-68-2681 0 0,-3 35-123 0 0,2 0-1 0 0,7 73 0 0 0,-2-91-6975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3.6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18 144 16131 0 0,'-5'-32'713'0'0,"1"10"151"0"0,1 3-696 0 0,1 6-168 0 0,2 5 0 0 0,0 6 0 0 0,0-2 376 0 0,-2-3 40 0 0,2-1 0 0 0,-2-5 8 0 0,2 3-128 0 0,0 5-24 0 0,2 5-8 0 0,2 5 0 0 0,3 4-1464 0 0,1 3-296 0 0,6 4-57 0 0,4 1-15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3.9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190 0 1376 0 0,'-5'2'541'0'0,"0"-1"1"0"0,0 1-1 0 0,1 0 0 0 0,-1 1 0 0 0,0-1 0 0 0,1 1 0 0 0,0 0 0 0 0,-1 0 1 0 0,-6 8-1 0 0,1-4 510 0 0,-11 9 1148 0 0,1 1 0 0 0,-20 21 0 0 0,36-33-1946 0 0,-1 0 0 0 0,1 0 0 0 0,0 0 0 0 0,0 0 0 0 0,1 1 0 0 0,-1-1 0 0 0,1 1 1 0 0,1 0-1 0 0,-1 0 0 0 0,1 0 0 0 0,0 0 0 0 0,0 0 0 0 0,1 1 0 0 0,-2 8 0 0 0,4-12-232 0 0,-1 0 0 0 0,1 0 0 0 0,-1 0 1 0 0,1 0-1 0 0,0-1 0 0 0,0 1 0 0 0,0 0 0 0 0,0-1 1 0 0,0 1-1 0 0,1 0 0 0 0,-1-1 0 0 0,1 0 0 0 0,0 1 1 0 0,0-1-1 0 0,0 0 0 0 0,0 0 0 0 0,0 0 0 0 0,0 0 1 0 0,0 0-1 0 0,1-1 0 0 0,2 3 0 0 0,8 3 53 0 0,0 0 0 0 0,0-1 1 0 0,15 5-1 0 0,-9-4 48 0 0,-15-5-90 0 0,8 2 75 0 0,0 2-1 0 0,0-1 1 0 0,-1 1-1 0 0,0 1 1 0 0,13 9-1 0 0,-21-14-100 0 0,-1 1 0 0 0,1-1 0 0 0,-1 1-1 0 0,0-1 1 0 0,0 1 0 0 0,0 0 0 0 0,0 0-1 0 0,0 0 1 0 0,-1 0 0 0 0,1 0 0 0 0,-1 0-1 0 0,0 0 1 0 0,0 1 0 0 0,0-1 0 0 0,0 0 0 0 0,0 1-1 0 0,-1-1 1 0 0,0 1 0 0 0,1-1 0 0 0,-1 1-1 0 0,-1-1 1 0 0,1 1 0 0 0,0-1 0 0 0,-2 6-1 0 0,0 0-151 0 0,-1-1-1 0 0,0 0 0 0 0,0 0 1 0 0,-1 0-1 0 0,0 0 1 0 0,0-1-1 0 0,0 1 1 0 0,-1-1-1 0 0,0 0 0 0 0,-1 0 1 0 0,0-1-1 0 0,-12 11 1 0 0,1-4-6343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4.1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0 12899 0 0,'-1'1'55'0'0,"1"-1"0"0"0,-1 0 0 0 0,1 0 0 0 0,-1 0 0 0 0,1 1 0 0 0,0-1 0 0 0,-1 0 0 0 0,1 1 0 0 0,-1-1 0 0 0,1 0 0 0 0,0 1 0 0 0,0-1 0 0 0,-1 0 0 0 0,1 1 0 0 0,0-1 0 0 0,-1 1 0 0 0,1-1 0 0 0,0 0 0 0 0,0 1 0 0 0,0-1 0 0 0,0 1 0 0 0,-1-1 0 0 0,1 1 0 0 0,0-1 0 0 0,0 1 0 0 0,0-1 0 0 0,0 1 1 0 0,0-1-1 0 0,0 1 0 0 0,0-1 0 0 0,0 0 0 0 0,0 1 0 0 0,0-1 0 0 0,1 1 0 0 0,-1 0 0 0 0,4 24 1120 0 0,-3-20-778 0 0,14 55 2451 0 0,33 88 0 0 0,-29-95-2641 0 0,-1 1 1 0 0,12 74-1 0 0,-17-11-2030 0 0,-11-79-5689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4.5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0 186 4609 0 0,'0'-2'44'0'0,"1"-1"-1"0"0,-1 1 1 0 0,1 0 0 0 0,-1-1 0 0 0,1 1-1 0 0,0 0 1 0 0,0-1 0 0 0,0 1 0 0 0,0 0-1 0 0,0 0 1 0 0,1 0 0 0 0,-1 0 0 0 0,1 0-1 0 0,-1 0 1 0 0,1 0 0 0 0,0 0 0 0 0,-1 1-1 0 0,1-1 1 0 0,0 1 0 0 0,0-1 0 0 0,0 1-1 0 0,0 0 1 0 0,4-2 0 0 0,7-3 492 0 0,0 1 0 0 0,0 0 0 0 0,15-3 0 0 0,-9 3 192 0 0,126-36 1346 0 0,202-22-3113 0 0,-340 62 1040 0 0,-2 0 7 0 0,1 0 1 0 0,-1 0 0 0 0,0 1-1 0 0,1 0 1 0 0,-1 0 0 0 0,1 0-1 0 0,-1 0 1 0 0,1 1 0 0 0,-1 0-1 0 0,7 2 1 0 0,-14 0 678 0 0,0-1 1 0 0,-1 1-1 0 0,1-1 1 0 0,-1 0-1 0 0,0 0 0 0 0,0 0 1 0 0,0 0-1 0 0,0 0 0 0 0,-4 1 1 0 0,4-1-34 0 0,-4 2 34 0 0,1-1-1 0 0,1 2 1 0 0,-1-1-1 0 0,0 1 0 0 0,1-1 1 0 0,0 1-1 0 0,0 1 1 0 0,1-1-1 0 0,-1 1 0 0 0,-5 10 1 0 0,6-7-529 0 0,-1 1 1 0 0,2-1 0 0 0,-1 1-1 0 0,2 0 1 0 0,-1 0 0 0 0,-1 19 0 0 0,2-19-192 0 0,2 1 0 0 0,-1-1 0 0 0,1 1 0 0 0,1-1 0 0 0,0 1 0 0 0,0-1 0 0 0,1 0 0 0 0,1 0 0 0 0,-1 0 0 0 0,2 0 0 0 0,6 16 0 0 0,-7-21-9 0 0,0 1 0 0 0,1-1 0 0 0,-1 0 0 0 0,1 0 0 0 0,0 0 0 0 0,0-1 0 0 0,1 1 0 0 0,-1-1 0 0 0,1 0 0 0 0,0-1 0 0 0,0 1 0 0 0,0-1 0 0 0,1 0 0 0 0,-1 0 0 0 0,1 0 0 0 0,0-1 0 0 0,0 0 0 0 0,0 0 0 0 0,0 0 0 0 0,11 1 0 0 0,-4-2-9 0 0,0-1 1 0 0,0 1-1 0 0,-1-2 0 0 0,1 0 0 0 0,0-1 0 0 0,0 0 0 0 0,0 0 1 0 0,-1-2-1 0 0,0 1 0 0 0,1-2 0 0 0,-1 0 0 0 0,13-7 0 0 0,-20 10 34 0 0,-1-1 0 0 0,1 0 0 0 0,-1 0-1 0 0,0 0 1 0 0,1 0 0 0 0,-1-1-1 0 0,-1 0 1 0 0,1 1 0 0 0,0-1 0 0 0,-1-1-1 0 0,0 1 1 0 0,0 0 0 0 0,0-1 0 0 0,-1 0-1 0 0,1 1 1 0 0,-1-1 0 0 0,0 0 0 0 0,-1 0-1 0 0,1-1 1 0 0,-1 1 0 0 0,0 0 0 0 0,0 0-1 0 0,-1-1 1 0 0,1 1 0 0 0,-1 0 0 0 0,0-1-1 0 0,-1 1 1 0 0,1 0 0 0 0,-1-1 0 0 0,0 1-1 0 0,-3-8 1 0 0,0 3 6 0 0,0-1-1 0 0,-1 1 1 0 0,0 1-1 0 0,-1-1 1 0 0,0 1-1 0 0,0 0 1 0 0,-1 0-1 0 0,0 0 1 0 0,-1 1 0 0 0,1 0-1 0 0,-13-8 1 0 0,5 4-239 0 0,0 2 0 0 0,0 0 0 0 0,-2 1 0 0 0,1 0 0 0 0,-1 1 0 0 0,-17-5 0 0 0,4 3-360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4.8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93 11058 0 0,'19'5'660'0'0,"-1"0"0"0"0,1 1 0 0 0,-1 1 0 0 0,0 1-1 0 0,0 0 1 0 0,27 19 0 0 0,-35-21-358 0 0,-1 0 1 0 0,-1 1-1 0 0,1 0 0 0 0,-1 1 0 0 0,0 0 0 0 0,0 0 1 0 0,-1 0-1 0 0,-1 1 0 0 0,1 0 0 0 0,-1 1 1 0 0,-1-1-1 0 0,1 1 0 0 0,3 12 0 0 0,-8-20-192 0 0,0 1 1 0 0,-1-1-1 0 0,1 0 0 0 0,-1 0 0 0 0,0 0 0 0 0,1 0 1 0 0,-1 0-1 0 0,0 1 0 0 0,0-1 0 0 0,-1 0 0 0 0,1 0 1 0 0,0 0-1 0 0,-2 4 0 0 0,2-5-76 0 0,0-1 0 0 0,0 0 0 0 0,0 0 1 0 0,0 0-1 0 0,-1 1 0 0 0,1-1 0 0 0,0 0 0 0 0,0 0 0 0 0,0 0 0 0 0,0 0 0 0 0,-1 1 0 0 0,1-1 0 0 0,0 0 1 0 0,0 0-1 0 0,0 0 0 0 0,-1 0 0 0 0,1 0 0 0 0,0 0 0 0 0,0 0 0 0 0,-1 0 0 0 0,1 1 0 0 0,0-1 1 0 0,0 0-1 0 0,-1 0 0 0 0,1 0 0 0 0,0 0 0 0 0,0 0 0 0 0,-1 0 0 0 0,1 0 0 0 0,0 0 0 0 0,0 0 1 0 0,-1-1-1 0 0,1 1 0 0 0,0 0 0 0 0,0 0 0 0 0,0 0 0 0 0,-1 0 0 0 0,-12-15 577 0 0,9 8-536 0 0,0 0 0 0 0,0 0 0 0 0,1-1 0 0 0,1 1 0 0 0,-1-1 0 0 0,1 1 0 0 0,0-1 0 0 0,1 0 0 0 0,0 0 0 0 0,0 1-1 0 0,0-1 1 0 0,1 0 0 0 0,1 0 0 0 0,-1 0 0 0 0,1 0 0 0 0,4-14 0 0 0,-1 7-411 0 0,1 1-1 0 0,1 0 1 0 0,0 0-1 0 0,1 0 1 0 0,1 1 0 0 0,0 0-1 0 0,18-22 1 0 0,1 4-7578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5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237 1 2304 0 0,'-5'4'370'0'0,"0"-1"0"0"0,-1 1 0 0 0,1-1 0 0 0,-11 4 0 0 0,-6 4 830 0 0,10-4-693 0 0,-10 5 835 0 0,1 0 0 0 0,0 2 0 0 0,1 0-1 0 0,0 1 1 0 0,-29 30 0 0 0,48-44-1260 0 0,-1 0-1 0 0,1 1 1 0 0,0-1-1 0 0,0 1 1 0 0,0-1-1 0 0,0 0 0 0 0,1 1 1 0 0,-1 0-1 0 0,0-1 1 0 0,1 1-1 0 0,-1-1 1 0 0,1 1-1 0 0,-1 0 0 0 0,1-1 1 0 0,0 1-1 0 0,0 0 1 0 0,-1 0-1 0 0,1-1 1 0 0,1 1-1 0 0,-1 0 1 0 0,0-1-1 0 0,0 1 0 0 0,1 0 1 0 0,-1-1-1 0 0,1 1 1 0 0,-1 0-1 0 0,1-1 1 0 0,-1 1-1 0 0,1-1 1 0 0,0 1-1 0 0,0-1 0 0 0,0 1 1 0 0,0-1-1 0 0,0 0 1 0 0,0 1-1 0 0,1-1 1 0 0,-1 0-1 0 0,0 0 1 0 0,0 0-1 0 0,1 0 0 0 0,-1 0 1 0 0,3 1-1 0 0,8 5 157 0 0,0 0-1 0 0,0-1 0 0 0,1-1 0 0 0,18 6 1 0 0,-10-4 46 0 0,-17-6-240 0 0,8 4 86 0 0,0 0 1 0 0,1 0 0 0 0,-2 1-1 0 0,1 1 1 0 0,20 14-1 0 0,-30-19-123 0 0,0 0 0 0 0,0 0 0 0 0,0 0 0 0 0,-1 0 0 0 0,1 0 1 0 0,0 0-1 0 0,-1 1 0 0 0,0-1 0 0 0,0 1 0 0 0,1-1 0 0 0,-2 1 0 0 0,1-1 0 0 0,0 1 0 0 0,0-1 0 0 0,-1 1 0 0 0,1 0 0 0 0,-1-1 0 0 0,0 1 0 0 0,0 0 0 0 0,0-1 0 0 0,0 1 0 0 0,0 0 0 0 0,-1-1 0 0 0,1 1 0 0 0,-1-1 0 0 0,0 1 0 0 0,1 0 0 0 0,-1-1 0 0 0,0 1 0 0 0,-1-1 0 0 0,1 0 0 0 0,0 1 0 0 0,-1-1 0 0 0,1 0 0 0 0,-1 0 0 0 0,-2 2 0 0 0,-3 5-173 0 0,-1 0 0 0 0,-1-1-1 0 0,1 0 1 0 0,-1 0-1 0 0,-1-1 1 0 0,1-1 0 0 0,-20 11-1 0 0,-3-1-6487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6.3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161 29 10594 0 0,'-34'5'1688'0'0,"17"-2"-1178"0"0,1-1 0 0 0,-1 0-1 0 0,1-1 1 0 0,-1-1 0 0 0,-27-3 0 0 0,44 3-492 0 0,0 0 1 0 0,0 0 0 0 0,0 0 0 0 0,1 0 0 0 0,-1 0 0 0 0,0 0-1 0 0,0 0 1 0 0,0 0 0 0 0,0 0 0 0 0,0 0 0 0 0,0 0 0 0 0,0 0-1 0 0,0 0 1 0 0,0 0 0 0 0,0 0 0 0 0,0 0 0 0 0,0 0 0 0 0,0 0-1 0 0,0 0 1 0 0,0 0 0 0 0,0-1 0 0 0,0 1 0 0 0,0 0 0 0 0,0 0-1 0 0,0 0 1 0 0,0 0 0 0 0,1 0 0 0 0,-1 0 0 0 0,0 0 0 0 0,0 0-1 0 0,0 0 1 0 0,0 0 0 0 0,0 0 0 0 0,0 0 0 0 0,-1-1 0 0 0,1 1-1 0 0,0 0 1 0 0,0 0 0 0 0,0 0 0 0 0,0 0 0 0 0,0 0-1 0 0,0 0 1 0 0,0 0 0 0 0,0 0 0 0 0,0 0 0 0 0,16-4 251 0 0,22 0-234 0 0,82 4-366 0 0,329-4 1612 0 0,-150-13-6438 0 0,-231 10-136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6.6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23 11522 0 0,'-40'1'1319'0'0,"73"-14"2118"0"0,-6 8-2972 0 0,1 2-1 0 0,-1 1 1 0 0,1 2 0 0 0,0 0-1 0 0,0 2 1 0 0,-1 1 0 0 0,1 1-1 0 0,-1 2 1 0 0,43 13-1 0 0,-60-16-385 0 0,0 1-1 0 0,0 0 0 0 0,0 1 0 0 0,0 0 0 0 0,-1 1 0 0 0,0 0 0 0 0,0 0 0 0 0,0 0 0 0 0,-1 1 0 0 0,0 1 0 0 0,12 13 1 0 0,-17-16-64 0 0,1 0 1 0 0,-1 1-1 0 0,0-1 1 0 0,-1 0 0 0 0,1 1-1 0 0,-1-1 1 0 0,-1 1-1 0 0,1 0 1 0 0,-1 0 0 0 0,1 0-1 0 0,-2 0 1 0 0,1 0 0 0 0,-1 0-1 0 0,0 0 1 0 0,0 0-1 0 0,0 0 1 0 0,-1 0 0 0 0,0-1-1 0 0,0 1 1 0 0,-1 0 0 0 0,1 0-1 0 0,-5 8 1 0 0,-1 1-3 0 0,-1-1 0 0 0,0 0 0 0 0,-1 0 0 0 0,0-1 0 0 0,-1 0 0 0 0,-1-1-1 0 0,0 0 1 0 0,-1 0 0 0 0,-25 19 0 0 0,0-5-294 0 0,-1-1-1 0 0,-54 26 1 0 0,53-32-1527 0 0,3-3-5327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7.0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199 20 11979 0 0,'-7'-7'-43'0'0,"-10"-5"3851"0"0,17 12-3684 0 0,-1 0 0 0 0,1 0 0 0 0,-1 0 0 0 0,0 0 0 0 0,1 0 0 0 0,-1 0 0 0 0,1 0 0 0 0,-1 1 0 0 0,1-1 0 0 0,-1 0 0 0 0,1 0 0 0 0,-1 1 0 0 0,0-1 0 0 0,1 0 0 0 0,0 1 0 0 0,-1-1 0 0 0,1 0 0 0 0,-1 1 0 0 0,1-1 0 0 0,-1 1 0 0 0,1-1 0 0 0,0 1 0 0 0,-1-1 0 0 0,1 1 0 0 0,0-1 0 0 0,0 1 0 0 0,-1-1 0 0 0,1 1 0 0 0,0-1 0 0 0,0 1 0 0 0,0-1 0 0 0,-1 1 0 0 0,1 0 0 0 0,0 0 0 0 0,-16 54 1002 0 0,-15 81-1 0 0,12-40-997 0 0,-72 270-1165 0 0,87-348-137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7.2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1 114 5985 0 0,'1'-12'511'0'0,"-1"5"-519"0"0,0 0 1 0 0,1 0 0 0 0,0 0 0 0 0,0 0-1 0 0,3-7 1 0 0,-4 12 253 0 0,1 0 0 0 0,0 0 1 0 0,0 0-1 0 0,0 0 0 0 0,1 0 0 0 0,-1 1 0 0 0,0-1 0 0 0,1 0 0 0 0,-1 0 0 0 0,1 1 0 0 0,-1-1 0 0 0,4-1 0 0 0,0-1 137 0 0,0 1 0 0 0,0 0 0 0 0,1 0 0 0 0,-1 1 0 0 0,1-1-1 0 0,-1 1 1 0 0,1 0 0 0 0,0 1 0 0 0,0 0 0 0 0,0-1 0 0 0,0 2 0 0 0,0-1-1 0 0,0 1 1 0 0,0 0 0 0 0,0 0 0 0 0,0 1 0 0 0,0-1 0 0 0,0 1-1 0 0,7 3 1 0 0,-4-1-63 0 0,1 1 1 0 0,-1 1-1 0 0,0 0 0 0 0,0 0 0 0 0,-1 1 0 0 0,0 0 0 0 0,1 0 0 0 0,-2 1 1 0 0,1 0-1 0 0,10 13 0 0 0,63 89 1024 0 0,-17-21-888 0 0,-27-43-471 0 0,-8-10-1000 0 0,26 39 1 0 0,-43-55-6385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7.3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93 109 10594 0 0,'-7'-2'-74'0'0,"-5"-1"630"0"0,1-1 1 0 0,0 0-1 0 0,-13-6 0 0 0,23 9-349 0 0,-1 1-1 0 0,1-1 0 0 0,-1 0 0 0 0,1 0 1 0 0,-1 0-1 0 0,1 1 0 0 0,-1-1 1 0 0,1-1-1 0 0,0 1 0 0 0,-1 0 0 0 0,1 0 1 0 0,0 0-1 0 0,0-1 0 0 0,0 1 1 0 0,0-1-1 0 0,0 1 0 0 0,0-1 0 0 0,1 1 1 0 0,-1-1-1 0 0,0 1 0 0 0,1-1 1 0 0,-1 0-1 0 0,1 1 0 0 0,0-1 0 0 0,-1 0 1 0 0,1 1-1 0 0,0-1 0 0 0,0 0 1 0 0,0 1-1 0 0,0-3 0 0 0,1 2-85 0 0,0 0 1 0 0,0 0-1 0 0,1 0 0 0 0,-1 1 0 0 0,0-1 1 0 0,1 0-1 0 0,-1 1 0 0 0,1-1 1 0 0,-1 1-1 0 0,1 0 0 0 0,0 0 0 0 0,0-1 1 0 0,-1 1-1 0 0,1 0 0 0 0,0 0 1 0 0,0 1-1 0 0,0-1 0 0 0,0 0 0 0 0,4 0 1 0 0,42-9-80 0 0,-46 10 0 0 0,28-3-826 0 0,-1 1 0 0 0,1 1-1 0 0,41 5 1 0 0,-28 1-381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7.6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18 2761 0 0,'-7'0'248'0'0,"3"-2"-248"0"0,2 0 0 0 0,2 1 0 0 0,2-1 480 0 0,0 2 56 0 0,0-2 8 0 0,3 0 0 0 0,4 1-456 0 0,1-5-88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7.9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 13827 0 0,'-14'3'5660'0'0,"16"2"-4679"0"0,17 45-555 0 0,-2 2-1 0 0,-2-1 1 0 0,-3 2-1 0 0,-2 0 0 0 0,4 55 1 0 0,-3-21-2883 0 0,-4-36-1497 0 0,-4-32-3182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8.1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34 186 5065 0 0,'1'-3'74'0'0,"1"-12"-2"0"0,2 1 1 0 0,8-25 0 0 0,-10 34 90 0 0,1 0-1 0 0,-1 0 1 0 0,1 1-1 0 0,0-1 1 0 0,1 1 0 0 0,-1-1-1 0 0,1 1 1 0 0,0 0-1 0 0,0 0 1 0 0,0 1 0 0 0,5-4-1 0 0,-8 6-107 0 0,13-9 812 0 0,1 0 0 0 0,0 1 1 0 0,0 1-1 0 0,21-8 0 0 0,-33 15-635 0 0,1 0-1 0 0,-1 0 0 0 0,1 0 0 0 0,-1 0 1 0 0,1 1-1 0 0,-1 0 0 0 0,1-1 0 0 0,-1 1 0 0 0,1 1 1 0 0,0-1-1 0 0,-1 0 0 0 0,5 2 0 0 0,-6-1-98 0 0,0 0 0 0 0,0 0 0 0 0,0 0 0 0 0,0 0-1 0 0,0 0 1 0 0,0 1 0 0 0,0-1 0 0 0,0 1-1 0 0,-1-1 1 0 0,1 1 0 0 0,-1 0 0 0 0,1-1-1 0 0,-1 1 1 0 0,0 0 0 0 0,0 0 0 0 0,1 0 0 0 0,-1 0-1 0 0,0 0 1 0 0,-1 1 0 0 0,1-1 0 0 0,0 3-1 0 0,0 0-11 0 0,0 1 0 0 0,-1-1 0 0 0,1 0-1 0 0,-1 1 1 0 0,-1-1 0 0 0,1 1 0 0 0,-1-1-1 0 0,0 1 1 0 0,0-1 0 0 0,0 0-1 0 0,-1 0 1 0 0,0 0 0 0 0,0 0 0 0 0,0 0-1 0 0,-1 0 1 0 0,0 0 0 0 0,0 0 0 0 0,-7 7-1 0 0,-2 4 69 0 0,-1-2 0 0 0,0 1 0 0 0,-31 23 0 0 0,-55 31-51 0 0,55-44-5891 0 0,22-14-722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8.3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8754 0 0,'7'2'128'0'0,"-4"-2"71"0"0,-1 0 0 0 0,1 0 0 0 0,0 0 0 0 0,-1 1-1 0 0,1-1 1 0 0,-1 1 0 0 0,1 0 0 0 0,-1 0 0 0 0,1 0 0 0 0,-1 0 0 0 0,1 0-1 0 0,-1 0 1 0 0,0 1 0 0 0,0-1 0 0 0,0 1 0 0 0,0-1 0 0 0,0 1 0 0 0,0 0-1 0 0,0 0 1 0 0,-1 0 0 0 0,1 0 0 0 0,0 0 0 0 0,-1 0 0 0 0,0 1-1 0 0,2 2 1 0 0,5 11 611 0 0,-1 0-1 0 0,-1 0 0 0 0,0 0 0 0 0,-1 1 0 0 0,0 0 1 0 0,-2 0-1 0 0,3 23 0 0 0,-1 129 805 0 0,-5-82-1096 0 0,3-35-201 0 0,-1-7-1128 0 0,-1-16-4949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8.5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52 6449 0 0,'4'-5'319'0'0,"0"1"-1"0"0,0 0 0 0 0,1 0 0 0 0,-1 0 0 0 0,1 0 0 0 0,0 1 0 0 0,0 0 1 0 0,0 0-1 0 0,0 0 0 0 0,0 0 0 0 0,1 1 0 0 0,-1 0 0 0 0,1 0 1 0 0,0 1-1 0 0,0-1 0 0 0,-1 1 0 0 0,1 1 0 0 0,0-1 0 0 0,0 1 0 0 0,0 0 1 0 0,0 0-1 0 0,10 2 0 0 0,-11-1 56 0 0,1-1 1 0 0,-1 1-1 0 0,0 1 0 0 0,1-1 0 0 0,-1 1 1 0 0,0 0-1 0 0,0 0 0 0 0,0 0 1 0 0,0 1-1 0 0,-1-1 0 0 0,1 1 0 0 0,-1 1 1 0 0,1-1-1 0 0,4 6 0 0 0,-6-6-277 0 0,-1 0 0 0 0,0 0-1 0 0,1 0 1 0 0,-1 0 0 0 0,-1 1 0 0 0,1-1-1 0 0,0 1 1 0 0,-1 0 0 0 0,0-1 0 0 0,0 1-1 0 0,0 0 1 0 0,0 0 0 0 0,0-1-1 0 0,-1 1 1 0 0,0 0 0 0 0,0 0 0 0 0,0 0-1 0 0,0 0 1 0 0,0 0 0 0 0,-2 6 0 0 0,-2 2-257 0 0,1 0 1 0 0,-1 0 0 0 0,-1 0-1 0 0,0-1 1 0 0,-1 0 0 0 0,0 0 0 0 0,-1 0-1 0 0,0 0 1 0 0,-1-1 0 0 0,0-1 0 0 0,0 1-1 0 0,-1-1 1 0 0,-19 15 0 0 0,8-10-6781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9.0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 9674 0 0,'1'2'509'0'0,"-1"0"-1"0"0,1 1 1 0 0,-1-1-1 0 0,0 0 1 0 0,0 1-1 0 0,0-1 1 0 0,0 0-1 0 0,0 1 1 0 0,0-1-1 0 0,-1 0 1 0 0,0 5 0 0 0,-1 2 239 0 0,2 8-295 0 0,0 1 0 0 0,1-1 0 0 0,0 0 0 0 0,2 0 1 0 0,0 0-1 0 0,1 0 0 0 0,0 0 0 0 0,1-1 0 0 0,2 0 0 0 0,-1 0 0 0 0,11 18 1 0 0,1-3-324 0 0,1-1 0 0 0,1 0 0 0 0,2-1 0 0 0,35 36 0 0 0,-49-57-133 0 0,0 0 0 0 0,0-1 0 0 0,1 1 0 0 0,0-2 1 0 0,1 1-1 0 0,13 6 0 0 0,-19-11-1 0 0,1 0-1 0 0,-1 0 1 0 0,1-1 0 0 0,0 1 0 0 0,-1-1-1 0 0,1 0 1 0 0,0-1 0 0 0,0 1 0 0 0,0-1 0 0 0,-1 0-1 0 0,1 0 1 0 0,0-1 0 0 0,0 1 0 0 0,0-1-1 0 0,-1 0 1 0 0,1 0 0 0 0,6-3 0 0 0,0-2-69 0 0,0 1 1 0 0,-1-1-1 0 0,1-1 1 0 0,-1 0-1 0 0,-1-1 0 0 0,1 0 1 0 0,-1 0-1 0 0,-1-1 1 0 0,0 0-1 0 0,11-15 0 0 0,7-13-476 0 0,30-61 0 0 0,-36 61 452 0 0,2-6-21 0 0,-16 29 204 0 0,1 0 1 0 0,0 1-1 0 0,0 0 0 0 0,2 1 1 0 0,14-18-1 0 0,-23 30-62 0 0,0-1 0 0 0,0 1-1 0 0,1-1 1 0 0,-1 1 0 0 0,1 0-1 0 0,-1-1 1 0 0,0 1 0 0 0,1 0 0 0 0,-1 0-1 0 0,1-1 1 0 0,-1 1 0 0 0,1 0-1 0 0,-1 0 1 0 0,1 0 0 0 0,-1 0-1 0 0,0-1 1 0 0,1 1 0 0 0,-1 0 0 0 0,1 0-1 0 0,-1 0 1 0 0,1 0 0 0 0,-1 0-1 0 0,1 0 1 0 0,-1 0 0 0 0,1 0 0 0 0,-1 1-1 0 0,1-1 1 0 0,-1 0 0 0 0,1 0-1 0 0,-1 0 1 0 0,1 0 0 0 0,-1 1 0 0 0,1-1-1 0 0,-1 0 1 0 0,0 0 0 0 0,1 1-1 0 0,-1-1 1 0 0,1 0 0 0 0,-1 1-1 0 0,0-1 1 0 0,1 0 0 0 0,-1 1 0 0 0,0-1-1 0 0,0 1 1 0 0,1-1 0 0 0,-1 1-1 0 0,0-1 1 0 0,0 0 0 0 0,0 1 0 0 0,1-1-1 0 0,-1 1 1 0 0,0-1 0 0 0,0 1-1 0 0,0-1 1 0 0,0 1 0 0 0,0-1 0 0 0,0 1-1 0 0,0 0 1 0 0,6 35 370 0 0,-6-33-357 0 0,2 38 170 0 0,-2-22-152 0 0,2 0-1 0 0,0 0 1 0 0,6 27-1 0 0,-7-42-52 0 0,0 0 0 0 0,0 0-1 0 0,0 0 1 0 0,1 0-1 0 0,0 0 1 0 0,0-1-1 0 0,0 1 1 0 0,0-1 0 0 0,0 1-1 0 0,1-1 1 0 0,0 0-1 0 0,-1 0 1 0 0,1 0-1 0 0,0 0 1 0 0,0-1 0 0 0,1 1-1 0 0,-1-1 1 0 0,1 1-1 0 0,-1-1 1 0 0,1 0-1 0 0,5 1 1 0 0,-4-2-2 0 0,-1 0 0 0 0,1 0 0 0 0,0 0 0 0 0,0-1 0 0 0,0 0 0 0 0,0 0 0 0 0,0 0 0 0 0,0-1 0 0 0,0 0 0 0 0,0 0 0 0 0,0 0 0 0 0,0 0 0 0 0,0-1 0 0 0,-1 0 0 0 0,8-4 0 0 0,9-5 0 0 0,-2-1 0 0 0,23-17 0 0 0,-9 6 0 0 0,-28 19 18 0 0,1 1 1 0 0,-1 0-1 0 0,1 0 0 0 0,-1 0 0 0 0,1 1 1 0 0,0-1-1 0 0,10-1 0 0 0,-14 4 8 0 0,0 0 1 0 0,-1 0-1 0 0,1 0 0 0 0,0 0 0 0 0,-1 0 0 0 0,1 0 0 0 0,-1 0 0 0 0,1 1 0 0 0,0-1 0 0 0,-1 1 0 0 0,1-1 0 0 0,-1 1 1 0 0,1 0-1 0 0,-1 0 0 0 0,1-1 0 0 0,-1 1 0 0 0,0 0 0 0 0,1 0 0 0 0,-1 0 0 0 0,0 0 0 0 0,0 1 0 0 0,0-1 0 0 0,0 0 1 0 0,0 1-1 0 0,0-1 0 0 0,0 0 0 0 0,0 1 0 0 0,0-1 0 0 0,-1 1 0 0 0,1-1 0 0 0,0 1 0 0 0,-1-1 0 0 0,1 4 1 0 0,7 29 343 0 0,-1 0 0 0 0,-2 1 1 0 0,2 56-1 0 0,1 15-272 0 0,-2-59-880 0 0,-2 0 1 0 0,-2 49-1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09.5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2 11522 0 0,'-2'0'140'0'0,"1"-1"-1"0"0,0 1 0 0 0,-1 0 0 0 0,1-1 0 0 0,0 1 0 0 0,-1 0 0 0 0,1 0 0 0 0,0 0 0 0 0,-1 0 0 0 0,1 0 0 0 0,0 1 0 0 0,-1-1 0 0 0,1 0 0 0 0,0 1 0 0 0,-1-1 0 0 0,-1 2 0 0 0,2-1 58 0 0,0 1-1 0 0,0-1 1 0 0,0 1-1 0 0,0-1 1 0 0,1 1-1 0 0,-1 0 0 0 0,0-1 1 0 0,1 1-1 0 0,0 0 1 0 0,-1 0-1 0 0,1 2 1 0 0,-1 1-63 0 0,-4 23 341 0 0,1 0 0 0 0,2 1 1 0 0,0-1-1 0 0,2 0 0 0 0,1 1 0 0 0,2-1 0 0 0,0 0 0 0 0,12 43 0 0 0,-11-58-381 0 0,0 0-1 0 0,1 0 0 0 0,1 0 0 0 0,0-1 0 0 0,1 0 0 0 0,0 0 1 0 0,1-1-1 0 0,15 18 0 0 0,-16-22-33 0 0,0 0-1 0 0,1-1 1 0 0,-1 0 0 0 0,2 0 0 0 0,-1-1 0 0 0,0 0-1 0 0,1 0 1 0 0,0-1 0 0 0,0 0 0 0 0,0-1 0 0 0,1 0 0 0 0,-1 0-1 0 0,13 1 1 0 0,-15-3-48 0 0,-1 0 0 0 0,1-1 0 0 0,-1 1 0 0 0,1-2 0 0 0,-1 1 0 0 0,1-1 0 0 0,-1 1 0 0 0,1-2 1 0 0,-1 1-1 0 0,0-1 0 0 0,0 0 0 0 0,0 0 0 0 0,0-1 0 0 0,12-6 0 0 0,-14 6-9 0 0,-1 0 1 0 0,1 0-1 0 0,0 0 1 0 0,-1-1-1 0 0,1 1 1 0 0,-1-1-1 0 0,0 0 0 0 0,0 0 1 0 0,-1 0-1 0 0,1 0 1 0 0,-1-1-1 0 0,0 1 1 0 0,0-1-1 0 0,-1 1 1 0 0,1-1-1 0 0,-1 0 1 0 0,0 1-1 0 0,0-1 1 0 0,0 0-1 0 0,-1-8 0 0 0,-1-5-116 0 0,0 0 0 0 0,-2 1 0 0 0,0-1 0 0 0,-1 0-1 0 0,-1 1 1 0 0,0 0 0 0 0,-2 0 0 0 0,0 0-1 0 0,-1 1 1 0 0,0 0 0 0 0,-1 1 0 0 0,-1 0-1 0 0,0 0 1 0 0,-2 1 0 0 0,1 0 0 0 0,-1 1 0 0 0,-1 0-1 0 0,-1 1 1 0 0,0 1 0 0 0,-25-17 0 0 0,30 24-439 0 0,1 0 0 0 0,-1 0 1 0 0,0 1-1 0 0,0 0 0 0 0,-17-3 1 0 0,-7 3-5719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0.0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1 2761 0 0,'-27'18'15243'0'0,"26"-15"-14364"0"0,-4 9-683 0 0,-1 12 458 0 0,0-1 0 0 0,2 0 0 0 0,1 1 0 0 0,1 0 0 0 0,0 0 0 0 0,3 27-1 0 0,21 143-885 0 0,-12-145 289 0 0,-5-25-57 0 0,-1-1 0 0 0,2 37 0 0 0,-6-60 13 0 0,0 0 1 0 0,0 1-1 0 0,0-1 0 0 0,0 0 1 0 0,0 0-1 0 0,0 1 0 0 0,1-1 1 0 0,-1 0-1 0 0,0 0 0 0 0,0 0 1 0 0,0 1-1 0 0,0-1 0 0 0,1 0 0 0 0,-1 0 1 0 0,0 0-1 0 0,0 1 0 0 0,1-1 1 0 0,-1 0-1 0 0,0 0 0 0 0,0 0 1 0 0,1 0-1 0 0,-1 0 0 0 0,0 0 1 0 0,0 0-1 0 0,1 0 0 0 0,-1 1 1 0 0,0-1-1 0 0,1 0 0 0 0,-1 0 1 0 0,0 0-1 0 0,0 0 0 0 0,1 0 1 0 0,-1-1-1 0 0,0 1 0 0 0,1 0 0 0 0,-1 0 1 0 0,0 0-1 0 0,0 0 0 0 0,1 0 1 0 0,-1 0-1 0 0,0 0 0 0 0,0 0 1 0 0,1-1-1 0 0,-1 1 0 0 0,0 0 1 0 0,0 0-1 0 0,0 0 0 0 0,1-1 1 0 0,-1 1-1 0 0,0 0 0 0 0,0 0 1 0 0,0 0-1 0 0,0-1 0 0 0,1 1 1 0 0,-1 0-1 0 0,0 0 0 0 0,0-1 0 0 0,0 1 1 0 0,0 0-1 0 0,0 0 0 0 0,0-1 1 0 0,0 1-1 0 0,0 0 0 0 0,0-1 1 0 0,0 1-1 0 0,0 0 0 0 0,0 0 1 0 0,0-1-1 0 0,0 1 0 0 0,10-22-46 0 0,0 0 0 0 0,1 1 0 0 0,29-39 0 0 0,-31 48 13 0 0,0 0-1 0 0,1 0 1 0 0,1 1-1 0 0,0 1 1 0 0,0 0-1 0 0,1 0 1 0 0,23-13-1 0 0,-31 21 19 0 0,-1 1 1 0 0,0-1-1 0 0,0 1 0 0 0,0 0 0 0 0,1 0 1 0 0,-1 1-1 0 0,1-1 0 0 0,-1 0 1 0 0,1 1-1 0 0,-1 0 0 0 0,0 0 0 0 0,1 0 1 0 0,-1 0-1 0 0,1 1 0 0 0,-1-1 0 0 0,1 1 1 0 0,-1 0-1 0 0,0 0 0 0 0,1 0 0 0 0,-1 1 1 0 0,0-1-1 0 0,0 1 0 0 0,0-1 0 0 0,0 1 1 0 0,0 0-1 0 0,-1 0 0 0 0,1 1 1 0 0,0-1-1 0 0,-1 0 0 0 0,3 4 0 0 0,8 9 47 0 0,-2 0 0 0 0,0 1 0 0 0,0 0 0 0 0,10 25 0 0 0,-5-13 19 0 0,31 63-499 0 0,-38-77-21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0.5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 8290 0 0,'0'-1'90'0'0,"0"1"1"0"0,0 0-1 0 0,0-1 0 0 0,0 1 1 0 0,0 0-1 0 0,1-1 0 0 0,-1 1 1 0 0,0 0-1 0 0,0-1 0 0 0,0 1 1 0 0,1 0-1 0 0,-1 0 1 0 0,0-1-1 0 0,1 1 0 0 0,-1 0 1 0 0,0 0-1 0 0,0-1 0 0 0,1 1 1 0 0,-1 0-1 0 0,0 0 0 0 0,1 0 1 0 0,-1 0-1 0 0,1-1 1 0 0,-1 1-1 0 0,0 0 0 0 0,1 0 1 0 0,-1 0-1 0 0,0 0 0 0 0,1 0 1 0 0,-1 0-1 0 0,1 0 1 0 0,-1 0-1 0 0,0 0 0 0 0,1 0 1 0 0,-1 0-1 0 0,0 0 0 0 0,1 1 1 0 0,-1-1-1 0 0,0 0 0 0 0,1 0 1 0 0,-1 0-1 0 0,0 0 1 0 0,1 0-1 0 0,-1 1 0 0 0,0-1 1 0 0,1 1-1 0 0,10 22 3242 0 0,0 34 759 0 0,-8 2-2528 0 0,-2-28-991 0 0,5 36-1 0 0,-5-58-557 0 0,1 0-1 0 0,0 0 1 0 0,1 0 0 0 0,0-1-1 0 0,0 1 1 0 0,1-1 0 0 0,0 0-1 0 0,8 12 1 0 0,-12-19-14 0 0,0-1 0 0 0,1 1 0 0 0,-1-1 0 0 0,1 0-1 0 0,-1 1 1 0 0,0-1 0 0 0,1 1 0 0 0,-1-1 0 0 0,1 0 0 0 0,-1 1 0 0 0,1-1 0 0 0,-1 0 0 0 0,1 0 0 0 0,-1 1 0 0 0,1-1-1 0 0,0 0 1 0 0,-1 0 0 0 0,1 0 0 0 0,-1 0 0 0 0,1 0 0 0 0,-1 0 0 0 0,1 0 0 0 0,0 0 0 0 0,-1 0 0 0 0,1 0 0 0 0,-1 0 0 0 0,1 0-1 0 0,0 0 1 0 0,-1 0 0 0 0,1 0 0 0 0,-1-1 0 0 0,1 1 0 0 0,-1 0 0 0 0,1 0 0 0 0,-1-1 0 0 0,1 1 0 0 0,-1 0 0 0 0,1-1 0 0 0,-1 1-1 0 0,1-1 1 0 0,-1 1 0 0 0,0 0 0 0 0,1-2 0 0 0,21-25-73 0 0,-13 15 38 0 0,29-32-318 0 0,2 1 0 0 0,2 3 1 0 0,57-44-1 0 0,-97 82 338 0 0,0 1 0 0 0,0 0 1 0 0,0-1-1 0 0,0 1 0 0 0,0 0 1 0 0,0 0-1 0 0,0 0 0 0 0,0 0 0 0 0,1 0 1 0 0,-1 0-1 0 0,0 1 0 0 0,1-1 1 0 0,-1 1-1 0 0,0 0 0 0 0,1 0 0 0 0,-1 0 1 0 0,0 0-1 0 0,1 0 0 0 0,-1 0 1 0 0,0 0-1 0 0,4 2 0 0 0,-3-1 20 0 0,-1 0 0 0 0,0 1 0 0 0,0 0-1 0 0,0-1 1 0 0,-1 1 0 0 0,1 0 0 0 0,0 0 0 0 0,-1 0 0 0 0,1 0 0 0 0,-1 0-1 0 0,1 1 1 0 0,-1-1 0 0 0,0 0 0 0 0,0 1 0 0 0,0-1 0 0 0,0 1 0 0 0,-1-1-1 0 0,1 1 1 0 0,0 3 0 0 0,0 1 114 0 0,3 13 67 0 0,1 0 1 0 0,1-1 0 0 0,14 32 0 0 0,-19-47-186 0 0,2 0 1 0 0,-1 0-1 0 0,0 0 0 0 0,1 0 0 0 0,0 0 1 0 0,0 0-1 0 0,0-1 0 0 0,0 1 0 0 0,0-1 1 0 0,1 0-1 0 0,0 0 0 0 0,-1 0 0 0 0,1-1 1 0 0,0 1-1 0 0,0-1 0 0 0,1 0 0 0 0,-1 0 1 0 0,0 0-1 0 0,1-1 0 0 0,-1 1 0 0 0,9 0 1 0 0,-11-2 2 0 0,1 0 1 0 0,-1-1 0 0 0,1 1-1 0 0,-1-1 1 0 0,0 1 0 0 0,0-1-1 0 0,1 0 1 0 0,-1 0 0 0 0,0 0-1 0 0,0 0 1 0 0,0 0 0 0 0,0-1-1 0 0,0 1 1 0 0,0 0 0 0 0,0-1-1 0 0,0 0 1 0 0,2-2 0 0 0,30-38 46 0 0,-23 28-77 0 0,2-3-108 0 0,0 2 1 0 0,2 0-1 0 0,0 1 0 0 0,28-21 0 0 0,-38 31 101 0 0,0 0-1 0 0,1 0 0 0 0,0 1 0 0 0,0 0 1 0 0,0 0-1 0 0,0 1 0 0 0,1 0 0 0 0,-1 0 1 0 0,0 0-1 0 0,1 1 0 0 0,0 0 1 0 0,-1 0-1 0 0,1 0 0 0 0,0 1 0 0 0,-1 0 1 0 0,1 1-1 0 0,0-1 0 0 0,9 3 0 0 0,-15-3 45 0 0,0 1-1 0 0,0-1 0 0 0,1 1 0 0 0,-1-1 0 0 0,0 1 0 0 0,0 0 0 0 0,0-1 1 0 0,0 1-1 0 0,1 0 0 0 0,-1 0 0 0 0,0 0 0 0 0,-1 0 0 0 0,1 0 0 0 0,0 0 0 0 0,0 0 1 0 0,0 0-1 0 0,0 0 0 0 0,-1 0 0 0 0,1 0 0 0 0,-1 1 0 0 0,1-1 0 0 0,-1 0 1 0 0,1 0-1 0 0,-1 1 0 0 0,1 1 0 0 0,-2 40 505 0 0,0-39-479 0 0,0 0 1 0 0,1 1 0 0 0,-1-1-1 0 0,1 0 1 0 0,0 1-1 0 0,1-1 1 0 0,-1 0-1 0 0,1 0 1 0 0,2 8 0 0 0,2-4-1547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0.8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6449 0 0,'5'4'1043'0'0,"0"1"0"0"0,0 0 0 0 0,-1 1-1 0 0,1-1 1 0 0,-1 1 0 0 0,-1 0 0 0 0,1 0-1 0 0,-1 0 1 0 0,5 12 0 0 0,0-1 615 0 0,8 12-299 0 0,-5-11-927 0 0,-1 0-1 0 0,-1 1 1 0 0,-1 0-1 0 0,10 34 1 0 0,-17-48-430 0 0,0 1 1 0 0,0 0-1 0 0,-1 0 1 0 0,1 0-1 0 0,-1 0 0 0 0,-1 0 1 0 0,1 0-1 0 0,-1 0 1 0 0,0 0-1 0 0,0-1 0 0 0,-1 1 1 0 0,1 0-1 0 0,-1-1 1 0 0,-1 1-1 0 0,1-1 0 0 0,-1 1 1 0 0,0-1-1 0 0,0 0 1 0 0,0 0-1 0 0,-1-1 0 0 0,-4 5 1 0 0,-10 9-1183 0 0,-2-3-3784 0 0,-3 0-1899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1.1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94 0 14283 0 0,'-10'11'632'0'0,"5"-4"136"0"0,-1 3-616 0 0,1 1-152 0 0,2-3 0 0 0,-1-1 0 0 0,-3 6 296 0 0,0 7 33 0 0,-5 15 7 0 0,0 7 0 0 0,-1 4-248 0 0,7-3-88 0 0,2-2 0 0 0,9-3 72 0 0,6-3-72 0 0,3-7 0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1.8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71 12443 0 0,'-50'-47'3671'0'0,"30"23"2420"0"0,30 42-5949 0 0,-1 0 0 0 0,0 0 0 0 0,-2 1 0 0 0,7 23 0 0 0,15 83-224 0 0,-20-84 126 0 0,45 255-507 0 0,-43-246-58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2.8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 18 9218 0 0,'-7'-18'12275'0'0,"7"38"-12032"0"0,0 7 303 0 0,4 45 1 0 0,6-60-550 0 0,-10-12 3 0 0,0 0 1 0 0,0 0-1 0 0,0 0 0 0 0,0 1 0 0 0,0-1 1 0 0,0 0-1 0 0,1 0 0 0 0,-1 0 0 0 0,0 0 0 0 0,0 1 1 0 0,0-1-1 0 0,0 0 0 0 0,0 0 0 0 0,1 0 1 0 0,-1 0-1 0 0,0 0 0 0 0,0 1 0 0 0,0-1 1 0 0,0 0-1 0 0,1 0 0 0 0,-1 0 0 0 0,0 0 0 0 0,0 0 1 0 0,0 0-1 0 0,1 0 0 0 0,-1 0 0 0 0,0 0 1 0 0,0 0-1 0 0,0 0 0 0 0,1 0 0 0 0,-1 0 0 0 0,0 0 1 0 0,0 0-1 0 0,0 0 0 0 0,1 0 0 0 0,-1 0 1 0 0,0 0-1 0 0,0 0 0 0 0,0 0 0 0 0,1-1 1 0 0,-1 1-1 0 0,0 0 0 0 0,0 0 0 0 0,0 0 0 0 0,0 0 1 0 0,1 0-1 0 0,-1 0 0 0 0,0-1 0 0 0,0 1 1 0 0,0 0-1 0 0,0 0 0 0 0,0 0 0 0 0,0 0 0 0 0,1-1 1 0 0,-1 1-1 0 0,0 0 0 0 0,0 0 0 0 0,0-1 273 0 0,1-4-215 0 0,1-1-47 0 0,-1-1 0 0 0,0 0 0 0 0,0 1 0 0 0,-1-13 0 0 0,0 16-10 0 0,0 1 0 0 0,0 0 0 0 0,0-1 0 0 0,0 1 0 0 0,0 0 0 0 0,-1 0-1 0 0,1-1 1 0 0,-1 1 0 0 0,0 0 0 0 0,0 0 0 0 0,0 0 0 0 0,0 0 0 0 0,0 0 0 0 0,0 0 0 0 0,0 0 0 0 0,-1 0-1 0 0,1 0 1 0 0,-1 1 0 0 0,1-1 0 0 0,-1 0 0 0 0,-3-1 0 0 0,4 2-1 0 0,0 1 0 0 0,0 0 0 0 0,-1 0 0 0 0,1 0 0 0 0,0 0 0 0 0,0 0 0 0 0,0 0 0 0 0,-1 1 0 0 0,1-1 0 0 0,0 0 0 0 0,0 1 0 0 0,0-1 0 0 0,0 1 0 0 0,0-1 0 0 0,-1 1 0 0 0,1-1 0 0 0,0 1 0 0 0,0 0 0 0 0,0-1 0 0 0,1 1 0 0 0,-1 0 0 0 0,0 0 0 0 0,0 0 0 0 0,0 0 0 0 0,1 0 0 0 0,-1 0 0 0 0,0 0 0 0 0,1 0 0 0 0,-1 0 0 0 0,1 0 0 0 0,-2 2 0 0 0,-17 39 0 0 0,18-40 0 0 0,-5 16-14 0 0,0 1 1 0 0,2 0-1 0 0,0 0 1 0 0,1 0-1 0 0,0 1 0 0 0,2-1 1 0 0,1 1-1 0 0,0-1 1 0 0,4 28-1 0 0,-3-45-14 0 0,-1 1 0 0 0,1 0 0 0 0,0-1 0 0 0,0 1 0 0 0,0 0 0 0 0,0-1 0 0 0,0 1 0 0 0,3 3 0 0 0,-4-6 0 0 0,1 1 1 0 0,-1 0 0 0 0,1-1-1 0 0,-1 1 1 0 0,1-1 0 0 0,0 1-1 0 0,-1-1 1 0 0,1 1 0 0 0,0-1-1 0 0,-1 1 1 0 0,1-1 0 0 0,0 0 0 0 0,-1 1-1 0 0,1-1 1 0 0,0 0 0 0 0,0 0-1 0 0,0 1 1 0 0,-1-1 0 0 0,1 0-1 0 0,1 0 1 0 0,1-1-29 0 0,-1 1 0 0 0,0-1 0 0 0,0 0 0 0 0,1 0 0 0 0,-1 0 0 0 0,0-1 0 0 0,0 1 0 0 0,0 0 0 0 0,0-1 0 0 0,0 1 0 0 0,0-1 0 0 0,-1 0 0 0 0,1 0 0 0 0,0 1 0 0 0,-1-1 0 0 0,0 0 0 0 0,3-5 0 0 0,1-3-30 0 0,0 0 0 0 0,0 0 0 0 0,-1-1 0 0 0,-1 0 1 0 0,0 0-1 0 0,0 0 0 0 0,-1 0 0 0 0,-1 0 0 0 0,1-23 0 0 0,-1 18 419 0 0,1-1 0 0 0,0 1-1 0 0,7-26 1 0 0,7 86 242 0 0,-14-37-573 0 0,1 0 1 0 0,0 0-1 0 0,1-1 0 0 0,0 1 0 0 0,0-1 0 0 0,0 0 1 0 0,1 0-1 0 0,-1 0 0 0 0,2 0 0 0 0,-1-1 0 0 0,0 0 1 0 0,1 0-1 0 0,0 0 0 0 0,0-1 0 0 0,1 0 0 0 0,7 4 1 0 0,-10-6-15 0 0,1 0 1 0 0,-1 0 0 0 0,1 0 0 0 0,-1-1 0 0 0,1 0 0 0 0,-1 1-1 0 0,1-2 1 0 0,0 1 0 0 0,0-1 0 0 0,-1 1 0 0 0,1-1 0 0 0,0-1-1 0 0,0 1 1 0 0,-1-1 0 0 0,1 0 0 0 0,0 0 0 0 0,-1 0 0 0 0,1 0-1 0 0,-1-1 1 0 0,1 0 0 0 0,-1 0 0 0 0,0 0 0 0 0,0 0 0 0 0,0-1-1 0 0,0 0 1 0 0,6-4 0 0 0,-2-2-66 0 0,0-1 0 0 0,-1 1 0 0 0,0-1 0 0 0,0 0 0 0 0,8-19 0 0 0,-10 19-44 0 0,0 0 0 0 0,1 1 1 0 0,0 0-1 0 0,0 0 0 0 0,1 0 1 0 0,14-13-1 0 0,-20 21 116 0 0,0 1-1 0 0,-1-1 0 0 0,1 1 1 0 0,0-1-1 0 0,0 1 1 0 0,0 0-1 0 0,0 0 1 0 0,0-1-1 0 0,0 1 1 0 0,-1 0-1 0 0,1 0 1 0 0,0 0-1 0 0,0 0 0 0 0,0 0 1 0 0,0 0-1 0 0,0 0 1 0 0,0 0-1 0 0,0 0 1 0 0,0 0-1 0 0,0 1 1 0 0,0-1-1 0 0,-1 0 1 0 0,1 1-1 0 0,0-1 0 0 0,0 1 1 0 0,0-1-1 0 0,-1 1 1 0 0,1-1-1 0 0,0 1 1 0 0,0-1-1 0 0,-1 1 1 0 0,1 0-1 0 0,0-1 1 0 0,-1 1-1 0 0,1 0 0 0 0,0 1 1 0 0,25 37 9 0 0,-16-23 180 0 0,1-2-80 0 0,1 0 0 0 0,0-1 1 0 0,0-1-1 0 0,23 17 0 0 0,-31-26-102 0 0,0 0-1 0 0,0 0 0 0 0,1 0 1 0 0,-1 0-1 0 0,1 0 1 0 0,-1-1-1 0 0,1 0 1 0 0,0 0-1 0 0,0-1 1 0 0,0 1-1 0 0,0-1 1 0 0,0 0-1 0 0,0 0 1 0 0,1-1-1 0 0,-1 1 1 0 0,0-1-1 0 0,0 0 1 0 0,1-1-1 0 0,7-1 1 0 0,-9 0-136 0 0,0 1 0 0 0,-1-1 1 0 0,1 0-1 0 0,-1-1 1 0 0,0 1-1 0 0,0 0 1 0 0,0-1-1 0 0,0 0 0 0 0,0 0 1 0 0,-1 0-1 0 0,1 0 1 0 0,3-6-1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3.6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0 275 7370 0 0,'4'-3'903'0'0,"-1"1"-1"0"0,1 0 1 0 0,0 0 0 0 0,0 0 0 0 0,0 1 0 0 0,7-3 0 0 0,15-6 1453 0 0,-22 7-2229 0 0,0 0 0 0 0,0-1 0 0 0,-1 0 1 0 0,1 1-1 0 0,-1-1 0 0 0,0 0 0 0 0,0-1 0 0 0,0 1 0 0 0,0-1 0 0 0,-1 1 0 0 0,0-1 0 0 0,0 0 1 0 0,0 0-1 0 0,0 0 0 0 0,-1 0 0 0 0,0 0 0 0 0,0 0 0 0 0,0 0 0 0 0,-1-8 0 0 0,1 6-41 0 0,-1-1-1 0 0,0 1 0 0 0,0 0 1 0 0,-1 0-1 0 0,0 0 0 0 0,0 0 1 0 0,-1 0-1 0 0,0 1 0 0 0,0-1 1 0 0,0 0-1 0 0,-1 1 0 0 0,0-1 1 0 0,-1 1-1 0 0,-3-6 0 0 0,7 11-60 0 0,-1 1-1 0 0,1 0 0 0 0,0 0 1 0 0,0-1-1 0 0,0 1 1 0 0,0 0-1 0 0,0 0 0 0 0,0 0 1 0 0,0-1-1 0 0,0 1 1 0 0,0 0-1 0 0,0 0 1 0 0,-1 0-1 0 0,1 0 0 0 0,0-1 1 0 0,0 1-1 0 0,0 0 1 0 0,0 0-1 0 0,-1 0 0 0 0,1 0 1 0 0,0 0-1 0 0,0-1 1 0 0,0 1-1 0 0,-1 0 0 0 0,1 0 1 0 0,0 0-1 0 0,0 0 1 0 0,0 0-1 0 0,-1 0 0 0 0,1 0 1 0 0,0 0-1 0 0,0 0 1 0 0,0 0-1 0 0,-1 0 0 0 0,1 0 1 0 0,0 0-1 0 0,0 0 1 0 0,-1 0-1 0 0,1 0 0 0 0,0 0 1 0 0,0 0-1 0 0,0 0 1 0 0,-1 0-1 0 0,1 0 0 0 0,0 1 1 0 0,0-1-1 0 0,0 0 1 0 0,-1 0-1 0 0,1 0 1 0 0,-1 15 389 0 0,6 19-328 0 0,-1-20-56 0 0,0 0 1 0 0,1 0-1 0 0,1 0 1 0 0,1-1 0 0 0,0 0-1 0 0,0 0 1 0 0,1-1-1 0 0,1 0 1 0 0,0-1-1 0 0,1 0 1 0 0,17 16 0 0 0,-21-21 14 0 0,1-1 1 0 0,-1-1-1 0 0,1 1 1 0 0,0-1 0 0 0,1-1-1 0 0,-1 1 1 0 0,1-1 0 0 0,-1-1-1 0 0,1 1 1 0 0,0-1-1 0 0,0 0 1 0 0,0-1 0 0 0,0 0-1 0 0,0 0 1 0 0,0-1 0 0 0,0 0-1 0 0,0 0 1 0 0,0-1-1 0 0,0 0 1 0 0,0-1 0 0 0,0 0-1 0 0,13-4 1 0 0,-16 4-3 0 0,1 0-1 0 0,-1 0 1 0 0,0-1-1 0 0,1 0 1 0 0,-1 0 0 0 0,-1 0-1 0 0,1 0 1 0 0,0-1-1 0 0,-1 0 1 0 0,0 0 0 0 0,0 0-1 0 0,0-1 1 0 0,0 1 0 0 0,-1-1-1 0 0,0 0 1 0 0,0 0-1 0 0,0 0 1 0 0,0 0 0 0 0,-1 0-1 0 0,0-1 1 0 0,0 1 0 0 0,2-12-1 0 0,-3 7 34 0 0,1-1-1 0 0,-2 1 1 0 0,0-1 0 0 0,0 0 0 0 0,-1 1-1 0 0,0-1 1 0 0,-1 1 0 0 0,0 0-1 0 0,-1 0 1 0 0,0-1 0 0 0,-7-15-1 0 0,-3-5-188 0 0,6 16-166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5.7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53 149 10594 0 0,'-4'-2'116'0'0,"0"0"-107"0"0,0 0-1 0 0,0 0 1 0 0,-1 0-1 0 0,1 0 1 0 0,0 1-1 0 0,-1 0 0 0 0,0 0 1 0 0,-8-1-1 0 0,299-19 128 0 0,-76 2 114 0 0,1000-28 2741 0 0,-342 30-1882 0 0,1186-10-342 0 0,-323 107-475 0 0,545-3 43 0 0,-2225-78-264 0 0,308-1 684 0 0,-2 26-447 0 0,-336-22-241 0 0,62 12-205 0 0,-74-12 309 0 0,-1 0 1 0 0,0 0-1 0 0,0 1 0 0 0,0 0 1 0 0,-1 1-1 0 0,1 0 1 0 0,11 7-1 0 0,-13-5 30 0 0,0 0 0 0 0,0 0 0 0 0,0 1-1 0 0,-1 0 1 0 0,0 0 0 0 0,0 0 0 0 0,-1 1 0 0 0,0-1 0 0 0,0 1-1 0 0,4 14 1 0 0,3 12-60 0 0,8 46 0 0 0,-7-26 81 0 0,65 241 32 0 0,126 312 0 0 0,34-100-441 0 0,53 39 376 0 0,-45 20-13 0 0,-175-372 191 0 0,77 347 0 0 0,-52 216-355 0 0,-53-290-144 0 0,-23-281 384 0 0,-15-126-127 0 0,-2 1 0 0 0,-2-1-1 0 0,-4 0 1 0 0,-21 119 0 0 0,13-118-225 0 0,-11 53-133 0 0,-49 147 1 0 0,70-253 282 0 0,-1-1 0 0 0,0 0 0 0 0,-1 0 0 0 0,0 0 1 0 0,0-1-1 0 0,0 1 0 0 0,-1-1 0 0 0,0 0 0 0 0,0 0 0 0 0,-1-1 1 0 0,1 0-1 0 0,-11 8 0 0 0,5-7 6 0 0,0 1 0 0 0,0-2 0 0 0,-1 1 1 0 0,1-2-1 0 0,-1 0 0 0 0,-25 6 0 0 0,-205 25-448 0 0,29-5 79 0 0,-11 16 225 0 0,24-4 127 0 0,-222 19-1 0 0,-304-56 398 0 0,501-17-368 0 0,-558-13-400 0 0,-1267-25 756 0 0,1538 12-365 0 0,-390-21-1011 0 0,349 45 744 0 0,-402-20 1277 0 0,663 13-1011 0 0,-414-16 52 0 0,214 45 158 0 0,364 1-134 0 0,-230 46 0 0 0,289-41-150 0 0,0-4 0 0 0,-1-3 0 0 0,0-3 0 0 0,0-3 0 0 0,-85-9 0 0 0,137 6-48 0 0,1 0 0 0 0,-1-1 0 0 0,1-1 0 0 0,0-1-1 0 0,-29-13 1 0 0,39 15 33 0 0,0 0 0 0 0,1-1 0 0 0,0 0-1 0 0,-1 0 1 0 0,2 0 0 0 0,-1-1 0 0 0,0 0-1 0 0,1 0 1 0 0,0-1 0 0 0,0 1 0 0 0,0-1-1 0 0,1 0 1 0 0,0-1 0 0 0,0 1 0 0 0,1-1-1 0 0,-4-9 1 0 0,-1-9-269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6.1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33 157 14283 0 0,'-5'-9'246'0'0,"1"1"1"0"0,0-1-1 0 0,0 0 1 0 0,0 0-1 0 0,1 0 1 0 0,1-1-1 0 0,0 1 1 0 0,0-1-1 0 0,1 1 0 0 0,0-1 1 0 0,0 0-1 0 0,1 0 1 0 0,2-13-1 0 0,3 10 110 0 0,2 18 133 0 0,4 22 129 0 0,0 33-693 0 0,-3 0 0 0 0,-2 1 0 0 0,-3 96 0 0 0,-2-78 31 0 0,107 1226-162 0 0,144-22 612 0 0,-77-386 2405 0 0,-89-409-1832 0 0,-76-431-898 0 0,-6-25-730 0 0,11 37 0 0 0,-9-57-125 0 0,2-7-9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7.6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752 5444 4609 0 0,'-35'-32'803'0'0,"2"-2"-1"0"0,2-2 1 0 0,1-1 0 0 0,1-1-1 0 0,3-1 1 0 0,1-2 0 0 0,-20-45-1 0 0,-115-314 4822 0 0,111 242-5047 0 0,7-3-1 0 0,7-1 0 0 0,-18-218 1 0 0,6-501 1957 0 0,42 693-2415 0 0,-20-885 761 0 0,18 935-747 0 0,-6 1 1 0 0,-34-148-1 0 0,42 262-298 0 0,1 0 1 0 0,1 0-1 0 0,2-1 1 0 0,0 1-1 0 0,2-27 1 0 0,0 43 106 0 0,0-1 1 0 0,0 1-1 0 0,0 0 0 0 0,1 0 1 0 0,0 0-1 0 0,1 0 1 0 0,-1 1-1 0 0,1-1 0 0 0,1 1 1 0 0,-1-1-1 0 0,1 1 1 0 0,0 0-1 0 0,0 1 1 0 0,1-1-1 0 0,0 1 0 0 0,0-1 1 0 0,0 2-1 0 0,0-1 1 0 0,1 0-1 0 0,11-6 0 0 0,-8 8-147 0 0,1 1 0 0 0,0 0 0 0 0,0 0-1 0 0,-1 1 1 0 0,1 0 0 0 0,0 1-1 0 0,0 0 1 0 0,0 0 0 0 0,17 4 0 0 0,2-2 124 0 0,529 3 2 0 0,-370-15 79 0 0,527-38 0 0 0,1444-215-211 0 0,-1562 177 249 0 0,-232 34-9 0 0,65-3-83 0 0,-115 15 20 0 0,207-22 88 0 0,-200 25-63 0 0,-177 20-67 0 0,1299-132-421 0 0,-1404 146 505 0 0,306-12-1340 0 0,-280 16 1050 0 0,-1 3 0 0 0,1 3 0 0 0,78 18 1 0 0,-57-4 910 0 0,120 47 1 0 0,-204-67-702 0 0,1 1 0 0 0,-1-1 1 0 0,0 1-1 0 0,1 0 0 0 0,-1 0 1 0 0,0 0-1 0 0,-1 1 1 0 0,1-1-1 0 0,0 0 0 0 0,0 1 1 0 0,-1 0-1 0 0,0 0 0 0 0,0 0 1 0 0,1 0-1 0 0,-2 0 1 0 0,1 0-1 0 0,0 0 0 0 0,-1 1 1 0 0,1-1-1 0 0,-1 1 0 0 0,0-1 1 0 0,0 1-1 0 0,0-1 1 0 0,0 6-1 0 0,3 5 22 0 0,32 94 698 0 0,10 41 505 0 0,186 609 99 0 0,-76-287-676 0 0,137 428 1492 0 0,-186-574-1295 0 0,79 410 0 0 0,-70 23 491 0 0,-102-430-7789 0 0,-14-290-634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4:17.8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1 21661 0 0,'-10'1'1920'0'0,"1"5"-1536"0"0,2 1-304 0 0,3 0-80 0 0,3 0-1384 0 0,-1 5-3785 0 0,-3-5 4777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23.6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51 1840 0 0,'-30'-29'1966'0'0,"29"28"-1534"0"0,0 0 0 0 0,0-1-1 0 0,0 1 1 0 0,0 0 0 0 0,0-1-1 0 0,0 0 1 0 0,0 1 0 0 0,0-1-1 0 0,1 1 1 0 0,-1-1 0 0 0,1 0-1 0 0,-1-2 1 0 0,24 19 4883 0 0,-20-13-5309 0 0,29 32 1016 0 0,-2 1 0 0 0,-1 1 0 0 0,25 44 0 0 0,17 21-445 0 0,-18-40-206 0 0,2-2 0 0 0,100 81 0 0 0,-43-41-84 0 0,119 128 640 0 0,-214-208-767 0 0,-1 0-1 0 0,-1 1 0 0 0,17 28 0 0 0,-11-14-434 0 0,-21-34 270 0 0,0 0 0 0 0,0 0 1 0 0,0 0-1 0 0,0 0 0 0 0,0 0 1 0 0,-1 0-1 0 0,1 0 0 0 0,0 0 0 0 0,0 0 1 0 0,0 0-1 0 0,0 0 0 0 0,0 0 1 0 0,0 0-1 0 0,0 0 0 0 0,0 0 1 0 0,-1 0-1 0 0,1 0 0 0 0,0 0 1 0 0,0 0-1 0 0,0 0 0 0 0,0 1 1 0 0,0-1-1 0 0,0 0 0 0 0,0 0 0 0 0,0 0 1 0 0,0 0-1 0 0,0 0 0 0 0,0 0 1 0 0,0 0-1 0 0,0 0 0 0 0,-1 0 1 0 0,1 1-1 0 0,0-1 0 0 0,0 0 1 0 0,0 0-1 0 0,0 0 0 0 0,0 0 0 0 0,0 0 1 0 0,0 0-1 0 0,0 0 0 0 0,0 1 1 0 0,0-1-1 0 0,0 0 0 0 0,0 0 1 0 0,0 0-1 0 0,1 0 0 0 0,-1 0 1 0 0,0 0-1 0 0,0 0 0 0 0,0 1 0 0 0,0-1 1 0 0,0 0-1 0 0,0 0 0 0 0,0 0 1 0 0,0 0-1 0 0,0 0 0 0 0,0 0 1 0 0,0 0-1 0 0,0 0 0 0 0,0 0 1 0 0,1 0-1 0 0,-1 0 0 0 0,0 1 0 0 0,0-1 1 0 0,0 0-1 0 0,0 0 0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29.9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69 3225 0 0,'-30'-15'23'0'0,"11"4"1104"0"0,-1 1 0 0 0,0 1-1 0 0,0 1 1 0 0,-30-7 0 0 0,51 15-1059 0 0,-1 0-1 0 0,0 0 1 0 0,0 1 0 0 0,1-1-1 0 0,-1 0 1 0 0,0 1 0 0 0,0-1 0 0 0,0 0-1 0 0,0 1 1 0 0,1-1 0 0 0,-1 0-1 0 0,0 1 1 0 0,0-1 0 0 0,0 0-1 0 0,0 1 1 0 0,0-1 0 0 0,0 1 0 0 0,0-1-1 0 0,0 0 1 0 0,0 1 0 0 0,0-1-1 0 0,0 0 1 0 0,0 1 0 0 0,0-1 0 0 0,0 1-1 0 0,0-1 1 0 0,-1 0 0 0 0,1 1-1 0 0,0-1 1 0 0,0 0 0 0 0,0 1-1 0 0,-1-1 1 0 0,1 0 0 0 0,0 1 0 0 0,0-1-1 0 0,-1 0 1 0 0,1 0 0 0 0,0 1-1 0 0,0-1 1 0 0,-1 0 0 0 0,1 0 0 0 0,0 0-1 0 0,-1 1 1 0 0,1-1 0 0 0,0 0-1 0 0,-1 0 1 0 0,1 0 0 0 0,0 0-1 0 0,-1 0 1 0 0,1 0 0 0 0,-1 1 0 0 0,1-1-1 0 0,0 0 1 0 0,-1 0 0 0 0,1 0-1 0 0,0 0 1 0 0,-1 0 0 0 0,1-1 0 0 0,-1 1-1 0 0,1 0 1 0 0,0 0 0 0 0,-1 0-1 0 0,1 0 1 0 0,0 0 0 0 0,-1 0-1 0 0,1-1 1 0 0,0 1 0 0 0,-1 0 0 0 0,23 30 711 0 0,-15-22-605 0 0,6 11 132 0 0,150 205 2483 0 0,-125-177-2420 0 0,3-1-1 0 0,70 60 0 0 0,44 38 70 0 0,-103-94-310 0 0,167 154 294 0 0,-97-97 169 0 0,-123-104-1656 0 0,-7-4-521 0 0,-9-3-1175 0 0,5-1 1202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0.3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119 663 3225 0 0,'-13'-1'296'0'0,"0"0"1"0"0,1 1 0 0 0,-1 0 0 0 0,0 1-1 0 0,0 1 1 0 0,-22 5 0 0 0,29-6 629 0 0,19 4 3719 0 0,20 13-3460 0 0,-24-12-536 0 0,20 13 765 0 0,54 45 1 0 0,-64-48-1173 0 0,1 0 0 0 0,1 0 0 0 0,0-2 0 0 0,0-1 0 0 0,37 17 0 0 0,-51-28-207 0 0,0 1 0 0 0,0-1 0 0 0,0 0 0 0 0,0-1 0 0 0,0 0 0 0 0,0 0 0 0 0,1 0 0 0 0,-1-1 0 0 0,0 0 0 0 0,0-1 0 0 0,0 0 0 0 0,1 0 0 0 0,-1 0 0 0 0,0-1 0 0 0,0 0 0 0 0,0 0 0 0 0,0-1 0 0 0,6-3 0 0 0,-4 0 138 0 0,0 0 0 0 0,0 0 0 0 0,-1-1 0 0 0,0 0 0 0 0,-1 0 0 0 0,1 0 0 0 0,-1-1 0 0 0,-1-1 0 0 0,0 1 0 0 0,0-1 0 0 0,9-17 1 0 0,-4 2 25 0 0,-2 0 1 0 0,0-1 0 0 0,-1 0 0 0 0,-2 0 0 0 0,0-1-1 0 0,2-28 1 0 0,2-160 1322 0 0,-9 174-1463 0 0,-1-17-195 0 0,-2 0 0 0 0,-2 0 0 0 0,-19-85 0 0 0,21 136-460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1.2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87 4145 0 0,'-19'-44'1013'0'0,"2"2"4251"0"0,18 73-1205 0 0,-1-8-3602 0 0,14 594 2025 0 0,-13-553-2856 0 0,0 11-3069 0 0,-17 148 1 0 0,13-207-950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1.3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0 6177 0 0,'0'0'0'0'0,"0"1"0"0"0,-1-1 0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1.5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23 120 1376 0 0,'0'-1'22'0'0,"-20"-52"1118"0"0,18 17 6700 0 0,12 43-6715 0 0,7 8-213 0 0,4 9 198 0 0,-1 1 0 0 0,19 29 0 0 0,-18-22-460 0 0,34 37 0 0 0,-47-61-609 0 0,-1 0-1 0 0,1-1 1 0 0,0 0 0 0 0,1-1-1 0 0,0 1 1 0 0,0-2 0 0 0,0 1-1 0 0,1-1 1 0 0,12 4 0 0 0,-19-7-26 0 0,0-1 0 0 0,1 0 1 0 0,-1 0-1 0 0,1 0 0 0 0,-1-1 1 0 0,1 1-1 0 0,-1-1 0 0 0,1 0 1 0 0,-1 0-1 0 0,1 0 0 0 0,-1-1 0 0 0,1 1 1 0 0,-1-1-1 0 0,1 1 0 0 0,-1-1 1 0 0,0 0-1 0 0,1-1 0 0 0,3-1 1 0 0,-3 0 30 0 0,0 1 0 0 0,-1-1 0 0 0,1 0 0 0 0,-1-1 0 0 0,0 1 0 0 0,0 0 0 0 0,0-1 0 0 0,0 0 0 0 0,-1 1 0 0 0,1-1 0 0 0,-1 0 0 0 0,2-6 0 0 0,3-10 127 0 0,-1 0 0 0 0,-1-1-1 0 0,-1 1 1 0 0,3-38-1 0 0,-7 57-172 0 0,4-26-1367 0 0,13-52 0 0 0,-10 54-4637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2.2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34 3225 0 0,'-27'5'-56'0'0,"24"-4"455"0"0,-1 0-1 0 0,1 0 1 0 0,-1-1 0 0 0,1 1 0 0 0,-1-1-1 0 0,0 0 1 0 0,-9-2 1164 0 0,13 2-1513 0 0,0 0 1 0 0,0 0-1 0 0,0 0 1 0 0,0 0 0 0 0,0 0-1 0 0,0 0 1 0 0,0-1-1 0 0,0 1 1 0 0,0 0 0 0 0,0 0-1 0 0,0 0 1 0 0,0 0-1 0 0,0 0 1 0 0,0 0 0 0 0,0-1-1 0 0,0 1 1 0 0,0 0-1 0 0,0 0 1 0 0,0 0 0 0 0,0 0-1 0 0,0 0 1 0 0,0 0-1 0 0,0-1 1 0 0,0 1 0 0 0,0 0-1 0 0,7-9 1116 0 0,10-4 424 0 0,-2 9-992 0 0,0 0 0 0 0,-1 1 0 0 0,1 1 0 0 0,1 0 0 0 0,-1 1 0 0 0,21 1 0 0 0,92 12 624 0 0,-113-10-1062 0 0,152 27 438 0 0,-1 1-588 0 0,-134-26-447 0 0,1-2 1 0 0,0-1 0 0 0,34-3 0 0 0,-53 0-1231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2.6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18 1376 0 0,'-11'1'247'0'0,"0"0"0"0"0,0-1 0 0 0,0 0 1 0 0,0-1-1 0 0,-12-2 0 0 0,15 1 756 0 0,0 1 0 0 0,1-2 0 0 0,-1 1 0 0 0,-10-5 0 0 0,59 31 5993 0 0,26 26-3950 0 0,33 21-2411 0 0,-80-59-623 0 0,-9-6 29 0 0,0 1 0 0 0,0 0 0 0 0,-1 0 1 0 0,0 1-1 0 0,11 11 0 0 0,-19-17 12 0 0,0 1 1 0 0,1 0-1 0 0,-2 0 1 0 0,1 0-1 0 0,0 0 1 0 0,0 0-1 0 0,-1 0 1 0 0,0 0-1 0 0,1 1 1 0 0,-1-1-1 0 0,-1 1 1 0 0,1-1-1 0 0,0 0 1 0 0,-1 1-1 0 0,0-1 1 0 0,1 1-1 0 0,-1-1 1 0 0,-1 1-1 0 0,1 0 1 0 0,-1-1-1 0 0,1 0 1 0 0,-1 1-1 0 0,-2 4 1 0 0,-5 14 221 0 0,-1 0 1 0 0,-1-1 0 0 0,-1 0 0 0 0,-1-1 0 0 0,-20 28-1 0 0,-82 86-1228 0 0,99-119 522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3.8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102 170 4145 0 0,'-15'-19'974'0'0,"2"-2"0"0"0,-20-36 0 0 0,2 2 1506 0 0,22 38-281 0 0,15 21 379 0 0,19 27-692 0 0,121 241 969 0 0,-60-102-2109 0 0,-36-81-486 0 0,4-2 1 0 0,87 107-1 0 0,156 210 511 0 0,-266-348-1562 0 0,-20-31-5007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4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3 396 4145 0 0,'-2'-6'1948'0'0,"12"9"-661"0"0,15 9 318 0 0,26 22 502 0 0,-7-2-449 0 0,95 48 0 0 0,-125-73-1408 0 0,0-1 1 0 0,1 0-1 0 0,0-2 0 0 0,-1 1 1 0 0,1-2-1 0 0,0 0 0 0 0,1-1 0 0 0,-1 0 1 0 0,0-1-1 0 0,1-1 0 0 0,26-3 1 0 0,-35 2-74 0 0,0-1 1 0 0,0 0 0 0 0,-1 0-1 0 0,1-1 1 0 0,0 0 0 0 0,-1 0-1 0 0,1 0 1 0 0,-1-1 0 0 0,0 0-1 0 0,0 0 1 0 0,8-8 0 0 0,-6 4 36 0 0,1-1 1 0 0,-2 0 0 0 0,0-1-1 0 0,0 1 1 0 0,0-1 0 0 0,6-16-1 0 0,0-3 78 0 0,-2-1-1 0 0,-1-1 1 0 0,-1 0-1 0 0,6-41 0 0 0,-3-34-72 0 0,-10 71-410 0 0,15-68-1 0 0,-13 89-979 0 0,2 2-3992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4.8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58 194 5985 0 0,'-18'-53'1827'0'0,"6"24"-221"0"0,3-1 0 0 0,-9-51 2353 0 0,18 81-3903 0 0,0-1 0 0 0,0 1 0 0 0,0 0 0 0 0,0 0 0 0 0,0 0 0 0 0,1 0 0 0 0,-1 0 0 0 0,0 0 0 0 0,0 0 0 0 0,0 0 0 0 0,0 0 0 0 0,0 0-1 0 0,1 0 1 0 0,-1 0 0 0 0,0 0 0 0 0,0 0 0 0 0,0 0 0 0 0,0 0 0 0 0,1 1 0 0 0,11 7 1207 0 0,10 17-568 0 0,83 116 312 0 0,11 14-94 0 0,21-9-5440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5.1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70 6913 0 0,'0'1'-6'0'0,"1"0"0"0"0,0 0 0 0 0,-1 0 0 0 0,1 0-1 0 0,-1 0 1 0 0,1 0 0 0 0,0 0 0 0 0,0 0 0 0 0,0 0-1 0 0,-1-1 1 0 0,1 1 0 0 0,0 0 0 0 0,0 0 0 0 0,0-1-1 0 0,0 1 1 0 0,0-1 0 0 0,0 1 0 0 0,1-1 0 0 0,-1 1-1 0 0,0-1 1 0 0,0 0 0 0 0,0 1 0 0 0,2-1 0 0 0,-2 1 83 0 0,0-1 0 0 0,0 0 0 0 0,0 1-1 0 0,1-1 1 0 0,-1 0 0 0 0,0 0 0 0 0,0 0 0 0 0,0 0 0 0 0,0 0 0 0 0,1 0 0 0 0,-1 0 0 0 0,0 0 0 0 0,0 0 0 0 0,0-1 0 0 0,0 1 0 0 0,1 0 0 0 0,-1-1-1 0 0,0 1 1 0 0,0-1 0 0 0,0 1 0 0 0,0-1 0 0 0,0 0 0 0 0,0 1 0 0 0,0-1 0 0 0,0 0 0 0 0,1-1 0 0 0,10-22-74 0 0,-10 18-41 0 0,1 0 1 0 0,0 0 0 0 0,1 1-1 0 0,-1-1 1 0 0,1 1 0 0 0,0 0-1 0 0,6-6 1 0 0,-3 5 37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5.5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0 200 8754 0 0,'2'-7'114'0'0,"-1"-1"1"0"0,1 1-1 0 0,1 0 1 0 0,0 0-1 0 0,0 0 0 0 0,0 0 1 0 0,0 1-1 0 0,1-1 1 0 0,6-6-1 0 0,3-8 278 0 0,-9 12-420 0 0,1 1 1 0 0,0 0-1 0 0,0 1 0 0 0,0-1 1 0 0,1 1-1 0 0,1 0 0 0 0,-1 0 1 0 0,1 1-1 0 0,0 0 0 0 0,0 0 1 0 0,1 1-1 0 0,11-7 0 0 0,-4 6 28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5.8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7 8754 0 0,'-13'-6'920'0'0,"9"11"1122"0"0,10 20 1076 0 0,-4-19-3301 0 0,3 8 401 0 0,0 1 1 0 0,1-1-1 0 0,1 0 0 0 0,1 0 0 0 0,0-1 1 0 0,0 0-1 0 0,1 0 0 0 0,1-1 0 0 0,0 0 0 0 0,19 16 1 0 0,-22-21-112 0 0,1-1 1 0 0,0 0-1 0 0,0 0 1 0 0,0-1 0 0 0,1 0-1 0 0,0 0 1 0 0,0-1-1 0 0,0 0 1 0 0,1-1-1 0 0,-1 0 1 0 0,1 0 0 0 0,0-1-1 0 0,-1 0 1 0 0,1-1-1 0 0,0 0 1 0 0,0-1-1 0 0,13-1 1 0 0,-20 1-301 0 0,0 0 0 0 0,0-1 0 0 0,0 0 1 0 0,0 0-1 0 0,-1 0 0 0 0,1 0 0 0 0,0 0 0 0 0,0-1 0 0 0,-1 1 0 0 0,1-1 0 0 0,-1 0 1 0 0,1 1-1 0 0,-1-1 0 0 0,0 0 0 0 0,0-1 0 0 0,0 1 0 0 0,0 0 0 0 0,0-1 0 0 0,0 1 1 0 0,-1-1-1 0 0,1 1 0 0 0,-1-1 0 0 0,3-5 0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6.0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1 206 4609 0 0,'14'-20'1678'0'0,"-1"-2"-1"0"0,19-40 1 0 0,5-24-4856 0 0,-30 70 2099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6.3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7 4145 0 0,'-1'-3'2394'0'0,"-1"14"-737"0"0,0 19 493 0 0,3-23-1981 0 0,0 0 1 0 0,0-1-1 0 0,1 1 0 0 0,0 0 0 0 0,1-1 1 0 0,-1 0-1 0 0,1 1 0 0 0,0-1 0 0 0,1 0 1 0 0,-1 0-1 0 0,1-1 0 0 0,0 1 0 0 0,1-1 1 0 0,-1 0-1 0 0,1 0 0 0 0,0 0 0 0 0,0-1 1 0 0,1 0-1 0 0,0 0 0 0 0,-1 0 0 0 0,1 0 1 0 0,0-1-1 0 0,1 0 0 0 0,-1-1 0 0 0,0 1 1 0 0,1-1-1 0 0,0 0 0 0 0,-1-1 0 0 0,1 0 1 0 0,0 0-1 0 0,0 0 0 0 0,7-1 0 0 0,-12 0-141 0 0,0 1 0 0 0,0-1 0 0 0,-1-1 0 0 0,1 1 0 0 0,0 0 0 0 0,-1 0 0 0 0,1-1 0 0 0,0 1 0 0 0,-1-1 0 0 0,1 1 0 0 0,0-1 0 0 0,-1 0 0 0 0,1 1 0 0 0,-1-1 0 0 0,1 0-1 0 0,-1 0 1 0 0,0 0 0 0 0,1 0 0 0 0,-1-1 0 0 0,0 1 0 0 0,0 0 0 0 0,0 0 0 0 0,0-1 0 0 0,0 1 0 0 0,0-1 0 0 0,0 1 0 0 0,0-1 0 0 0,0 1 0 0 0,-1-1 0 0 0,1 1 0 0 0,-1-1 0 0 0,1 0-1 0 0,-1 1 1 0 0,0-1 0 0 0,1 0 0 0 0,-1 1 0 0 0,0-1 0 0 0,0 0 0 0 0,0 0 0 0 0,-1-2 0 0 0,0-1 28 0 0,0 0 0 0 0,0-1-1 0 0,0 1 1 0 0,-1 0 0 0 0,0 0 0 0 0,0 0 0 0 0,-1 1-1 0 0,1-1 1 0 0,-1 0 0 0 0,0 1 0 0 0,-6-8-1 0 0,0 3-93 0 0,0 1 0 0 0,0 0 0 0 0,-1 1 0 0 0,-11-7 0 0 0,-23-8-2854 0 0,31 16-2490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6.5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7370 0 0,'5'6'8081'0'0,"21"35"-5828"0"0,41 92-363 0 0,20 34-1669 0 0,-72-144-1263 0 0,1 0 0 0 0,27 30 0 0 0,-27-37-5069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6.7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10 311 8754 0 0,'-1'-3'94'0'0,"-1"0"0"0"0,1 0 0 0 0,0 0 0 0 0,0-1 0 0 0,0 1 0 0 0,0 0 0 0 0,1 0 0 0 0,-1-1 0 0 0,1 1 0 0 0,0 0 0 0 0,0-1 1 0 0,0 1-1 0 0,0-1 0 0 0,1 1 0 0 0,-1 0 0 0 0,1 0 0 0 0,2-6 0 0 0,2-9 281 0 0,2 1 0 0 0,7-17 0 0 0,-6 18-251 0 0,-1 0-86 0 0,0 1 1 0 0,1-1-1 0 0,1 2 1 0 0,0-1-1 0 0,1 1 1 0 0,1 1 0 0 0,0 0-1 0 0,24-22 1 0 0,-22 24-39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8.3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63 3225 0 0,'-18'-26'1390'0'0,"14"21"-467"0"0,0 0-1 0 0,1 0 0 0 0,0 0 1 0 0,-5-11-1 0 0,16 56 3317 0 0,-3 29-3501 0 0,-2-26-188 0 0,19 788 3532 0 0,-13-442-2686 0 0,-2-227-1378 0 0,-6-150-150 0 0,-1 35 319 0 0,0-45-276 0 0,0 1 0 0 0,0 0 0 0 0,-1 0 0 0 0,1-1 0 0 0,-1 1 0 0 0,0 0 0 0 0,0-1 0 0 0,0 1 1 0 0,0-1-1 0 0,0 1 0 0 0,0-1 0 0 0,-1 1 0 0 0,-2 2 0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8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18 2304 0 0,'-1'-1'63'0'0,"0"1"0"0"0,0-1 0 0 0,0 1 0 0 0,0 0 0 0 0,0-1 0 0 0,0 1-1 0 0,0 0 1 0 0,0 0 0 0 0,0 0 0 0 0,0 0 0 0 0,0 0 0 0 0,0 0-1 0 0,0 0 1 0 0,0 0 0 0 0,-1 0 0 0 0,1 0 0 0 0,0 1 0 0 0,0-1-1 0 0,0 0 1 0 0,0 1 0 0 0,0-1 0 0 0,1 1 0 0 0,-1-1 0 0 0,0 1-1 0 0,0-1 1 0 0,0 1 0 0 0,0 0 0 0 0,0-1 0 0 0,1 1 0 0 0,-1 0-1 0 0,0 0 1 0 0,1 0 0 0 0,-1-1 0 0 0,1 1 0 0 0,-1 0 0 0 0,1 0-1 0 0,-1 0 1 0 0,1 0 0 0 0,-1 0 0 0 0,1 0 0 0 0,0 0 0 0 0,0 0-1 0 0,-1 0 1 0 0,1 1 0 0 0,-1 2 177 0 0,0 0 1 0 0,0 0-1 0 0,1 0 1 0 0,0 0-1 0 0,-1-1 0 0 0,1 1 1 0 0,0 0-1 0 0,1 0 0 0 0,-1 0 1 0 0,1 0-1 0 0,1 6 0 0 0,2-1 60 0 0,0-1-1 0 0,0 0 1 0 0,0 0-1 0 0,1 0 1 0 0,1 0-1 0 0,-1-1 0 0 0,1 0 1 0 0,0 0-1 0 0,1-1 1 0 0,0 1-1 0 0,0-1 1 0 0,0-1-1 0 0,9 6 1 0 0,-11-8-146 0 0,1 0 1 0 0,-1-1 0 0 0,0 0 0 0 0,1 0 0 0 0,-1-1 0 0 0,1 1 0 0 0,0-1 0 0 0,-1 0 0 0 0,1-1 0 0 0,0 0 0 0 0,-1 0 0 0 0,1 0 0 0 0,0 0 0 0 0,0-1 0 0 0,-1 0 0 0 0,1 0 0 0 0,0 0 0 0 0,-1-1 0 0 0,1 0 0 0 0,-1 0 0 0 0,0 0 0 0 0,6-4 0 0 0,-3 1 56 0 0,1-1 1 0 0,-1 0 0 0 0,0 0-1 0 0,0-1 1 0 0,-1 1-1 0 0,0-2 1 0 0,0 1 0 0 0,-1-1-1 0 0,7-11 1 0 0,16-30-320 0 0,-5-2-3307 0 0,-16 35 1450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9.4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0 259 920 0 0,'23'3'4067'0'0,"29"2"-3002"0"0,-30-7-331 0 0,0-1 0 0 0,0-1 0 0 0,-1-1 0 0 0,25-9 0 0 0,85-38 2007 0 0,3-1-289 0 0,-17 21-9 0 0,151-22 1 0 0,-215 48-2263 0 0,1 3 1 0 0,0 1-1 0 0,61 8 1 0 0,-64-2-31 0 0,-1-3 0 0 0,1-1 0 0 0,92-14 1 0 0,-103 4-1197 0 0,-38 9 919 0 0,1 0 0 0 0,-1 0 0 0 0,0 0 0 0 0,1 0 0 0 0,-1 0 0 0 0,0-1 0 0 0,0 1 0 0 0,0 0 0 0 0,0-1 0 0 0,0 0 0 0 0,0 1 0 0 0,-1-1 0 0 0,4-4 0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9.8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24 3225 0 0,'-16'-4'336'0'0,"-8"-3"1670"0"0,12 1 2645 0 0,12 6-4520 0 0,1-1 0 0 0,-1 1 0 0 0,0 0 0 0 0,0-1 0 0 0,0 1 0 0 0,1 0 0 0 0,-1-1 0 0 0,0 1 0 0 0,1-1 262 0 0,-1 1-262 0 0,0 0 0 0 0,1-1 0 0 0,-1 1 0 0 0,1 0 0 0 0,-1 0 0 0 0,0-1 0 0 0,1 1 0 0 0,-1 0 0 0 0,0 0 0 0 0,1 0 0 0 0,-1 0 0 0 0,1 0 0 0 0,-1 0 0 0 0,0 0 0 0 0,1 0 0 0 0,-1-1 0 0 0,1 1 0 0 0,-1 1 0 0 0,0-1 0 0 0,1 0 0 0 0,-1 0 0 0 0,1 0 0 0 0,-1 0 0 0 0,0 0 0 0 0,1 0 0 0 0,-1 0-1 0 0,1 0 1 0 0,-1 1 0 0 0,0-1 0 0 0,1 0 0 0 0,-1 0 0 0 0,0 1 0 0 0,1-1 262 0 0,0 1-262 0 0,-1-1 0 0 0,0 1 0 0 0,19 15 357 0 0,-1 0 0 0 0,-1 1-1 0 0,27 36 1 0 0,-28-32-264 0 0,1-2 0 0 0,1 1 0 0 0,40 32 1 0 0,29 0-112 0 0,-14-9 943 0 0,-75-40-918 0 0,0 0 0 0 0,-1 0 0 0 0,1-1 0 0 0,-1 1 0 0 0,0-1 0 0 0,1 0 0 0 0,-1 0 0 0 0,0 0 0 0 0,-5 2 1 0 0,7-3-89 0 0,-73 46 518 0 0,-50 34-2687 0 0,105-66-5369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2.2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13 3225 0 0,'-11'-6'1218'0'0,"-7"-1"2761"0"0,17 8-3904 0 0,1 0 0 0 0,-1-1 0 0 0,1 1 0 0 0,-1 0 1 0 0,1-1-1 0 0,0 1 0 0 0,-1 0 0 0 0,1 0 0 0 0,0 0 1 0 0,-1-1-1 0 0,1 1 0 0 0,0 0 0 0 0,0 0 1 0 0,0 0-1 0 0,0 0 0 0 0,0-1 0 0 0,0 1 0 0 0,0 0 1 0 0,0 0-1 0 0,0 0 0 0 0,0 0 0 0 0,1-1 1 0 0,-1 1-1 0 0,0 0 0 0 0,1 0 0 0 0,-1 0 0 0 0,1 1 1 0 0,5 24 476 0 0,1 0 0 0 0,1-1 1 0 0,1 0-1 0 0,1 0 0 0 0,25 42 1 0 0,-27-53-267 0 0,2-1 0 0 0,0 0 1 0 0,0 0-1 0 0,1-1 0 0 0,1-1 1 0 0,0 0-1 0 0,0 0 1 0 0,1-1-1 0 0,1-1 0 0 0,25 14 1 0 0,-25-16-9 0 0,6 4 432 0 0,41 14 0 0 0,-56-23-689 0 0,0-1 0 0 0,-1 0 0 0 0,1 0 0 0 0,0 0 0 0 0,0 0 0 0 0,0-1 0 0 0,0 1 0 0 0,0-1 0 0 0,0-1 0 0 0,0 1 0 0 0,0-1 0 0 0,0 0 0 0 0,0 0 0 0 0,8-2 0 0 0,-10 0-312 0 0,0 1 0 0 0,1-1-1 0 0,-1 0 1 0 0,0 0 0 0 0,0 0-1 0 0,-1 0 1 0 0,1-1 0 0 0,-1 1-1 0 0,1-1 1 0 0,-1 1-1 0 0,0-1 1 0 0,-1 0 0 0 0,1 0-1 0 0,0 0 1 0 0,-1 0 0 0 0,0 0-1 0 0,0 0 1 0 0,0-6 0 0 0,1-7-4745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2.4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4 6449 0 0,'-8'-2'288'0'0,"3"0"57"0"0,3 2-281 0 0,0 0-64 0 0,4 0-193 0 0,0 2-63 0 0,3 0 0 0 0,1 4-8 0 0,1 2-600 0 0,1 1-128 0 0,1 6-16 0 0,-1 1-9 0 0,0 3 801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2.7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58 6913 0 0,'-4'-31'918'0'0,"4"30"-733"0"0,0-1-1 0 0,0 1 0 0 0,0 0 0 0 0,0-1 1 0 0,0 1-1 0 0,1 0 0 0 0,-1 0 1 0 0,0-1-1 0 0,1 1 0 0 0,-1 0 0 0 0,1 0 1 0 0,-1 0-1 0 0,1-1 0 0 0,0 1 1 0 0,-1 0-1 0 0,1 0 0 0 0,0 0 0 0 0,0 0 1 0 0,0 0-1 0 0,2-1 0 0 0,-2 2-45 0 0,-1 0 0 0 0,1 0 0 0 0,0 0 0 0 0,0 0 0 0 0,0 1 0 0 0,0-1 0 0 0,-1 0 0 0 0,1 0 0 0 0,0 1 0 0 0,0-1 1 0 0,-1 1-1 0 0,1-1 0 0 0,0 1 0 0 0,-1-1 0 0 0,1 1 0 0 0,0-1 0 0 0,-1 1 0 0 0,1-1 0 0 0,-1 1 0 0 0,1 0 0 0 0,-1-1 0 0 0,1 1 0 0 0,-1 0 0 0 0,0-1 0 0 0,1 1 0 0 0,-1 1 0 0 0,15 24 734 0 0,-14-24-635 0 0,13 24-36 0 0,1 0-1 0 0,1-1 1 0 0,1-1 0 0 0,1-1-1 0 0,29 30 1 0 0,-46-52-262 0 0,3 2-292 0 0,-1 0-1 0 0,0 0 1 0 0,0 1-1 0 0,0-1 1 0 0,-1 1-1 0 0,1 0 0 0 0,-1 0 1 0 0,4 6-1 0 0,-5-4-875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3.2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1 203 1840 0 0,'1'-14'551'0'0,"1"0"-1"0"0,1 0 0 0 0,0 0 1 0 0,1 0-1 0 0,0 1 0 0 0,1 0 0 0 0,1 0 1 0 0,0 0-1 0 0,1 0 0 0 0,11-15 1 0 0,-16 25-378 0 0,-1 0 1 0 0,2 1 0 0 0,-1-1 0 0 0,0 0-1 0 0,1 1 1 0 0,-1-1 0 0 0,1 1-1 0 0,-1 0 1 0 0,1 0 0 0 0,0 0 0 0 0,0 0-1 0 0,0 0 1 0 0,1 1 0 0 0,-1-1 0 0 0,0 1-1 0 0,0 0 1 0 0,1 0 0 0 0,-1 0-1 0 0,7 0 1 0 0,-7 1-69 0 0,0 1 0 0 0,0-1 1 0 0,0 1-1 0 0,0 0 0 0 0,0 0 0 0 0,0 0 0 0 0,-1 0 0 0 0,1 0 1 0 0,0 1-1 0 0,-1 0 0 0 0,1-1 0 0 0,-1 1 0 0 0,1 0 0 0 0,-1 0 1 0 0,0 0-1 0 0,0 0 0 0 0,0 1 0 0 0,0-1 0 0 0,0 1 0 0 0,-1-1 1 0 0,1 1-1 0 0,2 5 0 0 0,2 5 207 0 0,-1 1-1 0 0,-1 0 1 0 0,0 0 0 0 0,0 0 0 0 0,-2 0-1 0 0,0 1 1 0 0,0 0 0 0 0,-1 19-1 0 0,0-10 1011 0 0,7 43 0 0 0,-8-67-1301 0 0,1 1-1 0 0,-1-1 0 0 0,0 1 1 0 0,0-1-1 0 0,0 1 1 0 0,0-1-1 0 0,0 0 0 0 0,0 1 1 0 0,1-1-1 0 0,-1 1 1 0 0,0-1-1 0 0,0 1 1 0 0,1-1-1 0 0,-1 0 0 0 0,0 1 1 0 0,0-1-1 0 0,1 0 1 0 0,-1 1-1 0 0,0-1 1 0 0,1 0-1 0 0,-1 0 0 0 0,1 1 1 0 0,-1-1-1 0 0,0 0 1 0 0,1 0-1 0 0,-1 1 1 0 0,1-1-1 0 0,-1 0 0 0 0,1 0 1 0 0,-1 0-1 0 0,0 0 1 0 0,1 0-1 0 0,-1 0 1 0 0,2 0-1 0 0,16-9 85 0 0,13-20-615 0 0,9-22-3050 0 0,-16 15-3597 0 0,28-57 0 0 0,-52 92 7362 0 0,1 0-1 0 0,-1 0 0 0 0,1 0 1 0 0,0 0-1 0 0,0 0 0 0 0,-1 0 1 0 0,1 0-1 0 0,0 0 0 0 0,0 1 1 0 0,0-1-1 0 0,0 0 0 0 0,0 0 1 0 0,0 1-1 0 0,0-1 0 0 0,0 1 1 0 0,0-1-1 0 0,0 1 1 0 0,0 0-1 0 0,0-1 0 0 0,0 1 1 0 0,0 0-1 0 0,0 0 0 0 0,1-1 1 0 0,1 1-1 0 0,1 1 394 0 0,0-1 1 0 0,-1 1-1 0 0,1-1 1 0 0,0 1-1 0 0,-1 0 1 0 0,1 1-1 0 0,-1-1 0 0 0,5 3 1 0 0,2 1 506 0 0,0 1 0 0 0,-1 0 0 0 0,1 1 0 0 0,14 14 0 0 0,29 39-538 0 0,-36-38-2612 0 0,-2 1-1 0 0,17 33 1 0 0,-25-42 1997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4.3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16 5985 0 0,'-1'-15'14907'0'0,"1"17"-14906"0"0,-1 1-1 0 0,0 0 0 0 0,1 0 0 0 0,0 0 0 0 0,0 0 0 0 0,0 0 0 0 0,0 0 0 0 0,0 0 0 0 0,0 0 0 0 0,1 0 0 0 0,-1 0 0 0 0,1-1 0 0 0,0 1 0 0 0,0 0 0 0 0,0 0 0 0 0,0-1 0 0 0,0 1 0 0 0,2 2 0 0 0,35 63 7 0 0,-27-50-7 0 0,-1 0 0 0 0,7 13 0 0 0,1-1 0 0 0,2 0 0 0 0,0-2 0 0 0,27 28 0 0 0,-41-50 0 0 0,0 0 0 0 0,0 0 0 0 0,1 0 0 0 0,-1-1 0 0 0,1 0 0 0 0,0-1 0 0 0,1 0 0 0 0,-1 0 0 0 0,1 0 0 0 0,0-1 0 0 0,0 0 0 0 0,0 0 0 0 0,0-1 0 0 0,0 0 0 0 0,0-1 0 0 0,1 0 0 0 0,-1 0 0 0 0,1-1 0 0 0,-1 0 0 0 0,0 0 0 0 0,1-1 0 0 0,14-2 0 0 0,-19 1-351 0 0,1 1-1 0 0,0 0 0 0 0,0-1 0 0 0,-1 0 0 0 0,1 0 1 0 0,-1-1-1 0 0,1 1 0 0 0,-1-1 0 0 0,0 0 1 0 0,0 0-1 0 0,0 0 0 0 0,-1-1 0 0 0,1 1 0 0 0,-1-1 1 0 0,1 0-1 0 0,-1 0 0 0 0,-1 0 0 0 0,5-6 0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4.5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16 5065 0 0,'-15'-16'2460'0'0,"16"16"-2430"0"0,0 1-1 0 0,0-1 0 0 0,-1 0 0 0 0,1 1 0 0 0,0-1 0 0 0,0 0 1 0 0,-1 1-1 0 0,1-1 0 0 0,0 1 0 0 0,-1-1 0 0 0,1 1 1 0 0,-1-1-1 0 0,1 1 0 0 0,0 0 0 0 0,-1-1 0 0 0,0 1 0 0 0,1 0 1 0 0,-1-1-1 0 0,1 1 0 0 0,-1 0 0 0 0,0-1 0 0 0,1 1 1 0 0,-1 1-1 0 0,27 38-317 0 0,-18-22 288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4.9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12 10138 0 0,'-4'-12'1234'0'0,"11"19"582"0"0,10 16-73 0 0,-8 0-1106 0 0,0 0 0 0 0,8 32 0 0 0,-11-32-601 0 0,1 0 1 0 0,13 27-1 0 0,-16-42-393 0 0,0-1 1 0 0,0 0 0 0 0,1-1-1 0 0,0 1 1 0 0,0-1 0 0 0,1 1-1 0 0,-1-2 1 0 0,1 1 0 0 0,0-1-1 0 0,12 8 1 0 0,-8-6-1526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5.2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1 129 920 0 0,'2'-10'494'0'0,"0"0"-1"0"0,1 1 0 0 0,0-1 1 0 0,1 1-1 0 0,0 0 1 0 0,6-10-1 0 0,-8 15 11 0 0,1 0 0 0 0,-1 0-1 0 0,1 1 1 0 0,-1-1 0 0 0,1 1 0 0 0,0 0 0 0 0,0 0 0 0 0,1 0-1 0 0,-1 0 1 0 0,0 0 0 0 0,1 1 0 0 0,0-1 0 0 0,0 1-1 0 0,0 0 1 0 0,0 0 0 0 0,6-2 0 0 0,-9 4-368 0 0,0 0 0 0 0,0 0-1 0 0,1 0 1 0 0,-1 0 0 0 0,0 0 0 0 0,0 0 0 0 0,0 0 0 0 0,0 0 0 0 0,0 0 0 0 0,0 0 0 0 0,0 0 0 0 0,0 1-1 0 0,0-1 1 0 0,0 0 0 0 0,0 1 0 0 0,0-1 0 0 0,0 1 0 0 0,-1-1 0 0 0,1 1 0 0 0,0-1 0 0 0,0 1 0 0 0,0 0-1 0 0,0 0 1 0 0,1 1 0 0 0,-1 0-5 0 0,0 0 0 0 0,1 1 0 0 0,-1-1-1 0 0,0 1 1 0 0,0-1 0 0 0,0 1 0 0 0,0 0 0 0 0,-1-1 0 0 0,1 5-1 0 0,1 6 53 0 0,-2 0 0 0 0,0-1 0 0 0,-1 15 0 0 0,1-25-99 0 0,-3 19 241 0 0,-2 29 360 0 0,5-48-622 0 0,0 1-1 0 0,0-1 1 0 0,0 1-1 0 0,0-1 0 0 0,1 1 1 0 0,-1-1-1 0 0,1 0 1 0 0,-1 1-1 0 0,1-1 1 0 0,0 0-1 0 0,0 1 1 0 0,0-1-1 0 0,0 0 1 0 0,0 0-1 0 0,3 3 1 0 0,-3-4-21 0 0,1 0 1 0 0,0 0-1 0 0,0 0 0 0 0,0-1 1 0 0,-1 1-1 0 0,1 0 1 0 0,0-1-1 0 0,0 1 0 0 0,0-1 1 0 0,0 1-1 0 0,0-1 1 0 0,0 0-1 0 0,0 0 0 0 0,0 0 1 0 0,0 0-1 0 0,0-1 1 0 0,0 1-1 0 0,0 0 0 0 0,0-1 1 0 0,0 1-1 0 0,0-1 1 0 0,3-1-1 0 0,44-20 9 0 0,-45 19 3 0 0,50-27-301 0 0,1 0-1315 0 0,-17 10-2452 0 0,-23 14-1887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5.9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0 100 5065 0 0,'3'-12'1121'0'0,"1"1"-1"0"0,0 0 1 0 0,7-15-1 0 0,-10 24-802 0 0,1-1 0 0 0,-1 0 0 0 0,0 1 0 0 0,1-1 0 0 0,0 1 0 0 0,0 0 0 0 0,0 0 0 0 0,0-1 0 0 0,0 1 0 0 0,0 0 0 0 0,0 1 0 0 0,1-1 0 0 0,-1 0 0 0 0,0 1 0 0 0,1-1 0 0 0,0 1 0 0 0,-1 0 0 0 0,1 0 0 0 0,3-1 0 0 0,-4 2-246 0 0,-1 0 1 0 0,1 0-1 0 0,0 0 0 0 0,-1 1 0 0 0,1-1 0 0 0,0 0 0 0 0,-1 1 0 0 0,1-1 0 0 0,0 1 0 0 0,-1 0 0 0 0,1 0 0 0 0,-1-1 0 0 0,0 1 0 0 0,1 0 0 0 0,-1 0 0 0 0,0 1 0 0 0,1-1 1 0 0,-1 0-1 0 0,0 0 0 0 0,0 0 0 0 0,0 1 0 0 0,0-1 0 0 0,0 1 0 0 0,0-1 0 0 0,0 1 0 0 0,-1-1 0 0 0,1 1 0 0 0,0-1 0 0 0,-1 1 0 0 0,1 2 0 0 0,2 7 40 0 0,0-1-1 0 0,0 1 1 0 0,0 13-1 0 0,-3-23-71 0 0,3 45 291 0 0,-4-37-289 0 0,1 0 1 0 0,0 0-1 0 0,1-1 1 0 0,0 1-1 0 0,1 0 1 0 0,0 0-1 0 0,0-1 1 0 0,6 15-1 0 0,-7-21-42 0 0,0-1 0 0 0,0 0 0 0 0,0 0 0 0 0,0 0 0 0 0,0 0 0 0 0,0 0 0 0 0,0 0 0 0 0,0 0 1 0 0,1 0-1 0 0,-1 0 0 0 0,0-1 0 0 0,0 1 0 0 0,1 0 0 0 0,-1-1 0 0 0,1 1 0 0 0,-1-1 0 0 0,1 1 0 0 0,-1-1 0 0 0,1 0 0 0 0,-1 0 0 0 0,1 0 0 0 0,-1 1 0 0 0,1-2 0 0 0,-1 1 0 0 0,1 0 0 0 0,-1 0 0 0 0,3-1 0 0 0,48-16 63 0 0,-24 7 49 0 0,-25 10-94 0 0,-1-1 0 0 0,1 0 0 0 0,0 1 0 0 0,0-1 0 0 0,-1 1 0 0 0,1 0-1 0 0,0 0 1 0 0,0 0 0 0 0,0 0 0 0 0,-1 0 0 0 0,1 1 0 0 0,0-1 0 0 0,0 1 0 0 0,-1 0 0 0 0,1 0 0 0 0,3 1-1 0 0,-5 0-2 0 0,1-1-1 0 0,-1 1 0 0 0,0-1 1 0 0,1 1-1 0 0,-1 0 0 0 0,0-1 1 0 0,0 1-1 0 0,0 0 0 0 0,0 0 1 0 0,-1 0-1 0 0,1-1 0 0 0,0 1 1 0 0,-1 0-1 0 0,0 0 0 0 0,1 0 1 0 0,-1 0-1 0 0,0 0 0 0 0,0 0 1 0 0,0 0-1 0 0,0 1 0 0 0,0-1 1 0 0,0 0-1 0 0,-1 2 0 0 0,-1 4 25 0 0,1 1 0 0 0,-1-1 1 0 0,0 0-1 0 0,-5 10 0 0 0,-7 13-5532 0 0,3-9-884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1.3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96 3225 0 0,'-1'-9'627'0'0,"0"0"0"0"0,0 0 0 0 0,-1 0 1 0 0,0 0-1 0 0,-1 0 0 0 0,0 0 0 0 0,0 1 1 0 0,-9-17-1 0 0,9 61 2402 0 0,20 218-1095 0 0,-2-89-1212 0 0,41 476 94 0 0,-56-636-820 0 0,4 58-646 0 0,-4-57 552 0 0,0-1 0 0 0,0 1-1 0 0,-1-1 1 0 0,0 0 0 0 0,0 1 0 0 0,0-1 0 0 0,-1 0-1 0 0,0 0 1 0 0,-3 8 0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1.7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36 132 2304 0 0,'-20'-46'375'0'0,"4"9"5497"0"0,29 63-2500 0 0,48 99-1356 0 0,-59-120-2008 0 0,14 32 242 0 0,1-2 0 0 0,43 67 1 0 0,-54-93-215 0 0,0-1-1 0 0,1 1 1 0 0,1-1 0 0 0,-1-1 0 0 0,1 1 0 0 0,0-1 0 0 0,1-1 0 0 0,0 0-1 0 0,0 0 1 0 0,0 0 0 0 0,0-1 0 0 0,1-1 0 0 0,0 0 0 0 0,0 0 0 0 0,1 0-1 0 0,11 1 1 0 0,-17-5 11 0 0,1 0-1 0 0,0 0 0 0 0,0 0 1 0 0,-1-1-1 0 0,1 0 0 0 0,0 0 1 0 0,-1 0-1 0 0,1-1 1 0 0,-1 0-1 0 0,0 0 0 0 0,1 0 1 0 0,-1-1-1 0 0,0 0 0 0 0,0 0 1 0 0,-1 0-1 0 0,1 0 1 0 0,-1-1-1 0 0,1 0 0 0 0,-1 0 1 0 0,4-5-1 0 0,10-11 350 0 0,-1-1 1 0 0,27-42-1 0 0,-41 57-374 0 0,65-113 835 0 0,7-12-1016 0 0,-61 111-873 0 0,0 0 0 0 0,18-17 0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2.8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123 65 3225 0 0,'1'-49'855'0'0,"-1"33"4796"0"0,-21 268-1327 0 0,-34 124-3368 0 0,35-247-332 0 0,6 0 0 0 0,3 207 1 0 0,11-329-1585 0 0,-2-19-3163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3.3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35 4145 0 0,'-13'-31'4224'0'0,"12"31"-4189"0"0,1 0 1 0 0,0 0-1 0 0,0 0 1 0 0,0 0-1 0 0,0 0 1 0 0,0 0-1 0 0,0-1 1 0 0,0 1-1 0 0,0 0 1 0 0,0 0-1 0 0,0 0 1 0 0,0 0-1 0 0,0 0 1 0 0,0 0-1 0 0,0 0 1 0 0,0 0-1 0 0,0-1 0 0 0,0 1 1 0 0,0 0-1 0 0,0 0 1 0 0,0 0-1 0 0,1-1 462 0 0,-1 1-462 0 0,0 0 1 0 0,0 0-1 0 0,0 0 1 0 0,0 0-1 0 0,1 0 1 0 0,-1 0-1 0 0,0 0 1 0 0,0 0-1 0 0,0-1 1 0 0,0 1-1 0 0,0 0 1 0 0,0 0-1 0 0,0 0 0 0 0,0 0 1 0 0,1 0-1 0 0,-1 0 1 0 0,0 0-1 0 0,0 0 1 0 0,0 1-1 0 0,0-1 1 0 0,0 0-1 0 0,0 0 1 0 0,0 0-1 0 0,0 0 1 0 0,0 0-1 0 0,1 0 1 0 0,11 15 1163 0 0,5 10-252 0 0,20 46 1 0 0,9 16-390 0 0,-40-77-490 0 0,1-1 1 0 0,0 0-1 0 0,0 0 1 0 0,1-1-1 0 0,0 0 1 0 0,13 10-1 0 0,-19-16-24 0 0,1 0 1 0 0,0-1-1 0 0,-1 1 0 0 0,1-1 1 0 0,0 1-1 0 0,0-1 0 0 0,-1 0 1 0 0,1 0-1 0 0,0 0 0 0 0,0-1 1 0 0,0 1-1 0 0,0-1 0 0 0,0 1 0 0 0,0-1 1 0 0,1 0-1 0 0,-1 0 0 0 0,0 0 1 0 0,0-1-1 0 0,0 1 0 0 0,0-1 1 0 0,0 0-1 0 0,0 0 0 0 0,-1 0 1 0 0,1 0-1 0 0,0 0 0 0 0,0 0 1 0 0,0-1-1 0 0,-1 0 0 0 0,1 1 0 0 0,-1-1 1 0 0,4-3-1 0 0,6-7 171 0 0,0 0 0 0 0,-1-1 0 0 0,0 0 0 0 0,14-24 0 0 0,-4 7-103 0 0,15-16-540 0 0,-16 19-185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3.8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0 168 4145 0 0,'11'-9'531'0'0,"0"1"1"0"0,0 0 0 0 0,0 0-1 0 0,1 1 1 0 0,1 0-1 0 0,-1 2 1 0 0,1-1 0 0 0,0 1-1 0 0,0 1 1 0 0,24-5-1 0 0,3 2 406 0 0,-1 2-1 0 0,58-1 0 0 0,297-4 3211 0 0,-284 7-3946 0 0,109-5 378 0 0,-170 3-471 0 0,0-2 0 0 0,70-19 0 0 0,-104 21-464 0 0,-11 4 139 0 0,-1-1 1 0 0,1 1-1 0 0,0-1 1 0 0,0 1 0 0 0,0 1-1 0 0,0-1 1 0 0,0 0-1 0 0,0 1 1 0 0,6 0-1 0 0,-8 1-615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4.4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118 49 1824 0 0,'-49'-24'1001'0'0,"18"7"711"0"0,-7 10 10299 0 0,38 7-11874 0 0,6 16 1675 0 0,12 16-1713 0 0,14 16-37 0 0,-1-3 77 0 0,41 49 0 0 0,-59-80-118 0 0,0 0-1 0 0,1-1 1 0 0,0-1-1 0 0,1-1 1 0 0,0 0-1 0 0,1 0 1 0 0,21 9-1 0 0,31 17-20 0 0,-68-36 3 0 0,0 0 0 0 0,1-1 0 0 0,-1 1 0 0 0,0 0 0 0 0,0 0 0 0 0,0 0-1 0 0,0 0 1 0 0,1-1 0 0 0,-1 1 0 0 0,0 0 0 0 0,-1 0 0 0 0,1 0 0 0 0,0 0 0 0 0,0 0 0 0 0,0 0 0 0 0,0-1-1 0 0,-1 1 1 0 0,1 0 0 0 0,0 0 0 0 0,-1 0 0 0 0,1-1 0 0 0,-1 1 0 0 0,1 0 0 0 0,-1 0 0 0 0,1-1 0 0 0,-1 1 0 0 0,0 0-1 0 0,-16 22 144 0 0,1-7 225 0 0,-2 0 1 0 0,0 0-1 0 0,-32 20 0 0 0,-27 21 46 0 0,70-50-714 0 0,-1 1-1 0 0,1 0 0 0 0,0 0 1 0 0,0 0-1 0 0,1 1 0 0 0,-9 16 0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5.1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14 2761 0 0,'-8'-2'1415'0'0,"-21"-7"1556"0"0,28 8-2708 0 0,0 1 1 0 0,0-1-1 0 0,0 1 1 0 0,0 0-1 0 0,0 0 1 0 0,0 0-1 0 0,0 0 1 0 0,-1 0-1 0 0,1 0 1 0 0,0 0-1 0 0,0 0 1 0 0,0 0-1 0 0,0 0 1 0 0,0 1-1 0 0,0-1 1 0 0,0 0-1 0 0,-1 1 1 0 0,0 0-1 0 0,2-1-122 0 0,0 0 0 0 0,0 1-1 0 0,0-1 1 0 0,0 1 0 0 0,-1-1 0 0 0,1 0-1 0 0,0 1 1 0 0,0-1 0 0 0,0 1-1 0 0,0-1 1 0 0,0 0 0 0 0,0 1 0 0 0,0-1-1 0 0,0 1 1 0 0,0-1 0 0 0,0 0-1 0 0,0 1 1 0 0,1-1 0 0 0,-1 1-1 0 0,0-1 1 0 0,0 0 0 0 0,0 1 0 0 0,0-1-1 0 0,1 0 1 0 0,-1 1 0 0 0,13 16 949 0 0,-12-15-1094 0 0,93 126 1389 0 0,182 190 0 0 0,-270-311-1378 0 0,5 4 143 0 0,0 0 0 0 0,-1 1 0 0 0,0 0 0 0 0,-1 1 0 0 0,9 17-1 0 0,-16-27-117 0 0,0 1 0 0 0,-1-1-1 0 0,0 1 1 0 0,1-1 0 0 0,-2 1-1 0 0,1 0 1 0 0,0 0 0 0 0,-1-1-1 0 0,1 1 1 0 0,-1 0 0 0 0,0 0-1 0 0,0 0 1 0 0,-1-1-1 0 0,1 1 1 0 0,-1 0 0 0 0,0 0-1 0 0,0-1 1 0 0,0 1 0 0 0,0 0-1 0 0,-1-1 1 0 0,0 0 0 0 0,1 1-1 0 0,-1-1 1 0 0,0 0 0 0 0,-1 0-1 0 0,1 0 1 0 0,-3 3 0 0 0,-34 34 614 0 0,-72 58 0 0 0,-7 5-298 0 0,102-86-248 0 0,-10 8-130 0 0,0 2-1 0 0,-34 47 0 0 0,60-73-31 0 0,0-1 1 0 0,0 0-1 0 0,-1 1 0 0 0,1-1 1 0 0,0 0-1 0 0,0 0 0 0 0,0 1 1 0 0,0-1-1 0 0,0 0 1 0 0,-1 1-1 0 0,1-1 0 0 0,0 0 1 0 0,0 1-1 0 0,0-1 0 0 0,0 0 1 0 0,0 1-1 0 0,0-1 1 0 0,0 0-1 0 0,0 1 0 0 0,0-1 1 0 0,0 0-1 0 0,0 1 0 0 0,1-1 1 0 0,-1 0-1 0 0,0 1 0 0 0,0-1 1 0 0,0 0-1 0 0,0 1 1 0 0,0-1-1 0 0,1 0 0 0 0,-1 1 1 0 0,0-1-1 0 0,0 0 0 0 0,0 0 1 0 0,1 1-1 0 0,-1-1 0 0 0,0 0 1 0 0,0 0-1 0 0,1 0 1 0 0,-1 1-1 0 0,0-1 0 0 0,1 0 1 0 0,-1 0-1 0 0,0 0 0 0 0,1 0 1 0 0,-1 0-1 0 0,0 0 0 0 0,1 1 1 0 0,-1-1-1 0 0,1 0 1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5.7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140 500 2304 0 0,'-54'-96'4611'0'0,"-23"-37"2733"0"0,68 120-4674 0 0,15 24-876 0 0,12 18-934 0 0,-2-7-794 0 0,0-2 1 0 0,1 0-1 0 0,1-1 1 0 0,1 0-1 0 0,0-2 1 0 0,2 0-1 0 0,28 17 1 0 0,-33-24-37 0 0,0-1-1 0 0,1 0 1 0 0,0-1 0 0 0,1-1 0 0 0,-1-1 0 0 0,1-1 0 0 0,1 0 0 0 0,-1-1-1 0 0,1-1 1 0 0,33 1 0 0 0,-44-4 40 0 0,0 0-1 0 0,1-1 1 0 0,-1 0 0 0 0,0-1 0 0 0,0 0-1 0 0,1 0 1 0 0,-1-1 0 0 0,-1 0-1 0 0,1 0 1 0 0,0-1 0 0 0,-1 1 0 0 0,13-10-1 0 0,-10 5 73 0 0,-1-1 0 0 0,0 1-1 0 0,0-2 1 0 0,-1 1 0 0 0,0-1-1 0 0,0 0 1 0 0,10-19 0 0 0,-2-5 119 0 0,-1-1 0 0 0,-2 0 0 0 0,-1-1 1 0 0,11-60-1 0 0,-20 77-318 0 0,2 0-1 0 0,0 0 1 0 0,1 1 0 0 0,1-1-1 0 0,0 2 1 0 0,20-34 0 0 0,-22 44-358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6.6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59 8290 0 0,'-1'0'4'0'0,"-36"-31"2347"0"0,35 28-1748 0 0,0 1 0 0 0,1 0-1 0 0,-1 0 1 0 0,1-1 0 0 0,-1 1 0 0 0,1-1 0 0 0,0 1-1 0 0,-1-1 1 0 0,1-2 0 0 0,30 36 2790 0 0,17 34-3243 0 0,46 89 0 0 0,-63-100-324 0 0,2-2 0 0 0,3-1 0 0 0,62 73 0 0 0,-68-96-525 0 0,24 27-599 0 0,-26-13-4986 0 0,-21-29 1368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6.9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35 296 3225 0 0,'-7'-17'869'0'0,"1"1"0"0"0,1-1-1 0 0,0 1 1 0 0,2-2 0 0 0,-1 1 0 0 0,2 0 0 0 0,1 0 0 0 0,0-1 0 0 0,1 1 0 0 0,4-31 0 0 0,-3 43-578 0 0,0 0 1 0 0,0 0 0 0 0,1 0-1 0 0,0 0 1 0 0,0 0 0 0 0,0 0-1 0 0,0 1 1 0 0,1-1 0 0 0,0 1-1 0 0,0-1 1 0 0,0 1 0 0 0,7-6-1 0 0,-9 8-236 0 0,1 1 0 0 0,-1 0 0 0 0,1 0-1 0 0,-1 0 1 0 0,1 1 0 0 0,-1-1 0 0 0,1 0 0 0 0,0 1-1 0 0,-1-1 1 0 0,1 0 0 0 0,0 1 0 0 0,-1 0 0 0 0,1-1-1 0 0,0 1 1 0 0,-1 0 0 0 0,1 0 0 0 0,0 0 0 0 0,0 0 0 0 0,-1 0-1 0 0,1 1 1 0 0,0-1 0 0 0,0 0 0 0 0,-1 1 0 0 0,1 0-1 0 0,-1-1 1 0 0,1 1 0 0 0,0 0 0 0 0,-1-1 0 0 0,1 1-1 0 0,-1 0 1 0 0,1 0 0 0 0,-1 0 0 0 0,0 1 0 0 0,0-1-1 0 0,1 0 1 0 0,-1 0 0 0 0,0 1 0 0 0,0-1 0 0 0,0 1 0 0 0,1 2-1 0 0,11 16-73 0 0,-1 0 1 0 0,-1 2-1 0 0,0-1 0 0 0,-2 1 0 0 0,-1 1 0 0 0,11 44 0 0 0,15 41 344 0 0,-29-94-96 0 0,1-1 0 0 0,1 0 0 0 0,0-1 0 0 0,0 0 0 0 0,17 20 0 0 0,-23-30-198 0 0,0 0-1 0 0,1-1 0 0 0,0 1 0 0 0,-1-1 1 0 0,1 1-1 0 0,0-1 0 0 0,-1 0 0 0 0,1 1 0 0 0,0-1 1 0 0,0 0-1 0 0,0 0 0 0 0,0 0 0 0 0,0-1 1 0 0,0 1-1 0 0,0 0 0 0 0,1-1 0 0 0,-1 1 1 0 0,0-1-1 0 0,0 0 0 0 0,0 0 0 0 0,1 0 0 0 0,-1 0 1 0 0,0 0-1 0 0,0 0 0 0 0,0-1 0 0 0,1 1 1 0 0,-1-1-1 0 0,0 1 0 0 0,0-1 0 0 0,0 0 1 0 0,0 0-1 0 0,0 0 0 0 0,0 0 0 0 0,0 0 0 0 0,0 0 1 0 0,3-3-1 0 0,6-6-596 0 0,-1 1 0 0 0,0-2 0 0 0,0 1 0 0 0,13-21 0 0 0,-5 8-1557 0 0,44-49-4429 0 0,-49 58 5176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7.1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19 2761 0 0,'23'-13'70'0'0,"-21"12"413"0"0,1 0 0 0 0,0 0 1 0 0,-1 1-1 0 0,1-1 0 0 0,0 0 1 0 0,-1 1-1 0 0,1-1 0 0 0,0 1 0 0 0,4 0 1 0 0,-5 1-154 0 0,1-1 0 0 0,-1 1 1 0 0,1 0-1 0 0,-1 0 1 0 0,1 0-1 0 0,-1 0 0 0 0,1 0 1 0 0,-1 0-1 0 0,0 1 0 0 0,0-1 1 0 0,0 1-1 0 0,0 0 0 0 0,0 0 1 0 0,0-1-1 0 0,0 1 1 0 0,0 1-1 0 0,-1-1 0 0 0,1 0 1 0 0,1 4-1 0 0,23 37 1076 0 0,24 59 0 0 0,-11-20-2438 0 0,-15-34-809 0 0,-10-21 890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7.4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66 119 6913 0 0,'15'29'4489'0'0,"-8"-9"-4071"0"0,0-2 0 0 0,2 1-1 0 0,0-1 1 0 0,1 0 0 0 0,15 20-1 0 0,-22-34-337 0 0,1 1 0 0 0,-1-1 0 0 0,1-1 0 0 0,-1 1 0 0 0,1-1 0 0 0,0 1 0 0 0,1-1 0 0 0,-1 0 0 0 0,0 0 0 0 0,1-1 0 0 0,0 1 0 0 0,-1-1 1 0 0,1 0-1 0 0,0-1 0 0 0,0 1 0 0 0,0-1 0 0 0,1 0 0 0 0,-1 0 0 0 0,0 0 0 0 0,0-1 0 0 0,0 0 0 0 0,1 0 0 0 0,-1 0 0 0 0,0-1 0 0 0,10-2 0 0 0,-12 3 53 0 0,-1-1 1 0 0,1 1 0 0 0,-1-1 0 0 0,1 0-1 0 0,-1 0 1 0 0,0 0 0 0 0,1 0-1 0 0,-1-1 1 0 0,0 1 0 0 0,0-1 0 0 0,0 1-1 0 0,0-1 1 0 0,0 0 0 0 0,0 1-1 0 0,-1-1 1 0 0,1 0 0 0 0,-1 0 0 0 0,1 0-1 0 0,-1-1 1 0 0,0 1 0 0 0,2-3-1 0 0,-2 1 40 0 0,0 0-1 0 0,0 0 1 0 0,-1 0-1 0 0,1 0 1 0 0,-1-1-1 0 0,0 1 0 0 0,0 0 1 0 0,0 0-1 0 0,-1 0 1 0 0,0 0-1 0 0,-2-8 1 0 0,-1-1 41 0 0,0 1 1 0 0,-1 0-1 0 0,-1 1 1 0 0,0-1-1 0 0,0 1 1 0 0,-1 0-1 0 0,-14-15 1 0 0,6 10-144 0 0,-1 0 1 0 0,0 1-1 0 0,-24-16 1 0 0,30 24-266 0 0,0 1 1 0 0,0 0-1 0 0,-1 0 0 0 0,0 1 1 0 0,0 0-1 0 0,0 1 0 0 0,-21-4 1 0 0,30 7 6 0 0,-1 1 0 0 0,1-1 1 0 0,-1 1-1 0 0,1 0 1 0 0,0 0-1 0 0,-1 1 1 0 0,1-1-1 0 0,-1 0 1 0 0,1 1-1 0 0,-1-1 1 0 0,1 1-1 0 0,0 0 0 0 0,0 0 1 0 0,-1 0-1 0 0,1 0 1 0 0,0 0-1 0 0,0 0 1 0 0,0 1-1 0 0,0-1 1 0 0,0 1-1 0 0,0 0 0 0 0,0-1 1 0 0,1 1-1 0 0,-1 0 1 0 0,-2 3-1 0 0,-5 13-1348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9.8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19 3225 0 0,'0'-3'288'0'0,"0"2"-288"0"0,1 0 0 0 0,0 1 152 0 0,1-2-24 0 0,1 0-8 0 0,-1-1 0 0 0,2 0-288 0 0,3 1-56 0 0,-2 0-16 0 0,1 2 0 0 0,2 2 240 0 0,-2-1-72 0 0,2-1 72 0 0,-1 0 0 0 0,-2 1-64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43.0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458 125 3225 0 0,'-46'-22'14144'0'0,"44"22"-13715"0"0,-20-34 2416 0 0,15 22-2784 0 0,-19-25-130 0 0,25 35 111 0 0,-1 1 1 0 0,1-1-1 0 0,-1 0 1 0 0,1 1-1 0 0,-1 0 1 0 0,0-1-1 0 0,0 1 1 0 0,1 0-1 0 0,-1 0 0 0 0,0 0 1 0 0,0 0-1 0 0,0 0 1 0 0,0 0-1 0 0,0 1 1 0 0,0-1-1 0 0,-5 0 1 0 0,7 1 37 0 0,-1 1 2 0 0,0-1 178 0 0,2 4-194 0 0,15 24-96 0 0,2 0 0 0 0,1-1-1 0 0,1-1 1 0 0,1-1 0 0 0,26 24 0 0 0,-31-32 31 0 0,-13-13 16 0 0,1 0 1 0 0,-1 1 0 0 0,0-1-1 0 0,0 1 1 0 0,0-1 0 0 0,0 1-1 0 0,-1 0 1 0 0,0 0 0 0 0,0 0-1 0 0,0 0 1 0 0,-1 0 0 0 0,1 1-1 0 0,-1-1 1 0 0,0 11 0 0 0,-1-13-8 0 0,0 0 1 0 0,0 0-1 0 0,-1 1 1 0 0,1-1-1 0 0,-1 0 1 0 0,0 0-1 0 0,0 0 1 0 0,0 0-1 0 0,-1 0 1 0 0,1-1-1 0 0,-1 1 0 0 0,1 0 1 0 0,-1-1-1 0 0,0 1 1 0 0,0-1-1 0 0,0 1 1 0 0,0-1-1 0 0,-1 0 1 0 0,1 0-1 0 0,0 0 1 0 0,-1 0-1 0 0,0 0 1 0 0,1-1-1 0 0,-1 1 1 0 0,0-1-1 0 0,-5 2 1 0 0,-51 17 373 0 0,38-14-64 0 0,-40 18 0 0 0,45-16-312 0 0,-13 7 77 0 0,-1-1 1 0 0,-51 16-1 0 0,59-25-150 0 0,1 2 1 0 0,0 0-1 0 0,1 1 0 0 0,0 1 1 0 0,-37 22-1 0 0,57-31 14 0 0,0 1 0 0 0,-1-1 0 0 0,1 0 0 0 0,0 1 0 0 0,0-1 0 0 0,0 1 0 0 0,-1-1 0 0 0,1 0 0 0 0,0 1 0 0 0,0-1-1 0 0,0 1 1 0 0,0-1 0 0 0,0 0 0 0 0,0 1 0 0 0,0-1 0 0 0,0 1 0 0 0,0-1 0 0 0,0 0 0 0 0,0 1 0 0 0,0-1 0 0 0,0 1 0 0 0,0-1 0 0 0,0 1 0 0 0,0-1 0 0 0,0 0 0 0 0,1 1 0 0 0,-1-1 0 0 0,0 0 0 0 0,0 1 0 0 0,0-1 0 0 0,1 1 0 0 0,-1-1 0 0 0,0 0 0 0 0,0 1-1 0 0,1-1 1 0 0,-1 0 0 0 0,0 0 0 0 0,1 1 0 0 0,-1-1 0 0 0,0 0 0 0 0,1 0 0 0 0,-1 0 0 0 0,1 1 0 0 0,6 3-1356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59.2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1141 2761 0 0,'-68'70'1691'0'0,"50"-50"-604"0"0,-1-1 0 0 0,-29 24 1 0 0,99-96 2819 0 0,-3 7-3423 0 0,174-156 837 0 0,116-104 1620 0 0,-102 85-1860 0 0,-12 5 313 0 0,-19 18-1587 0 0,-205 197 178 0 0,8-7-607 0 0,1 1 0 0 0,-1 0 0 0 0,1 0 1 0 0,1 1-1 0 0,15-8 0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0.5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118 163 2593 0 0,'-1'14'301'0'0,"-3"-21"-296"0"0,-6-16-15 0 0,-5 0 893 0 0,-1 0 1 0 0,-1 1 0 0 0,-29-28 0 0 0,46 50-742 0 0,-1 0 0 0 0,0-1 0 0 0,1 1-1 0 0,-1-1 1 0 0,1 1 0 0 0,-1 0 0 0 0,1-1 0 0 0,0 1 0 0 0,-1-1-1 0 0,1 1 1 0 0,-1-1 0 0 0,1 0 0 0 0,0 1 0 0 0,-1-1 0 0 0,1 1 0 0 0,0-1-1 0 0,0 0 1 0 0,0 1 0 0 0,-1-1 0 0 0,1 1 0 0 0,0-1 0 0 0,0 0-1 0 0,0 1 1 0 0,0-1 0 0 0,0 0 0 0 0,0 1 0 0 0,0-1 0 0 0,0 0-1 0 0,0 1 1 0 0,0-1 0 0 0,1 0 0 0 0,-1 1 0 0 0,0-1 0 0 0,0 1 0 0 0,1-1-1 0 0,-1 0 1 0 0,0 1 0 0 0,1-1 0 0 0,-1 1 0 0 0,0-1 0 0 0,1 0-1 0 0,1 0 39 0 0,-1 1 0 0 0,0-1-1 0 0,0 1 1 0 0,0-1-1 0 0,1 1 1 0 0,-1-1-1 0 0,0 1 1 0 0,1 0 0 0 0,-1 0-1 0 0,0-1 1 0 0,1 1-1 0 0,-1 0 1 0 0,0 0-1 0 0,1 1 1 0 0,-1-1-1 0 0,0 0 1 0 0,1 0 0 0 0,-1 0-1 0 0,3 2 1 0 0,5 2-60 0 0,0 0 0 0 0,-1 1 1 0 0,1 0-1 0 0,-1 0 0 0 0,0 1 1 0 0,0 0-1 0 0,11 13 0 0 0,47 56 99 0 0,-50-56-132 0 0,37 45 55 0 0,72 65-1 0 0,-97-104-150 0 0,0-2 0 0 0,2-1 0 0 0,0-1 0 0 0,2-2 0 0 0,37 18 0 0 0,-26-19 1 0 0,-27-12-3 0 0,1 1 0 0 0,-1 0 0 0 0,-1 1 1 0 0,21 15-1 0 0,-35-23-72 0 0,-1 1-1 0 0,1 0 1 0 0,0-1 0 0 0,0 1 0 0 0,-1 0 0 0 0,1 0 0 0 0,-1 0 0 0 0,1-1-1 0 0,-1 1 1 0 0,1 0 0 0 0,-1 0 0 0 0,1 0 0 0 0,-1 0 0 0 0,0 0-1 0 0,1 0 1 0 0,-1 0 0 0 0,0 0 0 0 0,0 0 0 0 0,0 2 0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0.9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3 379 1376 0 0,'0'0'86'0'0,"-1"0"-1"0"0,1-1 1 0 0,0 1 0 0 0,0 0-1 0 0,-1-1 1 0 0,1 1-1 0 0,0 0 1 0 0,0-1 0 0 0,0 1-1 0 0,0 0 1 0 0,0-1-1 0 0,-1 1 1 0 0,1 0 0 0 0,0-1-1 0 0,0 1 1 0 0,0 0-1 0 0,0-1 1 0 0,0 1 0 0 0,0 0-1 0 0,0-1 1 0 0,0 1-1 0 0,0-1 1 0 0,0 1-1 0 0,0 0 1 0 0,1-1 0 0 0,-1 1-1 0 0,0 0 1 0 0,0-1-1 0 0,0 1 1 0 0,0 0 0 0 0,1-1-1 0 0,-1 1 1 0 0,0 0-1 0 0,0-1 1 0 0,0 1 0 0 0,1 0-1 0 0,-1 0 1 0 0,0-1-1 0 0,1 1 1 0 0,-1 0 0 0 0,1 0-1 0 0,20-5 1926 0 0,24 7 809 0 0,42 23 265 0 0,-54-14-2488 0 0,0-2 0 0 0,40 6 0 0 0,-64-13-425 0 0,1-1-1 0 0,0-1 0 0 0,-1 0 0 0 0,1 0 1 0 0,-1-1-1 0 0,1 0 0 0 0,0-1 1 0 0,-1 0-1 0 0,0 0 0 0 0,1-1 0 0 0,-1 0 1 0 0,11-6-1 0 0,-15 6-12 0 0,0 0 0 0 0,-1-1 1 0 0,1 1-1 0 0,-1-1 0 0 0,0 0 0 0 0,0-1 1 0 0,0 1-1 0 0,0-1 0 0 0,-1 1 0 0 0,0-1 0 0 0,0 0 1 0 0,0 0-1 0 0,-1 0 0 0 0,1-1 0 0 0,-1 1 1 0 0,-1-1-1 0 0,1 1 0 0 0,-1-1 0 0 0,2-9 1 0 0,-1-12 203 0 0,0 1 1 0 0,-2 0-1 0 0,-3-30 0 0 0,1 16-289 0 0,1 6-174 0 0,0-57-3432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2.0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89 315 2569 0 0,'-5'-9'0'0'0,"1"0"0"0"0,0 0 0 0 0,1-1 0 0 0,0 0 0 0 0,-3-11 0 0 0,-4-15 0 0 0,-43-138 137 0 0,65 138 9660 0 0,-8 59-9326 0 0,1-5-86 0 0,14 57 2177 0 0,-2-123-6115 0 0,-14 41 2707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2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73 1 456 0 0,'-8'10'633'0'0,"0"1"0"0"0,0 0-1 0 0,1 1 1 0 0,1-1 0 0 0,0 1 0 0 0,0 1-1 0 0,1-1 1 0 0,1 1 0 0 0,0 0 0 0 0,1 0-1 0 0,1 0 1 0 0,-3 23 0 0 0,5-34-566 0 0,0-1 0 0 0,0 0 0 0 0,0 0 0 0 0,0 1 0 0 0,0-1 1 0 0,0 0-1 0 0,0 0 0 0 0,1 0 0 0 0,-1 1 0 0 0,0-1 0 0 0,1 0 0 0 0,-1 0 0 0 0,1 0 0 0 0,0 0 0 0 0,-1 0 1 0 0,1 1-1 0 0,0-1 0 0 0,-1 0 0 0 0,1-1 0 0 0,0 1 0 0 0,0 0 0 0 0,0 0 0 0 0,0 0 0 0 0,1 1 1 0 0,0-2 7 0 0,0 1 1 0 0,0-1 0 0 0,0 1-1 0 0,0-1 1 0 0,0 0-1 0 0,0 1 1 0 0,0-1 0 0 0,0 0-1 0 0,0 0 1 0 0,0-1 0 0 0,0 1-1 0 0,0 0 1 0 0,0-1 0 0 0,1 0-1 0 0,10-3 266 0 0,0-1 1 0 0,0-1-1 0 0,19-12 0 0 0,-23 13-85 0 0,17-11 188 0 0,-21 12-417 0 0,1 0 0 0 0,-1 0 0 0 0,1 1 0 0 0,0 0 0 0 0,0 0 0 0 0,0 0 0 0 0,1 1 0 0 0,-1 0 0 0 0,0 0 0 0 0,1 0 0 0 0,11-1 0 0 0,-16 4-32 0 0,-1 0 1 0 0,1-1-1 0 0,0 1 0 0 0,-1 0 1 0 0,1 0-1 0 0,-1-1 0 0 0,0 1 1 0 0,1 0-1 0 0,-1 1 0 0 0,0-1 1 0 0,1 0-1 0 0,-1 0 1 0 0,0 0-1 0 0,0 1 0 0 0,0-1 1 0 0,0 1-1 0 0,0-1 0 0 0,-1 1 1 0 0,1-1-1 0 0,0 1 0 0 0,-1-1 1 0 0,1 1-1 0 0,-1 0 0 0 0,1-1 1 0 0,-1 1-1 0 0,0 0 0 0 0,1-1 1 0 0,-1 1-1 0 0,0 2 0 0 0,1 58-186 0 0,-2-52 162 0 0,-5 49 29 0 0,3-47 83 0 0,2-1-1 0 0,-1 1 0 0 0,1 0 1 0 0,1 0-1 0 0,0-1 0 0 0,1 1 1 0 0,0 0-1 0 0,4 18 0 0 0,-4-28-71 0 0,0 1-1 0 0,1-1 0 0 0,-1 0 0 0 0,0 0 0 0 0,1 0 1 0 0,0 0-1 0 0,-1 0 0 0 0,1 0 0 0 0,0-1 1 0 0,0 1-1 0 0,0-1 0 0 0,0 1 0 0 0,0-1 0 0 0,0 1 1 0 0,0-1-1 0 0,0 0 0 0 0,1 0 0 0 0,-1 0 1 0 0,0 0-1 0 0,1-1 0 0 0,-1 1 0 0 0,1-1 0 0 0,-1 1 1 0 0,1-1-1 0 0,-1 0 0 0 0,1 0 0 0 0,-1 0 1 0 0,1 0-1 0 0,3-1 0 0 0,9-1 25 0 0,0 0-1 0 0,0-1 1 0 0,23-8 0 0 0,-27 7-11 0 0,38-13 57 0 0,-34 11-95 0 0,-1 1-1 0 0,1 0 0 0 0,0 1 0 0 0,27-3 0 0 0,-37 7 22 0 0,-1-1 1 0 0,1 2-1 0 0,-1-1 0 0 0,1 0 1 0 0,0 1-1 0 0,-1 0 1 0 0,1 0-1 0 0,-1 0 0 0 0,0 1 1 0 0,1 0-1 0 0,-1-1 1 0 0,0 2-1 0 0,0-1 1 0 0,0 0-1 0 0,0 1 0 0 0,-1-1 1 0 0,1 1-1 0 0,-1 0 1 0 0,1 1-1 0 0,3 4 1 0 0,4 6 303 0 0,-1 1 1 0 0,-1 1 0 0 0,0-1 0 0 0,-1 1-1 0 0,5 17 1 0 0,-6-15 24 0 0,1-1 0 0 0,0 0 1 0 0,2-1-1 0 0,16 25 0 0 0,-2-14-354 0 0,15 21-38 0 0,-17-11-5950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3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112 396 456 0 0,'-24'8'-33'0'0,"13"-4"418"0"0,-1 0 0 0 0,1-1 0 0 0,0 0 0 0 0,-21 1 1 0 0,31-4-351 0 0,1 0 1 0 0,0 0 0 0 0,-1 0-1 0 0,1 0 1 0 0,-1 0 0 0 0,1 0 0 0 0,0 0-1 0 0,-1 0 1 0 0,1 0 0 0 0,-1-1 0 0 0,1 1-1 0 0,0 0 1 0 0,-1 0 0 0 0,1 0 0 0 0,0-1-1 0 0,-1 1 1 0 0,1 0 0 0 0,0-1 0 0 0,-1 1-1 0 0,1 0 1 0 0,0 0 0 0 0,-1-1 0 0 0,1 1-1 0 0,0-1 1 0 0,0 1 0 0 0,0 0 0 0 0,-1-1-1 0 0,1 1 1 0 0,0 0 0 0 0,0-1 0 0 0,0 1-1 0 0,0-1 1 0 0,0 1 0 0 0,0-1 0 0 0,0 1-1 0 0,0 0 1 0 0,0-1 0 0 0,0 1 0 0 0,0-1-1 0 0,0 1 1 0 0,0-1 0 0 0,0 1 0 0 0,0 0-1 0 0,0-1 1 0 0,0 1 0 0 0,1-1 0 0 0,-1 1-1 0 0,0 0 1 0 0,0-1 0 0 0,0 1 0 0 0,1 0-1 0 0,-1-1 1 0 0,15-24 1251 0 0,-14 22-1128 0 0,28-41 880 0 0,2 2 0 0 0,1 2 0 0 0,3 0 0 0 0,1 3 0 0 0,72-60 0 0 0,-45 55-45 0 0,-58 39-819 0 0,0 1 0 0 0,0-1 0 0 0,1 1 1 0 0,-1 0-1 0 0,1 0 0 0 0,-1 1 0 0 0,1 0 0 0 0,-1 0 0 0 0,1 0 0 0 0,11 0 0 0 0,-16 2-117 0 0,0-1-1 0 0,1 1 0 0 0,-1-1 0 0 0,0 1 1 0 0,1-1-1 0 0,-1 1 0 0 0,0 0 1 0 0,0 0-1 0 0,0 0 0 0 0,0 0 1 0 0,0 0-1 0 0,0 0 0 0 0,0 0 1 0 0,0 0-1 0 0,0 0 0 0 0,0 0 1 0 0,0 0-1 0 0,0 1 0 0 0,-1-1 1 0 0,1 0-1 0 0,-1 0 0 0 0,1 1 1 0 0,-1-1-1 0 0,1 1 0 0 0,-1 1 1 0 0,8 44 246 0 0,-6-32-209 0 0,-2-11-102 0 0,2 9 12 0 0,0 1 0 0 0,1-1 0 0 0,1 0 0 0 0,0 0 0 0 0,7 15 0 0 0,-10-25-18 0 0,0-1 0 0 0,0 0 0 0 0,0 0 0 0 0,1 0 0 0 0,-1 0 0 0 0,1 0 0 0 0,-1 0-1 0 0,1 0 1 0 0,0-1 0 0 0,-1 1 0 0 0,1 0 0 0 0,0-1 0 0 0,0 0 0 0 0,0 1 0 0 0,0-1 0 0 0,1 0 0 0 0,-1 0 0 0 0,0 0 0 0 0,0 0 0 0 0,1-1 0 0 0,-1 1 0 0 0,0 0-1 0 0,1-1 1 0 0,-1 0 0 0 0,1 1 0 0 0,-1-1 0 0 0,1 0 0 0 0,-1-1 0 0 0,0 1 0 0 0,1 0 0 0 0,-1-1 0 0 0,1 1 0 0 0,-1-1 0 0 0,0 1 0 0 0,1-1 0 0 0,-1 0 0 0 0,3-2-1 0 0,8-4 2 0 0,1-1-1 0 0,-1-1 0 0 0,-1 0 0 0 0,0-1 1 0 0,0 0-1 0 0,-1-1 0 0 0,0 0 0 0 0,14-20 1 0 0,-14 18 103 0 0,-1 0 0 0 0,1 1 1 0 0,1 0-1 0 0,1 1 1 0 0,-1 1-1 0 0,1 0 0 0 0,17-9 1 0 0,-29 18-85 0 0,0 0 1 0 0,0 1 0 0 0,0-1-1 0 0,1 1 1 0 0,-1-1 0 0 0,0 1 0 0 0,0 0-1 0 0,1 0 1 0 0,-1-1 0 0 0,0 1-1 0 0,1 0 1 0 0,-1 0 0 0 0,0 0-1 0 0,0 0 1 0 0,1 1 0 0 0,-1-1 0 0 0,0 0-1 0 0,0 1 1 0 0,1-1 0 0 0,-1 0-1 0 0,0 1 1 0 0,0-1 0 0 0,0 1-1 0 0,1 0 1 0 0,-1-1 0 0 0,0 1 0 0 0,0 0-1 0 0,0 0 1 0 0,0 0 0 0 0,0 0-1 0 0,-1 0 1 0 0,1-1 0 0 0,0 2-1 0 0,0-1 1 0 0,1 2 0 0 0,2 5 76 0 0,0 1 0 0 0,0-1 0 0 0,-1 1 0 0 0,4 12 0 0 0,4 12 43 0 0,-9-30-138 0 0,0 1 0 0 0,0-1 0 0 0,1 1 0 0 0,-1-1 0 0 0,0 1 0 0 0,1-1 0 0 0,0 0 0 0 0,0 0 1 0 0,0-1-1 0 0,0 1 0 0 0,1-1 0 0 0,-1 1 0 0 0,1-1 0 0 0,-1 0 0 0 0,1 0 0 0 0,0 0 0 0 0,-1-1 0 0 0,1 0 0 0 0,0 1 0 0 0,0-1 1 0 0,0-1-1 0 0,0 1 0 0 0,1 0 0 0 0,-1-1 0 0 0,0 0 0 0 0,6 0 0 0 0,-1-2-15 0 0,-1 1 0 0 0,1-1 0 0 0,-1-1 0 0 0,1 1 1 0 0,-1-1-1 0 0,0-1 0 0 0,0 0 0 0 0,0 0 0 0 0,0 0 0 0 0,-1-1 0 0 0,9-7 0 0 0,24-22-123 0 0,-14 12 13 0 0,32-22 0 0 0,-51 39 125 0 0,1 0 1 0 0,-1 1-1 0 0,1 0 1 0 0,0 1-1 0 0,1 0 1 0 0,-1 0-1 0 0,0 0 1 0 0,1 1-1 0 0,12-2 1 0 0,-15 4 63 0 0,0 1 1 0 0,0-1 0 0 0,0 1 0 0 0,0 0 0 0 0,0 1 0 0 0,0-1 0 0 0,0 1 0 0 0,0 0 0 0 0,-1 1-1 0 0,1-1 1 0 0,-1 1 0 0 0,0 0 0 0 0,0 0 0 0 0,0 1 0 0 0,7 6 0 0 0,8 8 345 0 0,-1 1 0 0 0,21 28 0 0 0,-8-10-59 0 0,-20-24-468 0 0,2 0 1 0 0,0 0-1 0 0,0-1 1 0 0,1-1-1 0 0,0 0 1 0 0,1-1-1 0 0,22 10 1 0 0,-26-16-872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4.3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61 5529 0 0,'7'-14'245'0'0,"-5"10"82"0"0,-1 0 1 0 0,1 0-1 0 0,1 0 1 0 0,-1 0-1 0 0,0 0 1 0 0,1 0-1 0 0,0 1 1 0 0,0-1 0 0 0,0 1-1 0 0,5-4 1 0 0,-8 6-283 0 0,0 1 0 0 0,0 0 1 0 0,0 0-1 0 0,1 0 1 0 0,-1 0-1 0 0,0 0 1 0 0,0 0-1 0 0,0 0 0 0 0,0 0 1 0 0,1 0-1 0 0,-1 0 1 0 0,0 0-1 0 0,0 0 0 0 0,0 0 1 0 0,0 0-1 0 0,1 0 1 0 0,-1 0-1 0 0,0 0 0 0 0,0 0 1 0 0,0 0-1 0 0,0 0 1 0 0,1 0-1 0 0,-1 0 1 0 0,0 0-1 0 0,0 0 0 0 0,0 1 1 0 0,0-1-1 0 0,0 0 1 0 0,1 0-1 0 0,-1 0 0 0 0,0 0 1 0 0,0 0-1 0 0,0 0 1 0 0,0 1-1 0 0,0-1 0 0 0,0 0 1 0 0,0 0-1 0 0,1 0 1 0 0,-1 0-1 0 0,0 0 1 0 0,0 1-1 0 0,0-1 0 0 0,0 0 1 0 0,1 12 825 0 0,-3 11-190 0 0,-4 15-410 0 0,0-11 103 0 0,2-1 0 0 0,1 2 0 0 0,1-1-1 0 0,3 51 1 0 0,0-75-388 0 0,-1-1 1 0 0,0 1-1 0 0,1-1 0 0 0,-1 0 0 0 0,1 1 1 0 0,0-1-1 0 0,0 1 0 0 0,0-1 0 0 0,0 0 0 0 0,0 0 1 0 0,1 0-1 0 0,-1 0 0 0 0,1 0 0 0 0,-1 0 0 0 0,1 0 1 0 0,0 0-1 0 0,-1 0 0 0 0,1-1 0 0 0,0 1 0 0 0,0-1 1 0 0,4 3-1 0 0,-3-3-42 0 0,1 1 0 0 0,1-1 0 0 0,-1 0 0 0 0,0 0 0 0 0,0-1 0 0 0,0 1 1 0 0,0-1-1 0 0,1 1 0 0 0,-1-2 0 0 0,0 1 0 0 0,8-1 0 0 0,-2-1-45 0 0,0-1 0 0 0,0 1 0 0 0,0-1 0 0 0,0-1 0 0 0,-1 0 0 0 0,0-1 0 0 0,1 1 0 0 0,-1-2 0 0 0,15-11 0 0 0,-8 6 47 0 0,-16 11 56 0 0,0 0 1 0 0,1 0-1 0 0,-1 0 0 0 0,0 0 0 0 0,0 0 1 0 0,1 0-1 0 0,-1 0 0 0 0,0 0 0 0 0,1 0 1 0 0,-1 0-1 0 0,0 0 0 0 0,0 0 0 0 0,1 0 1 0 0,-1 0-1 0 0,0 0 0 0 0,0 0 0 0 0,1 0 1 0 0,-1 0-1 0 0,0 1 0 0 0,0-1 0 0 0,1 0 1 0 0,-1 0-1 0 0,0 0 0 0 0,0 0 0 0 0,1 0 1 0 0,-1 1-1 0 0,0-1 0 0 0,0 0 0 0 0,0 0 1 0 0,1 0-1 0 0,-1 1 0 0 0,0-1 0 0 0,1 3 29 0 0,-1 0 0 0 0,1 0 0 0 0,-1 0-1 0 0,0 0 1 0 0,0 0 0 0 0,0 0 0 0 0,0 0-1 0 0,0 0 1 0 0,-1 4 0 0 0,-23 99 800 0 0,17-81-694 0 0,1 1 1 0 0,1 0-1 0 0,1 0 0 0 0,-1 27 1 0 0,5-31-117 0 0,1 0 1 0 0,1-1-1 0 0,9 40 1 0 0,-9-54-25 0 0,0 0 0 0 0,1 0 0 0 0,0 0 1 0 0,0 0-1 0 0,0 0 0 0 0,7 9 0 0 0,-7-13-11 0 0,-1 0 0 0 0,0 0-1 0 0,1-1 1 0 0,0 1 0 0 0,-1-1-1 0 0,1 0 1 0 0,0 0 0 0 0,0 0-1 0 0,0 0 1 0 0,1 0 0 0 0,-1 0-1 0 0,0-1 1 0 0,1 0 0 0 0,3 2-1 0 0,-1-2-49 0 0,0-1-1 0 0,0 1 0 0 0,0-1 0 0 0,0 0 0 0 0,-1-1 0 0 0,1 1 0 0 0,0-1 0 0 0,0 0 0 0 0,-1-1 0 0 0,1 1 1 0 0,0-1-1 0 0,-1 0 0 0 0,0-1 0 0 0,8-4 0 0 0,8-5-121 0 0,0-2 0 0 0,21-17 0 0 0,-22 15 148 0 0,23-18 12 0 0,-28 21 7 0 0,0 0 1 0 0,1 1 0 0 0,1 1-1 0 0,0 1 1 0 0,21-10 0 0 0,-37 19 17 0 0,0 1 0 0 0,-1 0 1 0 0,1 0-1 0 0,-1 0 0 0 0,1 0 1 0 0,-1 0-1 0 0,1 0 0 0 0,-1 0 1 0 0,1 0-1 0 0,-1 0 0 0 0,1 0 1 0 0,-1 0-1 0 0,1 0 0 0 0,0 0 1 0 0,-1 0-1 0 0,1 0 0 0 0,-1 0 1 0 0,1 1-1 0 0,-1-1 0 0 0,1 0 1 0 0,-1 0-1 0 0,1 1 0 0 0,-1-1 1 0 0,0 0-1 0 0,1 1 0 0 0,-1-1 1 0 0,1 0-1 0 0,-1 1 0 0 0,0-1 1 0 0,1 1-1 0 0,-1-1 0 0 0,0 1 1 0 0,1-1-1 0 0,-1 1 0 0 0,0-1 1 0 0,0 1-1 0 0,1-1 0 0 0,-1 1 1 0 0,0-1-1 0 0,0 1 0 0 0,0-1 1 0 0,0 1-1 0 0,0-1 0 0 0,0 1 1 0 0,0-1-1 0 0,0 1 0 0 0,0 0 1 0 0,0-1-1 0 0,0 1 0 0 0,0-1 1 0 0,0 1-1 0 0,-1 0 0 0 0,-4 37-23 0 0,4-33 33 0 0,-19 74 600 0 0,-6 32 314 0 0,24-99-822 0 0,1 1-1 0 0,0-1 0 0 0,1 0 0 0 0,0 0 1 0 0,1 1-1 0 0,4 21 0 0 0,-4-28-116 0 0,1 0 0 0 0,0 0-1 0 0,0 0 1 0 0,1 0 0 0 0,0 0 0 0 0,0-1 0 0 0,1 1-1 0 0,-1-1 1 0 0,7 8 0 0 0,-8-11-143 0 0,-1-1 0 0 0,1 1 1 0 0,0 0-1 0 0,0-1 0 0 0,0 1 0 0 0,0-1 0 0 0,0 1 0 0 0,0-1 1 0 0,0 0-1 0 0,1 0 0 0 0,-1 0 0 0 0,0 0 0 0 0,1-1 1 0 0,-1 1-1 0 0,0-1 0 0 0,1 1 0 0 0,-1-1 0 0 0,1 0 0 0 0,-1 0 1 0 0,1 0-1 0 0,-1 0 0 0 0,0 0 0 0 0,1 0 0 0 0,-1-1 0 0 0,1 1 1 0 0,-1-1-1 0 0,4-1 0 0 0,5-4-952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4.6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 2056 0 0,'0'1'200'0'0,"0"-2"-200"0"0,1 0 0 0 0,0-1 0 0 0,-1 0 0 0 0,2-4 0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5.2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2 167 5065 0 0,'-1'-5'4418'0'0,"8"5"-1765"0"0,13 3-944 0 0,-18-3-1768 0 0,7 5 385 0 0,-1 0 1 0 0,0 1-1 0 0,-1 0 1 0 0,0 0-1 0 0,0 1 0 0 0,0 0 1 0 0,0 0-1 0 0,-1 0 1 0 0,0 1-1 0 0,7 13 1 0 0,-3-6-14 0 0,11 15-138 0 0,-8-9 70 0 0,1-1 0 0 0,22 23 0 0 0,-32-39-219 0 0,-1 0 0 0 0,1 0 0 0 0,0-1 0 0 0,0 0 1 0 0,1 1-1 0 0,-1-2 0 0 0,1 1 0 0 0,-1 0 0 0 0,1-1 0 0 0,0 0 0 0 0,0 0 0 0 0,0 0 1 0 0,0-1-1 0 0,0 1 0 0 0,0-1 0 0 0,8 0 0 0 0,-10-1-31 0 0,0-1-1 0 0,0 1 1 0 0,0-1 0 0 0,0 0-1 0 0,0 0 1 0 0,0 0 0 0 0,0 0-1 0 0,0-1 1 0 0,0 1-1 0 0,-1-1 1 0 0,1 0 0 0 0,0 0-1 0 0,-1 1 1 0 0,0-2 0 0 0,1 1-1 0 0,-1 0 1 0 0,0 0 0 0 0,0-1-1 0 0,0 1 1 0 0,0-1-1 0 0,-1 0 1 0 0,3-3 0 0 0,3-9-70 0 0,0 0 1 0 0,10-32-1 0 0,-12 34 37 0 0,19-70-276 0 0,-18 57 172 0 0,1 1-1 0 0,1 0 1 0 0,2 0 0 0 0,0 1 0 0 0,21-35 0 0 0,-30 57 154 0 0,0 1 1 0 0,0-1-1 0 0,0 1 1 0 0,-1 0-1 0 0,2-1 1 0 0,-1 1-1 0 0,0 0 1 0 0,0 0-1 0 0,0 0 1 0 0,0 0-1 0 0,1 0 1 0 0,-1 0-1 0 0,1 0 0 0 0,-1 0 1 0 0,0 0-1 0 0,1 1 1 0 0,-1-1-1 0 0,1 1 1 0 0,0-1-1 0 0,-1 1 1 0 0,1-1-1 0 0,-1 1 1 0 0,1 0-1 0 0,0 0 1 0 0,-1 0-1 0 0,1 0 1 0 0,0 0-1 0 0,-1 0 1 0 0,1 0-1 0 0,-1 1 1 0 0,1-1-1 0 0,0 1 1 0 0,-1-1-1 0 0,1 1 1 0 0,-1-1-1 0 0,1 1 1 0 0,-1 0-1 0 0,3 1 1 0 0,4 5 112 0 0,0-1 1 0 0,0 2 0 0 0,0-1 0 0 0,-1 1 0 0 0,7 10 0 0 0,8 6 21 0 0,-12-13-167 0 0,3 3 32 0 0,1-1 1 0 0,16 12-1 0 0,-27-23-57 0 0,0 1 0 0 0,0-1 1 0 0,0 0-1 0 0,1 0 0 0 0,-1-1 0 0 0,0 1 1 0 0,1-1-1 0 0,-1 1 0 0 0,1-1 0 0 0,0 0 0 0 0,-1-1 1 0 0,1 1-1 0 0,0-1 0 0 0,-1 1 0 0 0,1-1 0 0 0,0 0 1 0 0,4-1-1 0 0,-5 1 17 0 0,-1-1 0 0 0,1 0 1 0 0,0 0-1 0 0,0 0 0 0 0,-1-1 1 0 0,1 1-1 0 0,-1-1 0 0 0,1 1 1 0 0,-1-1-1 0 0,0 0 0 0 0,0 0 1 0 0,1 0-1 0 0,-1 0 0 0 0,-1 0 1 0 0,4-5-1 0 0,0-1 58 0 0,-1 0-1 0 0,0 0 1 0 0,5-15 0 0 0,11-21 502 0 0,-20 44-521 0 0,0 0 1 0 0,1-1 0 0 0,-1 1-1 0 0,1 0 1 0 0,-1 0-1 0 0,0-1 1 0 0,1 1-1 0 0,-1 0 1 0 0,1 0 0 0 0,-1 0-1 0 0,1 0 1 0 0,-1-1-1 0 0,1 1 1 0 0,-1 0 0 0 0,1 0-1 0 0,-1 0 1 0 0,1 0-1 0 0,-1 0 1 0 0,1 0-1 0 0,-1 0 1 0 0,1 0 0 0 0,-1 1-1 0 0,1-1 1 0 0,-1 0-1 0 0,1 0 1 0 0,-1 0-1 0 0,0 0 1 0 0,1 1 0 0 0,-1-1-1 0 0,1 0 1 0 0,0 1-1 0 0,20 12 233 0 0,-6-3-69 0 0,-9-8-118 0 0,0 0-1 0 0,0 0 1 0 0,0-1-1 0 0,1 1 0 0 0,-1-1 1 0 0,0 0-1 0 0,1-1 1 0 0,-1 0-1 0 0,1 0 0 0 0,-1 0 1 0 0,1-1-1 0 0,-1 0 1 0 0,1 0-1 0 0,11-4 0 0 0,26-16-2489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5.8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111 7 7370 0 0,'3'-7'6785'0'0,"-6"12"-6089"0"0,-18 31-104 0 0,2 1-1 0 0,1 1 0 0 0,2 1 0 0 0,-17 61 1 0 0,32-96-596 0 0,1 0 0 0 0,-1 0 0 0 0,0 1 0 0 0,1-1-1 0 0,0 0 1 0 0,0 0 0 0 0,0 0 0 0 0,0 0 0 0 0,1 0 0 0 0,0 0 0 0 0,0 0 0 0 0,0 0 0 0 0,0 0 0 0 0,4 7 0 0 0,-4-9-26 0 0,0 0 1 0 0,1 0-1 0 0,-1-1 1 0 0,1 1 0 0 0,0-1-1 0 0,0 1 1 0 0,-1-1-1 0 0,1 0 1 0 0,0 0-1 0 0,0 0 1 0 0,0 0-1 0 0,0 0 1 0 0,0 0 0 0 0,1 0-1 0 0,-1-1 1 0 0,0 1-1 0 0,0-1 1 0 0,0 1-1 0 0,1-1 1 0 0,-1 0-1 0 0,0 0 1 0 0,0 0 0 0 0,1 0-1 0 0,-1-1 1 0 0,0 1-1 0 0,0 0 1 0 0,0-1-1 0 0,3-1 1 0 0,11-2-107 0 0,0-2 1 0 0,-1 0-1 0 0,0-1 1 0 0,19-11-1 0 0,-19 9-45 0 0,1 1 0 0 0,0 1 0 0 0,26-8 0 0 0,-41 14 165 0 0,0 1 1 0 0,0-1-1 0 0,0 1 0 0 0,0 0 0 0 0,0 0 0 0 0,0 0 0 0 0,0 0 1 0 0,0-1-1 0 0,0 2 0 0 0,0-1 0 0 0,0 0 0 0 0,0 0 0 0 0,0 0 1 0 0,0 0-1 0 0,0 1 0 0 0,0-1 0 0 0,0 0 0 0 0,0 1 0 0 0,0-1 1 0 0,0 1-1 0 0,0-1 0 0 0,0 1 0 0 0,0-1 0 0 0,0 1 1 0 0,0 0-1 0 0,0-1 0 0 0,0 2 0 0 0,0 0 10 0 0,0 0 0 0 0,0 0-1 0 0,0 0 1 0 0,0 1 0 0 0,0-1 0 0 0,-1 0-1 0 0,1 0 1 0 0,-1 1 0 0 0,0-1 0 0 0,0 0-1 0 0,1 0 1 0 0,-2 4 0 0 0,0 7 85 0 0,0 0 1 0 0,-2 1-1 0 0,-4 16 1 0 0,7-29-70 0 0,-17 52 575 0 0,11-36-278 0 0,0 1-1 0 0,1-1 1 0 0,1 1 0 0 0,0 0-1 0 0,2 0 1 0 0,-1 22 0 0 0,3-39-271 0 0,0 1 1 0 0,0-1-1 0 0,0 0 1 0 0,1 1 0 0 0,-1-1-1 0 0,0 1 1 0 0,1-1 0 0 0,-1 0-1 0 0,1 1 1 0 0,0-1 0 0 0,-1 0-1 0 0,1 0 1 0 0,0 0 0 0 0,0 1-1 0 0,0-1 1 0 0,0 0 0 0 0,0 0-1 0 0,0 0 1 0 0,0 0 0 0 0,0 0-1 0 0,0-1 1 0 0,2 2-1 0 0,0 0-30 0 0,1-1-1 0 0,-1 0 1 0 0,0 0-1 0 0,0 0 0 0 0,1 0 1 0 0,-1-1-1 0 0,1 1 0 0 0,-1-1 1 0 0,5 0-1 0 0,5-1-328 0 0,-1-1 0 0 0,1 0 1 0 0,-1 0-1 0 0,14-5 0 0 0,-22 5-69 0 0,-3 2 171 0 0,0-1 1 0 0,1 0 0 0 0,-1 1 0 0 0,1-1 0 0 0,-1 1 0 0 0,0-1-1 0 0,1 1 1 0 0,-1 0 0 0 0,1 0 0 0 0,-1-1 0 0 0,1 1 0 0 0,-1 0 0 0 0,1 0-1 0 0,-1 1 1 0 0,1-1 0 0 0,-1 0 0 0 0,1 0 0 0 0,-1 1 0 0 0,3 0-1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7.0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29 2304 0 0,'-50'-17'3049'0'0,"10"6"11873"0"0,43 12-14770 0 0,0 1 0 0 0,0 1 0 0 0,0-1 0 0 0,0 0 0 0 0,-1 1 0 0 0,1 0 0 0 0,-1-1 0 0 0,5 7 0 0 0,146 183 639 0 0,-81-108-762 0 0,-47-55 43 0 0,57 47-1 0 0,-10-10 99 0 0,-64-59-153 0 0,-1 1 0 0 0,-1 0 0 0 0,1 0 0 0 0,-1 1 0 0 0,-1-1 0 0 0,0 1 0 0 0,6 14 0 0 0,-9-18-1014 0 0,0 0 1 0 0,-1 0-1 0 0,0 0 0 0 0,0 0 1 0 0,-1 0-1 0 0,1 6 0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7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20 225 1376 0 0,'-19'16'6263'0'0,"21"-13"-4968"0"0,-1-2-1036 0 0,-1-1 0 0 0,1 1 0 0 0,0-1-1 0 0,-1 1 1 0 0,1-1 0 0 0,0 0 0 0 0,-1 1 0 0 0,1-1 0 0 0,0 0 0 0 0,0 0 0 0 0,-1 1 0 0 0,1-1 0 0 0,0 0 0 0 0,0 0 0 0 0,0 0 0 0 0,-1 0 0 0 0,1 0 0 0 0,0 0 0 0 0,0 0 0 0 0,0 0 0 0 0,-1 0 0 0 0,1 0 0 0 0,1-1 0 0 0,65 4 2582 0 0,-40-1-2078 0 0,52-3 0 0 0,-28-2-76 0 0,-33 3-548 0 0,0-1 0 0 0,0-1 0 0 0,0 0-1 0 0,-1-2 1 0 0,0 0 0 0 0,21-7 0 0 0,-34 9-70 0 0,-1 0 1 0 0,1 0-1 0 0,0 0 0 0 0,-1 0 1 0 0,0-1-1 0 0,1 1 0 0 0,-1-1 0 0 0,0 0 1 0 0,0 0-1 0 0,-1 0 0 0 0,1-1 1 0 0,-1 1-1 0 0,1 0 0 0 0,-1-1 0 0 0,0 0 1 0 0,0 1-1 0 0,-1-1 0 0 0,1 0 1 0 0,-1 0-1 0 0,0 0 0 0 0,0 0 1 0 0,0 0-1 0 0,-1 0 0 0 0,1-1 0 0 0,-1 1 1 0 0,0 0-1 0 0,0 0 0 0 0,-1-6 0 0 0,-2-8-472 0 0,0 1 0 0 0,-1 0-1 0 0,-1-1 1 0 0,-1 2 0 0 0,-8-20-1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8.3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744 1138 2304 0 0,'-417'382'4771'0'0,"356"-316"-4570"0"0,-73 73 136 0 0,38-54 3140 0 0,90-80-3302 0 0,-21 15 2696 0 0,27-20-2851 0 0,1 0-1 0 0,-1 0 1 0 0,0 0-1 0 0,0 0 1 0 0,0 0 0 0 0,0 0-1 0 0,0 0 1 0 0,0-1 0 0 0,0 1-1 0 0,0 0 1 0 0,0 0-1 0 0,0 0 1 0 0,0 0 0 0 0,0 0-1 0 0,0 0 1 0 0,0 0-1 0 0,0 0 1 0 0,0 0 0 0 0,0 0-1 0 0,0 0 1 0 0,0-1 0 0 0,0 1-1 0 0,0 0 1 0 0,0 0-1 0 0,0 0 1 0 0,0 0 0 0 0,0 0-1 0 0,0 0 1 0 0,0 0-1 0 0,0 0 1 0 0,-1 0 0 0 0,1 0-1 0 0,0 0 1 0 0,0 0 0 0 0,0-1-1 0 0,0 1 1 0 0,0 0-1 0 0,0 0 1 0 0,0 0 0 0 0,0 0-1 0 0,0 0 1 0 0,0 0 0 0 0,0 0-1 0 0,0 0 1 0 0,0 0-1 0 0,-1 0 1 0 0,1 0 0 0 0,0 0-1 0 0,0 0 1 0 0,0 0-1 0 0,0 0 1 0 0,0 0 0 0 0,0 0-1 0 0,0 0 1 0 0,0 0 0 0 0,0 0-1 0 0,0 0 1 0 0,-1 0-1 0 0,1 0 1 0 0,0 0 0 0 0,0 0-1 0 0,0 0 1 0 0,0 0 0 0 0,11-18-6 0 0,29-33-153 0 0,2 3 0 0 0,2 1 0 0 0,78-65 0 0 0,32-32 60 0 0,-25 14 2120 0 0,196-153-1 0 0,-154 158 147 0 0,52-44-1525 0 0,-167 118-522 0 0,71-83 0 0 0,-79 79 133 0 0,97-84 0 0 0,-68 79-190 0 0,139-124-696 0 0,-157 131-903 0 0,-16 24-4213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9.8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24 197 1376 0 0,'-7'-75'3024'0'0,"4"41"592"0"0,-10-54 1777 0 0,35 134-2532 0 0,-21-43-2797 0 0,8 24 446 0 0,2-1 0 0 0,1 0 0 0 0,21 35 0 0 0,-28-54-524 0 0,0 0 1 0 0,0-1-1 0 0,0 1 1 0 0,1-1-1 0 0,0-1 0 0 0,0 1 1 0 0,9 5-1 0 0,-11-8-88 0 0,0-1 0 0 0,0 0 0 0 0,1 0 0 0 0,-1 0 0 0 0,0-1-1 0 0,1 0 1 0 0,-1 1 0 0 0,0-1 0 0 0,1-1 0 0 0,0 1 0 0 0,-1-1-1 0 0,1 1 1 0 0,-1-2 0 0 0,6 1 0 0 0,-7-1-111 0 0,0 0 0 0 0,0 0 0 0 0,0 0-1 0 0,0 0 1 0 0,0 0 0 0 0,-1 0 0 0 0,1-1 0 0 0,0 0 0 0 0,-1 1 0 0 0,1-1-1 0 0,-1 0 1 0 0,0 0 0 0 0,0 0 0 0 0,0-1 0 0 0,4-4 0 0 0,1-6-867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9.9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0 6449 0 0,'-4'3'288'0'0,"2"-2"57"0"0,2 2-281 0 0,0-1-64 0 0,0-1 0 0 0,0 2 0 0 0,2-1-545 0 0,-1 2-119 0 0,2 3-24 0 0,-1 2-8 0 0,5 5 552 0 0,-2-1 144 0 0,2 2 0 0 0,1 1 0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0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33 7370 0 0,'-1'-1'138'0'0,"0"1"0"0"0,0-1 0 0 0,1 1 1 0 0,-1-1-1 0 0,1 0 0 0 0,-1 1 0 0 0,1-1 1 0 0,-1 0-1 0 0,1 1 0 0 0,-1-1 1 0 0,1 0-1 0 0,-1 0 0 0 0,1 1 0 0 0,0-1 1 0 0,-1 0-1 0 0,1 0 0 0 0,0 0 1 0 0,0 1-1 0 0,0-1 0 0 0,0 0 0 0 0,0 0 1 0 0,0 0-1 0 0,0 0 0 0 0,0 1 0 0 0,0-1 1 0 0,0 0-1 0 0,0 0 0 0 0,0 0 1 0 0,0 0-1 0 0,1 1 0 0 0,-1-1 0 0 0,0 0 1 0 0,1 0-1 0 0,-1 1 0 0 0,1-2 0 0 0,0 1 4 0 0,0 1-1 0 0,0-1 0 0 0,0 1 0 0 0,0-1 0 0 0,0 1 1 0 0,0 0-1 0 0,-1-1 0 0 0,1 1 0 0 0,0 0 1 0 0,0 0-1 0 0,0 0 0 0 0,0 0 0 0 0,0 0 0 0 0,0 0 1 0 0,0 0-1 0 0,0 0 0 0 0,0 0 0 0 0,0 0 0 0 0,0 0 1 0 0,0 1-1 0 0,0-1 0 0 0,0 0 0 0 0,0 1 1 0 0,-1-1-1 0 0,1 1 0 0 0,0-1 0 0 0,0 1 0 0 0,0-1 1 0 0,-1 1-1 0 0,1 0 0 0 0,1 0 0 0 0,7 8 94 0 0,0 0-1 0 0,-1 0 1 0 0,0 0-1 0 0,-1 1 1 0 0,0 0-1 0 0,7 13 0 0 0,31 71-3473 0 0,-32-65 859 0 0,-5-10-2458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0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8 220 4145 0 0,'0'0'42'0'0,"-1"0"0"0"0,1 0 1 0 0,0 0-1 0 0,-1 0 0 0 0,1 0 1 0 0,0-1-1 0 0,-1 1 0 0 0,1 0 1 0 0,0 0-1 0 0,-1 0 0 0 0,1 0 1 0 0,0 0-1 0 0,0-1 0 0 0,-1 1 0 0 0,1 0 1 0 0,0 0-1 0 0,0-1 0 0 0,-1 1 1 0 0,1 0-1 0 0,0 0 0 0 0,0-1 1 0 0,0 1-1 0 0,0 0 0 0 0,-1 0 1 0 0,1-1-1 0 0,0 1 0 0 0,0 0 0 0 0,0-1 1 0 0,0 1-1 0 0,0 0 0 0 0,0-1 1 0 0,0 1-1 0 0,0 0 0 0 0,0-1 1 0 0,0 1-1 0 0,0 0 0 0 0,0-1 1 0 0,0 1-1 0 0,0-1 0 0 0,10-15 1367 0 0,26-17 380 0 0,-28 26-1553 0 0,15-13-217 0 0,2 1-1 0 0,33-21 0 0 0,-41 30-1326 0 0,0 0 1 0 0,1 2 0 0 0,0 0-1 0 0,33-9 1 0 0,-50 16 1248 0 0,1 1 0 0 0,-1-1-1 0 0,0 1 1 0 0,1 0 0 0 0,-1-1 0 0 0,1 1 0 0 0,-1 0 0 0 0,0 0 0 0 0,1 0 0 0 0,-1 0 0 0 0,1 0 0 0 0,-1 0 0 0 0,1 0 0 0 0,-1 0 0 0 0,0 1 0 0 0,1-1 0 0 0,-1 0 0 0 0,1 1 0 0 0,-1-1 0 0 0,0 1 0 0 0,3 1 0 0 0,-4-1 206 0 0,1 1 1 0 0,-1-1-1 0 0,1 1 1 0 0,-1-1-1 0 0,0 1 1 0 0,0-1-1 0 0,0 0 0 0 0,0 1 1 0 0,0-1-1 0 0,0 1 1 0 0,0-1-1 0 0,0 1 1 0 0,0-1-1 0 0,-1 1 1 0 0,1-1-1 0 0,-1 1 1 0 0,1-1-1 0 0,-1 0 0 0 0,1 1 1 0 0,-2 1-1 0 0,-2 6 605 0 0,0 0-1 0 0,1 1 1 0 0,1-1 0 0 0,0 1-1 0 0,0 0 1 0 0,0 0-1 0 0,1 0 1 0 0,1 12-1 0 0,0-20-714 0 0,0 1 0 0 0,1-1 0 0 0,-1 1 0 0 0,1-1 0 0 0,0 1 0 0 0,0-1 0 0 0,0 1 0 0 0,0-1 1 0 0,0 1-1 0 0,0-1 0 0 0,0 0 0 0 0,1 0 0 0 0,-1 0 0 0 0,1 0 0 0 0,0 0 0 0 0,0 0 0 0 0,0 0 0 0 0,-1 0 0 0 0,2-1 0 0 0,-1 1 0 0 0,0-1 0 0 0,0 0 0 0 0,0 1 0 0 0,1-1 0 0 0,-1 0 0 0 0,0 0 0 0 0,1 0 0 0 0,-1-1 0 0 0,1 1 0 0 0,0-1 0 0 0,-1 1 0 0 0,1-1 0 0 0,-1 0 0 0 0,1 0 0 0 0,-1 0 0 0 0,5-1 0 0 0,-2 1 26 0 0,-1 0 1 0 0,1 0-1 0 0,0-1 0 0 0,-1 0 1 0 0,0 0-1 0 0,1 0 0 0 0,-1 0 1 0 0,0-1-1 0 0,1 1 0 0 0,-1-1 1 0 0,0 0-1 0 0,0-1 0 0 0,0 1 1 0 0,-1-1-1 0 0,1 0 0 0 0,-1 0 1 0 0,1 0-1 0 0,-1 0 0 0 0,0 0 1 0 0,0-1-1 0 0,0 1 0 0 0,-1-1 1 0 0,1 0-1 0 0,-1 0 0 0 0,0 0 1 0 0,0 0-1 0 0,0 0 0 0 0,-1-1 1 0 0,1 1-1 0 0,-1 0 0 0 0,0-1 1 0 0,-1 1-1 0 0,1-1 0 0 0,-1 1 1 0 0,1-1-1 0 0,-1 1 0 0 0,-1-1 1 0 0,1 1-1 0 0,-1-1 0 0 0,1 1 1 0 0,-1-1-1 0 0,-2-5 0 0 0,0 5-20 0 0,1-1-1 0 0,-1 1 1 0 0,0-1-1 0 0,0 1 0 0 0,0 0 1 0 0,-1 0-1 0 0,0 1 1 0 0,0-1-1 0 0,-4-3 1 0 0,5 6-277 0 0,1 0 0 0 0,0 0 1 0 0,-1 1-1 0 0,0-1 0 0 0,1 1 0 0 0,-1 0 1 0 0,0 0-1 0 0,0 0 0 0 0,0 0 1 0 0,1 0-1 0 0,-1 0 0 0 0,-6 0 0 0 0,-3 1-4521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1.0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10594 0 0,'12'44'5427'0'0,"-10"-31"-4290"0"0,8 29-353 0 0,2 1-1 0 0,25 58 1 0 0,-19-63-3542 0 0,24 40-1 0 0,-33-62-2479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1.1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1 258 7370 0 0,'0'-9'311'0'0,"0"0"0"0"0,1 1 0 0 0,0-1 0 0 0,1 0 0 0 0,0 1 1 0 0,0 0-1 0 0,0-1 0 0 0,1 1 0 0 0,1 0 0 0 0,-1 0 0 0 0,1 0 1 0 0,1 1-1 0 0,6-10 0 0 0,-1 3-38 0 0,1 0 0 0 0,0 1 1 0 0,1 0-1 0 0,0 0 0 0 0,25-17 1 0 0,14 0-1180 0 0,-37 25 889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1.9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66 110 3225 0 0,'-15'-38'829'0'0,"10"26"-299"0"0,0 0 0 0 0,-35-36 11269 0 0,62 90-11263 0 0,59 70 652 0 0,-73-102-1367 0 0,0-1 1 0 0,1 0 0 0 0,0 0 0 0 0,1-1 0 0 0,-1 0 0 0 0,2-1-1 0 0,-1 0 1 0 0,23 10 0 0 0,-18-12-4023 0 0,0-3-1325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2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38 6913 0 0,'-2'-1'223'0'0,"1"-1"0"0"0,0 1 0 0 0,-1 0 0 0 0,1-1 0 0 0,0 1 0 0 0,0-1 0 0 0,0 1 0 0 0,0-1 0 0 0,0 0 0 0 0,0 1-1 0 0,1-1 1 0 0,-2-2 0 0 0,2 4-172 0 0,0-1-1 0 0,0 1 1 0 0,-1 0-1 0 0,1-1 1 0 0,0 1-1 0 0,0 0 1 0 0,-1-1 0 0 0,1 1-1 0 0,0 0 1 0 0,0-1-1 0 0,0 1 1 0 0,0 0-1 0 0,0-1 1 0 0,0 1-1 0 0,0-1 1 0 0,0 1-1 0 0,0 0 1 0 0,0-1-1 0 0,0 1 1 0 0,0-1 0 0 0,0 1-1 0 0,0 0 1 0 0,0-1-1 0 0,0 1 1 0 0,0 0-1 0 0,0-1 1 0 0,0 1-1 0 0,1-1 1 0 0,-1 1-1 0 0,0 0 1 0 0,0-1-1 0 0,0 1 1 0 0,1 0 0 0 0,-1 0-1 0 0,0-1 1 0 0,0 1-1 0 0,1 0 1 0 0,-1-1-1 0 0,0 1 1 0 0,1 0-1 0 0,-1 0 1 0 0,0 0-1 0 0,1-1 1 0 0,-1 1-1 0 0,0 0 1 0 0,1 0 0 0 0,-1 0-1 0 0,0 0 1 0 0,1 0-1 0 0,-1 0 1 0 0,1 0-1 0 0,-1-1 1 0 0,0 1-1 0 0,1 0 1 0 0,0 1-1 0 0,23 12-5387 0 0,-16-5 3586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2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1 8754 0 0,'-10'5'6014'0'0,"9"-3"-5753"0"0,7 7 2210 0 0,29 15-2549 0 0,-16-13 1129 0 0,57 53-391 0 0,-20-16-5000 0 0,-43-37-1171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2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22 277 4145 0 0,'-1'0'105'0'0,"0"0"0"0"0,0-1 0 0 0,0 1 0 0 0,-1-1 0 0 0,1 0 0 0 0,0 1-1 0 0,0-1 1 0 0,0 0 0 0 0,0 0 0 0 0,0 1 0 0 0,0-1 0 0 0,0 0 0 0 0,1 0 0 0 0,-1 0 0 0 0,0 0 0 0 0,0 0 0 0 0,1 0 0 0 0,-1 0 0 0 0,1-1 0 0 0,-1 1 0 0 0,1 0 0 0 0,-1 0 0 0 0,1 0 0 0 0,0-1-1 0 0,-1 1 1 0 0,1-2 0 0 0,0-1 60 0 0,1 1-1 0 0,-1 0 0 0 0,1 0 0 0 0,0 0 1 0 0,0 0-1 0 0,0 0 0 0 0,0 0 0 0 0,0 0 1 0 0,1 0-1 0 0,2-4 0 0 0,6-8 244 0 0,1 2 1 0 0,0-1-1 0 0,14-11 0 0 0,-23 22-361 0 0,43-39-338 0 0,65-49-1 0 0,-97 81 292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3.0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26 4145 0 0,'-15'-1'6689'0'0,"15"1"-6474"0"0,-1 16 3141 0 0,14 17-1839 0 0,-10-28-1442 0 0,1 0 0 0 0,-1-1-1 0 0,1 0 1 0 0,0 0 0 0 0,0 0-1 0 0,1 0 1 0 0,-1-1 0 0 0,1 0 0 0 0,0 0-1 0 0,-1 0 1 0 0,1 0 0 0 0,1-1 0 0 0,-1 1-1 0 0,0-1 1 0 0,0-1 0 0 0,1 1-1 0 0,-1-1 1 0 0,1 0 0 0 0,0 0 0 0 0,-1-1-1 0 0,1 1 1 0 0,0-1 0 0 0,-1-1 0 0 0,1 1-1 0 0,0-1 1 0 0,-1 0 0 0 0,1 0-1 0 0,-1 0 1 0 0,7-3 0 0 0,-11 3-105 0 0,0 1 1 0 0,0 0-1 0 0,0-1 0 0 0,0 1 1 0 0,-1-1-1 0 0,1 1 1 0 0,0-1-1 0 0,0 1 0 0 0,-1-1 1 0 0,1 1-1 0 0,0-1 0 0 0,-1 0 1 0 0,1 1-1 0 0,0-1 1 0 0,-1 0-1 0 0,1 1 0 0 0,-1-1 1 0 0,0 0-1 0 0,1 0 0 0 0,-1 0 1 0 0,1 1-1 0 0,-1-1 1 0 0,0 0-1 0 0,0 0 0 0 0,1 0 1 0 0,-1 0-1 0 0,0 0 0 0 0,0 0 1 0 0,0-1-1 0 0,-1-1 18 0 0,0 1 1 0 0,1 0-1 0 0,-1 0 0 0 0,0 0 0 0 0,0 0 0 0 0,0 0 1 0 0,-1 0-1 0 0,1 0 0 0 0,0 0 0 0 0,-1 0 1 0 0,-2-2-1 0 0,-4-4-20 0 0,0 1 1 0 0,0 0-1 0 0,-1 1 0 0 0,-10-6 1 0 0,-37-17-1358 0 0,43 24 605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3.2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9674 0 0,'1'5'618'0'0,"1"1"-1"0"0,-1-1 1 0 0,1 0-1 0 0,0 1 1 0 0,0-1-1 0 0,1 0 1 0 0,-1 0-1 0 0,1 0 1 0 0,4 4-1 0 0,7 15 610 0 0,2 11-335 0 0,35 69 852 0 0,-41-89-3759 0 0,0 0 0 0 0,16 18 0 0 0,-12-17-3866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3.4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1 266 6913 0 0,'1'-2'609'0'0,"2"0"-481"0"0,-1-2-128 0 0,2 0 0 0 0,0 1 464 0 0,2-4 72 0 0,5-1 8 0 0,6-8 8 0 0,6-7 48 0 0,5-4 8 0 0,4-2 0 0 0,1 0 1 0 0,0 0-1522 0 0,-3 1-303 0 0,-3 0-56 0 0,-7 1-8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23.6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51 1840 0 0,'-30'-29'1966'0'0,"29"28"-1534"0"0,0 0 0 0 0,0-1-1 0 0,0 1 1 0 0,0 0 0 0 0,0-1-1 0 0,0 0 1 0 0,0 1 0 0 0,0-1-1 0 0,1 1 1 0 0,-1-1 0 0 0,1 0-1 0 0,-1-2 1 0 0,24 19 4883 0 0,-20-13-5309 0 0,29 32 1016 0 0,-2 1 0 0 0,-1 1 0 0 0,25 44 0 0 0,17 21-445 0 0,-18-40-206 0 0,2-2 0 0 0,100 81 0 0 0,-43-41-84 0 0,119 128 640 0 0,-214-208-767 0 0,-1 0-1 0 0,-1 1 0 0 0,17 28 0 0 0,-11-14-434 0 0,-21-34 270 0 0,0 0 0 0 0,0 0 1 0 0,0 0-1 0 0,0 0 0 0 0,0 0 1 0 0,-1 0-1 0 0,1 0 0 0 0,0 0 0 0 0,0 0 1 0 0,0 0-1 0 0,0 0 0 0 0,0 0 1 0 0,0 0-1 0 0,0 0 0 0 0,0 0 1 0 0,-1 0-1 0 0,1 0 0 0 0,0 0 1 0 0,0 0-1 0 0,0 0 0 0 0,0 1 1 0 0,0-1-1 0 0,0 0 0 0 0,0 0 0 0 0,0 0 1 0 0,0 0-1 0 0,0 0 0 0 0,0 0 1 0 0,0 0-1 0 0,0 0 0 0 0,-1 0 1 0 0,1 1-1 0 0,0-1 0 0 0,0 0 1 0 0,0 0-1 0 0,0 0 0 0 0,0 0 0 0 0,0 0 1 0 0,0 0-1 0 0,0 0 0 0 0,0 1 1 0 0,0-1-1 0 0,0 0 0 0 0,0 0 1 0 0,0 0-1 0 0,1 0 0 0 0,-1 0 1 0 0,0 0-1 0 0,0 0 0 0 0,0 1 0 0 0,0-1 1 0 0,0 0-1 0 0,0 0 0 0 0,0 0 1 0 0,0 0-1 0 0,0 0 0 0 0,0 0 1 0 0,0 0-1 0 0,0 0 0 0 0,0 0 1 0 0,1 0-1 0 0,-1 0 0 0 0,0 1 0 0 0,0-1 1 0 0,0 0-1 0 0,0 0 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29.9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69 3225 0 0,'-30'-15'23'0'0,"11"4"1104"0"0,-1 1 0 0 0,0 1-1 0 0,0 1 1 0 0,-30-7 0 0 0,51 15-1059 0 0,-1 0-1 0 0,0 0 1 0 0,0 1 0 0 0,1-1-1 0 0,-1 0 1 0 0,0 1 0 0 0,0-1 0 0 0,0 0-1 0 0,0 1 1 0 0,1-1 0 0 0,-1 0-1 0 0,0 1 1 0 0,0-1 0 0 0,0 0-1 0 0,0 1 1 0 0,0-1 0 0 0,0 1 0 0 0,0-1-1 0 0,0 0 1 0 0,0 1 0 0 0,0-1-1 0 0,0 0 1 0 0,0 1 0 0 0,0-1 0 0 0,0 1-1 0 0,0-1 1 0 0,-1 0 0 0 0,1 1-1 0 0,0-1 1 0 0,0 0 0 0 0,0 1-1 0 0,-1-1 1 0 0,1 0 0 0 0,0 1 0 0 0,0-1-1 0 0,-1 0 1 0 0,1 0 0 0 0,0 1-1 0 0,0-1 1 0 0,-1 0 0 0 0,1 0 0 0 0,0 0-1 0 0,-1 1 1 0 0,1-1 0 0 0,0 0-1 0 0,-1 0 1 0 0,1 0 0 0 0,0 0-1 0 0,-1 0 1 0 0,1 0 0 0 0,-1 1 0 0 0,1-1-1 0 0,0 0 1 0 0,-1 0 0 0 0,1 0-1 0 0,0 0 1 0 0,-1 0 0 0 0,1-1 0 0 0,-1 1-1 0 0,1 0 1 0 0,0 0 0 0 0,-1 0-1 0 0,1 0 1 0 0,0 0 0 0 0,-1 0-1 0 0,1-1 1 0 0,0 1 0 0 0,-1 0 0 0 0,23 30 711 0 0,-15-22-605 0 0,6 11 132 0 0,150 205 2483 0 0,-125-177-2420 0 0,3-1-1 0 0,70 60 0 0 0,44 38 70 0 0,-103-94-310 0 0,167 154 294 0 0,-97-97 169 0 0,-123-104-1656 0 0,-7-4-521 0 0,-9-3-1175 0 0,5-1 1202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0.3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119 663 3225 0 0,'-13'-1'296'0'0,"0"0"1"0"0,1 1 0 0 0,-1 0 0 0 0,0 1-1 0 0,0 1 1 0 0,-22 5 0 0 0,29-6 629 0 0,19 4 3719 0 0,20 13-3460 0 0,-24-12-536 0 0,20 13 765 0 0,54 45 1 0 0,-64-48-1173 0 0,1 0 0 0 0,1 0 0 0 0,0-2 0 0 0,0-1 0 0 0,37 17 0 0 0,-51-28-207 0 0,0 1 0 0 0,0-1 0 0 0,0 0 0 0 0,0-1 0 0 0,0 0 0 0 0,0 0 0 0 0,1 0 0 0 0,-1-1 0 0 0,0 0 0 0 0,0-1 0 0 0,0 0 0 0 0,1 0 0 0 0,-1 0 0 0 0,0-1 0 0 0,0 0 0 0 0,0 0 0 0 0,0-1 0 0 0,6-3 0 0 0,-4 0 138 0 0,0 0 0 0 0,0 0 0 0 0,-1-1 0 0 0,0 0 0 0 0,-1 0 0 0 0,1 0 0 0 0,-1-1 0 0 0,-1-1 0 0 0,0 1 0 0 0,0-1 0 0 0,9-17 1 0 0,-4 2 25 0 0,-2 0 1 0 0,0-1 0 0 0,-1 0 0 0 0,-2 0 0 0 0,0-1-1 0 0,2-28 1 0 0,2-160 1322 0 0,-9 174-1463 0 0,-1-17-195 0 0,-2 0 0 0 0,-2 0 0 0 0,-19-85 0 0 0,21 136-460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1.2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87 4145 0 0,'-19'-44'1013'0'0,"2"2"4251"0"0,18 73-1205 0 0,-1-8-3602 0 0,14 594 2025 0 0,-13-553-2856 0 0,0 11-3069 0 0,-17 148 1 0 0,13-207-950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1.3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0 6177 0 0,'0'0'0'0'0,"0"1"0"0"0,-1-1 0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1.5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23 120 1376 0 0,'0'-1'22'0'0,"-20"-52"1118"0"0,18 17 6700 0 0,12 43-6715 0 0,7 8-213 0 0,4 9 198 0 0,-1 1 0 0 0,19 29 0 0 0,-18-22-460 0 0,34 37 0 0 0,-47-61-609 0 0,-1 0-1 0 0,1-1 1 0 0,0 0 0 0 0,1-1-1 0 0,0 1 1 0 0,0-2 0 0 0,0 1-1 0 0,1-1 1 0 0,12 4 0 0 0,-19-7-26 0 0,0-1 0 0 0,1 0 1 0 0,-1 0-1 0 0,1 0 0 0 0,-1-1 1 0 0,1 1-1 0 0,-1-1 0 0 0,1 0 1 0 0,-1 0-1 0 0,1 0 0 0 0,-1-1 0 0 0,1 1 1 0 0,-1-1-1 0 0,1 1 0 0 0,-1-1 1 0 0,0 0-1 0 0,1-1 0 0 0,3-1 1 0 0,-3 0 30 0 0,0 1 0 0 0,-1-1 0 0 0,1 0 0 0 0,-1-1 0 0 0,0 1 0 0 0,0 0 0 0 0,0-1 0 0 0,0 0 0 0 0,-1 1 0 0 0,1-1 0 0 0,-1 0 0 0 0,2-6 0 0 0,3-10 127 0 0,-1 0 0 0 0,-1-1-1 0 0,-1 1 1 0 0,3-38-1 0 0,-7 57-172 0 0,4-26-1367 0 0,13-52 0 0 0,-10 54-4637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2.2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34 3225 0 0,'-27'5'-56'0'0,"24"-4"455"0"0,-1 0-1 0 0,1 0 1 0 0,-1-1 0 0 0,1 1 0 0 0,-1-1-1 0 0,0 0 1 0 0,-9-2 1164 0 0,13 2-1513 0 0,0 0 1 0 0,0 0-1 0 0,0 0 1 0 0,0 0 0 0 0,0 0-1 0 0,0 0 1 0 0,0-1-1 0 0,0 1 1 0 0,0 0 0 0 0,0 0-1 0 0,0 0 1 0 0,0 0-1 0 0,0 0 1 0 0,0 0 0 0 0,0-1-1 0 0,0 1 1 0 0,0 0-1 0 0,0 0 1 0 0,0 0 0 0 0,0 0-1 0 0,0 0 1 0 0,0 0-1 0 0,0-1 1 0 0,0 1 0 0 0,0 0-1 0 0,7-9 1116 0 0,10-4 424 0 0,-2 9-992 0 0,0 0 0 0 0,-1 1 0 0 0,1 1 0 0 0,1 0 0 0 0,-1 1 0 0 0,21 1 0 0 0,92 12 624 0 0,-113-10-1062 0 0,152 27 438 0 0,-1 1-588 0 0,-134-26-447 0 0,1-2 1 0 0,0-1 0 0 0,34-3 0 0 0,-53 0-1231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2.6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18 1376 0 0,'-11'1'247'0'0,"0"0"0"0"0,0-1 0 0 0,0 0 1 0 0,0-1-1 0 0,-12-2 0 0 0,15 1 756 0 0,0 1 0 0 0,1-2 0 0 0,-1 1 0 0 0,-10-5 0 0 0,59 31 5993 0 0,26 26-3950 0 0,33 21-2411 0 0,-80-59-623 0 0,-9-6 29 0 0,0 1 0 0 0,0 0 0 0 0,-1 0 1 0 0,0 1-1 0 0,11 11 0 0 0,-19-17 12 0 0,0 1 1 0 0,1 0-1 0 0,-2 0 1 0 0,1 0-1 0 0,0 0 1 0 0,0 0-1 0 0,-1 0 1 0 0,0 0-1 0 0,1 1 1 0 0,-1-1-1 0 0,-1 1 1 0 0,1-1-1 0 0,0 0 1 0 0,-1 1-1 0 0,0-1 1 0 0,1 1-1 0 0,-1-1 1 0 0,-1 1-1 0 0,1 0 1 0 0,-1-1-1 0 0,1 0 1 0 0,-1 1-1 0 0,-2 4 1 0 0,-5 14 221 0 0,-1 0 1 0 0,-1-1 0 0 0,-1 0 0 0 0,-1-1 0 0 0,-20 28-1 0 0,-82 86-1228 0 0,99-119 522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1.3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96 3225 0 0,'-1'-9'627'0'0,"0"0"0"0"0,0 0 0 0 0,-1 0 1 0 0,0 0-1 0 0,-1 0 0 0 0,0 0 0 0 0,0 1 1 0 0,-9-17-1 0 0,9 61 2402 0 0,20 218-1095 0 0,-2-89-1212 0 0,41 476 94 0 0,-56-636-820 0 0,4 58-646 0 0,-4-57 552 0 0,0-1 0 0 0,0 1-1 0 0,-1-1 1 0 0,0 0 0 0 0,0 1 0 0 0,0-1 0 0 0,-1 0-1 0 0,0 0 1 0 0,-3 8 0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1.7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36 132 2304 0 0,'-20'-46'375'0'0,"4"9"5497"0"0,29 63-2500 0 0,48 99-1356 0 0,-59-120-2008 0 0,14 32 242 0 0,1-2 0 0 0,43 67 1 0 0,-54-93-215 0 0,0-1-1 0 0,1 1 1 0 0,1-1 0 0 0,-1-1 0 0 0,1 1 0 0 0,0-1 0 0 0,1-1 0 0 0,0 0-1 0 0,0 0 1 0 0,0 0 0 0 0,0-1 0 0 0,1-1 0 0 0,0 0 0 0 0,0 0 0 0 0,1 0-1 0 0,11 1 1 0 0,-17-5 11 0 0,1 0-1 0 0,0 0 0 0 0,0 0 1 0 0,-1-1-1 0 0,1 0 0 0 0,0 0 1 0 0,-1 0-1 0 0,1-1 1 0 0,-1 0-1 0 0,0 0 0 0 0,1 0 1 0 0,-1-1-1 0 0,0 0 0 0 0,0 0 1 0 0,-1 0-1 0 0,1 0 1 0 0,-1-1-1 0 0,1 0 0 0 0,-1 0 1 0 0,4-5-1 0 0,10-11 350 0 0,-1-1 1 0 0,27-42-1 0 0,-41 57-374 0 0,65-113 835 0 0,7-12-1016 0 0,-61 111-873 0 0,0 0 0 0 0,18-17 0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2.8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123 65 3225 0 0,'1'-49'855'0'0,"-1"33"4796"0"0,-21 268-1327 0 0,-34 124-3368 0 0,35-247-332 0 0,6 0 0 0 0,3 207 1 0 0,11-329-1585 0 0,-2-19-3163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3.3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35 4145 0 0,'-13'-31'4224'0'0,"12"31"-4189"0"0,1 0 1 0 0,0 0-1 0 0,0 0 1 0 0,0 0-1 0 0,0 0 1 0 0,0 0-1 0 0,0-1 1 0 0,0 1-1 0 0,0 0 1 0 0,0 0-1 0 0,0 0 1 0 0,0 0-1 0 0,0 0 1 0 0,0 0-1 0 0,0 0 1 0 0,0 0-1 0 0,0-1 0 0 0,0 1 1 0 0,0 0-1 0 0,0 0 1 0 0,0 0-1 0 0,1-1 462 0 0,-1 1-462 0 0,0 0 1 0 0,0 0-1 0 0,0 0 1 0 0,0 0-1 0 0,1 0 1 0 0,-1 0-1 0 0,0 0 1 0 0,0 0-1 0 0,0-1 1 0 0,0 1-1 0 0,0 0 1 0 0,0 0-1 0 0,0 0 0 0 0,0 0 1 0 0,1 0-1 0 0,-1 0 1 0 0,0 0-1 0 0,0 0 1 0 0,0 1-1 0 0,0-1 1 0 0,0 0-1 0 0,0 0 1 0 0,0 0-1 0 0,0 0 1 0 0,0 0-1 0 0,1 0 1 0 0,11 15 1163 0 0,5 10-252 0 0,20 46 1 0 0,9 16-390 0 0,-40-77-490 0 0,1-1 1 0 0,0 0-1 0 0,0 0 1 0 0,1-1-1 0 0,0 0 1 0 0,13 10-1 0 0,-19-16-24 0 0,1 0 1 0 0,0-1-1 0 0,-1 1 0 0 0,1-1 1 0 0,0 1-1 0 0,0-1 0 0 0,-1 0 1 0 0,1 0-1 0 0,0 0 0 0 0,0-1 1 0 0,0 1-1 0 0,0-1 0 0 0,0 1 0 0 0,0-1 1 0 0,1 0-1 0 0,-1 0 0 0 0,0 0 1 0 0,0-1-1 0 0,0 1 0 0 0,0-1 1 0 0,0 0-1 0 0,0 0 0 0 0,-1 0 1 0 0,1 0-1 0 0,0 0 0 0 0,0 0 1 0 0,0-1-1 0 0,-1 0 0 0 0,1 1 0 0 0,-1-1 1 0 0,4-3-1 0 0,6-7 171 0 0,0 0 0 0 0,-1-1 0 0 0,0 0 0 0 0,14-24 0 0 0,-4 7-103 0 0,15-16-540 0 0,-16 19-185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3.8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0 168 4145 0 0,'11'-9'531'0'0,"0"1"1"0"0,0 0 0 0 0,0 0-1 0 0,1 1 1 0 0,1 0-1 0 0,-1 2 1 0 0,1-1 0 0 0,0 1-1 0 0,0 1 1 0 0,24-5-1 0 0,3 2 406 0 0,-1 2-1 0 0,58-1 0 0 0,297-4 3211 0 0,-284 7-3946 0 0,109-5 378 0 0,-170 3-471 0 0,0-2 0 0 0,70-19 0 0 0,-104 21-464 0 0,-11 4 139 0 0,-1-1 1 0 0,1 1-1 0 0,0-1 1 0 0,0 1 0 0 0,0 1-1 0 0,0-1 1 0 0,0 0-1 0 0,0 1 1 0 0,6 0-1 0 0,-8 1-615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4.4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118 49 1824 0 0,'-49'-24'1001'0'0,"18"7"711"0"0,-7 10 10299 0 0,38 7-11874 0 0,6 16 1675 0 0,12 16-1713 0 0,14 16-37 0 0,-1-3 77 0 0,41 49 0 0 0,-59-80-118 0 0,0 0-1 0 0,1-1 1 0 0,0-1-1 0 0,1-1 1 0 0,0 0-1 0 0,1 0 1 0 0,21 9-1 0 0,31 17-20 0 0,-68-36 3 0 0,0 0 0 0 0,1-1 0 0 0,-1 1 0 0 0,0 0 0 0 0,0 0 0 0 0,0 0-1 0 0,0 0 1 0 0,1-1 0 0 0,-1 1 0 0 0,0 0 0 0 0,-1 0 0 0 0,1 0 0 0 0,0 0 0 0 0,0 0 0 0 0,0 0 0 0 0,0-1-1 0 0,-1 1 1 0 0,1 0 0 0 0,0 0 0 0 0,-1 0 0 0 0,1-1 0 0 0,-1 1 0 0 0,1 0 0 0 0,-1 0 0 0 0,1-1 0 0 0,-1 1 0 0 0,0 0-1 0 0,-16 22 144 0 0,1-7 225 0 0,-2 0 1 0 0,0 0-1 0 0,-32 20 0 0 0,-27 21 46 0 0,70-50-714 0 0,-1 1-1 0 0,1 0 0 0 0,0 0 1 0 0,0 0-1 0 0,1 1 0 0 0,-9 16 0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5.1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14 2761 0 0,'-8'-2'1415'0'0,"-21"-7"1556"0"0,28 8-2708 0 0,0 1 1 0 0,0-1-1 0 0,0 1 1 0 0,0 0-1 0 0,0 0 1 0 0,0 0-1 0 0,0 0 1 0 0,-1 0-1 0 0,1 0 1 0 0,0 0-1 0 0,0 0 1 0 0,0 0-1 0 0,0 0 1 0 0,0 1-1 0 0,0-1 1 0 0,0 0-1 0 0,-1 1 1 0 0,0 0-1 0 0,2-1-122 0 0,0 0 0 0 0,0 1-1 0 0,0-1 1 0 0,0 1 0 0 0,-1-1 0 0 0,1 0-1 0 0,0 1 1 0 0,0-1 0 0 0,0 1-1 0 0,0-1 1 0 0,0 0 0 0 0,0 1 0 0 0,0-1-1 0 0,0 1 1 0 0,0-1 0 0 0,0 0-1 0 0,0 1 1 0 0,1-1 0 0 0,-1 1-1 0 0,0-1 1 0 0,0 0 0 0 0,0 1 0 0 0,0-1-1 0 0,1 0 1 0 0,-1 1 0 0 0,13 16 949 0 0,-12-15-1094 0 0,93 126 1389 0 0,182 190 0 0 0,-270-311-1378 0 0,5 4 143 0 0,0 0 0 0 0,-1 1 0 0 0,0 0 0 0 0,-1 1 0 0 0,9 17-1 0 0,-16-27-117 0 0,0 1 0 0 0,-1-1-1 0 0,0 1 1 0 0,1-1 0 0 0,-2 1-1 0 0,1 0 1 0 0,0 0 0 0 0,-1-1-1 0 0,1 1 1 0 0,-1 0 0 0 0,0 0-1 0 0,0 0 1 0 0,-1-1-1 0 0,1 1 1 0 0,-1 0 0 0 0,0 0-1 0 0,0-1 1 0 0,0 1 0 0 0,0 0-1 0 0,-1-1 1 0 0,0 0 0 0 0,1 1-1 0 0,-1-1 1 0 0,0 0 0 0 0,-1 0-1 0 0,1 0 1 0 0,-3 3 0 0 0,-34 34 614 0 0,-72 58 0 0 0,-7 5-298 0 0,102-86-248 0 0,-10 8-130 0 0,0 2-1 0 0,-34 47 0 0 0,60-73-31 0 0,0-1 1 0 0,0 0-1 0 0,-1 1 0 0 0,1-1 1 0 0,0 0-1 0 0,0 0 0 0 0,0 1 1 0 0,0-1-1 0 0,0 0 1 0 0,-1 1-1 0 0,1-1 0 0 0,0 0 1 0 0,0 1-1 0 0,0-1 0 0 0,0 0 1 0 0,0 1-1 0 0,0-1 1 0 0,0 0-1 0 0,0 1 0 0 0,0-1 1 0 0,0 0-1 0 0,0 1 0 0 0,1-1 1 0 0,-1 0-1 0 0,0 1 0 0 0,0-1 1 0 0,0 0-1 0 0,0 1 1 0 0,0-1-1 0 0,1 0 0 0 0,-1 1 1 0 0,0-1-1 0 0,0 0 0 0 0,0 0 1 0 0,1 1-1 0 0,-1-1 0 0 0,0 0 1 0 0,0 0-1 0 0,1 0 1 0 0,-1 1-1 0 0,0-1 0 0 0,1 0 1 0 0,-1 0-1 0 0,0 0 0 0 0,1 0 1 0 0,-1 0-1 0 0,0 0 0 0 0,1 1 1 0 0,-1-1-1 0 0,1 0 1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5.7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140 500 2304 0 0,'-54'-96'4611'0'0,"-23"-37"2733"0"0,68 120-4674 0 0,15 24-876 0 0,12 18-934 0 0,-2-7-794 0 0,0-2 1 0 0,1 0-1 0 0,1-1 1 0 0,1 0-1 0 0,0-2 1 0 0,2 0-1 0 0,28 17 1 0 0,-33-24-37 0 0,0-1-1 0 0,1 0 1 0 0,0-1 0 0 0,1-1 0 0 0,-1-1 0 0 0,1-1 0 0 0,1 0 0 0 0,-1-1-1 0 0,1-1 1 0 0,33 1 0 0 0,-44-4 40 0 0,0 0-1 0 0,1-1 1 0 0,-1 0 0 0 0,0-1 0 0 0,0 0-1 0 0,1 0 1 0 0,-1-1 0 0 0,-1 0-1 0 0,1 0 1 0 0,0-1 0 0 0,-1 1 0 0 0,13-10-1 0 0,-10 5 73 0 0,-1-1 0 0 0,0 1-1 0 0,0-2 1 0 0,-1 1 0 0 0,0-1-1 0 0,0 0 1 0 0,10-19 0 0 0,-2-5 119 0 0,-1-1 0 0 0,-2 0 0 0 0,-1-1 1 0 0,11-60-1 0 0,-20 77-318 0 0,2 0-1 0 0,0 0 1 0 0,1 1 0 0 0,1-1-1 0 0,0 2 1 0 0,20-34 0 0 0,-22 44-358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6.6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59 8290 0 0,'-1'0'4'0'0,"-36"-31"2347"0"0,35 28-1748 0 0,0 1 0 0 0,1 0-1 0 0,-1 0 1 0 0,1-1 0 0 0,-1 1 0 0 0,1-1 0 0 0,0 1-1 0 0,-1-1 1 0 0,1-2 0 0 0,30 36 2790 0 0,17 34-3243 0 0,46 89 0 0 0,-63-100-324 0 0,2-2 0 0 0,3-1 0 0 0,62 73 0 0 0,-68-96-525 0 0,24 27-599 0 0,-26-13-4986 0 0,-21-29 1368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6.9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35 296 3225 0 0,'-7'-17'869'0'0,"1"1"0"0"0,1-1-1 0 0,0 1 1 0 0,2-2 0 0 0,-1 1 0 0 0,2 0 0 0 0,1 0 0 0 0,0-1 0 0 0,1 1 0 0 0,4-31 0 0 0,-3 43-578 0 0,0 0 1 0 0,0 0 0 0 0,1 0-1 0 0,0 0 1 0 0,0 0 0 0 0,0 0-1 0 0,0 1 1 0 0,1-1 0 0 0,0 1-1 0 0,0-1 1 0 0,0 1 0 0 0,7-6-1 0 0,-9 8-236 0 0,1 1 0 0 0,-1 0 0 0 0,1 0-1 0 0,-1 0 1 0 0,1 1 0 0 0,-1-1 0 0 0,1 0 0 0 0,0 1-1 0 0,-1-1 1 0 0,1 0 0 0 0,0 1 0 0 0,-1 0 0 0 0,1-1-1 0 0,0 1 1 0 0,-1 0 0 0 0,1 0 0 0 0,0 0 0 0 0,0 0 0 0 0,-1 0-1 0 0,1 1 1 0 0,0-1 0 0 0,0 0 0 0 0,-1 1 0 0 0,1 0-1 0 0,-1-1 1 0 0,1 1 0 0 0,0 0 0 0 0,-1-1 0 0 0,1 1-1 0 0,-1 0 1 0 0,1 0 0 0 0,-1 0 0 0 0,0 1 0 0 0,0-1-1 0 0,1 0 1 0 0,-1 0 0 0 0,0 1 0 0 0,0-1 0 0 0,0 1 0 0 0,1 2-1 0 0,11 16-73 0 0,-1 0 1 0 0,-1 2-1 0 0,0-1 0 0 0,-2 1 0 0 0,-1 1 0 0 0,11 44 0 0 0,15 41 344 0 0,-29-94-96 0 0,1-1 0 0 0,1 0 0 0 0,0-1 0 0 0,0 0 0 0 0,17 20 0 0 0,-23-30-198 0 0,0 0-1 0 0,1-1 0 0 0,0 1 0 0 0,-1-1 1 0 0,1 1-1 0 0,0-1 0 0 0,-1 0 0 0 0,1 1 0 0 0,0-1 1 0 0,0 0-1 0 0,0 0 0 0 0,0 0 0 0 0,0-1 1 0 0,0 1-1 0 0,0 0 0 0 0,1-1 0 0 0,-1 1 1 0 0,0-1-1 0 0,0 0 0 0 0,0 0 0 0 0,1 0 0 0 0,-1 0 1 0 0,0 0-1 0 0,0 0 0 0 0,0-1 0 0 0,1 1 1 0 0,-1-1-1 0 0,0 1 0 0 0,0-1 0 0 0,0 0 1 0 0,0 0-1 0 0,0 0 0 0 0,0 0 0 0 0,0 0 0 0 0,0 0 1 0 0,3-3-1 0 0,6-6-596 0 0,-1 1 0 0 0,0-2 0 0 0,0 1 0 0 0,13-21 0 0 0,-5 8-1557 0 0,44-49-4429 0 0,-49 58 5176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7.1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19 2761 0 0,'23'-13'70'0'0,"-21"12"413"0"0,1 0 0 0 0,0 0 1 0 0,-1 1-1 0 0,1-1 0 0 0,0 0 1 0 0,-1 1-1 0 0,1-1 0 0 0,0 1 0 0 0,4 0 1 0 0,-5 1-154 0 0,1-1 0 0 0,-1 1 1 0 0,1 0-1 0 0,-1 0 1 0 0,1 0-1 0 0,-1 0 0 0 0,1 0 1 0 0,-1 0-1 0 0,0 1 0 0 0,0-1 1 0 0,0 1-1 0 0,0 0 0 0 0,0 0 1 0 0,0-1-1 0 0,0 1 1 0 0,0 1-1 0 0,-1-1 0 0 0,1 0 1 0 0,1 4-1 0 0,23 37 1076 0 0,24 59 0 0 0,-11-20-2438 0 0,-15-34-809 0 0,-10-21 890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7.4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66 119 6913 0 0,'15'29'4489'0'0,"-8"-9"-4071"0"0,0-2 0 0 0,2 1-1 0 0,0-1 1 0 0,1 0 0 0 0,15 20-1 0 0,-22-34-337 0 0,1 1 0 0 0,-1-1 0 0 0,1-1 0 0 0,-1 1 0 0 0,1-1 0 0 0,0 1 0 0 0,1-1 0 0 0,-1 0 0 0 0,0 0 0 0 0,1-1 0 0 0,0 1 0 0 0,-1-1 1 0 0,1 0-1 0 0,0-1 0 0 0,0 1 0 0 0,0-1 0 0 0,1 0 0 0 0,-1 0 0 0 0,0 0 0 0 0,0-1 0 0 0,0 0 0 0 0,1 0 0 0 0,-1 0 0 0 0,0-1 0 0 0,10-2 0 0 0,-12 3 53 0 0,-1-1 1 0 0,1 1 0 0 0,-1-1 0 0 0,1 0-1 0 0,-1 0 1 0 0,0 0 0 0 0,1 0-1 0 0,-1-1 1 0 0,0 1 0 0 0,0-1 0 0 0,0 1-1 0 0,0-1 1 0 0,0 0 0 0 0,0 1-1 0 0,-1-1 1 0 0,1 0 0 0 0,-1 0 0 0 0,1 0-1 0 0,-1-1 1 0 0,0 1 0 0 0,2-3-1 0 0,-2 1 40 0 0,0 0-1 0 0,0 0 1 0 0,-1 0-1 0 0,1 0 1 0 0,-1-1-1 0 0,0 1 0 0 0,0 0 1 0 0,0 0-1 0 0,-1 0 1 0 0,0 0-1 0 0,-2-8 1 0 0,-1-1 41 0 0,0 1 1 0 0,-1 0-1 0 0,-1 1 1 0 0,0-1-1 0 0,0 1 1 0 0,-1 0-1 0 0,-14-15 1 0 0,6 10-144 0 0,-1 0 1 0 0,0 1-1 0 0,-24-16 1 0 0,30 24-266 0 0,0 1 1 0 0,0 0-1 0 0,-1 0 0 0 0,0 1 1 0 0,0 0-1 0 0,0 1 0 0 0,-21-4 1 0 0,30 7 6 0 0,-1 1 0 0 0,1-1 1 0 0,-1 1-1 0 0,1 0 1 0 0,0 0-1 0 0,-1 1 1 0 0,1-1-1 0 0,-1 0 1 0 0,1 1-1 0 0,-1-1 1 0 0,1 1-1 0 0,0 0 0 0 0,0 0 1 0 0,-1 0-1 0 0,1 0 1 0 0,0 0-1 0 0,0 0 1 0 0,0 1-1 0 0,0-1 1 0 0,0 1-1 0 0,0 0 0 0 0,0-1 1 0 0,1 1-1 0 0,-1 0 1 0 0,-2 3-1 0 0,-5 13-1348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9.8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19 3225 0 0,'0'-3'288'0'0,"0"2"-288"0"0,1 0 0 0 0,0 1 152 0 0,1-2-24 0 0,1 0-8 0 0,-1-1 0 0 0,2 0-288 0 0,3 1-56 0 0,-2 0-16 0 0,1 2 0 0 0,2 2 240 0 0,-2-1-72 0 0,2-1 72 0 0,-1 0 0 0 0,-2 1-64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43.0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458 125 3225 0 0,'-46'-22'14144'0'0,"44"22"-13715"0"0,-20-34 2416 0 0,15 22-2784 0 0,-19-25-130 0 0,25 35 111 0 0,-1 1 1 0 0,1-1-1 0 0,-1 0 1 0 0,1 1-1 0 0,-1 0 1 0 0,0-1-1 0 0,0 1 1 0 0,1 0-1 0 0,-1 0 0 0 0,0 0 1 0 0,0 0-1 0 0,0 0 1 0 0,0 0-1 0 0,0 1 1 0 0,0-1-1 0 0,-5 0 1 0 0,7 1 37 0 0,-1 1 2 0 0,0-1 178 0 0,2 4-194 0 0,15 24-96 0 0,2 0 0 0 0,1-1-1 0 0,1-1 1 0 0,1-1 0 0 0,26 24 0 0 0,-31-32 31 0 0,-13-13 16 0 0,1 0 1 0 0,-1 1 0 0 0,0-1-1 0 0,0 1 1 0 0,0-1 0 0 0,0 1-1 0 0,-1 0 1 0 0,0 0 0 0 0,0 0-1 0 0,0 0 1 0 0,-1 0 0 0 0,1 1-1 0 0,-1-1 1 0 0,0 11 0 0 0,-1-13-8 0 0,0 0 1 0 0,0 0-1 0 0,-1 1 1 0 0,1-1-1 0 0,-1 0 1 0 0,0 0-1 0 0,0 0 1 0 0,0 0-1 0 0,-1 0 1 0 0,1-1-1 0 0,-1 1 0 0 0,1 0 1 0 0,-1-1-1 0 0,0 1 1 0 0,0-1-1 0 0,0 1 1 0 0,0-1-1 0 0,-1 0 1 0 0,1 0-1 0 0,0 0 1 0 0,-1 0-1 0 0,0 0 1 0 0,1-1-1 0 0,-1 1 1 0 0,0-1-1 0 0,-5 2 1 0 0,-51 17 373 0 0,38-14-64 0 0,-40 18 0 0 0,45-16-312 0 0,-13 7 77 0 0,-1-1 1 0 0,-51 16-1 0 0,59-25-150 0 0,1 2 1 0 0,0 0-1 0 0,1 1 0 0 0,0 1 1 0 0,-37 22-1 0 0,57-31 14 0 0,0 1 0 0 0,-1-1 0 0 0,1 0 0 0 0,0 1 0 0 0,0-1 0 0 0,0 1 0 0 0,-1-1 0 0 0,1 0 0 0 0,0 1 0 0 0,0-1-1 0 0,0 1 1 0 0,0-1 0 0 0,0 0 0 0 0,0 1 0 0 0,0-1 0 0 0,0 1 0 0 0,0-1 0 0 0,0 0 0 0 0,0 1 0 0 0,0-1 0 0 0,0 1 0 0 0,0-1 0 0 0,0 1 0 0 0,0-1 0 0 0,0 0 0 0 0,1 1 0 0 0,-1-1 0 0 0,0 0 0 0 0,0 1 0 0 0,0-1 0 0 0,1 1 0 0 0,-1-1 0 0 0,0 0 0 0 0,0 1-1 0 0,1-1 1 0 0,-1 0 0 0 0,0 0 0 0 0,1 1 0 0 0,-1-1 0 0 0,0 0 0 0 0,1 0 0 0 0,-1 0 0 0 0,1 1 0 0 0,6 3-1356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7:11.8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0 5233 0 0,'-12'5'0'0'0,"5"-1"0"0"0,5-2 0 0 0,4-2 0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7:15.7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1 0 3849 0 0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49.6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269 753 4145 0 0,'-14'7'261'0'0,"0"0"1"0"0,0 1-1 0 0,1 0 1 0 0,-24 19-1 0 0,11-7 798 0 0,7-7 47 0 0,1 1 1 0 0,0 0-1 0 0,1 1 1 0 0,1 1 0 0 0,1 1-1 0 0,0 0 1 0 0,-18 27-1 0 0,34-38 306 0 0,8-8-687 0 0,10-7 27 0 0,59-42 260 0 0,-3-4 0 0 0,96-89 0 0 0,68-51-103 0 0,-93 94-592 0 0,193-144 17 0 0,-285 204-247 0 0,-31 25 1 0 0,-1-1 1 0 0,-1-1 0 0 0,27-30 0 0 0,-46 46-51 0 0,-1 1 0 0 0,0-1-1 0 0,0 0 1 0 0,0 0-1 0 0,0 0 1 0 0,-1 1 0 0 0,1-1-1 0 0,0 0 1 0 0,-1 0 0 0 0,1-4-1 0 0,6-14-2902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2.2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3681 0 0,'2'8'8169'0'0,"8"67"-5459"0"0,-1 12-290 0 0,26 118 0 0 0,-28-177-2178 0 0,0 0-1 0 0,3-1 1 0 0,0 0 0 0 0,1 0 0 0 0,2-1 0 0 0,1-1 0 0 0,0 0 0 0 0,23 27 0 0 0,-34-48-227 0 0,1 0 0 0 0,-1 0 0 0 0,1 0 1 0 0,0-1-1 0 0,8 6 0 0 0,-11-8-55 0 0,-1-1 0 0 0,1 1 0 0 0,0-1 0 0 0,0 0 0 0 0,0 1 0 0 0,0-1 0 0 0,-1 0 0 0 0,1 1 0 0 0,0-1 0 0 0,0 0 0 0 0,0 0 0 0 0,0 0 0 0 0,0 0 0 0 0,0 0 0 0 0,0 0 0 0 0,0 0 0 0 0,0 0 0 0 0,-1 0 0 0 0,1 0 0 0 0,0-1-1 0 0,0 1 1 0 0,0 0 0 0 0,0 0 0 0 0,0-1 0 0 0,-1 1 0 0 0,1-1 0 0 0,0 1 0 0 0,0-1 0 0 0,0 1 0 0 0,-1-1 0 0 0,1 1 0 0 0,0-1 0 0 0,-1 0 0 0 0,1 1 0 0 0,-1-1 0 0 0,1 0 0 0 0,-1 0 0 0 0,1 1 0 0 0,0-2 0 0 0,4-8-1031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2.4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68 8754 0 0,'-4'-6'1110'0'0,"0"0"1"0"0,1 0-1 0 0,0-1 1 0 0,0 0-1 0 0,1 0 1 0 0,-3-9-1 0 0,1 4 1106 0 0,21 30-3839 0 0,-10-3-2652 0 0,0 4-1264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2.8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 8290 0 0,'4'-3'7094'0'0,"4"10"-3670"0"0,5 8-2473 0 0,-8-6-732 0 0,0 1-1 0 0,0 0 1 0 0,-1 0 0 0 0,-1 0-1 0 0,0 1 1 0 0,0-1 0 0 0,-1 1 0 0 0,0 0-1 0 0,0 11 1 0 0,1 0-152 0 0,4 25-358 0 0,10 51 183 0 0,-13-85-2448 0 0,0 0-1 0 0,10 23 0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3.0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44 6449 0 0,'3'-14'-517'0'0,"10"-15"10625"0"0,-6 45-8176 0 0,-7-15-1683 0 0,1 5-297 0 0,0 6-102 0 0,2 14-447 0 0,-1-7-3956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3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 2761 0 0,'1'-1'350'0'0,"1"0"0"0"0,0 1 0 0 0,0-1 1 0 0,-1 0-1 0 0,1 0 0 0 0,0 1 1 0 0,0-1-1 0 0,0 1 0 0 0,0-1 0 0 0,-1 1 1 0 0,1 0-1 0 0,0 0 0 0 0,0 0 1 0 0,0 0-1 0 0,0 0 0 0 0,0 0 1 0 0,0 1-1 0 0,0-1 0 0 0,0 0 0 0 0,-1 1 1 0 0,1 0-1 0 0,0-1 0 0 0,3 3 1 0 0,-3-2-184 0 0,-1-1 0 0 0,1 1 0 0 0,-1 0 1 0 0,1 0-1 0 0,-1 0 0 0 0,1 0 0 0 0,-1 1 1 0 0,1-1-1 0 0,-1 0 0 0 0,0 0 0 0 0,0 1 1 0 0,0-1-1 0 0,0 1 0 0 0,0-1 0 0 0,0 1 1 0 0,1 2-1 0 0,15 50 1429 0 0,43 91 1 0 0,-57-139-1455 0 0,1 1-1 0 0,-1-1 1 0 0,2 0 0 0 0,7 10 0 0 0,-11-15-137 0 0,-1-1 1 0 0,0 0-1 0 0,0 0 0 0 0,0 0 1 0 0,0 0-1 0 0,0 0 0 0 0,1 0 1 0 0,-1 0-1 0 0,0 0 0 0 0,0 0 1 0 0,0 0-1 0 0,0 0 0 0 0,0 0 1 0 0,1 0-1 0 0,-1 0 0 0 0,0 0 1 0 0,0 0-1 0 0,0 0 0 0 0,0 0 1 0 0,0 0-1 0 0,1 0 0 0 0,-1 0 1 0 0,0-1-1 0 0,0 1 0 0 0,0 0 1 0 0,0 0-1 0 0,0 0 0 0 0,0 0 1 0 0,0 0-1 0 0,1 0 0 0 0,-1 0 1 0 0,0 0-1 0 0,0 0 0 0 0,0-1 1 0 0,0 1-1 0 0,0 0 0 0 0,0 0 0 0 0,0 0 1 0 0,0 0-1 0 0,0 0 0 0 0,0 0 1 0 0,0-1-1 0 0,0 1 0 0 0,0 0 1 0 0,0 0-1 0 0,0 0 0 0 0,0 0 1 0 0,0 0-1 0 0,0-1 0 0 0,0 1 1 0 0,2-15 692 0 0,-1 0-520 0 0,0 0 1 0 0,1 0 0 0 0,1 0 0 0 0,0 1 0 0 0,1-1-1 0 0,0 1 1 0 0,7-15 0 0 0,-9 24-121 0 0,0-1 0 0 0,1 1 0 0 0,-1 0 0 0 0,1 0 0 0 0,0 0 0 0 0,1 0 0 0 0,-1 0 0 0 0,1 1-1 0 0,0 0 1 0 0,0-1 0 0 0,1 1 0 0 0,-1 1 0 0 0,1-1 0 0 0,-1 1 0 0 0,1 0 0 0 0,0 0 0 0 0,1 0 0 0 0,-1 1 0 0 0,0-1 0 0 0,1 1 0 0 0,0 1 0 0 0,7-3 0 0 0,-11 5-25 0 0,-1-1 0 0 0,1 0-1 0 0,0 0 1 0 0,-1 1 0 0 0,1-1 0 0 0,0 1 0 0 0,-1-1-1 0 0,1 1 1 0 0,0 0 0 0 0,-1-1 0 0 0,1 1 0 0 0,-1 0-1 0 0,1 0 1 0 0,-1 0 0 0 0,0 0 0 0 0,1 1 0 0 0,-1-1-1 0 0,0 0 1 0 0,0 1 0 0 0,0-1 0 0 0,0 0 0 0 0,0 1-1 0 0,0-1 1 0 0,0 1 0 0 0,1 2 0 0 0,17 48 253 0 0,-16-41-253 0 0,4 11-461 0 0,2 1 0 0 0,0-1 0 0 0,2 0 0 0 0,23 36 0 0 0,-26-45-1118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4.4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49 4145 0 0,'6'-21'9254'0'0,"-2"19"-8326"0"0,6-3-283 0 0,0 1 0 0 0,1 1 0 0 0,-1 0-1 0 0,1 0 1 0 0,0 1 0 0 0,15-1 0 0 0,25 1-1216 0 0,-3 3-5750 0 0,-36 1 1165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4.5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25 2304 0 0,'-12'9'-680'0'0,"-3"7"4650"0"0,15-15-3846 0 0,0-1 1 0 0,0 0 0 0 0,0 1-1 0 0,0-1 1 0 0,-1 0-1 0 0,1 1 1 0 0,0-1 0 0 0,0 0-1 0 0,0 1 1 0 0,0-1 0 0 0,0 0-1 0 0,0 1 1 0 0,0-1 0 0 0,0 0-1 0 0,0 1 1 0 0,0-1-1 0 0,0 0 1 0 0,0 1 0 0 0,0-1-1 0 0,1 0 1 0 0,0 2 872 0 0,-1-1-872 0 0,2 0 25 0 0,-1-1 1 0 0,0 1-1 0 0,0-1 0 0 0,1 0 1 0 0,-1 1-1 0 0,0-1 1 0 0,1 0-1 0 0,-1 0 0 0 0,1 0 1 0 0,-1 0-1 0 0,0 0 1 0 0,1 0-1 0 0,1 0 0 0 0,13-3-196 0 0,-1 0 0 0 0,0-1 0 0 0,1-1 0 0 0,27-12 0 0 0,0 0 32 0 0,-28 10-3 0 0,-4 0-70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4.9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 5985 0 0,'-1'35'9611'0'0,"-1"19"-4027"0"0,2-33-5288 0 0,1-1 0 0 0,6 30 0 0 0,-6-42-308 0 0,0 0 0 0 0,2 0-1 0 0,-1 0 1 0 0,1 0 0 0 0,0 0 0 0 0,0 0 0 0 0,1-1-1 0 0,0 1 1 0 0,0-1 0 0 0,1 0 0 0 0,0 0 0 0 0,0-1-1 0 0,1 0 1 0 0,0 0 0 0 0,0 0 0 0 0,11 8 0 0 0,-9-8 48 0 0,0-1 1 0 0,1-1 0 0 0,0 1-1 0 0,0-1 1 0 0,0-1-1 0 0,0 0 1 0 0,0 0 0 0 0,1-1-1 0 0,0 0 1 0 0,-1 0 0 0 0,18 0-1 0 0,-20-3-114 0 0,0 1-1 0 0,0-1 0 0 0,0 0 1 0 0,0-1-1 0 0,0 0 0 0 0,0 0 1 0 0,0 0-1 0 0,-1-1 0 0 0,0 1 1 0 0,1-2-1 0 0,-1 1 0 0 0,0-1 1 0 0,0 0-1 0 0,-1 0 0 0 0,1-1 1 0 0,9-9-1 0 0,-6 2-920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5.1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35 10138 0 0,'-1'-1'112'0'0,"0"1"-1"0"0,0 0 0 0 0,0 0 1 0 0,0-1-1 0 0,0 1 1 0 0,1-1-1 0 0,-1 1 1 0 0,0-1-1 0 0,0 1 0 0 0,1-1 1 0 0,-1 1-1 0 0,0-1 1 0 0,0 0-1 0 0,1 1 1 0 0,-1-1-1 0 0,1 0 1 0 0,-1 0-1 0 0,1 1 0 0 0,-1-1 1 0 0,1 0-1 0 0,-1 0 1 0 0,1 0-1 0 0,0 0 1 0 0,-1 1-1 0 0,1-1 0 0 0,0 0 1 0 0,0 0-1 0 0,0 0 1 0 0,0 0-1 0 0,0-2 1 0 0,0 3-54 0 0,0-1 0 0 0,1 0 0 0 0,-1 0 0 0 0,1 1 0 0 0,-1-1 0 0 0,1 0 0 0 0,0 1 0 0 0,-1-1 0 0 0,1 0 0 0 0,0 1 0 0 0,-1-1 0 0 0,1 1 0 0 0,0-1 0 0 0,0 1 1 0 0,-1-1-1 0 0,1 1 0 0 0,0 0 0 0 0,0-1 0 0 0,0 1 0 0 0,0 0 0 0 0,-1 0 0 0 0,1 0 0 0 0,0 0 0 0 0,0-1 0 0 0,0 1 0 0 0,0 0 0 0 0,0 1 0 0 0,0-1 0 0 0,0 0 0 0 0,-1 0 1 0 0,1 0-1 0 0,1 1 0 0 0,1 0-466 0 0,0 0 1 0 0,0 0-1 0 0,-1 1 0 0 0,1-1 1 0 0,0 1-1 0 0,-1 0 1 0 0,0 0-1 0 0,1 0 1 0 0,-1 0-1 0 0,0 0 0 0 0,0 0 1 0 0,0 1-1 0 0,0-1 1 0 0,0 1-1 0 0,-1-1 1 0 0,3 6-1 0 0,-1-3-117 0 0,9 14-1801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5.5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39 8754 0 0,'-6'-7'5730'0'0,"8"13"-4583"0"0,44 137 1625 0 0,-37-122-2319 0 0,0 0 0 0 0,1-1 0 0 0,1 0 0 0 0,26 35 0 0 0,-35-53-456 0 0,0 1-1 0 0,0-1 0 0 0,1 1 0 0 0,-1-1 1 0 0,1 0-1 0 0,-1 0 0 0 0,1 0 0 0 0,0 0 0 0 0,0 0 1 0 0,0-1-1 0 0,0 1 0 0 0,0-1 0 0 0,0 0 1 0 0,0 0-1 0 0,0 0 0 0 0,0 0 0 0 0,1 0 1 0 0,5 0-1 0 0,-7-2 2 0 0,-1 1 1 0 0,1 0-1 0 0,0-1 1 0 0,0 0-1 0 0,0 1 1 0 0,0-1-1 0 0,-1 0 1 0 0,1 0-1 0 0,0 0 1 0 0,-1 0-1 0 0,1 0 1 0 0,0 0-1 0 0,-1-1 1 0 0,0 1-1 0 0,1 0 1 0 0,-1-1-1 0 0,0 1 1 0 0,0-1-1 0 0,1 1 1 0 0,-1-1-1 0 0,-1 0 1 0 0,1 0-1 0 0,0 1 1 0 0,0-1-1 0 0,0 0 1 0 0,-1 0-1 0 0,1 0 1 0 0,-1 0-1 0 0,0 0 1 0 0,0 0-1 0 0,1 1 1 0 0,-1-5-1 0 0,0-5 38 0 0,0 0-1 0 0,0 0 1 0 0,-1 0-1 0 0,0 0 1 0 0,-1 0 0 0 0,0 0-1 0 0,-1 0 1 0 0,0 0-1 0 0,-8-17 1 0 0,0 5-111 0 0,-1 0-1 0 0,0 1 1 0 0,-19-23 0 0 0,25 37-199 0 0,-1 0 1 0 0,-1 0 0 0 0,-11-10-1 0 0,-12-1-3431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5.9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27 6449 0 0,'0'0'42'0'0,"0"0"0"0"0,1-1-1 0 0,-1 1 1 0 0,0 0 0 0 0,1 0-1 0 0,-1 0 1 0 0,0-1 0 0 0,1 1 0 0 0,-1 0-1 0 0,1 0 1 0 0,-1 0 0 0 0,0 0-1 0 0,1 0 1 0 0,-1 0 0 0 0,0 0-1 0 0,1 0 1 0 0,-1 0 0 0 0,1 0-1 0 0,-1 0 1 0 0,0 0 0 0 0,1 0-1 0 0,-1 0 1 0 0,1 0 0 0 0,-1 1-1 0 0,0-1 1 0 0,1 0 0 0 0,-1 0-1 0 0,0 0 1 0 0,1 0 0 0 0,-1 1 0 0 0,1-1-1 0 0,-2 20 4176 0 0,1-19-4005 0 0,-1 10 357 0 0,0-1 1 0 0,0 1-1 0 0,1 0 0 0 0,1 0 0 0 0,-1 0 1 0 0,5 19-1 0 0,-3-26-499 0 0,-1 0-1 0 0,1 0 1 0 0,0 0 0 0 0,-1 0 0 0 0,2 0 0 0 0,-1-1-1 0 0,0 1 1 0 0,1 0 0 0 0,0-1 0 0 0,0 0-1 0 0,0 0 1 0 0,0 0 0 0 0,0 0 0 0 0,1 0-1 0 0,-1-1 1 0 0,1 1 0 0 0,-1-1 0 0 0,1 0-1 0 0,0 0 1 0 0,0-1 0 0 0,7 3 0 0 0,-6-2-25 0 0,0-1 1 0 0,0 1-1 0 0,0-1 0 0 0,0 0 1 0 0,0-1-1 0 0,0 1 1 0 0,0-1-1 0 0,0 0 0 0 0,0 0 1 0 0,1 0-1 0 0,-1-1 0 0 0,0 0 1 0 0,0 0-1 0 0,0 0 1 0 0,0-1-1 0 0,0 0 0 0 0,-1 1 1 0 0,1-2-1 0 0,0 1 1 0 0,-1-1-1 0 0,0 1 0 0 0,7-6 1 0 0,2-4 57 0 0,-1-1 0 0 0,0 0-1 0 0,-1-1 1 0 0,-1 0 0 0 0,11-19 0 0 0,-11 17 195 0 0,0 1-1 0 0,1 1 1 0 0,24-27-1 0 0,-34 40-263 0 0,0 1-1 0 0,-1-1 1 0 0,1 0-1 0 0,0 1 1 0 0,0-1 0 0 0,0 1-1 0 0,-1-1 1 0 0,1 1-1 0 0,0-1 1 0 0,0 1 0 0 0,0-1-1 0 0,0 1 1 0 0,0 0-1 0 0,0 0 1 0 0,0-1 0 0 0,0 1-1 0 0,0 0 1 0 0,0 0-1 0 0,0 0 1 0 0,0 0-1 0 0,0 0 1 0 0,-1 0 0 0 0,1 0-1 0 0,2 1 1 0 0,-1 0 2 0 0,-1 0 1 0 0,0 0 0 0 0,0 0-1 0 0,1 0 1 0 0,-1 0 0 0 0,0 0-1 0 0,0 0 1 0 0,0 0 0 0 0,0 1-1 0 0,0-1 1 0 0,0 0 0 0 0,-1 1-1 0 0,1-1 1 0 0,0 2 0 0 0,4 9 54 0 0,-1 0 0 0 0,-1 1 0 0 0,2 16 0 0 0,-2-13-157 0 0,11 24-893 0 0,-1-16-2457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6.2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2 6449 0 0,'-2'-2'2746'0'0,"-1"10"-603"0"0,-1 11-1 0 0,1 93 2707 0 0,15 55-2422 0 0,37 74-1399 0 0,-21-138-7417 0 0,-22-78-228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6.4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13 226 4609 0 0,'-2'-2'138'0'0,"1"0"-1"0"0,0 0 1 0 0,-1-1 0 0 0,1 1-1 0 0,0 0 1 0 0,0-1 0 0 0,0 1-1 0 0,1-1 1 0 0,-1 1 0 0 0,1-1-1 0 0,-1 1 1 0 0,1-1 0 0 0,0 0-1 0 0,0 1 1 0 0,0-1 0 0 0,0 1-1 0 0,0-1 1 0 0,2-5 0 0 0,0 3 307 0 0,0 0 1 0 0,1 0 0 0 0,0 1-1 0 0,0-1 1 0 0,0 0 0 0 0,1 1-1 0 0,0 0 1 0 0,4-5 0 0 0,4-2 90 0 0,0 1-1 0 0,0 0 1 0 0,1 0 0 0 0,0 1 0 0 0,1 1 0 0 0,0 0-1 0 0,23-8 1 0 0,-11 6-849 0 0,1 1-1 0 0,0 2 1 0 0,41-7-1 0 0,-33 9-4824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7.3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13 10594 0 0,'-14'-7'327'0'0,"2"1"3212"0"0,20 16-2637 0 0,-8-9-1217 0 0,6 3 191 0 0,18 14 108 0 0,-5-5 16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6.7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90 8290 0 0,'0'-1'81'0'0,"0"1"1"0"0,-1-1-1 0 0,1 0 1 0 0,0 1-1 0 0,0-1 0 0 0,0 0 1 0 0,-1 1-1 0 0,1-1 1 0 0,0 0-1 0 0,0 0 1 0 0,0 1-1 0 0,0-1 1 0 0,0 0-1 0 0,0 1 0 0 0,0-1 1 0 0,0 0-1 0 0,1 0 1 0 0,-1 1-1 0 0,0-1 1 0 0,0 0-1 0 0,1 1 1 0 0,-1-1-1 0 0,0 0 0 0 0,1 1 1 0 0,-1-1-1 0 0,0 1 1 0 0,1-1-1 0 0,-1 0 1 0 0,1 1-1 0 0,-1-1 0 0 0,1 1 1 0 0,-1-1-1 0 0,1 1 1 0 0,0 0-1 0 0,-1-1 1 0 0,1 1-1 0 0,-1 0 1 0 0,1-1-1 0 0,1 1 0 0 0,32-21 2452 0 0,-27 17-1688 0 0,9-4 84 0 0,0 0 0 0 0,21-7 1 0 0,-32 13-1174 0 0,1 0 0 0 0,0 0 1 0 0,0 1-1 0 0,1 0 1 0 0,-1 0-1 0 0,0 0 0 0 0,0 1 1 0 0,0 0-1 0 0,12 1 1 0 0,-11 2-1711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6.8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64 456 0 0,'0'1'133'0'0,"0"-1"-1"0"0,-1 1 1 0 0,1 0 0 0 0,0 0-1 0 0,0 0 1 0 0,-1 0 0 0 0,1 0-1 0 0,0 0 1 0 0,0 0 0 0 0,0 0-1 0 0,0-1 1 0 0,0 1 0 0 0,0 0-1 0 0,1 0 1 0 0,-1 0 0 0 0,0 0-1 0 0,0 0 1 0 0,1 1 0 0 0,0-1 132 0 0,0-1 1 0 0,1 1 0 0 0,-1-1-1 0 0,0 0 1 0 0,1 1 0 0 0,-1-1-1 0 0,0 0 1 0 0,1 0 0 0 0,-1 0-1 0 0,0 0 1 0 0,1 0 0 0 0,-1 0-1 0 0,0 0 1 0 0,3-1-1 0 0,19-2 288 0 0,1-2-1 0 0,-1 0 0 0 0,0-2 0 0 0,0-1 0 0 0,35-16 0 0 0,-32 10-552 0 0,-1-3 0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7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 7834 0 0,'-1'-3'11230'0'0,"2"17"-10857"0"0,20 218 2377 0 0,-16-205-2673 0 0,0-1-1 0 0,2 1 1 0 0,1-1-1 0 0,1-1 0 0 0,2 1 1 0 0,22 40-1 0 0,-28-57-42 0 0,1 0-1 0 0,1-1 1 0 0,0 0-1 0 0,0 0 0 0 0,0 0 1 0 0,12 9-1 0 0,-16-15-148 0 0,0 0 0 0 0,-1 0-1 0 0,1 0 1 0 0,0 0 0 0 0,0-1 0 0 0,0 1-1 0 0,1-1 1 0 0,-1 0 0 0 0,0 0-1 0 0,0 0 1 0 0,1 0 0 0 0,-1 0 0 0 0,0-1-1 0 0,1 0 1 0 0,-1 0 0 0 0,1 0 0 0 0,-1 0-1 0 0,1 0 1 0 0,-1-1 0 0 0,0 1-1 0 0,1-1 1 0 0,-1 0 0 0 0,6-2 0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7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4 6449 0 0,'-6'-4'5022'0'0,"6"5"-4947"0"0,0 0 202 0 0,-1 0-1 0 0,0-1 1 0 0,1 1 0 0 0,-1 0-1 0 0,1 0 1 0 0,-1 0-1 0 0,1 0 1 0 0,-1 1-1 0 0,1-1 1 0 0,0 0 0 0 0,0 0-1 0 0,-1 0 1 0 0,1 0-1 0 0,0 0 1 0 0,0 2-1 0 0,4 50 1017 0 0,2-1 0 0 0,3 0 0 0 0,15 53 0 0 0,-2-7-835 0 0,-13-55-339 0 0,0 6-3800 0 0,19 56 1 0 0,-20-88 3563 0 0,1-5 102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8.2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5 204 3681 0 0,'-1'-1'30'0'0,"1"0"-1"0"0,-1 0 1 0 0,1 0 0 0 0,-1 0 0 0 0,1 0-1 0 0,0 0 1 0 0,-1 0 0 0 0,1 0 0 0 0,0 0 0 0 0,0-1-1 0 0,0 1 1 0 0,0 0 0 0 0,0 0 0 0 0,0 0 0 0 0,0 0-1 0 0,0 0 1 0 0,0 0 0 0 0,1 0 0 0 0,-1-1-1 0 0,0 1 1 0 0,1 0 0 0 0,-1 0 0 0 0,1 0 0 0 0,-1 0-1 0 0,1 0 1 0 0,-1 0 0 0 0,1 0 0 0 0,0 1-1 0 0,-1-1 1 0 0,1 0 0 0 0,0 0 0 0 0,0 0 0 0 0,0 1-1 0 0,0-1 1 0 0,0 0 0 0 0,1 0 0 0 0,6-4 428 0 0,0 1 1 0 0,0 0 0 0 0,16-6-1 0 0,-7 4 104 0 0,31-16 1428 0 0,125-52 1722 0 0,-147 65-3244 0 0,1 0-1 0 0,0 2 1 0 0,0 2 0 0 0,46-5-1 0 0,-64 9-383 0 0,-1 1-1 0 0,1 0 1 0 0,0 1-1 0 0,-1-1 1 0 0,15 5-1 0 0,-21-5-111 0 0,-1 0 0 0 0,0 1-1 0 0,1-1 1 0 0,-1 1 0 0 0,0-1-1 0 0,0 1 1 0 0,1 0 0 0 0,-1-1 0 0 0,0 1-1 0 0,0 0 1 0 0,0 0 0 0 0,0 0 0 0 0,0 0-1 0 0,0 0 1 0 0,0 0 0 0 0,0 0-1 0 0,0 0 1 0 0,0 1 0 0 0,-1-1 0 0 0,1 0-1 0 0,0 0 1 0 0,-1 1 0 0 0,1-1 0 0 0,-1 0-1 0 0,1 1 1 0 0,-1-1 0 0 0,0 0-1 0 0,0 1 1 0 0,0-1 0 0 0,1 1 0 0 0,-1-1-1 0 0,-1 0 1 0 0,1 1 0 0 0,0-1 0 0 0,0 1-1 0 0,0-1 1 0 0,-1 0 0 0 0,1 1 0 0 0,-1-1-1 0 0,1 0 1 0 0,-1 1 0 0 0,-1 1-1 0 0,-7 18-323 0 0,-2-1-1 0 0,-1 0 1 0 0,-16 21-1 0 0,15-22 526 0 0,0 0 1 0 0,1 1-1 0 0,-11 25 0 0 0,23-43-133 0 0,-1-1 1 0 0,0 0-1 0 0,1 0 1 0 0,-1 1-1 0 0,1-1 1 0 0,-1 1-1 0 0,1-1 1 0 0,0 0-1 0 0,-1 1 1 0 0,1-1-1 0 0,0 1 0 0 0,0-1 1 0 0,0 1-1 0 0,0-1 1 0 0,0 1-1 0 0,1-1 1 0 0,-1 0-1 0 0,0 1 1 0 0,1-1-1 0 0,-1 1 1 0 0,1-1-1 0 0,-1 0 0 0 0,1 1 1 0 0,-1-1-1 0 0,1 0 1 0 0,1 2-1 0 0,0-2 50 0 0,0 0-1 0 0,0 1 1 0 0,0-1-1 0 0,0 0 1 0 0,0-1-1 0 0,0 1 1 0 0,0 0-1 0 0,1-1 1 0 0,-1 1-1 0 0,0-1 1 0 0,0 1-1 0 0,0-1 1 0 0,1 0-1 0 0,3 0 0 0 0,10-2 391 0 0,0 0-1 0 0,0-1 0 0 0,23-7 1 0 0,-38 10-471 0 0,17-5 358 0 0,66-23 662 0 0,-77 25-947 0 0,0 0 0 0 0,0 0 0 0 0,0-1 0 0 0,0 0 0 0 0,-1-1 0 0 0,0 0 0 0 0,0 0 0 0 0,0 0 0 0 0,5-7 0 0 0,-9 10-41 0 0,0 0 0 0 0,-1-1 0 0 0,1 1 0 0 0,-1 0 0 0 0,1-1 0 0 0,-1 0 0 0 0,0 1 0 0 0,0-1 0 0 0,0 0 0 0 0,-1 1 0 0 0,1-1 0 0 0,0 0 0 0 0,-1 0 0 0 0,0 0 0 0 0,0 0 0 0 0,0 0 0 0 0,0 1 0 0 0,-1-6 0 0 0,0 3 17 0 0,0 0-1 0 0,-1 1 1 0 0,0 0 0 0 0,0-1 0 0 0,0 1 0 0 0,0 0 0 0 0,-1 0 0 0 0,0 0 0 0 0,0 0 0 0 0,-5-4 0 0 0,-2-3-13 0 0,-2 1 0 0 0,0 0 0 0 0,0 1 0 0 0,-1 1 0 0 0,0 0 0 0 0,-14-6 0 0 0,-18-5-453 0 0,14 10-2710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8.5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34 8290 0 0,'32'-34'7019'0'0,"-32"35"-6870"0"0,5 12 2497 0 0,-6 16-1010 0 0,-1 34-835 0 0,2-1 0 0 0,2 1 0 0 0,16 92 0 0 0,4 64-3181 0 0,-21-194 1028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8.8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67 12899 0 0,'-7'-1'284'0'0,"5"1"-183"0"0,0 1 1 0 0,0-1 0 0 0,-1-1 0 0 0,1 1 0 0 0,0 0 0 0 0,-1-1 0 0 0,1 1 0 0 0,0-1 0 0 0,0 1 0 0 0,-1-1 0 0 0,-3-2 0 0 0,6 2 0 0 0,0 1 1 0 0,0 0-1 0 0,0-1 1 0 0,0 1 0 0 0,1-1-1 0 0,-1 1 1 0 0,0-1-1 0 0,0 1 1 0 0,0 0-1 0 0,0-1 1 0 0,0 1 0 0 0,1-1-1 0 0,-1 1 1 0 0,0 0-1 0 0,0-1 1 0 0,1 1-1 0 0,-1 0 1 0 0,0-1 0 0 0,1 1-1 0 0,-1 0 1 0 0,0-1-1 0 0,1 1 1 0 0,-1 0-1 0 0,0 0 1 0 0,1-1 0 0 0,-1 1-1 0 0,1 0 1 0 0,-1 0-1 0 0,0 0 1 0 0,1 0-1 0 0,-1 0 1 0 0,1-1 0 0 0,15-6 445 0 0,18-4-19 0 0,57-11 1 0 0,-74 19-1171 0 0,0 0 0 0 0,0 2-1 0 0,0 0 1 0 0,0 1-1 0 0,27 3 1 0 0,-21 5 671 0 0,-22-8-27 0 0,0 0 1 0 0,0 1-1 0 0,-1-1 0 0 0,1 1 0 0 0,0-1 1 0 0,-1 0-1 0 0,1 1 0 0 0,-1-1 0 0 0,1 1 1 0 0,-1 0-1 0 0,1-1 0 0 0,-1 1 0 0 0,1-1 1 0 0,-1 1-1 0 0,1 0 0 0 0,-1-1 0 0 0,0 1 1 0 0,1 0-1 0 0,-1-1 0 0 0,0 1 1 0 0,0 0-1 0 0,1 0 0 0 0,-1-1 0 0 0,0 1 1 0 0,0 0-1 0 0,0 0 0 0 0,0 1 0 0 0,-3 7-63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9.3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 4 6449 0 0,'-21'-4'12368'0'0,"19"4"-12246"0"0,0 0 0 0 0,0 0 0 0 0,-1 0 0 0 0,1 0 0 0 0,0 1 1 0 0,0-1-1 0 0,-1 0 0 0 0,1 1 0 0 0,0 0 0 0 0,0-1 0 0 0,0 1 0 0 0,0 0 0 0 0,0 0 0 0 0,0 0 0 0 0,0 0 0 0 0,0 1 0 0 0,0-1 0 0 0,0 1 0 0 0,1-1 0 0 0,-1 1 0 0 0,1-1 0 0 0,-1 1 0 0 0,1 0 0 0 0,-1 0 0 0 0,1 0 0 0 0,0-1 0 0 0,0 1 0 0 0,0 1 0 0 0,-1 3 0 0 0,-1 3-95 0 0,0 1-1 0 0,1 0 1 0 0,0-1-1 0 0,1 1 1 0 0,1 0-1 0 0,-1 0 1 0 0,1 0-1 0 0,1 0 1 0 0,0 0-1 0 0,4 17 0 0 0,-5-24-31 0 0,1 0 0 0 0,0 0-1 0 0,0 0 1 0 0,0 0 0 0 0,1 0-1 0 0,-1 0 1 0 0,1-1-1 0 0,-1 1 1 0 0,1 0 0 0 0,0-1-1 0 0,0 1 1 0 0,0-1-1 0 0,0 0 1 0 0,1 1 0 0 0,-1-1-1 0 0,1 0 1 0 0,-1 0 0 0 0,1-1-1 0 0,0 1 1 0 0,0-1-1 0 0,-1 1 1 0 0,1-1 0 0 0,0 0-1 0 0,0 0 1 0 0,1 0-1 0 0,-1 0 1 0 0,0-1 0 0 0,0 1-1 0 0,0-1 1 0 0,0 0-1 0 0,1 0 1 0 0,-1 0 0 0 0,0 0-1 0 0,0 0 1 0 0,0-1 0 0 0,5-1-1 0 0,-4 1 7 0 0,1 0 0 0 0,-1 0 0 0 0,0-1 1 0 0,-1 0-1 0 0,1 1 0 0 0,0-1 0 0 0,0-1 0 0 0,-1 1 0 0 0,1 0 0 0 0,-1-1 0 0 0,0 0 0 0 0,0 0 0 0 0,0 0 1 0 0,0 0-1 0 0,0 0 0 0 0,-1-1 0 0 0,1 1 0 0 0,-1-1 0 0 0,0 1 0 0 0,0-1 0 0 0,0 0 0 0 0,-1 0 0 0 0,2-5 0 0 0,-2 5-131 0 0,0 0 1 0 0,0 0-1 0 0,-1 0 0 0 0,0 0 0 0 0,1 1 0 0 0,-1-1 0 0 0,-1 0 0 0 0,1 0 0 0 0,0 0 0 0 0,-1 0 0 0 0,0 1 0 0 0,0-1 0 0 0,0 0 0 0 0,-2-3 0 0 0,1 3-368 0 0,0 1 0 0 0,0 0 0 0 0,0 0 0 0 0,0 0 0 0 0,0 0 0 0 0,-1 0 1 0 0,1 0-1 0 0,-1 1 0 0 0,0-1 0 0 0,-3-1 0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59.8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 3681 0 0,'18'-11'12549'0'0,"-18"12"-12346"0"0,23 37 1934 0 0,-17-26-1950 0 0,2 1 1 0 0,-1-1 0 0 0,1-1-1 0 0,1 0 1 0 0,0 0-1 0 0,15 13 1 0 0,-14-15-963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0.0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 8754 0 0,'9'-31'6757'0'0,"-2"44"-3496"0"0,-3 5-2596 0 0,0 0-1 0 0,-1 0 1 0 0,-2 1-1 0 0,1-1 1 0 0,-3 26 0 0 0,2 23-244 0 0,1-40-312 0 0,2-1-1 0 0,0 1 1 0 0,16 49-1 0 0,-16-65-165 0 0,0 0-1 0 0,1 0 1 0 0,0 0-1 0 0,1-1 1 0 0,0 0-1 0 0,1 0 1 0 0,0 0-1 0 0,0-1 1 0 0,1 0-1 0 0,0-1 0 0 0,13 12 1 0 0,15 3-47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09.6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75 218 1840 0 0,'-4'-10'436'0'0,"1"0"0"0"0,-1-1-1 0 0,2 1 1 0 0,-3-16 0 0 0,-6-24 874 0 0,5 33-790 0 0,-11-33 3190 0 0,-3 16 6292 0 0,20 34-9951 0 0,0 1 0 0 0,0-1 0 0 0,0 0 0 0 0,0 0 0 0 0,0 0 0 0 0,-3 9 1996 0 0,4-2-1900 0 0,16 171 273 0 0,-8 224 1 0 0,-8-141-198 0 0,0-228-245 0 0,0 56-594 0 0,5 1 0 0 0,22 122 0 0 0,-23-192-1348 0 0,0-7-2617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10.9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24 255 6913 0 0,'-12'10'-391'0'0,"1"2"4925"0"0,11-12-4396 0 0,1 1 0 0 0,0 0-1 0 0,-1-1 1 0 0,1 1 0 0 0,0-1 0 0 0,0 1-1 0 0,-1-1 1 0 0,1 1 0 0 0,0-1-1 0 0,0 0 1 0 0,0 1 0 0 0,0-1 0 0 0,-1 0-1 0 0,1 0 1 0 0,0 0 0 0 0,0 1 0 0 0,0-1-1 0 0,0 0 1 0 0,0 0 0 0 0,0 0 0 0 0,0 0-1 0 0,0-1 1 0 0,1 1 0 0 0,236 3 4749 0 0,118-35-3854 0 0,-298 28-1012 0 0,0 2-1 0 0,93 9 1 0 0,-88-3-17 0 0,-58-4-66 0 0,-1 1-1 0 0,1-1 1 0 0,0 1 0 0 0,0 0-1 0 0,0 0 1 0 0,-1 1-1 0 0,7 2 1 0 0,3 1 49 0 0,-13-5 62 0 0,0 0 1 0 0,0 0-1 0 0,0 0 0 0 0,0 0 0 0 0,-1 0 0 0 0,1 0 0 0 0,0 0 0 0 0,0 0 1 0 0,0-1-1 0 0,0 1 0 0 0,0 0 0 0 0,0-1 0 0 0,-1 1 0 0 0,1-1 1 0 0,0 1-1 0 0,0-1 0 0 0,-1 1 0 0 0,1-1 0 0 0,0 1 0 0 0,0-1 1 0 0,-1 0-1 0 0,1 1 0 0 0,-1-1 0 0 0,2-1 0 0 0,13-22 418 0 0,-12 18-298 0 0,14-26 312 0 0,-11 20-364 0 0,0-1-1 0 0,15-19 1 0 0,-20 30-92 0 0,1-1 0 0 0,0 1-1 0 0,0 0 1 0 0,0 0 0 0 0,0 0 0 0 0,0 0 0 0 0,0 1 0 0 0,0-1 0 0 0,1 1 0 0 0,-1-1 0 0 0,1 1 0 0 0,-1 0 0 0 0,1 0 0 0 0,-1 0 0 0 0,1 0 0 0 0,0 0-1 0 0,-1 0 1 0 0,1 1 0 0 0,3-1 0 0 0,-3 1-20 0 0,0 1 0 0 0,-1-1-1 0 0,1 1 1 0 0,-1 0 0 0 0,1 0 0 0 0,-1-1-1 0 0,0 2 1 0 0,1-1 0 0 0,-1 0-1 0 0,0 0 1 0 0,0 1 0 0 0,0-1 0 0 0,0 1-1 0 0,0 0 1 0 0,0-1 0 0 0,0 1-1 0 0,0 0 1 0 0,-1 0 0 0 0,2 3 0 0 0,29 48 226 0 0,-18-26-829 0 0,-9-18 595 0 0,1 0-1 0 0,0 0 0 0 0,0-1 1 0 0,1 0-1 0 0,0 0 0 0 0,0-1 1 0 0,12 10-1 0 0,-18-17 3 0 0,0 0 0 0 0,0 1 1 0 0,0-1-1 0 0,0 0 0 0 0,0 0 1 0 0,0 0-1 0 0,0 0 0 0 0,0 0 1 0 0,0 0-1 0 0,0 0 0 0 0,0-1 0 0 0,0 1 1 0 0,0 0-1 0 0,-1 0 0 0 0,1-1 1 0 0,0 1-1 0 0,0-1 0 0 0,0 1 1 0 0,0-1-1 0 0,0 1 0 0 0,-1-1 0 0 0,1 1 1 0 0,0-1-1 0 0,-1 0 0 0 0,1 1 1 0 0,0-1-1 0 0,-1 0 0 0 0,2-1 0 0 0,22-27-30 0 0,-18 21 54 0 0,70-103 130 0 0,2-1-17 0 0,-77 109-127 0 0,2 0-1 0 0,-1 0 1 0 0,0 1 0 0 0,1-1 0 0 0,-1 1-1 0 0,1 0 1 0 0,0 0 0 0 0,-1 0 0 0 0,1 0-1 0 0,5-2 1 0 0,-8 4-6 0 0,1 0 0 0 0,-1 0-1 0 0,1-1 1 0 0,0 1 0 0 0,0 0-1 0 0,-1 0 1 0 0,1 0 0 0 0,0 0-1 0 0,-1 1 1 0 0,1-1 0 0 0,0 0-1 0 0,-1 0 1 0 0,1 0 0 0 0,-1 0-1 0 0,1 1 1 0 0,0-1 0 0 0,-1 0-1 0 0,1 1 1 0 0,-1-1 0 0 0,1 0 0 0 0,0 1-1 0 0,12 20 10 0 0,13 64-50 0 0,-18-52 10 0 0,21 48 1 0 0,-26-73 25 0 0,1 0 0 0 0,0 0 0 0 0,0-1-1 0 0,0 1 1 0 0,1-1 0 0 0,1 0 0 0 0,-1-1 0 0 0,1 0 0 0 0,0 1-1 0 0,1-2 1 0 0,6 6 0 0 0,-10-9 0 0 0,-1-1 0 0 0,1 1 1 0 0,-1-1-1 0 0,1 0 0 0 0,-1 0 0 0 0,1 0 1 0 0,0 0-1 0 0,0 0 0 0 0,0-1 1 0 0,-1 1-1 0 0,1-1 0 0 0,0 0 0 0 0,0 0 1 0 0,0 0-1 0 0,0 0 0 0 0,-1 0 0 0 0,5-2 1 0 0,-2 1-7 0 0,0-1 0 0 0,0 0 1 0 0,0 0-1 0 0,0 0 0 0 0,0-1 1 0 0,-1 0-1 0 0,1 0 1 0 0,6-6-1 0 0,1-2-12 0 0,0-1 0 0 0,-1 0 0 0 0,-1-1 0 0 0,18-28 0 0 0,-4-1 30 0 0,-15 24-1 0 0,1 1 0 0 0,0 0 0 0 0,1 1 0 0 0,1 0 0 0 0,18-18 0 0 0,-29 33-9 0 0,-1 0 0 0 0,1 1-1 0 0,0-1 1 0 0,0 0 0 0 0,0 1 0 0 0,-1-1 0 0 0,1 0-1 0 0,0 1 1 0 0,0-1 0 0 0,0 1 0 0 0,0-1 0 0 0,0 1 0 0 0,0 0-1 0 0,0-1 1 0 0,0 1 0 0 0,0 0 0 0 0,0 0 0 0 0,0 0 0 0 0,0 0-1 0 0,0 0 1 0 0,0 0 0 0 0,0 0 0 0 0,1 0 0 0 0,0 0-1 0 0,-1 1 1 0 0,1 0-1 0 0,-1 0 0 0 0,0 0 1 0 0,0 0-1 0 0,0 0 0 0 0,0 0 1 0 0,0 0-1 0 0,0 0 0 0 0,0 0 1 0 0,-1 0-1 0 0,1 1 0 0 0,0-1 1 0 0,-1 0-1 0 0,1 0 0 0 0,0 1 1 0 0,-1 1-1 0 0,4 9-7 0 0,-1 1 0 0 0,-1 0 0 0 0,1 18-1 0 0,-1-15-2 0 0,-1-9-43 0 0,0-1 1 0 0,0 0-1 0 0,1 1 0 0 0,0-1 1 0 0,0 0-1 0 0,0 0 0 0 0,1 0 1 0 0,0-1-1 0 0,0 1 0 0 0,0-1 1 0 0,1 1-1 0 0,0-1 0 0 0,8 9 1 0 0,26 14-4693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11.2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18 113 3081 0 0,'-18'-18'10383'0'0,"25"19"-9981"0"0,55 3 1156 0 0,0-4 1 0 0,122-13 0 0 0,-126 7-885 0 0,345-22 2229 0 0,39-5-2337 0 0,-188 15-496 0 0,-183 16-774 0 0,111 12 0 0 0,-179-10 301 0 0,1 1 0 0 0,-1-1 0 0 0,0 1 0 0 0,1 0 0 0 0,-1 0 0 0 0,0 0 0 0 0,5 3 0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12.7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184 0 5353 0 0,'-1'3'15988'0'0,"0"-1"-15973"0"0,1-1 0 0 0,0 1 1 0 0,0-1-1 0 0,0 1 0 0 0,1 0 1 0 0,-1-1-1 0 0,0 1 1 0 0,0-1-1 0 0,1 1 0 0 0,-1-1 1 0 0,1 0-1 0 0,0 1 1 0 0,-1-1-1 0 0,1 1 0 0 0,0-1 1 0 0,0 0-1 0 0,0 0 0 0 0,0 1 1 0 0,0-1-1 0 0,0 0 1 0 0,0 0-1 0 0,0 0 0 0 0,0 0 1 0 0,0 0-1 0 0,1 0 1 0 0,-1-1-1 0 0,0 1 0 0 0,1 0 1 0 0,-1-1-1 0 0,0 1 0 0 0,1-1 1 0 0,-1 1-1 0 0,1-1 1 0 0,-1 1-1 0 0,1-1 0 0 0,-1 0 1 0 0,1 0-1 0 0,0 0 1 0 0,-1 0-1 0 0,1 0 0 0 0,-1 0 1 0 0,3-1-1 0 0,30-3 129 0 0,13 0 69 0 0,-45 4-227 0 0,1 0 0 0 0,0 0 0 0 0,-1 0 0 0 0,1 0-1 0 0,-1 1 1 0 0,1-1 0 0 0,-1 1 0 0 0,1 0 0 0 0,-1 0-1 0 0,1 0 1 0 0,-1 0 0 0 0,1 0 0 0 0,1 2 0 0 0,-3-2 15 0 0,0 0 1 0 0,-1 0-1 0 0,0 0 1 0 0,1 0-1 0 0,-1 0 1 0 0,1 0-1 0 0,-1 1 1 0 0,0-1-1 0 0,0 0 1 0 0,0 0-1 0 0,0 0 1 0 0,0 0-1 0 0,0 1 1 0 0,0-1-1 0 0,0 0 1 0 0,0 0-1 0 0,0 0 1 0 0,-1 0-1 0 0,1 1 1 0 0,-1-1-1 0 0,1 0 1 0 0,-1 0-1 0 0,1 0 1 0 0,-1 0-1 0 0,1 0 1 0 0,-1 0-1 0 0,0 0 1 0 0,1 0-1 0 0,-1 0 1 0 0,0-1-1 0 0,-2 3 1 0 0,-28 30 12 0 0,30-32-16 0 0,-43 38 94 0 0,-67 44-1 0 0,-29 25-234 0 0,131-95 143 0 0,14-5 0 0 0,25-1 0 0 0,-27-7 0 0 0,46 5-94 0 0,71 11 118 0 0,-105-13-34 0 0,0 1 0 0 0,0 0 0 0 0,0 1 0 0 0,-1 0-1 0 0,22 12 1 0 0,-35-16 5 0 0,0-1-1 0 0,0 1 1 0 0,0 0-1 0 0,0 0 1 0 0,0-1-1 0 0,0 1 1 0 0,-1 0-1 0 0,1 0 1 0 0,0 0-1 0 0,0 0 1 0 0,-1 0 0 0 0,1 0-1 0 0,0 0 1 0 0,-1 0-1 0 0,1 0 1 0 0,-1 0-1 0 0,0 0 1 0 0,1 0-1 0 0,-1 1 1 0 0,0-1-1 0 0,0 0 1 0 0,1 0-1 0 0,-1 0 1 0 0,0 0-1 0 0,0 1 1 0 0,0-1 0 0 0,-1 0-1 0 0,1 0 1 0 0,0 0-1 0 0,0 1 1 0 0,-1-1-1 0 0,1 0 1 0 0,0 0-1 0 0,-1 0 1 0 0,1 0-1 0 0,-1 0 1 0 0,0 0-1 0 0,1 0 1 0 0,-1 0 0 0 0,0 0-1 0 0,1 0 1 0 0,-1 0-1 0 0,0 0 1 0 0,-1 0-1 0 0,-6 8-50 0 0,0 0 0 0 0,-1-1 0 0 0,-15 11 0 0 0,14-11 27 0 0,-14 10 20 0 0,12-9 9 0 0,-1 1 0 0 0,2 0 0 0 0,-1 1-1 0 0,1 0 1 0 0,1 1 0 0 0,-16 21 0 0 0,26-32-3 0 0,-1-1 0 0 0,1 1 0 0 0,0-1 0 0 0,0 0-1 0 0,-1 1 1 0 0,1-1 0 0 0,0 1 0 0 0,0-1 0 0 0,0 1 0 0 0,-1-1 0 0 0,1 1 0 0 0,0-1 0 0 0,0 1 0 0 0,0-1 0 0 0,0 1 0 0 0,0 0 0 0 0,0-1 0 0 0,0 1 0 0 0,0-1 0 0 0,0 1 0 0 0,0-1 0 0 0,0 1 0 0 0,1-1 0 0 0,-1 1 0 0 0,0-1 0 0 0,0 1 0 0 0,0-1 0 0 0,1 1 0 0 0,-1-1 0 0 0,0 0 0 0 0,1 1 0 0 0,-1 0 0 0 0,20 4-225 0 0,23-9-174 0 0,-43 4 402 0 0,53-10-273 0 0,-28 4 76 0 0,1 1 1 0 0,51-2-1 0 0,-77 7 183 0 0,1 0-1 0 0,-1 0 1 0 0,0 0-1 0 0,0 0 1 0 0,0 0-1 0 0,0 0 1 0 0,0 0-1 0 0,0 0 1 0 0,1 0 0 0 0,-1 0-1 0 0,0 0 1 0 0,0 1-1 0 0,0-1 1 0 0,0 0-1 0 0,0 0 1 0 0,0 0-1 0 0,0 0 1 0 0,1 0-1 0 0,-1 0 1 0 0,0 0-1 0 0,0 0 1 0 0,0 0-1 0 0,0 0 1 0 0,0 1-1 0 0,0-1 1 0 0,0 0-1 0 0,0 0 1 0 0,0 0-1 0 0,0 0 1 0 0,0 0 0 0 0,0 0-1 0 0,0 0 1 0 0,0 1-1 0 0,0-1 1 0 0,0 0-1 0 0,0 0 1 0 0,0 0-1 0 0,0 0 1 0 0,0 0-1 0 0,0 0 1 0 0,0 1-1 0 0,0-1 1 0 0,0 0-1 0 0,0 0 1 0 0,0 0-1 0 0,0 0 1 0 0,0 0-1 0 0,0 0 1 0 0,0 1-1 0 0,0-1 1 0 0,0 0 0 0 0,0 0-1 0 0,0 0 1 0 0,-8 12-448 0 0,-13 13 27 0 0,17-21 340 0 0,-31 34-63 0 0,24-28 107 0 0,0 0 0 0 0,1 1 0 0 0,0 0 0 0 0,1 1 0 0 0,0 0 0 0 0,1 0 0 0 0,1 1 1 0 0,0 0-1 0 0,-6 15 0 0 0,13-26 71 0 0,-1-1 1 0 0,1 1 0 0 0,0 0 0 0 0,-1-1-1 0 0,1 1 1 0 0,0 0 0 0 0,0 0 0 0 0,0-1-1 0 0,1 1 1 0 0,-1 0 0 0 0,0-1 0 0 0,0 1-1 0 0,1 0 1 0 0,-1-1 0 0 0,1 1-1 0 0,0-1 1 0 0,-1 1 0 0 0,1-1 0 0 0,0 1-1 0 0,0-1 1 0 0,0 1 0 0 0,0-1 0 0 0,2 2-1 0 0,3 2 186 0 0,-1 0-1 0 0,1-1 1 0 0,0 0-1 0 0,11 6 1 0 0,-13-8-108 0 0,1 0 1 0 0,-1 1-1 0 0,1 0 1 0 0,-1 0-1 0 0,0 0 1 0 0,0 0-1 0 0,0 1 1 0 0,0-1-1 0 0,5 9 1 0 0,8 23 617 0 0,-3 1 1 0 0,-1 1 0 0 0,10 44 0 0 0,10 60-393 0 0,-6 2 0 0 0,-6 1 0 0 0,3 288 0 0 0,-24 97 324 0 0,-3-490-563 0 0,2-29-328 0 0,0 0 1 0 0,0-1-1 0 0,1 1 1 0 0,2 12-1 0 0,-2-16-31 0 0,3 14 470 0 0,0-17-695 0 0,2-9-1092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13.8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30 287 6417 0 0,'-10'6'-108'0'0,"-10"-1"8565"0"0,36-8-7062 0 0,23-4-295 0 0,40-9 382 0 0,1 4-1 0 0,133-3 1 0 0,-40 24-849 0 0,299 53 1 0 0,-412-52-628 0 0,-33-7 97 0 0,0 1 0 0 0,0 2 1 0 0,35 12-1 0 0,-61-17-137 0 0,1-1 0 0 0,0 1 0 0 0,0-1 0 0 0,0 0 0 0 0,0 1 0 0 0,0-1 0 0 0,0 0 0 0 0,0 0 1 0 0,0 0-1 0 0,0 0 0 0 0,0 0 0 0 0,0-1 0 0 0,0 1 0 0 0,-1-1 0 0 0,1 1 0 0 0,0-1 0 0 0,0 0 0 0 0,3-1 1 0 0,-1-1 16 0 0,0 0 0 0 0,0 0 0 0 0,0 0 0 0 0,0 0 0 0 0,0-1 1 0 0,-1 1-1 0 0,4-6 0 0 0,6-9 64 0 0,-2 1 0 0 0,16-34 0 0 0,-23 43-73 0 0,-1 2 110 0 0,0-1 1 0 0,1 1 0 0 0,0-1 0 0 0,1 1 0 0 0,-1 0 0 0 0,10-9 0 0 0,-13 14-68 0 0,0 1 1 0 0,0-1-1 0 0,0 0 1 0 0,-1 1-1 0 0,1-1 1 0 0,0 1-1 0 0,0-1 1 0 0,0 1-1 0 0,0-1 1 0 0,0 1-1 0 0,0 0 0 0 0,1 0 1 0 0,-1-1-1 0 0,0 1 1 0 0,0 0-1 0 0,0 0 1 0 0,0 0-1 0 0,0 0 1 0 0,0 0-1 0 0,0 0 1 0 0,2 1-1 0 0,-2 0-9 0 0,1 0-1 0 0,0 0 1 0 0,-1 0-1 0 0,1 0 0 0 0,-1 0 1 0 0,1 0-1 0 0,-1 1 0 0 0,0-1 1 0 0,1 1-1 0 0,-1-1 1 0 0,0 1-1 0 0,0-1 0 0 0,0 1 1 0 0,0 0-1 0 0,-1 0 0 0 0,2 2 1 0 0,1 2-4 0 0,-2-1 6 0 0,2-1-1 0 0,-1 1 1 0 0,0 0-1 0 0,1-1 1 0 0,0 1-1 0 0,5 5 1 0 0,-7-9-8 0 0,1 0-1 0 0,-1 0 1 0 0,0 0-1 0 0,0 0 1 0 0,0-1-1 0 0,1 1 1 0 0,-1 0-1 0 0,0-1 1 0 0,1 1-1 0 0,-1-1 1 0 0,0 0-1 0 0,1 1 1 0 0,-1-1 0 0 0,1 0-1 0 0,-1 0 1 0 0,1 0-1 0 0,-1 0 1 0 0,1 0-1 0 0,-1 0 1 0 0,0 0-1 0 0,1 0 1 0 0,-1-1-1 0 0,1 1 1 0 0,-1-1-1 0 0,0 1 1 0 0,1-1 0 0 0,-1 1-1 0 0,0-1 1 0 0,2-1-1 0 0,5-4 8 0 0,1 0 0 0 0,-1-1 0 0 0,0-1 0 0 0,-1 1 0 0 0,0-1 0 0 0,0 0 0 0 0,-1-1 0 0 0,0 1 0 0 0,0-1 1 0 0,4-10-1 0 0,20-27 19 0 0,-18 30-24 0 0,29-35 31 0 0,-37 47-33 0 0,-1 0 0 0 0,1 1 1 0 0,0 0-1 0 0,1-1 0 0 0,-1 1 1 0 0,1 1-1 0 0,-1-1 0 0 0,1 1 1 0 0,0 0-1 0 0,5-2 0 0 0,-9 4 1 0 0,1-1 0 0 0,0 1 1 0 0,0 0-1 0 0,-1 0 0 0 0,1 0 0 0 0,0 0 0 0 0,-1 1 0 0 0,1-1 0 0 0,0 0 0 0 0,-1 1 1 0 0,1-1-1 0 0,0 1 0 0 0,-1 0 0 0 0,1-1 0 0 0,-1 1 0 0 0,1 0 0 0 0,-1 0 0 0 0,1 0 1 0 0,-1 0-1 0 0,0 0 0 0 0,1 0 0 0 0,-1 1 0 0 0,0-1 0 0 0,0 0 0 0 0,0 1 0 0 0,0-1 1 0 0,0 0-1 0 0,0 1 0 0 0,0-1 0 0 0,-1 1 0 0 0,1 0 0 0 0,0 1 0 0 0,4 9 37 0 0,-1 0 0 0 0,0 0 0 0 0,3 17 0 0 0,-4-16-15 0 0,2 7-1 0 0,1 4 14 0 0,1 0 0 0 0,1 0 1 0 0,14 29-1 0 0,-20-47-61 0 0,1-1 0 0 0,0 0 0 0 0,0 0 0 0 0,0 0-1 0 0,0-1 1 0 0,1 1 0 0 0,0-1 0 0 0,0 1 0 0 0,0-2-1 0 0,1 1 1 0 0,-1 0 0 0 0,1-1 0 0 0,0 0 0 0 0,0 0-1 0 0,0 0 1 0 0,0 0 0 0 0,1-1 0 0 0,-1 0 0 0 0,12 3-1 0 0,-15-5 15 0 0,1 0 0 0 0,0-1-1 0 0,-1 1 1 0 0,1 0-1 0 0,-1-1 1 0 0,1 1-1 0 0,-1-1 1 0 0,1 0-1 0 0,-1 0 1 0 0,0 0 0 0 0,1 0-1 0 0,-1 0 1 0 0,0-1-1 0 0,0 1 1 0 0,0-1-1 0 0,0 1 1 0 0,0-1-1 0 0,0 0 1 0 0,0 0 0 0 0,0 0-1 0 0,-1 0 1 0 0,3-2-1 0 0,4-8 15 0 0,0-1 1 0 0,11-20-1 0 0,-16 26-13 0 0,11-19 85 0 0,0 1 1 0 0,22-27-1 0 0,-32 46-61 0 0,1 0-1 0 0,-1 0 1 0 0,1 1-1 0 0,1 0 1 0 0,-1 0-1 0 0,1 0 0 0 0,0 1 1 0 0,0 0-1 0 0,0 0 1 0 0,0 0-1 0 0,1 1 1 0 0,0 0-1 0 0,-1 0 1 0 0,12-2-1 0 0,-16 5-7 0 0,0 0-1 0 0,1 0 0 0 0,-1 0 0 0 0,1 0 1 0 0,-1 1-1 0 0,0-1 0 0 0,1 1 1 0 0,-1 0-1 0 0,0 0 0 0 0,0 0 1 0 0,0 0-1 0 0,1 0 0 0 0,-1 0 1 0 0,0 0-1 0 0,0 1 0 0 0,0-1 1 0 0,-1 1-1 0 0,1-1 0 0 0,0 1 1 0 0,-1 0-1 0 0,1 0 0 0 0,-1-1 0 0 0,3 5 1 0 0,4 6 80 0 0,0 1 0 0 0,10 23 0 0 0,-9-19-48 0 0,2 3-23 0 0,24 34 0 0 0,5-13-3810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14.1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 40 4609 0 0,'-23'7'286'0'0,"-20"9"2297"0"0,22 2 2871 0 0,20-18-5385 0 0,1 0 1 0 0,0 0-1 0 0,0 1 0 0 0,0-1 1 0 0,0 0-1 0 0,0 1 0 0 0,0-1 1 0 0,0 0-1 0 0,0 0 0 0 0,0 1 1 0 0,0-1-1 0 0,0 0 0 0 0,0 0 1 0 0,1 1-1 0 0,-1-1 0 0 0,0 0 0 0 0,0 1 1 0 0,0-1-1 0 0,0 0 0 0 0,0 0 1 0 0,0 0-1 0 0,1 1 0 0 0,-1-1 1 0 0,0 0-1 0 0,0 0 0 0 0,0 1 1 0 0,1-1-1 0 0,-1 0 0 0 0,0 0 1 0 0,0 0-1 0 0,1 0 0 0 0,-1 0 1 0 0,0 1-1 0 0,0-1 0 0 0,1 0 0 0 0,-1 0 1 0 0,0 0-1 0 0,0 0 0 0 0,1 0 1 0 0,-1 0-1 0 0,0 0 0 0 0,1 0 1 0 0,-1 0-1 0 0,0 0 0 0 0,0 0 1 0 0,1 0-1 0 0,-1 0 0 0 0,0 0 1 0 0,0 0-1 0 0,1 0 0 0 0,-1 0 1 0 0,0 0-1 0 0,0-1 0 0 0,1 1 0 0 0,-1 0 1 0 0,24-1 946 0 0,-22 1-733 0 0,54-6 1510 0 0,107-27 0 0 0,-60 10-1255 0 0,-39 12-207 0 0,-1 4 0 0 0,121 0 0 0 0,127 28 260 0 0,-172-13-607 0 0,-79-12-6781 0 0,-37 2-521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14.8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1 5985 0 0,'-1'0'82'0'0,"-3"4"877"0"0,0 0-1 0 0,1 0 1 0 0,-1 0-1 0 0,1 0 1 0 0,0 0-1 0 0,-6 10 1 0 0,9-11-642 0 0,-1 0 1 0 0,0 0-1 0 0,1 0 1 0 0,0 0-1 0 0,-1 0 0 0 0,1 0 1 0 0,0 0-1 0 0,1 0 1 0 0,-1 0-1 0 0,1 0 1 0 0,-1 0-1 0 0,1 0 1 0 0,0 0-1 0 0,1 3 0 0 0,38 133 2476 0 0,30 208-1 0 0,-10 148-2681 0 0,-53-428-65 0 0,4 0-1 0 0,2-1 0 0 0,3 0 1 0 0,32 84-1 0 0,-39-128-326 0 0,10 29-375 0 0,-8-17-2829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15.8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217 0 4321 0 0,'-4'0'1226'0'0,"0"1"0"0"0,0-1 0 0 0,0 1-1 0 0,0 0 1 0 0,0 0 0 0 0,0 0 0 0 0,-5 3 0 0 0,-43 27 3293 0 0,29-16-3470 0 0,15-11-728 0 0,-40 27 820 0 0,45-29-1097 0 0,1 0-1 0 0,-1 1 1 0 0,0-1 0 0 0,1 1-1 0 0,0-1 1 0 0,-1 1 0 0 0,1 0 0 0 0,0 0-1 0 0,1-1 1 0 0,-1 1 0 0 0,0 1 0 0 0,1-1-1 0 0,-2 5 1 0 0,3-8-38 0 0,0 1 0 0 0,0 0 0 0 0,1-1 0 0 0,-1 1 0 0 0,0 0 0 0 0,1-1-1 0 0,-1 1 1 0 0,0 0 0 0 0,1-1 0 0 0,-1 1 0 0 0,0-1 0 0 0,1 1 0 0 0,-1-1 0 0 0,1 1 0 0 0,-1-1 0 0 0,1 1 0 0 0,0-1 0 0 0,-1 1 0 0 0,1-1 0 0 0,-1 0-1 0 0,1 1 1 0 0,0-1 0 0 0,-1 0 0 0 0,1 0 0 0 0,0 1 0 0 0,-1-1 0 0 0,1 0 0 0 0,0 0 0 0 0,0 0 0 0 0,-1 0 0 0 0,1 0 0 0 0,0 0 0 0 0,-1 0 0 0 0,3 0-1 0 0,30 1 168 0 0,-28-1-134 0 0,83-6 264 0 0,-60 3-308 0 0,0 1 0 0 0,35 3 0 0 0,-63-1 5 0 0,1 0 0 0 0,-1 0 0 0 0,1 0-1 0 0,0 0 1 0 0,-1 0 0 0 0,1 0 0 0 0,-1 0 0 0 0,1 0 0 0 0,-1 0 0 0 0,1 1 0 0 0,-1-1 0 0 0,1 0-1 0 0,-1 0 1 0 0,1 1 0 0 0,-1-1 0 0 0,1 0 0 0 0,-1 1 0 0 0,1-1 0 0 0,-1 0 0 0 0,1 1 0 0 0,-1-1 0 0 0,0 1-1 0 0,1-1 1 0 0,-1 1 0 0 0,0-1 0 0 0,1 1 0 0 0,-1-1 0 0 0,0 1 0 0 0,0-1 0 0 0,1 1 0 0 0,-1-1 0 0 0,0 1-1 0 0,0 0 1 0 0,0 2 1 0 0,0-1 0 0 0,0 0 0 0 0,-1 0 0 0 0,1 0-1 0 0,-1 0 1 0 0,1 0 0 0 0,-1 0 0 0 0,0 0 0 0 0,-1 4-1 0 0,-29 41-96 0 0,29-45 70 0 0,-57 67-247 0 0,44-54 257 0 0,0 1-1 0 0,1 1 0 0 0,1 0 0 0 0,1 1 0 0 0,0 0 1 0 0,-18 40-1 0 0,29-56 17 0 0,1 0 1 0 0,-1-1 0 0 0,0 1-1 0 0,1 0 1 0 0,-1-1 0 0 0,1 1-1 0 0,0 0 1 0 0,-1 0-1 0 0,1 0 1 0 0,0-1 0 0 0,0 1-1 0 0,0 0 1 0 0,0 0 0 0 0,1-1-1 0 0,-1 1 1 0 0,0 0 0 0 0,1 0-1 0 0,-1-1 1 0 0,1 1 0 0 0,0 0-1 0 0,0-1 1 0 0,-1 1-1 0 0,1 0 1 0 0,0-1 0 0 0,0 1-1 0 0,0-1 1 0 0,1 0 0 0 0,-1 1-1 0 0,0-1 1 0 0,0 0 0 0 0,1 0-1 0 0,-1 0 1 0 0,1 0-1 0 0,-1 0 1 0 0,1 0 0 0 0,-1 0-1 0 0,1 0 1 0 0,0-1 0 0 0,-1 1-1 0 0,1 0 1 0 0,0-1 0 0 0,0 0-1 0 0,-1 1 1 0 0,1-1 0 0 0,3 0-1 0 0,11 2 38 0 0,-1-1 0 0 0,1-1 0 0 0,0 0-1 0 0,19-4 1 0 0,-17 2-36 0 0,-13 2 5 0 0,6-2-18 0 0,1 1 1 0 0,0 1-1 0 0,0 0 0 0 0,0 0 1 0 0,0 1-1 0 0,-1 1 1 0 0,1 0-1 0 0,18 5 1 0 0,-29-6 4 0 0,0-1 1 0 0,0 1 0 0 0,0-1-1 0 0,0 1 1 0 0,0-1-1 0 0,-1 1 1 0 0,1-1 0 0 0,0 1-1 0 0,0 0 1 0 0,0 0 0 0 0,-1-1-1 0 0,1 1 1 0 0,0 0 0 0 0,-1 0-1 0 0,1 0 1 0 0,0 0-1 0 0,-1 0 1 0 0,1 0 0 0 0,-1 0-1 0 0,0 0 1 0 0,1 0 0 0 0,-1 0-1 0 0,0 0 1 0 0,1 0-1 0 0,-1 0 1 0 0,0 0 0 0 0,0 2-1 0 0,-1 0-28 0 0,1 0 1 0 0,-1-1-1 0 0,0 1 0 0 0,0 0 0 0 0,0 0 0 0 0,0-1 0 0 0,0 1 0 0 0,0-1 1 0 0,-1 1-1 0 0,-2 3 0 0 0,-5 4-145 0 0,0 1 0 0 0,0-1 1 0 0,-14 11-1 0 0,-10 6-163 0 0,-31 27 153 0 0,59-48 125 0 0,-1-1 0 0 0,2 1 0 0 0,-1-1 0 0 0,0 1 0 0 0,1 1 0 0 0,1-1 0 0 0,-1 1 0 0 0,-4 9 0 0 0,8-15-61 0 0,0 0-1 0 0,0 1 0 0 0,0-1 0 0 0,0 0 1 0 0,-1 0-1 0 0,1 0 0 0 0,1 1 0 0 0,-1-1 1 0 0,0 0-1 0 0,0 0 0 0 0,0 0 1 0 0,1 1-1 0 0,-1-1 0 0 0,1 0 0 0 0,-1 0 1 0 0,1 0-1 0 0,-1 0 0 0 0,1 0 1 0 0,-1 0-1 0 0,1 0 0 0 0,0 0 0 0 0,0 0 1 0 0,-1 0-1 0 0,1 0 0 0 0,0-1 1 0 0,0 1-1 0 0,0 0 0 0 0,0 0 0 0 0,0-1 1 0 0,0 1-1 0 0,0-1 0 0 0,0 1 1 0 0,2 0-1 0 0,48 16-7626 0 0,-27-10 3767 0 0,-22-6 3846 0 0,0-1 0 0 0,0 1 1 0 0,0 1-1 0 0,0-1 0 0 0,0 0 1 0 0,-1 0-1 0 0,1 1 0 0 0,-1-1 0 0 0,1 1 1 0 0,-1-1-1 0 0,1 1 0 0 0,1 2 1 0 0,7 24 3054 0 0,-8-15-491 0 0,-2 0 1 0 0,1 0-1 0 0,-3 17 1 0 0,1 8-1064 0 0,-9 274 2968 0 0,-1-100-3037 0 0,5-34-562 0 0,5 229 326 0 0,6-352-876 0 0,3 0-1 0 0,23 85 1 0 0,48 102 309 0 0,-66-205-481 0 0,2-1 1 0 0,1-1-1 0 0,2 0 0 0 0,1-2 0 0 0,2 0 0 0 0,26 32 0 0 0,-34-57-11 0 0,-13-8 2 0 0,0 0 0 0 0,1 0 0 0 0,-1 0 1 0 0,1 0-1 0 0,-1 0 0 0 0,0 0 1 0 0,1 0-1 0 0,-1 0 0 0 0,0 0 1 0 0,1-1-1 0 0,-1 1 0 0 0,0 0 0 0 0,1 0 1 0 0,-1 0-1 0 0,0 0 0 0 0,0-1 1 0 0,1 1-1 0 0,-1 0 0 0 0,0 0 1 0 0,0-1-1 0 0,1 1 0 0 0,-1 0 1 0 0,0 0-1 0 0,0-1 0 0 0,0 1 0 0 0,1 0 1 0 0,-1-1-1 0 0,0 1 0 0 0,0 0 1 0 0,0-1-1 0 0,0 1 0 0 0,0 0 1 0 0,0-1-1 0 0,0 1 0 0 0,0 0 0 0 0,0-1 1 0 0,0 1-1 0 0,0-1 0 0 0,0 1 1 0 0,0 0-1 0 0,0-1 0 0 0,0 1 1 0 0,0-1-1 0 0,-4-2 43 0 0,-2 0-42 0 0,0 1 0 0 0,1-1 0 0 0,-1 1 0 0 0,0 1 0 0 0,-1-1 0 0 0,1 1 0 0 0,0 0 0 0 0,0 0 0 0 0,0 0 0 0 0,-1 1 0 0 0,-9 1 0 0 0,-16 2-4 0 0,-32 6 0 0 0,21-2-9 0 0,-164 14-756 0 0,118-18-5891 0 0,36-3-669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16.5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0 142 5529 0 0,'3'-2'220'0'0,"1"0"-1"0"0,-1 0 0 0 0,0 1 1 0 0,1 0-1 0 0,-1-1 1 0 0,1 1-1 0 0,-1 0 0 0 0,5 0 1 0 0,-2-1-16 0 0,88-21 3174 0 0,0 3-1 0 0,131-9 1 0 0,195 9-737 0 0,-299 17-2064 0 0,930-27-601 0 0,-878 28-1815 0 0,-126 2 799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17.4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128 112 6193 0 0,'0'-3'50'0'0,"1"-1"0"0"0,-1 0 0 0 0,-1 1 0 0 0,1-1 0 0 0,-1 0 0 0 0,1 1 0 0 0,-1-1 0 0 0,0 1 0 0 0,0-1 0 0 0,-1 1 0 0 0,1-1 0 0 0,-1 1 0 0 0,1 0 0 0 0,-1-1 0 0 0,0 1 0 0 0,0 0 0 0 0,-1 0 0 0 0,1 1 0 0 0,-1-1 0 0 0,1 0 0 0 0,-1 1 0 0 0,0 0 0 0 0,-4-3 0 0 0,2 1 679 0 0,-1 0 1 0 0,-1 0-1 0 0,1 1 1 0 0,-13-6-1 0 0,13 7 950 0 0,0 1-1 0 0,1-1 0 0 0,-1 1 0 0 0,0 0 1 0 0,-10 0-1 0 0,19 32 2362 0 0,-1-23-3825 0 0,47 465-8 0 0,0 1-532 0 0,-39-369-424 0 0,-5-42-3494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20.3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1319 1419 5985 0 0,'1'0'124'0'0,"0"1"0"0"0,-1-1 0 0 0,1 0 0 0 0,0 1-1 0 0,0-1 1 0 0,0 0 0 0 0,0 0 0 0 0,-1 0 0 0 0,1 0 0 0 0,0 0-1 0 0,0 0 1 0 0,0 0 0 0 0,0 0 0 0 0,0 0 0 0 0,-1-1 0 0 0,1 1-1 0 0,0 0 1 0 0,0 0 0 0 0,0-1 0 0 0,0 1 0 0 0,-1 0 0 0 0,1-1-1 0 0,0 1 1 0 0,0-2 0 0 0,18-6 774 0 0,7 12 7176 0 0,-28 0-8330 0 0,1-2 258 0 0,0 0-1 0 0,0 0 1 0 0,-1 0 0 0 0,1 0-1 0 0,0 0 1 0 0,-1-1-1 0 0,0 1 1 0 0,1-1 0 0 0,-1 1-1 0 0,0-1 1 0 0,0 1 0 0 0,1-1-1 0 0,-4 1 1 0 0,2-1 115 0 0,-1 0 0 0 0,0-1 0 0 0,0 1 0 0 0,1-1 0 0 0,-1 0 0 0 0,0 0 0 0 0,0 0 0 0 0,1-1 0 0 0,-1 1 0 0 0,0-1 0 0 0,1 0 0 0 0,-1 0 0 0 0,-5-2 0 0 0,-54-23 2070 0 0,52 21-2035 0 0,6 2-37 0 0,0 0 0 0 0,0-1 0 0 0,0 0 0 0 0,0 0 0 0 0,1 0 0 0 0,-1 0 0 0 0,1-1 0 0 0,0 0 0 0 0,0 1 0 0 0,-4-8 0 0 0,3 4 12 0 0,-1 0-1 0 0,0 1 0 0 0,-10-11 1 0 0,-2 1-69 0 0,2-1 1 0 0,0-1 0 0 0,1 0 0 0 0,-18-31 0 0 0,-28-36 92 0 0,-45-30-59 0 0,57 65 28 0 0,-81-110-1 0 0,91 108-69 0 0,-2 2-1 0 0,-1 2 1 0 0,-3 2 0 0 0,-2 2 0 0 0,-98-72 0 0 0,121 98-9 0 0,1 0 0 0 0,-22-24-1 0 0,36 34-39 0 0,1-1 0 0 0,0 0 0 0 0,1 0 0 0 0,0-1 0 0 0,1 0 0 0 0,0 0 0 0 0,-8-19 0 0 0,12 23-1 0 0,-1 0 0 0 0,0 1 0 0 0,0-1 0 0 0,-1 1 0 0 0,1 0 0 0 0,-1 0 0 0 0,-1 0 0 0 0,1 1 0 0 0,-1-1 0 0 0,0 1 0 0 0,0 0 0 0 0,-1 1 0 0 0,0-1 0 0 0,-10-6 0 0 0,5 3-9 0 0,0 0 1 0 0,0-1-1 0 0,1 0 0 0 0,0-1 0 0 0,1 0 0 0 0,0-1 1 0 0,1 0-1 0 0,0 0 0 0 0,-11-24 0 0 0,18 35 7 0 0,1 0 0 0 0,0 0 0 0 0,0-1 0 0 0,0 1 0 0 0,0 0 0 0 0,0 0 0 0 0,0-1 0 0 0,0 1 0 0 0,0 0 0 0 0,0-1 0 0 0,0 1 0 0 0,0 0 0 0 0,0 0 0 0 0,0-1 0 0 0,0 1 0 0 0,1 0 0 0 0,-1 0 0 0 0,0-1 0 0 0,0 1 0 0 0,0 0 0 0 0,0 0 0 0 0,0-1 0 0 0,1 1 0 0 0,-1 0 0 0 0,0 0 0 0 0,0 0 0 0 0,0 0 0 0 0,1-1 0 0 0,-1 1 0 0 0,0 0 0 0 0,0 0 0 0 0,0 0 0 0 0,1 0-1 0 0,-1 0 1 0 0,0-1 0 0 0,1 1 0 0 0,16-5-41 0 0,15 3 33 0 0,-23 3 6 0 0,0 1-1 0 0,0 1 1 0 0,-1-1 0 0 0,0 1-1 0 0,1 1 1 0 0,13 8 0 0 0,-19-10 30 0 0,0-1 0 0 0,-1 1 1 0 0,0 0-1 0 0,1 1 0 0 0,-1-1 0 0 0,0 0 1 0 0,0 1-1 0 0,0-1 0 0 0,0 1 1 0 0,0 0-1 0 0,-1-1 0 0 0,1 1 1 0 0,-1 0-1 0 0,0 0 0 0 0,0 0 1 0 0,0 0-1 0 0,0 0 0 0 0,-1 1 0 0 0,1-1 1 0 0,-1 0-1 0 0,1 6 0 0 0,-1-7-41 0 0,0 0-1 0 0,1 0 0 0 0,0 1 1 0 0,-1-1-1 0 0,1 0 0 0 0,0 0 1 0 0,0 0-1 0 0,0 0 0 0 0,0 0 1 0 0,1 0-1 0 0,-1 0 0 0 0,0 0 0 0 0,1 0 1 0 0,-1-1-1 0 0,1 1 0 0 0,0 0 1 0 0,0-1-1 0 0,-1 1 0 0 0,1-1 1 0 0,0 0-1 0 0,0 0 0 0 0,5 2 1 0 0,-4-1-86 0 0,10 7-306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24.1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70 559 6913 0 0,'-28'-1'1297'0'0,"25"1"-999"0"0,1 1 0 0 0,0-1 1 0 0,-1 0-1 0 0,1 0 1 0 0,0 0-1 0 0,-1 0 1 0 0,1 0-1 0 0,0-1 0 0 0,-1 1 1 0 0,1-1-1 0 0,0 1 1 0 0,0-1-1 0 0,-1 0 1 0 0,1 0-1 0 0,0 0 0 0 0,-2-1 1 0 0,18 22 7870 0 0,-14-18-8124 0 0,1 0 0 0 0,0 0 1 0 0,0 0-1 0 0,1-1 0 0 0,-1 1 1 0 0,0 0-1 0 0,1 0 0 0 0,-1-1 1 0 0,1 1-1 0 0,-1-1 0 0 0,1 1 1 0 0,0-1-1 0 0,0 1 0 0 0,-1-1 1 0 0,1 0-1 0 0,0 0 0 0 0,0 0 1 0 0,0 0-1 0 0,0-1 0 0 0,0 1 1 0 0,1 0-1 0 0,-1-1 0 0 0,0 1 0 0 0,3-1 1 0 0,52 5 86 0 0,1-2 0 0 0,0-3 0 0 0,0-2 0 0 0,103-18 0 0 0,-156 19-106 0 0,1 0 0 0 0,-1-1 0 0 0,0 0 0 0 0,0 0 0 0 0,1-1 0 0 0,-1 1 0 0 0,-1-1 0 0 0,1 0-1 0 0,0 0 1 0 0,-1-1 0 0 0,1 1 0 0 0,-1-1 0 0 0,0 0 0 0 0,0 0 0 0 0,-1 0 0 0 0,1-1 0 0 0,-1 0 0 0 0,0 1 0 0 0,0-1 0 0 0,-1 0 0 0 0,1 0 0 0 0,-1 0 0 0 0,3-10 0 0 0,1-9 207 0 0,-1-1 0 0 0,0 0-1 0 0,-2 0 1 0 0,0-27 0 0 0,0 15-69 0 0,-2 20-177 0 0,6-61-388 0 0,-5-114 0 0 0,-2 173-3496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26.5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11058 0 0,'0'0'853'0'0,"9"20"2022"0"0,27 117 1677 0 0,5 75-3383 0 0,-23-114-1044 0 0,-6-18-998 0 0,-9-27-4791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26.8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7 485 2304 0 0,'-3'-28'357'0'0,"0"0"-1"0"0,2 0 1 0 0,3-30-1 0 0,0 29 837 0 0,2 0 0 0 0,1 0-1 0 0,1 1 1 0 0,1 0 0 0 0,16-39-1 0 0,-17 54-430 0 0,0 1 0 0 0,1 0 0 0 0,0 1-1 0 0,0 0 1 0 0,11-12 0 0 0,-14 18-559 0 0,0 1 1 0 0,0-1 0 0 0,1 1-1 0 0,0 0 1 0 0,0 0-1 0 0,0 1 1 0 0,0-1-1 0 0,0 1 1 0 0,1 0-1 0 0,0 0 1 0 0,-1 1-1 0 0,1 0 1 0 0,7-2 0 0 0,-12 4-181 0 0,0 0 0 0 0,0 0 0 0 0,0-1 0 0 0,0 1 0 0 0,0 0 0 0 0,0 0 0 0 0,0 1 0 0 0,0-1 1 0 0,0 0-1 0 0,0 0 0 0 0,0 0 0 0 0,0 1 0 0 0,0-1 0 0 0,-1 0 0 0 0,1 1 0 0 0,0-1 0 0 0,0 1 1 0 0,0-1-1 0 0,0 1 0 0 0,-1-1 0 0 0,1 1 0 0 0,0 0 0 0 0,0-1 0 0 0,-1 1 0 0 0,2 1 0 0 0,-1 0 11 0 0,1 1-1 0 0,-1 0 0 0 0,0-1 1 0 0,0 1-1 0 0,0 0 0 0 0,0-1 1 0 0,0 1-1 0 0,0 5 0 0 0,0 6 61 0 0,-1 0 0 0 0,-1 24-1 0 0,0-35-65 0 0,-7 54 156 0 0,-2-1 0 0 0,-3 0 0 0 0,-32 87 0 0 0,8-31 2121 0 0,36-91-1763 0 0,1-21-528 0 0,1 1-1 0 0,-1-1 1 0 0,0 1-1 0 0,0-1 1 0 0,1 1 0 0 0,-1-1-1 0 0,0 0 1 0 0,1 1 0 0 0,-1-1-1 0 0,1 1 1 0 0,-1-1 0 0 0,0 0-1 0 0,1 1 1 0 0,-1-1 0 0 0,1 0-1 0 0,-1 0 1 0 0,1 1 0 0 0,-1-1-1 0 0,1 0 1 0 0,-1 0 0 0 0,1 0-1 0 0,0 1 1 0 0,3-1-4 0 0,0 0 0 0 0,0 0 0 0 0,0-1 0 0 0,0 1 0 0 0,0-1 0 0 0,0 0 1 0 0,-1 0-1 0 0,5-2 0 0 0,-4 2-27 0 0,27-9-146 0 0,51-9 1 0 0,-71 18-499 0 0,1 0 0 0 0,-1 0 0 0 0,0 1 0 0 0,22 3 1 0 0,-17 0-682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27.0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 3225 0 0,'22'-7'-889'0'0,"12"4"6040"0"0,-32 3-4772 0 0,0 1 0 0 0,0-1 0 0 0,0 0-1 0 0,0 1 1 0 0,0-1 0 0 0,0 1 0 0 0,0 0 0 0 0,0 0 0 0 0,-1 0 0 0 0,1 0 0 0 0,0 0 0 0 0,-1 0 0 0 0,1 0-1 0 0,0 0 1 0 0,-1 1 0 0 0,0-1 0 0 0,1 1 0 0 0,-1-1 0 0 0,0 1 0 0 0,0-1 0 0 0,0 1 0 0 0,0 0 0 0 0,0 0-1 0 0,0-1 1 0 0,0 1 0 0 0,0 3 0 0 0,6 23 313 0 0,-2 0 1 0 0,-1 0-1 0 0,-1 0 0 0 0,-2 0 0 0 0,0 1 1 0 0,-6 39-1 0 0,2 22 238 0 0,3-79-933 0 0,4 86-307 0 0,-1-76-41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30.8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57 8754 0 0,'6'-56'8648'0'0,"-5"75"-7461"0"0,1-1-1 0 0,7 27 0 0 0,1 7 258 0 0,9 42-1307 0 0,3-1 1 0 0,54 139-1 0 0,-70-220 0 0 0,-6-12-194 0 0,0 0 0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31.2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54 218 5065 0 0,'-1'-9'375'0'0,"0"1"-1"0"0,0-1 1 0 0,1 0 0 0 0,0 1 0 0 0,1-1-1 0 0,0 0 1 0 0,0 1 0 0 0,1-1-1 0 0,0 1 1 0 0,0-1 0 0 0,1 1-1 0 0,0 0 1 0 0,7-11 0 0 0,-8 13-79 0 0,1 0 0 0 0,0 0 0 0 0,1 1 1 0 0,0-1-1 0 0,0 1 0 0 0,0 0 0 0 0,0 0 1 0 0,1 0-1 0 0,0 1 0 0 0,0 0 0 0 0,0 0 1 0 0,0 0-1 0 0,1 0 0 0 0,-1 1 0 0 0,1 0 1 0 0,0 0-1 0 0,0 0 0 0 0,10-2 0 0 0,-14 5-230 0 0,0-1 0 0 0,-1 1-1 0 0,1 0 1 0 0,0 0 0 0 0,0 0-1 0 0,-1 0 1 0 0,1 0 0 0 0,0 0-1 0 0,0 0 1 0 0,-1 1-1 0 0,1-1 1 0 0,0 1 0 0 0,-1-1-1 0 0,1 1 1 0 0,-1-1 0 0 0,1 1-1 0 0,0 0 1 0 0,-1 0 0 0 0,0 0-1 0 0,1 0 1 0 0,-1 0-1 0 0,2 2 1 0 0,-1-1-3 0 0,0 1 0 0 0,0 0 1 0 0,-1-1-1 0 0,1 1 0 0 0,-1 0 0 0 0,1 0 0 0 0,-1 0 0 0 0,0 0 0 0 0,0 1 1 0 0,-1-1-1 0 0,1 4 0 0 0,1 5 32 0 0,-2 0 1 0 0,1 0-1 0 0,-2 0 1 0 0,0 0-1 0 0,-3 16 1 0 0,-2-2-72 0 0,-1 0 0 0 0,-1-1 0 0 0,-1 1 0 0 0,-23 40 1 0 0,-61 88 492 0 0,30-55 1595 0 0,62-99-2086 0 0,0 1 0 0 0,1-1 1 0 0,-1 1-1 0 0,0 0 0 0 0,1 0 0 0 0,-1-1 1 0 0,1 1-1 0 0,-1 0 0 0 0,1 0 0 0 0,0 0 0 0 0,-1-1 1 0 0,1 1-1 0 0,0 0 0 0 0,0 0 0 0 0,-1 0 1 0 0,1 0-1 0 0,0 0 0 0 0,0 0 0 0 0,0 0 0 0 0,0 0 1 0 0,0-1-1 0 0,0 1 0 0 0,1 0 0 0 0,-1 0 1 0 0,0 0-1 0 0,0 0 0 0 0,1 0 0 0 0,-1 0 0 0 0,0-1 1 0 0,1 1-1 0 0,-1 0 0 0 0,1 0 0 0 0,-1 0 1 0 0,1-1-1 0 0,-1 1 0 0 0,1 0 0 0 0,0-1 0 0 0,-1 1 1 0 0,1 0-1 0 0,0-1 0 0 0,-1 1 0 0 0,1-1 1 0 0,0 1-1 0 0,0-1 0 0 0,0 1 0 0 0,-1-1 0 0 0,1 0 1 0 0,0 0-1 0 0,0 1 0 0 0,0-1 0 0 0,0 0 1 0 0,0 0-1 0 0,0 0 0 0 0,-1 0 0 0 0,1 0 0 0 0,0 0 1 0 0,1 0-1 0 0,9 1-3 0 0,0-1 0 0 0,0-1-1 0 0,19-3 1 0 0,-22 3 37 0 0,82-13 17 0 0,73-6-926 0 0,-134 17-1069 0 0,36-8 1 0 0,-35 5-4915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39.4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153 149 1840 0 0,'-14'-19'1155'0'0,"0"1"-1"0"0,-2 1 0 0 0,0 0 0 0 0,-1 1 1 0 0,-22-16-1 0 0,2 3 4890 0 0,47 44-2553 0 0,1 12-3263 0 0,-10-23-82 0 0,5 11-26 0 0,-1 1 0 0 0,-1 0 0 0 0,-1 0 1 0 0,0 0-1 0 0,-1 0 0 0 0,0 26 1 0 0,-4 3 11 0 0,-8 45 1 0 0,0 11 25 0 0,9-98-138 0 0,1-1 0 0 0,0 1 0 0 0,0 0-1 0 0,0-1 1 0 0,0 1 0 0 0,0 0 0 0 0,1-1 0 0 0,-1 1-1 0 0,1-1 1 0 0,0 1 0 0 0,-1 0 0 0 0,1-1 0 0 0,1 0-1 0 0,-1 1 1 0 0,0-1 0 0 0,0 0 0 0 0,1 1 0 0 0,0-1-1 0 0,-1 0 1 0 0,1 0 0 0 0,4 3 0 0 0,-3-3 14 0 0,0 0 1 0 0,0-1-1 0 0,1 0 1 0 0,-1 1-1 0 0,1-1 1 0 0,-1-1-1 0 0,1 1 0 0 0,-1 0 1 0 0,1-1-1 0 0,0 0 1 0 0,-1 0-1 0 0,1 0 1 0 0,-1 0-1 0 0,1 0 1 0 0,6-2-1 0 0,22-5-97 0 0,0-1 0 0 0,-1-2 0 0 0,56-25 0 0 0,82-55-7588 0 0,-151 80 2733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39.6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3 2761 0 0,'-2'-1'431'0'0,"0"1"0"0"0,0-1-1 0 0,0 1 1 0 0,-1-1 0 0 0,1 1 0 0 0,0 0 0 0 0,0 0 0 0 0,0 0 0 0 0,-1 1 0 0 0,1-1 0 0 0,0 0 0 0 0,-3 1 0 0 0,4 0-166 0 0,0-1 1 0 0,1 1-1 0 0,-1-1 0 0 0,0 1 1 0 0,0 0-1 0 0,0-1 0 0 0,0 1 1 0 0,0 0-1 0 0,1 0 0 0 0,-1-1 0 0 0,0 1 1 0 0,1 0-1 0 0,-1 0 0 0 0,1 0 1 0 0,-1 0-1 0 0,1 0 0 0 0,-1 0 1 0 0,0 1-1 0 0,0 4 455 0 0,0 0 1 0 0,1 0-1 0 0,-1 0 1 0 0,1 1-1 0 0,0-1 0 0 0,1 0 1 0 0,1 6-1 0 0,-1 6-742 0 0,8 156 2770 0 0,10 112-4591 0 0,-13-249-5396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40.2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11979 0 0,'0'1'1244'0'0,"3"2"-752"0"0,-1 1 1 0 0,0-1-1 0 0,0 1 1 0 0,0 0-1 0 0,0 0 1 0 0,-1 0-1 0 0,1 0 0 0 0,-1 0 1 0 0,1 9-1 0 0,2 3 349 0 0,24 99 705 0 0,23 209 0 0 0,-20-101-6593 0 0,-29-196 2522 0 0,-2-27 2353 0 0,0 1-1 0 0,1 0 1 0 0,-1 0-1 0 0,0 0 0 0 0,0-1 1 0 0,0 1-1 0 0,0 0 1 0 0,0 0-1 0 0,0-1 0 0 0,0 1 1 0 0,-1 0-1 0 0,1 0 1 0 0,0-1-1 0 0,0 1 1 0 0,0 0-1 0 0,-1 0 0 0 0,1-1 1 0 0,0 1-1 0 0,-1 0 1 0 0,1-1-1 0 0,-1 1 0 0 0,1 0 1 0 0,-1-1-1 0 0,1 1 1 0 0,-1-1-1 0 0,1 1 1 0 0,-1-1-1 0 0,-1 1 0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40.6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10 574 3681 0 0,'-4'-26'373'0'0,"1"1"0"0"0,1-1 1 0 0,1 0-1 0 0,2 0 0 0 0,0 0 1 0 0,8-38-1 0 0,-2 30 741 0 0,1 1 1 0 0,2 0-1 0 0,1 1 1 0 0,22-46 0 0 0,-28 69-791 0 0,1 0 0 0 0,-1 0 0 0 0,1 1 1 0 0,1 0-1 0 0,0 0 0 0 0,0 0 0 0 0,0 1 1 0 0,1 0-1 0 0,0 0 0 0 0,0 1 0 0 0,1 0 1 0 0,13-7-1 0 0,-8 7 113 0 0,1-1 0 0 0,-1 2 0 0 0,1 0 0 0 0,1 0 0 0 0,-1 2 1 0 0,1 0-1 0 0,23-1 0 0 0,-38 3-386 0 0,0 1-1 0 0,0 0 1 0 0,0 0 0 0 0,1 0-1 0 0,-1 0 1 0 0,0 0 0 0 0,0 0-1 0 0,0 0 1 0 0,1 1 0 0 0,-1-1 0 0 0,0 0-1 0 0,0 1 1 0 0,0-1 0 0 0,0 1-1 0 0,0-1 1 0 0,0 1 0 0 0,0-1 0 0 0,0 1-1 0 0,0 0 1 0 0,0-1 0 0 0,0 1-1 0 0,0 0 1 0 0,0 0 0 0 0,-1 0-1 0 0,2 1 1 0 0,-1 0-13 0 0,-1 0 0 0 0,1 0 0 0 0,0 0 0 0 0,-1 0 0 0 0,0 0 0 0 0,1 0 0 0 0,-1 0 0 0 0,0 0 0 0 0,0 0 0 0 0,0 0 0 0 0,0 0 0 0 0,0 0 0 0 0,-1 3 0 0 0,-2 8 2 0 0,-1 0-1 0 0,-1 1 0 0 0,-8 17 1 0 0,9-22 38 0 0,-30 64-52 0 0,18-42 112 0 0,2 1 1 0 0,1 1 0 0 0,-14 56 0 0 0,26-87-128 0 0,0 0 1 0 0,1 1-1 0 0,-1-1 0 0 0,1 1 0 0 0,0-1 1 0 0,0 0-1 0 0,0 1 0 0 0,0-1 0 0 0,0 1 1 0 0,1-1-1 0 0,-1 0 0 0 0,1 1 0 0 0,-1-1 1 0 0,1 0-1 0 0,0 1 0 0 0,0-1 0 0 0,0 0 1 0 0,0 0-1 0 0,0 0 0 0 0,1 0 0 0 0,2 4 1 0 0,-2-4 21 0 0,1-1 0 0 0,0 1 0 0 0,0 0 0 0 0,-1 0 0 0 0,1-1 0 0 0,0 0 0 0 0,1 0 0 0 0,-1 0 0 0 0,0 0 0 0 0,0 0 0 0 0,0 0 0 0 0,1-1 0 0 0,5 1 0 0 0,10-2 101 0 0,0 0 1 0 0,-1-1-1 0 0,1-1 1 0 0,24-6-1 0 0,-41 8-133 0 0,39-10-187 0 0,-28 7-244 0 0,-1 0 0 0 0,2 1 0 0 0,-1 0 0 0 0,0 1 0 0 0,0 0 1 0 0,1 1-1 0 0,-1 1 0 0 0,1 0 0 0 0,26 4 0 0 0,-21 1-6575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41.1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166 85 3681 0 0,'-11'-27'1564'0'0,"9"20"-481"0"0,-1 1 1 0 0,0 0-1 0 0,-1 1 1 0 0,0-1-1 0 0,-4-5 1 0 0,6 9-777 0 0,1 1 0 0 0,0 0 0 0 0,0-1 0 0 0,-1 1 0 0 0,1 0 0 0 0,0 0 0 0 0,-1 0 0 0 0,1 0 0 0 0,-1 0 0 0 0,1 1 0 0 0,-1-1 1 0 0,0 0-1 0 0,1 1 0 0 0,-1-1 0 0 0,0 1 0 0 0,1-1 0 0 0,-1 1 0 0 0,0 0 0 0 0,0 0 0 0 0,-3 0 0 0 0,3 0-194 0 0,0 1 1 0 0,0 0-1 0 0,-1-1 0 0 0,1 1 0 0 0,0 0 0 0 0,0 0 0 0 0,0 1 1 0 0,0-1-1 0 0,0 0 0 0 0,1 1 0 0 0,-1-1 0 0 0,-3 4 1 0 0,-1 2-48 0 0,0 1 1 0 0,0 0 0 0 0,0 0 0 0 0,1 1-1 0 0,0 0 1 0 0,1 0 0 0 0,0 0 0 0 0,0 0 0 0 0,1 1-1 0 0,0 0 1 0 0,-2 13 0 0 0,1 3 89 0 0,1 1 1 0 0,2 0-1 0 0,1 28 1 0 0,0-43-203 0 0,1 0 0 0 0,1 1 1 0 0,0-1-1 0 0,0-1 0 0 0,2 1 1 0 0,-1 0-1 0 0,2-1 1 0 0,-1 1-1 0 0,1-1 0 0 0,1 0 1 0 0,0-1-1 0 0,1 1 1 0 0,11 13-1 0 0,-14-19 19 0 0,1 0 1 0 0,1 0-1 0 0,-1 0 1 0 0,0-1-1 0 0,1 1 1 0 0,0-1-1 0 0,0-1 0 0 0,1 1 1 0 0,-1-1-1 0 0,1 0 1 0 0,-1 0-1 0 0,1-1 1 0 0,0 0-1 0 0,0 0 0 0 0,0-1 1 0 0,0 0-1 0 0,0 0 1 0 0,0 0-1 0 0,0-1 0 0 0,1 0 1 0 0,-1-1-1 0 0,0 0 1 0 0,0 0-1 0 0,7-2 1 0 0,-1 0 86 0 0,0-1 1 0 0,0 0-1 0 0,0-1 1 0 0,18-11-1 0 0,-26 14 38 0 0,0-1 0 0 0,-1 0-1 0 0,1 0 1 0 0,-1 0 0 0 0,0-1-1 0 0,0 0 1 0 0,-1 1-1 0 0,1-1 1 0 0,-1-1 0 0 0,0 1-1 0 0,0 0 1 0 0,0-1-1 0 0,0 0 1 0 0,2-7 0 0 0,-4 11-66 0 0,-1 0 0 0 0,1 0 1 0 0,-1 0-1 0 0,1 0 1 0 0,-1 0-1 0 0,1 0 0 0 0,-1-1 1 0 0,0 1-1 0 0,0 0 1 0 0,0 0-1 0 0,0 0 0 0 0,1 0 1 0 0,-2-1-1 0 0,1 1 1 0 0,0 0-1 0 0,0 0 0 0 0,0 0 1 0 0,0-1-1 0 0,-1 1 1 0 0,1 0-1 0 0,-1 0 0 0 0,1 0 1 0 0,-1 0-1 0 0,1 0 1 0 0,-1 0-1 0 0,1 0 0 0 0,-1 0 1 0 0,0 0-1 0 0,0 0 1 0 0,1 0-1 0 0,-1 0 0 0 0,0 0 1 0 0,0 1-1 0 0,0-1 1 0 0,0 0-1 0 0,0 1 0 0 0,0-1 1 0 0,0 1-1 0 0,0-1 1 0 0,0 1-1 0 0,-1-1 0 0 0,1 1 1 0 0,0 0-1 0 0,0-1 0 0 0,0 1 1 0 0,-3 0-1 0 0,-2 0 33 0 0,0 0 0 0 0,-1 0-1 0 0,1 0 1 0 0,0 1 0 0 0,0 0 0 0 0,0 0-1 0 0,-10 4 1 0 0,-7 4-344 0 0,0 1 0 0 0,1 1 0 0 0,1 2 0 0 0,0 0 0 0 0,1 1 0 0 0,0 0 0 0 0,1 2 0 0 0,0 0 0 0 0,-25 31 0 0 0,23-20-7237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41.8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0 124 8754 0 0,'7'-34'5049'0'0,"16"-52"0"0"0,-23 86-4995 0 0,0 0 0 0 0,0 0 0 0 0,0 0 0 0 0,0-1 0 0 0,0 1 0 0 0,0 0 0 0 0,0 0 0 0 0,0 0 0 0 0,0 0 0 0 0,0 0 0 0 0,1-1 0 0 0,-1 1 0 0 0,0 0 0 0 0,0 0 54 0 0,0 0-54 0 0,0 0 0 0 0,0 0 0 0 0,1-1 0 0 0,-1 1 0 0 0,0 0 0 0 0,0 0 0 0 0,0 0 1 0 0,0 0-1 0 0,0 0 0 0 0,1 0 0 0 0,-1 0 0 0 0,0 0 0 0 0,0 0 0 0 0,0 0 0 0 0,0 0 0 0 0,1 0 0 0 0,-1 0 0 0 0,0 0 0 0 0,0 0 0 0 0,0 0 0 0 0,0 0 0 0 0,1 0 0 0 0,-1 0 0 0 0,0 0 0 0 0,0 0 0 0 0,0 0 0 0 0,0 0 0 0 0,1 0 0 0 0,-1 0 0 0 0,0 0 0 0 0,0 0 0 0 0,0 1 0 0 0,0-1 0 0 0,1 0 54 0 0,-1 0-54 0 0,0 0 0 0 0,10 13 733 0 0,6 16-691 0 0,-3 3-24 0 0,-1 0 0 0 0,14 66 1 0 0,1 72 378 0 0,12 50-545 0 0,-33-194-214 0 0,2-2 0 0 0,1 1 1 0 0,1-1-1 0 0,1 0 0 0 0,1-1 0 0 0,23 33 0 0 0,-25-42-1223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42.4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104 153 456 0 0,'-13'0'-170'0'0,"-36"-2"4721"0"0,47 2-4240 0 0,-1 0 0 0 0,1 0 1 0 0,0-1-1 0 0,-1 0 1 0 0,1 1-1 0 0,0-1 0 0 0,0 0 1 0 0,-1 0-1 0 0,1 0 0 0 0,0 0 1 0 0,0 0-1 0 0,0-1 1 0 0,0 1-1 0 0,1-1 0 0 0,-1 1 1 0 0,-3-4-1 0 0,5 4-168 0 0,-1-1 0 0 0,1 1 1 0 0,0 0-1 0 0,-1-1 0 0 0,1 1 0 0 0,0 0 0 0 0,0-1 0 0 0,0 1 1 0 0,0-1-1 0 0,0 1 0 0 0,0 0 0 0 0,0-1 0 0 0,1 1 0 0 0,-1 0 1 0 0,0-1-1 0 0,1 1 0 0 0,-1 0 0 0 0,1-1 0 0 0,-1 1 0 0 0,1 0 0 0 0,0 0 1 0 0,-1-1-1 0 0,1 1 0 0 0,0 0 0 0 0,0 0 0 0 0,0 0 0 0 0,0 0 1 0 0,2-1-1 0 0,32-26 1065 0 0,-16 16-778 0 0,0 1-1 0 0,1 2 1 0 0,23-9 0 0 0,-33 15-278 0 0,0-1 1 0 0,0 2-1 0 0,1 0 0 0 0,-1 0 1 0 0,1 0-1 0 0,-1 2 0 0 0,1-1 1 0 0,17 3-1 0 0,-26-2-128 0 0,0 0-1 0 0,0 0 1 0 0,0 0-1 0 0,0 1 1 0 0,0 0 0 0 0,0-1-1 0 0,0 1 1 0 0,0 0 0 0 0,0 0-1 0 0,0-1 1 0 0,-1 2-1 0 0,1-1 1 0 0,0 0 0 0 0,-1 0-1 0 0,1 0 1 0 0,0 1-1 0 0,-1-1 1 0 0,0 1 0 0 0,1-1-1 0 0,-1 1 1 0 0,0 0-1 0 0,2 2 1 0 0,-2-1-7 0 0,-1 1 1 0 0,1-1-1 0 0,0 0 0 0 0,-1 0 1 0 0,0 1-1 0 0,1-1 0 0 0,-1 0 1 0 0,-1 0-1 0 0,1 1 0 0 0,0-1 1 0 0,-1 0-1 0 0,-1 6 0 0 0,-4 9-39 0 0,-1-1 0 0 0,-1 0 0 0 0,-18 31 0 0 0,23-43 5 0 0,-42 63-186 0 0,29-44 318 0 0,0-1 0 0 0,2 2 0 0 0,-20 45 0 0 0,34-69-74 0 0,-1-1 0 0 0,1 1-1 0 0,-1 0 1 0 0,1-1 0 0 0,0 1-1 0 0,-1 0 1 0 0,1 0 0 0 0,0-1-1 0 0,0 1 1 0 0,-1 0 0 0 0,1 0 0 0 0,0 0-1 0 0,0-1 1 0 0,0 1 0 0 0,0 0-1 0 0,0 0 1 0 0,0 0 0 0 0,0-1-1 0 0,0 1 1 0 0,0 0 0 0 0,1 0 0 0 0,-1 0-1 0 0,0-1 1 0 0,1 1 0 0 0,-1 0-1 0 0,0 0 1 0 0,1-1 0 0 0,-1 1-1 0 0,1 0 1 0 0,-1-1 0 0 0,1 1 0 0 0,-1 0-1 0 0,1-1 1 0 0,-1 1 0 0 0,1-1-1 0 0,0 1 1 0 0,-1-1 0 0 0,1 1-1 0 0,0-1 1 0 0,-1 0 0 0 0,1 1 0 0 0,0-1-1 0 0,0 0 1 0 0,-1 1 0 0 0,1-1-1 0 0,0 0 1 0 0,0 0 0 0 0,0 0-1 0 0,-1 0 1 0 0,1 0 0 0 0,0 0 0 0 0,0 0-1 0 0,0 0 1 0 0,0 0 0 0 0,-1 0-1 0 0,1 0 1 0 0,1-1 0 0 0,8 0 131 0 0,1-2 0 0 0,-1 1 0 0 0,16-7 0 0 0,-17 6-142 0 0,208-74 580 0 0,-53 18-4624 0 0,-145 52-3006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8:44.5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52 117 1376 0 0,'-28'-3'802'0'0,"26"3"-576"0"0,1 0 0 0 0,0-1 0 0 0,-1 1 0 0 0,1 0 0 0 0,-1-1 0 0 0,1 1 0 0 0,0-1-1 0 0,0 1 1 0 0,-1-1 0 0 0,1 1 0 0 0,0-1 0 0 0,0 0 0 0 0,0 0 0 0 0,0 0-1 0 0,-1 0 1 0 0,1 0 0 0 0,-1-1 0 0 0,4 0 297 0 0,-1-1-1 0 0,0 1 1 0 0,1 0 0 0 0,-1 0 0 0 0,1 0-1 0 0,0 0 1 0 0,0 0 0 0 0,0 0-1 0 0,0 0 1 0 0,0 1 0 0 0,0-1 0 0 0,0 1-1 0 0,1-1 1 0 0,3-1 0 0 0,3-2 938 0 0,4-4-808 0 0,0 2 0 0 0,1-1 0 0 0,0 2 0 0 0,0 0 0 0 0,21-6 0 0 0,-11 4-157 0 0,-17 6-479 0 0,1 0-1 0 0,-1 0 1 0 0,1 0-1 0 0,-1 1 0 0 0,1 0 1 0 0,0 1-1 0 0,-1 0 1 0 0,1 0-1 0 0,0 1 1 0 0,0 0-1 0 0,-1 0 1 0 0,1 0-1 0 0,-1 1 0 0 0,1 0 1 0 0,8 4-1 0 0,-13-4-10 0 0,1 0 0 0 0,0 0 0 0 0,-1 0 0 0 0,0 0 1 0 0,1 1-1 0 0,-1-1 0 0 0,0 1 0 0 0,0 0 0 0 0,0 0 0 0 0,-1 0 0 0 0,1 0 0 0 0,-1 1 0 0 0,0-1 0 0 0,1 1 0 0 0,-2-1 0 0 0,1 1 0 0 0,0 0 0 0 0,-1-1 0 0 0,1 1 0 0 0,-1 0 0 0 0,0 0 0 0 0,-1 0 0 0 0,1 0 0 0 0,-1 0 0 0 0,1 0 0 0 0,-1 0 0 0 0,0 0 0 0 0,-1 1 0 0 0,-1 7 0 0 0,-1-1 16 0 0,-1 1-1 0 0,0-1 1 0 0,-1 1-1 0 0,0-1 1 0 0,0 0-1 0 0,-2-1 1 0 0,1 0-1 0 0,-10 11 1 0 0,6-7 10 0 0,1 0-1 0 0,1 0 1 0 0,-12 25-1 0 0,19-38-25 0 0,1 0 0 0 0,-1 0 0 0 0,1 0 0 0 0,-1 0 0 0 0,1 1 0 0 0,0-1 0 0 0,-1 0 0 0 0,1 0 0 0 0,0 0 0 0 0,0 1 0 0 0,0-1 0 0 0,0 0 0 0 0,0 0 0 0 0,0 1 0 0 0,0-1 0 0 0,0 0 0 0 0,0 0 0 0 0,1 0 0 0 0,-1 1 0 0 0,0-1 0 0 0,1 0 0 0 0,-1 0 0 0 0,2 2 0 0 0,-1-2 10 0 0,0-1 0 0 0,0 1 0 0 0,0 0-1 0 0,0-1 1 0 0,0 0 0 0 0,0 1 0 0 0,1-1 0 0 0,-1 0 0 0 0,0 0-1 0 0,0 1 1 0 0,0-1 0 0 0,1 0 0 0 0,-1 0 0 0 0,0 0-1 0 0,0 0 1 0 0,0-1 0 0 0,0 1 0 0 0,1 0 0 0 0,0-1 0 0 0,6-1 49 0 0,-1 0 1 0 0,1-1 0 0 0,-1 0-1 0 0,0-1 1 0 0,0 0 0 0 0,7-4 0 0 0,-1-1-41 0 0,0 1 0 0 0,1 0 1 0 0,0 1-1 0 0,28-9 1 0 0,64-15 124 0 0,-94 28-147 0 0,0 0-12 0 0,0 0-1 0 0,1 1 1 0 0,-1 0 0 0 0,0 1 0 0 0,1 0 0 0 0,19 2 0 0 0,-29-1 7 0 0,-1 1 0 0 0,1-1 0 0 0,0 1 1 0 0,0-1-1 0 0,-1 1 0 0 0,1 0 0 0 0,-1 0 0 0 0,1 0 1 0 0,-1 1-1 0 0,1-1 0 0 0,-1 0 0 0 0,1 1 1 0 0,-1 0-1 0 0,0-1 0 0 0,0 1 0 0 0,0 0 0 0 0,0 0 1 0 0,0 0-1 0 0,0 1 0 0 0,-1-1 0 0 0,1 0 1 0 0,-1 1-1 0 0,0-1 0 0 0,1 1 0 0 0,-1-1 0 0 0,0 1 1 0 0,0-1-1 0 0,-1 1 0 0 0,1 0 0 0 0,0 0 1 0 0,-1-1-1 0 0,0 1 0 0 0,0 0 0 0 0,0 0 0 0 0,0 3 1 0 0,-1 2 31 0 0,0 1-1 0 0,0 0 1 0 0,-1 0 0 0 0,0-1 0 0 0,-1 1 0 0 0,0-1 0 0 0,0 0-1 0 0,-1 0 1 0 0,0 0 0 0 0,0 0 0 0 0,-1 0 0 0 0,-8 9 0 0 0,-8 9 204 0 0,-46 43 0 0 0,51-54-67 0 0,0-1 0 0 0,-22 14 0 0 0,32-24-135 0 0,-1 0 0 0 0,0 0 0 0 0,0 0 0 0 0,0-1 0 0 0,0 0 0 0 0,-1 0 0 0 0,0-1 0 0 0,1 0 0 0 0,-11 1 0 0 0,17-3-98 0 0,0 0-1 0 0,0 0 1 0 0,0 0-1 0 0,0 0 1 0 0,-1 0-1 0 0,1 0 1 0 0,0 0-1 0 0,0 0 1 0 0,0-1-1 0 0,0 1 1 0 0,0 0-1 0 0,0-1 1 0 0,0 1-1 0 0,0-1 1 0 0,0 1 0 0 0,0-1-1 0 0,0 1 1 0 0,0-1-1 0 0,0 0 1 0 0,0 0-1 0 0,1 1 1 0 0,-1-1-1 0 0,0 0 1 0 0,0 0-1 0 0,1 0 1 0 0,-1 0-1 0 0,0-1 1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2.2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1 260 456 0 0,'35'-14'60'0'0,"-1"-1"0"0"0,0-2 0 0 0,-2-2 0 0 0,50-36 0 0 0,-44 23 1614 0 0,-35 30-1349 0 0,-1-1 1 0 0,0 1-1 0 0,0-1 0 0 0,0 1 0 0 0,0-1 1 0 0,0 0-1 0 0,-1 0 0 0 0,1 0 1 0 0,-1 0-1 0 0,0 0 0 0 0,0 0 0 0 0,1-5 1 0 0,-1 7-191 0 0,-1 1 0 0 0,0-1 0 0 0,0 0 1 0 0,0 1-1 0 0,0-1 0 0 0,0 0 0 0 0,0 0 0 0 0,0 1 1 0 0,0-1-1 0 0,0 0 0 0 0,0 1 0 0 0,-1-1 0 0 0,1 0 1 0 0,0 1-1 0 0,0-1 0 0 0,0 1 0 0 0,-1-1 0 0 0,1 0 1 0 0,0 1-1 0 0,-1-1 0 0 0,1 1 0 0 0,-1-1 0 0 0,1 1 1 0 0,-1-1-1 0 0,1 1 0 0 0,-1-1 0 0 0,1 1 0 0 0,-1-1 1 0 0,1 1-1 0 0,-1 0 0 0 0,1-1 0 0 0,-1 1 0 0 0,0 0 1 0 0,1 0-1 0 0,-1-1 0 0 0,0 1 0 0 0,1 0 0 0 0,-1 0 1 0 0,0 0-1 0 0,1 0 0 0 0,-1 0 0 0 0,0 0 0 0 0,1 0 1 0 0,-1 0-1 0 0,0 0 0 0 0,1 0 0 0 0,-1 0 0 0 0,0 0 1 0 0,0 1-1 0 0,-2-1 179 0 0,1 1 0 0 0,0-1 1 0 0,0 1-1 0 0,0 0 0 0 0,0 0 0 0 0,0 0 1 0 0,0 0-1 0 0,0 0 0 0 0,0 0 0 0 0,0 0 1 0 0,0 1-1 0 0,0-1 0 0 0,-2 4 0 0 0,-3 8-20 0 0,0 1 0 0 0,1 0 0 0 0,1 1 0 0 0,0-1 0 0 0,1 1 0 0 0,1 0 0 0 0,0 0 0 0 0,1 0-1 0 0,1 0 1 0 0,1 29 0 0 0,0-39-270 0 0,0-1-1 0 0,1 1 1 0 0,0 0 0 0 0,0-1-1 0 0,0 0 1 0 0,0 1-1 0 0,1-1 1 0 0,-1 0-1 0 0,1 0 1 0 0,1 1 0 0 0,-1-1-1 0 0,0-1 1 0 0,1 1-1 0 0,0 0 1 0 0,0-1 0 0 0,0 1-1 0 0,0-1 1 0 0,0 0-1 0 0,8 5 1 0 0,-7-6-1 0 0,0 0 1 0 0,0 0-1 0 0,0-1 0 0 0,0 0 0 0 0,0 0 1 0 0,0 0-1 0 0,1 0 0 0 0,-1 0 1 0 0,0-1-1 0 0,1 0 0 0 0,-1 0 0 0 0,0 0 1 0 0,1-1-1 0 0,-1 1 0 0 0,0-1 1 0 0,0 0-1 0 0,1 0 0 0 0,-1 0 1 0 0,0-1-1 0 0,0 0 0 0 0,4-2 0 0 0,4-2 19 0 0,0-1-1 0 0,0 0 0 0 0,-1 0 1 0 0,0-2-1 0 0,0 1 0 0 0,-1-1 1 0 0,0-1-1 0 0,0 0 0 0 0,-1 0 1 0 0,-1-1-1 0 0,11-16 0 0 0,-16 23-27 0 0,-1-1 1 0 0,1 0-1 0 0,-1 0 0 0 0,0 0 1 0 0,0 0-1 0 0,-1 0 0 0 0,0-1 1 0 0,1 1-1 0 0,-2 0 0 0 0,1-1 0 0 0,-1 1 1 0 0,1-1-1 0 0,-2 1 0 0 0,1-1 1 0 0,0 1-1 0 0,-1 0 0 0 0,0-1 1 0 0,-1 1-1 0 0,1 0 0 0 0,-1 0 1 0 0,0 0-1 0 0,0 0 0 0 0,0 0 0 0 0,-1 0 1 0 0,0 0-1 0 0,0 1 0 0 0,0-1 1 0 0,0 1-1 0 0,-1 0 0 0 0,0 0 1 0 0,-4-4-1 0 0,2 3-9 0 0,0-1-1 0 0,0 1 1 0 0,-1 1 0 0 0,0-1-1 0 0,1 1 1 0 0,-1 0-1 0 0,0 1 1 0 0,-1 0 0 0 0,1 0-1 0 0,-1 0 1 0 0,1 1 0 0 0,-1 0-1 0 0,0 1 1 0 0,0-1 0 0 0,0 2-1 0 0,0-1 1 0 0,0 1 0 0 0,0 0-1 0 0,-13 2 1 0 0,9 1-2 0 0,1 0 0 0 0,-1 0 0 0 0,1 2 0 0 0,0-1 0 0 0,0 1 0 0 0,1 0 0 0 0,-1 1 0 0 0,1 1 0 0 0,1-1 0 0 0,-1 2 0 0 0,1-1 0 0 0,-13 15 0 0 0,14-14-25 0 0,0 1-1 0 0,1 0 1 0 0,1 0 0 0 0,-1 0-1 0 0,2 1 1 0 0,-1 0 0 0 0,1 0-1 0 0,-6 20 1 0 0,10-28 18 0 0,0 1 1 0 0,1 0-1 0 0,-1 0 0 0 0,1-1 1 0 0,-1 1-1 0 0,1 0 0 0 0,0 0 0 0 0,0 0 1 0 0,0-1-1 0 0,1 1 0 0 0,-1 0 1 0 0,0 0-1 0 0,1 0 0 0 0,0-1 1 0 0,0 1-1 0 0,0 0 0 0 0,0-1 1 0 0,0 1-1 0 0,1-1 0 0 0,-1 1 1 0 0,1-1-1 0 0,-1 0 0 0 0,1 0 1 0 0,0 1-1 0 0,0-1 0 0 0,0 0 1 0 0,0-1-1 0 0,0 1 0 0 0,0 0 1 0 0,1-1-1 0 0,-1 1 0 0 0,1-1 1 0 0,-1 1-1 0 0,1-1 0 0 0,-1 0 1 0 0,1 0-1 0 0,0-1 0 0 0,0 1 1 0 0,4 0-1 0 0,5 1 10 0 0,1 0 1 0 0,0-1-1 0 0,-1-1 0 0 0,1 0 1 0 0,0-1-1 0 0,-1 0 0 0 0,1-1 1 0 0,0 0-1 0 0,-1-1 0 0 0,0-1 1 0 0,0 0-1 0 0,0 0 0 0 0,0-2 1 0 0,-1 1-1 0 0,0-1 0 0 0,0-1 1 0 0,0 0-1 0 0,-1 0 0 0 0,0-1 1 0 0,0 0-1 0 0,-1-1 0 0 0,0 0 1 0 0,9-13-1 0 0,-16 19 7 0 0,-1 0 0 0 0,1 0 0 0 0,-1 0 0 0 0,0 0 0 0 0,0 0 0 0 0,0-1 1 0 0,0 1-1 0 0,-1 0 0 0 0,1-1 0 0 0,-1 1 0 0 0,0-1 0 0 0,0 1 0 0 0,0 0 0 0 0,0-1 0 0 0,-1 1 0 0 0,1-1 0 0 0,-1 1 1 0 0,0 0-1 0 0,0 0 0 0 0,0-1 0 0 0,0 1 0 0 0,-1 0 0 0 0,1 0 0 0 0,-1 0 0 0 0,0 0 0 0 0,0 1 0 0 0,0-1 1 0 0,0 0-1 0 0,0 1 0 0 0,-1-1 0 0 0,1 1 0 0 0,-4-3 0 0 0,3 3 1 0 0,0-1 0 0 0,0 1-1 0 0,0 0 1 0 0,-1 0 0 0 0,1 0 0 0 0,-1 0 0 0 0,1 0-1 0 0,-1 1 1 0 0,0-1 0 0 0,1 1 0 0 0,-1 0 0 0 0,0 1-1 0 0,0-1 1 0 0,0 0 0 0 0,1 1 0 0 0,-1 0 0 0 0,0 0-1 0 0,0 0 1 0 0,0 1 0 0 0,0-1 0 0 0,0 1 0 0 0,0 0-1 0 0,1 0 1 0 0,-1 0 0 0 0,0 0 0 0 0,1 1-1 0 0,-1 0 1 0 0,-3 2 0 0 0,-2 2-43 0 0,1 1 0 0 0,1 0 0 0 0,-1 1 0 0 0,1 0 0 0 0,0 0 0 0 0,1 0 0 0 0,0 1 1 0 0,1 0-1 0 0,-1 0 0 0 0,2 0 0 0 0,-1 1 0 0 0,1 0 0 0 0,1-1 0 0 0,0 1 0 0 0,0 1 0 0 0,-1 10 0 0 0,3-16 15 0 0,1 0 0 0 0,-1 0 0 0 0,1 0 0 0 0,0 0 0 0 0,0 0 0 0 0,1 0 0 0 0,0 0-1 0 0,-1 0 1 0 0,2 0 0 0 0,-1 0 0 0 0,0-1 0 0 0,1 1 0 0 0,0 0 0 0 0,0-1 0 0 0,1 1 0 0 0,-1-1 0 0 0,1 0 0 0 0,0 0 0 0 0,0 0 0 0 0,0 0 0 0 0,1 0 0 0 0,-1 0 0 0 0,1-1 0 0 0,0 0-1 0 0,0 0 1 0 0,0 0 0 0 0,0 0 0 0 0,1-1 0 0 0,-1 1 0 0 0,1-1 0 0 0,-1 0 0 0 0,1-1 0 0 0,0 1 0 0 0,7 0 0 0 0,-7 0 21 0 0,-1-2 0 0 0,1 1 1 0 0,-1 0-1 0 0,1-1 0 0 0,-1 0 0 0 0,1 0 1 0 0,-1 0-1 0 0,1-1 0 0 0,-1 1 0 0 0,1-1 1 0 0,-1 0-1 0 0,1-1 0 0 0,-1 1 0 0 0,0-1 1 0 0,8-3-1 0 0,-10 3-3 0 0,0 1-1 0 0,0 0 1 0 0,-1-1 0 0 0,1 0 0 0 0,0 1-1 0 0,0-1 1 0 0,-1 0 0 0 0,1 0 0 0 0,-1 0-1 0 0,0 0 1 0 0,0 0 0 0 0,1 0 0 0 0,-1-1-1 0 0,0 1 1 0 0,-1 0 0 0 0,1 0 0 0 0,0-1-1 0 0,-1 1 1 0 0,1-1 0 0 0,-1 1-1 0 0,0 0 1 0 0,0-1 0 0 0,0 1 0 0 0,0-1-1 0 0,0 1 1 0 0,0-1 0 0 0,-1 1 0 0 0,1 0-1 0 0,-1-1 1 0 0,-1-2 0 0 0,0-1 5 0 0,0 1 1 0 0,0 0-1 0 0,-1 0 1 0 0,1 0-1 0 0,-1 0 1 0 0,0 1-1 0 0,0-1 1 0 0,-1 1-1 0 0,0 0 1 0 0,1 0-1 0 0,-1 0 1 0 0,-1 0-1 0 0,1 1 1 0 0,0-1-1 0 0,-1 1 1 0 0,0 0-1 0 0,0 1 0 0 0,-6-4 1 0 0,8 5-3 0 0,1 1 1 0 0,-1-1-1 0 0,0 0 0 0 0,1 1 0 0 0,-1-1 1 0 0,0 1-1 0 0,1 0 0 0 0,-1 0 0 0 0,0 0 1 0 0,0 1-1 0 0,1-1 0 0 0,-1 0 1 0 0,0 1-1 0 0,1 0 0 0 0,-1-1 0 0 0,-2 3 1 0 0,2-2-5 0 0,0 1 1 0 0,0 0-1 0 0,0 0 1 0 0,1 1-1 0 0,-1-1 1 0 0,0 1-1 0 0,1-1 1 0 0,0 1-1 0 0,0 0 1 0 0,0-1-1 0 0,0 1 1 0 0,0 0-1 0 0,1 1 1 0 0,-1-1-1 0 0,-1 5 1 0 0,2-6-10 0 0,0 1 0 0 0,-1 0 0 0 0,1-1 0 0 0,1 1 0 0 0,-1 0 0 0 0,0-1 0 0 0,1 1 0 0 0,-1 0 0 0 0,1 0 0 0 0,0 0 0 0 0,0-1 0 0 0,0 1 0 0 0,0 0 0 0 0,1 0 0 0 0,-1 0 0 0 0,1-1 0 0 0,-1 1 0 0 0,1 0 0 0 0,0-1 0 0 0,0 1 0 0 0,0 0 0 0 0,1-1 0 0 0,-1 0 0 0 0,0 1 0 0 0,1-1 0 0 0,0 0 0 0 0,-1 1 0 0 0,1-1 0 0 0,0 0 0 0 0,0 0 0 0 0,1-1 0 0 0,-1 1 0 0 0,0 0 0 0 0,0-1 0 0 0,1 1 0 0 0,-1-1 0 0 0,1 0 0 0 0,-1 0 0 0 0,5 2 0 0 0,1-1-13 0 0,0 0 1 0 0,1 0 0 0 0,-1 0-1 0 0,0-1 1 0 0,1-1-1 0 0,-1 1 1 0 0,1-1-1 0 0,-1-1 1 0 0,1 0-1 0 0,-1 0 1 0 0,1 0-1 0 0,8-4 1 0 0,-5 1 23 0 0,-1 0 1 0 0,0-1-1 0 0,0 0 1 0 0,-1-1-1 0 0,1 0 0 0 0,-1-1 1 0 0,-1 0-1 0 0,1 0 1 0 0,10-12-1 0 0,-17 16-1 0 0,-1 1 0 0 0,0-1 0 0 0,0 0 0 0 0,0 0 0 0 0,0 0 0 0 0,-1 0 0 0 0,1 0 0 0 0,-1 0 0 0 0,0 0 0 0 0,0-1-1 0 0,0 1 1 0 0,0 0 0 0 0,0-1 0 0 0,-1 1 0 0 0,1-5 0 0 0,-2 5 11 0 0,1-1-1 0 0,-1 1 0 0 0,0-1 1 0 0,0 1-1 0 0,0-1 0 0 0,0 1 1 0 0,-1 0-1 0 0,0 0 1 0 0,1 0-1 0 0,-1 0 0 0 0,0 0 1 0 0,0 0-1 0 0,-1 0 0 0 0,1 0 1 0 0,0 1-1 0 0,-1 0 1 0 0,-5-5-1 0 0,4 5-11 0 0,1-1 1 0 0,-1 1-1 0 0,0 0 1 0 0,-1 0-1 0 0,1 0 1 0 0,0 0-1 0 0,0 1 1 0 0,-1 0-1 0 0,1 0 1 0 0,-1 0-1 0 0,1 0 0 0 0,-1 1 1 0 0,0 0-1 0 0,1 0 1 0 0,-1 0-1 0 0,1 0 1 0 0,-1 1-1 0 0,1-1 1 0 0,-1 1-1 0 0,1 0 1 0 0,-1 1-1 0 0,1-1 0 0 0,0 1 1 0 0,0 0-1 0 0,-1 0 1 0 0,2 0-1 0 0,-1 1 1 0 0,0-1-1 0 0,0 1 1 0 0,1 0-1 0 0,-1 0 1 0 0,1 0-1 0 0,0 1 0 0 0,0-1 1 0 0,0 1-1 0 0,0-1 1 0 0,1 1-1 0 0,0 0 1 0 0,-1 0-1 0 0,1 0 1 0 0,1 1-1 0 0,-1-1 1 0 0,-2 9-1 0 0,4-12-10 0 0,-1 1 1 0 0,1-1-1 0 0,0 1 1 0 0,0-1-1 0 0,-1 1 1 0 0,1-1-1 0 0,0 1 1 0 0,0-1-1 0 0,0 1 1 0 0,0-1-1 0 0,1 1 1 0 0,-1-1-1 0 0,0 1 1 0 0,0-1-1 0 0,1 0 1 0 0,-1 1-1 0 0,1-1 1 0 0,0 1-1 0 0,-1-1 1 0 0,1 0-1 0 0,0 1 1 0 0,0-1-1 0 0,0 0 1 0 0,1 2-1 0 0,0-2 0 0 0,0 0-1 0 0,0 0 1 0 0,0 0-1 0 0,0 0 1 0 0,1 0-1 0 0,-1 0 1 0 0,0-1 0 0 0,0 1-1 0 0,0-1 1 0 0,1 0-1 0 0,-1 1 1 0 0,0-1 0 0 0,1 0-1 0 0,2-1 1 0 0,3 1-13 0 0,-1-1 1 0 0,0-1-1 0 0,0 1 1 0 0,0-1-1 0 0,0 0 1 0 0,0-1-1 0 0,-1 0 1 0 0,1 0-1 0 0,8-6 1 0 0,-11 7 17 0 0,0-1 0 0 0,0-1 1 0 0,-1 1-1 0 0,0 0 0 0 0,1-1 1 0 0,-1 0-1 0 0,0 1 1 0 0,-1-1-1 0 0,1-1 0 0 0,3-7 1 0 0,-5 11 3 0 0,-1-1 0 0 0,0 0 0 0 0,0 1 1 0 0,1-1-1 0 0,-1 1 0 0 0,0-1 1 0 0,0 0-1 0 0,-1 1 0 0 0,1-1 0 0 0,0 0 1 0 0,0 1-1 0 0,-1-1 0 0 0,1 1 0 0 0,-1-1 1 0 0,0 0-1 0 0,1 1 0 0 0,-1 0 0 0 0,0-1 1 0 0,0 1-1 0 0,0-1 0 0 0,0 1 0 0 0,0 0 1 0 0,0 0-1 0 0,0-1 0 0 0,0 1 1 0 0,0 0-1 0 0,-1 0 0 0 0,1 0 0 0 0,0 0 1 0 0,-1 1-1 0 0,1-1 0 0 0,-1 0 0 0 0,1 0 1 0 0,-3 0-1 0 0,-1-1-2 0 0,0 1 1 0 0,0-1 0 0 0,0 1-1 0 0,0 0 1 0 0,0 0-1 0 0,0 0 1 0 0,0 1-1 0 0,0 0 1 0 0,-1 0 0 0 0,1 0-1 0 0,0 1 1 0 0,0-1-1 0 0,0 1 1 0 0,0 1-1 0 0,0-1 1 0 0,0 1 0 0 0,0 0-1 0 0,1 0 1 0 0,-1 0-1 0 0,0 0 1 0 0,1 1 0 0 0,0 0-1 0 0,-1 0 1 0 0,1 0-1 0 0,1 0 1 0 0,-1 1-1 0 0,0 0 1 0 0,1-1 0 0 0,0 1-1 0 0,-1 1 1 0 0,2-1-1 0 0,-1 0 1 0 0,0 1-1 0 0,1-1 1 0 0,0 1 0 0 0,0 0-1 0 0,0 0 1 0 0,1 0-1 0 0,0 0 1 0 0,0 0-1 0 0,-1 6 1 0 0,2-10-5 0 0,0 0 0 0 0,0 0 0 0 0,0 0-1 0 0,0 0 1 0 0,0 0 0 0 0,0 0 0 0 0,1 0 0 0 0,-1 0 0 0 0,0 0 0 0 0,1 0 0 0 0,-1 0 0 0 0,0 0-1 0 0,1 0 1 0 0,-1 0 0 0 0,1 0 0 0 0,-1 0 0 0 0,1-1 0 0 0,0 1 0 0 0,-1 0 0 0 0,1 0-1 0 0,0-1 1 0 0,0 1 0 0 0,-1 0 0 0 0,1-1 0 0 0,0 1 0 0 0,1 0 0 0 0,1 0-3 0 0,-1-1-1 0 0,0 1 1 0 0,1-1 0 0 0,-1 1 0 0 0,1-1-1 0 0,-1 0 1 0 0,1 0 0 0 0,-1 0 0 0 0,1 0-1 0 0,3-1 1 0 0,4-1-16 0 0,0-1 1 0 0,0 0-1 0 0,0 0 0 0 0,10-6 1 0 0,-2 0 0 0 0,-1-1 1 0 0,-1 0 0 0 0,17-14-1 0 0,-28 19 39 0 0,1 1 0 0 0,-1-1 0 0 0,0 0-1 0 0,0-1 1 0 0,0 1 0 0 0,-1-1 0 0 0,0 0 0 0 0,0 0-1 0 0,0-1 1 0 0,-1 1 0 0 0,4-11 0 0 0,-6 15 8 0 0,-1 0 0 0 0,1 0 0 0 0,-1 0 0 0 0,0-1 0 0 0,1 1 0 0 0,-1 0 0 0 0,0 0 0 0 0,0 0 0 0 0,-1 0 0 0 0,1 0 0 0 0,0-1 0 0 0,-1 1 0 0 0,1 0 0 0 0,-1 0 0 0 0,0 0 0 0 0,1 0 0 0 0,-1 0 0 0 0,0 0 0 0 0,0 1 0 0 0,-2-3 0 0 0,0 1-7 0 0,1 0 1 0 0,-1 1-1 0 0,0-1 1 0 0,1 1-1 0 0,-1 0 0 0 0,-1-1 1 0 0,1 2-1 0 0,0-1 1 0 0,0 0-1 0 0,-1 1 1 0 0,-3-2-1 0 0,1 1-18 0 0,-1 0-1 0 0,1 0 0 0 0,-1 1 1 0 0,0 0-1 0 0,1 0 0 0 0,-1 1 0 0 0,0 0 1 0 0,0 0-1 0 0,1 0 0 0 0,-1 1 1 0 0,0 0-1 0 0,-10 3 0 0 0,-7 10-1910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3.0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166 53 6385 0 0,'7'-5'1307'0'0,"1"0"-1"0"0,-1-1 0 0 0,1 0 1 0 0,-2 0-1 0 0,1 0 1 0 0,2-12 3829 0 0,-33 30-4182 0 0,9 0-770 0 0,1 0 1 0 0,0 1 0 0 0,1 0-1 0 0,0 1 1 0 0,1 0 0 0 0,-13 19-1 0 0,2 4-70 0 0,-30 61-1 0 0,51-95-132 0 0,1 1 0 0 0,-1-1 0 0 0,1 1 0 0 0,-1 0 0 0 0,1-1 1 0 0,0 1-1 0 0,1 0 0 0 0,-1 0 0 0 0,0 0 0 0 0,1 0 0 0 0,0-1 0 0 0,0 1 1 0 0,0 0-1 0 0,1 0 0 0 0,-1 0 0 0 0,1 0 0 0 0,0 0 0 0 0,2 6 1 0 0,-1-7-1 0 0,0 1 0 0 0,1-1 1 0 0,-1 0-1 0 0,1 0 1 0 0,0 0-1 0 0,-1 0 1 0 0,1-1-1 0 0,0 1 0 0 0,1-1 1 0 0,-1 0-1 0 0,0 0 1 0 0,1 0-1 0 0,-1 0 1 0 0,1 0-1 0 0,0-1 1 0 0,-1 1-1 0 0,1-1 0 0 0,5 1 1 0 0,110 21-172 0 0,-89-19 166 0 0,1 1 1 0 0,0 2-1 0 0,-1 1 1 0 0,-1 1 0 0 0,33 15-1 0 0,-56-21 17 0 0,-1 0-1 0 0,0 0 0 0 0,0 0 1 0 0,-1 1-1 0 0,1 0 0 0 0,-1-1 1 0 0,1 2-1 0 0,-1-1 1 0 0,0 0-1 0 0,-1 1 0 0 0,1 0 1 0 0,-1 0-1 0 0,0 0 1 0 0,0 0-1 0 0,3 9 0 0 0,-5-10 32 0 0,0-1 0 0 0,0 1-1 0 0,-1 0 1 0 0,1-1 0 0 0,-1 1 0 0 0,0 0-1 0 0,0 0 1 0 0,0-1 0 0 0,-1 1-1 0 0,1 0 1 0 0,-1-1 0 0 0,0 1 0 0 0,0 0-1 0 0,0-1 1 0 0,-1 1 0 0 0,1-1-1 0 0,-1 1 1 0 0,0-1 0 0 0,0 0 0 0 0,0 0-1 0 0,0 0 1 0 0,0 0 0 0 0,-1 0-1 0 0,1 0 1 0 0,-5 3 0 0 0,-3 2 124 0 0,0-1 0 0 0,0 0-1 0 0,-1 0 1 0 0,0-1 0 0 0,0 0 0 0 0,-1-1 0 0 0,1 0 0 0 0,-1-1 0 0 0,-24 5 0 0 0,7-3-25 0 0,0-2 0 0 0,-1-1 1 0 0,-32-1-1 0 0,33-10 99 0 0,14 3-3700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3.3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42 6449 0 0,'14'-41'11759'0'0,"-12"40"-11375"0"0,-2 4-93 0 0,1-1 0 0 0,0 0 0 0 0,0 0 0 0 0,-1 0 1 0 0,0 1-1 0 0,1-1 0 0 0,-1 0 0 0 0,0 1 0 0 0,0-1 0 0 0,0 0 0 0 0,-1 3 0 0 0,2 4 161 0 0,6 32 79 0 0,2-1 1 0 0,26 73 0 0 0,45 75 38 0 0,-18-44-115 0 0,-15-29-679 0 0,-43-103-136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4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137 83 13363 0 0,'-2'-5'375'0'0,"0"0"-1"0"0,0 0 1 0 0,1 0 0 0 0,-1 0-1 0 0,1 0 1 0 0,0 0 0 0 0,1 0-1 0 0,-1-10 1 0 0,-1-12 2047 0 0,4 76 1741 0 0,-4 153-3702 0 0,-75 500-350 0 0,73-678-198 0 0,-21 102-813 0 0,12-68-6039 0 0,10-39 63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4.4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1 173 1376 0 0,'1'-40'-1020'0'0,"7"6"4411"0"0,-6 29-2573 0 0,0 0 0 0 0,1 0 0 0 0,0-1 0 0 0,0 1 0 0 0,0 1 0 0 0,1-1 0 0 0,-1 0 0 0 0,1 1 0 0 0,0 0 0 0 0,9-7 0 0 0,-8 7-450 0 0,1 0 0 0 0,-1 0 0 0 0,1 0 0 0 0,0 0 0 0 0,0 1 0 0 0,0 0 0 0 0,1 1 0 0 0,-1-1 0 0 0,1 1 0 0 0,0 0 0 0 0,-1 1 0 0 0,1 0 0 0 0,0 0 0 0 0,10 0 0 0 0,-8 1-75 0 0,1 1 1 0 0,-1 0-1 0 0,0 1 1 0 0,1 0-1 0 0,-1 1 1 0 0,0 0-1 0 0,0 0 1 0 0,-1 1-1 0 0,13 7 1 0 0,-1 1-76 0 0,0 2-1 0 0,-2 0 1 0 0,0 1-1 0 0,0 1 1 0 0,-1 1 0 0 0,-1 0-1 0 0,23 33 1 0 0,-16-14-48 0 0,-1 0 1 0 0,-1 2 0 0 0,20 55-1 0 0,36 127 64 0 0,-31-80-703 0 0,-44-136 395 0 0,2 9-673 0 0,1 0 0 0 0,-1 0 1 0 0,-1 0-1 0 0,2 18 0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4.6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32 105 12899 0 0,'-27'-10'1652'0'0,"26"9"-1567"0"0,1 1 0 0 0,0-1 0 0 0,-1 1 0 0 0,1-1 0 0 0,-1 1 1 0 0,1-1-1 0 0,0 1 0 0 0,0-1 0 0 0,-1 1 0 0 0,1-1 0 0 0,0 1 0 0 0,0-1 0 0 0,0 0 0 0 0,0 1 0 0 0,-1-1 1 0 0,1 1-1 0 0,0-1 0 0 0,0 1 0 0 0,0-1 0 0 0,0 0 0 0 0,0 1 0 0 0,0-1 0 0 0,1 1 0 0 0,-1-1 0 0 0,0 0 1 0 0,0 1-1 0 0,0-1 0 0 0,1 1 0 0 0,-1-1 0 0 0,0 1 0 0 0,0-1 0 0 0,1 1 0 0 0,-1-1 0 0 0,0 1 0 0 0,1-1 1 0 0,-1 1-1 0 0,1-1 0 0 0,-1 1 0 0 0,1 0 0 0 0,-1-1 0 0 0,1 1 0 0 0,-1 0 0 0 0,1-1 0 0 0,-1 1 0 0 0,1 0 1 0 0,0-1-1 0 0,5-3 273 0 0,0 0 1 0 0,1 0 0 0 0,-1 0 0 0 0,1 1 0 0 0,0 0 0 0 0,0 0-1 0 0,14-3 1 0 0,56-10-295 0 0,-60 13-71 0 0,64-9-1955 0 0,-32 3-5079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5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154 84 5065 0 0,'-15'-16'3408'0'0,"14"14"-2770"0"0,-1 1 0 0 0,1 0 0 0 0,-1 0 0 0 0,1 0 0 0 0,-1 0 0 0 0,0 0 0 0 0,0 0 0 0 0,0 0 0 0 0,-3 0 0 0 0,11 31 3744 0 0,9 39-2708 0 0,14 138 0 0 0,-15 75-1473 0 0,-14-273-189 0 0,0 25 859 0 0,-1-27-1724 0 0,0 1-1 0 0,0 0 1 0 0,0-1 0 0 0,-1 0 0 0 0,-3 9-1 0 0,4-15 549 0 0,1 1 0 0 0,-1-1 0 0 0,1 1 0 0 0,-1-1 0 0 0,0 0 0 0 0,0 1 0 0 0,0-1 0 0 0,0 0 0 0 0,0 0 0 0 0,0 0 0 0 0,0 1 0 0 0,0-1 0 0 0,0 0 0 0 0,0 0 0 0 0,-1-1 0 0 0,1 1 0 0 0,0 0 0 0 0,-1 0 0 0 0,1-1 0 0 0,-2 2 0 0 0,0-2 58 0 0,1 0-1 0 0,0-1 0 0 0,-1 1 0 0 0,1 0 0 0 0,0 0 0 0 0,0-1 1 0 0,0 0-1 0 0,-1 1 0 0 0,1-1 0 0 0,0 0 0 0 0,0 0 0 0 0,0 0 1 0 0,0 0-1 0 0,0-1 0 0 0,0 1 0 0 0,1 0 0 0 0,-1-1 0 0 0,-2-2 1 0 0,-6-6 266 0 0,1 0 0 0 0,0 0 0 0 0,1-1 0 0 0,0 0 0 0 0,0-1 1 0 0,1 0-1 0 0,1 0 0 0 0,0-1 0 0 0,1 1 0 0 0,0-1 0 0 0,1 0 0 0 0,-5-26 1 0 0,4 10-52 0 0,2-1 0 0 0,0 1 1 0 0,2-1-1 0 0,5-57 0 0 0,-1 67 302 0 0,0-1-1 0 0,1 1 0 0 0,2 0 1 0 0,0 0-1 0 0,1 1 0 0 0,1 0 1 0 0,0 0-1 0 0,2 1 0 0 0,16-25 1 0 0,-17 30 365 0 0,1 1 1 0 0,0 0-1 0 0,0 1 0 0 0,1 0 1 0 0,1 0-1 0 0,0 1 1 0 0,0 1-1 0 0,1 0 0 0 0,0 1 1 0 0,1 0-1 0 0,-1 1 1 0 0,1 1-1 0 0,19-6 0 0 0,-29 10-502 0 0,-1 1 0 0 0,0 0 0 0 0,1 1 0 0 0,-1-1 0 0 0,1 1-1 0 0,-1-1 1 0 0,1 1 0 0 0,-1 0 0 0 0,1 0 0 0 0,-1 1 0 0 0,1-1 0 0 0,-1 1-1 0 0,0 0 1 0 0,1-1 0 0 0,-1 2 0 0 0,0-1 0 0 0,1 0 0 0 0,-1 1-1 0 0,0-1 1 0 0,0 1 0 0 0,0 0 0 0 0,3 2 0 0 0,-3 0-27 0 0,0-1 1 0 0,1 1-1 0 0,-1 0 1 0 0,-1 0-1 0 0,1 0 1 0 0,-1 0-1 0 0,1 1 1 0 0,-1-1-1 0 0,-1 1 1 0 0,1-1-1 0 0,0 1 1 0 0,-1 0 0 0 0,0 0-1 0 0,0 0 1 0 0,0 6-1 0 0,-1 5-43 0 0,0 0 1 0 0,-1 0-1 0 0,0-1 0 0 0,-2 1 0 0 0,1-1 1 0 0,-2 1-1 0 0,0-1 0 0 0,-9 20 0 0 0,5-15-612 0 0,-1-1 0 0 0,-1 0-1 0 0,-1 0 1 0 0,0-1-1 0 0,-24 27 1 0 0,13-22-2344 0 0,13-14 1420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5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3225 0 0,'9'17'9196'0'0,"-9"-15"-8797"0"0,1 23 2779 0 0,-4 70 1140 0 0,0 36-3642 0 0,3-111-700 0 0,2 0-1 0 0,0 0 1 0 0,2 0-1 0 0,7 25 1 0 0,-10-40-101 0 0,1-1-1 0 0,0 1 1 0 0,0 0 0 0 0,0-1 0 0 0,0 1 0 0 0,1-1-1 0 0,5 7 1 0 0,-1-4-827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5.6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38 8754 0 0,'0'-2'63'0'0,"-1"1"1"0"0,1 0-1 0 0,0 0 0 0 0,0 0 1 0 0,0 0-1 0 0,0 0 1 0 0,0 0-1 0 0,0 0 0 0 0,1 0 1 0 0,-1 0-1 0 0,0 0 0 0 0,0 0 1 0 0,1 0-1 0 0,-1 0 1 0 0,1 0-1 0 0,-1 0 0 0 0,1 0 1 0 0,-1 1-1 0 0,1-1 1 0 0,-1 0-1 0 0,1 0 0 0 0,0 0 1 0 0,-1 1-1 0 0,1-1 0 0 0,0 0 1 0 0,0 1-1 0 0,0-1 1 0 0,1 0-1 0 0,2-1 199 0 0,-1 0-1 0 0,1 1 1 0 0,-1 0 0 0 0,1 0-1 0 0,0 0 1 0 0,-1 0 0 0 0,1 1-1 0 0,6-1 1 0 0,-2 1 229 0 0,-1 0 1 0 0,1 0-1 0 0,0 0 1 0 0,0 1-1 0 0,-1 1 1 0 0,1-1-1 0 0,-1 1 1 0 0,11 4-1 0 0,-14-4-338 0 0,0 1-1 0 0,-1-1 0 0 0,1 0 0 0 0,-1 1 0 0 0,1 0 0 0 0,-1 0 0 0 0,0 0 0 0 0,0 0 1 0 0,-1 0-1 0 0,1 1 0 0 0,-1-1 0 0 0,1 1 0 0 0,-1 0 0 0 0,0-1 0 0 0,0 1 0 0 0,-1 0 1 0 0,3 8-1 0 0,-3-6-45 0 0,0 1 0 0 0,-1-1 1 0 0,0 0-1 0 0,0 0 0 0 0,0 1 1 0 0,-1-1-1 0 0,0 0 0 0 0,0 0 1 0 0,-1 0-1 0 0,1 0 0 0 0,-4 7 1 0 0,-1 1-72 0 0,-1-1 1 0 0,0 1-1 0 0,-1-2 1 0 0,0 1-1 0 0,-1-1 1 0 0,0 0-1 0 0,-1-1 1 0 0,0 0-1 0 0,-18 14 1 0 0,16-16-230 0 0,0-1 1 0 0,-1 0-1 0 0,-15 7 1 0 0,-19 2-3970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6.2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24 8610 0 0,'-33'-24'10341'0'0,"33"45"-7542"0"0,7 58-2116 0 0,-3-35-577 0 0,1 0-1 0 0,13 52 0 0 0,-15-84-100 0 0,0-1 0 0 0,1 0 1 0 0,0 0-1 0 0,1 0 0 0 0,0-1 0 0 0,1 1 0 0 0,0-1 0 0 0,0-1 0 0 0,1 1 0 0 0,1-1 1 0 0,0 0-1 0 0,0-1 0 0 0,11 10 0 0 0,-15-15-2 0 0,0 0 1 0 0,0-1-1 0 0,0 1 0 0 0,0-1 1 0 0,1 1-1 0 0,-1-1 1 0 0,1-1-1 0 0,-1 1 0 0 0,1-1 1 0 0,0 0-1 0 0,0 0 1 0 0,-1 0-1 0 0,1 0 0 0 0,0-1 1 0 0,0 0-1 0 0,9-1 1 0 0,-7 0-40 0 0,0-1 0 0 0,-1 0 1 0 0,1 0-1 0 0,-1-1 0 0 0,0 0 1 0 0,0 0-1 0 0,0 0 0 0 0,0-1 1 0 0,0 0-1 0 0,9-8 0 0 0,1-4-127 0 0,-1-1-1 0 0,0 0 0 0 0,-1-1 1 0 0,-1-1-1 0 0,0 0 0 0 0,11-25 1 0 0,-6 3 132 0 0,-14 30 111 0 0,0 1-1 0 0,1 0 1 0 0,0 0 0 0 0,0 1 0 0 0,11-14 0 0 0,-15 22-68 0 0,-1 0 1 0 0,1 1 0 0 0,-1-1-1 0 0,1 0 1 0 0,0 1 0 0 0,-1-1-1 0 0,1 1 1 0 0,0-1 0 0 0,-1 1-1 0 0,1-1 1 0 0,0 1 0 0 0,0 0-1 0 0,-1-1 1 0 0,1 1-1 0 0,0 0 1 0 0,0 0 0 0 0,0-1-1 0 0,-1 1 1 0 0,1 0 0 0 0,0 0-1 0 0,0 0 1 0 0,0 0 0 0 0,-1 0-1 0 0,1 0 1 0 0,0 0 0 0 0,0 1-1 0 0,1-1 1 0 0,0 1-5 0 0,0 0 1 0 0,0 0-1 0 0,0 0 0 0 0,0 1 1 0 0,-1-1-1 0 0,1 1 0 0 0,-1-1 1 0 0,1 1-1 0 0,-1-1 0 0 0,3 4 1 0 0,2 3-13 0 0,-1 1 1 0 0,0 1-1 0 0,5 12 1 0 0,-6-13 8 0 0,0 0 1 0 0,0 0 0 0 0,1-1 0 0 0,0 1-1 0 0,1-1 1 0 0,-1 0 0 0 0,8 7-1 0 0,-11-13 3 0 0,-1-1 0 0 0,1 1 1 0 0,0-1-1 0 0,-1 1 0 0 0,1-1 0 0 0,0 0 0 0 0,0 0 0 0 0,0 0 0 0 0,0 0 0 0 0,0 0 0 0 0,0 0 0 0 0,0-1 0 0 0,0 1 0 0 0,0-1 0 0 0,0 1 0 0 0,0-1 0 0 0,1 0 1 0 0,-1 0-1 0 0,0 0 0 0 0,0 0 0 0 0,0 0 0 0 0,0 0 0 0 0,1-1 0 0 0,-1 1 0 0 0,0-1 0 0 0,0 0 0 0 0,0 1 0 0 0,0-1 0 0 0,0 0 0 0 0,0 0 0 0 0,0 0 0 0 0,-1 0 0 0 0,1-1 1 0 0,0 1-1 0 0,0 0 0 0 0,-1-1 0 0 0,3-2 0 0 0,4-5 77 0 0,0-1 0 0 0,0 0 0 0 0,9-17 0 0 0,-11 16-4 0 0,2-1 0 0 0,-1 2 0 0 0,1-1 1 0 0,0 1-1 0 0,12-10 0 0 0,-18 18-61 0 0,0 1-1 0 0,0-1 1 0 0,1 0 0 0 0,-1 1-1 0 0,1-1 1 0 0,-1 1-1 0 0,1 0 1 0 0,0 0 0 0 0,-1 0-1 0 0,1 0 1 0 0,0 0-1 0 0,0 1 1 0 0,0-1 0 0 0,0 1-1 0 0,-1 0 1 0 0,1 0-1 0 0,0 0 1 0 0,0 0 0 0 0,0 1-1 0 0,0-1 1 0 0,0 1 0 0 0,-1-1-1 0 0,1 1 1 0 0,0 0-1 0 0,0 0 1 0 0,-1 0 0 0 0,5 3-1 0 0,-4-2 6 0 0,0 1 0 0 0,0-1 0 0 0,0 1 0 0 0,0 0 0 0 0,0 0 0 0 0,-1 0 0 0 0,0 0 0 0 0,1 0 0 0 0,-1 0 0 0 0,0 1 0 0 0,-1-1 0 0 0,1 1 0 0 0,-1-1 0 0 0,1 1 0 0 0,-1 0 0 0 0,1 6 0 0 0,1 3 83 0 0,-1 1 0 0 0,0-1-1 0 0,-1 19 1 0 0,-3 13-144 0 0,-2 0 0 0 0,-2 0 0 0 0,-2-1 0 0 0,-2 0 0 0 0,-1 0 0 0 0,-26 61 0 0 0,23-73-504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6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38 11979 0 0,'0'-1'152'0'0,"-1"-1"1"0"0,1 1 0 0 0,0 0-1 0 0,0-1 1 0 0,1 1 0 0 0,-1-1-1 0 0,0 1 1 0 0,0-1 0 0 0,1 1-1 0 0,-1 0 1 0 0,1-1 0 0 0,-1 1-1 0 0,1 0 1 0 0,0-1 0 0 0,-1 1-1 0 0,1 0 1 0 0,0 0 0 0 0,0 0 0 0 0,0 0-1 0 0,0 0 1 0 0,0-1 0 0 0,0 2-1 0 0,0-1 1 0 0,0 0 0 0 0,0 0-1 0 0,1 0 1 0 0,-1 0 0 0 0,0 1-1 0 0,1-1 1 0 0,-1 1 0 0 0,0-1-1 0 0,1 1 1 0 0,-1-1 0 0 0,0 1-1 0 0,1 0 1 0 0,-1 0 0 0 0,1 0 0 0 0,-1 0-1 0 0,1 0 1 0 0,-1 0 0 0 0,0 0-1 0 0,1 0 1 0 0,2 1 0 0 0,1 0 193 0 0,1 0 0 0 0,-1 1 1 0 0,0-1-1 0 0,0 1 0 0 0,1 0 1 0 0,-1 1-1 0 0,-1-1 0 0 0,1 1 1 0 0,0 0-1 0 0,7 6 0 0 0,-4 0-231 0 0,0 0 0 0 0,-1 0 0 0 0,0 1 0 0 0,0 0 0 0 0,-1 0 1 0 0,0 1-1 0 0,-1-1 0 0 0,0 2 0 0 0,0-1 0 0 0,2 12 0 0 0,4 21 268 0 0,8 58-1 0 0,-16-81-270 0 0,69 460 34 0 0,-63-352-3114 0 0,-8-116 2097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6.9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277 17 6913 0 0,'29'-16'9082'0'0,"-29"16"-8981"0"0,-5 16 1403 0 0,-19 26-772 0 0,-2-2 0 0 0,-2-1 1 0 0,-34 38-1 0 0,7-10-119 0 0,29-35-245 0 0,-27 36 376 0 0,49-63-672 0 0,1 1-1 0 0,0-1 1 0 0,0 1 0 0 0,0-1-1 0 0,1 1 1 0 0,0 0 0 0 0,0 0-1 0 0,1 0 1 0 0,-1 0 0 0 0,0 12-1 0 0,3-15-47 0 0,-1 0 1 0 0,1 0-1 0 0,-1 0 0 0 0,1 0 0 0 0,0 0 0 0 0,0 0 0 0 0,1-1 1 0 0,-1 1-1 0 0,0 0 0 0 0,1-1 0 0 0,0 1 0 0 0,0-1 0 0 0,-1 1 1 0 0,1-1-1 0 0,1 0 0 0 0,-1 0 0 0 0,0 0 0 0 0,0 0 0 0 0,1 0 0 0 0,-1-1 1 0 0,1 1-1 0 0,0-1 0 0 0,-1 1 0 0 0,1-1 0 0 0,0 0 0 0 0,0 0 1 0 0,5 1-1 0 0,6 2 31 0 0,0-1 0 0 0,0 0 0 0 0,0-1 0 0 0,22 1 0 0 0,5-4-236 0 0,1-2 0 0 0,0-1-1 0 0,77-20 1 0 0,-81 16-411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7.2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295 83 1840 0 0,'-2'-5'506'0'0,"0"0"-1"0"0,-1 0 1 0 0,1 0-1 0 0,-1 1 1 0 0,0-1-1 0 0,0 1 1 0 0,0-1-1 0 0,-1 1 1 0 0,1 0-1 0 0,-1 1 1 0 0,0-1-1 0 0,0 1 1 0 0,0-1-1 0 0,-1 1 1 0 0,1 0-1 0 0,-1 1 1 0 0,0-1-1 0 0,0 1 1 0 0,0 0-1 0 0,0 0 1 0 0,0 1-1 0 0,0-1 1 0 0,0 1-1 0 0,-1 0 1 0 0,1 1-1 0 0,0-1 1 0 0,-10 1-1 0 0,10 0-202 0 0,0 1-1 0 0,0 0 1 0 0,0 0 0 0 0,0 0 0 0 0,0 0-1 0 0,0 1 1 0 0,1 0 0 0 0,-1 0 0 0 0,0 0-1 0 0,1 1 1 0 0,-6 3 0 0 0,1 1-129 0 0,0 1-1 0 0,0 0 1 0 0,1 0 0 0 0,0 0-1 0 0,1 1 1 0 0,0 0 0 0 0,1 1-1 0 0,-1 0 1 0 0,2 0 0 0 0,-1 0-1 0 0,2 0 1 0 0,-1 1-1 0 0,1 0 1 0 0,1 0 0 0 0,0 0-1 0 0,1 0 1 0 0,-2 16 0 0 0,3-18-145 0 0,1 0 0 0 0,0 0-1 0 0,0 1 1 0 0,1-1 0 0 0,0 0 0 0 0,1 0 0 0 0,-1 0 0 0 0,2 0 0 0 0,0 0-1 0 0,0 0 1 0 0,0-1 0 0 0,1 1 0 0 0,0-1 0 0 0,1 0 0 0 0,0 0 0 0 0,0 0-1 0 0,1-1 1 0 0,0 0 0 0 0,0 0 0 0 0,1 0 0 0 0,12 9 0 0 0,-11-10-21 0 0,0 0 0 0 0,0 0 1 0 0,1-1-1 0 0,0 0 0 0 0,-1-1 1 0 0,2 0-1 0 0,-1 0 0 0 0,0-1 1 0 0,1-1-1 0 0,0 1 0 0 0,0-1 1 0 0,-1-1-1 0 0,1 0 0 0 0,0 0 0 0 0,0-1 1 0 0,0 0-1 0 0,0-1 0 0 0,0 0 1 0 0,0-1-1 0 0,0 0 0 0 0,-1 0 1 0 0,1-1-1 0 0,-1 0 0 0 0,16-8 1 0 0,85-45-4046 0 0,-84 41-3135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7.5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39 101 4145 0 0,'-6'-9'666'0'0,"0"-1"0"0"0,0 1 1 0 0,-7-20-1 0 0,11 24 251 0 0,0 0 1 0 0,1 0-1 0 0,0-1 0 0 0,0 1 0 0 0,0 0 1 0 0,4-7 2923 0 0,5 19-2408 0 0,7 9 62 0 0,-5-1-975 0 0,-1 0 1 0 0,-1 1 0 0 0,0 0 0 0 0,-1 0-1 0 0,0 1 1 0 0,5 22 0 0 0,-4 3-224 0 0,6 64 0 0 0,-11-83-230 0 0,13 98 244 0 0,-14-110-228 0 0,1-1 1 0 0,0 1 0 0 0,1-1 0 0 0,0 0-1 0 0,0 0 1 0 0,1 0 0 0 0,1-1 0 0 0,11 17-1 0 0,-15-24-45 0 0,0 0 0 0 0,0 0 0 0 0,0 0 0 0 0,1 0 1 0 0,-1 0-1 0 0,1-1 0 0 0,-1 1 0 0 0,1-1 0 0 0,-1 0 0 0 0,1 0 0 0 0,0 0 0 0 0,0 0 0 0 0,0 0 0 0 0,-1 0 0 0 0,1-1 0 0 0,0 1 0 0 0,0-1 0 0 0,0 0 0 0 0,0 0 0 0 0,0 0 0 0 0,0 0 0 0 0,0-1 1 0 0,0 1-1 0 0,-1-1 0 0 0,1 0 0 0 0,0 0 0 0 0,0 0 0 0 0,4-2 0 0 0,8-4-146 0 0,0-1 0 0 0,0 0 0 0 0,26-21 1 0 0,-17 12-864 0 0,6-4-4905 0 0,3-2-1985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9.1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377 54 6913 0 0,'4'-20'3711'0'0,"0"-1"-1686"0"0,-4 20-1857 0 0,0 1 1 0 0,0-1 0 0 0,0 1-1 0 0,0-1 1 0 0,0 1 0 0 0,0-1 0 0 0,0 1-1 0 0,0 0 1 0 0,0-1 0 0 0,0 1-1 0 0,-4-7 2700 0 0,3 6-2699 0 0,-2 2 96 0 0,-1-1 0 0 0,0 1 0 0 0,1 0 0 0 0,-1 0 0 0 0,1 1 0 0 0,-1-1 0 0 0,1 1 0 0 0,0-1 0 0 0,0 1 0 0 0,-6 4 0 0 0,-2 0 71 0 0,-21 12-147 0 0,1 1 0 0 0,0 2 0 0 0,2 1 0 0 0,0 1 0 0 0,1 1-1 0 0,2 2 1 0 0,1 1 0 0 0,0 0 0 0 0,-21 34 0 0 0,43-57-171 0 0,0 0 0 0 0,0 1 1 0 0,1 0-1 0 0,-1 0 0 0 0,1-1 1 0 0,0 1-1 0 0,0 0 0 0 0,-1 7 1 0 0,3-10-16 0 0,0 0 0 0 0,0-1 0 0 0,0 1 0 0 0,0-1 0 0 0,0 1 0 0 0,0-1 1 0 0,1 1-1 0 0,-1-1 0 0 0,1 1 0 0 0,-1-1 0 0 0,1 1 0 0 0,-1-1 0 0 0,1 1 1 0 0,0-1-1 0 0,0 0 0 0 0,0 1 0 0 0,0-1 0 0 0,0 0 0 0 0,0 0 0 0 0,0 0 0 0 0,0 0 1 0 0,0 0-1 0 0,0 0 0 0 0,1 0 0 0 0,-1 0 0 0 0,0 0 0 0 0,1 0 0 0 0,-1-1 0 0 0,1 1 1 0 0,-1 0-1 0 0,1-1 0 0 0,1 1 0 0 0,21 6 14 0 0,0-1 0 0 0,0-1 0 0 0,27 3 0 0 0,-19-4-19 0 0,36 10 0 0 0,-37-6-18 0 0,0 3 1 0 0,-1 0-1 0 0,30 16 1 0 0,-49-21-1 0 0,-1 0 0 0 0,0 1 0 0 0,0 0 0 0 0,0 0 1 0 0,-1 1-1 0 0,0 1 0 0 0,0-1 0 0 0,-1 1 0 0 0,-1 1 0 0 0,1-1 1 0 0,7 15-1 0 0,-13-21 14 0 0,0 1 0 0 0,-1 0-1 0 0,1-1 1 0 0,-1 1 0 0 0,1 0 0 0 0,-1 0 0 0 0,-1 0 0 0 0,1 0-1 0 0,0 1 1 0 0,-1-1 0 0 0,0 0 0 0 0,0 0 0 0 0,0 0 0 0 0,-1 0-1 0 0,1 0 1 0 0,-2 7 0 0 0,-1-5 11 0 0,1-1 0 0 0,-1 1 0 0 0,1 0 0 0 0,-1-1 0 0 0,-1 0 0 0 0,1 0 0 0 0,-1 0 0 0 0,0 0 0 0 0,0 0-1 0 0,-6 4 1 0 0,-3 2 106 0 0,-1 0 0 0 0,0-1-1 0 0,-1-1 1 0 0,0 0 0 0 0,-1-1-1 0 0,-30 11 1 0 0,26-11-85 0 0,0-2 0 0 0,-1 0-1 0 0,1-1 1 0 0,-1-1 0 0 0,0-1 0 0 0,0-1-1 0 0,-1 0 1 0 0,1-2 0 0 0,0 0 0 0 0,0-2-1 0 0,0 0 1 0 0,-27-7 0 0 0,34 4-780 0 0,36-2-5525 0 0,-18 6 6725 0 0,11-2-579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09.4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32 10138 0 0,'-6'-13'300'0'0,"-3"-6"6828"0"0,14 34-3163 0 0,8 24-3515 0 0,-1 1 1 0 0,-2 0-1 0 0,-2 1 0 0 0,-2-1 0 0 0,1 52 0 0 0,-3-40-799 0 0,1-1-1 0 0,23 86 1 0 0,-21-114-238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10.5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273 0 920 0 0,'-14'1'-466'0'0,"-23"1"2636"0"0,35-2-1798 0 0,0 0-1 0 0,1 1 1 0 0,-1-1-1 0 0,0 0 1 0 0,0 1-1 0 0,1 0 1 0 0,-1-1-1 0 0,1 1 1 0 0,-1 0-1 0 0,0-1 1 0 0,1 1-1 0 0,0 0 1 0 0,-1 0-1 0 0,1 1 1 0 0,-3 1 0 0 0,5-3-316 0 0,-1 0 0 0 0,0 1 1 0 0,0-1-1 0 0,0 1 0 0 0,1-1 1 0 0,-1 0-1 0 0,0 1 1 0 0,1-1-1 0 0,-1 0 0 0 0,0 1 1 0 0,1-1-1 0 0,-1 0 1 0 0,0 0-1 0 0,1 1 0 0 0,-1-1 1 0 0,0 0-1 0 0,1 0 1 0 0,-1 0-1 0 0,1 1 0 0 0,-1-1 1 0 0,0 0-1 0 0,1 0 1 0 0,-1 0-1 0 0,1 0 0 0 0,-1 0 1 0 0,1 0-1 0 0,-1 0 0 0 0,0 0 1 0 0,1 0-1 0 0,0 0 1 0 0,16 3 516 0 0,349 10 4003 0 0,2-29-2230 0 0,28 1-174 0 0,547 41-175 0 0,-935-25-1993 0 0,5 0 56 0 0,0 0-1 0 0,1 1 0 0 0,-2 0 0 0 0,1 1 1 0 0,0 0-1 0 0,0 1 0 0 0,23 11 0 0 0,-35-14 27 0 0,1 1-1 0 0,0-1 0 0 0,-1 1 0 0 0,0-1 0 0 0,1 1 0 0 0,-1 0 0 0 0,0 0 0 0 0,0-1 0 0 0,0 1 0 0 0,0 0 0 0 0,0 0 0 0 0,-1 0 0 0 0,1 0 0 0 0,-1 0 1 0 0,1 0-1 0 0,-1 0 0 0 0,1 1 0 0 0,-1-1 0 0 0,0 2 0 0 0,-3 49 181 0 0,1-35-128 0 0,-2 40 6 0 0,4 0-1 0 0,6 63 1 0 0,25 117-103 0 0,-12-98-41 0 0,6 59 0 0 0,33 248 0 0 0,-38-326 23 0 0,32 304 290 0 0,-51-413-218 0 0,-1 0 0 0 0,0 0 0 0 0,-1 0 0 0 0,-4 22 0 0 0,4-30-58 0 0,0-1 0 0 0,0 0 1 0 0,0 0-1 0 0,-1 0 1 0 0,1 1-1 0 0,-1-1 0 0 0,0-1 1 0 0,0 1-1 0 0,0 0 0 0 0,0 0 1 0 0,0-1-1 0 0,-1 1 0 0 0,1-1 1 0 0,-1 0-1 0 0,0 0 1 0 0,0 0-1 0 0,0 0 0 0 0,0 0 1 0 0,0 0-1 0 0,0-1 0 0 0,-5 2 1 0 0,-28 7 148 0 0,-2-1-1 0 0,1-1 1 0 0,-43 1 0 0 0,-13 4-97 0 0,-115 18 75 0 0,-399 9 0 0 0,-297-52-404 0 0,863 12 142 0 0,-177-4-1330 0 0,174 1 777 0 0,1-2-1 0 0,-81-20 0 0 0,112 21 260 0 0,1 0 0 0 0,0 0-1 0 0,0-1 1 0 0,0-1 0 0 0,1 0 0 0 0,0 0-1 0 0,-12-10 1 0 0,0-3-7200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11.0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67 328 1808 0 0,'7'-31'872'0'0,"-1"1"-1"0"0,-1-1 0 0 0,-2 0 0 0 0,-2 0 1 0 0,0-1-1 0 0,-8-58 0 0 0,6 87-426 0 0,1-1 0 0 0,-1 0 1 0 0,0 1-1 0 0,0-1 0 0 0,0 1 0 0 0,-1 0 1 0 0,1-1-1 0 0,-1 1 0 0 0,0 0 0 0 0,0 0 1 0 0,-4-5-1 0 0,5 7-257 0 0,1 0 0 0 0,-1 1 0 0 0,0-1 1 0 0,1 1-1 0 0,-1-1 0 0 0,0 1 0 0 0,0-1 1 0 0,1 1-1 0 0,-1 0 0 0 0,0-1 0 0 0,0 1 1 0 0,0 0-1 0 0,1 0 0 0 0,-1 0 0 0 0,0-1 0 0 0,0 1 1 0 0,0 0-1 0 0,0 0 0 0 0,1 0 0 0 0,-1 0 1 0 0,-1 1-1 0 0,0-1-8 0 0,1 1-1 0 0,-1-1 1 0 0,1 1 0 0 0,-1 0-1 0 0,1 0 1 0 0,0 0 0 0 0,-1 0-1 0 0,1 0 1 0 0,0 0 0 0 0,0 0-1 0 0,-1 1 1 0 0,1-1 0 0 0,0 0-1 0 0,0 1 1 0 0,0 1 0 0 0,-3 3-13 0 0,1 0 1 0 0,0 0 0 0 0,1 1-1 0 0,-1 0 1 0 0,1-1 0 0 0,0 1-1 0 0,1 0 1 0 0,0 0 0 0 0,-1 8-1 0 0,2 66 140 0 0,0-61-271 0 0,12 143 226 0 0,39 199 0 0 0,-26-211-114 0 0,119 606 620 0 0,-84-430 9 0 0,-32-163-56 0 0,-23-134-445 0 0,-1-2 213 0 0,2 0 1 0 0,0 0-1 0 0,19 48 1 0 0,-23-70-399 0 0,0 0 0 0 0,0 0 1 0 0,-1 1-1 0 0,0-1 1 0 0,0 0-1 0 0,0 1 1 0 0,-1-1-1 0 0,0 8 0 0 0,0-6 67 0 0,2-4-621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2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 6913 0 0,'1'-1'248'0'0,"-1"-1"-1"0"0,1 1 0 0 0,0-1 1 0 0,0 1-1 0 0,0 0 1 0 0,0 0-1 0 0,0-1 0 0 0,0 1 1 0 0,0 0-1 0 0,0 0 0 0 0,0 0 1 0 0,0 0-1 0 0,1 0 0 0 0,-1 0 1 0 0,0 0-1 0 0,1 1 0 0 0,-1-1 1 0 0,1 0-1 0 0,-1 1 0 0 0,1-1 1 0 0,-1 1-1 0 0,1-1 0 0 0,0 1 1 0 0,-1 0-1 0 0,1 0 0 0 0,-1 0 1 0 0,3 0-1 0 0,-1 0 23 0 0,-1 1 1 0 0,0-1-1 0 0,1 1 1 0 0,-1 0-1 0 0,0 0 1 0 0,0 0-1 0 0,0 0 1 0 0,0 0-1 0 0,0 1 1 0 0,0-1 0 0 0,0 1-1 0 0,0-1 1 0 0,0 1-1 0 0,-1-1 1 0 0,1 1-1 0 0,-1 0 1 0 0,3 4-1 0 0,25 44 822 0 0,-2 2-1 0 0,24 67 1 0 0,8 17-641 0 0,-45-106-426 0 0,3 5 13 0 0,30 48-1 0 0,-42-75-34 0 0,0 0-1 0 0,1-1 1 0 0,0 0-1 0 0,0 0 1 0 0,0 0-1 0 0,1-1 1 0 0,0 0 0 0 0,1 0-1 0 0,0-1 1 0 0,-1 0-1 0 0,14 7 1 0 0,-19-11-71 0 0,-1-1 1 0 0,1 1-1 0 0,-1 0 1 0 0,1-1-1 0 0,0 1 1 0 0,-1-1 0 0 0,1 1-1 0 0,0-1 1 0 0,-1 0-1 0 0,1 0 1 0 0,0 1-1 0 0,-1-1 1 0 0,1 0-1 0 0,0-1 1 0 0,-1 1-1 0 0,1 0 1 0 0,0 0-1 0 0,-1-1 1 0 0,1 1-1 0 0,0-1 1 0 0,-1 0 0 0 0,1 1-1 0 0,-1-1 1 0 0,1 0-1 0 0,-1 0 1 0 0,0 0-1 0 0,1 0 1 0 0,-1 0-1 0 0,0 0 1 0 0,1 0-1 0 0,-1 0 1 0 0,0-1-1 0 0,0 1 1 0 0,0 0-1 0 0,0-1 1 0 0,0 1-1 0 0,-1-1 1 0 0,1 1 0 0 0,0-1-1 0 0,-1 1 1 0 0,1-1-1 0 0,-1 0 1 0 0,1-1-1 0 0,1-4-471 0 0,-1-1-1 0 0,0 1 0 0 0,0-1 1 0 0,-1 0-1 0 0,0 1 0 0 0,0-1 0 0 0,-1 1 1 0 0,-2-10-1 0 0,-2-4-4965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22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37 920 0 0,'-10'-1'-92'0'0,"-3"-1"1944"0"0,0 0 1 0 0,0-1-1 0 0,-1 0 1 0 0,2-1-1 0 0,-14-10 3330 0 0,35 11-4049 0 0,11-1-722 0 0,24 4-501 0 0,-28 1-497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23.4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56 102 1376 0 0,'-15'-9'-478'0'0,"10"7"2002"0"0,0-1 0 0 0,1 1 0 0 0,0-1 0 0 0,-1 0 0 0 0,1 0 0 0 0,-7-8 420 0 0,10 10-1735 0 0,1 1 1 0 0,0-1 0 0 0,-1 1-1 0 0,1-1 1 0 0,0 0 0 0 0,0 1-1 0 0,0-1 1 0 0,0 1 0 0 0,-1-1-1 0 0,1 1 1 0 0,0-1 0 0 0,0 1-1 0 0,0-1 1 0 0,0 0-1 0 0,0 1 1 0 0,0-1 0 0 0,1 1-1 0 0,-1-1 1 0 0,0 0 0 0 0,0 1-1 0 0,0-1 1 0 0,0 1 0 0 0,1-1-1 0 0,0-1-123 0 0,1 0 0 0 0,-1 1-1 0 0,0 0 1 0 0,1-1 0 0 0,-1 1-1 0 0,1 0 1 0 0,-1 0 0 0 0,1 0-1 0 0,0 0 1 0 0,0 0 0 0 0,2-1-1 0 0,17-6 403 0 0,-1 1-1 0 0,1 1 1 0 0,0 2 0 0 0,1 0-1 0 0,-1 0 1 0 0,1 2-1 0 0,38 1 1 0 0,-55 1-461 0 0,0 1-1 0 0,0-1 1 0 0,-1 1 0 0 0,1 0-1 0 0,0 0 1 0 0,0 0 0 0 0,-1 1-1 0 0,1-1 1 0 0,-1 1 0 0 0,1 0-1 0 0,-1 1 1 0 0,0-1-1 0 0,0 1 1 0 0,0 0 0 0 0,4 3-1 0 0,-5-3-23 0 0,-1 1-1 0 0,1-1 0 0 0,-1 1 0 0 0,1-1 0 0 0,-1 1 0 0 0,-1 0 0 0 0,1 0 0 0 0,0 0 0 0 0,-1 0 0 0 0,0 0 0 0 0,0 0 1 0 0,0 1-1 0 0,0-1 0 0 0,-1 0 0 0 0,0 0 0 0 0,0 1 0 0 0,0 5 0 0 0,-2 8-6 0 0,-1 0-1 0 0,0 0 1 0 0,-2 0 0 0 0,0-1-1 0 0,-10 23 1 0 0,7-17 2 0 0,-12 47 1 0 0,20-69 3 0 0,0 0 1 0 0,0 0 0 0 0,0-1-1 0 0,0 1 1 0 0,0 0-1 0 0,0 0 1 0 0,0-1-1 0 0,0 1 1 0 0,0 0 0 0 0,0 0-1 0 0,0-1 1 0 0,1 1-1 0 0,-1 0 1 0 0,0 0-1 0 0,1-1 1 0 0,-1 1 0 0 0,0 0-1 0 0,1-1 1 0 0,-1 1-1 0 0,1 0 1 0 0,-1-1-1 0 0,1 1 1 0 0,-1-1 0 0 0,1 1-1 0 0,-1-1 1 0 0,1 1-1 0 0,0-1 1 0 0,-1 1-1 0 0,1-1 1 0 0,0 0 0 0 0,-1 1-1 0 0,1-1 1 0 0,0 0-1 0 0,0 0 1 0 0,-1 1 0 0 0,1-1-1 0 0,0 0 1 0 0,0 0-1 0 0,-1 0 1 0 0,1 0-1 0 0,0 0 1 0 0,0 0 0 0 0,-1 0-1 0 0,1 0 1 0 0,0 0-1 0 0,1-1 1 0 0,45-7 183 0 0,-34 5-154 0 0,-5 1-31 0 0,0 1 0 0 0,-1 0 0 0 0,1 1 0 0 0,0 0 0 0 0,0 0 0 0 0,0 0 0 0 0,-1 1 0 0 0,1 1 0 0 0,0-1 0 0 0,0 1 0 0 0,-1 0 0 0 0,15 7 0 0 0,-19-7-1 0 0,0 0 1 0 0,1 0-1 0 0,-1 0 1 0 0,0 0-1 0 0,0 1 0 0 0,-1 0 1 0 0,1-1-1 0 0,-1 1 0 0 0,1 0 1 0 0,-1 0-1 0 0,0 1 0 0 0,0-1 1 0 0,0 0-1 0 0,0 1 0 0 0,-1-1 1 0 0,1 1-1 0 0,-1-1 1 0 0,0 1-1 0 0,0 0 0 0 0,0-1 1 0 0,-1 1-1 0 0,1 0 0 0 0,-1 0 1 0 0,0 0-1 0 0,0-1 0 0 0,0 1 1 0 0,-1 0-1 0 0,-1 6 1 0 0,0 1 55 0 0,-1 1 1 0 0,-1-1 0 0 0,0 0 0 0 0,0 0-1 0 0,-1 0 1 0 0,-1-1 0 0 0,1 1 0 0 0,-2-1 0 0 0,1-1-1 0 0,-14 15 1 0 0,7-10-308 0 0,-1 0 1 0 0,0-1-1 0 0,-1 0 0 0 0,0-1 0 0 0,-28 15 0 0 0,20-14-7577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18.8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74 2304 0 0,'-32'-36'3264'0'0,"16"16"-378"0"0,0 2 3382 0 0,27 39-2353 0 0,-1 25-3094 0 0,-5-21-420 0 0,-3-13-381 0 0,54 184 913 0 0,-48-175-841 0 0,0-1 0 0 0,2 0 0 0 0,0-1 0 0 0,1 0 0 0 0,1 0 0 0 0,1-1 0 0 0,17 19 1 0 0,-25-32-294 0 0,0 0 0 0 0,0 0 1 0 0,1-1-1 0 0,-1 0 0 0 0,1 0 1 0 0,0 0-1 0 0,12 5 0 0 0,-16-8 55 0 0,1 0 0 0 0,-1-1 1 0 0,0 1-1 0 0,1 0 0 0 0,-1-1 0 0 0,1 1 0 0 0,-1-1 0 0 0,1 0 0 0 0,-1 0 0 0 0,1 0 0 0 0,-1 0 0 0 0,1-1 0 0 0,-1 1 0 0 0,1 0 1 0 0,-1-1-1 0 0,1 0 0 0 0,-1 0 0 0 0,1 0 0 0 0,-1 0 0 0 0,0 0 0 0 0,0 0 0 0 0,0 0 0 0 0,1-1 0 0 0,2-2 0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19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68 5529 0 0,'-1'-3'276'0'0,"-1"1"-1"0"0,1-1 1 0 0,0 1 0 0 0,0-1-1 0 0,0 0 1 0 0,0 0 0 0 0,1 0-1 0 0,-1 0 1 0 0,1 0 0 0 0,0 1-1 0 0,0-5 1 0 0,-1 6-26 0 0,1 0 0 0 0,0-1 0 0 0,0 1 0 0 0,0 0 0 0 0,1 0 0 0 0,-1-1 0 0 0,0 1 1 0 0,0 0-1 0 0,1 0 0 0 0,-1 0 0 0 0,0-1 0 0 0,1 1 0 0 0,-1 0 0 0 0,1 0 0 0 0,0 0 0 0 0,-1 0 0 0 0,1 0 0 0 0,0 0 0 0 0,0 0 0 0 0,0 0 0 0 0,0 0 0 0 0,-1 0 0 0 0,1 0 0 0 0,0 1 1 0 0,0-1-1 0 0,1 0 0 0 0,-1 1 0 0 0,2-2 0 0 0,-1 3-401 0 0,-1 0 0 0 0,1-1 0 0 0,0 1 0 0 0,-1 0 0 0 0,1 0 0 0 0,-1 0 0 0 0,1 1 0 0 0,-1-1 0 0 0,1 0 0 0 0,-1 0 0 0 0,0 1 0 0 0,0-1 0 0 0,1 1 0 0 0,-1-1 0 0 0,0 1 1 0 0,0 0-1 0 0,-1-1 0 0 0,2 4 0 0 0,2 1-589 0 0,4 5-699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19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5065 0 0,'-12'6'8150'0'0,"12"-5"-7869"0"0,0 16 3710 0 0,15 18-1912 0 0,42 62 330 0 0,59 117-1774 0 0,-100-178-2992 0 0,-8-18-1702 0 0,3 7-2909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19.8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69 219 8754 0 0,'-9'1'486'0'0,"-24"2"-276"0"0,32-3-57 0 0,0 0 0 0 0,-1 0 0 0 0,1 0 1 0 0,-1 0-1 0 0,1 0 0 0 0,-1-1 0 0 0,1 1 1 0 0,-1 0-1 0 0,1-1 0 0 0,-1 1 0 0 0,1-1 0 0 0,0 1 1 0 0,-1-1-1 0 0,1 0 0 0 0,0 0 0 0 0,-2-1 1 0 0,2 1-77 0 0,1 0 0 0 0,0 1 1 0 0,0-1-1 0 0,0 0 1 0 0,0 0-1 0 0,0 0 1 0 0,0 1-1 0 0,0-1 1 0 0,0 0-1 0 0,0 0 0 0 0,0 1 1 0 0,0-1-1 0 0,0 0 1 0 0,1 0-1 0 0,-1 1 1 0 0,0-1-1 0 0,0 0 1 0 0,1 0-1 0 0,-1 1 0 0 0,1-1 1 0 0,-1 0-1 0 0,1 1 1 0 0,-1-1-1 0 0,1 1 1 0 0,-1-1-1 0 0,1 0 1 0 0,-1 1-1 0 0,1-1 1 0 0,0 1-1 0 0,0-1 0 0 0,24-18 702 0 0,-22 17-696 0 0,23-15 91 0 0,1 1 0 0 0,0 2 0 0 0,0 0 0 0 0,35-10 0 0 0,120-29-76 0 0,-146 44-44 0 0,-19 4 329 0 0,-1 0 0 0 0,21-9 0 0 0,-44 52 557 0 0,5-26-765 0 0,0 1 1 0 0,0 0-1 0 0,1 0 0 0 0,1 0 0 0 0,0 0 1 0 0,4 23-1 0 0,-4-33-152 0 0,1 1 0 0 0,-1-1 0 0 0,1 0 0 0 0,0 0 0 0 0,0 0 0 0 0,0 0 0 0 0,0 0 0 0 0,1 0 0 0 0,-1 0 0 0 0,1 0-1 0 0,0 0 1 0 0,0-1 0 0 0,0 1 0 0 0,0-1 0 0 0,0 1 0 0 0,0-1 0 0 0,1 0 0 0 0,-1 0 0 0 0,1 0 0 0 0,-1 0 0 0 0,1 0 0 0 0,0 0 0 0 0,0-1 0 0 0,0 0 0 0 0,0 1 0 0 0,0-1 0 0 0,0 0 0 0 0,0 0 0 0 0,1-1 0 0 0,-1 1-1 0 0,0-1 1 0 0,5 1 0 0 0,-5-2 9 0 0,-1 1-1 0 0,1 0 0 0 0,-1-1 0 0 0,0 1 0 0 0,1-1 0 0 0,-1 0 0 0 0,0 0 1 0 0,1 0-1 0 0,-1 0 0 0 0,0 0 0 0 0,0-1 0 0 0,0 1 0 0 0,0 0 0 0 0,0-1 1 0 0,0 0-1 0 0,-1 1 0 0 0,1-1 0 0 0,0 0 0 0 0,-1 0 0 0 0,1 0 1 0 0,-1 0-1 0 0,0 0 0 0 0,0 0 0 0 0,0 0 0 0 0,1-4 0 0 0,-1 4-27 0 0,0 1 0 0 0,0-1 0 0 0,-1 0 0 0 0,1 0 0 0 0,-1 0 0 0 0,0 0 0 0 0,0 0 0 0 0,1 0 0 0 0,-1 0 0 0 0,0 0 0 0 0,-1 0 0 0 0,1 0 0 0 0,0 0 0 0 0,-1 0 0 0 0,1 0 0 0 0,-1 0 0 0 0,1 0 0 0 0,-1 0 0 0 0,0 0 0 0 0,0 0 0 0 0,0 1 0 0 0,0-1 0 0 0,0 0 0 0 0,0 1 0 0 0,0-1 0 0 0,-1 1 0 0 0,1-1 0 0 0,-1 1 0 0 0,1 0 0 0 0,-1-1 0 0 0,-2 0 0 0 0,-1-1-96 0 0,0 0 1 0 0,-1 1-1 0 0,1 0 1 0 0,-1 0-1 0 0,0 0 1 0 0,1 1-1 0 0,-1 0 1 0 0,0 0-1 0 0,0 1 1 0 0,0-1-1 0 0,0 1 1 0 0,0 0-1 0 0,-7 2 1 0 0,-1 0-846 0 0,0 1 0 0 0,0 1-1 0 0,1 0 1 0 0,-20 8 0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20.0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38 145 10594 0 0,'-13'-38'1209'0'0,"8"26"151"0"0,0 0 0 0 0,2-1 0 0 0,-1 1 0 0 0,1-1 0 0 0,-1-19 0 0 0,4 31-1301 0 0,0 1-1 0 0,0-1 1 0 0,0 1-1 0 0,0-1 1 0 0,0 1-1 0 0,0 0 1 0 0,0-1 0 0 0,0 1-1 0 0,0-1 1 0 0,0 1-1 0 0,1-1 1 0 0,-1 1-1 0 0,0-1 1 0 0,0 1 0 0 0,0-1-1 0 0,1 1 1 0 0,-1 0-1 0 0,0-1 1 0 0,1 1 0 0 0,-1 0-1 0 0,0-1 1 0 0,1 1-1 0 0,-1 0 1 0 0,0-1-1 0 0,1 1 1 0 0,-1 0 0 0 0,1-1-1 0 0,-1 1 1 0 0,0 0-1 0 0,1 0 1 0 0,-1 0 0 0 0,1-1-1 0 0,0 1 1 0 0,19 4 650 0 0,-15-2-634 0 0,0 0 0 0 0,0 1 1 0 0,0 0-1 0 0,0 0 0 0 0,6 5 1 0 0,-3 1 13 0 0,-1 0 0 0 0,1 0-1 0 0,-2 1 1 0 0,1 0 0 0 0,-1 1 0 0 0,-1-1 0 0 0,0 1 0 0 0,4 11 0 0 0,3 18 28 0 0,8 41 0 0 0,-14-51-106 0 0,2 1 0 0 0,19 48 1 0 0,-20-65-303 0 0,1 0 1 0 0,0 0-1 0 0,1 0 0 0 0,1-1 1 0 0,0-1-1 0 0,0 0 1 0 0,1 0-1 0 0,1-1 0 0 0,19 15 1 0 0,-25-20-1112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20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41 315 4145 0 0,'-2'-1'222'0'0,"0"0"0"0"0,-1 0 0 0 0,1 1 0 0 0,0-2 1 0 0,0 1-1 0 0,0 0 0 0 0,0 0 0 0 0,0-1 0 0 0,0 1 0 0 0,0-1 0 0 0,1 1 0 0 0,-1-1 1 0 0,1 0-1 0 0,-1 0 0 0 0,1 0 0 0 0,-1 0 0 0 0,1 0 0 0 0,0 0 0 0 0,0 0 0 0 0,0 0 1 0 0,0 0-1 0 0,0-1 0 0 0,1 1 0 0 0,-1 0 0 0 0,1 0 0 0 0,-1-1 0 0 0,1 1 0 0 0,0-1 1 0 0,0 1-1 0 0,0 0 0 0 0,0-1 0 0 0,0 1 0 0 0,1 0 0 0 0,-1-1 0 0 0,1 1 1 0 0,0 0-1 0 0,-1 0 0 0 0,1-1 0 0 0,0 1 0 0 0,2-3 0 0 0,3-8 342 0 0,2 0 0 0 0,-1 0 0 0 0,2 0 0 0 0,0 1 0 0 0,0 0 0 0 0,1 1-1 0 0,0 0 1 0 0,16-12 0 0 0,5-3-1214 0 0,65-39 1 0 0,-60 43-5449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21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59 6913 0 0,'-5'-14'372'0'0,"-4"-14"827"0"0,2 11 2449 0 0,10 39 2034 0 0,2 14-4749 0 0,6 13-465 0 0,3-2 1 0 0,2 0-1 0 0,2 0 1 0 0,1-2-1 0 0,3 0 1 0 0,52 77-1 0 0,-70-115-483 0 0,1-1 1 0 0,0 0-1 0 0,0 0 0 0 0,1 0 0 0 0,0-1 1 0 0,0 0-1 0 0,0 0 0 0 0,0-1 0 0 0,14 8 1 0 0,-17-11-155 0 0,0 0 0 0 0,0 0 0 0 0,0 0 0 0 0,0 0 0 0 0,0-1 0 0 0,0 1 0 0 0,0-1 0 0 0,0 0 0 0 0,0 0 0 0 0,0 0 0 0 0,0 0 0 0 0,0-1 0 0 0,0 1 0 0 0,0-1 0 0 0,0 0 0 0 0,0 0 0 0 0,0 0 0 0 0,0 0 0 0 0,0 0 0 0 0,-1-1 0 0 0,1 1 0 0 0,0-1 0 0 0,-1 1 1 0 0,1-1-1 0 0,-1 0 0 0 0,0 0 0 0 0,4-4 0 0 0,14-19-3457 0 0,-12 10-1494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21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65 148 2304 0 0,'-6'-2'201'0'0,"1"-2"0"0"0,1 1 0 0 0,-1 0 0 0 0,0-1 0 0 0,1 0 0 0 0,0 0 0 0 0,-1 0 0 0 0,2-1 0 0 0,-1 1 0 0 0,0-1 0 0 0,-4-8 0 0 0,7 10 116 0 0,0 0 1 0 0,-1 0-1 0 0,1 0 0 0 0,1 0 1 0 0,-1 0-1 0 0,0 0 0 0 0,1 0 0 0 0,-1 0 1 0 0,1 0-1 0 0,0-1 0 0 0,0 1 0 0 0,0 0 1 0 0,1 0-1 0 0,-1 0 0 0 0,1 0 0 0 0,-1 0 1 0 0,1 0-1 0 0,0 0 0 0 0,0 0 1 0 0,1 0-1 0 0,-1 0 0 0 0,0 1 0 0 0,4-6 1 0 0,-4 7-193 0 0,0 0 0 0 0,-1 0-1 0 0,1 0 1 0 0,0 0 0 0 0,0 0 0 0 0,0 0 0 0 0,-1 0 0 0 0,1 0 0 0 0,0 1 0 0 0,0-1 0 0 0,0 0 0 0 0,0 1 0 0 0,1-1 0 0 0,-1 0 0 0 0,0 1 0 0 0,0-1-1 0 0,0 1 1 0 0,0 0 0 0 0,1-1 0 0 0,-1 1 0 0 0,0 0 0 0 0,0 0 0 0 0,1 0 0 0 0,-1 0 0 0 0,0 0 0 0 0,0 0 0 0 0,1 0 0 0 0,-1 0 0 0 0,0 0 0 0 0,2 1 0 0 0,-1 0-258 0 0,0 0 1 0 0,0 0 0 0 0,0 1 0 0 0,0-1 0 0 0,0 0-1 0 0,-1 1 1 0 0,1-1 0 0 0,0 1 0 0 0,-1 0 0 0 0,1-1-1 0 0,-1 1 1 0 0,1 0 0 0 0,-1 0 0 0 0,0 0 0 0 0,2 3-1 0 0,4 12-5017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2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11979 0 0,'0'0'1381'0'0,"7"19"4847"0"0,71 168-2108 0 0,-11-30-4423 0 0,-58-135-447 0 0,2 7-5056 0 0,-1-5-1433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34.8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163 104 456 0 0,'-3'0'103'0'0,"-1"0"0"0"0,0 0 0 0 0,0-1 0 0 0,1 0 0 0 0,-1 1 1 0 0,0-1-1 0 0,1-1 0 0 0,-1 1 0 0 0,1 0 0 0 0,-1-1 0 0 0,1 0 0 0 0,0 0 0 0 0,-5-3 0 0 0,0-1 910 0 0,1-1 1 0 0,0 0-1 0 0,-10-14 0 0 0,2 2 741 0 0,-9-2 2061 0 0,22 21-3554 0 0,1-1 0 0 0,0 0 1 0 0,0 1-1 0 0,0-1 0 0 0,-1 1 0 0 0,1-1 1 0 0,0 1-1 0 0,-1 0 0 0 0,1-1 1 0 0,0 1-1 0 0,-1 0 0 0 0,1 0 0 0 0,0 0 1 0 0,-1 0-1 0 0,1 0 0 0 0,0 0 0 0 0,-1 1 1 0 0,1-1-1 0 0,0 0 0 0 0,-3 2 1 0 0,4-2-33 0 0,1-1 0 0 0,0 1 1 0 0,-1 0-1 0 0,1 0 1 0 0,-1 0-1 0 0,1 0 0 0 0,0 0 1 0 0,-1 0-1 0 0,1 0 1 0 0,-1 1-1 0 0,1-1 0 0 0,5 3 2295 0 0,-5-2-2295 0 0,16 18 1332 0 0,14 28-1528 0 0,-29-42 481 0 0,48 77 5 0 0,-3 3-1 0 0,57 148 0 0 0,-93-205-480 0 0,2 0 1 0 0,0-1-1 0 0,2 0 0 0 0,1-1 0 0 0,1-1 1 0 0,2 0-1 0 0,0-2 0 0 0,42 40 0 0 0,22 28 123 0 0,-60-63-97 0 0,2-1-1 0 0,0-1 1 0 0,1-1-1 0 0,2-1 0 0 0,46 30 1 0 0,124 73 229 0 0,-166-104-43 0 0,49 47-1 0 0,-79-69-249 0 0,0-1 0 0 0,32 2-12338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35.9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230 126 3177 0 0,'-4'-3'38'0'0,"-1"0"1"0"0,1 0 0 0 0,1 0-1 0 0,-1-1 1 0 0,0 0 0 0 0,-4-6 0 0 0,-14-14 674 0 0,19 21-194 0 0,0 0 1 0 0,0 0-1 0 0,1-1 1 0 0,-1 1-1 0 0,1-1 1 0 0,0 0-1 0 0,-2-4 1 0 0,4 6 47 0 0,-2-1 0 0 0,1 0 0 0 0,0 1 0 0 0,0-1 1 0 0,-1 1-1 0 0,0-1 0 0 0,1 1 0 0 0,-1 0 0 0 0,0 0 0 0 0,0 0 1 0 0,0 0-1 0 0,0 0 0 0 0,-1 0 0 0 0,1 0 0 0 0,0 1 0 0 0,-5-3 1 0 0,5 4-454 0 0,1 0 1 0 0,0 0 0 0 0,-1 0 0 0 0,1 1 0 0 0,-1-1 0 0 0,1 0 0 0 0,0 1 0 0 0,-1-1 0 0 0,1 1 0 0 0,0 0 0 0 0,0-1 0 0 0,-1 1 0 0 0,1 0 0 0 0,0 0 0 0 0,0 0 0 0 0,0 0 0 0 0,0 0 0 0 0,0 0 0 0 0,0 0 0 0 0,0 0 0 0 0,0 0 0 0 0,1 0 0 0 0,-1 0 0 0 0,0 1-1 0 0,0 0 1 0 0,-21 42 3273 0 0,18-35-3198 0 0,-9 22-58 0 0,2 1 0 0 0,1 1 0 0 0,2 0 0 0 0,1 1 0 0 0,1-1 0 0 0,2 1 0 0 0,0 47 0 0 0,13 36-74 0 0,-1 0-100 0 0,15 154 42 0 0,-20-245 0 0 0,20 220 0 0 0,2-5-70 0 0,3 21 76 0 0,-9-114-6 0 0,27 144 0 0 0,-35-251 0 0 0,32 72 0 0 0,-25-70 0 0 0,16 56 0 0 0,-24-60 126 0 0,-1 1-1 0 0,-2-1 1 0 0,2 80-1 0 0,-9-82 11 0 0,0 1 1 0 0,3-1-1 0 0,1 0 0 0 0,2 0 1 0 0,1 0-1 0 0,2-1 0 0 0,14 37 1 0 0,-16-52-532 0 0,0 0 0 0 0,-1 0 1 0 0,-2 1-1 0 0,4 33 0 0 0,-13-64-3076 0 0,4 4 3337 0 0,1 1-94 0 0,-1 0 0 0 0,0 0-1 0 0,0 0 1 0 0,0 1 0 0 0,0-1 0 0 0,-1 0-1 0 0,1 0 1 0 0,-1 1 0 0 0,0-1 0 0 0,0 1-1 0 0,-3-4 1 0 0,2 4 120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36.3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97 450 2304 0 0,'-4'0'807'0'0,"0"1"0"0"0,-1 0-1 0 0,1 0 1 0 0,0 1-1 0 0,0-1 1 0 0,1 1-1 0 0,-6 2 1 0 0,7-2-140 0 0,-1 0 0 0 0,1-1 0 0 0,-1 1 0 0 0,0-1 0 0 0,0 0 0 0 0,1 0 0 0 0,-1 0 1 0 0,0 0-1 0 0,0-1 0 0 0,0 1 0 0 0,0-1 0 0 0,0 0 0 0 0,0 0 0 0 0,0 0 0 0 0,0 0 0 0 0,0 0 0 0 0,-5-1 0 0 0,8 0-564 0 0,-1 0 0 0 0,1 1 0 0 0,0-1 0 0 0,-1 0 0 0 0,1 0 0 0 0,0 1 0 0 0,-1-1 0 0 0,1 0 0 0 0,0 0 0 0 0,0 0 0 0 0,0 0 0 0 0,0 1 0 0 0,-1-1-1 0 0,1 0 1 0 0,0 0 0 0 0,1 0 0 0 0,-1 0 0 0 0,0 1 0 0 0,0-1 0 0 0,0 0 0 0 0,0 0 0 0 0,1 0 0 0 0,0-1 0 0 0,8-26 395 0 0,-6 21-137 0 0,-2 6-315 0 0,-1-1-1 0 0,1 1 1 0 0,0 0-1 0 0,0 0 1 0 0,0-1-1 0 0,0 1 1 0 0,0 0-1 0 0,0 0 0 0 0,0 0 1 0 0,1 0-1 0 0,-1 0 1 0 0,0 0-1 0 0,1 1 1 0 0,-1-1-1 0 0,0 0 0 0 0,1 1 1 0 0,-1-1-1 0 0,1 1 1 0 0,-1-1-1 0 0,1 1 1 0 0,-1 0-1 0 0,1 0 0 0 0,-1-1 1 0 0,1 1-1 0 0,-1 0 1 0 0,1 0-1 0 0,0 0 1 0 0,-1 1-1 0 0,1-1 0 0 0,-1 0 1 0 0,3 1-1 0 0,9 2-21 0 0,1 0 1 0 0,21 9-1 0 0,-19-6 88 0 0,6 2-106 0 0,-1 1 0 0 0,35 20 0 0 0,20 9 177 0 0,-74-37-168 0 0,0 0 0 0 0,1-1 0 0 0,-1 1 0 0 0,1-1 0 0 0,-1 1 0 0 0,1-1 1 0 0,-1 0-1 0 0,1 0 0 0 0,-1-1 0 0 0,1 1 0 0 0,-1 0 0 0 0,1-1 1 0 0,-1 1-1 0 0,0-1 0 0 0,1 0 0 0 0,-1 0 0 0 0,0 0 0 0 0,1 0 0 0 0,-1 0 1 0 0,0 0-1 0 0,0-1 0 0 0,0 1 0 0 0,0-1 0 0 0,0 0 0 0 0,-1 1 0 0 0,1-1 1 0 0,0 0-1 0 0,-1 0 0 0 0,1 0 0 0 0,-1 0 0 0 0,2-3 0 0 0,6-10 146 0 0,-1 0-1 0 0,0 0 0 0 0,8-27 1 0 0,-7 18-95 0 0,151-314-3776 0 0,-143 308-4767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37.3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96 317 5065 0 0,'-5'-1'444'0'0,"-1"0"1"0"0,1 1-1 0 0,-1-1 0 0 0,1 1 1 0 0,-1 0-1 0 0,1 1 0 0 0,0-1 1 0 0,-1 1-1 0 0,1 0 0 0 0,-1 1 1 0 0,1-1-1 0 0,0 1 0 0 0,0 0 1 0 0,-16 11 5961 0 0,57-5-5319 0 0,-4-5-599 0 0,0-1 1 0 0,1-1 0 0 0,47-6 0 0 0,100-22 200 0 0,-30 4 69 0 0,226-39-744 0 0,-271 42 1 0 0,194-20-251 0 0,20-4 733 0 0,-192 18-309 0 0,280-40 795 0 0,-363 64-928 0 0,51 6-1 0 0,-56-1-16 0 0,0-2 1 0 0,40-4-1 0 0,-21-4 38 0 0,0 3 0 0 0,100 6-1 0 0,-154-1-26 0 0,0-1-1 0 0,0 0 1 0 0,1 0-1 0 0,-1 0 1 0 0,0 0-1 0 0,1-1 1 0 0,5-1-1 0 0,3-8-947 0 0,-8-9-4007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37.9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254 97 2304 0 0,'-16'-11'1954'0'0,"-1"1"0"0"0,0 1 0 0 0,-1 0-1 0 0,0 1 1 0 0,-32-9 0 0 0,2 0 2702 0 0,43 15-3939 0 0,-29-9 1524 0 0,32 10-2126 0 0,1 1 1 0 0,0-1-1 0 0,-1 1 1 0 0,1-1-1 0 0,-1 1 1 0 0,1 0-1 0 0,-1 0 1 0 0,1 0-1 0 0,0 0 1 0 0,-1 0-1 0 0,1 0 1 0 0,-1 1-1 0 0,1-1 1 0 0,-1 0-1 0 0,1 1 0 0 0,0-1 1 0 0,-1 1-1 0 0,1-1 1 0 0,-2 2-1 0 0,3-1-87 0 0,0 0 0 0 0,1-1 0 0 0,-1 1 0 0 0,1 0 0 0 0,-1 0 0 0 0,0 0 0 0 0,1 0 0 0 0,-1-1 0 0 0,1 1 0 0 0,0 0 0 0 0,-1-1 0 0 0,1 1 0 0 0,0 0 0 0 0,-1-1 0 0 0,1 1 0 0 0,0-1 0 0 0,0 1 0 0 0,-1-1 0 0 0,1 1 0 0 0,1 0 0 0 0,18 12 87 0 0,43 16 183 0 0,-44-22-244 0 0,0 2-1 0 0,25 15 1 0 0,48 31 24 0 0,-61-39-62 0 0,0 2 0 0 0,54 44-1 0 0,-83-61-4 0 0,1 1-1 0 0,-1 1 1 0 0,0-1-1 0 0,0 0 1 0 0,0 0 0 0 0,0 1-1 0 0,-1-1 1 0 0,1 1-1 0 0,-1 0 1 0 0,1-1-1 0 0,-1 1 1 0 0,0 0-1 0 0,0 0 1 0 0,0 0-1 0 0,0 0 1 0 0,-1 0-1 0 0,1 0 1 0 0,-1 0-1 0 0,0 0 1 0 0,0 0-1 0 0,0 0 1 0 0,0 0-1 0 0,0 0 1 0 0,-1 0-1 0 0,-1 5 1 0 0,-2 3 143 0 0,0 0 1 0 0,-1-1-1 0 0,-1 1 1 0 0,0-1-1 0 0,-11 14 1 0 0,-135 204 225 0 0,71-115-112 0 0,72-104-702 0 0,9-9 424 0 0,0 0 0 0 0,0 0 1 0 0,0 1-1 0 0,0-1 0 0 0,0 0 1 0 0,0 0-1 0 0,0 0 1 0 0,-1 0-1 0 0,1 0 0 0 0,0 0 1 0 0,0 0-1 0 0,0 0 0 0 0,0 0 1 0 0,0 0-1 0 0,0 0 0 0 0,0 1 1 0 0,-1-1-1 0 0,1 0 0 0 0,0 0 1 0 0,0 0-1 0 0,0 0 1 0 0,0 0-1 0 0,0 0 0 0 0,-1 0 1 0 0,1 0-1 0 0,0 0 0 0 0,0 0 1 0 0,0 0-1 0 0,0 0 0 0 0,0 0 1 0 0,-1-1-1 0 0,1 1 0 0 0,0 0 1 0 0,0 0-1 0 0,0 0 0 0 0,0 0 1 0 0,0 0-1 0 0,0 0 1 0 0,0 0-1 0 0,-1 0 0 0 0,1 0 1 0 0,0 0-1 0 0,0 0 0 0 0,0-1 1 0 0,0 1-1 0 0,0 0 0 0 0,0 0 1 0 0,0 0-1 0 0,0 0 0 0 0,0 0 1 0 0,0 0-1 0 0,0-1 1 0 0,0 1-1 0 0,-1 0 0 0 0,1 0 1 0 0,0 0-1 0 0,0 0 0 0 0,0 0 1 0 0,0 0-1 0 0,0-1 0 0 0,0 1 1 0 0,0 0-1 0 0,0 0 0 0 0,0 0 1 0 0,1 0-1 0 0,-1-1 1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0.0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10594 0 0,'-3'4'5707'0'0,"1"11"-3540"0"0,2 14-813 0 0,55 520 1772 0 0,-50-515-3102 0 0,1-1-1 0 0,2 1 1 0 0,1-1 0 0 0,23 53 0 0 0,-28-77-20 0 0,0 0 0 0 0,1 0 0 0 0,0 0 0 0 0,1-1 0 0 0,-1 0 0 0 0,2 0-1 0 0,-1 0 1 0 0,1-1 0 0 0,0 0 0 0 0,1 0 0 0 0,-1-1 0 0 0,1 0 0 0 0,1 0 0 0 0,-1-1 0 0 0,1 0-1 0 0,0 0 1 0 0,0-1 0 0 0,0 0 0 0 0,1-1 0 0 0,14 4 0 0 0,-21-7-52 0 0,1 1 1 0 0,-1 0-1 0 0,1-1 1 0 0,-1 0-1 0 0,1 0 1 0 0,0 0-1 0 0,-1 0 1 0 0,1 0-1 0 0,-1-1 1 0 0,1 1-1 0 0,-1-1 1 0 0,1 0-1 0 0,-1 0 1 0 0,1-1-1 0 0,-1 1 1 0 0,0-1-1 0 0,0 0 1 0 0,1 1-1 0 0,-1-1 1 0 0,-1-1-1 0 0,1 1 0 0 0,0 0 1 0 0,0-1-1 0 0,-1 1 1 0 0,0-1-1 0 0,1 0 1 0 0,-1 0-1 0 0,0 0 1 0 0,2-5-1 0 0,1-10-991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0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11 7370 0 0,'-12'-7'9427'0'0,"25"5"-5714"0"0,-1 1-4854 0 0,-11 1 1126 0 0,1 0-1 0 0,0 0 0 0 0,0 0 1 0 0,-1 0-1 0 0,1 0 1 0 0,0 0-1 0 0,-1 1 0 0 0,1-1 1 0 0,0 0-1 0 0,-1 1 0 0 0,1-1 1 0 0,0 1-1 0 0,-1 0 0 0 0,1 0 1 0 0,-1 0-1 0 0,1-1 0 0 0,-1 1 1 0 0,3 3-1 0 0,-4-4 13 0 0,17 13-70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0.6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64 8290 0 0,'-17'-37'4985'0'0,"6"11"855"0"0,20 45-5522 0 0,-1 1 1 0 0,-1 1 0 0 0,-1-1 0 0 0,6 36-1 0 0,5 93 1829 0 0,-8-50-1509 0 0,0-39-1156 0 0,2 0 0 0 0,25 82 0 0 0,-27-116-529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1.0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30 264 5985 0 0,'-2'-1'144'0'0,"1"1"0"0"0,-1-1 0 0 0,0 0 0 0 0,0 0 0 0 0,1 0 0 0 0,-1 0 0 0 0,1-1 0 0 0,-1 1 1 0 0,1 0-1 0 0,0-1 0 0 0,-1 1 0 0 0,1-1 0 0 0,0 1 0 0 0,0-1 0 0 0,0 0 0 0 0,0 1 0 0 0,0-1 0 0 0,0 0 0 0 0,1 0 0 0 0,-1 1 0 0 0,0-1 0 0 0,1 0 0 0 0,0 0 0 0 0,-1 0 0 0 0,1 0 0 0 0,0-2 0 0 0,1-2 431 0 0,0 1 0 0 0,0-1 0 0 0,0 0 1 0 0,1 1-1 0 0,0-1 0 0 0,0 1 0 0 0,6-10 0 0 0,-3 5-297 0 0,2 1-1 0 0,-1 0 1 0 0,1 0-1 0 0,1 1 1 0 0,0 0-1 0 0,0 0 1 0 0,0 1-1 0 0,1 0 1 0 0,0 0-1 0 0,1 1 1 0 0,-1 0-1 0 0,17-7 1 0 0,-2 2-311 0 0,-1 2 1 0 0,1 1 0 0 0,0 0-1 0 0,40-6 1 0 0,-28 9-1036 0 0,71 0-1 0 0,-87 5 282 0 0,-1 1-1 0 0,1 1 1 0 0,-1 1 0 0 0,0 1-1 0 0,26 8 1 0 0,-44-12 789 0 0,0 1 0 0 0,-1-1 0 0 0,1 0 0 0 0,0 1 1 0 0,0-1-1 0 0,-1 1 0 0 0,1-1 0 0 0,0 1 0 0 0,-1-1 1 0 0,1 1-1 0 0,-1-1 0 0 0,1 1 0 0 0,0 0 0 0 0,-1-1 0 0 0,1 1 1 0 0,-1 0-1 0 0,0-1 0 0 0,1 1 0 0 0,-1 0 0 0 0,0 0 1 0 0,1-1-1 0 0,-1 1 0 0 0,0 0 0 0 0,0 0 0 0 0,0 0 1 0 0,1-1-1 0 0,-1 1 0 0 0,0 0 0 0 0,0 0 0 0 0,0 0 0 0 0,0 0 1 0 0,-1-1-1 0 0,1 1 0 0 0,0 0 0 0 0,0 0 0 0 0,0 0 1 0 0,-1-1-1 0 0,1 1 0 0 0,0 0 0 0 0,-1 0 0 0 0,1-1 1 0 0,-1 1-1 0 0,0 1 0 0 0,-27 36 1813 0 0,18-25-814 0 0,6-7-781 0 0,1-1 0 0 0,-1 1 0 0 0,1-1 0 0 0,1 1 0 0 0,-1 0 0 0 0,1 1 0 0 0,0-1 0 0 0,0 0 0 0 0,1 0 0 0 0,-1 1 0 0 0,2-1 0 0 0,-1 1 0 0 0,1-1 0 0 0,0 1 0 0 0,0-1 0 0 0,0 1 0 0 0,1-1 0 0 0,0 1 0 0 0,1-1 0 0 0,3 10 0 0 0,-2-9-152 0 0,0-1 1 0 0,0 1-1 0 0,1-1 0 0 0,0 0 1 0 0,0-1-1 0 0,0 1 0 0 0,1-1 1 0 0,0 1-1 0 0,0-2 1 0 0,0 1-1 0 0,1 0 0 0 0,-1-1 1 0 0,1 0-1 0 0,0 0 0 0 0,1-1 1 0 0,-1 0-1 0 0,0 0 1 0 0,13 4-1 0 0,-13-6-18 0 0,-1 1 0 0 0,1-1 0 0 0,0 0 0 0 0,0-1 0 0 0,0 1 0 0 0,0-1 0 0 0,0-1 0 0 0,1 1 0 0 0,-2-1 0 0 0,1 0 0 0 0,0 0 0 0 0,0 0 0 0 0,0-1 0 0 0,0 0 0 0 0,-1 0 0 0 0,1-1 0 0 0,-1 0 0 0 0,0 0 0 0 0,1 0 0 0 0,-1 0 0 0 0,-1-1 0 0 0,1 0 0 0 0,0 0 0 0 0,-1 0 0 0 0,0 0 0 0 0,0-1 0 0 0,0 0 0 0 0,4-8 0 0 0,-5 9-5 0 0,0 0 0 0 0,-1-1 0 0 0,0 1 0 0 0,0-1 1 0 0,0 0-1 0 0,-1 1 0 0 0,0-1 0 0 0,1 0 0 0 0,-2 0 0 0 0,1 0 0 0 0,0 0 1 0 0,-1 0-1 0 0,0 0 0 0 0,0 0 0 0 0,-1 0 0 0 0,1 0 0 0 0,-1 0 0 0 0,0 1 1 0 0,-1-1-1 0 0,1 0 0 0 0,-1 0 0 0 0,0 1 0 0 0,0-1 0 0 0,0 1 0 0 0,-1-1 1 0 0,1 1-1 0 0,-1 0 0 0 0,0 0 0 0 0,0 0 0 0 0,-1 1 0 0 0,1-1 0 0 0,-1 1 1 0 0,0 0-1 0 0,-7-6 0 0 0,4 5-86 0 0,-1 0 0 0 0,0 0 0 0 0,0 1 0 0 0,0 0 0 0 0,0 0 0 0 0,0 0 0 0 0,-1 1 0 0 0,1 1 0 0 0,-17-2 0 0 0,-18 2-6299 0 0,19 3-613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1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30 11979 0 0,'11'-30'10811'0'0,"-6"43"-10496"0"0,4 39-55 0 0,9 50-199 0 0,5-1 0 0 0,36 103 0 0 0,-32-133-2817 0 0,-19-53-4769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1.4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14 158 3225 0 0,'-1'0'85'0'0,"0"0"1"0"0,1 0-1 0 0,-1 0 1 0 0,1 0-1 0 0,-1 0 1 0 0,1 0-1 0 0,-1 0 1 0 0,1-1-1 0 0,-1 1 1 0 0,1 0-1 0 0,-1 0 1 0 0,1 0-1 0 0,-1-1 1 0 0,1 1-1 0 0,-1 0 1 0 0,1 0 0 0 0,-1-1-1 0 0,1 1 1 0 0,-1 0-1 0 0,1-1 1 0 0,0 1-1 0 0,-1-1 1 0 0,1 1-1 0 0,0-1 1 0 0,-1 1-1 0 0,1 0 1 0 0,0-1-1 0 0,0 1 1 0 0,-1-2-1 0 0,2-17 3115 0 0,0 14-2722 0 0,1 1 1 0 0,0 0 0 0 0,0 0-1 0 0,0-1 1 0 0,0 1-1 0 0,1 0 1 0 0,3-5 0 0 0,4 1-247 0 0,-1-1 0 0 0,1 2 0 0 0,0-1 0 0 0,1 1 0 0 0,0 1 0 0 0,0 0 0 0 0,0 0 0 0 0,1 1-1 0 0,0 1 1 0 0,0 0 0 0 0,20-4 0 0 0,-2 3-417 0 0,-1 1-1 0 0,0 1 0 0 0,56 3 0 0 0,-44 1-534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1.9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179 55 3681 0 0,'1'0'188'0'0,"0"0"0"0"0,0-1 0 0 0,0 1 1 0 0,0 0-1 0 0,0-1 0 0 0,0 1 0 0 0,-1 0 0 0 0,1-1 1 0 0,0 1-1 0 0,0-1 0 0 0,0 1 0 0 0,0-1 0 0 0,0 0 1 0 0,-1 1-1 0 0,1-1 0 0 0,0 0 0 0 0,-1 1 1 0 0,1-1-1 0 0,0 0 0 0 0,-1 0 0 0 0,1 0 0 0 0,-1 0 1 0 0,1 0-1 0 0,-1 1 0 0 0,0-1 0 0 0,1 0 0 0 0,-1 0 1 0 0,0 0-1 0 0,0 0 0 0 0,0 0 0 0 0,1 0 0 0 0,-1 0 1 0 0,0 0-1 0 0,0 0 0 0 0,0 0 0 0 0,-1 0 0 0 0,1 0 1 0 0,0 0-1 0 0,0 0 0 0 0,0 0 0 0 0,-1 0 1 0 0,1 0-1 0 0,-1 0 0 0 0,1 0 0 0 0,-1 0 0 0 0,1 0 1 0 0,-1 0-1 0 0,0-1 0 0 0,0 1 88 0 0,0 0 0 0 0,0 0-1 0 0,0 0 1 0 0,0-1 0 0 0,0 1 0 0 0,0 0 0 0 0,0 0-1 0 0,-1 1 1 0 0,1-1 0 0 0,0 0 0 0 0,-1 0 0 0 0,1 0 0 0 0,0 1-1 0 0,-1-1 1 0 0,1 1 0 0 0,-1-1 0 0 0,1 1 0 0 0,-1 0-1 0 0,-1-1 1 0 0,2 1-217 0 0,-1 0 0 0 0,1 0 0 0 0,-1 1 0 0 0,1-1 0 0 0,-1 0 0 0 0,1 1 0 0 0,-1-1 0 0 0,1 1 0 0 0,-1-1 0 0 0,1 1 0 0 0,0-1 0 0 0,-1 1 0 0 0,1 0 0 0 0,-2 2 0 0 0,-8 6 292 0 0,1 1-1 0 0,0 0 1 0 0,1 0-1 0 0,0 1 1 0 0,1 1 0 0 0,-8 13-1 0 0,-37 77 281 0 0,50-94-612 0 0,0-1 0 0 0,0 1-1 0 0,1 0 1 0 0,0 0 0 0 0,0 0 0 0 0,1 0 0 0 0,0 0 0 0 0,0 16 0 0 0,1-21-33 0 0,1 0 1 0 0,-1-1-1 0 0,0 1 1 0 0,1 0-1 0 0,-1-1 1 0 0,1 1-1 0 0,0-1 1 0 0,0 1-1 0 0,0-1 1 0 0,0 1-1 0 0,0-1 1 0 0,1 1-1 0 0,-1-1 1 0 0,1 0-1 0 0,0 0 1 0 0,-1 0-1 0 0,1 0 1 0 0,0 0 0 0 0,0 0-1 0 0,0 0 1 0 0,1-1-1 0 0,-1 1 1 0 0,0-1-1 0 0,0 0 1 0 0,1 1-1 0 0,-1-1 1 0 0,1 0-1 0 0,-1 0 1 0 0,1-1-1 0 0,4 2 1 0 0,-6-2 23 0 0,1 0 1 0 0,-1-1 0 0 0,1 1 0 0 0,-1 0-1 0 0,1-1 1 0 0,-1 1 0 0 0,1-1 0 0 0,-1 1-1 0 0,1-1 1 0 0,-1 0 0 0 0,0 0-1 0 0,1 1 1 0 0,-1-1 0 0 0,0 0 0 0 0,0 0-1 0 0,0 0 1 0 0,0 0 0 0 0,0-1 0 0 0,0 1-1 0 0,0 0 1 0 0,0 0 0 0 0,0-1 0 0 0,0 1-1 0 0,-1 0 1 0 0,2-4 0 0 0,19-44 589 0 0,-16 37-551 0 0,-2 3-23 0 0,0 1 0 0 0,1-1 0 0 0,0 1 0 0 0,0 1 0 0 0,8-11 0 0 0,-9 15-27 0 0,0 0 0 0 0,1 0 0 0 0,-1 0 0 0 0,1 0 0 0 0,0 1 1 0 0,0-1-1 0 0,0 1 0 0 0,0 0 0 0 0,0 0 0 0 0,0 1 0 0 0,0-1 0 0 0,9-1 0 0 0,-11 2 0 0 0,1 1 0 0 0,0-1 0 0 0,0 0-1 0 0,1 1 1 0 0,-1-1 0 0 0,0 1 0 0 0,0 0 0 0 0,0 0 0 0 0,0 0 0 0 0,4 1 0 0 0,-5 0-9 0 0,0 1 1 0 0,1-1-1 0 0,-1 0 1 0 0,-1 0 0 0 0,1 1-1 0 0,0-1 1 0 0,0 1-1 0 0,0 0 1 0 0,-1 0 0 0 0,1-1-1 0 0,-1 1 1 0 0,1 0-1 0 0,1 3 1 0 0,40 38 65 0 0,-35-31-446 0 0,-2-2 593 0 0,1 0 1 0 0,0-1 0 0 0,0 0 0 0 0,1 0-1 0 0,9 8 1 0 0,-14-15-354 0 0,0 1 0 0 0,0-1 0 0 0,0 0-1 0 0,0-1 1 0 0,1 1 0 0 0,-1-1 0 0 0,0 1 0 0 0,7 0-1 0 0,-7-1-451 0 0,1-1-1 0 0,0 1 0 0 0,0-1 1 0 0,-1 0-1 0 0,1 0 0 0 0,0-1 0 0 0,-1 1 1 0 0,1-1-1 0 0,7-1 0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2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40 2304 0 0,'-12'-39'18003'0'0,"39"240"-14458"0"0,53 311-3325 0 0,-72-473-727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2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91 5065 0 0,'19'-18'9427'0'0,"44"-26"-6117"0"0,-7 15-5318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2.6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56 7370 0 0,'-2'4'320'0'0,"0"-3"80"0"0,2 1-320 0 0,2-2-80 0 0,0 0 0 0 0,0 0 0 0 0,1 0 680 0 0,2-2 120 0 0,4 1 32 0 0,3-5 0 0 0,4-1-415 0 0,2 0-89 0 0,3-1-8 0 0,1-1-8 0 0,3 2-312 0 0,-3 2 0 0 0,1-1 0 0 0,-4 1 0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3.1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32 10138 0 0,'-12'-32'8238'0'0,"10"52"-4635"0"0,3 33-3090 0 0,4-1-1 0 0,12 63 1 0 0,33 101 47 0 0,-38-172-411 0 0,1 0-1 0 0,24 50 1 0 0,-29-78-168 0 0,0-1-1 0 0,0 0 1 0 0,1 0-1 0 0,1-1 1 0 0,1-1 0 0 0,0 1-1 0 0,0-2 1 0 0,1 1 0 0 0,16 11-1 0 0,-25-22-104 0 0,1 1 0 0 0,-1-1 0 0 0,1 0 1 0 0,0 0-1 0 0,-1-1 0 0 0,1 1 0 0 0,0-1 0 0 0,0 1 0 0 0,6 0 0 0 0,10-4-6165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3.3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53 14747 0 0,'-4'-2'3447'0'0,"13"-8"-1304"0"0,-7 8-1581 0 0,2-2 48 0 0,-2 2-534 0 0,2-2-62 0 0,0 0-1 0 0,1 0 1 0 0,-1 0 0 0 0,1 0 0 0 0,9-4 0 0 0,-12 7-212 0 0,-1 0 0 0 0,1 1 1 0 0,-1-1-1 0 0,1 1 1 0 0,-1-1-1 0 0,1 1 0 0 0,-1 0 1 0 0,1 0-1 0 0,0 0 0 0 0,-1 0 1 0 0,1 0-1 0 0,2 0 0 0 0,-3 0-180 0 0,1 1-1 0 0,-1-1 1 0 0,1 1-1 0 0,-1 0 1 0 0,0-1-1 0 0,1 1 0 0 0,-1 0 1 0 0,0 0-1 0 0,1 0 1 0 0,-1 0-1 0 0,0 0 1 0 0,0 0-1 0 0,0 0 1 0 0,0 0-1 0 0,1 2 0 0 0,10 17-4332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4.3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 8290 0 0,'8'-17'3999'0'0,"9"-10"3294"0"0,-17 27-7115 0 0,0-1 0 0 0,1 1 0 0 0,-1 0 0 0 0,1 0 1 0 0,-1 0-1 0 0,1 0 0 0 0,-1 0 0 0 0,0 0 0 0 0,1 0 0 0 0,1 2-56 0 0,0 1 0 0 0,-1-1 0 0 0,0 1 1 0 0,0 0-1 0 0,0-1 0 0 0,0 1 0 0 0,0 0 0 0 0,0 0 0 0 0,-1-1 0 0 0,1 1 0 0 0,-1 0 0 0 0,0 0 0 0 0,0 0 0 0 0,0 4 0 0 0,1 4 70 0 0,6 107 497 0 0,-7-93-769 0 0,1 0 0 0 0,1 0 0 0 0,0-1 0 0 0,2 1 1 0 0,1-1-1 0 0,12 34 0 0 0,-8-35-551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4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70 5065 0 0,'8'0'1811'0'0,"0"-1"0"0"0,-1 0 1 0 0,1 0-1 0 0,9-4 0 0 0,55-22 1473 0 0,-64 24-2816 0 0,51-28-1312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4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73 5529 0 0,'2'0'488'0'0,"1"0"-392"0"0,1 0-96 0 0,-1-2 0 0 0,1 2 864 0 0,1-2 145 0 0,4-1 31 0 0,5-1 8 0 0,7-1 376 0 0,1-4 81 0 0,1 4 7 0 0,0-4 8 0 0,-1 2-1320 0 0,-2 0-200 0 0,1 0-160 0 0,0 2 24 0 0,1 3 136 0 0,-6-3 0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5.8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12899 0 0,'0'0'997'0'0,"32"-6"2485"0"0,-28 5-3801 0 0,0 0 0 0 0,0 0-1 0 0,0 0 1 0 0,1 1-1 0 0,-1-1 1 0 0,0 1-1 0 0,6 0 1 0 0,-8 1 292 0 0,0-1 1 0 0,0 1-1 0 0,-1 0 0 0 0,1 0 1 0 0,0 0-1 0 0,-1-1 0 0 0,1 1 1 0 0,0 1-1 0 0,-1-1 0 0 0,1 0 1 0 0,-1 0-1 0 0,0 1 0 0 0,1-1 1 0 0,-1 0-1 0 0,0 1 0 0 0,0 0 1 0 0,0-1-1 0 0,0 1 0 0 0,1 3 1 0 0,4 7-53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5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 10138 0 0,'1'-1'185'0'0,"-1"1"0"0"0,0-1 0 0 0,0 1-1 0 0,1-1 1 0 0,-1 1 0 0 0,1-1 0 0 0,-1 0 185 0 0,1 1-186 0 0,-1 0 1 0 0,1-1 0 0 0,-1 1 0 0 0,1 0 0 0 0,-1-1 0 0 0,1 1-1 0 0,-1 0 1 0 0,1 0 0 0 0,-1-1 0 0 0,1 1 0 0 0,0 0 0 0 0,-1 0-1 0 0,1 0 1 0 0,-1 0 0 0 0,1 0 0 0 0,0 0 0 0 0,-1 0 0 0 0,1 0-1 0 0,-1 0 1 0 0,1 0 0 0 0,0 0 0 0 0,-1 0 0 0 0,1 0 0 0 0,-1 0-1 0 0,1 1 1 0 0,-1-1 0 0 0,1 0 0 0 0,-1 0 0 0 0,1 1-1 0 0,-1-1 1 0 0,1 0 0 0 0,-1 1 0 0 0,1-1 0 0 0,-1 0 0 0 0,1 1-1 0 0,-1-1 1 0 0,0 1 0 0 0,1 0 0 0 0,8 25 2330 0 0,-8-22-2941 0 0,4 24 843 0 0,0 1 0 0 0,-2-1 1 0 0,0 36-1 0 0,0 7-88 0 0,1-26-106 0 0,2 0 1 0 0,23 84-1 0 0,-24-112-208 0 0,0-1 0 0 0,1 0 0 0 0,1-1 0 0 0,1 0-1 0 0,0 0 1 0 0,1 0 0 0 0,1-1 0 0 0,0-1 0 0 0,1 1-1 0 0,0-2 1 0 0,14 13 0 0 0,-20-21-210 0 0,1 0 0 0 0,0 0-1 0 0,0 0 1 0 0,0-1 0 0 0,1 1 0 0 0,-1-2-1 0 0,1 1 1 0 0,-1-1 0 0 0,1 0-1 0 0,0 0 1 0 0,12 1 0 0 0,1-3-7580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49:46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74 2304 0 0,'0'-1'143'0'0,"-1"1"0"0"0,1-1 1 0 0,0 1-1 0 0,-1-1 0 0 0,1 0 0 0 0,0 1 0 0 0,0-1 0 0 0,-1 0 0 0 0,1 1 0 0 0,0-1 0 0 0,0 0 0 0 0,0 0 0 0 0,0 1 0 0 0,0-1 0 0 0,0 0 0 0 0,0 1 0 0 0,0-1 0 0 0,0 0 0 0 0,0 1 0 0 0,0-1 0 0 0,1 0 0 0 0,-1 1 0 0 0,0-1 0 0 0,0 0 0 0 0,1 1 0 0 0,-1-1 0 0 0,0 0 0 0 0,1 1 0 0 0,-1-1 0 0 0,1 1 0 0 0,-1-1 0 0 0,1 1 0 0 0,0-2 0 0 0,17-13 3692 0 0,-7 9-2543 0 0,0 1 0 0 0,0 0 0 0 0,1 1 0 0 0,18-4 0 0 0,-20 5-915 0 0,0 1-1 0 0,0 1 0 0 0,1 0 1 0 0,-1 0-1 0 0,0 1 0 0 0,1 0 1 0 0,-1 1-1 0 0,0 0 1 0 0,18 5-1 0 0,-24-5-339 0 0,-1 0 1 0 0,1 0-1 0 0,-1 1 1 0 0,0 0-1 0 0,0-1 0 0 0,0 1 1 0 0,0 0-1 0 0,0 1 1 0 0,0-1-1 0 0,0 0 1 0 0,-1 1-1 0 0,1-1 1 0 0,-1 1-1 0 0,0 0 0 0 0,0 0 1 0 0,0 0-1 0 0,3 6 1 0 0,-3-4-14 0 0,0 0 1 0 0,-1 1-1 0 0,0-1 1 0 0,0 0-1 0 0,0 1 0 0 0,-1-1 1 0 0,1 1-1 0 0,-1-1 1 0 0,0 1-1 0 0,-2 8 1 0 0,-1 2-17 0 0,-1-1 0 0 0,-1 0 0 0 0,0 0 0 0 0,-1 0 1 0 0,0-1-1 0 0,-1 1 0 0 0,-9 13 0 0 0,2-9 127 0 0,-27 30 0 0 0,-10 14 370 0 0,51-63-505 0 0,0 1 1 0 0,0 0-1 0 0,1-1 1 0 0,-1 1-1 0 0,0-1 1 0 0,1 1-1 0 0,-1-1 1 0 0,1 1-1 0 0,-1 0 1 0 0,0-1-1 0 0,1 1 1 0 0,-1-1-1 0 0,1 0 0 0 0,-1 1 1 0 0,1-1-1 0 0,0 1 1 0 0,-1-1-1 0 0,1 0 1 0 0,-1 1-1 0 0,1-1 1 0 0,0 0-1 0 0,-1 0 1 0 0,1 0-1 0 0,0 1 1 0 0,-1-1-1 0 0,1 0 1 0 0,0 0-1 0 0,-1 0 1 0 0,1 0-1 0 0,0 0 0 0 0,1 0 1 0 0,27 5-4 0 0,1-2-20 0 0,0 2 1 0 0,31 10-1 0 0,-52-12 17 0 0,-1 0 1 0 0,1 0-1 0 0,-1 0 0 0 0,0 1 1 0 0,0 1-1 0 0,0-1 0 0 0,0 1 1 0 0,-1 1-1 0 0,0-1 0 0 0,0 1 1 0 0,9 11-1 0 0,-14-15 4 0 0,0 1 1 0 0,-1-1 0 0 0,1 1-1 0 0,-1-1 1 0 0,1 1 0 0 0,-1 0-1 0 0,0-1 1 0 0,0 1-1 0 0,-1 0 1 0 0,1 0 0 0 0,0 0-1 0 0,-1 0 1 0 0,0-1-1 0 0,0 1 1 0 0,0 0 0 0 0,0 0-1 0 0,0 4 1 0 0,-1-2 11 0 0,-1 1 1 0 0,1-1-1 0 0,-1 0 0 0 0,0 1 1 0 0,-1-1-1 0 0,1 0 0 0 0,-1 0 1 0 0,-5 6-1 0 0,-2 3 70 0 0,-1-1-1 0 0,-1-1 1 0 0,0 0-1 0 0,-1 0 1 0 0,-14 9-1 0 0,3-4 289 0 0,-36 21-1 0 0,52-34-512 0 0,1 0-1 0 0,-1-1 0 0 0,1 0 0 0 0,-1 0 0 0 0,0-1 0 0 0,0 0 0 0 0,0 0 0 0 0,0 0 1 0 0,-1-1-1 0 0,-7 0 0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3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55 316 456 0 0,'-10'-26'992'0'0,"9"22"-734"0"0,0 0 1 0 0,0 1 0 0 0,-1-1 0 0 0,1 0 0 0 0,-1 1 0 0 0,0-1 0 0 0,0 1 0 0 0,0-1 0 0 0,-1 1 0 0 0,1 0 0 0 0,-1 0 0 0 0,0 0 0 0 0,1 0-1 0 0,-1 0 1 0 0,-1 1 0 0 0,-7 0 3735 0 0,11 3-3926 0 0,3 13 1084 0 0,3 8-1091 0 0,35 110 1352 0 0,-21-62-461 0 0,3-1 0 0 0,41 85 0 0 0,-54-134-775 0 0,2 0 1 0 0,24 32-1 0 0,-32-47-101 0 0,0 0 0 0 0,0 0 0 0 0,0-1 1 0 0,1 1-1 0 0,0-1 0 0 0,0 0 0 0 0,0-1 0 0 0,0 1 1 0 0,0-1-1 0 0,1 0 0 0 0,-1 0 0 0 0,1-1 0 0 0,0 1 1 0 0,0-1-1 0 0,7 1 0 0 0,-9-3-1 0 0,0 0 1 0 0,-1-1-1 0 0,1 1 1 0 0,-1-1-1 0 0,1 0 1 0 0,0 0-1 0 0,-1 0 1 0 0,0-1-1 0 0,1 1 1 0 0,-1-1-1 0 0,0 0 1 0 0,0 0-1 0 0,0 0 1 0 0,0 0-1 0 0,0 0 1 0 0,0-1-1 0 0,-1 1 0 0 0,1-1 1 0 0,-1 0-1 0 0,1 0 1 0 0,1-3-1 0 0,4-5 71 0 0,-1 0-1 0 0,0-1 0 0 0,-1 1 1 0 0,7-19-1 0 0,-5 6-89 0 0,-1 1 0 0 0,-1-2 0 0 0,5-47-1 0 0,-2-79 210 0 0,-6 66-205 0 0,0 16-206 0 0,-2 19-215 0 0,2 1-1 0 0,3 0 1 0 0,16-69 0 0 0,-22 117 312 0 0,0 0 0 0 0,0 1 0 0 0,0-1 0 0 0,0 0 0 0 0,0 1 0 0 0,0-1 0 0 0,0 1 0 0 0,0-1 0 0 0,1 0 0 0 0,-1 1 0 0 0,0-1 0 0 0,0 1-1 0 0,0-1 1 0 0,1 1 0 0 0,-1-1 0 0 0,0 1 0 0 0,1-1 0 0 0,-1 1 0 0 0,1-1 0 0 0,-1 1 0 0 0,0-1 0 0 0,1 1 0 0 0,-1 0 0 0 0,1-1 0 0 0,-1 1 0 0 0,1 0 0 0 0,0-1 0 0 0,-1 1 0 0 0,1 0-1 0 0,-1 0 1 0 0,1-1 0 0 0,-1 1 0 0 0,1 0 0 0 0,0 0 0 0 0,-1 0 0 0 0,1 0 0 0 0,-1 0 0 0 0,1 0 0 0 0,0 0 0 0 0,-1 0 0 0 0,1 0 0 0 0,0 0 0 0 0,-1 0 0 0 0,1 0 0 0 0,-1 0 0 0 0,1 1-1 0 0,-1-1 1 0 0,1 0 0 0 0,0 0 0 0 0,-1 1 0 0 0,1-1 0 0 0,-1 0 0 0 0,1 1 0 0 0,-1-1 0 0 0,1 1 0 0 0,-1-1 0 0 0,0 0 0 0 0,1 1 0 0 0,-1-1 0 0 0,1 2 0 0 0,6 6-1209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34 9218 0 0,'0'-1'24'0'0,"0"1"-1"0"0,-1 0 1 0 0,1 0 0 0 0,0 0-1 0 0,-1 0 1 0 0,1 0 0 0 0,0 0-1 0 0,0-1 1 0 0,-1 1 0 0 0,1 0-1 0 0,0 0 1 0 0,0-1 0 0 0,-1 1-1 0 0,1 0 1 0 0,0 0 0 0 0,0-1-1 0 0,0 1 1 0 0,-1 0-1 0 0,1 0 1 0 0,0-1 0 0 0,0 1-1 0 0,0 0 1 0 0,0-1 0 0 0,0 1-1 0 0,0 0 1 0 0,0-1 0 0 0,0 1-1 0 0,0 0 1 0 0,0-1 0 0 0,0 1-1 0 0,0 0 1 0 0,0-1 0 0 0,0 1-1 0 0,0 0 1 0 0,0 0 0 0 0,0-1-1 0 0,0 1 1 0 0,0 0 0 0 0,0-1-1 0 0,0 1 1 0 0,0 0 0 0 0,1-1-1 0 0,-1 1 1 0 0,0 0 0 0 0,0-1-1 0 0,19-8 348 0 0,28-1-118 0 0,-41 9-558 0 0,0 1 1 0 0,1 0-1 0 0,-1 0 0 0 0,0 0 0 0 0,1 1 0 0 0,11 2 0 0 0,-14-1-430 0 0,1-1 0 0 0,-1 1 0 0 0,0 0 0 0 0,1 0-1 0 0,-1 0 1 0 0,4 4 0 0 0,-2-1 214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6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0 152 8290 0 0,'1'-1'3'0'0,"-1"1"-1"0"0,0-1 1 0 0,1 0 0 0 0,-1 0 0 0 0,0 0-1 0 0,1 0 1 0 0,-1 1 0 0 0,1-1 0 0 0,-1 0-1 0 0,1 1 1 0 0,0-1 0 0 0,-1 0 0 0 0,1 1-1 0 0,0-1 1 0 0,0 1 0 0 0,-1-1 0 0 0,1 1-1 0 0,0-1 1 0 0,0 1 0 0 0,0-1 0 0 0,-1 1 0 0 0,3 0-1 0 0,36-22-676 0 0,-10 6 393 0 0,2-5 169 0 0,-4 3 177 0 0,32-17-1 0 0,-51 31-40 0 0,1 0 0 0 0,0 1 0 0 0,-1-1 0 0 0,1 2-1 0 0,0-1 1 0 0,1 1 0 0 0,-1 1 0 0 0,15-1 0 0 0,-11 3-550 0 0,1 3-2041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5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53 103 5529 0 0,'-4'-6'428'0'0,"0"0"1"0"0,0 0-1 0 0,1 0 0 0 0,0-1 0 0 0,1 1 0 0 0,-4-12 1 0 0,4 11 415 0 0,0-1 0 0 0,-1 1 0 0 0,0-1 0 0 0,-7-9 0 0 0,3 57 1212 0 0,27 228-58 0 0,-3-75-1210 0 0,-4-85-1361 0 0,-4-41-1077 0 0,-5 0-3823 0 0,-4-44 1181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1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47 2304 0 0,'-2'-3'-316'0'0,"-12"-24"4414"0"0,14 26-3865 0 0,-1 0-1 0 0,0-1 1 0 0,1 1-1 0 0,-1 0 1 0 0,0 0-1 0 0,0 0 1 0 0,0 0 0 0 0,1 0-1 0 0,-1 0 1 0 0,0 0-1 0 0,-1 0 1 0 0,1 1-1 0 0,0-1 1 0 0,0 0-1 0 0,0 1 1 0 0,-2-2-1 0 0,2 3-160 0 0,0-1 0 0 0,1 0-1 0 0,-1 1 1 0 0,0-1 0 0 0,0 1-1 0 0,1-1 1 0 0,-1 1-1 0 0,0 0 1 0 0,1-1 0 0 0,-1 1-1 0 0,1 0 1 0 0,-1-1 0 0 0,1 1-1 0 0,-1 0 1 0 0,1 0-1 0 0,-1-1 1 0 0,1 1 0 0 0,0 0-1 0 0,-1 0 1 0 0,1 0-1 0 0,0-1 1 0 0,0 1 0 0 0,0 0-1 0 0,-1 2 1 0 0,-3 24 256 0 0,4-25-254 0 0,-8 91 1246 0 0,5 0 0 0 0,10 108-1 0 0,-7 57-3584 0 0,-3-214-2819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9 102 3681 0 0,'-1'-2'173'0'0,"-1"0"0"0"0,1-1 0 0 0,0 1 0 0 0,1-1 0 0 0,-1 0 1 0 0,0 1-1 0 0,1-1 0 0 0,-1 0 0 0 0,1 1 0 0 0,0-1 0 0 0,0 0 0 0 0,0 0 0 0 0,0 1 1 0 0,0-1-1 0 0,1 0 0 0 0,0 1 0 0 0,-1-1 0 0 0,1 0 0 0 0,0 1 0 0 0,0-1 0 0 0,2-2 1 0 0,-2 2-89 0 0,0 0 1 0 0,0 0 0 0 0,0 0 0 0 0,0 1 0 0 0,1-1 0 0 0,0 0 0 0 0,-1 1 0 0 0,1-1-1 0 0,0 1 1 0 0,0 0 0 0 0,0 0 0 0 0,1 0 0 0 0,2-2 0 0 0,-4 3-30 0 0,1 1 1 0 0,-1-1 0 0 0,1 0-1 0 0,-1 1 1 0 0,1 0 0 0 0,0-1-1 0 0,-1 1 1 0 0,1 0-1 0 0,-1 0 1 0 0,1 0 0 0 0,0 0-1 0 0,-1 0 1 0 0,1 0 0 0 0,0 1-1 0 0,-1-1 1 0 0,1 0-1 0 0,-1 1 1 0 0,1 0 0 0 0,-1-1-1 0 0,1 1 1 0 0,-1 0 0 0 0,1-1-1 0 0,-1 1 1 0 0,2 2-1 0 0,6 2 78 0 0,-1 0-1 0 0,0 1 0 0 0,0 1 0 0 0,0-1 0 0 0,-1 1 0 0 0,0 0 0 0 0,-1 1 0 0 0,11 15 0 0 0,-14-19-159 0 0,-1 1 0 0 0,1 0-1 0 0,-1 0 1 0 0,-1 0 0 0 0,1 1 0 0 0,0-1 0 0 0,-1 0 0 0 0,0 1 0 0 0,-1-1-1 0 0,1 1 1 0 0,-1-1 0 0 0,0 1 0 0 0,0-1 0 0 0,-1 0 0 0 0,0 1 0 0 0,0-1-1 0 0,-3 10 1 0 0,-1 1-143 0 0,-1 0 0 0 0,0 0-1 0 0,-2-1 1 0 0,1 0-1 0 0,-20 26 1 0 0,26-41 235 0 0,0 1-1 0 0,1 0 1 0 0,-1 0-1 0 0,0-1 1 0 0,0 1-1 0 0,1 0 1 0 0,-1 0-1 0 0,1 0 0 0 0,-1 0 1 0 0,1 0-1 0 0,-1 0 1 0 0,1 0-1 0 0,-1 0 1 0 0,1 0-1 0 0,0 0 1 0 0,0 0-1 0 0,-1 0 1 0 0,1 0-1 0 0,0 0 1 0 0,0 0-1 0 0,0 1 1 0 0,0-1-1 0 0,0 0 1 0 0,1 0-1 0 0,-1 0 1 0 0,0 0-1 0 0,0 0 1 0 0,1 2-1 0 0,1-2 5 0 0,-1 0-1 0 0,0 0 1 0 0,1 0-1 0 0,-1 0 1 0 0,1 0-1 0 0,-1 0 1 0 0,1 0-1 0 0,0 0 1 0 0,-1-1-1 0 0,1 1 1 0 0,0-1-1 0 0,0 1 1 0 0,-1-1-1 0 0,1 0 1 0 0,2 1-1 0 0,10 0 389 0 0,-1-1 0 0 0,0 0 0 0 0,20-3-1 0 0,38-14 1375 0 0,-58 13-1537 0 0,0 0 0 0 0,0 1 0 0 0,0 1 0 0 0,1 0-1 0 0,-1 0 1 0 0,22 1 0 0 0,-25 4-1141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5.7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214 21 8290 0 0,'3'-9'1098'0'0,"1"-1"201"0"0,-4 9-777 0 0,-1 3-177 0 0,0-1-62 0 0,-2 4-89 0 0,-163 231 1185 0 0,117-172 950 0 0,49-63-2308 0 0,0-1-1 0 0,0 0 0 0 0,0 1 1 0 0,0-1-1 0 0,0 0 1 0 0,0 1-1 0 0,0-1 0 0 0,0 1 1 0 0,0-1-1 0 0,0 0 0 0 0,0 1 1 0 0,0-1-1 0 0,0 0 1 0 0,0 1-1 0 0,0-1 0 0 0,0 0 1 0 0,1 1-1 0 0,-1-1 0 0 0,0 0 1 0 0,0 1-1 0 0,0-1 0 0 0,1 0 1 0 0,-1 0-1 0 0,0 1 1 0 0,0-1-1 0 0,1 0 0 0 0,-1 0 1 0 0,0 1-1 0 0,1-1 0 0 0,-1 0 1 0 0,0 0-1 0 0,1 0 1 0 0,-1 1-1 0 0,0-1 0 0 0,1 0 1 0 0,-1 0-1 0 0,0 0 0 0 0,1 0 1 0 0,-1 0-1 0 0,0 0 1 0 0,1 0-1 0 0,0 0 0 0 0,23 7-7 0 0,-17-6 48 0 0,37 12-287 0 0,-25-9 160 0 0,-1 1 1 0 0,0 1-1 0 0,0 1 1 0 0,21 11 0 0 0,-33-15 59 0 0,-1 1 0 0 0,0-1 1 0 0,-1 1-1 0 0,1 0 1 0 0,-1 0-1 0 0,1 0 1 0 0,-1 1-1 0 0,-1 0 1 0 0,1 0-1 0 0,0 0 0 0 0,-1 0 1 0 0,0 0-1 0 0,-1 0 1 0 0,1 1-1 0 0,-1 0 1 0 0,0-1-1 0 0,3 13 0 0 0,-4-12 18 0 0,0 0 1 0 0,-1 0-1 0 0,1 0 0 0 0,-1 0 0 0 0,0 1 0 0 0,-1-1 0 0 0,0 0 0 0 0,1 0 0 0 0,-2 0 0 0 0,1 0 0 0 0,-1 0 0 0 0,0 0 0 0 0,0 0 0 0 0,-1 0 0 0 0,0-1 0 0 0,0 1 0 0 0,0-1 0 0 0,0 0 0 0 0,-1 0 0 0 0,-5 5 0 0 0,-8 8 467 0 0,-1-2-1 0 0,-1 0 0 0 0,-40 26 0 0 0,36-27-827 0 0,1 1-1 0 0,-21 21 1 0 0,35-22-2229 0 0,7-10 1262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4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 6913 0 0,'1'-14'5372'0'0,"2"28"-4223"0"0,1 34-1103 0 0,-6 66 616 0 0,-1 25-313 0 0,8-47-4823 0 0,-3-74 162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0 155 11979 0 0,'7'-6'537'0'0,"0"2"1"0"0,1-1 0 0 0,-1 1 0 0 0,10-5-1 0 0,-6 3-481 0 0,29-13-230 0 0,0 1 0 0 0,2 2-1 0 0,45-12 1 0 0,5 3-3406 0 0,-77 21 1956 0 0,-1 1-1 0 0,1 0 0 0 0,0 1 0 0 0,27-1 1 0 0,0 11 744 0 0,-34-6 1037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411 49 5329 0 0,'-1'-3'79'0'0,"0"0"0"0"0,0 1 0 0 0,0-1 0 0 0,0 0 0 0 0,0 1 0 0 0,0-1 0 0 0,-1 1 0 0 0,1 0 0 0 0,-1-1 0 0 0,0 1 0 0 0,1 0 0 0 0,-1 0 0 0 0,0 0 0 0 0,0 0 0 0 0,-1 0 0 0 0,1 1-1 0 0,0-1 1 0 0,-1 1 0 0 0,1-1 0 0 0,-3 0 0 0 0,2 1 24 0 0,0 1-1 0 0,0-1 0 0 0,0 1 0 0 0,0 0 1 0 0,0 0-1 0 0,0 0 0 0 0,0 0 1 0 0,0 1-1 0 0,0-1 0 0 0,0 1 0 0 0,0 0 1 0 0,0 0-1 0 0,0 0 0 0 0,0 0 1 0 0,-4 2-1 0 0,-4 4 188 0 0,-1 1 0 0 0,2 0-1 0 0,-1 0 1 0 0,1 1 0 0 0,0 0 0 0 0,1 1 0 0 0,-10 12-1 0 0,-15 22 1225 0 0,-50 91 0 0 0,82-132-1497 0 0,1 0 1 0 0,0 0-1 0 0,0 1 1 0 0,0-1 0 0 0,0 1-1 0 0,0-1 1 0 0,1 0 0 0 0,0 1-1 0 0,0-1 1 0 0,0 1-1 0 0,0-1 1 0 0,0 1 0 0 0,0-1-1 0 0,1 1 1 0 0,0-1 0 0 0,0 1-1 0 0,0-1 1 0 0,0 0-1 0 0,0 1 1 0 0,1-1 0 0 0,-1 0-1 0 0,1 0 1 0 0,0 0-1 0 0,0 0 1 0 0,0-1 0 0 0,4 5-1 0 0,8 8-103 0 0,0-1 0 0 0,0-1 0 0 0,28 19 0 0 0,-9-6-283 0 0,-26-20 363 0 0,0 1 0 0 0,0 0-1 0 0,-1 1 1 0 0,0 0-1 0 0,-1 0 1 0 0,1 0 0 0 0,-1 1-1 0 0,-1-1 1 0 0,0 1 0 0 0,0 0-1 0 0,-1 0 1 0 0,0 1-1 0 0,3 15 1 0 0,-5-19 53 0 0,0 0 0 0 0,-1 0 1 0 0,1 0-1 0 0,-1 0 0 0 0,-1 0 0 0 0,1 0 0 0 0,-1-1 0 0 0,0 1 1 0 0,0 0-1 0 0,-1 0 0 0 0,1-1 0 0 0,-1 1 0 0 0,0-1 0 0 0,-1 1 1 0 0,0-1-1 0 0,0 0 0 0 0,0 0 0 0 0,0 0 0 0 0,-1 0 0 0 0,1-1 1 0 0,-1 1-1 0 0,0-1 0 0 0,-8 6 0 0 0,0-1-1 0 0,0 0-1 0 0,-1-1 0 0 0,1 0 1 0 0,-1-1-1 0 0,-1-1 0 0 0,1 0 1 0 0,-1-1-1 0 0,0 0 0 0 0,-1-1 1 0 0,1-1-1 0 0,-1 0 0 0 0,0-1 1 0 0,1 0-1 0 0,-25-2 0 0 0,14 0-2375 0 0,13 0-2513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6 130 3681 0 0,'-1'-2'25'0'0,"0"0"1"0"0,0 1 0 0 0,1-1 0 0 0,-1 0-1 0 0,1 0 1 0 0,-1-1 0 0 0,1 1-1 0 0,0 0 1 0 0,0 0 0 0 0,0 0-1 0 0,0 0 1 0 0,0 0 0 0 0,0 0 0 0 0,0 0-1 0 0,1 0 1 0 0,-1 0 0 0 0,1 0-1 0 0,0 0 1 0 0,-1 0 0 0 0,1 0-1 0 0,0 0 1 0 0,0 0 0 0 0,0 0 0 0 0,2-2-1 0 0,0-2 75 0 0,1 1-1 0 0,-1-1 0 0 0,1 0 1 0 0,0 1-1 0 0,1 0 1 0 0,-1 0-1 0 0,6-4 0 0 0,-4 5 107 0 0,0 0 0 0 0,-1 1 0 0 0,2 0 0 0 0,-1 0 0 0 0,0 0 0 0 0,0 1 0 0 0,1 0 0 0 0,-1 0 0 0 0,1 1 0 0 0,0-1 0 0 0,0 2 0 0 0,-1-1 0 0 0,9 1-1 0 0,-13 0-129 0 0,1 0-1 0 0,0 0 1 0 0,-1 1-1 0 0,1-1 0 0 0,-1 1 1 0 0,1 0-1 0 0,0 0 0 0 0,-1 0 1 0 0,0 0-1 0 0,1 0 0 0 0,-1 0 1 0 0,0 1-1 0 0,1-1 0 0 0,-1 1 1 0 0,0 0-1 0 0,0-1 1 0 0,0 1-1 0 0,-1 0 0 0 0,1 0 1 0 0,0 0-1 0 0,-1 1 0 0 0,1-1 1 0 0,-1 0-1 0 0,0 1 0 0 0,1-1 1 0 0,-1 0-1 0 0,0 1 0 0 0,-1-1 1 0 0,1 1-1 0 0,0 0 1 0 0,-1-1-1 0 0,1 1 0 0 0,-1 0 1 0 0,0-1-1 0 0,0 4 0 0 0,-1 33 232 0 0,-2 0 0 0 0,-2 0-1 0 0,-1 0 1 0 0,-2-1 0 0 0,-20 59 0 0 0,19-73 598 0 0,6-19-468 0 0,1 0 0 0 0,0 0 0 0 0,1 0 1 0 0,-1 0-1 0 0,1 0 0 0 0,0 0 0 0 0,0 7 0 0 0,1-11-422 0 0,0-1 0 0 0,0 0-1 0 0,1 1 1 0 0,-1-1 0 0 0,0 0 0 0 0,1 1 0 0 0,-1-1 0 0 0,0 0-1 0 0,1 0 1 0 0,-1 1 0 0 0,0-1 0 0 0,1 0 0 0 0,-1 0 0 0 0,1 0-1 0 0,-1 1 1 0 0,0-1 0 0 0,1 0 0 0 0,-1 0 0 0 0,1 0 0 0 0,-1 0 0 0 0,0 0-1 0 0,1 0 1 0 0,-1 0 0 0 0,1 0 0 0 0,-1 0 0 0 0,1 0 0 0 0,-1 0-1 0 0,0 0 1 0 0,1 0 0 0 0,-1 0 0 0 0,1 0 0 0 0,-1-1 0 0 0,0 1-1 0 0,1 0 1 0 0,-1 0 0 0 0,1-1 0 0 0,20-5-408 0 0,-17 5 370 0 0,72-31-2172 0 0,-58 25 1367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5 108 10594 0 0,'0'0'44'0'0,"-1"-1"-1"0"0,1 1 1 0 0,0 0-1 0 0,-1-1 1 0 0,1 1-1 0 0,0-1 0 0 0,-1 1 1 0 0,1-1-1 0 0,0 1 1 0 0,0-1-1 0 0,-1 1 1 0 0,1-1-1 0 0,0 1 1 0 0,0-1-1 0 0,0 1 0 0 0,0-1 1 0 0,0 1-1 0 0,0-1 1 0 0,0 0-1 0 0,0 1 1 0 0,0-1-1 0 0,0 1 1 0 0,0-1-1 0 0,0 1 0 0 0,0-1 1 0 0,1 1-1 0 0,-1-1 1 0 0,0 1-1 0 0,1-1 1 0 0,14-16 184 0 0,31-11-1013 0 0,-39 24 693 0 0,4-3-399 0 0,1 1 1 0 0,-1 1-1 0 0,1 0 1 0 0,0 0-1 0 0,0 1 0 0 0,0 1 1 0 0,0 0-1 0 0,1 1 0 0 0,15-1 1 0 0,-19 4 436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28 141 10594 0 0,'-12'1'532'0'0,"-3"-2"1028"0"0,15 1-1504 0 0,0 0-1 0 0,0-1 1 0 0,-1 1-1 0 0,1 0 1 0 0,0-1-1 0 0,0 1 1 0 0,0 0-1 0 0,0-1 1 0 0,0 1-1 0 0,0-1 1 0 0,0 1 0 0 0,0 0-1 0 0,0-1 1 0 0,0 1-1 0 0,0 0 1 0 0,0-1-1 0 0,0 1 1 0 0,1-1-1 0 0,-1 1 1 0 0,0 0-1 0 0,0-1 1 0 0,0 1-1 0 0,0 0 1 0 0,1-1-1 0 0,-1 1 1 0 0,0 0 0 0 0,0 0-1 0 0,1-1 1 0 0,-1 1-1 0 0,0 0 1 0 0,1 0-1 0 0,-1-1 1 0 0,0 1-1 0 0,0 0 1 0 0,1 0-1 0 0,-1 0 1 0 0,1-1-1 0 0,9-8-259 0 0,0 0-1 0 0,1 0 0 0 0,0 1 0 0 0,0 0 1 0 0,1 1-1 0 0,0 0 0 0 0,0 1 0 0 0,16-6 1 0 0,8-1-2064 0 0,64-15 1 0 0,-34 19-1979 0 0,-56 6 4138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9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1 7834 0 0,'-1'3'324'0'0,"-1"0"1"0"0,1 0-1 0 0,0 0 1 0 0,1 1-1 0 0,-1-1 1 0 0,0 0-1 0 0,1 6 1 0 0,-2 2-298 0 0,-21 73 754 0 0,-8 43 611 0 0,28-112-928 0 0,2-1 1 0 0,-1 0-1 0 0,2 1 0 0 0,0-1 0 0 0,0 1 0 0 0,5 23 0 0 0,-3-30-206 0 0,0 0 0 0 0,1 0-1 0 0,-1 0 1 0 0,2 0-1 0 0,-1-1 1 0 0,1 0 0 0 0,0 0-1 0 0,10 13 1 0 0,-13-18-260 0 0,1 0 0 0 0,-1 0 0 0 0,1-1 0 0 0,0 1 0 0 0,-1-1 0 0 0,1 1 0 0 0,0-1 0 0 0,0 0 1 0 0,0 0-1 0 0,0 0 0 0 0,0 0 0 0 0,0 0 0 0 0,1 0 0 0 0,-1 0 0 0 0,0-1 0 0 0,0 1 0 0 0,1-1 0 0 0,-1 0 1 0 0,0 0-1 0 0,1 1 0 0 0,-1-1 0 0 0,0-1 0 0 0,1 1 0 0 0,-1 0 0 0 0,0-1 0 0 0,0 1 0 0 0,1-1 0 0 0,-1 1 1 0 0,0-1-1 0 0,0 0 0 0 0,0 0 0 0 0,0 0 0 0 0,0 0 0 0 0,0-1 0 0 0,3-2 0 0 0,6-4-799 0 0,-1 0-1 0 0,0-1 1 0 0,0-1-1 0 0,13-17 1 0 0,-10 9-4399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32 13827 0 0,'-6'-7'608'0'0,"5"3"128"0"0,1 1-584 0 0,0 1-152 0 0,1 0 0 0 0,1 0 0 0 0,0 1-136 0 0,1-1-56 0 0,3-2-16 0 0,1 1 0 0 0,1 1-592 0 0,-1 4-128 0 0,-1 0-16 0 0,-1 3-9 0 0,0 2 745 0 0,-1-2 208 0 0,-1 0-80 0 0,1-1 80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1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 2761 0 0,'1'-3'266'0'0,"15"-28"12016"0"0,-18 91-11461 0 0,2 0 1 0 0,3 0 0 0 0,14 80 0 0 0,-14-117-878 0 0,-2-10-266 0 0,1 0 0 0 0,0 0 0 0 0,1 0 0 0 0,0-1 0 0 0,1 1 0 0 0,0-1-1 0 0,8 15 1 0 0,-9-23-902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2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0,'-1'3'42'0'0,"1"0"-1"0"0,-1 1 1 0 0,0-1-1 0 0,1 0 1 0 0,0 1-1 0 0,0-1 0 0 0,0 1 1 0 0,0-1-1 0 0,1 7 1 0 0,0 7 638 0 0,-13 95 2890 0 0,5-60-2067 0 0,3 0-1 0 0,2 79 1 0 0,8 16-1876 0 0,-5-50-3171 0 0,-1-77 2305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1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26 216 4145 0 0,'-3'-4'94'0'0,"1"1"1"0"0,-1-1-1 0 0,0 0 0 0 0,1 0 1 0 0,0 0-1 0 0,0 0 0 0 0,0 0 1 0 0,1-1-1 0 0,-1 1 1 0 0,1-1-1 0 0,0 1 0 0 0,0-1 1 0 0,1 1-1 0 0,0-1 0 0 0,-1 1 1 0 0,1-1-1 0 0,1 0 1 0 0,-1 1-1 0 0,1-1 0 0 0,-1 1 1 0 0,1-1-1 0 0,3-7 0 0 0,-1 6-4 0 0,-1 1 0 0 0,1 0 0 0 0,0 0 0 0 0,0 1 0 0 0,1-1 0 0 0,0 1 0 0 0,-1 0 0 0 0,1-1 0 0 0,1 2 0 0 0,-1-1 0 0 0,0 0 0 0 0,1 1 0 0 0,0 0 0 0 0,0 0 0 0 0,0 0 0 0 0,0 1-1 0 0,0 0 1 0 0,8-3 0 0 0,19-5 644 0 0,50-9 0 0 0,-74 17-644 0 0,1 1-1 0 0,-1 0 1 0 0,0 1-1 0 0,0 0 1 0 0,0 0 0 0 0,1 0-1 0 0,-1 1 1 0 0,0 0 0 0 0,0 1-1 0 0,0 0 1 0 0,0 0-1 0 0,9 5 1 0 0,-13-5-94 0 0,-1 0 0 0 0,0 0 0 0 0,0 0-1 0 0,0 1 1 0 0,0-1 0 0 0,0 1 0 0 0,-1 0 0 0 0,1 0 0 0 0,-1 0 0 0 0,1 0-1 0 0,-1 0 1 0 0,0 0 0 0 0,-1 1 0 0 0,1-1 0 0 0,1 6 0 0 0,0-2-34 0 0,-2 0 0 0 0,1 0 1 0 0,-1 1-1 0 0,0-1 0 0 0,-1 0 1 0 0,0 1-1 0 0,-1 12 0 0 0,0-7 21 0 0,-1 0-1 0 0,-1 0 1 0 0,0-1 0 0 0,-1 1-1 0 0,-1-1 1 0 0,1 0 0 0 0,-2-1-1 0 0,0 1 1 0 0,-7 10-1 0 0,2-6 136 0 0,-1-1-1 0 0,-1 0 0 0 0,0-1 0 0 0,-1 0 1 0 0,-1-2-1 0 0,0 1 0 0 0,0-2 0 0 0,-1 0 1 0 0,-1-1-1 0 0,0 0 0 0 0,-18 6 0 0 0,29-15 39 0 0,11-4-58 0 0,11-5 321 0 0,131-12 2519 0 0,-131 19-2652 0 0,0 1 0 0 0,1 0 0 0 0,-1 1 0 0 0,0 1 1 0 0,0 1-1 0 0,32 9 0 0 0,-39-8-464 0 0,-1 0 1 0 0,1 1-1 0 0,-1 0 1 0 0,0 1-1 0 0,14 11 1 0 0,10 8-3718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5065 0 0,'1'0'122'0'0,"1"-1"0"0"0,-1 1-1 0 0,1 0 1 0 0,0 0 0 0 0,-1 0 0 0 0,1 0 0 0 0,0 0-1 0 0,-1 0 1 0 0,1 1 0 0 0,-1-1 0 0 0,1 0-1 0 0,0 1 1 0 0,-1-1 0 0 0,1 1 0 0 0,-1 0 0 0 0,1-1-1 0 0,-1 1 1 0 0,2 1 0 0 0,-1 1 155 0 0,0-1 0 0 0,0 1 0 0 0,-1 0 0 0 0,1-1 1 0 0,-1 1-1 0 0,0 0 0 0 0,0 0 0 0 0,0 0 0 0 0,0 0 0 0 0,0 1 0 0 0,-1-1 1 0 0,1 0-1 0 0,-1 0 0 0 0,0 0 0 0 0,0 0 0 0 0,0 4 0 0 0,-9 61 2198 0 0,3-33-1387 0 0,-3 147 1739 0 0,8-60-5058 0 0,1-89-3664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45 11522 0 0,'-2'-2'387'0'0,"0"-1"0"0"0,0 0-1 0 0,0 0 1 0 0,0 0 0 0 0,0 0-1 0 0,1 0 1 0 0,0 0 0 0 0,-2-4-1 0 0,3 7-383 0 0,0-1 1 0 0,0 1-1 0 0,-1 0 0 0 0,1-1 0 0 0,0 1 1 0 0,0 0-1 0 0,0-1 0 0 0,0 1 0 0 0,0-1 1 0 0,0 1-1 0 0,-1 0 0 0 0,1-1 0 0 0,0 1 1 0 0,0-1-1 0 0,0 1 0 0 0,0 0 0 0 0,1-1 1 0 0,-1 1-1 0 0,0-1 0 0 0,0 1 0 0 0,0 0 1 0 0,0-1-1 0 0,0 1 0 0 0,0-1 0 0 0,1 1 1 0 0,-1 0-1 0 0,0-1 0 0 0,0 1 0 0 0,0 0 1 0 0,1-1-1 0 0,-1 1 0 0 0,0 0 0 0 0,1-1 1 0 0,-1 1-1 0 0,0 0 0 0 0,1 0 0 0 0,-1 0 1 0 0,0-1-1 0 0,1 1 0 0 0,-1 0 0 0 0,0 0 1 0 0,1 0-1 0 0,-1 0 0 0 0,1-1 0 0 0,-1 1 1 0 0,0 0-1 0 0,1 0 0 0 0,-1 0 0 0 0,1 0 1 0 0,-1 0-1 0 0,0 0 0 0 0,1 0 0 0 0,-1 0 1 0 0,1 0-1 0 0,-1 0 0 0 0,0 1 0 0 0,1-1 1 0 0,-1 0-1 0 0,1 0 0 0 0,-1 0 0 0 0,0 0 1 0 0,1 0-1 0 0,-1 1 0 0 0,0-1 0 0 0,1 0 1 0 0,-1 0-1 0 0,1 1 0 0 0,0 0-305 0 0,0 0-1 0 0,0 0 1 0 0,0 0-1 0 0,1 1 0 0 0,-1-1 1 0 0,0 0-1 0 0,-1 0 1 0 0,1 1-1 0 0,0-1 1 0 0,0 0-1 0 0,-1 1 0 0 0,1-1 1 0 0,0 1-1 0 0,-1-1 1 0 0,0 1-1 0 0,1-1 1 0 0,-1 1-1 0 0,0 0 1 0 0,0-1-1 0 0,0 1 0 0 0,0-1 1 0 0,0 1-1 0 0,0 1 1 0 0,0 8-3155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10594 0 0,'0'-5'3392'0'0,"0"5"-3323"0"0,21-1-1196 0 0,-19 1 1038 0 0,0 0-1 0 0,0 0 1 0 0,0 0-1 0 0,0 0 1 0 0,0 1-1 0 0,0-1 1 0 0,0 0-1 0 0,0 1 0 0 0,0 0 1 0 0,0-1-1 0 0,0 1 1 0 0,0 0-1 0 0,0 0 1 0 0,-1 0-1 0 0,1 0 1 0 0,0 1-1 0 0,-1-1 1 0 0,1 0-1 0 0,-1 1 1 0 0,1-1-1 0 0,-1 1 1 0 0,2 1-1 0 0,-3 0 79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9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9218 0 0,'-4'2'290'0'0,"0"-1"0"0"0,0 1 0 0 0,1 0 1 0 0,-1 0-1 0 0,1 0 0 0 0,0 1 0 0 0,-1-1 0 0 0,1 1 0 0 0,0-1 0 0 0,-4 7 0 0 0,3-3-667 0 0,1 0 0 0 0,0 1 0 0 0,0-1-1 0 0,-4 14 1 0 0,4-10-977 0 0,-16 45 1183 0 0,12-39 159 0 0</inkml:trace>
  <inkml:trace contextRef="#ctx0" brushRef="#br0" timeOffset="1">39 584 10594 0 0,'-3'1'472'0'0,"-1"-1"96"0"0,3 2-455 0 0,-1-2-113 0 0,4 2 64 0 0,-2 0-64 0 0,0-1 0 0 0,0 1-385 0 0,-7 26-1303 0 0,1-18 1688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5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318 55 6449 0 0,'1'-18'1284'0'0,"0"16"-1081"0"0,-1-1 1 0 0,0 0 0 0 0,0 0-1 0 0,0 0 1 0 0,0 0 0 0 0,0 1-1 0 0,0-1 1 0 0,-1 0 0 0 0,0-3-1 0 0,1 5-163 0 0,-1 1-1 0 0,1-1 0 0 0,0 1 0 0 0,0 0 0 0 0,-1-1 0 0 0,1 1 1 0 0,0 0-1 0 0,-1 0 0 0 0,1-1 0 0 0,0 1 0 0 0,-1 0 1 0 0,1 0-1 0 0,0-1 0 0 0,-1 1 0 0 0,1 0 0 0 0,-1 0 0 0 0,1 0 1 0 0,0 0-1 0 0,-1 0 0 0 0,1 0 0 0 0,-1-1 0 0 0,1 1 0 0 0,0 0 1 0 0,-1 0-1 0 0,1 0 0 0 0,-1 1 0 0 0,-21 7 1274 0 0,9 2-809 0 0,-1 0 0 0 0,1 0 0 0 0,1 1 0 0 0,0 1-1 0 0,0 0 1 0 0,-17 26 0 0 0,-53 90 745 0 0,69-104-913 0 0,6-14-265 0 0,4-5-22 0 0,-1 0-1 0 0,1 1 1 0 0,0-1 0 0 0,1 1 0 0 0,-1-1 0 0 0,1 1 0 0 0,0 0-1 0 0,1 0 1 0 0,-1 0 0 0 0,0 7 0 0 0,3-13-60 0 0,-1 1 0 0 0,0-1 0 0 0,1 1 0 0 0,-1 0 0 0 0,0-1 0 0 0,1 1 0 0 0,-1-1 0 0 0,1 1 0 0 0,-1-1 0 0 0,1 0 0 0 0,-1 1 0 0 0,1-1 0 0 0,-1 0 0 0 0,1 1 0 0 0,-1-1 0 0 0,1 0 0 0 0,-1 1 0 0 0,1-1 0 0 0,0 0 0 0 0,-1 0 0 0 0,1 0 0 0 0,0 0 0 0 0,-1 1 0 0 0,1-1 0 0 0,-1 0 0 0 0,2 0 0 0 0,24 2-525 0 0,-16-1 329 0 0,13 3 174 0 0,0 0 1 0 0,-1 2-1 0 0,0 0 0 0 0,0 2 1 0 0,-1 1-1 0 0,0 0 1 0 0,0 1-1 0 0,-1 2 1 0 0,0 0-1 0 0,-1 1 1 0 0,-1 0-1 0 0,0 2 1 0 0,0 0-1 0 0,20 25 0 0 0,-36-38 40 0 0,-1 0-1 0 0,1 0 0 0 0,-1 1 1 0 0,0-1-1 0 0,0 0 0 0 0,0 0 1 0 0,0 1-1 0 0,0-1 0 0 0,0 1 1 0 0,-1-1-1 0 0,1 1 0 0 0,-1-1 1 0 0,1 1-1 0 0,-1-1 0 0 0,0 1 1 0 0,0 0-1 0 0,-1 2 0 0 0,0 1 54 0 0,0-1-1 0 0,0 0 0 0 0,-1 0 1 0 0,0 0-1 0 0,0 0 0 0 0,0 0 1 0 0,-1-1-1 0 0,-3 6 0 0 0,-1 0 99 0 0,-1 0-1 0 0,0 0 1 0 0,-1 0 0 0 0,0-1-1 0 0,-1 0 1 0 0,-12 9 0 0 0,-7-1 146 0 0,0-2 0 0 0,-1 0 0 0 0,-1-2 0 0 0,0-1 1 0 0,-34 8-1 0 0,-3 2-1831 0 0,3 3-3280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266 96 5529 0 0,'-4'-13'1117'0'0,"2"4"-562"0"0,-1 1-1 0 0,0-1 1 0 0,0 1 0 0 0,-1 0-1 0 0,0 0 1 0 0,-6-8-1 0 0,9 14-502 0 0,-1 1-1 0 0,1 0 1 0 0,0-1-1 0 0,-1 1 1 0 0,1 0-1 0 0,0 0 0 0 0,-1 0 1 0 0,1 0-1 0 0,-1 0 1 0 0,0 0-1 0 0,1 0 1 0 0,-1 1-1 0 0,0-1 0 0 0,1 1 1 0 0,-1-1-1 0 0,0 1 1 0 0,0 0-1 0 0,0-1 1 0 0,1 1-1 0 0,-1 0 0 0 0,0 0 1 0 0,0 0-1 0 0,0 1 1 0 0,1-1-1 0 0,-1 0 1 0 0,0 1-1 0 0,0-1 0 0 0,1 1 1 0 0,-1-1-1 0 0,0 1 1 0 0,1 0-1 0 0,-1 0 1 0 0,0 0-1 0 0,1 0 0 0 0,-1 0 1 0 0,1 0-1 0 0,-2 1 1 0 0,-5 5 243 0 0,-1 0 0 0 0,1 1 0 0 0,0 0 0 0 0,0 0 1 0 0,1 0-1 0 0,1 1 0 0 0,-1 0 0 0 0,-7 15 1 0 0,-36 84 1048 0 0,41-87-1243 0 0,2-4-52 0 0,1-1 0 0 0,0 1 0 0 0,2 1 1 0 0,0-1-1 0 0,1 1 0 0 0,0-1 0 0 0,2 1 0 0 0,0 0 0 0 0,1 0 0 0 0,3 28 1 0 0,-1-36-29 0 0,0-1 0 0 0,0 1 0 0 0,1 0 0 0 0,0-1 0 0 0,1 0 0 0 0,0 0 0 0 0,0 0 1 0 0,1 0-1 0 0,0-1 0 0 0,1 1 0 0 0,0-1 0 0 0,0-1 0 0 0,1 1 0 0 0,-1-1 0 0 0,2 0 1 0 0,-1-1-1 0 0,1 1 0 0 0,0-2 0 0 0,0 1 0 0 0,14 6 0 0 0,-16-9-2 0 0,0 0 1 0 0,0 0-1 0 0,1-1 1 0 0,-1 0-1 0 0,1 0 0 0 0,-1-1 1 0 0,1 0-1 0 0,-1 0 1 0 0,1-1-1 0 0,0 1 0 0 0,-1-1 1 0 0,1-1-1 0 0,0 1 1 0 0,8-3-1 0 0,-11 2 3 0 0,-1 0 0 0 0,1-1 0 0 0,-1 1 1 0 0,1-1-1 0 0,-1 0 0 0 0,0 0 0 0 0,0 0 0 0 0,0 0 0 0 0,0-1 0 0 0,0 1 0 0 0,0-1 0 0 0,-1 0 1 0 0,1 1-1 0 0,-1-1 0 0 0,0-1 0 0 0,1 1 0 0 0,-2 0 0 0 0,1 0 0 0 0,0-1 0 0 0,-1 1 1 0 0,1-1-1 0 0,-1 1 0 0 0,0-1 0 0 0,0 0 0 0 0,0 0 0 0 0,0-5 0 0 0,-1 2-33 0 0,1 0-1 0 0,-1 1 1 0 0,-1-1-1 0 0,1 1 1 0 0,-1-1-1 0 0,0 0 1 0 0,-1 1-1 0 0,1-1 1 0 0,-1 1 0 0 0,0 0-1 0 0,-1 0 1 0 0,0 0-1 0 0,0 0 1 0 0,0 0-1 0 0,-5-6 1 0 0,6 9-38 0 0,0 1 0 0 0,0-1 1 0 0,0 1-1 0 0,-1 0 0 0 0,1 0 1 0 0,0 0-1 0 0,-1 0 0 0 0,0 0 1 0 0,1 0-1 0 0,-1 1 1 0 0,0-1-1 0 0,0 1 0 0 0,0 0 1 0 0,0 0-1 0 0,0 0 0 0 0,0 0 1 0 0,0 0-1 0 0,0 1 0 0 0,0-1 1 0 0,0 1-1 0 0,-1 0 0 0 0,1 0 1 0 0,0 0-1 0 0,0 1 0 0 0,0-1 1 0 0,0 1-1 0 0,-1-1 0 0 0,1 1 1 0 0,0 0-1 0 0,0 0 1 0 0,0 1-1 0 0,1-1 0 0 0,-4 2 1 0 0,-14 9-945 0 0,0 0 0 0 0,1 1 0 0 0,0 1 0 0 0,1 0 1 0 0,1 2-1 0 0,-20 21 0 0 0,21-17-2700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37 100 5985 0 0,'-28'-3'1730'0'0,"20"0"502"0"0,18-2-1067 0 0,194-30 3217 0 0,-80 16-3531 0 0,-87 11-1166 0 0,52-19 0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2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 61 6913 0 0,'-2'-23'1042'0'0,"2"20"-929"0"0,0 0 0 0 0,0-1 0 0 0,0 1 0 0 0,0 0 0 0 0,-1 0 0 0 0,0 0 0 0 0,1 0 0 0 0,-2-3 0 0 0,1 5-91 0 0,1 1 1 0 0,0-1-1 0 0,0 1 1 0 0,-1 0 0 0 0,1-1-1 0 0,0 1 1 0 0,-1-1 0 0 0,1 1-1 0 0,0 0 1 0 0,-1 0-1 0 0,1-1 1 0 0,-1 1 0 0 0,1 0-1 0 0,0 0 1 0 0,-1-1 0 0 0,1 1-1 0 0,-1 0 1 0 0,1 0 0 0 0,-1 0-1 0 0,1 0 1 0 0,-1 0-1 0 0,1 0 1 0 0,-1 0 0 0 0,-18 6 620 0 0,2 8 110 0 0,1-1-1 0 0,0 2 0 0 0,1 0 1 0 0,1 1-1 0 0,0 1 0 0 0,-19 31 1 0 0,10-17-423 0 0,2-3-66 0 0,-39 55 555 0 0,53-71-606 0 0,0 0 0 0 0,1 0 0 0 0,0 0 0 0 0,1 1 0 0 0,-5 15 0 0 0,10-26-218 0 0,0 0 1 0 0,0 1 0 0 0,0-1-1 0 0,0 0 1 0 0,0 0 0 0 0,0 0-1 0 0,1 0 1 0 0,-1 1-1 0 0,1-1 1 0 0,-1 0 0 0 0,1 0-1 0 0,0 0 1 0 0,0 0-1 0 0,0 0 1 0 0,0 0 0 0 0,0 0-1 0 0,0-1 1 0 0,1 1-1 0 0,-1 0 1 0 0,1 0 0 0 0,-1-1-1 0 0,1 1 1 0 0,-1-1 0 0 0,1 0-1 0 0,0 1 1 0 0,4 1-1 0 0,6 4-219 0 0,0 0 0 0 0,1-1 1 0 0,15 6-1 0 0,-11-5 192 0 0,-4-1 18 0 0,0 0 1 0 0,0 1-1 0 0,0 0 0 0 0,20 17 0 0 0,-31-22 35 0 0,1 0 0 0 0,0 0 0 0 0,-1 1 0 0 0,1 0 0 0 0,-1-1 0 0 0,0 1 0 0 0,0 0 0 0 0,0 0 0 0 0,0 0 0 0 0,-1 0 0 0 0,1 1 0 0 0,-1-1 0 0 0,0 0 0 0 0,0 1 0 0 0,0-1 0 0 0,0 0 1 0 0,0 1-1 0 0,-1-1 0 0 0,0 1 0 0 0,0-1 0 0 0,0 1 0 0 0,0 0 0 0 0,0-1 0 0 0,-1 1 0 0 0,0 3 0 0 0,-4 8 17 0 0,-1 0 1 0 0,0 0 0 0 0,-1 0-1 0 0,0-1 1 0 0,-1 0-1 0 0,-1 0 1 0 0,-1-1 0 0 0,1 0-1 0 0,-2-1 1 0 0,0 0-1 0 0,0-1 1 0 0,-1 0 0 0 0,-1-1-1 0 0,0 0 1 0 0,0-1 0 0 0,-1 0-1 0 0,-18 8 1 0 0,18-10-407 0 0,0-1 1 0 0,-1-1-1 0 0,0 0 1 0 0,-1-1-1 0 0,1 0 1 0 0,-22 1-1 0 0,28-3-818 0 0,2-1-207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 0 11979 0 0,'2'3'121'0'0,"1"1"1"0"0,-1-1-1 0 0,0 1 1 0 0,0-1 0 0 0,0 1-1 0 0,0 0 1 0 0,-1-1 0 0 0,1 1-1 0 0,0 7 1 0 0,-1-2-189 0 0,0 0 0 0 0,-1 0 1 0 0,0 0-1 0 0,0 1 0 0 0,-1-1 1 0 0,0 0-1 0 0,-1 0 0 0 0,0 0 1 0 0,-1 0-1 0 0,1 0 0 0 0,-2 0 1 0 0,-4 10-1 0 0,-8 12-72 0 0,-35 53 1 0 0,44-73 445 0 0,-1-2 0 0 0,0 1 0 0 0,0-1 0 0 0,-1 0 0 0 0,0 0 1 0 0,-1-1-1 0 0,-11 7 0 0 0,17-12-312 0 0,0 0 0 0 0,0-1 0 0 0,-1 1 0 0 0,1-1 0 0 0,-1 0 0 0 0,1 0-1 0 0,-1-1 1 0 0,0 0 0 0 0,0 1 0 0 0,0-2 0 0 0,1 1 0 0 0,-1 0 0 0 0,0-1 0 0 0,0 0 0 0 0,0 0 0 0 0,0-1 0 0 0,0 1 0 0 0,0-1 0 0 0,0 0 0 0 0,-8-3 0 0 0,9 2-73 0 0,0-1-1 0 0,0 0 1 0 0,0 0 0 0 0,1 0 0 0 0,-1 0-1 0 0,1 0 1 0 0,0-1 0 0 0,0 0 0 0 0,0 1 0 0 0,1-1-1 0 0,-1 0 1 0 0,1 0 0 0 0,0-1 0 0 0,0 1-1 0 0,0 0 1 0 0,1-1 0 0 0,-1 1 0 0 0,1-1 0 0 0,0 1-1 0 0,0-1 1 0 0,1 0 0 0 0,0-7 0 0 0,-2-8-30 0 0,2-1 0 0 0,1 0 0 0 0,5-35 0 0 0,-5 51 111 0 0,0 0 0 0 0,0 0 1 0 0,1 1-1 0 0,-1-1 0 0 0,1 0 1 0 0,0 1-1 0 0,1 0 0 0 0,-1-1 0 0 0,1 1 1 0 0,0 0-1 0 0,0 0 0 0 0,0 0 1 0 0,0 0-1 0 0,0 1 0 0 0,1 0 1 0 0,0-1-1 0 0,0 1 0 0 0,0 0 1 0 0,0 1-1 0 0,0-1 0 0 0,1 1 1 0 0,-1 0-1 0 0,1 0 0 0 0,-1 0 1 0 0,1 0-1 0 0,0 1 0 0 0,0 0 1 0 0,0 0-1 0 0,0 0 0 0 0,-1 1 0 0 0,7 0 1 0 0,-4-1 48 0 0,0 1 1 0 0,-1 1 0 0 0,1-1-1 0 0,0 1 1 0 0,0 0-1 0 0,-1 1 1 0 0,1 0 0 0 0,-1 0-1 0 0,1 0 1 0 0,-1 1 0 0 0,0 0-1 0 0,0 0 1 0 0,0 0-1 0 0,0 1 1 0 0,-1 0 0 0 0,1 0-1 0 0,-1 0 1 0 0,0 1-1 0 0,0 0 1 0 0,-1 0 0 0 0,1 0-1 0 0,4 8 1 0 0,-2 1 90 0 0,-2 0 1 0 0,1 0-1 0 0,-2 0 1 0 0,0 1-1 0 0,-1 0 1 0 0,0-1 0 0 0,-1 1-1 0 0,-1 0 1 0 0,0 0-1 0 0,-1 0 1 0 0,0 0-1 0 0,-2 0 1 0 0,0 0-1 0 0,-5 21 1 0 0,-3 6-545 0 0,-2-2 0 0 0,-2 0 0 0 0,-36 73 0 0 0,45-106-736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9362 0 0,'5'-1'100'0'0,"-1"0"0"0"0,1-1 0 0 0,-1 1 0 0 0,0-1 0 0 0,0 0 0 0 0,1-1 0 0 0,-1 1 0 0 0,-1-1 0 0 0,7-4 0 0 0,7-5-68 0 0,-14 10-27 0 0,18-10-469 0 0,-1 0 0 0 0,2 2-1 0 0,-1 0 1 0 0,31-9 0 0 0,-45 17-2437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79 8754 0 0,'-11'11'2969'0'0,"42"-31"173"0"0,-18 11-4060 0 0,7 0 17 0 0,1 1 0 0 0,-1 1 0 0 0,1 0-1 0 0,0 2 1 0 0,1 1 0 0 0,-1 0 0 0 0,26 0 0 0 0,17-4 511 0 0,-43 3 379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4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 8754 0 0,'-1'0'57'0'0,"1"0"1"0"0,-1 0-1 0 0,1 0 0 0 0,-1 0 1 0 0,0 0-1 0 0,1 0 0 0 0,-1 0 1 0 0,0 0-1 0 0,1 0 0 0 0,-1 1 1 0 0,1-1-1 0 0,-1 0 0 0 0,0 0 1 0 0,1 1-1 0 0,-1-1 1 0 0,1 0-1 0 0,-1 1 0 0 0,1-1 1 0 0,-1 1-1 0 0,1-1 0 0 0,-1 0 1 0 0,1 1-1 0 0,0-1 0 0 0,-1 1 1 0 0,1 0-1 0 0,-1-1 0 0 0,1 2 1 0 0,-13 14 200 0 0,7-4 156 0 0,-1 1-1 0 0,1 0 1 0 0,1 0-1 0 0,1 1 1 0 0,-1 0 0 0 0,-1 15-1 0 0,-10 86 1932 0 0,14-90-1864 0 0,0 1 0 0 0,2-1 0 0 0,2 1 0 0 0,0-1 0 0 0,9 40 0 0 0,-8-52-305 0 0,0 0-1 0 0,1 0 1 0 0,1 0 0 0 0,0 0-1 0 0,1 0 1 0 0,1-1 0 0 0,0 0 0 0 0,0-1-1 0 0,1 0 1 0 0,0 0 0 0 0,20 19-1 0 0,-26-28-213 0 0,0 0-1 0 0,0-1 1 0 0,0 1-1 0 0,1-1 1 0 0,-1 1-1 0 0,0-1 1 0 0,1 0-1 0 0,-1 0 1 0 0,1 0-1 0 0,-1-1 0 0 0,1 1 1 0 0,-1-1-1 0 0,1 1 1 0 0,0-1-1 0 0,-1 0 1 0 0,5 0-1 0 0,-4 0-213 0 0,-1 0-1 0 0,0-1 1 0 0,0 1-1 0 0,1-1 1 0 0,-1 0 0 0 0,0 0-1 0 0,0 0 1 0 0,0 0-1 0 0,0 0 1 0 0,0 0-1 0 0,0 0 1 0 0,2-2 0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23 2761 0 0,'-3'-20'8455'0'0,"3"19"-8126"0"0,10-1 751 0 0,-9 2-1184 0 0,3 7-1999 0 0,-3-4 1940 0 0,0 0-1 0 0,0 0 1 0 0,0-1 0 0 0,0 1 0 0 0,0 0 0 0 0,-1 0-1 0 0,1 0 1 0 0,-1 0 0 0 0,0 0 0 0 0,0 0 0 0 0,0 0-1 0 0,0 0 1 0 0,-1 0 0 0 0,0 5 0 0 0,-2-1 163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4.7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 6913 0 0,'-6'-2'2311'0'0,"-3"8"1372"0"0,3 4-3111 0 0,0 0 0 0 0,1 1 0 0 0,0-1 1 0 0,1 1-1 0 0,0 0 0 0 0,1 0 0 0 0,0 1 1 0 0,1-1-1 0 0,-2 22 0 0 0,1 6-304 0 0,3 66-1 0 0,8-42-3296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12 139 2304 0 0,'5'35'-1080'0'0,"-12"11"1945"0"0,3-25 526 0 0,1 0 0 0 0,1 1 1 0 0,2 33-1 0 0,0-50-1214 0 0,0 0 1 0 0,1 0-1 0 0,0 0 0 0 0,0 0 1 0 0,0 0-1 0 0,1 0 0 0 0,-1-1 1 0 0,1 1-1 0 0,0 0 0 0 0,1-1 1 0 0,-1 0-1 0 0,1 1 1 0 0,0-1-1 0 0,0 0 0 0 0,0-1 1 0 0,0 1-1 0 0,1 0 0 0 0,0-1 1 0 0,-1 0-1 0 0,8 5 0 0 0,-8-7-165 0 0,1 1 0 0 0,-1-1 0 0 0,0 0 0 0 0,1 0 0 0 0,-1-1 0 0 0,1 1 0 0 0,-1-1 0 0 0,1 1 0 0 0,-1-1 0 0 0,1 0 0 0 0,0 0 0 0 0,-1-1 0 0 0,1 1 0 0 0,-1-1 0 0 0,1 0 0 0 0,-1 0 0 0 0,0 0 0 0 0,1 0 0 0 0,-1 0 0 0 0,0-1 0 0 0,0 0 0 0 0,0 0 0 0 0,0 1 0 0 0,4-5 0 0 0,7-4 80 0 0,-1 0 0 0 0,0-2-1 0 0,18-20 1 0 0,-14 14-215 0 0,-1-1 0 0 0,-1-1 1 0 0,-1 0-1 0 0,-1-1 0 0 0,-1-1 0 0 0,19-44 0 0 0,-29 60-2 0 0,-1-1 0 0 0,0 1 0 0 0,0 0 0 0 0,0-1 0 0 0,-1 0-1 0 0,0 1 1 0 0,0-1 0 0 0,-1 1 0 0 0,1-1 0 0 0,-2 1 0 0 0,1 0 0 0 0,-5-13 0 0 0,5 14 55 0 0,-1 0 0 0 0,0 0 0 0 0,-1 1 0 0 0,1-1 0 0 0,-1 1 0 0 0,0-1 0 0 0,0 1 0 0 0,0 0 0 0 0,-1 0 0 0 0,1 0 0 0 0,-1 1 0 0 0,0-1 1 0 0,0 1-1 0 0,-1 0 0 0 0,1 0 0 0 0,-8-3 0 0 0,0 2-322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5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9 14283 0 0,'-1'0'-21'0'0,"1"-1"0"0"0,0 1 0 0 0,-1-1 0 0 0,1 1 0 0 0,0-1 0 0 0,-1 1 0 0 0,1-1 0 0 0,-1 1 0 0 0,1-1 0 0 0,0 1 0 0 0,-1 0 0 0 0,1-1 0 0 0,-1 1 0 0 0,1 0 0 0 0,-1-1 0 0 0,0 1 0 0 0,1 0 0 0 0,-1 0 0 0 0,1 0-1 0 0,-1-1 1 0 0,1 1 0 0 0,-1 0 0 0 0,0 0 0 0 0,1 0 0 0 0,-1 0 0 0 0,0 0 0 0 0,1 15-1656 0 0,1 5 2098 0 0,-3 83 1429 0 0,2 74 336 0 0,2-145-1909 0 0,1-1 1 0 0,2 0-1 0 0,13 48 0 0 0,-11-48-179 0 0,-6-24-392 0 0,0 0-1 0 0,1 0 1 0 0,0-1 0 0 0,0 1 0 0 0,0 0-1 0 0,6 9 1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5 262 6913 0 0,'-2'-7'-203'0'0,"1"1"0"0"0,0-1-1 0 0,1 0 1 0 0,0 0 0 0 0,0 1-1 0 0,0-1 1 0 0,1 0 0 0 0,0 0-1 0 0,0 1 1 0 0,1-1-1 0 0,0 1 1 0 0,0-1 0 0 0,0 1-1 0 0,1-1 1 0 0,0 1 0 0 0,7-10-1 0 0,-3 4-114 0 0,0 0 1 0 0,2 1-1 0 0,-1 0 0 0 0,1 1 0 0 0,1 0 0 0 0,0 0 0 0 0,17-12 1 0 0,-20 17 770 0 0,1 0 0 0 0,0 0 1 0 0,0 0-1 0 0,1 1 0 0 0,-1 1 1 0 0,1 0-1 0 0,0 0 0 0 0,0 0 1 0 0,0 1-1 0 0,13-1 0 0 0,-18 2-317 0 0,0 1-1 0 0,-1 1 0 0 0,1-1 1 0 0,0 0-1 0 0,-1 1 0 0 0,1 0 0 0 0,-1 0 1 0 0,1 0-1 0 0,-1 0 0 0 0,1 0 1 0 0,-1 1-1 0 0,0 0 0 0 0,0 0 1 0 0,1-1-1 0 0,-1 2 0 0 0,0-1 1 0 0,-1 0-1 0 0,1 1 0 0 0,0-1 0 0 0,-1 1 1 0 0,0 0-1 0 0,1 0 0 0 0,-1 0 1 0 0,0 0-1 0 0,0 0 0 0 0,-1 0 1 0 0,1 0-1 0 0,-1 1 0 0 0,2 4 0 0 0,0 0-119 0 0,-1 1-1 0 0,0 0 0 0 0,0 0 0 0 0,-1 1 0 0 0,0-1 0 0 0,-1 0 1 0 0,0 0-1 0 0,0 0 0 0 0,-1 1 0 0 0,0-1 0 0 0,-1 0 0 0 0,0 0 1 0 0,0 0-1 0 0,-1 0 0 0 0,0-1 0 0 0,0 1 0 0 0,-7 11 0 0 0,-8 10 888 0 0,-1 0-1 0 0,-1-1 1 0 0,-27 30-1 0 0,39-49-384 0 0,6-8-443 0 0,0 0-1 0 0,1 0 0 0 0,-1 0 1 0 0,1 0-1 0 0,-1 0 0 0 0,1 0 1 0 0,0 1-1 0 0,0-1 0 0 0,0 0 1 0 0,0 1-1 0 0,0-1 0 0 0,1 0 1 0 0,-1 1-1 0 0,1-1 0 0 0,0 1 0 0 0,-1-1 1 0 0,1 1-1 0 0,0-1 0 0 0,0 1 1 0 0,1-1-1 0 0,-1 1 0 0 0,0-1 1 0 0,1 1-1 0 0,0-1 0 0 0,-1 1 1 0 0,1-1-1 0 0,0 0 0 0 0,3 5 1 0 0,-1-3 13 0 0,0 0 1 0 0,1 0-1 0 0,0 0 1 0 0,-1-1-1 0 0,1 1 1 0 0,1-1-1 0 0,-1 0 1 0 0,0 0-1 0 0,1-1 1 0 0,0 1-1 0 0,-1-1 0 0 0,1 0 1 0 0,6 2-1 0 0,2-1 29 0 0,0-1-1 0 0,0 0 1 0 0,1 0-1 0 0,-1-1 1 0 0,0-1-1 0 0,0 0 1 0 0,0-1-1 0 0,1-1 1 0 0,15-3-1 0 0,-5 1-1582 0 0,36-1-1 0 0,-46 5 532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0,'10'28'7341'0'0,"0"1"-5110"0"0,-7-20-2289 0 0,0 1 0 0 0,-1-1 1 0 0,-1 1-1 0 0,1 0 0 0 0,-1 15 1 0 0,-17 164 1420 0 0,0 1 94 0 0,16-172-5134 0 0,0-2-1300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76 5529 0 0,'1'-4'-6'0'0,"0"1"1"0"0,1 0-1 0 0,0 0 0 0 0,0-1 1 0 0,0 1-1 0 0,0 0 0 0 0,0 1 1 0 0,0-1-1 0 0,6-5 0 0 0,13-17 4508 0 0,-23 34-2300 0 0,-9 20-564 0 0,10-26-1692 0 0,-6 16 231 0 0,1 1-1 0 0,1-1 1 0 0,1 1 0 0 0,1 0-1 0 0,0 0 1 0 0,1 37-1 0 0,2-47-131 0 0,1-1 0 0 0,-1 1 0 0 0,2-1 0 0 0,-1 1 0 0 0,1-1 0 0 0,1 0-1 0 0,0 0 1 0 0,0 0 0 0 0,1 0 0 0 0,0-1 0 0 0,0 1 0 0 0,1-1 0 0 0,0 0 0 0 0,1 0 0 0 0,0-1-1 0 0,8 9 1 0 0,-12-14-49 0 0,-1-1-1 0 0,1 1 1 0 0,0-1-1 0 0,-1 0 1 0 0,1 0-1 0 0,0 0 1 0 0,0 0-1 0 0,0 0 1 0 0,0 0-1 0 0,0 0 1 0 0,0-1-1 0 0,0 1 1 0 0,0-1-1 0 0,1 1 1 0 0,-1-1-1 0 0,0 0 1 0 0,0 0-1 0 0,0 0 1 0 0,0 0-1 0 0,1 0 1 0 0,1-1-1 0 0,0 0 51 0 0,0-1 0 0 0,0 1 0 0 0,0-1 0 0 0,0 0 0 0 0,0 0 0 0 0,-1 0 0 0 0,1-1 0 0 0,-1 1 0 0 0,0-1 0 0 0,5-4 0 0 0,-1-1 130 0 0,0 1 0 0 0,-1-1-1 0 0,0-1 1 0 0,0 1 0 0 0,-1-1 0 0 0,0 0-1 0 0,-1 0 1 0 0,6-15 0 0 0,-8 13-34 0 0,0 1 0 0 0,0-1 0 0 0,-1 0 0 0 0,-1 0 0 0 0,0 0 0 0 0,0 0 0 0 0,-1 0 0 0 0,0 1 0 0 0,-1-1 0 0 0,0 0 0 0 0,-1 1 0 0 0,0-1 0 0 0,-8-17 0 0 0,7 20-240 0 0,0 1 0 0 0,0-1 0 0 0,0 1 0 0 0,-1 0 0 0 0,0 0 0 0 0,-1 0 0 0 0,1 1 1 0 0,-1 0-1 0 0,0 0 0 0 0,-1 0 0 0 0,0 1 0 0 0,0 0 0 0 0,0 0 0 0 0,0 1 0 0 0,-1 0 0 0 0,1 0 1 0 0,-1 1-1 0 0,-9-3 0 0 0,-2 2-6392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3.52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461 615 2761 0 0,'5'-100'463'0'0,"-3"76"92"0"0,0 0 1 0 0,-2-1-1 0 0,-5-44 0 0 0,5 68-524 0 0,0 0 0 0 0,0 0 0 0 0,0 0 0 0 0,0 0 0 0 0,0 0 0 0 0,0 0 0 0 0,0 0 0 0 0,-1 0 0 0 0,1-1 0 0 0,0 1 0 0 0,-1 0 0 0 0,1 0 0 0 0,-1 0 0 0 0,1 0 0 0 0,-1 1 0 0 0,1-1 0 0 0,-1 0 0 0 0,0 0 0 0 0,1 0 0 0 0,-1 0 0 0 0,0 1 0 0 0,0-1 0 0 0,0 0 0 0 0,0 1 0 0 0,0-1 0 0 0,0 0 0 0 0,0 1 0 0 0,1-1 0 0 0,-2 1 0 0 0,1 0 0 0 0,0-1 0 0 0,0 1 0 0 0,0 0 0 0 0,0 0 0 0 0,0-1 0 0 0,0 1 0 0 0,0 0 0 0 0,0 0 0 0 0,0 0 0 0 0,0 0 0 0 0,0 0 0 0 0,-1 1 0 0 0,1-1 0 0 0,0 0 0 0 0,0 0 0 0 0,0 1 0 0 0,0-1 0 0 0,0 1 0 0 0,0-1 0 0 0,0 1 0 0 0,0-1 0 0 0,0 1 0 0 0,1 0 0 0 0,-3 1 0 0 0,-4 3 52 0 0,-1 1 0 0 0,1 0 0 0 0,0 1-1 0 0,-12 13 1 0 0,-62 97-717 0 0,56-79 40 0 0,-41 51-1 0 0,56-78 556 0 0,-1 1-1 0 0,-1-2 1 0 0,1 1-1 0 0,-1-2 1 0 0,-1 0-1 0 0,0 0 0 0 0,0-1 1 0 0,-16 7-1 0 0,26-14 139 0 0,1 0-1 0 0,-1 0 1 0 0,0 0-1 0 0,1 0 1 0 0,-1 0 0 0 0,0-1-1 0 0,0 1 1 0 0,1-1-1 0 0,-1 0 1 0 0,-5 0-1 0 0,8 0-71 0 0,-1 0-1 0 0,1 0 0 0 0,0 0 0 0 0,-1 0 1 0 0,1-1-1 0 0,-1 1 0 0 0,1 0 1 0 0,0 0-1 0 0,-1 0 0 0 0,1-1 1 0 0,0 1-1 0 0,-1 0 0 0 0,1 0 0 0 0,0-1 1 0 0,-1 1-1 0 0,1 0 0 0 0,0-1 1 0 0,0 1-1 0 0,-1 0 0 0 0,1-1 0 0 0,0 1 1 0 0,0-1-1 0 0,0 1 0 0 0,0 0 1 0 0,-1-1-1 0 0,1 1 0 0 0,0-1 0 0 0,5-20 264 0 0,21-27-601 0 0,3 2-1 0 0,63-82 1 0 0,86-74-795 0 0,1-1 668 0 0,-162 181 323 0 0,-9 11 20 0 0,-1 1-1 0 0,1 0 1 0 0,1 1-1 0 0,16-14 1 0 0,-23 26 270 0 0,-4 11 11 0 0,-7 13 190 0 0,-32 61 940 0 0,-92 145 0 0 0,57-108-815 0 0,-56 82-319 0 0,115-185-273 0 0,-2 0 1 0 0,0-2-1 0 0,-1 0 1 0 0,-1-1-1 0 0,0-1 1 0 0,-40 25-1 0 0,56-40 75 0 0,-19 11-118 0 0,23-13 150 0 0,1-1 0 0 0,-1 1 0 0 0,0-1 0 0 0,1 1 0 0 0,-1-1 0 0 0,0 0 0 0 0,1 1 0 0 0,-1-1 0 0 0,0 0-1 0 0,1 0 1 0 0,-1 0 0 0 0,0 1 0 0 0,1-1 0 0 0,-1 0 0 0 0,0 0 0 0 0,0 0 0 0 0,1 0 0 0 0,-1 0 0 0 0,0 0 0 0 0,0 0-1 0 0,1 0 1 0 0,-1-1 0 0 0,0 1 0 0 0,1 0 0 0 0,-2-1 0 0 0,2-1 56 0 0,1-1 0 0 0,0 1-1 0 0,-1 0 1 0 0,1-1 0 0 0,0 1-1 0 0,0 0 1 0 0,0 0 0 0 0,1 0 0 0 0,-1 0-1 0 0,0 0 1 0 0,1 0 0 0 0,0 0 0 0 0,-1 0-1 0 0,4-2 1 0 0,-3 2 11 0 0,58-61-430 0 0,97-76 0 0 0,-76 71 161 0 0,-68 56 186 0 0,6-6 0 0 0,0 2 0 0 0,1 0 0 0 0,1 1 0 0 0,1 0 0 0 0,44-21 0 0 0,-64 35-1 0 0,0 0 0 0 0,-1 1 1 0 0,1-1-1 0 0,0 0 0 0 0,0 1 0 0 0,-1 0 1 0 0,1-1-1 0 0,0 1 0 0 0,0 0 1 0 0,0 0-1 0 0,-1 0 0 0 0,1 0 0 0 0,0 0 1 0 0,0 0-1 0 0,0 0 0 0 0,0 1 1 0 0,-1-1-1 0 0,1 1 0 0 0,0-1 0 0 0,0 1 1 0 0,-1 0-1 0 0,1 0 0 0 0,-1 0 1 0 0,1-1-1 0 0,2 4 0 0 0,-2-2-1 0 0,-1 0 0 0 0,0 0 1 0 0,0 0-1 0 0,0 1 0 0 0,0-1 0 0 0,0 0 0 0 0,0 1 1 0 0,0-1-1 0 0,-1 1 0 0 0,1-1 0 0 0,-1 1 0 0 0,0-1 0 0 0,0 1 1 0 0,0-1-1 0 0,0 1 0 0 0,0-1 0 0 0,0 1 0 0 0,-2 3 0 0 0,-2 17-19 0 0,-2-1 0 0 0,0 1 0 0 0,-1-1 0 0 0,-2-1 0 0 0,-16 32 0 0 0,-66 95 617 0 0,-6 11 452 0 0,97-159-1025 0 0,-1 1 1 0 0,0 0-1 0 0,1 0 0 0 0,-1 0 1 0 0,1 0-1 0 0,-1 0 0 0 0,1 0 1 0 0,0 0-1 0 0,-1 0 0 0 0,1 0 1 0 0,0 0-1 0 0,0 0 0 0 0,0 0 0 0 0,0 0 1 0 0,0 0-1 0 0,0 0 0 0 0,0 0 1 0 0,0 2-1 0 0,1-3-11 0 0,-1 0 1 0 0,1 1-1 0 0,-1-1 1 0 0,1 0-1 0 0,0 0 1 0 0,-1 0-1 0 0,1 0 1 0 0,-1 0-1 0 0,1 0 0 0 0,-1 0 1 0 0,1 0-1 0 0,0 0 1 0 0,-1 0-1 0 0,1 0 1 0 0,-1-1-1 0 0,1 1 1 0 0,-1 0-1 0 0,1 0 0 0 0,-1-1 1 0 0,1 1-1 0 0,-1 0 1 0 0,1 0-1 0 0,0-1 1 0 0,39-28 50 0 0,-36 26-126 0 0,343-257-1474 0 0,-271 204 915 0 0,-42 29 163 0 0,66-39 0 0 0,-99 65 454 0 0,0 0 1 0 0,1 0-1 0 0,-1 0 1 0 0,0 0-1 0 0,0 1 0 0 0,1-1 1 0 0,-1 0-1 0 0,1 1 0 0 0,-1-1 1 0 0,0 1-1 0 0,1 0 1 0 0,-1-1-1 0 0,1 1 0 0 0,-1 0 1 0 0,1 0-1 0 0,-1 0 1 0 0,1 0-1 0 0,-1 0 0 0 0,1 0 1 0 0,-1 1-1 0 0,1-1 1 0 0,-1 0-1 0 0,1 1 0 0 0,-1-1 1 0 0,1 1-1 0 0,-1-1 1 0 0,0 1-1 0 0,2 1 0 0 0,-2 0 22 0 0,0 0-1 0 0,0 0 0 0 0,0 0 0 0 0,0 0 0 0 0,-1 0 1 0 0,1 0-1 0 0,-1 0 0 0 0,1 0 0 0 0,-1 0 0 0 0,0 0 1 0 0,0 0-1 0 0,0 0 0 0 0,0 1 0 0 0,0-1 1 0 0,0 0-1 0 0,-1 0 0 0 0,1 0 0 0 0,-1 0 0 0 0,-1 3 1 0 0,-11 37 447 0 0,-2 0 0 0 0,-1-1 1 0 0,-3-1-1 0 0,-43 70 0 0 0,-117 139 832 0 0,129-183-1050 0 0,-46 50 82 0 0,54-68-43 0 0,-56 84 0 0 0,97-131-287 0 0,1-1 1 0 0,-1 0 0 0 0,1 1 0 0 0,-1-1 0 0 0,1 1 0 0 0,-1-1-1 0 0,1 1 1 0 0,0-1 0 0 0,-1 1 0 0 0,1 0 0 0 0,0-1-1 0 0,-1 1 1 0 0,1-1 0 0 0,0 1 0 0 0,0 0 0 0 0,0-1-1 0 0,0 1 1 0 0,-1 0 0 0 0,1-1 0 0 0,0 1 0 0 0,0 0 0 0 0,0-1-1 0 0,0 1 1 0 0,0 0 0 0 0,1-1 0 0 0,-1 1 0 0 0,0 0-1 0 0,16-8-501 0 0,22-24-811 0 0,35-44-394 0 0,-32 33 1888 0 0,57-48-1 0 0,-82 80 876 0 0,-20 20 215 0 0,-21 24-58 0 0,23-32-1321 0 0,-77 92 1000 0 0,-49 63 25 0 0,-70 145 401 0 0,197-301-1319 0 0,0 0-1 0 0,1 0 0 0 0,-1 0 0 0 0,0 0 0 0 0,1 0 0 0 0,-1 1 0 0 0,1-1 0 0 0,-1 0 0 0 0,1 0 1 0 0,0 1-1 0 0,-1-1 0 0 0,1 0 0 0 0,0 1 0 0 0,0-1 0 0 0,0 0 0 0 0,0 0 0 0 0,0 2 1 0 0,1-2-63 0 0,-1-1 1 0 0,1 1-1 0 0,-1-1 1 0 0,1 1-1 0 0,0-1 1 0 0,-1 1-1 0 0,1-1 1 0 0,0 1-1 0 0,0-1 1 0 0,-1 0-1 0 0,1 0 1 0 0,0 1 0 0 0,0-1-1 0 0,-1 0 1 0 0,1 0-1 0 0,0 0 1 0 0,0 0-1 0 0,0 0 1 0 0,-1 0-1 0 0,1 0 1 0 0,0 0-1 0 0,0 0 1 0 0,0 0-1 0 0,-1 0 1 0 0,1 0-1 0 0,0-1 1 0 0,0 1 0 0 0,-1 0-1 0 0,2-1 1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4.5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671 42 3225 0 0,'0'-2'72'0'0,"0"0"-1"0"0,-1 0 1 0 0,1 0 0 0 0,-1 0 0 0 0,1 0 0 0 0,-1 0 0 0 0,0 0-1 0 0,0 1 1 0 0,0-1 0 0 0,0 0 0 0 0,0 0 0 0 0,0 1 0 0 0,-1-1 0 0 0,1 1-1 0 0,0-1 1 0 0,-1 1 0 0 0,1 0 0 0 0,-1-1 0 0 0,0 1 0 0 0,1 0-1 0 0,-1 0 1 0 0,0 0 0 0 0,0 0 0 0 0,0 0 0 0 0,0 1 0 0 0,1-1-1 0 0,-1 1 1 0 0,0-1 0 0 0,0 1 0 0 0,0-1 0 0 0,0 1 0 0 0,0 0 0 0 0,-1 0-1 0 0,1 0 1 0 0,0 0 0 0 0,0 1 0 0 0,0-1 0 0 0,-2 1 0 0 0,-4 1 160 0 0,1 0 1 0 0,0 0-1 0 0,0 1 1 0 0,0 0-1 0 0,0 0 1 0 0,1 1-1 0 0,-1-1 1 0 0,1 2-1 0 0,0-1 1 0 0,0 1-1 0 0,-8 8 1 0 0,-9 10 255 0 0,-26 34 0 0 0,37-42-394 0 0,-84 101 617 0 0,-196 257 1763 0 0,288-367-2435 0 0,-3 3 24 0 0,1 0 0 0 0,0 0 0 0 0,1 1 0 0 0,0-1 0 0 0,0 1 0 0 0,1 0 0 0 0,-5 20 0 0 0,9-30-65 0 0,0 0-1 0 0,0 0 1 0 0,0 0 0 0 0,0 0-1 0 0,0 1 1 0 0,0-1 0 0 0,0 0 0 0 0,0 0-1 0 0,0 0 1 0 0,0 0 0 0 0,0 1-1 0 0,0-1 1 0 0,0 0 0 0 0,0 0-1 0 0,0 0 1 0 0,0 0 0 0 0,0 1 0 0 0,0-1-1 0 0,0 0 1 0 0,0 0 0 0 0,0 0-1 0 0,0 0 1 0 0,1 0 0 0 0,-1 1 0 0 0,0-1-1 0 0,0 0 1 0 0,0 0 0 0 0,0 0-1 0 0,0 0 1 0 0,1 0 0 0 0,-1 0-1 0 0,0 0 1 0 0,0 0 0 0 0,0 0 0 0 0,0 0-1 0 0,0 1 1 0 0,1-1 0 0 0,-1 0-1 0 0,0 0 1 0 0,0 0 0 0 0,0 0-1 0 0,1 0 1 0 0,10-3-48 0 0,9-7-24 0 0,18-19-242 0 0,-1-1-1 0 0,41-44 1 0 0,23-19 480 0 0,-48 49 24 0 0,2 3 0 0 0,107-60 0 0 0,-157 98-214 0 0,1 1 0 0 0,0-1 0 0 0,0 1 0 0 0,0 0 1 0 0,0 0-1 0 0,1 0 0 0 0,-1 1 0 0 0,0 0 0 0 0,1 1 0 0 0,9-1 1 0 0,-13 2 2 0 0,-1-1 1 0 0,1 0 0 0 0,0 1 0 0 0,-1 0 0 0 0,1 0 0 0 0,-1 0 0 0 0,1 0-1 0 0,-1 0 1 0 0,0 0 0 0 0,1 1 0 0 0,-1-1 0 0 0,0 1 0 0 0,0-1 0 0 0,0 1-1 0 0,0 0 1 0 0,0 0 0 0 0,0 0 0 0 0,0 0 0 0 0,-1 0 0 0 0,1 0 0 0 0,-1 1-1 0 0,0-1 1 0 0,0 0 0 0 0,1 1 0 0 0,-1-1 0 0 0,-1 1 0 0 0,2 3 0 0 0,1 6 8 0 0,-1 1 1 0 0,0 0 0 0 0,-1 0 0 0 0,0 0 0 0 0,-1 0-1 0 0,0 0 1 0 0,-1 0 0 0 0,-6 24 0 0 0,-32 103 180 0 0,32-119-103 0 0,-24 65 213 0 0,15-44 229 0 0,-17 68-1 0 0,33-109-494 0 0,-1 0 1 0 0,1 0-1 0 0,0-1 1 0 0,0 1-1 0 0,0 0 0 0 0,-1 0 1 0 0,1 0-1 0 0,0 0 1 0 0,0 0-1 0 0,0 0 1 0 0,0 0-1 0 0,0 0 0 0 0,0-1 1 0 0,1 1-1 0 0,-1 0 1 0 0,0 0-1 0 0,0 0 0 0 0,1 0 1 0 0,-1 0-1 0 0,0-1 1 0 0,1 1-1 0 0,-1 0 1 0 0,1 0-1 0 0,-1 0 0 0 0,2 0 1 0 0,-1-1-14 0 0,-1 1 0 0 0,1-1 0 0 0,0 0 0 0 0,0 0 0 0 0,0 0-1 0 0,0 0 1 0 0,0 0 0 0 0,0 0 0 0 0,0 0 0 0 0,0 0 0 0 0,0 0 0 0 0,0 0 0 0 0,0-1 0 0 0,0 1 0 0 0,0 0 0 0 0,0-1 0 0 0,0 1 0 0 0,1-2 0 0 0,7-2-140 0 0,-1-1 1 0 0,0-1-1 0 0,10-9 1 0 0,149-153-1922 0 0,-37 32 1183 0 0,-66 74 403 0 0,-17 14-612 0 0,93-70 1 0 0,-139 117 1020 0 0,1-1 1 0 0,0 1-1 0 0,0 0 0 0 0,0 0 1 0 0,1 0-1 0 0,-1 0 1 0 0,0 0-1 0 0,0 0 0 0 0,1 0 1 0 0,-1 1-1 0 0,4-1 1 0 0,-5 1 53 0 0,-1 0 0 0 0,0 0 0 0 0,1 0 1 0 0,-1 0-1 0 0,0 0 0 0 0,1 0 0 0 0,-1 0 0 0 0,0 1 1 0 0,1-1-1 0 0,-1 0 0 0 0,0 0 0 0 0,1 0 0 0 0,-1 0 1 0 0,0 1-1 0 0,0-1 0 0 0,1 0 0 0 0,-1 0 0 0 0,0 1 1 0 0,0-1-1 0 0,0 0 0 0 0,1 0 0 0 0,-1 1 1 0 0,0-1-1 0 0,0 0 0 0 0,0 1 0 0 0,0-1 0 0 0,1 0 1 0 0,-1 0-1 0 0,0 1 0 0 0,-4 18-106 0 0,-12 15 460 0 0,-1-2-1 0 0,-2 0 1 0 0,-37 48-1 0 0,20-29 138 0 0,-61 77 1528 0 0,-128 131 0 0 0,33-42 367 0 0,186-210-2191 0 0,-8 9-266 0 0,24-34-1251 0 0,11-14 199 0 0,55-79-800 0 0,-63 95 1893 0 0,0 0-1 0 0,2 0 1 0 0,0 1 0 0 0,23-17-1 0 0,-37 31 61 0 0,0 0 0 0 0,0 0 0 0 0,0 0 0 0 0,0 0-1 0 0,0 1 1 0 0,1-1 0 0 0,-1 0 0 0 0,0 1 0 0 0,0-1 0 0 0,1 1 0 0 0,-1-1 0 0 0,0 1-1 0 0,1-1 1 0 0,-1 1 0 0 0,0 0 0 0 0,1 0 0 0 0,-1 0 0 0 0,3 0 0 0 0,-4 0 27 0 0,1 1 0 0 0,-1-1 1 0 0,1 1-1 0 0,-1-1 1 0 0,1 1-1 0 0,-1-1 1 0 0,1 1-1 0 0,-1-1 0 0 0,0 1 1 0 0,1-1-1 0 0,-1 1 1 0 0,0 0-1 0 0,0-1 1 0 0,0 1-1 0 0,1 0 0 0 0,-1-1 1 0 0,0 1-1 0 0,0 0 1 0 0,0-1-1 0 0,0 1 1 0 0,0 0-1 0 0,0-1 0 0 0,0 1 1 0 0,0 0-1 0 0,-1 1 1 0 0,-1 8 400 0 0,0 0 1 0 0,-1 0-1 0 0,-5 14 1 0 0,-66 144 1413 0 0,40-97-2010 0 0,-29 88 1 0 0,60-148-314 0 0,0 1 1 0 0,0 1 0 0 0,-1 16-1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5.41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853 17 6913 0 0,'-7'-3'14'0'0,"1"1"-1"0"0,-1-1 1 0 0,1 1-1 0 0,-1 0 1 0 0,0 1-1 0 0,0-1 0 0 0,0 1 1 0 0,0 1-1 0 0,0-1 1 0 0,0 1-1 0 0,-13 2 1 0 0,-8 1 130 0 0,-41 10 1 0 0,45-6 37 0 0,0 1 1 0 0,0 1-1 0 0,1 1 0 0 0,1 1 0 0 0,-1 1 1 0 0,2 1-1 0 0,0 1 0 0 0,0 1 0 0 0,2 0 1 0 0,-27 27-1 0 0,-13 21 481 0 0,-87 121 0 0 0,72-86-429 0 0,50-69-149 0 0,9-11 59 0 0,0 0-1 0 0,1 1 0 0 0,2 1 0 0 0,-16 30 1 0 0,27-49-124 0 0,0 0 0 0 0,1 1 0 0 0,-1-1 1 0 0,0 1-1 0 0,1-1 0 0 0,0 1 1 0 0,-1-1-1 0 0,1 1 0 0 0,0 0 1 0 0,-1-1-1 0 0,1 1 0 0 0,0-1 1 0 0,0 1-1 0 0,0-1 0 0 0,0 1 1 0 0,1 0-1 0 0,-1-1 0 0 0,0 1 1 0 0,1-1-1 0 0,0 3 0 0 0,0-3-25 0 0,0 0-1 0 0,0 0 0 0 0,0-1 0 0 0,0 1 1 0 0,0 0-1 0 0,0-1 0 0 0,0 1 1 0 0,0-1-1 0 0,0 1 0 0 0,0-1 1 0 0,0 0-1 0 0,0 1 0 0 0,1-1 0 0 0,-1 0 1 0 0,0 0-1 0 0,0 0 0 0 0,0 0 1 0 0,0 0-1 0 0,0 0 0 0 0,1 0 1 0 0,0 0-1 0 0,5-1-111 0 0,0-1-1 0 0,0 1 1 0 0,0-1 0 0 0,0-1 0 0 0,-1 1 0 0 0,1-1 0 0 0,10-6-1 0 0,36-31 145 0 0,-1-2-1 0 0,87-93 0 0 0,-11 9-1253 0 0,-97 97 741 0 0,-19 16 279 0 0,1 1 1 0 0,0 0-1 0 0,1 1 1 0 0,1 0-1 0 0,30-16 0 0 0,-44 27 200 0 0,-1-1 0 0 0,1 1 0 0 0,-1 0 0 0 0,1-1 0 0 0,-1 1 0 0 0,1 0 0 0 0,0 0 0 0 0,-1 0 0 0 0,1-1 0 0 0,0 1 0 0 0,-1 0 0 0 0,1 0 0 0 0,-1 0 0 0 0,1 0 0 0 0,0 0 0 0 0,-1 0 1 0 0,1 0-1 0 0,0 0 0 0 0,-1 1 0 0 0,1-1 0 0 0,-1 0 0 0 0,1 0 0 0 0,0 0 0 0 0,-1 1 0 0 0,1-1 0 0 0,-1 0 0 0 0,1 1 0 0 0,-1-1 0 0 0,1 0 0 0 0,-1 1 0 0 0,1-1 0 0 0,-1 1 0 0 0,1-1 0 0 0,-1 1 0 0 0,0-1 0 0 0,1 1 0 0 0,-1-1 0 0 0,0 1 0 0 0,1-1 0 0 0,-1 1 0 0 0,0-1 0 0 0,0 1 0 0 0,0 0 0 0 0,1-1 0 0 0,-1 1 0 0 0,0-1 0 0 0,0 1 0 0 0,0 0 0 0 0,0-1 0 0 0,0 1 0 0 0,0 0 0 0 0,0-1 0 0 0,0 1 0 0 0,0-1 0 0 0,0 1 0 0 0,-1 1 0 0 0,-7 40 353 0 0,7-39-336 0 0,-16 48 656 0 0,-3-2 1 0 0,-2 0 0 0 0,-33 55-1 0 0,15-29-117 0 0,7-13-64 0 0,11-24-80 0 0,2 1-1 0 0,1 1 0 0 0,2 1 0 0 0,-11 43 0 0 0,27-82-363 0 0,1 1 0 0 0,-1-1 0 0 0,0 0 0 0 0,1 0 1 0 0,0 0-1 0 0,-1 1 0 0 0,1-1 0 0 0,0 0 0 0 0,0 0 0 0 0,0 1 0 0 0,1-1 1 0 0,-1 0-1 0 0,0 0 0 0 0,1 0 0 0 0,0 1 0 0 0,-1-1 0 0 0,1 0 0 0 0,0 0 0 0 0,0 0 1 0 0,0 0-1 0 0,0 0 0 0 0,0 0 0 0 0,1-1 0 0 0,-1 1 0 0 0,3 2 0 0 0,-2-3-58 0 0,1 0 0 0 0,0 0 0 0 0,-1 0-1 0 0,1 0 1 0 0,0 0 0 0 0,0-1-1 0 0,-1 1 1 0 0,1-1 0 0 0,0 1 0 0 0,0-1-1 0 0,0 0 1 0 0,0-1 0 0 0,0 1 0 0 0,0 0-1 0 0,-1-1 1 0 0,1 1 0 0 0,0-1 0 0 0,0 0-1 0 0,3-2 1 0 0,25-8-620 0 0,-1-2-1 0 0,0-1 1 0 0,33-22 0 0 0,78-60-809 0 0,-139 94 1425 0 0,1 0 1 0 0,-1 1 0 0 0,1-1-1 0 0,0 0 1 0 0,-1 1 0 0 0,1 0-1 0 0,0-1 1 0 0,0 1-1 0 0,0 0 1 0 0,6-1 0 0 0,-9 2 20 0 0,1 0 0 0 0,0 0 0 0 0,-1 1-1 0 0,1-1 1 0 0,-1 0 0 0 0,1 0 0 0 0,-1 0 0 0 0,1 0 0 0 0,0 1 0 0 0,-1-1 0 0 0,1 0 0 0 0,-1 0 0 0 0,1 1 0 0 0,-1-1 0 0 0,1 0 0 0 0,-1 1-1 0 0,0-1 1 0 0,1 1 0 0 0,-1-1 0 0 0,1 1 0 0 0,-1-1 0 0 0,1 1 0 0 0,3 23 155 0 0,-5 0 192 0 0,-1-1 0 0 0,-1 0 0 0 0,-1 1 0 0 0,-13 40 0 0 0,-42 92 1956 0 0,36-101-1359 0 0,14-33-484 0 0,5-13-229 0 0,0-1-1 0 0,0 1 0 0 0,1 0 1 0 0,0 0-1 0 0,1 0 0 0 0,0 0 1 0 0,0 0-1 0 0,1 0 0 0 0,-1 17 1 0 0,3-25-197 0 0,-1 0 1 0 0,0 0 0 0 0,0 0 0 0 0,1 0 0 0 0,-1 0 0 0 0,0 0-1 0 0,1 0 1 0 0,-1 0 0 0 0,1 0 0 0 0,-1 0 0 0 0,1 0-1 0 0,0 0 1 0 0,-1 0 0 0 0,1 0 0 0 0,0-1 0 0 0,0 1 0 0 0,-1 0-1 0 0,1 0 1 0 0,0-1 0 0 0,0 1 0 0 0,0-1 0 0 0,0 1 0 0 0,0-1-1 0 0,0 1 1 0 0,0-1 0 0 0,1 1 0 0 0,1 0-28 0 0,1-1 0 0 0,-1 0 0 0 0,0 1 1 0 0,0-1-1 0 0,0 0 0 0 0,1-1 0 0 0,-1 1 1 0 0,0 0-1 0 0,4-2 0 0 0,5-1-503 0 0,1-2 1 0 0,-1 1 0 0 0,17-10-1 0 0,4-4-3825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2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349 134 5985 0 0,'-27'69'592'0'0,"-18"74"-1"0"0,17-53-412 0 0,14-46-63 0 0,-220 597 3943 0 0,249-667-3634 0 0,23-41-1010 0 0,106-250-1949 0 0,-23-11-1253 0 0,-42 111 2707 0 0,-74 201 1112 0 0,28-63 633 0 0,-30 72-583 0 0,1 0 1 0 0,0 1 0 0 0,0 0 0 0 0,0-1-1 0 0,1 2 1 0 0,0-1 0 0 0,0 0 0 0 0,11-8-1 0 0,-15 13-25 0 0,0 1-1 0 0,0-1 0 0 0,0 0 1 0 0,0 1-1 0 0,0-1 0 0 0,0 1 0 0 0,1-1 1 0 0,-1 1-1 0 0,0 0 0 0 0,0-1 1 0 0,1 1-1 0 0,-1 0 0 0 0,0 0 0 0 0,1 0 1 0 0,-1 0-1 0 0,0 0 0 0 0,0 0 0 0 0,1 0 1 0 0,-1 0-1 0 0,0 1 0 0 0,1-1 1 0 0,-1 0-1 0 0,0 1 0 0 0,0-1 0 0 0,0 1 1 0 0,1 0-1 0 0,-1-1 0 0 0,0 1 1 0 0,0 0-1 0 0,0-1 0 0 0,0 1 0 0 0,0 0 1 0 0,0 0-1 0 0,0 0 0 0 0,-1 0 0 0 0,1 0 1 0 0,0 0-1 0 0,0 0 0 0 0,0 2 1 0 0,3 4 249 0 0,0 0 1 0 0,0 1 0 0 0,0-1 0 0 0,3 15-1 0 0,3 14 166 0 0,-1 1-1 0 0,-2 0 1 0 0,-2 1 0 0 0,1 46-1 0 0,-10 155 733 0 0,-2-87-598 0 0,6-122-525 0 0,-2 0 48 0 0,6 51 0 0 0,-3-74-100 0 0,0-1 1 0 0,0 0 0 0 0,0 0-1 0 0,1 1 1 0 0,-1-1 0 0 0,2 0 0 0 0,-1-1-1 0 0,1 1 1 0 0,0 0 0 0 0,0-1-1 0 0,0 1 1 0 0,1-1 0 0 0,0 0-1 0 0,5 6 1 0 0,-6-9-51 0 0,-1 0 0 0 0,1 0 0 0 0,-1-1 0 0 0,1 1 0 0 0,0 0 0 0 0,0-1 0 0 0,0 0 0 0 0,0 1-1 0 0,0-1 1 0 0,0-1 0 0 0,0 1 0 0 0,0 0 0 0 0,0-1 0 0 0,0 1 0 0 0,0-1 0 0 0,0 0 0 0 0,5 0 0 0 0,-2-1-63 0 0,0-1 0 0 0,-1 1-1 0 0,1-1 1 0 0,-1 0 0 0 0,1 0 0 0 0,-1 0 0 0 0,0-1 0 0 0,10-6 0 0 0,2-4-291 0 0,-1-1 0 0 0,0 0-1 0 0,28-34 1 0 0,6-16 7 0 0,-4-2-1 0 0,62-116 0 0 0,-57 92 661 0 0,-48 85-233 0 0,2-4 111 0 0,0 0 0 0 0,0 1 0 0 0,0-1 0 0 0,1 1 0 0 0,0 0 0 0 0,1 1 0 0 0,0 0 0 0 0,0 0 0 0 0,16-12 0 0 0,-21 18-110 0 0,-1 0 1 0 0,0 1 0 0 0,0-1-1 0 0,0 1 1 0 0,1-1 0 0 0,-1 1-1 0 0,0 0 1 0 0,1-1 0 0 0,-1 1-1 0 0,0 0 1 0 0,1 0 0 0 0,-1 0-1 0 0,0 0 1 0 0,1 0 0 0 0,-1 0 0 0 0,0 0-1 0 0,1 1 1 0 0,-1-1 0 0 0,0 0-1 0 0,1 1 1 0 0,-1-1 0 0 0,0 1-1 0 0,0-1 1 0 0,3 2 0 0 0,-2 1-9 0 0,1-1 0 0 0,-1 0 0 0 0,0 0 0 0 0,0 1 0 0 0,0-1 0 0 0,0 1 0 0 0,-1 0 0 0 0,1 0 0 0 0,-1 0 0 0 0,2 3 0 0 0,2 8 62 0 0,0 1 0 0 0,-2-1-1 0 0,4 21 1 0 0,0 38 466 0 0,-6-51-336 0 0,1 1-1 0 0,1-1 0 0 0,1 0 0 0 0,10 31 1 0 0,-14-52-228 0 0,1 1 1 0 0,0 0 0 0 0,-1-1-1 0 0,1 1 1 0 0,0 0 0 0 0,0-1-1 0 0,0 1 1 0 0,0-1 0 0 0,0 1-1 0 0,1-1 1 0 0,-1 0 0 0 0,0 1-1 0 0,1-1 1 0 0,-1 0 0 0 0,1 0-1 0 0,-1 0 1 0 0,1 0 0 0 0,-1 0-1 0 0,1 0 1 0 0,0-1 0 0 0,-1 1-1 0 0,4 0 1 0 0,-2 0-105 0 0,0-1 1 0 0,0 0-1 0 0,1 0 1 0 0,-1 0-1 0 0,0-1 0 0 0,0 1 1 0 0,0-1-1 0 0,0 0 0 0 0,0 0 1 0 0,0 0-1 0 0,0 0 0 0 0,3-2 1 0 0,4-2-355 0 0,0-1 0 0 0,0 0 1 0 0,0-1-1 0 0,-1 0 0 0 0,0-1 1 0 0,9-10-1 0 0,22-15 1233 0 0,-33 26-791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98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360 0 6913 0 0,'-92'120'2341'0'0,"-130"220"-1"0"0,214-327-2099 0 0,-20 42 394 0 0,26-51-591 0 0,0-1-1 0 0,1 1 1 0 0,0 0-1 0 0,0 0 1 0 0,0 1 0 0 0,0-1-1 0 0,1 0 1 0 0,-1 0 0 0 0,1 0-1 0 0,0 1 1 0 0,1 4-1 0 0,-1-8-55 0 0,0 0 0 0 0,0 0 0 0 0,1 0 0 0 0,-1 0 0 0 0,0 0-1 0 0,1 0 1 0 0,-1 0 0 0 0,1 0 0 0 0,-1 0 0 0 0,1 0 0 0 0,-1 0 0 0 0,1 0-1 0 0,0 0 1 0 0,-1 0 0 0 0,1-1 0 0 0,0 1 0 0 0,0 0 0 0 0,0-1-1 0 0,-1 1 1 0 0,1 0 0 0 0,0-1 0 0 0,0 1 0 0 0,0-1 0 0 0,0 1-1 0 0,0-1 1 0 0,2 1 0 0 0,0-1-48 0 0,-1 0-1 0 0,1 0 1 0 0,0 0-1 0 0,0 0 1 0 0,-1 0-1 0 0,1 0 1 0 0,0-1-1 0 0,0 0 1 0 0,-1 1-1 0 0,4-3 1 0 0,5-1-296 0 0,0-1 1 0 0,-1-1 0 0 0,19-12-1 0 0,-4-2-182 0 0,37-39 0 0 0,-49 44 571 0 0,1 0 1 0 0,1 1-1 0 0,0 1 1 0 0,1 1 0 0 0,0 0-1 0 0,1 1 1 0 0,24-12-1 0 0,-40 22-16 0 0,1 1 0 0 0,-1-1 0 0 0,0 1 0 0 0,1-1 0 0 0,-1 1 0 0 0,1-1 1 0 0,-1 1-1 0 0,1 0 0 0 0,-1-1 0 0 0,1 1 0 0 0,-1 0 0 0 0,1 0 0 0 0,-1 0 0 0 0,1 0 0 0 0,-1 1 0 0 0,1-1 0 0 0,-1 0 0 0 0,1 1 0 0 0,-1-1 0 0 0,1 1 0 0 0,-1-1 1 0 0,0 1-1 0 0,1-1 0 0 0,1 3 0 0 0,-2-2 24 0 0,1 1 0 0 0,-1 0 1 0 0,0 0-1 0 0,0-1 0 0 0,0 1 0 0 0,0 0 1 0 0,0 0-1 0 0,0 0 0 0 0,-1 0 1 0 0,1 0-1 0 0,-1 1 0 0 0,1-1 1 0 0,-1 0-1 0 0,0 0 0 0 0,0 3 0 0 0,0 8 176 0 0,-1 0-1 0 0,0 0 0 0 0,-1-1 0 0 0,-6 21 1 0 0,-7 14 489 0 0,-30 62 0 0 0,9-24 102 0 0,35-84-791 0 0,1 1 1 0 0,-1-1-1 0 0,0 0 1 0 0,1 1-1 0 0,-1-1 0 0 0,1 0 1 0 0,0 1-1 0 0,-1-1 0 0 0,1 1 1 0 0,0-1-1 0 0,0 1 1 0 0,0-1-1 0 0,0 1 0 0 0,0-1 1 0 0,0 0-1 0 0,0 1 0 0 0,1-1 1 0 0,-1 1-1 0 0,0-1 0 0 0,1 1 1 0 0,0 1-1 0 0,0-2-11 0 0,0 0 0 0 0,0-1 0 0 0,0 1-1 0 0,0-1 1 0 0,0 1 0 0 0,0-1 0 0 0,1 1 0 0 0,-1-1 0 0 0,0 0-1 0 0,0 0 1 0 0,0 1 0 0 0,0-1 0 0 0,0 0 0 0 0,0 0-1 0 0,1 0 1 0 0,-1 0 0 0 0,0 0 0 0 0,0-1 0 0 0,0 1-1 0 0,2-1 1 0 0,9-2-58 0 0,-1-1 0 0 0,0 0 0 0 0,20-11 0 0 0,122-82-3227 0 0,-88 49-912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1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596 0 2761 0 0,'1'2'45'0'0,"1"0"1"0"0,-1 0 0 0 0,0 0-1 0 0,0 0 1 0 0,0 0 0 0 0,0 0-1 0 0,0 0 1 0 0,0 1 0 0 0,0-1-1 0 0,-1 0 1 0 0,1 0 0 0 0,-1 1-1 0 0,0-1 1 0 0,1 0-1 0 0,-1 1 1 0 0,0-1 0 0 0,-1 0-1 0 0,1 1 1 0 0,0-1 0 0 0,-2 4-1 0 0,-1 5 400 0 0,0 0 0 0 0,-2 0 0 0 0,-6 13 0 0 0,0 0-37 0 0,-33 70 1390 0 0,-5-2 0 0 0,-4-2 0 0 0,-3-2 1 0 0,-83 97-1 0 0,101-135-955 0 0,-38 69 1 0 0,48-69-1797 0 0,-33 83 0 0 0,54-113 870 0 0,-10 37 1 0 0,16-51-325 0 0,-1 0 1 0 0,1 0-1 0 0,1 0 1 0 0,-1 0 0 0 0,1 0-1 0 0,0 0 1 0 0,1 0-1 0 0,0 0 1 0 0,-1 0 0 0 0,2 1-1 0 0,1 5 1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9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202 155 6913 0 0,'-19'-117'1437'0'0,"19"117"-1410"0"0,0-1 0 0 0,0 1 1 0 0,0-1-1 0 0,0 1 0 0 0,0 0 1 0 0,0-1-1 0 0,0 1 0 0 0,0 0 1 0 0,0-1-1 0 0,0 1 0 0 0,0 0 1 0 0,-1-1-1 0 0,1 1 0 0 0,0 0 1 0 0,0-1-1 0 0,0 1 0 0 0,-1 0 1 0 0,1-1-1 0 0,0 1 0 0 0,0 0 1 0 0,-1-1-1 0 0,1 1 0 0 0,0 0 0 0 0,0 0 1 0 0,-1 0-1 0 0,1-1 0 0 0,0 1 1 0 0,-1 0-1 0 0,1 0 0 0 0,0 0 1 0 0,-1 0-1 0 0,1-1 0 0 0,-1 1 1 0 0,-8 10 394 0 0,-6 29-159 0 0,13-35-177 0 0,-113 345 834 0 0,107-327-848 0 0,1 1 0 0 0,1 0 0 0 0,2 0 0 0 0,0 1 0 0 0,-1 33 0 0 0,5-56-67 0 0,0 0-1 0 0,0 0 1 0 0,0 1 0 0 0,0-1-1 0 0,0 0 1 0 0,0 0-1 0 0,0 0 1 0 0,0 0-1 0 0,0 0 1 0 0,1 0-1 0 0,-1 0 1 0 0,1 0-1 0 0,-1 0 1 0 0,1 0-1 0 0,-1 0 1 0 0,1 0-1 0 0,-1 0 1 0 0,1 0-1 0 0,0 0 1 0 0,-1 0-1 0 0,1 0 1 0 0,0 0-1 0 0,0-1 1 0 0,0 1-1 0 0,0 0 1 0 0,0-1-1 0 0,2 2 1 0 0,-1-2-4 0 0,0 0 0 0 0,0 0-1 0 0,0 0 1 0 0,0 0 0 0 0,0 0 0 0 0,0 0 0 0 0,0 0 0 0 0,0-1-1 0 0,0 1 1 0 0,0-1 0 0 0,0 0 0 0 0,0 0 0 0 0,0 1 0 0 0,2-2-1 0 0,9-6-42 0 0,-1 0 0 0 0,1-1-1 0 0,12-11 1 0 0,-22 17 24 0 0,68-56-1335 0 0,-2-3 0 0 0,-4-4 0 0 0,-2-2 0 0 0,103-146 0 0 0,-159 203 1277 0 0,0-1 163 0 0,1 0 1 0 0,0 0 0 0 0,1 1-1 0 0,0 0 1 0 0,1 1 0 0 0,12-11-1 0 0,-21 21-28 0 0,-1-1 0 0 0,1 0 0 0 0,-1 1 0 0 0,1-1 0 0 0,-1 1 0 0 0,1 0 0 0 0,0-1-1 0 0,-1 1 1 0 0,1 0 0 0 0,0-1 0 0 0,0 1 0 0 0,-1 0 0 0 0,1 0 0 0 0,0-1 0 0 0,0 1-1 0 0,-1 0 1 0 0,1 0 0 0 0,0 0 0 0 0,0 0 0 0 0,-1 0 0 0 0,1 0 0 0 0,0 0 0 0 0,0 0-1 0 0,-1 0 1 0 0,1 1 0 0 0,0-1 0 0 0,0 0 0 0 0,-1 0 0 0 0,1 1 0 0 0,0-1 0 0 0,-1 0-1 0 0,2 2 1 0 0,0-1 47 0 0,-1 1 0 0 0,0 0 0 0 0,0 0 0 0 0,0 0 0 0 0,0 0 0 0 0,-1 0 0 0 0,1 0 0 0 0,0 0 0 0 0,-1 0 0 0 0,1 0 0 0 0,-1 0 0 0 0,0 2 0 0 0,1 11 403 0 0,0 0 1 0 0,-3 22 0 0 0,2-34-443 0 0,-6 38 911 0 0,-13 56-1 0 0,9-56-146 0 0,-4 52 0 0 0,13-90-792 0 0,1 1 0 0 0,0-1 0 0 0,0 1 0 0 0,0-1 0 0 0,0 1 0 0 0,1-1 0 0 0,-1 1 0 0 0,1-1 0 0 0,0 1 0 0 0,0-1 0 0 0,0 1 0 0 0,1-1 0 0 0,2 5-1 0 0,-3-7-52 0 0,0 0-1 0 0,0 0 0 0 0,0 0 0 0 0,0 0 0 0 0,0-1 1 0 0,1 1-1 0 0,-1 0 0 0 0,0 0 0 0 0,0-1 0 0 0,1 1 0 0 0,-1-1 1 0 0,1 1-1 0 0,-1-1 0 0 0,1 1 0 0 0,-1-1 0 0 0,0 0 1 0 0,1 0-1 0 0,-1 0 0 0 0,1 0 0 0 0,-1 0 0 0 0,1 0 0 0 0,-1 0 1 0 0,1 0-1 0 0,-1-1 0 0 0,1 1 0 0 0,-1-1 0 0 0,1 1 1 0 0,-1-1-1 0 0,0 1 0 0 0,1-1 0 0 0,-1 0 0 0 0,0 1 0 0 0,2-3 1 0 0,18-10-430 0 0,-1-1 0 0 0,-1 0 0 0 0,0-2 0 0 0,-1 0 0 0 0,-1-1 0 0 0,23-31 1 0 0,-17 22-346 0 0,51-47 1 0 0,-73 73 798 0 0,-1-1 1 0 0,1 0 0 0 0,0 1-1 0 0,-1-1 1 0 0,1 0-1 0 0,0 1 1 0 0,-1-1-1 0 0,1 1 1 0 0,0-1-1 0 0,0 1 1 0 0,-1-1-1 0 0,1 1 1 0 0,0 0 0 0 0,0-1-1 0 0,0 1 1 0 0,0 0-1 0 0,-1 0 1 0 0,1 0-1 0 0,0 0 1 0 0,0 0-1 0 0,0 0 1 0 0,0 0-1 0 0,0 0 1 0 0,0 0-1 0 0,-1 0 1 0 0,1 0 0 0 0,0 0-1 0 0,0 0 1 0 0,0 1-1 0 0,0-1 1 0 0,1 1-1 0 0,-1 0 42 0 0,0 1-1 0 0,0-1 0 0 0,0 1 1 0 0,-1 0-1 0 0,1-1 1 0 0,0 1-1 0 0,-1 0 0 0 0,1-1 1 0 0,-1 1-1 0 0,1 0 0 0 0,-1 0 1 0 0,0 0-1 0 0,0-1 1 0 0,1 3-1 0 0,-1 12 413 0 0,-1 0 1 0 0,-4 22-1 0 0,5-36-438 0 0,-14 72 917 0 0,-6 34 457 0 0,19-97-1264 0 0,0 0 0 0 0,1 1 0 0 0,0 0 0 0 0,1-1 0 0 0,0 1 0 0 0,1-1 0 0 0,3 12 1 0 0,-3-18-149 0 0,0 0 0 0 0,0-1 0 0 0,0 1 0 0 0,0-1 0 0 0,1 1 0 0 0,0-1 0 0 0,0 0 0 0 0,0 0 0 0 0,0 0 0 0 0,8 7 0 0 0,7 2-406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9.0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218 706 10594 0 0,'-10'-22'475'0'0,"1"-1"0"0"0,1 1 0 0 0,1-1 0 0 0,1-1 0 0 0,-5-39 0 0 0,3 16-323 0 0,-3-15 88 0 0,-10-44-22 0 0,14 119-701 0 0,0 13 210 0 0,-92 402-610 0 0,97-420 877 0 0,-1 4-3 0 0,0 0 0 0 0,1 0 0 0 0,0 0 1 0 0,1 0-1 0 0,0 0 0 0 0,1 0 0 0 0,2 15 1 0 0,-2-26 5 0 0,0 0 1 0 0,0 0 0 0 0,0 0-1 0 0,0-1 1 0 0,1 1 0 0 0,-1 0-1 0 0,0 0 1 0 0,1 0 0 0 0,-1 0-1 0 0,0-1 1 0 0,1 1 0 0 0,-1 0-1 0 0,1 0 1 0 0,-1-1 0 0 0,1 1-1 0 0,0 0 1 0 0,-1-1 0 0 0,1 1-1 0 0,0-1 1 0 0,-1 1 0 0 0,1 0-1 0 0,0-1 1 0 0,0 0 0 0 0,-1 1-1 0 0,1-1 1 0 0,0 1 0 0 0,0-1-1 0 0,0 0 1 0 0,1 1 0 0 0,0-2-11 0 0,0 1 0 0 0,0 0 0 0 0,0 0 0 0 0,0-1 1 0 0,0 1-1 0 0,0-1 0 0 0,0 0 0 0 0,0 0 1 0 0,0 0-1 0 0,0 0 0 0 0,0 0 0 0 0,2-1 1 0 0,6-6-106 0 0,1-1 1 0 0,17-18 0 0 0,-27 26 109 0 0,76-89-972 0 0,-3-2 1 0 0,-5-4 0 0 0,91-166 0 0 0,-149 243 812 0 0,58-96-569 0 0,-58 99 657 0 0,2-1-1 0 0,0 2 1 0 0,0 0 0 0 0,25-21 0 0 0,-36 34 101 0 0,0 0-1 0 0,1 0 1 0 0,-1 1 0 0 0,0-1 0 0 0,1 1 0 0 0,0-1 0 0 0,-1 1-1 0 0,1 0 1 0 0,0 0 0 0 0,0 0 0 0 0,0 0 0 0 0,-1 0 0 0 0,1 1 0 0 0,0-1-1 0 0,5 1 1 0 0,-6 0 6 0 0,0 1-1 0 0,0-1 0 0 0,-1 1 0 0 0,1 0 1 0 0,0 0-1 0 0,-1-1 0 0 0,1 1 1 0 0,0 1-1 0 0,-1-1 0 0 0,1 0 0 0 0,-1 0 1 0 0,0 0-1 0 0,1 1 0 0 0,-1-1 1 0 0,0 1-1 0 0,0-1 0 0 0,0 1 0 0 0,0-1 1 0 0,0 1-1 0 0,0 0 0 0 0,0-1 0 0 0,-1 1 1 0 0,1 0-1 0 0,-1 0 0 0 0,1 2 1 0 0,4 14 247 0 0,-1 0 1 0 0,0 0 0 0 0,-2 1 0 0 0,0-1-1 0 0,-2 29 1 0 0,-11 96 1361 0 0,5-87-873 0 0,4-41-522 0 0,1-8-66 0 0,0 0 0 0 0,0 0 1 0 0,1 0-1 0 0,0 0 1 0 0,0 0-1 0 0,0 0 1 0 0,1 0-1 0 0,0 0 0 0 0,3 7 1 0 0,-4-13-145 0 0,1 0 1 0 0,-1 0-1 0 0,1 0 1 0 0,0 0-1 0 0,-1-1 0 0 0,1 1 1 0 0,0 0-1 0 0,-1 0 1 0 0,1-1-1 0 0,0 1 1 0 0,0-1-1 0 0,0 1 0 0 0,-1-1 1 0 0,1 1-1 0 0,0-1 1 0 0,0 1-1 0 0,0-1 0 0 0,0 0 1 0 0,0 1-1 0 0,0-1 1 0 0,0 0-1 0 0,0 0 1 0 0,0 0-1 0 0,0 0 0 0 0,0 0 1 0 0,0 0-1 0 0,0 0 1 0 0,0 0-1 0 0,0 0 0 0 0,0 0 1 0 0,0-1-1 0 0,0 1 1 0 0,0 0-1 0 0,0-1 1 0 0,0 1-1 0 0,1-1 0 0 0,35-19 206 0 0,-36 19-245 0 0,27-20-282 0 0,0-1 1 0 0,-2-2-1 0 0,43-47 1 0 0,62-94-2281 0 0,-88 108 1361 0 0,-14 17 241 0 0,-17 22 531 0 0,0 2 0 0 0,1-1-1 0 0,1 2 1 0 0,0 0 0 0 0,21-18-1 0 0,-34 32 437 0 0,0 0 0 0 0,1 0 0 0 0,-1 0 0 0 0,0 0-1 0 0,0 0 1 0 0,0 0 0 0 0,1 1 0 0 0,-1-1-1 0 0,0 0 1 0 0,0 1 0 0 0,1-1 0 0 0,-1 1 0 0 0,1 0-1 0 0,-1-1 1 0 0,0 1 0 0 0,1 0 0 0 0,-1 0-1 0 0,1 0 1 0 0,-1 0 0 0 0,1 0 0 0 0,-1 0 0 0 0,1 0-1 0 0,-1 0 1 0 0,0 1 0 0 0,1-1 0 0 0,-1 1 0 0 0,1-1-1 0 0,-1 1 1 0 0,0-1 0 0 0,1 1 0 0 0,-1 0-1 0 0,0-1 1 0 0,0 1 0 0 0,0 0 0 0 0,0 0 0 0 0,1 0-1 0 0,-1 0 1 0 0,0 0 0 0 0,-1 0 0 0 0,1 0-1 0 0,0 1 1 0 0,0-1 0 0 0,0 0 0 0 0,-1 0 0 0 0,1 1-1 0 0,-1-1 1 0 0,1 0 0 0 0,-1 1 0 0 0,1 2 0 0 0,3 8 291 0 0,-1-1 0 0 0,-1 1 0 0 0,0 0 0 0 0,0 21 0 0 0,-3 13 634 0 0,-1 1 0 0 0,-3 0 0 0 0,-12 53 0 0 0,-7 60 1628 0 0,23-156-2433 0 0,1 1 0 0 0,0-1 0 0 0,0 1-1 0 0,0-1 1 0 0,0 1 0 0 0,1-1 0 0 0,0 1 0 0 0,0-1 0 0 0,0 0-1 0 0,0 1 1 0 0,1-1 0 0 0,-1 0 0 0 0,1 0 0 0 0,0 0 0 0 0,1 0 0 0 0,-1 0-1 0 0,3 3 1 0 0,-2-4-87 0 0,0-1 1 0 0,0 1-1 0 0,0-1 0 0 0,0 0 0 0 0,1 0 0 0 0,-1-1 0 0 0,0 1 1 0 0,1-1-1 0 0,-1 1 0 0 0,1-1 0 0 0,0 0 0 0 0,-1 0 1 0 0,1-1-1 0 0,0 1 0 0 0,0-1 0 0 0,-1 0 0 0 0,1 0 0 0 0,0 0 1 0 0,0 0-1 0 0,5-2 0 0 0,1 0-196 0 0,0 0 0 0 0,0 0 0 0 0,0-2 0 0 0,0 1 0 0 0,-1-1 0 0 0,1 0 0 0 0,-1-1-1 0 0,0 0 1 0 0,0-1 0 0 0,-1 0 0 0 0,12-10 0 0 0,5-8-754 0 0,0-1 0 0 0,22-31 0 0 0,-25 28-368 0 0,39-36-1 0 0,-59 62 1250 0 0,0 0 0 0 0,0 1 0 0 0,0-1 0 0 0,0 0 0 0 0,0 1 0 0 0,0 0 0 0 0,0-1 0 0 0,1 1 0 0 0,-1 0-1 0 0,0 0 1 0 0,1 1 0 0 0,-1-1 0 0 0,1 0 0 0 0,-1 1 0 0 0,1 0 0 0 0,3-1 0 0 0,-4 1 56 0 0,-1 1 1 0 0,0-1-1 0 0,1 1 0 0 0,-1-1 1 0 0,0 1-1 0 0,1 0 0 0 0,-1 0 1 0 0,0-1-1 0 0,0 1 0 0 0,1 0 0 0 0,-1 0 1 0 0,0 0-1 0 0,0 0 0 0 0,0 0 1 0 0,0 1-1 0 0,0-1 0 0 0,-1 0 1 0 0,1 0-1 0 0,0 1 0 0 0,-1-1 1 0 0,1 0-1 0 0,0 1 0 0 0,-1-1 1 0 0,0 1-1 0 0,1-1 0 0 0,-1 0 0 0 0,0 1 1 0 0,1 2-1 0 0,1 22 396 0 0,-1 0 1 0 0,0 0-1 0 0,-2 0 1 0 0,-1 0-1 0 0,-11 50 0 0 0,-2 26-657 0 0,13-63 81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0.06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47 369 12899 0 0,'-25'17'1339'0'0,"4"5"-1081"0"0,21-17-879 0 0,11-11 154 0 0,99-94-1076 0 0,-59 52 499 0 0,106-78 0 0 0,-117 100 580 0 0,57-37-623 0 0,-83 55 908 0 0,1 1 0 0 0,0 0 0 0 0,0 1 0 0 0,29-7 0 0 0,-42 12 192 0 0,-1 1 0 0 0,1-1 0 0 0,0 1 1 0 0,-1 0-1 0 0,1-1 0 0 0,0 1 0 0 0,-1 0 0 0 0,1 0 0 0 0,0 0 1 0 0,-1 1-1 0 0,1-1 0 0 0,-1 0 0 0 0,1 1 0 0 0,0-1 0 0 0,-1 1 0 0 0,1-1 1 0 0,-1 1-1 0 0,1-1 0 0 0,-1 1 0 0 0,3 2 0 0 0,-3-2 32 0 0,0 0-1 0 0,0 1 1 0 0,0-1-1 0 0,-1 0 1 0 0,1 1-1 0 0,0-1 1 0 0,-1 1-1 0 0,1-1 1 0 0,-1 1-1 0 0,1-1 0 0 0,-1 1 1 0 0,0-1-1 0 0,0 1 1 0 0,1-1-1 0 0,-1 1 1 0 0,0 0-1 0 0,-1 1 1 0 0,0 7 198 0 0,-1 0 0 0 0,0 0 0 0 0,-1 0 0 0 0,0 0 0 0 0,-6 11 0 0 0,-16 29 305 0 0,-2-1 0 0 0,-2-1-1 0 0,-37 44 1 0 0,-33 56 430 0 0,98-147-961 0 0,0 0 1 0 0,0 0-1 0 0,1 0 1 0 0,-1 0-1 0 0,0 0 1 0 0,1 0-1 0 0,-1 0 1 0 0,1 0-1 0 0,-1 1 1 0 0,1-1-1 0 0,0 0 1 0 0,-1 0-1 0 0,1 1 1 0 0,0-1-1 0 0,0 0 1 0 0,0 0-1 0 0,0 1 1 0 0,0-1-1 0 0,0 0 1 0 0,0 0-1 0 0,0 1 1 0 0,1 1-1 0 0,0-3-22 0 0,0 1 0 0 0,-1-1 0 0 0,1 1 0 0 0,0-1 0 0 0,0 1 0 0 0,0-1 0 0 0,0 0 0 0 0,0 1 0 0 0,0-1-1 0 0,0 0 1 0 0,0 0 0 0 0,0 0 0 0 0,0 0 0 0 0,-1 0 0 0 0,1 0 0 0 0,0 0 0 0 0,0 0 0 0 0,0 0 0 0 0,0 0 0 0 0,0 0 0 0 0,2-1-1 0 0,7-1-267 0 0,0-1 0 0 0,0-1 0 0 0,18-9 0 0 0,-1-3-578 0 0,0-1 0 0 0,-2-2 0 0 0,25-22-1 0 0,29-22-1720 0 0,-79 63 2554 0 0,1-1 0 0 0,-1 1 1 0 0,0-1-1 0 0,1 1 0 0 0,-1-1 0 0 0,1 1 0 0 0,-1 0 0 0 0,1-1 1 0 0,-1 1-1 0 0,1 0 0 0 0,0-1 0 0 0,-1 1 0 0 0,1 0 0 0 0,-1 0 1 0 0,1-1-1 0 0,0 1 0 0 0,-1 0 0 0 0,1 0 0 0 0,-1 0 0 0 0,1 0 1 0 0,0 0-1 0 0,-1 0 0 0 0,1 0 0 0 0,0 0 0 0 0,-1 0 0 0 0,1 0 1 0 0,0 1-1 0 0,-3 14 145 0 0,-21 29 612 0 0,21-40-705 0 0,-237 350 6868 0 0,238-354-6857 0 0,0 1 0 0 0,0 0-1 0 0,0 0 1 0 0,1 0 0 0 0,-1 0 0 0 0,0 0 0 0 0,0 0-1 0 0,1 0 1 0 0,-1 0 0 0 0,1 0 0 0 0,-1 0 0 0 0,1 0 0 0 0,-1 0-1 0 0,1 0 1 0 0,0 0 0 0 0,-1 1 0 0 0,1-1 0 0 0,0 0-1 0 0,0 0 1 0 0,0 0 0 0 0,0 1 0 0 0,0-1 0 0 0,0 0 0 0 0,0 0-1 0 0,0 0 1 0 0,1 0 0 0 0,-1 1 0 0 0,0-1 0 0 0,1 0-1 0 0,-1 0 1 0 0,2 2 0 0 0,0-2-1 0 0,-1 0 1 0 0,1 0-1 0 0,0 0 1 0 0,1 0-1 0 0,-1-1 0 0 0,0 1 1 0 0,0 0-1 0 0,0-1 0 0 0,0 1 1 0 0,0-1-1 0 0,1 0 1 0 0,-1 0-1 0 0,0 0 0 0 0,0 0 1 0 0,1 0-1 0 0,2-1 0 0 0,16-3-373 0 0,1-1-1 0 0,-1-1 0 0 0,-1-1 0 0 0,1 0 1 0 0,-1-2-1 0 0,0 0 0 0 0,19-13 0 0 0,47-21-1814 0 0,-84 42 2114 0 0,-1 0 0 0 0,1 0 0 0 0,-1 1 0 0 0,1-1 1 0 0,-1 1-1 0 0,1-1 0 0 0,0 1 0 0 0,0 0 0 0 0,-1-1 0 0 0,1 1 0 0 0,0 0 0 0 0,-1 0 0 0 0,1 0 1 0 0,0 0-1 0 0,0 0 0 0 0,-1 1 0 0 0,4 0 0 0 0,-4 0 46 0 0,-1-1-1 0 0,1 1 0 0 0,0-1 1 0 0,-1 1-1 0 0,1 0 1 0 0,-1 0-1 0 0,1-1 1 0 0,-1 1-1 0 0,0 0 1 0 0,1 0-1 0 0,-1 0 1 0 0,0-1-1 0 0,1 1 0 0 0,-1 0 1 0 0,0 0-1 0 0,0 0 1 0 0,0 0-1 0 0,0 0 1 0 0,0-1-1 0 0,0 1 1 0 0,0 0-1 0 0,0 0 1 0 0,0 0-1 0 0,0 1 0 0 0,-3 9 303 0 0,0-1 0 0 0,0 1 0 0 0,-1-1-1 0 0,-6 12 1 0 0,6-14-160 0 0,-59 119 2368 0 0,38-80-1664 0 0,2 0 1 0 0,-26 77-1 0 0,42-92-1424 0 0,5 1-3584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1.09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680 0 12443 0 0,'-10'3'339'0'0,"0"1"-1"0"0,0-1 1 0 0,0 2 0 0 0,1-1 0 0 0,0 1 0 0 0,0 1 0 0 0,0 0 0 0 0,-14 12 0 0 0,-9 6 66 0 0,-489 345 2317 0 0,493-344-2799 0 0,140-139-5294 0 0,-73 71 4882 0 0,62-53 1 0 0,-100 95 494 0 0,0 0 0 0 0,-1 1 0 0 0,1-1 0 0 0,0 0 1 0 0,0 1-1 0 0,0-1 0 0 0,0 0 0 0 0,0 1 0 0 0,0-1 1 0 0,0 1-1 0 0,0-1 0 0 0,0 1 0 0 0,0 0 0 0 0,0-1 1 0 0,1 1-1 0 0,0 0 0 0 0,-1 0 12 0 0,-1 0 0 0 0,0 1 0 0 0,0-1 0 0 0,1 0 0 0 0,-1 1-1 0 0,0-1 1 0 0,0 1 0 0 0,1-1 0 0 0,-1 0 0 0 0,0 1 0 0 0,0-1 0 0 0,0 1 0 0 0,0-1 0 0 0,0 0 0 0 0,0 1 0 0 0,0-1-1 0 0,0 1 1 0 0,0-1 0 0 0,0 0 0 0 0,0 1 0 0 0,0-1 0 0 0,0 1 0 0 0,0-1 0 0 0,0 1 0 0 0,0-1 0 0 0,0 0 0 0 0,0 1-1 0 0,-1 0 1 0 0,-15 42 832 0 0,13-36-924 0 0,-88 186 1290 0 0,-3 7 58 0 0,92-195-1216 0 0,-1 1 0 0 0,2-1 0 0 0,-1 1 1 0 0,0 0-1 0 0,1-1 0 0 0,0 1 0 0 0,0 12 1 0 0,1-17-47 0 0,0 0 0 0 0,0-1 0 0 0,0 1 0 0 0,0 0 0 0 0,1 0 0 0 0,-1 0 0 0 0,0 0 0 0 0,1 0 0 0 0,-1 0 0 0 0,0 0 1 0 0,1-1-1 0 0,-1 1 0 0 0,1 0 0 0 0,-1 0 0 0 0,1-1 0 0 0,0 1 0 0 0,-1 0 0 0 0,1-1 0 0 0,0 1 0 0 0,-1 0 0 0 0,3 0 1 0 0,-2 0-11 0 0,1-1 0 0 0,0 1 0 0 0,0-1 1 0 0,0 0-1 0 0,0 0 0 0 0,0 0 0 0 0,-1 0 1 0 0,1 0-1 0 0,0 0 0 0 0,0 0 1 0 0,0 0-1 0 0,0-1 0 0 0,0 1 0 0 0,0-1 1 0 0,2 0-1 0 0,15-7-115 0 0,1-2-1 0 0,-1 1 1 0 0,-1-2 0 0 0,0-1 0 0 0,18-14-1 0 0,34-21-104 0 0,-56 38 158 0 0,14-7-138 0 0,41-18 0 0 0,-63 31 163 0 0,1 0 1 0 0,0 1 0 0 0,0 0-1 0 0,0 0 1 0 0,0 0-1 0 0,0 1 1 0 0,0 0-1 0 0,0 1 1 0 0,0 0-1 0 0,1 0 1 0 0,-1 0 0 0 0,9 2-1 0 0,-12-1 50 0 0,0 1 0 0 0,1 0 0 0 0,-1 0 0 0 0,0 0 0 0 0,0 0 0 0 0,-1 0 0 0 0,1 1-1 0 0,0 0 1 0 0,-1 0 0 0 0,1 0 0 0 0,-1 0 0 0 0,0 0 0 0 0,0 1 0 0 0,0-1 0 0 0,-1 1 0 0 0,1 0 0 0 0,-1 0 0 0 0,0 0-1 0 0,0 0 1 0 0,0 0 0 0 0,1 6 0 0 0,3 10 395 0 0,-2 0 0 0 0,0 0 0 0 0,2 33-1 0 0,-1-5 606 0 0,-5-47-987 0 0,1 0 0 0 0,-1 0 0 0 0,0 0-1 0 0,1-1 1 0 0,-1 1 0 0 0,1 0 0 0 0,-1 0 0 0 0,1 0-1 0 0,0 0 1 0 0,-1 0 0 0 0,1-1 0 0 0,0 1 0 0 0,0 0 0 0 0,-1 0-1 0 0,1-1 1 0 0,0 1 0 0 0,0-1 0 0 0,0 1 0 0 0,0-1-1 0 0,0 1 1 0 0,0-1 0 0 0,0 0 0 0 0,0 1 0 0 0,0-1-1 0 0,0 0 1 0 0,0 0 0 0 0,0 1 0 0 0,0-1 0 0 0,0 0 0 0 0,0 0-1 0 0,0 0 1 0 0,0 0 0 0 0,0-1 0 0 0,0 1 0 0 0,0 0-1 0 0,0 0 1 0 0,0-1 0 0 0,0 1 0 0 0,0 0 0 0 0,0-1-1 0 0,1 0 1 0 0,42-18 107 0 0,-15 1-709 0 0,-2-1 0 0 0,27-23 0 0 0,-32 24-366 0 0,0 1 1 0 0,2 0-1 0 0,36-18 0 0 0,-60 34 923 0 0,1 1-1 0 0,0-1 1 0 0,0 1 0 0 0,-1-1 0 0 0,1 1-1 0 0,0 0 1 0 0,0-1 0 0 0,0 1 0 0 0,0 0-1 0 0,0 0 1 0 0,0 0 0 0 0,-1-1-1 0 0,1 1 1 0 0,0 0 0 0 0,0 0 0 0 0,0 0-1 0 0,0 1 1 0 0,0-1 0 0 0,0 0 0 0 0,0 0-1 0 0,-1 0 1 0 0,1 1 0 0 0,0-1-1 0 0,0 0 1 0 0,0 1 0 0 0,0 0 0 0 0,0 0 35 0 0,0 0 0 0 0,-1 0 1 0 0,1 0-1 0 0,-1 0 0 0 0,1 0 1 0 0,-1 0-1 0 0,1 0 0 0 0,-1 0 1 0 0,0 1-1 0 0,1-1 0 0 0,-1 0 1 0 0,0 0-1 0 0,0 1 0 0 0,0-1 1 0 0,0 0-1 0 0,0 2 0 0 0,-2 8 295 0 0,0 0-1 0 0,0 0 0 0 0,-5 13 0 0 0,5-19-222 0 0,-51 129 2688 0 0,38-103-2688 0 0,2 0 1 0 0,1 1 0 0 0,1 1 0 0 0,-10 53 0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2.3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22 308 9674 0 0,'-6'26'608'0'0,"0"0"1"0"0,2 0-1 0 0,1 1 0 0 0,1-1 1 0 0,2 35-1 0 0,0-51-598 0 0,1 0 0 0 0,0-1 0 0 0,1 1 0 0 0,0 0 0 0 0,0-1 0 0 0,6 15-1 0 0,-7-22-31 0 0,0 0 0 0 0,0 0 0 0 0,0 0 0 0 0,0 0 0 0 0,0-1 0 0 0,0 1 0 0 0,1 0 0 0 0,-1-1 0 0 0,1 1 0 0 0,-1 0 0 0 0,1-1-1 0 0,0 0 1 0 0,-1 1 0 0 0,1-1 0 0 0,0 0 0 0 0,0 0 0 0 0,0 0 0 0 0,0 0 0 0 0,0 0 0 0 0,0-1 0 0 0,0 1 0 0 0,1-1 0 0 0,-1 1 0 0 0,0-1-1 0 0,0 0 1 0 0,0 1 0 0 0,0-1 0 0 0,1-1 0 0 0,-1 1 0 0 0,0 0 0 0 0,0 0 0 0 0,0-1 0 0 0,5-1 0 0 0,7-2 1 0 0,0-2 0 0 0,-1 0 0 0 0,1-1 0 0 0,-1 0 0 0 0,0-1 1 0 0,-1 0-1 0 0,0-1 0 0 0,0-1 0 0 0,-1 0 0 0 0,11-12 0 0 0,15-19-80 0 0,41-60 0 0 0,-73 94 101 0 0,36-50-107 0 0,5-8-337 0 0,2 2 0 0 0,78-78 0 0 0,-120 135 425 0 0,0 1 0 0 0,0 0 1 0 0,1 0-1 0 0,12-7 0 0 0,-18 11 22 0 0,0 1-1 0 0,0-1 0 0 0,0 1 0 0 0,0-1 1 0 0,0 1-1 0 0,1-1 0 0 0,-1 1 1 0 0,0 0-1 0 0,0-1 0 0 0,0 1 1 0 0,1 0-1 0 0,-1 0 0 0 0,0 0 0 0 0,0 0 1 0 0,1 0-1 0 0,-1 0 0 0 0,0 0 1 0 0,0 1-1 0 0,1-1 0 0 0,-1 0 1 0 0,0 1-1 0 0,0-1 0 0 0,0 1 0 0 0,1-1 1 0 0,-1 1-1 0 0,0 0 0 0 0,0-1 1 0 0,0 1-1 0 0,0 0 0 0 0,0 0 1 0 0,0-1-1 0 0,-1 1 0 0 0,1 0 0 0 0,0 0 1 0 0,0 0-1 0 0,-1 0 0 0 0,1 0 1 0 0,0 1-1 0 0,0 0 0 0 0,4 10 103 0 0,0 1-1 0 0,-1 0 0 0 0,-1 0 1 0 0,0 0-1 0 0,0 0 1 0 0,-2 0-1 0 0,1 1 0 0 0,-2 15 1 0 0,-9 110 934 0 0,7-127-969 0 0,-32 192 852 0 0,1-17-196 0 0,32-183-660 0 0,1-1-1 0 0,0 1 1 0 0,-1-1 0 0 0,1 1-1 0 0,1-1 1 0 0,-1 1-1 0 0,0-1 1 0 0,1 1 0 0 0,0-1-1 0 0,0 1 1 0 0,0-1 0 0 0,2 4-1 0 0,-3-6-45 0 0,1 0 0 0 0,-1 0 0 0 0,1-1 0 0 0,-1 1 0 0 0,1-1 0 0 0,-1 1 0 0 0,1 0 0 0 0,0-1 0 0 0,-1 1 0 0 0,1-1 1 0 0,0 0-1 0 0,-1 1 0 0 0,1-1 0 0 0,0 1 0 0 0,0-1 0 0 0,0 0 0 0 0,-1 0 0 0 0,1 0 0 0 0,0 1 0 0 0,1-1 0 0 0,0 0-28 0 0,1 0 1 0 0,-1-1-1 0 0,0 1 1 0 0,0-1-1 0 0,0 1 0 0 0,0-1 1 0 0,0 0-1 0 0,0 1 1 0 0,0-1-1 0 0,0 0 1 0 0,3-2-1 0 0,7-5-233 0 0,0-1 0 0 0,0-1 1 0 0,-1 0-1 0 0,0 0 0 0 0,-1-1 0 0 0,17-24 1 0 0,47-80-564 0 0,-68 104 734 0 0,26-50-188 0 0,-22 41 164 0 0,0 1 0 0 0,1 0 0 0 0,1 0 0 0 0,15-18 0 0 0,-26 35 118 0 0,0 1 1 0 0,1-1 0 0 0,-1 1-1 0 0,0 0 1 0 0,0 0-1 0 0,1 0 1 0 0,-1 0 0 0 0,0 0-1 0 0,1 0 1 0 0,-1 0 0 0 0,1 0-1 0 0,-1 0 1 0 0,1 1 0 0 0,0-1-1 0 0,-1 0 1 0 0,1 1-1 0 0,0 0 1 0 0,-1-1 0 0 0,1 1-1 0 0,2 0 1 0 0,-3 0 33 0 0,1 1 0 0 0,-1-1 0 0 0,0 1 0 0 0,1-1 1 0 0,-1 1-1 0 0,0 0 0 0 0,0 0 0 0 0,0-1 0 0 0,1 1 0 0 0,-1 0 0 0 0,0 0 0 0 0,0 0 0 0 0,0 0 0 0 0,0 0 1 0 0,-1 0-1 0 0,1 1 0 0 0,0-1 0 0 0,0 0 0 0 0,0 2 0 0 0,2 5 216 0 0,0-1 0 0 0,0 1 0 0 0,-1 0 0 0 0,0 1 0 0 0,0-1-1 0 0,0 15 1 0 0,-6 61 993 0 0,2-65-940 0 0,1 0 0 0 0,0 1-1 0 0,4 33 1 0 0,-2-52-309 0 0,-1 0 0 0 0,0 0 0 0 0,0 0-1 0 0,0-1 1 0 0,0 1 0 0 0,0 0 0 0 0,1 0-1 0 0,-1 0 1 0 0,0 0 0 0 0,1-1 0 0 0,-1 1-1 0 0,1 0 1 0 0,-1 0 0 0 0,1-1 0 0 0,-1 1-1 0 0,1 0 1 0 0,0-1 0 0 0,-1 1 0 0 0,1 0-1 0 0,0-1 1 0 0,-1 1 0 0 0,1-1 0 0 0,0 1-1 0 0,0-1 1 0 0,-1 0 0 0 0,1 1 0 0 0,0-1-1 0 0,0 0 1 0 0,0 1 0 0 0,1-1 0 0 0,0 0 14 0 0,1 0 0 0 0,-1 0 0 0 0,1-1 1 0 0,-1 1-1 0 0,0-1 0 0 0,1 1 0 0 0,-1-1 1 0 0,1 0-1 0 0,-1 0 0 0 0,4-2 0 0 0,6-4-66 0 0,0 0-1 0 0,20-18 1 0 0,-18 11-336 0 0,-1 0 1 0 0,0-1 0 0 0,-1 0-1 0 0,-1-1 1 0 0,17-31-1 0 0,-12 21-1107 0 0,22-29-1 0 0,-38 55 1454 0 0,0 0 0 0 0,0-1 0 0 0,0 1 0 0 0,0 0 0 0 0,1 0 0 0 0,-1-1 0 0 0,0 1 0 0 0,0 0 0 0 0,0 0-1 0 0,0 0 1 0 0,1 0 0 0 0,-1-1 0 0 0,0 1 0 0 0,0 0 0 0 0,0 0 0 0 0,1 0 0 0 0,-1 0 0 0 0,0 0 0 0 0,0 0 0 0 0,1-1 0 0 0,-1 1 0 0 0,0 0 0 0 0,0 0 0 0 0,1 0 0 0 0,-1 0 0 0 0,0 0 0 0 0,0 0-1 0 0,1 0 1 0 0,-1 0 0 0 0,0 0 0 0 0,0 0 0 0 0,1 0 0 0 0,-1 0 0 0 0,0 0 0 0 0,0 0 0 0 0,1 1 0 0 0,3 9 2 0 0,-1 17 600 0 0,-3-25-600 0 0,0 41 1231 0 0,0-13-267 0 0,5 41 0 0 0,-5-64-849 0 0,1 0-1 0 0,1 0 1 0 0,-1 0 0 0 0,1-1-1 0 0,1 1 1 0 0,-1-1 0 0 0,1 1-1 0 0,0-1 1 0 0,1 0 0 0 0,-1 0-1 0 0,7 8 1 0 0,-7-12-202 0 0,-1 1 0 0 0,0-1 0 0 0,1 0-1 0 0,-1 0 1 0 0,1 0 0 0 0,0 0 0 0 0,0-1 0 0 0,0 1 0 0 0,0-1 0 0 0,3 2 0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6.27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 1979 4609 0 0,'0'0'12'0'0,"-1"0"-1"0"0,1 0 1 0 0,0 0 0 0 0,0 0-1 0 0,0 0 1 0 0,-1 0 0 0 0,1 0-1 0 0,0 0 1 0 0,0 0 0 0 0,-1 0-1 0 0,1 0 1 0 0,0-1 0 0 0,0 1-1 0 0,-1 0 1 0 0,1 0 0 0 0,0 0-1 0 0,0 0 1 0 0,0 0 0 0 0,0-1 0 0 0,-1 1-1 0 0,1 0 1 0 0,0 0 0 0 0,0 0-1 0 0,0-1 1 0 0,0 1 0 0 0,0 0-1 0 0,0 0 1 0 0,-1-1 0 0 0,1 1-1 0 0,0 0 1 0 0,0 0 0 0 0,0-1-1 0 0,0 1 1 0 0,0 0 0 0 0,0 0-1 0 0,0-1 1 0 0,0 1 0 0 0,0 0-1 0 0,0 0 1 0 0,0-1 0 0 0,8-10 821 0 0,19-9 540 0 0,-25 18-1329 0 0,24-17 353 0 0,0 2 0 0 0,2 1 1 0 0,-1 1-1 0 0,2 1 1 0 0,43-15-1 0 0,37 1 318 0 0,2 5-1 0 0,116-9 0 0 0,-98 15-12 0 0,48-5-501 0 0,166-29 178 0 0,272-102 194 0 0,-578 143-550 0 0,454-109 925 0 0,-364 101-654 0 0,152-3-1 0 0,-272 20-272 0 0,241 6 260 0 0,-166-1-293 0 0,149-9-1 0 0,-188 1 25 0 0,-31 4 15 0 0,1 0 0 0 0,0-1 0 0 0,-1-1 0 0 0,1 0 0 0 0,-1-1 0 0 0,1 0 0 0 0,19-9 0 0 0,-31 11 29 0 0,0 1 0 0 0,0-1 0 0 0,-1 0 0 0 0,1 1 0 0 0,-1-1 0 0 0,1 0 0 0 0,-1 0-1 0 0,1 1 1 0 0,-1-1 0 0 0,1 0 0 0 0,-1 0 0 0 0,0 0 0 0 0,1 1 0 0 0,-1-1 0 0 0,0 0 0 0 0,0 0-1 0 0,1 0 1 0 0,-1 0 0 0 0,0 0 0 0 0,0 0 0 0 0,0 0 0 0 0,0 0 0 0 0,0 1 0 0 0,0-1 0 0 0,-1 0-1 0 0,1 0 1 0 0,0 0 0 0 0,0 0 0 0 0,-1 0 0 0 0,1 0 0 0 0,0 1 0 0 0,-2-2 0 0 0,-18-36 1033 0 0,9 17-1050 0 0,-96-332-3220 0 0,95 307 2860 0 0,-1-11 90 0 0,3 0-1 0 0,3 0 1 0 0,2-1 0 0 0,2 0-1 0 0,3 0 1 0 0,15-109 0 0 0,-12 150 358 0 0,-1 0 0 0 0,-1-1-1 0 0,0 0 1 0 0,-2 1 0 0 0,0-1 0 0 0,0 1 0 0 0,-2-1-1 0 0,0 1 1 0 0,-1 0 0 0 0,-1 0 0 0 0,-11-26 0 0 0,8 24 809 0 0,5 13-715 0 0,0 0 1 0 0,0 0-1 0 0,0 0 0 0 0,-1 0 0 0 0,-6-7 1 0 0,9 11-312 0 0,-1 1 0 0 0,0-1 0 0 0,1 1 0 0 0,-1-1 0 0 0,0 1 0 0 0,0 0 0 0 0,0 0 0 0 0,0 0 0 0 0,0 0 0 0 0,0 0 0 0 0,0 1 0 0 0,-1-1 0 0 0,1 1 0 0 0,0-1 0 0 0,0 1 0 0 0,-1 0 0 0 0,1 0 0 0 0,0 0 0 0 0,0 0 0 0 0,-4 0 0 0 0,-9 3-236 0 0,-1 0-1 0 0,1 0 0 0 0,1 2 0 0 0,-1 0 1 0 0,-18 9-1 0 0,-71 41 911 0 0,39-19-675 0 0,-55 27 483 0 0,-266 127 82 0 0,195-107-263 0 0,-220 86 35 0 0,-141 7-242 0 0,454-149-109 0 0,-219 49-90 0 0,147-53 227 0 0,-174 0 0 0 0,209-17-2492 0 0,-204 36 1 0 0,359-48 1095 0 0,0 0 1 0 0,24-12-1 0 0,38-12 516 0 0,45 2 552 0 0,133-10 0 0 0,-9 2 136 0 0,-183 24 179 0 0,57-10-29 0 0,-1-4 0 0 0,129-47 0 0 0,-234 66 50 0 0,341-139 1149 0 0,-202 71 1178 0 0,203-66 1 0 0,-330 130-1966 0 0,-20 6-254 0 0,0 1-1 0 0,-1 0 0 0 0,1 1 0 0 0,1 0 1 0 0,-1 1-1 0 0,0 0 0 0 0,20 0 1 0 0,-31 2-159 0 0,0 0-1 0 0,0 0 1 0 0,0 0 0 0 0,1 0 0 0 0,-1 0 0 0 0,0 0 0 0 0,0 0 0 0 0,0 0 0 0 0,1 0 0 0 0,-1 0 0 0 0,0 0 0 0 0,0 0 0 0 0,0 0 0 0 0,0 0 0 0 0,1 0 0 0 0,-1 0 0 0 0,0 0 0 0 0,0 0 0 0 0,0 1 0 0 0,0-1-1 0 0,1 0 1 0 0,-1 0 0 0 0,0 0 0 0 0,0 0 0 0 0,0 0 0 0 0,0 0 0 0 0,0 1 0 0 0,0-1 0 0 0,0 0 0 0 0,1 0 0 0 0,-1 0 0 0 0,0 0 0 0 0,0 1 0 0 0,0-1 0 0 0,0 0 0 0 0,0 0 0 0 0,0 0 0 0 0,0 1 0 0 0,0-1-1 0 0,0 0 1 0 0,0 0 0 0 0,0 0 0 0 0,0 1 0 0 0,0-1 0 0 0,0 0 0 0 0,0 0 0 0 0,0 0 0 0 0,0 0 0 0 0,0 1 0 0 0,-9 11-440 0 0,-14 7-183 0 0,-70 45 1081 0 0,-3-5 0 0 0,-128 58 1 0 0,70-39-116 0 0,-259 114-1237 0 0,181-89 223 0 0,99-44-406 0 0,-86 41-601 0 0,176-77 1500 0 0,1 2 1 0 0,-73 56 0 0 0,108-76 209 0 0,-31 30 334 0 0,35-33-329 0 0,1 0 0 0 0,0 1 0 0 0,0-1 1 0 0,0 1-1 0 0,0 0 0 0 0,0 0 0 0 0,1-1 1 0 0,-1 1-1 0 0,1 0 0 0 0,0 0 0 0 0,0 1 1 0 0,-1 4-1 0 0,2-7-22 0 0,0 0-1 0 0,1 1 1 0 0,-1-1-1 0 0,0 0 1 0 0,1 1-1 0 0,-1-1 1 0 0,1 0-1 0 0,-1 0 1 0 0,1 0 0 0 0,0 1-1 0 0,0-1 1 0 0,-1 0-1 0 0,1 0 1 0 0,0 0-1 0 0,0 0 1 0 0,0 0-1 0 0,0 0 1 0 0,0-1-1 0 0,0 1 1 0 0,0 0 0 0 0,0 0-1 0 0,1-1 1 0 0,-1 1-1 0 0,0-1 1 0 0,0 1-1 0 0,1-1 1 0 0,-1 1-1 0 0,0-1 1 0 0,1 0 0 0 0,-1 0-1 0 0,0 0 1 0 0,1 1-1 0 0,2-2 1 0 0,47 3 202 0 0,17-11 298 0 0,1-3 1 0 0,84-25-1 0 0,-62 14-144 0 0,621-208-27 0 0,-273 79-743 0 0,82-3 1578 0 0,-445 135-1059 0 0,374-84 202 0 0,-412 98-426 0 0,-16 2 173 0 0,0 0-1 0 0,1 2 0 0 0,-1 0 0 0 0,1 1 0 0 0,33 4 1 0 0,-56-3-71 0 0,1 0 1 0 0,-1 0 0 0 0,1 0-1 0 0,-1 0 1 0 0,1 0 0 0 0,-1 0 0 0 0,1 0-1 0 0,-1 0 1 0 0,1 1 0 0 0,-1-1-1 0 0,1 0 1 0 0,-1 0 0 0 0,0 0 0 0 0,1 1-1 0 0,-1-1 1 0 0,1 0 0 0 0,-1 0 0 0 0,0 1-1 0 0,1-1 1 0 0,-1 0 0 0 0,1 1-1 0 0,-1-1 1 0 0,0 0 0 0 0,0 1 0 0 0,1-1-1 0 0,-1 1 1 0 0,0-1 0 0 0,0 1-1 0 0,1-1 1 0 0,-1 0 0 0 0,0 1 0 0 0,0-1-1 0 0,0 1 1 0 0,0-1 0 0 0,0 1 0 0 0,1-1-1 0 0,-1 1 1 0 0,-13 18-42 0 0,-26 11 176 0 0,39-29-132 0 0,-37 22 77 0 0,-1-1 0 0 0,-58 23-1 0 0,-87 24 45 0 0,53-22-68 0 0,-490 215-621 0 0,130-67 653 0 0,386-156 18 0 0,-126 24-230 0 0,126-38 96 0 0,63-16-523 0 0,86-30-1606 0 0,260-84-87 0 0,-149 57 2252 0 0,123-31 284 0 0,35-11-561 0 0,26-49-86 0 0,-410 164 1895 0 0,25-10-1439 0 0,-151 64-192 0 0,-160 52-767 0 0,-723 218-1268 0 0,940-301 1578 0 0,-3 3 1223 0 0,-136 42 400 0 0,270-91-1112 0 0,-3 1-174 0 0,-1 0 1 0 0,1 0-1 0 0,0 1 1 0 0,0 1-1 0 0,0-1 1 0 0,-19 13-1 0 0,30-16 226 0 0,-1-1 0 0 0,1 0 0 0 0,0 0 0 0 0,-1 0 1 0 0,1 1-1 0 0,-1-1 0 0 0,1 0 0 0 0,0 0 0 0 0,-1 1 0 0 0,1-1 0 0 0,0 0 0 0 0,-1 1 0 0 0,1-1 0 0 0,0 1 0 0 0,-1-1 1 0 0,1 0-1 0 0,0 1 0 0 0,0-1 0 0 0,0 1 0 0 0,-1-1 0 0 0,1 0 0 0 0,0 1 0 0 0,0-1 0 0 0,0 1 0 0 0,0-1 0 0 0,0 1 0 0 0,0-1 1 0 0,0 1-1 0 0,0-1 0 0 0,0 1 0 0 0,0-1 0 0 0,0 1 0 0 0,0-1 0 0 0,0 0 0 0 0,0 1 0 0 0,0-1 0 0 0,0 1 0 0 0,1-1 0 0 0,-1 1 1 0 0,0-1-1 0 0,0 0 0 0 0,1 1 0 0 0,-1-1 0 0 0,0 1 0 0 0,0-1 0 0 0,1 0 0 0 0,-1 1 0 0 0,0-1 0 0 0,1 0 0 0 0,-1 0 0 0 0,1 1 1 0 0,0 0 3 0 0,0-1 1 0 0,0 0 0 0 0,0 1 0 0 0,0-1-1 0 0,0 0 1 0 0,0 1 0 0 0,0-1 0 0 0,0 0-1 0 0,0 0 1 0 0,0 0 0 0 0,0 0 0 0 0,0 0-1 0 0,1 0 1 0 0,-1 0 0 0 0,0 0 0 0 0,0 0 0 0 0,0-1-1 0 0,0 1 1 0 0,0 0 0 0 0,0-1 0 0 0,0 1-1 0 0,0-1 1 0 0,1 0 0 0 0,1-2 54 0 0,0 0 0 0 0,1-1 0 0 0,-2 1 0 0 0,1-1 0 0 0,0 1 0 0 0,-1-1 0 0 0,0 0 0 0 0,1 0 0 0 0,-2 0 0 0 0,1 0 0 0 0,0-1 0 0 0,-1 1 0 0 0,0 0 0 0 0,0-1 0 0 0,1-7 0 0 0,1-10 578 0 0,-1-41 0 0 0,-2 55-581 0 0,13-381 1247 0 0,-7 309-1181 0 0,-4 0 1 0 0,-4 0-1 0 0,-3-1 1 0 0,-4 2 0 0 0,-3-1-1 0 0,-24-83 1 0 0,34 156-46 0 0,-1 0 0 0 0,1 0 1 0 0,-1 0-1 0 0,-1 1 0 0 0,1-1 0 0 0,-1 1 1 0 0,-9-11-1 0 0,12 16-57 0 0,0 0 1 0 0,0 0-1 0 0,0 0 1 0 0,0 0-1 0 0,0 0 0 0 0,-1 0 1 0 0,1 0-1 0 0,0 0 1 0 0,0 1-1 0 0,-1-1 1 0 0,1 1-1 0 0,0-1 0 0 0,-1 1 1 0 0,1-1-1 0 0,-1 1 1 0 0,1 0-1 0 0,-1 0 0 0 0,-1 0 1 0 0,1 0-14 0 0,0 1 0 0 0,0-1 0 0 0,1 1 0 0 0,-1 0 0 0 0,0-1 0 0 0,1 1 0 0 0,-1 0 0 0 0,0 0 0 0 0,1 0 1 0 0,-1 1-1 0 0,1-1 0 0 0,0 0 0 0 0,-1 0 0 0 0,1 1 0 0 0,0-1 0 0 0,0 1 0 0 0,0-1 0 0 0,-2 3 0 0 0,-4 9-254 0 0,1 0 1 0 0,0 0-1 0 0,0 0 1 0 0,1 1-1 0 0,1 0 0 0 0,0 0 1 0 0,-2 14-1 0 0,3-3 32 0 0,0 0 0 0 0,1-1 0 0 0,2 33 1 0 0,7-11 583 0 0,1 0 0 0 0,3 0 0 0 0,1-1 0 0 0,21 49 0 0 0,-26-74-244 0 0,-3-7-70 0 0,0-1 0 0 0,1 0 0 0 0,0-1 0 0 0,0 1 0 0 0,11 14 0 0 0,-16-40-137 0 0,0 0 1 0 0,-3-21-1 0 0,0-70-563 0 0,3 74 177 0 0,-2 61-266 0 0,-1 0 0 0 0,-15 56 1 0 0,5-29 880 0 0,0 0 116 0 0,7-35 28 0 0,1 0 1 0 0,1 1-1 0 0,1 0 1 0 0,0 30-1 0 0,2-52-302 0 0,1 1 0 0 0,0-1 0 0 0,0 0 0 0 0,0 1 0 0 0,0-1 0 0 0,0 0 0 0 0,1 0 0 0 0,-1 1 0 0 0,0-1 0 0 0,0 0 0 0 0,1 1 0 0 0,-1-1 0 0 0,1 0 0 0 0,-1 0 0 0 0,1 0 0 0 0,0 0 0 0 0,-1 0-1 0 0,1 1 1 0 0,0-1 0 0 0,0 0 0 0 0,0-1 0 0 0,0 1 0 0 0,0 0 0 0 0,0 0 0 0 0,0 0 0 0 0,0 0 0 0 0,0-1 0 0 0,0 1 0 0 0,0-1 0 0 0,0 1 0 0 0,0-1 0 0 0,1 1 0 0 0,-1-1 0 0 0,0 1 0 0 0,1-1 0 0 0,-1 0 0 0 0,0 0 0 0 0,0 0 0 0 0,1 0-1 0 0,-1 0 1 0 0,0 0 0 0 0,1 0 0 0 0,-1 0 0 0 0,0 0 0 0 0,3-1 0 0 0,7-4-390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6.4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72 7834 0 0,'2'-13'344'0'0,"2"2"72"0"0,3 2-328 0 0,2 1-88 0 0,2 3 0 0 0,16-1-1536 0 0,1-1-321 0 0,18-6-63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7.98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 15 7370 0 0,'-11'-14'884'0'0,"3"13"195"0"0,7 3-996 0 0,0 0-1 0 0,-1 0 1 0 0,1 0-1 0 0,1 0 1 0 0,-1 0-1 0 0,0 0 1 0 0,0 0-1 0 0,1 1 1 0 0,-1-1-1 0 0,1 0 1 0 0,0 4 0 0 0,-36 309 51 0 0,35-301-141 0 0,-2 55 50 0 0,3-65-58 0 0,0 0-1 0 0,1 0 0 0 0,-1 0 1 0 0,1 0-1 0 0,0 0 0 0 0,0 0 1 0 0,0 0-1 0 0,0-1 1 0 0,1 1-1 0 0,-1 0 0 0 0,1-1 1 0 0,0 1-1 0 0,5 5 1 0 0,-6-8-11 0 0,1 0 0 0 0,0 0 0 0 0,0 0 0 0 0,-1-1 1 0 0,1 1-1 0 0,0-1 0 0 0,0 1 0 0 0,0-1 0 0 0,-1 0 1 0 0,1 0-1 0 0,0 1 0 0 0,0-2 0 0 0,0 1 0 0 0,0 0 1 0 0,0 0-1 0 0,0 0 0 0 0,-1-1 0 0 0,1 1 0 0 0,0-1 1 0 0,0 1-1 0 0,-1-1 0 0 0,1 0 0 0 0,0 0 1 0 0,-1 0-1 0 0,1 0 0 0 0,0 0 0 0 0,-1 0 0 0 0,2-2 1 0 0,44-35-437 0 0,5-16-565 0 0,85-117 0 0 0,-16 17-1593 0 0,-115 147 2549 0 0,0 1 0 0 0,1-1 1 0 0,0 2-1 0 0,0-1 1 0 0,0 1-1 0 0,0 0 1 0 0,16-8-1 0 0,-21 12 119 0 0,-1 1 1 0 0,1-1-1 0 0,0 1 0 0 0,0-1 1 0 0,-1 1-1 0 0,1-1 0 0 0,0 1 1 0 0,0 0-1 0 0,-1 0 0 0 0,1 0 1 0 0,0 0-1 0 0,0 0 0 0 0,-1 1 1 0 0,1-1-1 0 0,0 0 0 0 0,-1 1 1 0 0,1-1-1 0 0,2 2 0 0 0,-2-1 60 0 0,0 1 0 0 0,-1-1 0 0 0,1 1 1 0 0,-1 0-1 0 0,1-1 0 0 0,-1 1 0 0 0,0 0 0 0 0,1 0 0 0 0,-1 0 0 0 0,0 0 0 0 0,0 0 0 0 0,0 0 0 0 0,-1 0 0 0 0,1 0 0 0 0,-1 0 1 0 0,1 1-1 0 0,-1-1 0 0 0,1 4 0 0 0,1 22 740 0 0,-1 0 1 0 0,-1 1 0 0 0,-2-1-1 0 0,-5 31 1 0 0,3-31-347 0 0,2 1 1 0 0,0 0 0 0 0,4 52-1 0 0,-2-79-488 0 0,1-1 0 0 0,-1 1 1 0 0,0 0-1 0 0,0-1 0 0 0,1 1 0 0 0,-1-1 0 0 0,1 1 0 0 0,-1 0 0 0 0,1-1 1 0 0,0 1-1 0 0,0-1 0 0 0,0 0 0 0 0,0 1 0 0 0,0-1 0 0 0,0 0 1 0 0,0 1-1 0 0,0-1 0 0 0,0 0 0 0 0,2 1 0 0 0,-2-1-14 0 0,0-1 0 0 0,0 1 0 0 0,1-1 0 0 0,-1 0 0 0 0,0 1 0 0 0,1-1 0 0 0,-1 0 0 0 0,0 0 0 0 0,1 0 1 0 0,-1 0-1 0 0,0 0 0 0 0,1 0 0 0 0,-1 0 0 0 0,0-1 0 0 0,1 1 0 0 0,-1 0 0 0 0,0-1 0 0 0,2 0 0 0 0,3-2-83 0 0,0 0 1 0 0,0 0-1 0 0,-1-1 0 0 0,0 0 1 0 0,1 0-1 0 0,-1 0 0 0 0,8-10 1 0 0,6-11-143 0 0,-1 0 0 0 0,-2-1 1 0 0,0 0-1 0 0,-2-2 0 0 0,-1 0 0 0 0,-1 0 1 0 0,-1-1-1 0 0,-2 0 0 0 0,-1-1 1 0 0,-1 0-1 0 0,4-44 0 0 0,-15 89 481 0 0,-1-1 1 0 0,0 0-1 0 0,-10 19 0 0 0,-2 4 79 0 0,-16 47-352 0 0,-60 137-43 0 0,91-217 63 0 0,1 0 0 0 0,-1 0 0 0 0,1 1 0 0 0,0-1 0 0 0,0 0 1 0 0,1 0-1 0 0,-1 5 0 0 0,1-9-7 0 0,0 0 1 0 0,0 1 0 0 0,0-1 0 0 0,0 0-1 0 0,0 0 1 0 0,0 1 0 0 0,0-1-1 0 0,0 0 1 0 0,0 1 0 0 0,0-1 0 0 0,0 0-1 0 0,0 0 1 0 0,0 1 0 0 0,0-1 0 0 0,0 0-1 0 0,0 0 1 0 0,1 1 0 0 0,-1-1-1 0 0,0 0 1 0 0,0 0 0 0 0,0 1 0 0 0,0-1-1 0 0,1 0 1 0 0,-1 0 0 0 0,0 0 0 0 0,0 0-1 0 0,0 1 1 0 0,1-1 0 0 0,-1 0-1 0 0,0 0 1 0 0,0 0 0 0 0,1 0 0 0 0,-1 0-1 0 0,0 1 1 0 0,0-1 0 0 0,1 0 0 0 0,14-14-146 0 0,7-13 697 0 0,24-33 41 0 0,2 3-1 0 0,67-62 1 0 0,-96 101-629 0 0,39-31-303 0 0,-53 45 321 0 0,0 1 0 0 0,0 0 1 0 0,0 0-1 0 0,0 0 0 0 0,0 1 0 0 0,1 0 0 0 0,-1 0 0 0 0,1 0 0 0 0,-1 0 1 0 0,8 0-1 0 0,-12 2 23 0 0,0 0 0 0 0,-1 0 0 0 0,1 0 0 0 0,0 0 0 0 0,0 0 1 0 0,-1 0-1 0 0,1 0 0 0 0,0 0 0 0 0,-1 0 0 0 0,1 1 0 0 0,0-1 1 0 0,-1 0-1 0 0,1 0 0 0 0,0 1 0 0 0,-1-1 0 0 0,1 0 0 0 0,-1 1 0 0 0,1-1 1 0 0,-1 1-1 0 0,1-1 0 0 0,-1 1 0 0 0,1-1 0 0 0,-1 1 0 0 0,1-1 1 0 0,-1 1-1 0 0,1-1 0 0 0,-1 1 0 0 0,1 0 0 0 0,1 24 79 0 0,-15 30 91 0 0,12-49-153 0 0,-48 150 397 0 0,13-48 81 0 0,-38 200-1 0 0,73-300-487 0 0,-4 43 62 0 0,4-48-66 0 0,1 0-1 0 0,0 0 0 0 0,0-1 0 0 0,0 1 0 0 0,1 0 0 0 0,-1 0 0 0 0,1-1 0 0 0,0 1 0 0 0,-1 0 0 0 0,1-1 0 0 0,0 1 0 0 0,0-1 0 0 0,1 1 0 0 0,2 4 0 0 0,-3-7-1 0 0,-1 0-1 0 0,1 1 1 0 0,0-1-1 0 0,-1 0 1 0 0,1 1-1 0 0,0-1 1 0 0,-1 0-1 0 0,1 0 1 0 0,0 1-1 0 0,0-1 1 0 0,-1 0-1 0 0,1 0 1 0 0,0 0-1 0 0,0 0 1 0 0,0 0-1 0 0,-1 0 1 0 0,1 0-1 0 0,0-1 1 0 0,0 1-1 0 0,-1 0 1 0 0,1 0-1 0 0,0 0 1 0 0,-1-1-1 0 0,1 1 1 0 0,0 0-1 0 0,-1-1 1 0 0,1 1-1 0 0,0-1 1 0 0,-1 1-1 0 0,1-1 1 0 0,21-17 54 0 0,-20 15-55 0 0,39-38-374 0 0,-3-1-1 0 0,-1-2 1 0 0,-2-2-1 0 0,-2-1 1 0 0,51-100 0 0 0,-56 74-258 0 0,-20 50 607 0 0,17-38 0 0 0,-25 60 70 0 0,0 0 1 0 0,1 1 0 0 0,-1-1-1 0 0,0 0 1 0 0,1 0-1 0 0,-1 0 1 0 0,1 0-1 0 0,-1 1 1 0 0,1-1-1 0 0,-1 0 1 0 0,1 1 0 0 0,-1-1-1 0 0,1 0 1 0 0,0 1-1 0 0,-1-1 1 0 0,1 0-1 0 0,0 1 1 0 0,0-1-1 0 0,0 1 1 0 0,-1 0 0 0 0,1-1-1 0 0,0 1 1 0 0,0 0-1 0 0,0-1 1 0 0,0 1-1 0 0,0 0 1 0 0,-1 0-1 0 0,1 0 1 0 0,0 0 0 0 0,0 0-1 0 0,0 0 1 0 0,0 0-1 0 0,0 0 1 0 0,0 0-1 0 0,0 0 1 0 0,0 0-1 0 0,-1 0 1 0 0,1 1 0 0 0,0-1-1 0 0,0 0 1 0 0,0 1-1 0 0,0-1 1 0 0,-1 1-1 0 0,1-1 1 0 0,0 1-1 0 0,0-1 1 0 0,-1 1 0 0 0,1-1-1 0 0,0 1 1 0 0,-1 0-1 0 0,1-1 1 0 0,-1 1-1 0 0,1 0 1 0 0,-1 0-1 0 0,1 0 1 0 0,-1-1 0 0 0,1 2-1 0 0,4 5 382 0 0,-1 0-1 0 0,0 0 1 0 0,-1 1 0 0 0,1-1 0 0 0,2 10-1 0 0,11 47-1675 0 0,-6-24-4396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3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55 316 456 0 0,'-10'-26'992'0'0,"9"22"-734"0"0,0 0 1 0 0,0 1 0 0 0,-1-1 0 0 0,1 0 0 0 0,-1 1 0 0 0,0-1 0 0 0,0 1 0 0 0,0-1 0 0 0,-1 1 0 0 0,1 0 0 0 0,-1 0 0 0 0,0 0 0 0 0,1 0-1 0 0,-1 0 1 0 0,-1 1 0 0 0,-7 0 3735 0 0,11 3-3926 0 0,3 13 1084 0 0,3 8-1091 0 0,35 110 1352 0 0,-21-62-461 0 0,3-1 0 0 0,41 85 0 0 0,-54-134-775 0 0,2 0 1 0 0,24 32-1 0 0,-32-47-101 0 0,0 0 0 0 0,0 0 0 0 0,0-1 1 0 0,1 1-1 0 0,0-1 0 0 0,0 0 0 0 0,0-1 0 0 0,0 1 1 0 0,0-1-1 0 0,1 0 0 0 0,-1 0 0 0 0,1-1 0 0 0,0 1 1 0 0,0-1-1 0 0,7 1 0 0 0,-9-3-1 0 0,0 0 1 0 0,-1-1-1 0 0,1 1 1 0 0,-1-1-1 0 0,1 0 1 0 0,0 0-1 0 0,-1 0 1 0 0,0-1-1 0 0,1 1 1 0 0,-1-1-1 0 0,0 0 1 0 0,0 0-1 0 0,0 0 1 0 0,0 0-1 0 0,0 0 1 0 0,0-1-1 0 0,-1 1 0 0 0,1-1 1 0 0,-1 0-1 0 0,1 0 1 0 0,1-3-1 0 0,4-5 71 0 0,-1 0-1 0 0,0-1 0 0 0,-1 1 1 0 0,7-19-1 0 0,-5 6-89 0 0,-1 1 0 0 0,-1-2 0 0 0,5-47-1 0 0,-2-79 210 0 0,-6 66-205 0 0,0 16-206 0 0,-2 19-215 0 0,2 1-1 0 0,3 0 1 0 0,16-69 0 0 0,-22 117 312 0 0,0 0 0 0 0,0 1 0 0 0,0-1 0 0 0,0 0 0 0 0,0 1 0 0 0,0-1 0 0 0,0 1 0 0 0,0-1 0 0 0,1 0 0 0 0,-1 1 0 0 0,0-1 0 0 0,0 1-1 0 0,0-1 1 0 0,1 1 0 0 0,-1-1 0 0 0,0 1 0 0 0,1-1 0 0 0,-1 1 0 0 0,1-1 0 0 0,-1 1 0 0 0,0-1 0 0 0,1 1 0 0 0,-1 0 0 0 0,1-1 0 0 0,-1 1 0 0 0,1 0 0 0 0,0-1 0 0 0,-1 1 0 0 0,1 0-1 0 0,-1 0 1 0 0,1-1 0 0 0,-1 1 0 0 0,1 0 0 0 0,0 0 0 0 0,-1 0 0 0 0,1 0 0 0 0,-1 0 0 0 0,1 0 0 0 0,0 0 0 0 0,-1 0 0 0 0,1 0 0 0 0,0 0 0 0 0,-1 0 0 0 0,1 0 0 0 0,-1 0 0 0 0,1 1-1 0 0,-1-1 1 0 0,1 0 0 0 0,0 0 0 0 0,-1 1 0 0 0,1-1 0 0 0,-1 0 0 0 0,1 1 0 0 0,-1-1 0 0 0,1 1 0 0 0,-1-1 0 0 0,0 0 0 0 0,1 1 0 0 0,-1-1 0 0 0,1 2 0 0 0,6 6-1209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34 9218 0 0,'0'-1'24'0'0,"0"1"-1"0"0,-1 0 1 0 0,1 0 0 0 0,0 0-1 0 0,-1 0 1 0 0,1 0 0 0 0,0 0-1 0 0,0-1 1 0 0,-1 1 0 0 0,1 0-1 0 0,0 0 1 0 0,0-1 0 0 0,-1 1-1 0 0,1 0 1 0 0,0 0 0 0 0,0-1-1 0 0,0 1 1 0 0,-1 0-1 0 0,1 0 1 0 0,0-1 0 0 0,0 1-1 0 0,0 0 1 0 0,0-1 0 0 0,0 1-1 0 0,0 0 1 0 0,0-1 0 0 0,0 1-1 0 0,0 0 1 0 0,0-1 0 0 0,0 1-1 0 0,0 0 1 0 0,0-1 0 0 0,0 1-1 0 0,0 0 1 0 0,0 0 0 0 0,0-1-1 0 0,0 1 1 0 0,0 0 0 0 0,0-1-1 0 0,0 1 1 0 0,0 0 0 0 0,1-1-1 0 0,-1 1 1 0 0,0 0 0 0 0,0-1-1 0 0,19-8 348 0 0,28-1-118 0 0,-41 9-558 0 0,0 1 1 0 0,1 0-1 0 0,-1 0 0 0 0,0 0 0 0 0,1 1 0 0 0,11 2 0 0 0,-14-1-430 0 0,1-1 0 0 0,-1 1 0 0 0,0 0 0 0 0,1 0-1 0 0,-1 0 1 0 0,4 4 0 0 0,-2-1 214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6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0 152 8290 0 0,'1'-1'3'0'0,"-1"1"-1"0"0,0-1 1 0 0,1 0 0 0 0,-1 0 0 0 0,0 0-1 0 0,1 0 1 0 0,-1 1 0 0 0,1-1 0 0 0,-1 0-1 0 0,1 1 1 0 0,0-1 0 0 0,-1 0 0 0 0,1 1-1 0 0,0-1 1 0 0,0 1 0 0 0,-1-1 0 0 0,1 1-1 0 0,0-1 1 0 0,0 1 0 0 0,0-1 0 0 0,-1 1 0 0 0,3 0-1 0 0,36-22-676 0 0,-10 6 393 0 0,2-5 169 0 0,-4 3 177 0 0,32-17-1 0 0,-51 31-40 0 0,1 0 0 0 0,0 1 0 0 0,-1-1 0 0 0,1 2-1 0 0,0-1 1 0 0,1 1 0 0 0,-1 1 0 0 0,15-1 0 0 0,-11 3-550 0 0,1 3-2041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5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53 103 5529 0 0,'-4'-6'428'0'0,"0"0"1"0"0,0 0-1 0 0,1 0 0 0 0,0-1 0 0 0,1 1 0 0 0,-4-12 1 0 0,4 11 415 0 0,0-1 0 0 0,-1 1 0 0 0,0-1 0 0 0,-7-9 0 0 0,3 57 1212 0 0,27 228-58 0 0,-3-75-1210 0 0,-4-85-1361 0 0,-4-41-1077 0 0,-5 0-3823 0 0,-4-44 1181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1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47 2304 0 0,'-2'-3'-316'0'0,"-12"-24"4414"0"0,14 26-3865 0 0,-1 0-1 0 0,0-1 1 0 0,1 1-1 0 0,-1 0 1 0 0,0 0-1 0 0,0 0 1 0 0,0 0 0 0 0,1 0-1 0 0,-1 0 1 0 0,0 0-1 0 0,-1 0 1 0 0,1 1-1 0 0,0-1 1 0 0,0 0-1 0 0,0 1 1 0 0,-2-2-1 0 0,2 3-160 0 0,0-1 0 0 0,1 0-1 0 0,-1 1 1 0 0,0-1 0 0 0,0 1-1 0 0,1-1 1 0 0,-1 1-1 0 0,0 0 1 0 0,1-1 0 0 0,-1 1-1 0 0,1 0 1 0 0,-1-1 0 0 0,1 1-1 0 0,-1 0 1 0 0,1 0-1 0 0,-1-1 1 0 0,1 1 0 0 0,0 0-1 0 0,-1 0 1 0 0,1 0-1 0 0,0-1 1 0 0,0 1 0 0 0,0 0-1 0 0,-1 2 1 0 0,-3 24 256 0 0,4-25-254 0 0,-8 91 1246 0 0,5 0 0 0 0,10 108-1 0 0,-7 57-3584 0 0,-3-214-2819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9 102 3681 0 0,'-1'-2'173'0'0,"-1"0"0"0"0,1-1 0 0 0,0 1 0 0 0,1-1 0 0 0,-1 0 1 0 0,0 1-1 0 0,1-1 0 0 0,-1 0 0 0 0,1 1 0 0 0,0-1 0 0 0,0 0 0 0 0,0 0 0 0 0,0 1 1 0 0,0-1-1 0 0,1 0 0 0 0,0 1 0 0 0,-1-1 0 0 0,1 0 0 0 0,0 1 0 0 0,0-1 0 0 0,2-2 1 0 0,-2 2-89 0 0,0 0 1 0 0,0 0 0 0 0,0 0 0 0 0,0 1 0 0 0,1-1 0 0 0,0 0 0 0 0,-1 1 0 0 0,1-1-1 0 0,0 1 1 0 0,0 0 0 0 0,0 0 0 0 0,1 0 0 0 0,2-2 0 0 0,-4 3-30 0 0,1 1 1 0 0,-1-1 0 0 0,1 0-1 0 0,-1 1 1 0 0,1 0 0 0 0,0-1-1 0 0,-1 1 1 0 0,1 0-1 0 0,-1 0 1 0 0,1 0 0 0 0,0 0-1 0 0,-1 0 1 0 0,1 0 0 0 0,0 1-1 0 0,-1-1 1 0 0,1 0-1 0 0,-1 1 1 0 0,1 0 0 0 0,-1-1-1 0 0,1 1 1 0 0,-1 0 0 0 0,1-1-1 0 0,-1 1 1 0 0,2 2-1 0 0,6 2 78 0 0,-1 0-1 0 0,0 1 0 0 0,0 1 0 0 0,0-1 0 0 0,-1 1 0 0 0,0 0 0 0 0,-1 1 0 0 0,11 15 0 0 0,-14-19-159 0 0,-1 1 0 0 0,1 0-1 0 0,-1 0 1 0 0,-1 0 0 0 0,1 1 0 0 0,0-1 0 0 0,-1 0 0 0 0,0 1 0 0 0,-1-1-1 0 0,1 1 1 0 0,-1-1 0 0 0,0 1 0 0 0,0-1 0 0 0,-1 0 0 0 0,0 1 0 0 0,0-1-1 0 0,-3 10 1 0 0,-1 1-143 0 0,-1 0 0 0 0,0 0-1 0 0,-2-1 1 0 0,1 0-1 0 0,-20 26 1 0 0,26-41 235 0 0,0 1-1 0 0,1 0 1 0 0,-1 0-1 0 0,0-1 1 0 0,0 1-1 0 0,1 0 1 0 0,-1 0-1 0 0,1 0 0 0 0,-1 0 1 0 0,1 0-1 0 0,-1 0 1 0 0,1 0-1 0 0,-1 0 1 0 0,1 0-1 0 0,0 0 1 0 0,0 0-1 0 0,-1 0 1 0 0,1 0-1 0 0,0 0 1 0 0,0 0-1 0 0,0 1 1 0 0,0-1-1 0 0,0 0 1 0 0,1 0-1 0 0,-1 0 1 0 0,0 0-1 0 0,0 0 1 0 0,1 2-1 0 0,1-2 5 0 0,-1 0-1 0 0,0 0 1 0 0,1 0-1 0 0,-1 0 1 0 0,1 0-1 0 0,-1 0 1 0 0,1 0-1 0 0,0 0 1 0 0,-1-1-1 0 0,1 1 1 0 0,0-1-1 0 0,0 1 1 0 0,-1-1-1 0 0,1 0 1 0 0,2 1-1 0 0,10 0 389 0 0,-1-1 0 0 0,0 0 0 0 0,20-3-1 0 0,38-14 1375 0 0,-58 13-1537 0 0,0 0 0 0 0,0 1 0 0 0,0 1 0 0 0,1 0-1 0 0,-1 0 1 0 0,22 1 0 0 0,-25 4-1141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5.7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214 21 8290 0 0,'3'-9'1098'0'0,"1"-1"201"0"0,-4 9-777 0 0,-1 3-177 0 0,0-1-62 0 0,-2 4-89 0 0,-163 231 1185 0 0,117-172 950 0 0,49-63-2308 0 0,0-1-1 0 0,0 0 0 0 0,0 1 1 0 0,0-1-1 0 0,0 0 1 0 0,0 1-1 0 0,0-1 0 0 0,0 1 1 0 0,0-1-1 0 0,0 0 0 0 0,0 1 1 0 0,0-1-1 0 0,0 0 1 0 0,0 1-1 0 0,0-1 0 0 0,0 0 1 0 0,1 1-1 0 0,-1-1 0 0 0,0 0 1 0 0,0 1-1 0 0,0-1 0 0 0,1 0 1 0 0,-1 0-1 0 0,0 1 1 0 0,0-1-1 0 0,1 0 0 0 0,-1 0 1 0 0,0 1-1 0 0,1-1 0 0 0,-1 0 1 0 0,0 0-1 0 0,1 0 1 0 0,-1 1-1 0 0,0-1 0 0 0,1 0 1 0 0,-1 0-1 0 0,0 0 0 0 0,1 0 1 0 0,-1 0-1 0 0,0 0 1 0 0,1 0-1 0 0,0 0 0 0 0,23 7-7 0 0,-17-6 48 0 0,37 12-287 0 0,-25-9 160 0 0,-1 1 1 0 0,0 1-1 0 0,0 1 1 0 0,21 11 0 0 0,-33-15 59 0 0,-1 1 0 0 0,0-1 1 0 0,-1 1-1 0 0,1 0 1 0 0,-1 0-1 0 0,1 0 1 0 0,-1 1-1 0 0,-1 0 1 0 0,1 0-1 0 0,0 0 0 0 0,-1 0 1 0 0,0 0-1 0 0,-1 0 1 0 0,1 1-1 0 0,-1 0 1 0 0,0-1-1 0 0,3 13 0 0 0,-4-12 18 0 0,0 0 1 0 0,-1 0-1 0 0,1 0 0 0 0,-1 0 0 0 0,0 1 0 0 0,-1-1 0 0 0,0 0 0 0 0,1 0 0 0 0,-2 0 0 0 0,1 0 0 0 0,-1 0 0 0 0,0 0 0 0 0,0 0 0 0 0,-1 0 0 0 0,0-1 0 0 0,0 1 0 0 0,0-1 0 0 0,0 0 0 0 0,-1 0 0 0 0,-5 5 0 0 0,-8 8 467 0 0,-1-2-1 0 0,-1 0 0 0 0,-40 26 0 0 0,36-27-827 0 0,1 1-1 0 0,-21 21 1 0 0,35-22-2229 0 0,7-10 1262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4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 6913 0 0,'1'-14'5372'0'0,"2"28"-4223"0"0,1 34-1103 0 0,-6 66 616 0 0,-1 25-313 0 0,8-47-4823 0 0,-3-74 162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0 155 11979 0 0,'7'-6'537'0'0,"0"2"1"0"0,1-1 0 0 0,-1 1 0 0 0,10-5-1 0 0,-6 3-481 0 0,29-13-230 0 0,0 1 0 0 0,2 2-1 0 0,45-12 1 0 0,5 3-3406 0 0,-77 21 1956 0 0,-1 1-1 0 0,1 0 0 0 0,0 1 0 0 0,27-1 1 0 0,0 11 744 0 0,-34-6 1037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411 49 5329 0 0,'-1'-3'79'0'0,"0"0"0"0"0,0 1 0 0 0,0-1 0 0 0,0 0 0 0 0,0 1 0 0 0,0-1 0 0 0,-1 1 0 0 0,1 0 0 0 0,-1-1 0 0 0,0 1 0 0 0,1 0 0 0 0,-1 0 0 0 0,0 0 0 0 0,0 0 0 0 0,-1 0 0 0 0,1 1-1 0 0,0-1 1 0 0,-1 1 0 0 0,1-1 0 0 0,-3 0 0 0 0,2 1 24 0 0,0 1-1 0 0,0-1 0 0 0,0 1 0 0 0,0 0 1 0 0,0 0-1 0 0,0 0 0 0 0,0 0 1 0 0,0 1-1 0 0,0-1 0 0 0,0 1 0 0 0,0 0 1 0 0,0 0-1 0 0,0 0 0 0 0,0 0 1 0 0,-4 2-1 0 0,-4 4 188 0 0,-1 1 0 0 0,2 0-1 0 0,-1 0 1 0 0,1 1 0 0 0,0 0 0 0 0,1 1 0 0 0,-10 12-1 0 0,-15 22 1225 0 0,-50 91 0 0 0,82-132-1497 0 0,1 0 1 0 0,0 0-1 0 0,0 1 1 0 0,0-1 0 0 0,0 1-1 0 0,0-1 1 0 0,1 0 0 0 0,0 1-1 0 0,0-1 1 0 0,0 1-1 0 0,0-1 1 0 0,0 1 0 0 0,0-1-1 0 0,1 1 1 0 0,0-1 0 0 0,0 1-1 0 0,0-1 1 0 0,0 0-1 0 0,0 1 1 0 0,1-1 0 0 0,-1 0-1 0 0,1 0 1 0 0,0 0-1 0 0,0 0 1 0 0,0-1 0 0 0,4 5-1 0 0,8 8-103 0 0,0-1 0 0 0,0-1 0 0 0,28 19 0 0 0,-9-6-283 0 0,-26-20 363 0 0,0 1 0 0 0,0 0-1 0 0,-1 1 1 0 0,0 0-1 0 0,-1 0 1 0 0,1 0 0 0 0,-1 1-1 0 0,-1-1 1 0 0,0 1 0 0 0,0 0-1 0 0,-1 0 1 0 0,0 1-1 0 0,3 15 1 0 0,-5-19 53 0 0,0 0 0 0 0,-1 0 1 0 0,1 0-1 0 0,-1 0 0 0 0,-1 0 0 0 0,1 0 0 0 0,-1-1 0 0 0,0 1 1 0 0,0 0-1 0 0,-1 0 0 0 0,1-1 0 0 0,-1 1 0 0 0,0-1 0 0 0,-1 1 1 0 0,0-1-1 0 0,0 0 0 0 0,0 0 0 0 0,0 0 0 0 0,-1 0 0 0 0,1-1 1 0 0,-1 1-1 0 0,0-1 0 0 0,-8 6 0 0 0,0-1-1 0 0,0 0-1 0 0,-1-1 0 0 0,1 0 1 0 0,-1-1-1 0 0,-1-1 0 0 0,1 0 1 0 0,-1-1-1 0 0,0 0 0 0 0,-1-1 1 0 0,1-1-1 0 0,-1 0 0 0 0,0-1 1 0 0,1 0-1 0 0,-25-2 0 0 0,14 0-2375 0 0,13 0-2513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6 130 3681 0 0,'-1'-2'25'0'0,"0"0"1"0"0,0 1 0 0 0,1-1 0 0 0,-1 0-1 0 0,1 0 1 0 0,-1-1 0 0 0,1 1-1 0 0,0 0 1 0 0,0 0 0 0 0,0 0-1 0 0,0 0 1 0 0,0 0 0 0 0,0 0 0 0 0,0 0-1 0 0,1 0 1 0 0,-1 0 0 0 0,1 0-1 0 0,0 0 1 0 0,-1 0 0 0 0,1 0-1 0 0,0 0 1 0 0,0 0 0 0 0,0 0 0 0 0,2-2-1 0 0,0-2 75 0 0,1 1-1 0 0,-1-1 0 0 0,1 0 1 0 0,0 1-1 0 0,1 0 1 0 0,-1 0-1 0 0,6-4 0 0 0,-4 5 107 0 0,0 0 0 0 0,-1 1 0 0 0,2 0 0 0 0,-1 0 0 0 0,0 0 0 0 0,0 1 0 0 0,1 0 0 0 0,-1 0 0 0 0,1 1 0 0 0,0-1 0 0 0,0 2 0 0 0,-1-1 0 0 0,9 1-1 0 0,-13 0-129 0 0,1 0-1 0 0,0 0 1 0 0,-1 1-1 0 0,1-1 0 0 0,-1 1 1 0 0,1 0-1 0 0,0 0 0 0 0,-1 0 1 0 0,0 0-1 0 0,1 0 0 0 0,-1 0 1 0 0,0 1-1 0 0,1-1 0 0 0,-1 1 1 0 0,0 0-1 0 0,0-1 1 0 0,0 1-1 0 0,-1 0 0 0 0,1 0 1 0 0,0 0-1 0 0,-1 1 0 0 0,1-1 1 0 0,-1 0-1 0 0,0 1 0 0 0,1-1 1 0 0,-1 0-1 0 0,0 1 0 0 0,-1-1 1 0 0,1 1-1 0 0,0 0 1 0 0,-1-1-1 0 0,1 1 0 0 0,-1 0 1 0 0,0-1-1 0 0,0 4 0 0 0,-1 33 232 0 0,-2 0 0 0 0,-2 0-1 0 0,-1 0 1 0 0,-2-1 0 0 0,-20 59 0 0 0,19-73 598 0 0,6-19-468 0 0,1 0 0 0 0,0 0 0 0 0,1 0 1 0 0,-1 0-1 0 0,1 0 0 0 0,0 0 0 0 0,0 7 0 0 0,1-11-422 0 0,0-1 0 0 0,0 0-1 0 0,1 1 1 0 0,-1-1 0 0 0,0 0 0 0 0,1 1 0 0 0,-1-1 0 0 0,0 0-1 0 0,1 0 1 0 0,-1 1 0 0 0,0-1 0 0 0,1 0 0 0 0,-1 0 0 0 0,1 0-1 0 0,-1 1 1 0 0,0-1 0 0 0,1 0 0 0 0,-1 0 0 0 0,1 0 0 0 0,-1 0 0 0 0,0 0-1 0 0,1 0 1 0 0,-1 0 0 0 0,1 0 0 0 0,-1 0 0 0 0,1 0 0 0 0,-1 0-1 0 0,0 0 1 0 0,1 0 0 0 0,-1 0 0 0 0,1 0 0 0 0,-1-1 0 0 0,0 1-1 0 0,1 0 1 0 0,-1 0 0 0 0,1-1 0 0 0,20-5-408 0 0,-17 5 370 0 0,72-31-2172 0 0,-58 25 1367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5 108 10594 0 0,'0'0'44'0'0,"-1"-1"-1"0"0,1 1 1 0 0,0 0-1 0 0,-1-1 1 0 0,1 1-1 0 0,0-1 0 0 0,-1 1 1 0 0,1-1-1 0 0,0 1 1 0 0,0-1-1 0 0,-1 1 1 0 0,1-1-1 0 0,0 1 1 0 0,0-1-1 0 0,0 1 0 0 0,0-1 1 0 0,0 1-1 0 0,0-1 1 0 0,0 0-1 0 0,0 1 1 0 0,0-1-1 0 0,0 1 1 0 0,0-1-1 0 0,0 1 0 0 0,0-1 1 0 0,1 1-1 0 0,-1-1 1 0 0,0 1-1 0 0,1-1 1 0 0,14-16 184 0 0,31-11-1013 0 0,-39 24 693 0 0,4-3-399 0 0,1 1 1 0 0,-1 1-1 0 0,1 0 1 0 0,0 0-1 0 0,0 1 0 0 0,0 1 1 0 0,0 0-1 0 0,1 1 0 0 0,15-1 1 0 0,-19 4 436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28 141 10594 0 0,'-12'1'532'0'0,"-3"-2"1028"0"0,15 1-1504 0 0,0 0-1 0 0,0-1 1 0 0,-1 1-1 0 0,1 0 1 0 0,0-1-1 0 0,0 1 1 0 0,0 0-1 0 0,0-1 1 0 0,0 1-1 0 0,0-1 1 0 0,0 1 0 0 0,0 0-1 0 0,0-1 1 0 0,0 1-1 0 0,0 0 1 0 0,0-1-1 0 0,0 1 1 0 0,1-1-1 0 0,-1 1 1 0 0,0 0-1 0 0,0-1 1 0 0,0 1-1 0 0,0 0 1 0 0,1-1-1 0 0,-1 1 1 0 0,0 0 0 0 0,0 0-1 0 0,1-1 1 0 0,-1 1-1 0 0,0 0 1 0 0,1 0-1 0 0,-1-1 1 0 0,0 1-1 0 0,0 0 1 0 0,1 0-1 0 0,-1 0 1 0 0,1-1-1 0 0,9-8-259 0 0,0 0-1 0 0,1 0 0 0 0,0 1 0 0 0,0 0 1 0 0,1 1-1 0 0,0 0 0 0 0,0 1 0 0 0,16-6 1 0 0,8-1-2064 0 0,64-15 1 0 0,-34 19-1979 0 0,-56 6 4138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9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1 7834 0 0,'-1'3'324'0'0,"-1"0"1"0"0,1 0-1 0 0,0 0 1 0 0,1 1-1 0 0,-1-1 1 0 0,0 0-1 0 0,1 6 1 0 0,-2 2-298 0 0,-21 73 754 0 0,-8 43 611 0 0,28-112-928 0 0,2-1 1 0 0,-1 0-1 0 0,2 1 0 0 0,0-1 0 0 0,0 1 0 0 0,5 23 0 0 0,-3-30-206 0 0,0 0 0 0 0,1 0-1 0 0,-1 0 1 0 0,2 0-1 0 0,-1-1 1 0 0,1 0 0 0 0,0 0-1 0 0,10 13 1 0 0,-13-18-260 0 0,1 0 0 0 0,-1 0 0 0 0,1-1 0 0 0,0 1 0 0 0,-1-1 0 0 0,1 1 0 0 0,0-1 0 0 0,0 0 1 0 0,0 0-1 0 0,0 0 0 0 0,0 0 0 0 0,0 0 0 0 0,1 0 0 0 0,-1 0 0 0 0,0-1 0 0 0,0 1 0 0 0,1-1 0 0 0,-1 0 1 0 0,0 0-1 0 0,1 1 0 0 0,-1-1 0 0 0,0-1 0 0 0,1 1 0 0 0,-1 0 0 0 0,0-1 0 0 0,0 1 0 0 0,1-1 0 0 0,-1 1 1 0 0,0-1-1 0 0,0 0 0 0 0,0 0 0 0 0,0 0 0 0 0,0 0 0 0 0,0-1 0 0 0,3-2 0 0 0,6-4-799 0 0,-1 0-1 0 0,0-1 1 0 0,0-1-1 0 0,13-17 1 0 0,-10 9-4399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32 13827 0 0,'-6'-7'608'0'0,"5"3"128"0"0,1 1-584 0 0,0 1-152 0 0,1 0 0 0 0,1 0 0 0 0,0 1-136 0 0,1-1-56 0 0,3-2-16 0 0,1 1 0 0 0,1 1-592 0 0,-1 4-128 0 0,-1 0-16 0 0,-1 3-9 0 0,0 2 745 0 0,-1-2 208 0 0,-1 0-80 0 0,1-1 80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1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 2761 0 0,'1'-3'266'0'0,"15"-28"12016"0"0,-18 91-11461 0 0,2 0 1 0 0,3 0 0 0 0,14 80 0 0 0,-14-117-878 0 0,-2-10-266 0 0,1 0 0 0 0,0 0 0 0 0,1 0 0 0 0,0-1 0 0 0,1 1 0 0 0,0-1-1 0 0,8 15 1 0 0,-9-23-902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2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0,'-1'3'42'0'0,"1"0"-1"0"0,-1 1 1 0 0,0-1-1 0 0,1 0 1 0 0,0 1-1 0 0,0-1 0 0 0,0 1 1 0 0,0-1-1 0 0,1 7 1 0 0,0 7 638 0 0,-13 95 2890 0 0,5-60-2067 0 0,3 0-1 0 0,2 79 1 0 0,8 16-1876 0 0,-5-50-3171 0 0,-1-77 2305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1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26 216 4145 0 0,'-3'-4'94'0'0,"1"1"1"0"0,-1-1-1 0 0,0 0 0 0 0,1 0 1 0 0,0 0-1 0 0,0 0 0 0 0,0 0 1 0 0,1-1-1 0 0,-1 1 1 0 0,1-1-1 0 0,0 1 0 0 0,0-1 1 0 0,1 1-1 0 0,0-1 0 0 0,-1 1 1 0 0,1-1-1 0 0,1 0 1 0 0,-1 1-1 0 0,1-1 0 0 0,-1 1 1 0 0,1-1-1 0 0,3-7 0 0 0,-1 6-4 0 0,-1 1 0 0 0,1 0 0 0 0,0 0 0 0 0,0 1 0 0 0,1-1 0 0 0,0 1 0 0 0,-1 0 0 0 0,1-1 0 0 0,1 2 0 0 0,-1-1 0 0 0,0 0 0 0 0,1 1 0 0 0,0 0 0 0 0,0 0 0 0 0,0 0 0 0 0,0 1-1 0 0,0 0 1 0 0,8-3 0 0 0,19-5 644 0 0,50-9 0 0 0,-74 17-644 0 0,1 1-1 0 0,-1 0 1 0 0,0 1-1 0 0,0 0 1 0 0,0 0 0 0 0,1 0-1 0 0,-1 1 1 0 0,0 0 0 0 0,0 1-1 0 0,0 0 1 0 0,0 0-1 0 0,9 5 1 0 0,-13-5-94 0 0,-1 0 0 0 0,0 0 0 0 0,0 0-1 0 0,0 1 1 0 0,0-1 0 0 0,0 1 0 0 0,-1 0 0 0 0,1 0 0 0 0,-1 0 0 0 0,1 0-1 0 0,-1 0 1 0 0,0 0 0 0 0,-1 1 0 0 0,1-1 0 0 0,1 6 0 0 0,0-2-34 0 0,-2 0 0 0 0,1 0 1 0 0,-1 1-1 0 0,0-1 0 0 0,-1 0 1 0 0,0 1-1 0 0,-1 12 0 0 0,0-7 21 0 0,-1 0-1 0 0,-1 0 1 0 0,0-1 0 0 0,-1 1-1 0 0,-1-1 1 0 0,1 0 0 0 0,-2-1-1 0 0,0 1 1 0 0,-7 10-1 0 0,2-6 136 0 0,-1-1-1 0 0,-1 0 0 0 0,0-1 0 0 0,-1 0 1 0 0,-1-2-1 0 0,0 1 0 0 0,0-2 0 0 0,-1 0 1 0 0,-1-1-1 0 0,0 0 0 0 0,-18 6 0 0 0,29-15 39 0 0,11-4-58 0 0,11-5 321 0 0,131-12 2519 0 0,-131 19-2652 0 0,0 1 0 0 0,1 0 0 0 0,-1 1 0 0 0,0 1 1 0 0,0 1-1 0 0,32 9 0 0 0,-39-8-464 0 0,-1 0 1 0 0,1 1-1 0 0,-1 0 1 0 0,0 1-1 0 0,14 11 1 0 0,10 8-3718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5065 0 0,'1'0'122'0'0,"1"-1"0"0"0,-1 1-1 0 0,1 0 1 0 0,0 0 0 0 0,-1 0 0 0 0,1 0 0 0 0,0 0-1 0 0,-1 0 1 0 0,1 1 0 0 0,-1-1 0 0 0,1 0-1 0 0,0 1 1 0 0,-1-1 0 0 0,1 1 0 0 0,-1 0 0 0 0,1-1-1 0 0,-1 1 1 0 0,2 1 0 0 0,-1 1 155 0 0,0-1 0 0 0,0 1 0 0 0,-1 0 0 0 0,1-1 1 0 0,-1 1-1 0 0,0 0 0 0 0,0 0 0 0 0,0 0 0 0 0,0 0 0 0 0,0 1 0 0 0,-1-1 1 0 0,1 0-1 0 0,-1 0 0 0 0,0 0 0 0 0,0 0 0 0 0,0 4 0 0 0,-9 61 2198 0 0,3-33-1387 0 0,-3 147 1739 0 0,8-60-5058 0 0,1-89-3664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45 11522 0 0,'-2'-2'387'0'0,"0"-1"0"0"0,0 0-1 0 0,0 0 1 0 0,0 0 0 0 0,0 0-1 0 0,1 0 1 0 0,0 0 0 0 0,-2-4-1 0 0,3 7-383 0 0,0-1 1 0 0,0 1-1 0 0,-1 0 0 0 0,1-1 0 0 0,0 1 1 0 0,0 0-1 0 0,0-1 0 0 0,0 1 0 0 0,0-1 1 0 0,0 1-1 0 0,-1 0 0 0 0,1-1 0 0 0,0 1 1 0 0,0-1-1 0 0,0 1 0 0 0,0 0 0 0 0,1-1 1 0 0,-1 1-1 0 0,0-1 0 0 0,0 1 0 0 0,0 0 1 0 0,0-1-1 0 0,0 1 0 0 0,0-1 0 0 0,1 1 1 0 0,-1 0-1 0 0,0-1 0 0 0,0 1 0 0 0,0 0 1 0 0,1-1-1 0 0,-1 1 0 0 0,0 0 0 0 0,1-1 1 0 0,-1 1-1 0 0,0 0 0 0 0,1 0 0 0 0,-1 0 1 0 0,0-1-1 0 0,1 1 0 0 0,-1 0 0 0 0,0 0 1 0 0,1 0-1 0 0,-1 0 0 0 0,1-1 0 0 0,-1 1 1 0 0,0 0-1 0 0,1 0 0 0 0,-1 0 0 0 0,1 0 1 0 0,-1 0-1 0 0,0 0 0 0 0,1 0 0 0 0,-1 0 1 0 0,1 0-1 0 0,-1 0 0 0 0,0 1 0 0 0,1-1 1 0 0,-1 0-1 0 0,1 0 0 0 0,-1 0 0 0 0,0 0 1 0 0,1 0-1 0 0,-1 1 0 0 0,0-1 0 0 0,1 0 1 0 0,-1 0-1 0 0,1 1 0 0 0,0 0-305 0 0,0 0-1 0 0,0 0 1 0 0,0 0-1 0 0,1 1 0 0 0,-1-1 1 0 0,0 0-1 0 0,-1 0 1 0 0,1 1-1 0 0,0-1 1 0 0,0 0-1 0 0,-1 1 0 0 0,1-1 1 0 0,0 1-1 0 0,-1-1 1 0 0,0 1-1 0 0,1-1 1 0 0,-1 1-1 0 0,0 0 1 0 0,0-1-1 0 0,0 1 0 0 0,0-1 1 0 0,0 1-1 0 0,0 1 1 0 0,0 8-3155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10594 0 0,'0'-5'3392'0'0,"0"5"-3323"0"0,21-1-1196 0 0,-19 1 1038 0 0,0 0-1 0 0,0 0 1 0 0,0 0-1 0 0,0 0 1 0 0,0 1-1 0 0,0-1 1 0 0,0 0-1 0 0,0 1 0 0 0,0 0 1 0 0,0-1-1 0 0,0 1 1 0 0,0 0-1 0 0,0 0 1 0 0,-1 0-1 0 0,1 0 1 0 0,0 1-1 0 0,-1-1 1 0 0,1 0-1 0 0,-1 1 1 0 0,1-1-1 0 0,-1 1 1 0 0,2 1-1 0 0,-3 0 79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9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9218 0 0,'-4'2'290'0'0,"0"-1"0"0"0,0 1 0 0 0,1 0 1 0 0,-1 0-1 0 0,1 0 0 0 0,0 1 0 0 0,-1-1 0 0 0,1 1 0 0 0,0-1 0 0 0,-4 7 0 0 0,3-3-667 0 0,1 0 0 0 0,0 1 0 0 0,0-1-1 0 0,-4 14 1 0 0,4-10-977 0 0,-16 45 1183 0 0,12-39 159 0 0</inkml:trace>
  <inkml:trace contextRef="#ctx0" brushRef="#br0" timeOffset="1">39 584 10594 0 0,'-3'1'472'0'0,"-1"-1"96"0"0,3 2-455 0 0,-1-2-113 0 0,4 2 64 0 0,-2 0-64 0 0,0-1 0 0 0,0 1-385 0 0,-7 26-1303 0 0,1-18 1688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5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318 55 6449 0 0,'1'-18'1284'0'0,"0"16"-1081"0"0,-1-1 1 0 0,0 0 0 0 0,0 0-1 0 0,0 0 1 0 0,0 0 0 0 0,0 1-1 0 0,0-1 1 0 0,-1 0 0 0 0,0-3-1 0 0,1 5-163 0 0,-1 1-1 0 0,1-1 0 0 0,0 1 0 0 0,0 0 0 0 0,-1-1 0 0 0,1 1 1 0 0,0 0-1 0 0,-1 0 0 0 0,1-1 0 0 0,0 1 0 0 0,-1 0 1 0 0,1 0-1 0 0,0-1 0 0 0,-1 1 0 0 0,1 0 0 0 0,-1 0 0 0 0,1 0 1 0 0,0 0-1 0 0,-1 0 0 0 0,1 0 0 0 0,-1-1 0 0 0,1 1 0 0 0,0 0 1 0 0,-1 0-1 0 0,1 0 0 0 0,-1 1 0 0 0,-21 7 1274 0 0,9 2-809 0 0,-1 0 0 0 0,1 0 0 0 0,1 1 0 0 0,0 1-1 0 0,0 0 1 0 0,-17 26 0 0 0,-53 90 745 0 0,69-104-913 0 0,6-14-265 0 0,4-5-22 0 0,-1 0-1 0 0,1 1 1 0 0,0-1 0 0 0,1 1 0 0 0,-1-1 0 0 0,1 1 0 0 0,0 0-1 0 0,1 0 1 0 0,-1 0 0 0 0,0 7 0 0 0,3-13-60 0 0,-1 1 0 0 0,0-1 0 0 0,1 1 0 0 0,-1 0 0 0 0,0-1 0 0 0,1 1 0 0 0,-1-1 0 0 0,1 1 0 0 0,-1-1 0 0 0,1 0 0 0 0,-1 1 0 0 0,1-1 0 0 0,-1 0 0 0 0,1 1 0 0 0,-1-1 0 0 0,1 0 0 0 0,-1 1 0 0 0,1-1 0 0 0,0 0 0 0 0,-1 0 0 0 0,1 0 0 0 0,0 0 0 0 0,-1 1 0 0 0,1-1 0 0 0,-1 0 0 0 0,2 0 0 0 0,24 2-525 0 0,-16-1 329 0 0,13 3 174 0 0,0 0 1 0 0,-1 2-1 0 0,0 0 0 0 0,0 2 1 0 0,-1 1-1 0 0,0 0 1 0 0,0 1-1 0 0,-1 2 1 0 0,0 0-1 0 0,-1 1 1 0 0,-1 0-1 0 0,0 2 1 0 0,0 0-1 0 0,20 25 0 0 0,-36-38 40 0 0,-1 0-1 0 0,1 0 0 0 0,-1 1 1 0 0,0-1-1 0 0,0 0 0 0 0,0 0 1 0 0,0 1-1 0 0,0-1 0 0 0,0 1 1 0 0,-1-1-1 0 0,1 1 0 0 0,-1-1 1 0 0,1 1-1 0 0,-1-1 0 0 0,0 1 1 0 0,0 0-1 0 0,-1 2 0 0 0,0 1 54 0 0,0-1-1 0 0,0 0 0 0 0,-1 0 1 0 0,0 0-1 0 0,0 0 0 0 0,0 0 1 0 0,-1-1-1 0 0,-3 6 0 0 0,-1 0 99 0 0,-1 0-1 0 0,0 0 1 0 0,-1 0 0 0 0,0-1-1 0 0,-1 0 1 0 0,-12 9 0 0 0,-7-1 146 0 0,0-2 0 0 0,-1 0 0 0 0,-1-2 0 0 0,0-1 1 0 0,-34 8-1 0 0,-3 2-1831 0 0,3 3-3280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266 96 5529 0 0,'-4'-13'1117'0'0,"2"4"-562"0"0,-1 1-1 0 0,0-1 1 0 0,0 1 0 0 0,-1 0-1 0 0,0 0 1 0 0,-6-8-1 0 0,9 14-502 0 0,-1 1-1 0 0,1 0 1 0 0,0-1-1 0 0,-1 1 1 0 0,1 0-1 0 0,0 0 0 0 0,-1 0 1 0 0,1 0-1 0 0,-1 0 1 0 0,0 0-1 0 0,1 0 1 0 0,-1 1-1 0 0,0-1 0 0 0,1 1 1 0 0,-1-1-1 0 0,0 1 1 0 0,0 0-1 0 0,0-1 1 0 0,1 1-1 0 0,-1 0 0 0 0,0 0 1 0 0,0 0-1 0 0,0 1 1 0 0,1-1-1 0 0,-1 0 1 0 0,0 1-1 0 0,0-1 0 0 0,1 1 1 0 0,-1-1-1 0 0,0 1 1 0 0,1 0-1 0 0,-1 0 1 0 0,0 0-1 0 0,1 0 0 0 0,-1 0 1 0 0,1 0-1 0 0,-2 1 1 0 0,-5 5 243 0 0,-1 0 0 0 0,1 1 0 0 0,0 0 0 0 0,0 0 1 0 0,1 0-1 0 0,1 1 0 0 0,-1 0 0 0 0,-7 15 1 0 0,-36 84 1048 0 0,41-87-1243 0 0,2-4-52 0 0,1-1 0 0 0,0 1 0 0 0,2 1 1 0 0,0-1-1 0 0,1 1 0 0 0,0-1 0 0 0,2 1 0 0 0,0 0 0 0 0,1 0 0 0 0,3 28 1 0 0,-1-36-29 0 0,0-1 0 0 0,0 1 0 0 0,1 0 0 0 0,0-1 0 0 0,1 0 0 0 0,0 0 0 0 0,0 0 1 0 0,1 0-1 0 0,0-1 0 0 0,1 1 0 0 0,0-1 0 0 0,0-1 0 0 0,1 1 0 0 0,-1-1 0 0 0,2 0 1 0 0,-1-1-1 0 0,1 1 0 0 0,0-2 0 0 0,0 1 0 0 0,14 6 0 0 0,-16-9-2 0 0,0 0 1 0 0,0 0-1 0 0,1-1 1 0 0,-1 0-1 0 0,1 0 0 0 0,-1-1 1 0 0,1 0-1 0 0,-1 0 1 0 0,1-1-1 0 0,0 1 0 0 0,-1-1 1 0 0,1-1-1 0 0,0 1 1 0 0,8-3-1 0 0,-11 2 3 0 0,-1 0 0 0 0,1-1 0 0 0,-1 1 1 0 0,1-1-1 0 0,-1 0 0 0 0,0 0 0 0 0,0 0 0 0 0,0 0 0 0 0,0-1 0 0 0,0 1 0 0 0,0-1 0 0 0,-1 0 1 0 0,1 1-1 0 0,-1-1 0 0 0,0-1 0 0 0,1 1 0 0 0,-2 0 0 0 0,1 0 0 0 0,0-1 0 0 0,-1 1 1 0 0,1-1-1 0 0,-1 1 0 0 0,0-1 0 0 0,0 0 0 0 0,0 0 0 0 0,0-5 0 0 0,-1 2-33 0 0,1 0-1 0 0,-1 1 1 0 0,-1-1-1 0 0,1 1 1 0 0,-1-1-1 0 0,0 0 1 0 0,-1 1-1 0 0,1-1 1 0 0,-1 1 0 0 0,0 0-1 0 0,-1 0 1 0 0,0 0-1 0 0,0 0 1 0 0,0 0-1 0 0,-5-6 1 0 0,6 9-38 0 0,0 1 0 0 0,0-1 1 0 0,0 1-1 0 0,-1 0 0 0 0,1 0 1 0 0,0 0-1 0 0,-1 0 0 0 0,0 0 1 0 0,1 0-1 0 0,-1 1 1 0 0,0-1-1 0 0,0 1 0 0 0,0 0 1 0 0,0 0-1 0 0,0 0 0 0 0,0 0 1 0 0,0 0-1 0 0,0 1 0 0 0,0-1 1 0 0,0 1-1 0 0,-1 0 0 0 0,1 0 1 0 0,0 0-1 0 0,0 1 0 0 0,0-1 1 0 0,0 1-1 0 0,-1-1 0 0 0,1 1 1 0 0,0 0-1 0 0,0 0 1 0 0,0 1-1 0 0,1-1 0 0 0,-4 2 1 0 0,-14 9-945 0 0,0 0 0 0 0,1 1 0 0 0,0 1 0 0 0,1 0 1 0 0,1 2-1 0 0,-20 21 0 0 0,21-17-2700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37 100 5985 0 0,'-28'-3'1730'0'0,"20"0"502"0"0,18-2-1067 0 0,194-30 3217 0 0,-80 16-3531 0 0,-87 11-1166 0 0,52-19 0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2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 61 6913 0 0,'-2'-23'1042'0'0,"2"20"-929"0"0,0 0 0 0 0,0-1 0 0 0,0 1 0 0 0,0 0 0 0 0,-1 0 0 0 0,0 0 0 0 0,1 0 0 0 0,-2-3 0 0 0,1 5-91 0 0,1 1 1 0 0,0-1-1 0 0,0 1 1 0 0,-1 0 0 0 0,1-1-1 0 0,0 1 1 0 0,-1-1 0 0 0,1 1-1 0 0,0 0 1 0 0,-1 0-1 0 0,1-1 1 0 0,-1 1 0 0 0,1 0-1 0 0,0 0 1 0 0,-1-1 0 0 0,1 1-1 0 0,-1 0 1 0 0,1 0 0 0 0,-1 0-1 0 0,1 0 1 0 0,-1 0-1 0 0,1 0 1 0 0,-1 0 0 0 0,-18 6 620 0 0,2 8 110 0 0,1-1-1 0 0,0 2 0 0 0,1 0 1 0 0,1 1-1 0 0,0 1 0 0 0,-19 31 1 0 0,10-17-423 0 0,2-3-66 0 0,-39 55 555 0 0,53-71-606 0 0,0 0 0 0 0,1 0 0 0 0,0 0 0 0 0,1 1 0 0 0,-5 15 0 0 0,10-26-218 0 0,0 0 1 0 0,0 1 0 0 0,0-1-1 0 0,0 0 1 0 0,0 0 0 0 0,0 0-1 0 0,1 0 1 0 0,-1 1-1 0 0,1-1 1 0 0,-1 0 0 0 0,1 0-1 0 0,0 0 1 0 0,0 0-1 0 0,0 0 1 0 0,0 0 0 0 0,0 0-1 0 0,0-1 1 0 0,1 1-1 0 0,-1 0 1 0 0,1 0 0 0 0,-1-1-1 0 0,1 1 1 0 0,-1-1 0 0 0,1 0-1 0 0,0 1 1 0 0,4 1-1 0 0,6 4-219 0 0,0 0 0 0 0,1-1 1 0 0,15 6-1 0 0,-11-5 192 0 0,-4-1 18 0 0,0 0 1 0 0,0 1-1 0 0,0 0 0 0 0,20 17 0 0 0,-31-22 35 0 0,1 0 0 0 0,0 0 0 0 0,-1 1 0 0 0,1 0 0 0 0,-1-1 0 0 0,0 1 0 0 0,0 0 0 0 0,0 0 0 0 0,0 0 0 0 0,-1 0 0 0 0,1 1 0 0 0,-1-1 0 0 0,0 0 0 0 0,0 1 0 0 0,0-1 0 0 0,0 0 1 0 0,0 1-1 0 0,-1-1 0 0 0,0 1 0 0 0,0-1 0 0 0,0 1 0 0 0,0 0 0 0 0,0-1 0 0 0,-1 1 0 0 0,0 3 0 0 0,-4 8 17 0 0,-1 0 1 0 0,0 0 0 0 0,-1 0-1 0 0,0-1 1 0 0,-1 0-1 0 0,-1 0 1 0 0,-1-1 0 0 0,1 0-1 0 0,-2-1 1 0 0,0 0-1 0 0,0-1 1 0 0,-1 0 0 0 0,-1-1-1 0 0,0 0 1 0 0,0-1 0 0 0,-1 0-1 0 0,-18 8 1 0 0,18-10-407 0 0,0-1 1 0 0,-1-1-1 0 0,0 0 1 0 0,-1-1-1 0 0,1 0 1 0 0,-22 1-1 0 0,28-3-818 0 0,2-1-207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 0 11979 0 0,'2'3'121'0'0,"1"1"1"0"0,-1-1-1 0 0,0 1 1 0 0,0-1 0 0 0,0 1-1 0 0,0 0 1 0 0,-1-1 0 0 0,1 1-1 0 0,0 7 1 0 0,-1-2-189 0 0,0 0 0 0 0,-1 0 1 0 0,0 0-1 0 0,0 1 0 0 0,-1-1 1 0 0,0 0-1 0 0,-1 0 0 0 0,0 0 1 0 0,-1 0-1 0 0,1 0 0 0 0,-2 0 1 0 0,-4 10-1 0 0,-8 12-72 0 0,-35 53 1 0 0,44-73 445 0 0,-1-2 0 0 0,0 1 0 0 0,0-1 0 0 0,-1 0 0 0 0,0 0 1 0 0,-1-1-1 0 0,-11 7 0 0 0,17-12-312 0 0,0 0 0 0 0,0-1 0 0 0,-1 1 0 0 0,1-1 0 0 0,-1 0 0 0 0,1 0-1 0 0,-1-1 1 0 0,0 0 0 0 0,0 1 0 0 0,0-2 0 0 0,1 1 0 0 0,-1 0 0 0 0,0-1 0 0 0,0 0 0 0 0,0 0 0 0 0,0-1 0 0 0,0 1 0 0 0,0-1 0 0 0,0 0 0 0 0,-8-3 0 0 0,9 2-73 0 0,0-1-1 0 0,0 0 1 0 0,0 0 0 0 0,1 0 0 0 0,-1 0-1 0 0,1 0 1 0 0,0-1 0 0 0,0 0 0 0 0,0 1 0 0 0,1-1-1 0 0,-1 0 1 0 0,1 0 0 0 0,0-1 0 0 0,0 1-1 0 0,0 0 1 0 0,1-1 0 0 0,-1 1 0 0 0,1-1 0 0 0,0 1-1 0 0,0-1 1 0 0,1 0 0 0 0,0-7 0 0 0,-2-8-30 0 0,2-1 0 0 0,1 0 0 0 0,5-35 0 0 0,-5 51 111 0 0,0 0 0 0 0,0 0 1 0 0,1 1-1 0 0,-1-1 0 0 0,1 0 1 0 0,0 1-1 0 0,1 0 0 0 0,-1-1 0 0 0,1 1 1 0 0,0 0-1 0 0,0 0 0 0 0,0 0 1 0 0,0 0-1 0 0,0 1 0 0 0,1 0 1 0 0,0-1-1 0 0,0 1 0 0 0,0 0 1 0 0,0 1-1 0 0,0-1 0 0 0,1 1 1 0 0,-1 0-1 0 0,1 0 0 0 0,-1 0 1 0 0,1 0-1 0 0,0 1 0 0 0,0 0 1 0 0,0 0-1 0 0,0 0 0 0 0,-1 1 0 0 0,7 0 1 0 0,-4-1 48 0 0,0 1 1 0 0,-1 1 0 0 0,1-1-1 0 0,0 1 1 0 0,0 0-1 0 0,-1 1 1 0 0,1 0 0 0 0,-1 0-1 0 0,1 0 1 0 0,-1 1 0 0 0,0 0-1 0 0,0 0 1 0 0,0 0-1 0 0,0 1 1 0 0,-1 0 0 0 0,1 0-1 0 0,-1 0 1 0 0,0 1-1 0 0,0 0 1 0 0,-1 0 0 0 0,1 0-1 0 0,4 8 1 0 0,-2 1 90 0 0,-2 0 1 0 0,1 0-1 0 0,-2 0 1 0 0,0 1-1 0 0,-1 0 1 0 0,0-1 0 0 0,-1 1-1 0 0,-1 0 1 0 0,0 0-1 0 0,-1 0 1 0 0,0 0-1 0 0,-2 0 1 0 0,0 0-1 0 0,-5 21 1 0 0,-3 6-545 0 0,-2-2 0 0 0,-2 0 0 0 0,-36 73 0 0 0,45-106-736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9362 0 0,'5'-1'100'0'0,"-1"0"0"0"0,1-1 0 0 0,-1 1 0 0 0,0-1 0 0 0,0 0 0 0 0,1-1 0 0 0,-1 1 0 0 0,-1-1 0 0 0,7-4 0 0 0,7-5-68 0 0,-14 10-27 0 0,18-10-469 0 0,-1 0 0 0 0,2 2-1 0 0,-1 0 1 0 0,31-9 0 0 0,-45 17-2437 0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79 8754 0 0,'-11'11'2969'0'0,"42"-31"173"0"0,-18 11-4060 0 0,7 0 17 0 0,1 1 0 0 0,-1 1 0 0 0,1 0-1 0 0,0 2 1 0 0,1 1 0 0 0,-1 0 0 0 0,26 0 0 0 0,17-4 511 0 0,-43 3 379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4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 8754 0 0,'-1'0'57'0'0,"1"0"1"0"0,-1 0-1 0 0,1 0 0 0 0,-1 0 1 0 0,0 0-1 0 0,1 0 0 0 0,-1 0 1 0 0,0 0-1 0 0,1 0 0 0 0,-1 1 1 0 0,1-1-1 0 0,-1 0 0 0 0,0 0 1 0 0,1 1-1 0 0,-1-1 1 0 0,1 0-1 0 0,-1 1 0 0 0,1-1 1 0 0,-1 1-1 0 0,1-1 0 0 0,-1 0 1 0 0,1 1-1 0 0,0-1 0 0 0,-1 1 1 0 0,1 0-1 0 0,-1-1 0 0 0,1 2 1 0 0,-13 14 200 0 0,7-4 156 0 0,-1 1-1 0 0,1 0 1 0 0,1 0-1 0 0,1 1 1 0 0,-1 0 0 0 0,-1 15-1 0 0,-10 86 1932 0 0,14-90-1864 0 0,0 1 0 0 0,2-1 0 0 0,2 1 0 0 0,0-1 0 0 0,9 40 0 0 0,-8-52-305 0 0,0 0-1 0 0,1 0 1 0 0,1 0 0 0 0,0 0-1 0 0,1 0 1 0 0,1-1 0 0 0,0 0 0 0 0,0-1-1 0 0,1 0 1 0 0,0 0 0 0 0,20 19-1 0 0,-26-28-213 0 0,0 0-1 0 0,0-1 1 0 0,0 1-1 0 0,1-1 1 0 0,-1 1-1 0 0,0-1 1 0 0,1 0-1 0 0,-1 0 1 0 0,1 0-1 0 0,-1-1 0 0 0,1 1 1 0 0,-1-1-1 0 0,1 1 1 0 0,0-1-1 0 0,-1 0 1 0 0,5 0-1 0 0,-4 0-213 0 0,-1 0-1 0 0,0-1 1 0 0,0 1-1 0 0,1-1 1 0 0,-1 0 0 0 0,0 0-1 0 0,0 0 1 0 0,0 0-1 0 0,0 0 1 0 0,0 0-1 0 0,0 0 1 0 0,2-2 0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23 2761 0 0,'-3'-20'8455'0'0,"3"19"-8126"0"0,10-1 751 0 0,-9 2-1184 0 0,3 7-1999 0 0,-3-4 1940 0 0,0 0-1 0 0,0 0 1 0 0,0-1 0 0 0,0 1 0 0 0,0 0 0 0 0,-1 0-1 0 0,1 0 1 0 0,-1 0 0 0 0,0 0 0 0 0,0 0 0 0 0,0 0-1 0 0,0 0 1 0 0,-1 0 0 0 0,0 5 0 0 0,-2-1 163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4.7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 6913 0 0,'-6'-2'2311'0'0,"-3"8"1372"0"0,3 4-3111 0 0,0 0 0 0 0,1 1 0 0 0,0-1 1 0 0,1 1-1 0 0,0 0 0 0 0,1 0 0 0 0,0 1 1 0 0,1-1-1 0 0,-2 22 0 0 0,1 6-304 0 0,3 66-1 0 0,8-42-3296 0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12 139 2304 0 0,'5'35'-1080'0'0,"-12"11"1945"0"0,3-25 526 0 0,1 0 0 0 0,1 1 1 0 0,2 33-1 0 0,0-50-1214 0 0,0 0 1 0 0,1 0-1 0 0,0 0 0 0 0,0 0 1 0 0,0 0-1 0 0,1 0 0 0 0,-1-1 1 0 0,1 1-1 0 0,0 0 0 0 0,1-1 1 0 0,-1 0-1 0 0,1 1 1 0 0,0-1-1 0 0,0 0 0 0 0,0-1 1 0 0,0 1-1 0 0,1 0 0 0 0,0-1 1 0 0,-1 0-1 0 0,8 5 0 0 0,-8-7-165 0 0,1 1 0 0 0,-1-1 0 0 0,0 0 0 0 0,1 0 0 0 0,-1-1 0 0 0,1 1 0 0 0,-1-1 0 0 0,1 1 0 0 0,-1-1 0 0 0,1 0 0 0 0,0 0 0 0 0,-1-1 0 0 0,1 1 0 0 0,-1-1 0 0 0,1 0 0 0 0,-1 0 0 0 0,0 0 0 0 0,1 0 0 0 0,-1 0 0 0 0,0-1 0 0 0,0 0 0 0 0,0 0 0 0 0,0 1 0 0 0,4-5 0 0 0,7-4 80 0 0,-1 0 0 0 0,0-2-1 0 0,18-20 1 0 0,-14 14-215 0 0,-1-1 0 0 0,-1-1 1 0 0,-1 0-1 0 0,-1-1 0 0 0,-1-1 0 0 0,19-44 0 0 0,-29 60-2 0 0,-1-1 0 0 0,0 1 0 0 0,0 0 0 0 0,0-1 0 0 0,-1 0-1 0 0,0 1 1 0 0,0-1 0 0 0,-1 1 0 0 0,1-1 0 0 0,-2 1 0 0 0,1 0 0 0 0,-5-13 0 0 0,5 14 55 0 0,-1 0 0 0 0,0 0 0 0 0,-1 1 0 0 0,1-1 0 0 0,-1 1 0 0 0,0-1 0 0 0,0 1 0 0 0,0 0 0 0 0,-1 0 0 0 0,1 0 0 0 0,-1 1 0 0 0,0-1 1 0 0,0 1-1 0 0,-1 0 0 0 0,1 0 0 0 0,-8-3 0 0 0,0 2-322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5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9 14283 0 0,'-1'0'-21'0'0,"1"-1"0"0"0,0 1 0 0 0,-1-1 0 0 0,1 1 0 0 0,0-1 0 0 0,-1 1 0 0 0,1-1 0 0 0,-1 1 0 0 0,1-1 0 0 0,0 1 0 0 0,-1 0 0 0 0,1-1 0 0 0,-1 1 0 0 0,1 0 0 0 0,-1-1 0 0 0,0 1 0 0 0,1 0 0 0 0,-1 0 0 0 0,1 0-1 0 0,-1-1 1 0 0,1 1 0 0 0,-1 0 0 0 0,0 0 0 0 0,1 0 0 0 0,-1 0 0 0 0,0 0 0 0 0,1 15-1656 0 0,1 5 2098 0 0,-3 83 1429 0 0,2 74 336 0 0,2-145-1909 0 0,1-1 1 0 0,2 0-1 0 0,13 48 0 0 0,-11-48-179 0 0,-6-24-392 0 0,0 0-1 0 0,1 0 1 0 0,0-1 0 0 0,0 1 0 0 0,0 0-1 0 0,6 9 1 0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5 262 6913 0 0,'-2'-7'-203'0'0,"1"1"0"0"0,0-1-1 0 0,1 0 1 0 0,0 0 0 0 0,0 1-1 0 0,0-1 1 0 0,1 0 0 0 0,0 0-1 0 0,0 1 1 0 0,1-1-1 0 0,0 1 1 0 0,0-1 0 0 0,0 1-1 0 0,1-1 1 0 0,0 1 0 0 0,7-10-1 0 0,-3 4-114 0 0,0 0 1 0 0,2 1-1 0 0,-1 0 0 0 0,1 1 0 0 0,1 0 0 0 0,0 0 0 0 0,17-12 1 0 0,-20 17 770 0 0,1 0 0 0 0,0 0 1 0 0,0 0-1 0 0,1 1 0 0 0,-1 1 1 0 0,1 0-1 0 0,0 0 0 0 0,0 0 1 0 0,0 1-1 0 0,13-1 0 0 0,-18 2-317 0 0,0 1-1 0 0,-1 1 0 0 0,1-1 1 0 0,0 0-1 0 0,-1 1 0 0 0,1 0 0 0 0,-1 0 1 0 0,1 0-1 0 0,-1 0 0 0 0,1 0 1 0 0,-1 1-1 0 0,0 0 0 0 0,0 0 1 0 0,1-1-1 0 0,-1 2 0 0 0,0-1 1 0 0,-1 0-1 0 0,1 1 0 0 0,0-1 0 0 0,-1 1 1 0 0,0 0-1 0 0,1 0 0 0 0,-1 0 1 0 0,0 0-1 0 0,0 0 0 0 0,-1 0 1 0 0,1 0-1 0 0,-1 1 0 0 0,2 4 0 0 0,0 0-119 0 0,-1 1-1 0 0,0 0 0 0 0,0 0 0 0 0,-1 1 0 0 0,0-1 0 0 0,-1 0 1 0 0,0 0-1 0 0,0 0 0 0 0,-1 1 0 0 0,0-1 0 0 0,-1 0 0 0 0,0 0 1 0 0,0 0-1 0 0,-1 0 0 0 0,0-1 0 0 0,0 1 0 0 0,-7 11 0 0 0,-8 10 888 0 0,-1 0-1 0 0,-1-1 1 0 0,-27 30-1 0 0,39-49-384 0 0,6-8-443 0 0,0 0-1 0 0,1 0 0 0 0,-1 0 1 0 0,1 0-1 0 0,-1 0 0 0 0,1 0 1 0 0,0 1-1 0 0,0-1 0 0 0,0 0 1 0 0,0 1-1 0 0,0-1 0 0 0,1 0 1 0 0,-1 1-1 0 0,1-1 0 0 0,0 1 0 0 0,-1-1 1 0 0,1 1-1 0 0,0-1 0 0 0,0 1 1 0 0,1-1-1 0 0,-1 1 0 0 0,0-1 1 0 0,1 1-1 0 0,0-1 0 0 0,-1 1 1 0 0,1-1-1 0 0,0 0 0 0 0,3 5 1 0 0,-1-3 13 0 0,0 0 1 0 0,1 0-1 0 0,0 0 1 0 0,-1-1-1 0 0,1 1 1 0 0,1-1-1 0 0,-1 0 1 0 0,0 0-1 0 0,1-1 1 0 0,0 1-1 0 0,-1-1 0 0 0,1 0 1 0 0,6 2-1 0 0,2-1 29 0 0,0-1-1 0 0,0 0 1 0 0,1 0-1 0 0,-1-1 1 0 0,0-1-1 0 0,0 0 1 0 0,0-1-1 0 0,1-1 1 0 0,15-3-1 0 0,-5 1-1582 0 0,36-1-1 0 0,-46 5 532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0,'10'28'7341'0'0,"0"1"-5110"0"0,-7-20-2289 0 0,0 1 0 0 0,-1-1 1 0 0,-1 1-1 0 0,1 0 0 0 0,-1 15 1 0 0,-17 164 1420 0 0,0 1 94 0 0,16-172-5134 0 0,0-2-1300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76 5529 0 0,'1'-4'-6'0'0,"0"1"1"0"0,1 0-1 0 0,0 0 0 0 0,0-1 1 0 0,0 1-1 0 0,0 0 0 0 0,0 1 1 0 0,0-1-1 0 0,6-5 0 0 0,13-17 4508 0 0,-23 34-2300 0 0,-9 20-564 0 0,10-26-1692 0 0,-6 16 231 0 0,1 1-1 0 0,1-1 1 0 0,1 1 0 0 0,1 0-1 0 0,0 0 1 0 0,1 37-1 0 0,2-47-131 0 0,1-1 0 0 0,-1 1 0 0 0,2-1 0 0 0,-1 1 0 0 0,1-1 0 0 0,1 0-1 0 0,0 0 1 0 0,0 0 0 0 0,1 0 0 0 0,0-1 0 0 0,0 1 0 0 0,1-1 0 0 0,0 0 0 0 0,1 0 0 0 0,0-1-1 0 0,8 9 1 0 0,-12-14-49 0 0,-1-1-1 0 0,1 1 1 0 0,0-1-1 0 0,-1 0 1 0 0,1 0-1 0 0,0 0 1 0 0,0 0-1 0 0,0 0 1 0 0,0 0-1 0 0,0 0 1 0 0,0-1-1 0 0,0 1 1 0 0,0-1-1 0 0,1 1 1 0 0,-1-1-1 0 0,0 0 1 0 0,0 0-1 0 0,0 0 1 0 0,0 0-1 0 0,1 0 1 0 0,1-1-1 0 0,0 0 51 0 0,0-1 0 0 0,0 1 0 0 0,0-1 0 0 0,0 0 0 0 0,0 0 0 0 0,-1 0 0 0 0,1-1 0 0 0,-1 1 0 0 0,0-1 0 0 0,5-4 0 0 0,-1-1 130 0 0,0 1 0 0 0,-1-1-1 0 0,0-1 1 0 0,0 1 0 0 0,-1-1 0 0 0,0 0-1 0 0,-1 0 1 0 0,6-15 0 0 0,-8 13-34 0 0,0 1 0 0 0,0-1 0 0 0,-1 0 0 0 0,-1 0 0 0 0,0 0 0 0 0,0 0 0 0 0,-1 0 0 0 0,0 1 0 0 0,-1-1 0 0 0,0 0 0 0 0,-1 1 0 0 0,0-1 0 0 0,-8-17 0 0 0,7 20-240 0 0,0 1 0 0 0,0-1 0 0 0,0 1 0 0 0,-1 0 0 0 0,0 0 0 0 0,-1 0 0 0 0,1 1 1 0 0,-1 0-1 0 0,0 0 0 0 0,-1 0 0 0 0,0 1 0 0 0,0 0 0 0 0,0 0 0 0 0,0 1 0 0 0,-1 0 0 0 0,1 0 1 0 0,-1 1-1 0 0,-9-3 0 0 0,-2 2-6392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3.52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461 615 2761 0 0,'5'-100'463'0'0,"-3"76"92"0"0,0 0 1 0 0,-2-1-1 0 0,-5-44 0 0 0,5 68-524 0 0,0 0 0 0 0,0 0 0 0 0,0 0 0 0 0,0 0 0 0 0,0 0 0 0 0,0 0 0 0 0,0 0 0 0 0,-1 0 0 0 0,1-1 0 0 0,0 1 0 0 0,-1 0 0 0 0,1 0 0 0 0,-1 0 0 0 0,1 0 0 0 0,-1 1 0 0 0,1-1 0 0 0,-1 0 0 0 0,0 0 0 0 0,1 0 0 0 0,-1 0 0 0 0,0 1 0 0 0,0-1 0 0 0,0 0 0 0 0,0 1 0 0 0,0-1 0 0 0,0 0 0 0 0,0 1 0 0 0,1-1 0 0 0,-2 1 0 0 0,1 0 0 0 0,0-1 0 0 0,0 1 0 0 0,0 0 0 0 0,0 0 0 0 0,0-1 0 0 0,0 1 0 0 0,0 0 0 0 0,0 0 0 0 0,0 0 0 0 0,0 0 0 0 0,0 0 0 0 0,-1 1 0 0 0,1-1 0 0 0,0 0 0 0 0,0 0 0 0 0,0 1 0 0 0,0-1 0 0 0,0 1 0 0 0,0-1 0 0 0,0 1 0 0 0,0-1 0 0 0,0 1 0 0 0,1 0 0 0 0,-3 1 0 0 0,-4 3 52 0 0,-1 1 0 0 0,1 0 0 0 0,0 1-1 0 0,-12 13 1 0 0,-62 97-717 0 0,56-79 40 0 0,-41 51-1 0 0,56-78 556 0 0,-1 1-1 0 0,-1-2 1 0 0,1 1-1 0 0,-1-2 1 0 0,-1 0-1 0 0,0 0 0 0 0,0-1 1 0 0,-16 7-1 0 0,26-14 139 0 0,1 0-1 0 0,-1 0 1 0 0,0 0-1 0 0,1 0 1 0 0,-1 0 0 0 0,0-1-1 0 0,0 1 1 0 0,1-1-1 0 0,-1 0 1 0 0,-5 0-1 0 0,8 0-71 0 0,-1 0-1 0 0,1 0 0 0 0,0 0 0 0 0,-1 0 1 0 0,1-1-1 0 0,-1 1 0 0 0,1 0 1 0 0,0 0-1 0 0,-1 0 0 0 0,1-1 1 0 0,0 1-1 0 0,-1 0 0 0 0,1 0 0 0 0,0-1 1 0 0,-1 1-1 0 0,1 0 0 0 0,0-1 1 0 0,0 1-1 0 0,-1 0 0 0 0,1-1 0 0 0,0 1 1 0 0,0-1-1 0 0,0 1 0 0 0,0 0 1 0 0,-1-1-1 0 0,1 1 0 0 0,0-1 0 0 0,5-20 264 0 0,21-27-601 0 0,3 2-1 0 0,63-82 1 0 0,86-74-795 0 0,1-1 668 0 0,-162 181 323 0 0,-9 11 20 0 0,-1 1-1 0 0,1 0 1 0 0,1 1-1 0 0,16-14 1 0 0,-23 26 270 0 0,-4 11 11 0 0,-7 13 190 0 0,-32 61 940 0 0,-92 145 0 0 0,57-108-815 0 0,-56 82-319 0 0,115-185-273 0 0,-2 0 1 0 0,0-2-1 0 0,-1 0 1 0 0,-1-1-1 0 0,0-1 1 0 0,-40 25-1 0 0,56-40 75 0 0,-19 11-118 0 0,23-13 150 0 0,1-1 0 0 0,-1 1 0 0 0,0-1 0 0 0,1 1 0 0 0,-1-1 0 0 0,0 0 0 0 0,1 1 0 0 0,-1-1 0 0 0,0 0-1 0 0,1 0 1 0 0,-1 0 0 0 0,0 1 0 0 0,1-1 0 0 0,-1 0 0 0 0,0 0 0 0 0,0 0 0 0 0,1 0 0 0 0,-1 0 0 0 0,0 0 0 0 0,0 0-1 0 0,1 0 1 0 0,-1-1 0 0 0,0 1 0 0 0,1 0 0 0 0,-2-1 0 0 0,2-1 56 0 0,1-1 0 0 0,0 1-1 0 0,-1 0 1 0 0,1-1 0 0 0,0 1-1 0 0,0 0 1 0 0,0 0 0 0 0,1 0 0 0 0,-1 0-1 0 0,0 0 1 0 0,1 0 0 0 0,0 0 0 0 0,-1 0-1 0 0,4-2 1 0 0,-3 2 11 0 0,58-61-430 0 0,97-76 0 0 0,-76 71 161 0 0,-68 56 186 0 0,6-6 0 0 0,0 2 0 0 0,1 0 0 0 0,1 1 0 0 0,1 0 0 0 0,44-21 0 0 0,-64 35-1 0 0,0 0 0 0 0,-1 1 1 0 0,1-1-1 0 0,0 0 0 0 0,0 1 0 0 0,-1 0 1 0 0,1-1-1 0 0,0 1 0 0 0,0 0 1 0 0,0 0-1 0 0,-1 0 0 0 0,1 0 0 0 0,0 0 1 0 0,0 0-1 0 0,0 0 0 0 0,0 1 1 0 0,-1-1-1 0 0,1 1 0 0 0,0-1 0 0 0,0 1 1 0 0,-1 0-1 0 0,1 0 0 0 0,-1 0 1 0 0,1-1-1 0 0,2 4 0 0 0,-2-2-1 0 0,-1 0 0 0 0,0 0 1 0 0,0 0-1 0 0,0 1 0 0 0,0-1 0 0 0,0 0 0 0 0,0 1 1 0 0,0-1-1 0 0,-1 1 0 0 0,1-1 0 0 0,-1 1 0 0 0,0-1 0 0 0,0 1 1 0 0,0-1-1 0 0,0 1 0 0 0,0-1 0 0 0,0 1 0 0 0,-2 3 0 0 0,-2 17-19 0 0,-2-1 0 0 0,0 1 0 0 0,-1-1 0 0 0,-2-1 0 0 0,-16 32 0 0 0,-66 95 617 0 0,-6 11 452 0 0,97-159-1025 0 0,-1 1 1 0 0,0 0-1 0 0,1 0 0 0 0,-1 0 1 0 0,1 0-1 0 0,-1 0 0 0 0,1 0 1 0 0,0 0-1 0 0,-1 0 0 0 0,1 0 1 0 0,0 0-1 0 0,0 0 0 0 0,0 0 0 0 0,0 0 1 0 0,0 0-1 0 0,0 0 0 0 0,0 0 1 0 0,0 2-1 0 0,1-3-11 0 0,-1 0 1 0 0,1 1-1 0 0,-1-1 1 0 0,1 0-1 0 0,0 0 1 0 0,-1 0-1 0 0,1 0 1 0 0,-1 0-1 0 0,1 0 0 0 0,-1 0 1 0 0,1 0-1 0 0,0 0 1 0 0,-1 0-1 0 0,1 0 1 0 0,-1-1-1 0 0,1 1 1 0 0,-1 0-1 0 0,1 0 0 0 0,-1-1 1 0 0,1 1-1 0 0,-1 0 1 0 0,1 0-1 0 0,0-1 1 0 0,39-28 50 0 0,-36 26-126 0 0,343-257-1474 0 0,-271 204 915 0 0,-42 29 163 0 0,66-39 0 0 0,-99 65 454 0 0,0 0 1 0 0,1 0-1 0 0,-1 0 1 0 0,0 0-1 0 0,0 1 0 0 0,1-1 1 0 0,-1 0-1 0 0,1 1 0 0 0,-1-1 1 0 0,0 1-1 0 0,1 0 1 0 0,-1-1-1 0 0,1 1 0 0 0,-1 0 1 0 0,1 0-1 0 0,-1 0 1 0 0,1 0-1 0 0,-1 0 0 0 0,1 0 1 0 0,-1 1-1 0 0,1-1 1 0 0,-1 0-1 0 0,1 1 0 0 0,-1-1 1 0 0,1 1-1 0 0,-1-1 1 0 0,0 1-1 0 0,2 1 0 0 0,-2 0 22 0 0,0 0-1 0 0,0 0 0 0 0,0 0 0 0 0,0 0 0 0 0,-1 0 1 0 0,1 0-1 0 0,-1 0 0 0 0,1 0 0 0 0,-1 0 0 0 0,0 0 1 0 0,0 0-1 0 0,0 0 0 0 0,0 1 0 0 0,0-1 1 0 0,0 0-1 0 0,-1 0 0 0 0,1 0 0 0 0,-1 0 0 0 0,-1 3 1 0 0,-11 37 447 0 0,-2 0 0 0 0,-1-1 1 0 0,-3-1-1 0 0,-43 70 0 0 0,-117 139 832 0 0,129-183-1050 0 0,-46 50 82 0 0,54-68-43 0 0,-56 84 0 0 0,97-131-287 0 0,1-1 1 0 0,-1 0 0 0 0,1 1 0 0 0,-1-1 0 0 0,1 1 0 0 0,-1-1-1 0 0,1 1 1 0 0,0-1 0 0 0,-1 1 0 0 0,1 0 0 0 0,0-1-1 0 0,-1 1 1 0 0,1-1 0 0 0,0 1 0 0 0,0 0 0 0 0,0-1-1 0 0,0 1 1 0 0,-1 0 0 0 0,1-1 0 0 0,0 1 0 0 0,0 0 0 0 0,0-1-1 0 0,0 1 1 0 0,0 0 0 0 0,1-1 0 0 0,-1 1 0 0 0,0 0-1 0 0,16-8-501 0 0,22-24-811 0 0,35-44-394 0 0,-32 33 1888 0 0,57-48-1 0 0,-82 80 876 0 0,-20 20 215 0 0,-21 24-58 0 0,23-32-1321 0 0,-77 92 1000 0 0,-49 63 25 0 0,-70 145 401 0 0,197-301-1319 0 0,0 0-1 0 0,1 0 0 0 0,-1 0 0 0 0,0 0 0 0 0,1 0 0 0 0,-1 1 0 0 0,1-1 0 0 0,-1 0 0 0 0,1 0 1 0 0,0 1-1 0 0,-1-1 0 0 0,1 0 0 0 0,0 1 0 0 0,0-1 0 0 0,0 0 0 0 0,0 0 0 0 0,0 2 1 0 0,1-2-63 0 0,-1-1 1 0 0,1 1-1 0 0,-1-1 1 0 0,1 1-1 0 0,0-1 1 0 0,-1 1-1 0 0,1-1 1 0 0,0 1-1 0 0,0-1 1 0 0,-1 0-1 0 0,1 0 1 0 0,0 1 0 0 0,0-1-1 0 0,-1 0 1 0 0,1 0-1 0 0,0 0 1 0 0,0 0-1 0 0,0 0 1 0 0,-1 0-1 0 0,1 0 1 0 0,0 0-1 0 0,0 0 1 0 0,0 0-1 0 0,-1 0 1 0 0,1 0-1 0 0,0-1 1 0 0,0 1 0 0 0,-1 0-1 0 0,2-1 1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4.5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671 42 3225 0 0,'0'-2'72'0'0,"0"0"-1"0"0,-1 0 1 0 0,1 0 0 0 0,-1 0 0 0 0,1 0 0 0 0,-1 0 0 0 0,0 0-1 0 0,0 1 1 0 0,0-1 0 0 0,0 0 0 0 0,0 0 0 0 0,0 1 0 0 0,-1-1 0 0 0,1 1-1 0 0,0-1 1 0 0,-1 1 0 0 0,1 0 0 0 0,-1-1 0 0 0,0 1 0 0 0,1 0-1 0 0,-1 0 1 0 0,0 0 0 0 0,0 0 0 0 0,0 0 0 0 0,0 1 0 0 0,1-1-1 0 0,-1 1 1 0 0,0-1 0 0 0,0 1 0 0 0,0-1 0 0 0,0 1 0 0 0,0 0 0 0 0,-1 0-1 0 0,1 0 1 0 0,0 0 0 0 0,0 1 0 0 0,0-1 0 0 0,-2 1 0 0 0,-4 1 160 0 0,1 0 1 0 0,0 0-1 0 0,0 1 1 0 0,0 0-1 0 0,0 0 1 0 0,1 1-1 0 0,-1-1 1 0 0,1 2-1 0 0,0-1 1 0 0,0 1-1 0 0,-8 8 1 0 0,-9 10 255 0 0,-26 34 0 0 0,37-42-394 0 0,-84 101 617 0 0,-196 257 1763 0 0,288-367-2435 0 0,-3 3 24 0 0,1 0 0 0 0,0 0 0 0 0,1 1 0 0 0,0-1 0 0 0,0 1 0 0 0,1 0 0 0 0,-5 20 0 0 0,9-30-65 0 0,0 0-1 0 0,0 0 1 0 0,0 0 0 0 0,0 0-1 0 0,0 1 1 0 0,0-1 0 0 0,0 0 0 0 0,0 0-1 0 0,0 0 1 0 0,0 0 0 0 0,0 1-1 0 0,0-1 1 0 0,0 0 0 0 0,0 0-1 0 0,0 0 1 0 0,0 0 0 0 0,0 1 0 0 0,0-1-1 0 0,0 0 1 0 0,0 0 0 0 0,0 0-1 0 0,0 0 1 0 0,1 0 0 0 0,-1 1 0 0 0,0-1-1 0 0,0 0 1 0 0,0 0 0 0 0,0 0-1 0 0,0 0 1 0 0,1 0 0 0 0,-1 0-1 0 0,0 0 1 0 0,0 0 0 0 0,0 0 0 0 0,0 0-1 0 0,0 1 1 0 0,1-1 0 0 0,-1 0-1 0 0,0 0 1 0 0,0 0 0 0 0,0 0-1 0 0,1 0 1 0 0,10-3-48 0 0,9-7-24 0 0,18-19-242 0 0,-1-1-1 0 0,41-44 1 0 0,23-19 480 0 0,-48 49 24 0 0,2 3 0 0 0,107-60 0 0 0,-157 98-214 0 0,1 1 0 0 0,0-1 0 0 0,0 1 0 0 0,0 0 1 0 0,0 0-1 0 0,1 0 0 0 0,-1 1 0 0 0,0 0 0 0 0,1 1 0 0 0,9-1 1 0 0,-13 2 2 0 0,-1-1 1 0 0,1 0 0 0 0,0 1 0 0 0,-1 0 0 0 0,1 0 0 0 0,-1 0 0 0 0,1 0-1 0 0,-1 0 1 0 0,0 0 0 0 0,1 1 0 0 0,-1-1 0 0 0,0 1 0 0 0,0-1 0 0 0,0 1-1 0 0,0 0 1 0 0,0 0 0 0 0,0 0 0 0 0,0 0 0 0 0,-1 0 0 0 0,1 0 0 0 0,-1 1-1 0 0,0-1 1 0 0,0 0 0 0 0,1 1 0 0 0,-1-1 0 0 0,-1 1 0 0 0,2 3 0 0 0,1 6 8 0 0,-1 1 1 0 0,0 0 0 0 0,-1 0 0 0 0,0 0 0 0 0,-1 0-1 0 0,0 0 1 0 0,-1 0 0 0 0,-6 24 0 0 0,-32 103 180 0 0,32-119-103 0 0,-24 65 213 0 0,15-44 229 0 0,-17 68-1 0 0,33-109-494 0 0,-1 0 1 0 0,1 0-1 0 0,0-1 1 0 0,0 1-1 0 0,0 0 0 0 0,-1 0 1 0 0,1 0-1 0 0,0 0 1 0 0,0 0-1 0 0,0 0 1 0 0,0 0-1 0 0,0 0 0 0 0,0-1 1 0 0,1 1-1 0 0,-1 0 1 0 0,0 0-1 0 0,0 0 0 0 0,1 0 1 0 0,-1 0-1 0 0,0-1 1 0 0,1 1-1 0 0,-1 0 1 0 0,1 0-1 0 0,-1 0 0 0 0,2 0 1 0 0,-1-1-14 0 0,-1 1 0 0 0,1-1 0 0 0,0 0 0 0 0,0 0 0 0 0,0 0-1 0 0,0 0 1 0 0,0 0 0 0 0,0 0 0 0 0,0 0 0 0 0,0 0 0 0 0,0 0 0 0 0,0 0 0 0 0,0-1 0 0 0,0 1 0 0 0,0 0 0 0 0,0-1 0 0 0,0 1 0 0 0,1-2 0 0 0,7-2-140 0 0,-1-1 1 0 0,0-1-1 0 0,10-9 1 0 0,149-153-1922 0 0,-37 32 1183 0 0,-66 74 403 0 0,-17 14-612 0 0,93-70 1 0 0,-139 117 1020 0 0,1-1 1 0 0,0 1-1 0 0,0 0 0 0 0,0 0 1 0 0,1 0-1 0 0,-1 0 1 0 0,0 0-1 0 0,0 0 0 0 0,1 0 1 0 0,-1 1-1 0 0,4-1 1 0 0,-5 1 53 0 0,-1 0 0 0 0,0 0 0 0 0,1 0 1 0 0,-1 0-1 0 0,0 0 0 0 0,1 0 0 0 0,-1 0 0 0 0,0 1 1 0 0,1-1-1 0 0,-1 0 0 0 0,0 0 0 0 0,1 0 0 0 0,-1 0 1 0 0,0 1-1 0 0,0-1 0 0 0,1 0 0 0 0,-1 0 0 0 0,0 1 1 0 0,0-1-1 0 0,0 0 0 0 0,1 0 0 0 0,-1 1 1 0 0,0-1-1 0 0,0 0 0 0 0,0 1 0 0 0,0-1 0 0 0,1 0 1 0 0,-1 0-1 0 0,0 1 0 0 0,-4 18-106 0 0,-12 15 460 0 0,-1-2-1 0 0,-2 0 1 0 0,-37 48-1 0 0,20-29 138 0 0,-61 77 1528 0 0,-128 131 0 0 0,33-42 367 0 0,186-210-2191 0 0,-8 9-266 0 0,24-34-1251 0 0,11-14 199 0 0,55-79-800 0 0,-63 95 1893 0 0,0 0-1 0 0,2 0 1 0 0,0 1 0 0 0,23-17-1 0 0,-37 31 61 0 0,0 0 0 0 0,0 0 0 0 0,0 0 0 0 0,0 0-1 0 0,0 1 1 0 0,1-1 0 0 0,-1 0 0 0 0,0 1 0 0 0,0-1 0 0 0,1 1 0 0 0,-1-1 0 0 0,0 1-1 0 0,1-1 1 0 0,-1 1 0 0 0,0 0 0 0 0,1 0 0 0 0,-1 0 0 0 0,3 0 0 0 0,-4 0 27 0 0,1 1 0 0 0,-1-1 1 0 0,1 1-1 0 0,-1-1 1 0 0,1 1-1 0 0,-1-1 1 0 0,1 1-1 0 0,-1-1 0 0 0,0 1 1 0 0,1-1-1 0 0,-1 1 1 0 0,0 0-1 0 0,0-1 1 0 0,0 1-1 0 0,1 0 0 0 0,-1-1 1 0 0,0 1-1 0 0,0 0 1 0 0,0-1-1 0 0,0 1 1 0 0,0 0-1 0 0,0-1 0 0 0,0 1 1 0 0,0 0-1 0 0,-1 1 1 0 0,-1 8 400 0 0,0 0 1 0 0,-1 0-1 0 0,-5 14 1 0 0,-66 144 1413 0 0,40-97-2010 0 0,-29 88 1 0 0,60-148-314 0 0,0 1 1 0 0,0 1 0 0 0,-1 16-1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5.41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853 17 6913 0 0,'-7'-3'14'0'0,"1"1"-1"0"0,-1-1 1 0 0,1 1-1 0 0,-1 0 1 0 0,0 1-1 0 0,0-1 0 0 0,0 1 1 0 0,0 1-1 0 0,0-1 1 0 0,0 1-1 0 0,-13 2 1 0 0,-8 1 130 0 0,-41 10 1 0 0,45-6 37 0 0,0 1 1 0 0,0 1-1 0 0,1 1 0 0 0,1 1 0 0 0,-1 1 1 0 0,2 1-1 0 0,0 1 0 0 0,0 1 0 0 0,2 0 1 0 0,-27 27-1 0 0,-13 21 481 0 0,-87 121 0 0 0,72-86-429 0 0,50-69-149 0 0,9-11 59 0 0,0 0-1 0 0,1 1 0 0 0,2 1 0 0 0,-16 30 1 0 0,27-49-124 0 0,0 0 0 0 0,1 1 0 0 0,-1-1 1 0 0,0 1-1 0 0,1-1 0 0 0,0 1 1 0 0,-1-1-1 0 0,1 1 0 0 0,0 0 1 0 0,-1-1-1 0 0,1 1 0 0 0,0-1 1 0 0,0 1-1 0 0,0-1 0 0 0,0 1 1 0 0,1 0-1 0 0,-1-1 0 0 0,0 1 1 0 0,1-1-1 0 0,0 3 0 0 0,0-3-25 0 0,0 0-1 0 0,0 0 0 0 0,0-1 0 0 0,0 1 1 0 0,0 0-1 0 0,0-1 0 0 0,0 1 1 0 0,0-1-1 0 0,0 1 0 0 0,0-1 1 0 0,0 0-1 0 0,0 1 0 0 0,1-1 0 0 0,-1 0 1 0 0,0 0-1 0 0,0 0 0 0 0,0 0 1 0 0,0 0-1 0 0,0 0 0 0 0,1 0 1 0 0,0 0-1 0 0,5-1-111 0 0,0-1-1 0 0,0 1 1 0 0,0-1 0 0 0,0-1 0 0 0,-1 1 0 0 0,1-1 0 0 0,10-6-1 0 0,36-31 145 0 0,-1-2-1 0 0,87-93 0 0 0,-11 9-1253 0 0,-97 97 741 0 0,-19 16 279 0 0,1 1 1 0 0,0 0-1 0 0,1 1 1 0 0,1 0-1 0 0,30-16 0 0 0,-44 27 200 0 0,-1-1 0 0 0,1 1 0 0 0,-1 0 0 0 0,1-1 0 0 0,-1 1 0 0 0,1 0 0 0 0,0 0 0 0 0,-1 0 0 0 0,1-1 0 0 0,0 1 0 0 0,-1 0 0 0 0,1 0 0 0 0,-1 0 0 0 0,1 0 0 0 0,0 0 0 0 0,-1 0 1 0 0,1 0-1 0 0,0 0 0 0 0,-1 1 0 0 0,1-1 0 0 0,-1 0 0 0 0,1 0 0 0 0,0 0 0 0 0,-1 1 0 0 0,1-1 0 0 0,-1 0 0 0 0,1 1 0 0 0,-1-1 0 0 0,1 0 0 0 0,-1 1 0 0 0,1-1 0 0 0,-1 1 0 0 0,1-1 0 0 0,-1 1 0 0 0,0-1 0 0 0,1 1 0 0 0,-1-1 0 0 0,0 1 0 0 0,1-1 0 0 0,-1 1 0 0 0,0-1 0 0 0,0 1 0 0 0,0 0 0 0 0,1-1 0 0 0,-1 1 0 0 0,0-1 0 0 0,0 1 0 0 0,0 0 0 0 0,0-1 0 0 0,0 1 0 0 0,0 0 0 0 0,0-1 0 0 0,0 1 0 0 0,0-1 0 0 0,0 1 0 0 0,-1 1 0 0 0,-7 40 353 0 0,7-39-336 0 0,-16 48 656 0 0,-3-2 1 0 0,-2 0 0 0 0,-33 55-1 0 0,15-29-117 0 0,7-13-64 0 0,11-24-80 0 0,2 1-1 0 0,1 1 0 0 0,2 1 0 0 0,-11 43 0 0 0,27-82-363 0 0,1 1 0 0 0,-1-1 0 0 0,0 0 0 0 0,1 0 1 0 0,0 0-1 0 0,-1 1 0 0 0,1-1 0 0 0,0 0 0 0 0,0 0 0 0 0,0 1 0 0 0,1-1 1 0 0,-1 0-1 0 0,0 0 0 0 0,1 0 0 0 0,0 1 0 0 0,-1-1 0 0 0,1 0 0 0 0,0 0 0 0 0,0 0 1 0 0,0 0-1 0 0,0 0 0 0 0,0 0 0 0 0,1-1 0 0 0,-1 1 0 0 0,3 2 0 0 0,-2-3-58 0 0,1 0 0 0 0,0 0 0 0 0,-1 0-1 0 0,1 0 1 0 0,0 0 0 0 0,0-1-1 0 0,-1 1 1 0 0,1-1 0 0 0,0 1 0 0 0,0-1-1 0 0,0 0 1 0 0,0-1 0 0 0,0 1 0 0 0,0 0-1 0 0,-1-1 1 0 0,1 1 0 0 0,0-1 0 0 0,0 0-1 0 0,3-2 1 0 0,25-8-620 0 0,-1-2-1 0 0,0-1 1 0 0,33-22 0 0 0,78-60-809 0 0,-139 94 1425 0 0,1 0 1 0 0,-1 1 0 0 0,1-1-1 0 0,0 0 1 0 0,-1 1 0 0 0,1 0-1 0 0,0-1 1 0 0,0 1-1 0 0,0 0 1 0 0,6-1 0 0 0,-9 2 20 0 0,1 0 0 0 0,0 0 0 0 0,-1 1-1 0 0,1-1 1 0 0,-1 0 0 0 0,1 0 0 0 0,-1 0 0 0 0,1 0 0 0 0,0 1 0 0 0,-1-1 0 0 0,1 0 0 0 0,-1 0 0 0 0,1 1 0 0 0,-1-1 0 0 0,1 0 0 0 0,-1 1-1 0 0,0-1 1 0 0,1 1 0 0 0,-1-1 0 0 0,1 1 0 0 0,-1-1 0 0 0,1 1 0 0 0,3 23 155 0 0,-5 0 192 0 0,-1-1 0 0 0,-1 0 0 0 0,-1 1 0 0 0,-13 40 0 0 0,-42 92 1956 0 0,36-101-1359 0 0,14-33-484 0 0,5-13-229 0 0,0-1-1 0 0,0 1 0 0 0,1 0 1 0 0,0 0-1 0 0,1 0 0 0 0,0 0 1 0 0,0 0-1 0 0,1 0 0 0 0,-1 17 1 0 0,3-25-197 0 0,-1 0 1 0 0,0 0 0 0 0,0 0 0 0 0,1 0 0 0 0,-1 0 0 0 0,0 0-1 0 0,1 0 1 0 0,-1 0 0 0 0,1 0 0 0 0,-1 0 0 0 0,1 0-1 0 0,0 0 1 0 0,-1 0 0 0 0,1 0 0 0 0,0-1 0 0 0,0 1 0 0 0,-1 0-1 0 0,1 0 1 0 0,0-1 0 0 0,0 1 0 0 0,0-1 0 0 0,0 1 0 0 0,0-1-1 0 0,0 1 1 0 0,0-1 0 0 0,1 1 0 0 0,1 0-28 0 0,1-1 0 0 0,-1 0 0 0 0,0 1 1 0 0,0-1-1 0 0,0 0 0 0 0,1-1 0 0 0,-1 1 1 0 0,0 0-1 0 0,4-2 0 0 0,5-1-503 0 0,1-2 1 0 0,-1 1 0 0 0,17-10-1 0 0,4-4-3825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2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349 134 5985 0 0,'-27'69'592'0'0,"-18"74"-1"0"0,17-53-412 0 0,14-46-63 0 0,-220 597 3943 0 0,249-667-3634 0 0,23-41-1010 0 0,106-250-1949 0 0,-23-11-1253 0 0,-42 111 2707 0 0,-74 201 1112 0 0,28-63 633 0 0,-30 72-583 0 0,1 0 1 0 0,0 1 0 0 0,0 0 0 0 0,0-1-1 0 0,1 2 1 0 0,0-1 0 0 0,0 0 0 0 0,11-8-1 0 0,-15 13-25 0 0,0 1-1 0 0,0-1 0 0 0,0 0 1 0 0,0 1-1 0 0,0-1 0 0 0,0 1 0 0 0,1-1 1 0 0,-1 1-1 0 0,0 0 0 0 0,0-1 1 0 0,1 1-1 0 0,-1 0 0 0 0,0 0 0 0 0,1 0 1 0 0,-1 0-1 0 0,0 0 0 0 0,0 0 0 0 0,1 0 1 0 0,-1 0-1 0 0,0 1 0 0 0,1-1 1 0 0,-1 0-1 0 0,0 1 0 0 0,0-1 0 0 0,0 1 1 0 0,1 0-1 0 0,-1-1 0 0 0,0 1 1 0 0,0 0-1 0 0,0-1 0 0 0,0 1 0 0 0,0 0 1 0 0,0 0-1 0 0,0 0 0 0 0,-1 0 0 0 0,1 0 1 0 0,0 0-1 0 0,0 0 0 0 0,0 2 1 0 0,3 4 249 0 0,0 0 1 0 0,0 1 0 0 0,0-1 0 0 0,3 15-1 0 0,3 14 166 0 0,-1 1-1 0 0,-2 0 1 0 0,-2 1 0 0 0,1 46-1 0 0,-10 155 733 0 0,-2-87-598 0 0,6-122-525 0 0,-2 0 48 0 0,6 51 0 0 0,-3-74-100 0 0,0-1 1 0 0,0 0 0 0 0,0 0-1 0 0,1 1 1 0 0,-1-1 0 0 0,2 0 0 0 0,-1-1-1 0 0,1 1 1 0 0,0 0 0 0 0,0-1-1 0 0,0 1 1 0 0,1-1 0 0 0,0 0-1 0 0,5 6 1 0 0,-6-9-51 0 0,-1 0 0 0 0,1 0 0 0 0,-1-1 0 0 0,1 1 0 0 0,0 0 0 0 0,0-1 0 0 0,0 0 0 0 0,0 1-1 0 0,0-1 1 0 0,0-1 0 0 0,0 1 0 0 0,0 0 0 0 0,0-1 0 0 0,0 1 0 0 0,0-1 0 0 0,0 0 0 0 0,5 0 0 0 0,-2-1-63 0 0,0-1 0 0 0,-1 1-1 0 0,1-1 1 0 0,-1 0 0 0 0,1 0 0 0 0,-1 0 0 0 0,0-1 0 0 0,10-6 0 0 0,2-4-291 0 0,-1-1 0 0 0,0 0-1 0 0,28-34 1 0 0,6-16 7 0 0,-4-2-1 0 0,62-116 0 0 0,-57 92 661 0 0,-48 85-233 0 0,2-4 111 0 0,0 0 0 0 0,0 1 0 0 0,0-1 0 0 0,1 1 0 0 0,0 0 0 0 0,1 1 0 0 0,0 0 0 0 0,0 0 0 0 0,16-12 0 0 0,-21 18-110 0 0,-1 0 1 0 0,0 1 0 0 0,0-1-1 0 0,0 1 1 0 0,1-1 0 0 0,-1 1-1 0 0,0 0 1 0 0,1-1 0 0 0,-1 1-1 0 0,0 0 1 0 0,1 0 0 0 0,-1 0-1 0 0,0 0 1 0 0,1 0 0 0 0,-1 0 0 0 0,0 0-1 0 0,1 1 1 0 0,-1-1 0 0 0,0 0-1 0 0,1 1 1 0 0,-1-1 0 0 0,0 1-1 0 0,0-1 1 0 0,3 2 0 0 0,-2 1-9 0 0,1-1 0 0 0,-1 0 0 0 0,0 0 0 0 0,0 1 0 0 0,0-1 0 0 0,0 1 0 0 0,-1 0 0 0 0,1 0 0 0 0,-1 0 0 0 0,2 3 0 0 0,2 8 62 0 0,0 1 0 0 0,-2-1-1 0 0,4 21 1 0 0,0 38 466 0 0,-6-51-336 0 0,1 1-1 0 0,1-1 0 0 0,1 0 0 0 0,10 31 1 0 0,-14-52-228 0 0,1 1 1 0 0,0 0 0 0 0,-1-1-1 0 0,1 1 1 0 0,0 0 0 0 0,0-1-1 0 0,0 1 1 0 0,0-1 0 0 0,0 1-1 0 0,1-1 1 0 0,-1 0 0 0 0,0 1-1 0 0,1-1 1 0 0,-1 0 0 0 0,1 0-1 0 0,-1 0 1 0 0,1 0 0 0 0,-1 0-1 0 0,1 0 1 0 0,0-1 0 0 0,-1 1-1 0 0,4 0 1 0 0,-2 0-105 0 0,0-1 1 0 0,0 0-1 0 0,1 0 1 0 0,-1 0-1 0 0,0-1 0 0 0,0 1 1 0 0,0-1-1 0 0,0 0 0 0 0,0 0 1 0 0,0 0-1 0 0,0 0 0 0 0,3-2 1 0 0,4-2-355 0 0,0-1 0 0 0,0 0 1 0 0,0-1-1 0 0,-1 0 0 0 0,0-1 1 0 0,9-10-1 0 0,22-15 1233 0 0,-33 26-791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98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360 0 6913 0 0,'-92'120'2341'0'0,"-130"220"-1"0"0,214-327-2099 0 0,-20 42 394 0 0,26-51-591 0 0,0-1-1 0 0,1 1 1 0 0,0 0-1 0 0,0 0 1 0 0,0 1 0 0 0,0-1-1 0 0,1 0 1 0 0,-1 0 0 0 0,1 0-1 0 0,0 1 1 0 0,1 4-1 0 0,-1-8-55 0 0,0 0 0 0 0,0 0 0 0 0,1 0 0 0 0,-1 0 0 0 0,0 0-1 0 0,1 0 1 0 0,-1 0 0 0 0,1 0 0 0 0,-1 0 0 0 0,1 0 0 0 0,-1 0 0 0 0,1 0-1 0 0,0 0 1 0 0,-1 0 0 0 0,1-1 0 0 0,0 1 0 0 0,0 0 0 0 0,0-1-1 0 0,-1 1 1 0 0,1 0 0 0 0,0-1 0 0 0,0 1 0 0 0,0-1 0 0 0,0 1-1 0 0,0-1 1 0 0,2 1 0 0 0,0-1-48 0 0,-1 0-1 0 0,1 0 1 0 0,0 0-1 0 0,0 0 1 0 0,-1 0-1 0 0,1 0 1 0 0,0-1-1 0 0,0 0 1 0 0,-1 1-1 0 0,4-3 1 0 0,5-1-296 0 0,0-1 1 0 0,-1-1 0 0 0,19-12-1 0 0,-4-2-182 0 0,37-39 0 0 0,-49 44 571 0 0,1 0 1 0 0,1 1-1 0 0,0 1 1 0 0,1 1 0 0 0,0 0-1 0 0,1 1 1 0 0,24-12-1 0 0,-40 22-16 0 0,1 1 0 0 0,-1-1 0 0 0,0 1 0 0 0,1-1 0 0 0,-1 1 0 0 0,1-1 1 0 0,-1 1-1 0 0,1 0 0 0 0,-1-1 0 0 0,1 1 0 0 0,-1 0 0 0 0,1 0 0 0 0,-1 0 0 0 0,1 0 0 0 0,-1 1 0 0 0,1-1 0 0 0,-1 0 0 0 0,1 1 0 0 0,-1-1 0 0 0,1 1 0 0 0,-1-1 1 0 0,0 1-1 0 0,1-1 0 0 0,1 3 0 0 0,-2-2 24 0 0,1 1 0 0 0,-1 0 1 0 0,0 0-1 0 0,0-1 0 0 0,0 1 0 0 0,0 0 1 0 0,0 0-1 0 0,0 0 0 0 0,-1 0 1 0 0,1 0-1 0 0,-1 1 0 0 0,1-1 1 0 0,-1 0-1 0 0,0 0 0 0 0,0 3 0 0 0,0 8 176 0 0,-1 0-1 0 0,0 0 0 0 0,-1-1 0 0 0,-6 21 1 0 0,-7 14 489 0 0,-30 62 0 0 0,9-24 102 0 0,35-84-791 0 0,1 1 1 0 0,-1-1-1 0 0,0 0 1 0 0,1 1-1 0 0,-1-1 0 0 0,1 0 1 0 0,0 1-1 0 0,-1-1 0 0 0,1 1 1 0 0,0-1-1 0 0,0 1 1 0 0,0-1-1 0 0,0 1 0 0 0,0-1 1 0 0,0 0-1 0 0,0 1 0 0 0,1-1 1 0 0,-1 1-1 0 0,0-1 0 0 0,1 1 1 0 0,0 1-1 0 0,0-2-11 0 0,0 0 0 0 0,0-1 0 0 0,0 1-1 0 0,0-1 1 0 0,0 1 0 0 0,0-1 0 0 0,1 1 0 0 0,-1-1 0 0 0,0 0-1 0 0,0 0 1 0 0,0 1 0 0 0,0-1 0 0 0,0 0 0 0 0,0 0-1 0 0,1 0 1 0 0,-1 0 0 0 0,0 0 0 0 0,0-1 0 0 0,0 1-1 0 0,2-1 1 0 0,9-2-58 0 0,-1-1 0 0 0,0 0 0 0 0,20-11 0 0 0,122-82-3227 0 0,-88 49-912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1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596 0 2761 0 0,'1'2'45'0'0,"1"0"1"0"0,-1 0 0 0 0,0 0-1 0 0,0 0 1 0 0,0 0 0 0 0,0 0-1 0 0,0 0 1 0 0,0 1 0 0 0,0-1-1 0 0,-1 0 1 0 0,1 0 0 0 0,-1 1-1 0 0,0-1 1 0 0,1 0-1 0 0,-1 1 1 0 0,0-1 0 0 0,-1 0-1 0 0,1 1 1 0 0,0-1 0 0 0,-2 4-1 0 0,-1 5 400 0 0,0 0 0 0 0,-2 0 0 0 0,-6 13 0 0 0,0 0-37 0 0,-33 70 1390 0 0,-5-2 0 0 0,-4-2 0 0 0,-3-2 1 0 0,-83 97-1 0 0,101-135-955 0 0,-38 69 1 0 0,48-69-1797 0 0,-33 83 0 0 0,54-113 870 0 0,-10 37 1 0 0,16-51-325 0 0,-1 0 1 0 0,1 0-1 0 0,1 0 1 0 0,-1 0 0 0 0,1 0-1 0 0,0 0 1 0 0,1 0-1 0 0,0 0 1 0 0,-1 0 0 0 0,2 1-1 0 0,1 5 1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9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202 155 6913 0 0,'-19'-117'1437'0'0,"19"117"-1410"0"0,0-1 0 0 0,0 1 1 0 0,0-1-1 0 0,0 1 0 0 0,0 0 1 0 0,0-1-1 0 0,0 1 0 0 0,0 0 1 0 0,0-1-1 0 0,0 1 0 0 0,0 0 1 0 0,-1-1-1 0 0,1 1 0 0 0,0 0 1 0 0,0-1-1 0 0,0 1 0 0 0,-1 0 1 0 0,1-1-1 0 0,0 1 0 0 0,0 0 1 0 0,-1-1-1 0 0,1 1 0 0 0,0 0 0 0 0,0 0 1 0 0,-1 0-1 0 0,1-1 0 0 0,0 1 1 0 0,-1 0-1 0 0,1 0 0 0 0,0 0 1 0 0,-1 0-1 0 0,1-1 0 0 0,-1 1 1 0 0,-8 10 394 0 0,-6 29-159 0 0,13-35-177 0 0,-113 345 834 0 0,107-327-848 0 0,1 1 0 0 0,1 0 0 0 0,2 0 0 0 0,0 1 0 0 0,-1 33 0 0 0,5-56-67 0 0,0 0-1 0 0,0 0 1 0 0,0 1 0 0 0,0-1-1 0 0,0 0 1 0 0,0 0-1 0 0,0 0 1 0 0,0 0-1 0 0,0 0 1 0 0,1 0-1 0 0,-1 0 1 0 0,1 0-1 0 0,-1 0 1 0 0,1 0-1 0 0,-1 0 1 0 0,1 0-1 0 0,-1 0 1 0 0,1 0-1 0 0,0 0 1 0 0,-1 0-1 0 0,1 0 1 0 0,0 0-1 0 0,0-1 1 0 0,0 1-1 0 0,0 0 1 0 0,0-1-1 0 0,2 2 1 0 0,-1-2-4 0 0,0 0 0 0 0,0 0-1 0 0,0 0 1 0 0,0 0 0 0 0,0 0 0 0 0,0 0 0 0 0,0 0 0 0 0,0-1-1 0 0,0 1 1 0 0,0-1 0 0 0,0 0 0 0 0,0 0 0 0 0,0 1 0 0 0,2-2-1 0 0,9-6-42 0 0,-1 0 0 0 0,1-1-1 0 0,12-11 1 0 0,-22 17 24 0 0,68-56-1335 0 0,-2-3 0 0 0,-4-4 0 0 0,-2-2 0 0 0,103-146 0 0 0,-159 203 1277 0 0,0-1 163 0 0,1 0 1 0 0,0 0 0 0 0,1 1-1 0 0,0 0 1 0 0,1 1 0 0 0,12-11-1 0 0,-21 21-28 0 0,-1-1 0 0 0,1 0 0 0 0,-1 1 0 0 0,1-1 0 0 0,-1 1 0 0 0,1 0 0 0 0,0-1-1 0 0,-1 1 1 0 0,1 0 0 0 0,0-1 0 0 0,0 1 0 0 0,-1 0 0 0 0,1 0 0 0 0,0-1 0 0 0,0 1-1 0 0,-1 0 1 0 0,1 0 0 0 0,0 0 0 0 0,0 0 0 0 0,-1 0 0 0 0,1 0 0 0 0,0 0 0 0 0,0 0-1 0 0,-1 0 1 0 0,1 1 0 0 0,0-1 0 0 0,0 0 0 0 0,-1 0 0 0 0,1 1 0 0 0,0-1 0 0 0,-1 0-1 0 0,2 2 1 0 0,0-1 47 0 0,-1 1 0 0 0,0 0 0 0 0,0 0 0 0 0,0 0 0 0 0,0 0 0 0 0,-1 0 0 0 0,1 0 0 0 0,0 0 0 0 0,-1 0 0 0 0,1 0 0 0 0,-1 0 0 0 0,0 2 0 0 0,1 11 403 0 0,0 0 1 0 0,-3 22 0 0 0,2-34-443 0 0,-6 38 911 0 0,-13 56-1 0 0,9-56-146 0 0,-4 52 0 0 0,13-90-792 0 0,1 1 0 0 0,0-1 0 0 0,0 1 0 0 0,0-1 0 0 0,0 1 0 0 0,1-1 0 0 0,-1 1 0 0 0,1-1 0 0 0,0 1 0 0 0,0-1 0 0 0,0 1 0 0 0,1-1 0 0 0,2 5-1 0 0,-3-7-52 0 0,0 0-1 0 0,0 0 0 0 0,0 0 0 0 0,0 0 0 0 0,0-1 1 0 0,1 1-1 0 0,-1 0 0 0 0,0 0 0 0 0,0-1 0 0 0,1 1 0 0 0,-1-1 1 0 0,1 1-1 0 0,-1-1 0 0 0,1 1 0 0 0,-1-1 0 0 0,0 0 1 0 0,1 0-1 0 0,-1 0 0 0 0,1 0 0 0 0,-1 0 0 0 0,1 0 0 0 0,-1 0 1 0 0,1 0-1 0 0,-1-1 0 0 0,1 1 0 0 0,-1-1 0 0 0,1 1 1 0 0,-1-1-1 0 0,0 1 0 0 0,1-1 0 0 0,-1 0 0 0 0,0 1 0 0 0,2-3 1 0 0,18-10-430 0 0,-1-1 0 0 0,-1 0 0 0 0,0-2 0 0 0,-1 0 0 0 0,-1-1 0 0 0,23-31 1 0 0,-17 22-346 0 0,51-47 1 0 0,-73 73 798 0 0,-1-1 1 0 0,1 0 0 0 0,0 1-1 0 0,-1-1 1 0 0,1 0-1 0 0,0 1 1 0 0,-1-1-1 0 0,1 1 1 0 0,0-1-1 0 0,0 1 1 0 0,-1-1-1 0 0,1 1 1 0 0,0 0 0 0 0,0-1-1 0 0,0 1 1 0 0,0 0-1 0 0,-1 0 1 0 0,1 0-1 0 0,0 0 1 0 0,0 0-1 0 0,0 0 1 0 0,0 0-1 0 0,0 0 1 0 0,0 0-1 0 0,-1 0 1 0 0,1 0 0 0 0,0 0-1 0 0,0 0 1 0 0,0 1-1 0 0,0-1 1 0 0,1 1-1 0 0,-1 0 42 0 0,0 1-1 0 0,0-1 0 0 0,0 1 1 0 0,-1 0-1 0 0,1-1 1 0 0,0 1-1 0 0,-1 0 0 0 0,1-1 1 0 0,-1 1-1 0 0,1 0 0 0 0,-1 0 1 0 0,0 0-1 0 0,0-1 1 0 0,1 3-1 0 0,-1 12 413 0 0,-1 0 1 0 0,-4 22-1 0 0,5-36-438 0 0,-14 72 917 0 0,-6 34 457 0 0,19-97-1264 0 0,0 0 0 0 0,1 1 0 0 0,0 0 0 0 0,1-1 0 0 0,0 1 0 0 0,1-1 0 0 0,3 12 1 0 0,-3-18-149 0 0,0 0 0 0 0,0-1 0 0 0,0 1 0 0 0,0-1 0 0 0,1 1 0 0 0,0-1 0 0 0,0 0 0 0 0,0 0 0 0 0,0 0 0 0 0,8 7 0 0 0,7 2-406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9.0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218 706 10594 0 0,'-10'-22'475'0'0,"1"-1"0"0"0,1 1 0 0 0,1-1 0 0 0,1-1 0 0 0,-5-39 0 0 0,3 16-323 0 0,-3-15 88 0 0,-10-44-22 0 0,14 119-701 0 0,0 13 210 0 0,-92 402-610 0 0,97-420 877 0 0,-1 4-3 0 0,0 0 0 0 0,1 0 0 0 0,0 0 1 0 0,1 0-1 0 0,0 0 0 0 0,1 0 0 0 0,2 15 1 0 0,-2-26 5 0 0,0 0 1 0 0,0 0 0 0 0,0 0-1 0 0,0-1 1 0 0,1 1 0 0 0,-1 0-1 0 0,0 0 1 0 0,1 0 0 0 0,-1 0-1 0 0,0-1 1 0 0,1 1 0 0 0,-1 0-1 0 0,1 0 1 0 0,-1-1 0 0 0,1 1-1 0 0,0 0 1 0 0,-1-1 0 0 0,1 1-1 0 0,0-1 1 0 0,-1 1 0 0 0,1 0-1 0 0,0-1 1 0 0,0 0 0 0 0,-1 1-1 0 0,1-1 1 0 0,0 1 0 0 0,0-1-1 0 0,0 0 1 0 0,1 1 0 0 0,0-2-11 0 0,0 1 0 0 0,0 0 0 0 0,0 0 0 0 0,0-1 1 0 0,0 1-1 0 0,0-1 0 0 0,0 0 0 0 0,0 0 1 0 0,0 0-1 0 0,0 0 0 0 0,0 0 0 0 0,2-1 1 0 0,6-6-106 0 0,1-1 1 0 0,17-18 0 0 0,-27 26 109 0 0,76-89-972 0 0,-3-2 1 0 0,-5-4 0 0 0,91-166 0 0 0,-149 243 812 0 0,58-96-569 0 0,-58 99 657 0 0,2-1-1 0 0,0 2 1 0 0,0 0 0 0 0,25-21 0 0 0,-36 34 101 0 0,0 0-1 0 0,1 0 1 0 0,-1 1 0 0 0,0-1 0 0 0,1 1 0 0 0,0-1 0 0 0,-1 1-1 0 0,1 0 1 0 0,0 0 0 0 0,0 0 0 0 0,0 0 0 0 0,-1 0 0 0 0,1 1 0 0 0,0-1-1 0 0,5 1 1 0 0,-6 0 6 0 0,0 1-1 0 0,0-1 0 0 0,-1 1 0 0 0,1 0 1 0 0,0 0-1 0 0,-1-1 0 0 0,1 1 1 0 0,0 1-1 0 0,-1-1 0 0 0,1 0 0 0 0,-1 0 1 0 0,0 0-1 0 0,1 1 0 0 0,-1-1 1 0 0,0 1-1 0 0,0-1 0 0 0,0 1 0 0 0,0-1 1 0 0,0 1-1 0 0,0 0 0 0 0,0-1 0 0 0,-1 1 1 0 0,1 0-1 0 0,-1 0 0 0 0,1 2 1 0 0,4 14 247 0 0,-1 0 1 0 0,0 0 0 0 0,-2 1 0 0 0,0-1-1 0 0,-2 29 1 0 0,-11 96 1361 0 0,5-87-873 0 0,4-41-522 0 0,1-8-66 0 0,0 0 0 0 0,0 0 1 0 0,1 0-1 0 0,0 0 1 0 0,0 0-1 0 0,0 0 1 0 0,1 0-1 0 0,0 0 0 0 0,3 7 1 0 0,-4-13-145 0 0,1 0 1 0 0,-1 0-1 0 0,1 0 1 0 0,0 0-1 0 0,-1-1 0 0 0,1 1 1 0 0,0 0-1 0 0,-1 0 1 0 0,1-1-1 0 0,0 1 1 0 0,0-1-1 0 0,0 1 0 0 0,-1-1 1 0 0,1 1-1 0 0,0-1 1 0 0,0 1-1 0 0,0-1 0 0 0,0 0 1 0 0,0 1-1 0 0,0-1 1 0 0,0 0-1 0 0,0 0 1 0 0,0 0-1 0 0,0 0 0 0 0,0 0 1 0 0,0 0-1 0 0,0 0 1 0 0,0 0-1 0 0,0 0 0 0 0,0 0 1 0 0,0-1-1 0 0,0 1 1 0 0,0 0-1 0 0,0-1 1 0 0,0 1-1 0 0,1-1 0 0 0,35-19 206 0 0,-36 19-245 0 0,27-20-282 0 0,0-1 1 0 0,-2-2-1 0 0,43-47 1 0 0,62-94-2281 0 0,-88 108 1361 0 0,-14 17 241 0 0,-17 22 531 0 0,0 2 0 0 0,1-1-1 0 0,1 2 1 0 0,0 0 0 0 0,21-18-1 0 0,-34 32 437 0 0,0 0 0 0 0,1 0 0 0 0,-1 0 0 0 0,0 0-1 0 0,0 0 1 0 0,0 0 0 0 0,1 1 0 0 0,-1-1-1 0 0,0 0 1 0 0,0 1 0 0 0,1-1 0 0 0,-1 1 0 0 0,1 0-1 0 0,-1-1 1 0 0,0 1 0 0 0,1 0 0 0 0,-1 0-1 0 0,1 0 1 0 0,-1 0 0 0 0,1 0 0 0 0,-1 0 0 0 0,1 0-1 0 0,-1 0 1 0 0,0 1 0 0 0,1-1 0 0 0,-1 1 0 0 0,1-1-1 0 0,-1 1 1 0 0,0-1 0 0 0,1 1 0 0 0,-1 0-1 0 0,0-1 1 0 0,0 1 0 0 0,0 0 0 0 0,0 0 0 0 0,1 0-1 0 0,-1 0 1 0 0,0 0 0 0 0,-1 0 0 0 0,1 0-1 0 0,0 1 1 0 0,0-1 0 0 0,0 0 0 0 0,-1 0 0 0 0,1 1-1 0 0,-1-1 1 0 0,1 0 0 0 0,-1 1 0 0 0,1 2 0 0 0,3 8 291 0 0,-1-1 0 0 0,-1 1 0 0 0,0 0 0 0 0,0 21 0 0 0,-3 13 634 0 0,-1 1 0 0 0,-3 0 0 0 0,-12 53 0 0 0,-7 60 1628 0 0,23-156-2433 0 0,1 1 0 0 0,0-1 0 0 0,0 1-1 0 0,0-1 1 0 0,0 1 0 0 0,1-1 0 0 0,0 1 0 0 0,0-1 0 0 0,0 0-1 0 0,0 1 1 0 0,1-1 0 0 0,-1 0 0 0 0,1 0 0 0 0,0 0 0 0 0,1 0 0 0 0,-1 0-1 0 0,3 3 1 0 0,-2-4-87 0 0,0-1 1 0 0,0 1-1 0 0,0-1 0 0 0,0 0 0 0 0,1 0 0 0 0,-1-1 0 0 0,0 1 1 0 0,1-1-1 0 0,-1 1 0 0 0,1-1 0 0 0,0 0 0 0 0,-1 0 1 0 0,1-1-1 0 0,0 1 0 0 0,0-1 0 0 0,-1 0 0 0 0,1 0 0 0 0,0 0 1 0 0,0 0-1 0 0,5-2 0 0 0,1 0-196 0 0,0 0 0 0 0,0 0 0 0 0,0-2 0 0 0,0 1 0 0 0,-1-1 0 0 0,1 0 0 0 0,-1-1-1 0 0,0 0 1 0 0,0-1 0 0 0,-1 0 0 0 0,12-10 0 0 0,5-8-754 0 0,0-1 0 0 0,22-31 0 0 0,-25 28-368 0 0,39-36-1 0 0,-59 62 1250 0 0,0 0 0 0 0,0 1 0 0 0,0-1 0 0 0,0 0 0 0 0,0 1 0 0 0,0 0 0 0 0,0-1 0 0 0,1 1 0 0 0,-1 0-1 0 0,0 0 1 0 0,1 1 0 0 0,-1-1 0 0 0,1 0 0 0 0,-1 1 0 0 0,1 0 0 0 0,3-1 0 0 0,-4 1 56 0 0,-1 1 1 0 0,0-1-1 0 0,1 1 0 0 0,-1-1 1 0 0,0 1-1 0 0,1 0 0 0 0,-1 0 1 0 0,0-1-1 0 0,0 1 0 0 0,1 0 0 0 0,-1 0 1 0 0,0 0-1 0 0,0 0 0 0 0,0 0 1 0 0,0 1-1 0 0,0-1 0 0 0,-1 0 1 0 0,1 0-1 0 0,0 1 0 0 0,-1-1 1 0 0,1 0-1 0 0,0 1 0 0 0,-1-1 1 0 0,0 1-1 0 0,1-1 0 0 0,-1 0 0 0 0,0 1 1 0 0,1 2-1 0 0,1 22 396 0 0,-1 0 1 0 0,0 0-1 0 0,-2 0 1 0 0,-1 0-1 0 0,-11 50 0 0 0,-2 26-657 0 0,13-63 81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0.06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47 369 12899 0 0,'-25'17'1339'0'0,"4"5"-1081"0"0,21-17-879 0 0,11-11 154 0 0,99-94-1076 0 0,-59 52 499 0 0,106-78 0 0 0,-117 100 580 0 0,57-37-623 0 0,-83 55 908 0 0,1 1 0 0 0,0 0 0 0 0,0 1 0 0 0,29-7 0 0 0,-42 12 192 0 0,-1 1 0 0 0,1-1 0 0 0,0 1 1 0 0,-1 0-1 0 0,1-1 0 0 0,0 1 0 0 0,-1 0 0 0 0,1 0 0 0 0,0 0 1 0 0,-1 1-1 0 0,1-1 0 0 0,-1 0 0 0 0,1 1 0 0 0,0-1 0 0 0,-1 1 0 0 0,1-1 1 0 0,-1 1-1 0 0,1-1 0 0 0,-1 1 0 0 0,3 2 0 0 0,-3-2 32 0 0,0 0-1 0 0,0 1 1 0 0,0-1-1 0 0,-1 0 1 0 0,1 1-1 0 0,0-1 1 0 0,-1 1-1 0 0,1-1 1 0 0,-1 1-1 0 0,1-1 0 0 0,-1 1 1 0 0,0-1-1 0 0,0 1 1 0 0,1-1-1 0 0,-1 1 1 0 0,0 0-1 0 0,-1 1 1 0 0,0 7 198 0 0,-1 0 0 0 0,0 0 0 0 0,-1 0 0 0 0,0 0 0 0 0,-6 11 0 0 0,-16 29 305 0 0,-2-1 0 0 0,-2-1-1 0 0,-37 44 1 0 0,-33 56 430 0 0,98-147-961 0 0,0 0 1 0 0,0 0-1 0 0,1 0 1 0 0,-1 0-1 0 0,0 0 1 0 0,1 0-1 0 0,-1 0 1 0 0,1 0-1 0 0,-1 1 1 0 0,1-1-1 0 0,0 0 1 0 0,-1 0-1 0 0,1 1 1 0 0,0-1-1 0 0,0 0 1 0 0,0 0-1 0 0,0 1 1 0 0,0-1-1 0 0,0 0 1 0 0,0 0-1 0 0,0 1 1 0 0,1 1-1 0 0,0-3-22 0 0,0 1 0 0 0,-1-1 0 0 0,1 1 0 0 0,0-1 0 0 0,0 1 0 0 0,0-1 0 0 0,0 0 0 0 0,0 1 0 0 0,0-1-1 0 0,0 0 1 0 0,0 0 0 0 0,0 0 0 0 0,0 0 0 0 0,-1 0 0 0 0,1 0 0 0 0,0 0 0 0 0,0 0 0 0 0,0 0 0 0 0,0 0 0 0 0,0 0 0 0 0,2-1-1 0 0,7-1-267 0 0,0-1 0 0 0,0-1 0 0 0,18-9 0 0 0,-1-3-578 0 0,0-1 0 0 0,-2-2 0 0 0,25-22-1 0 0,29-22-1720 0 0,-79 63 2554 0 0,1-1 0 0 0,-1 1 1 0 0,0-1-1 0 0,1 1 0 0 0,-1-1 0 0 0,1 1 0 0 0,-1 0 0 0 0,1-1 1 0 0,-1 1-1 0 0,1 0 0 0 0,0-1 0 0 0,-1 1 0 0 0,1 0 0 0 0,-1 0 1 0 0,1-1-1 0 0,0 1 0 0 0,-1 0 0 0 0,1 0 0 0 0,-1 0 0 0 0,1 0 1 0 0,0 0-1 0 0,-1 0 0 0 0,1 0 0 0 0,0 0 0 0 0,-1 0 0 0 0,1 0 1 0 0,0 1-1 0 0,-3 14 145 0 0,-21 29 612 0 0,21-40-705 0 0,-237 350 6868 0 0,238-354-6857 0 0,0 1 0 0 0,0 0-1 0 0,0 0 1 0 0,1 0 0 0 0,-1 0 0 0 0,0 0 0 0 0,0 0-1 0 0,1 0 1 0 0,-1 0 0 0 0,1 0 0 0 0,-1 0 0 0 0,1 0 0 0 0,-1 0-1 0 0,1 0 1 0 0,0 0 0 0 0,-1 1 0 0 0,1-1 0 0 0,0 0-1 0 0,0 0 1 0 0,0 0 0 0 0,0 1 0 0 0,0-1 0 0 0,0 0 0 0 0,0 0-1 0 0,0 0 1 0 0,1 0 0 0 0,-1 1 0 0 0,0-1 0 0 0,1 0-1 0 0,-1 0 1 0 0,2 2 0 0 0,0-2-1 0 0,-1 0 1 0 0,1 0-1 0 0,0 0 1 0 0,1 0-1 0 0,-1-1 0 0 0,0 1 1 0 0,0 0-1 0 0,0-1 0 0 0,0 1 1 0 0,0-1-1 0 0,1 0 1 0 0,-1 0-1 0 0,0 0 0 0 0,0 0 1 0 0,1 0-1 0 0,2-1 0 0 0,16-3-373 0 0,1-1-1 0 0,-1-1 0 0 0,-1-1 0 0 0,1 0 1 0 0,-1-2-1 0 0,0 0 0 0 0,19-13 0 0 0,47-21-1814 0 0,-84 42 2114 0 0,-1 0 0 0 0,1 0 0 0 0,-1 1 0 0 0,1-1 1 0 0,-1 1-1 0 0,1-1 0 0 0,0 1 0 0 0,0 0 0 0 0,-1-1 0 0 0,1 1 0 0 0,0 0 0 0 0,-1 0 0 0 0,1 0 1 0 0,0 0-1 0 0,0 0 0 0 0,-1 1 0 0 0,4 0 0 0 0,-4 0 46 0 0,-1-1-1 0 0,1 1 0 0 0,0-1 1 0 0,-1 1-1 0 0,1 0 1 0 0,-1 0-1 0 0,1-1 1 0 0,-1 1-1 0 0,0 0 1 0 0,1 0-1 0 0,-1 0 1 0 0,0-1-1 0 0,1 1 0 0 0,-1 0 1 0 0,0 0-1 0 0,0 0 1 0 0,0 0-1 0 0,0 0 1 0 0,0-1-1 0 0,0 1 1 0 0,0 0-1 0 0,0 0 1 0 0,0 0-1 0 0,0 1 0 0 0,-3 9 303 0 0,0-1 0 0 0,0 1 0 0 0,-1-1-1 0 0,-6 12 1 0 0,6-14-160 0 0,-59 119 2368 0 0,38-80-1664 0 0,2 0 1 0 0,-26 77-1 0 0,42-92-1424 0 0,5 1-3584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1.09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680 0 12443 0 0,'-10'3'339'0'0,"0"1"-1"0"0,0-1 1 0 0,0 2 0 0 0,1-1 0 0 0,0 1 0 0 0,0 1 0 0 0,0 0 0 0 0,-14 12 0 0 0,-9 6 66 0 0,-489 345 2317 0 0,493-344-2799 0 0,140-139-5294 0 0,-73 71 4882 0 0,62-53 1 0 0,-100 95 494 0 0,0 0 0 0 0,-1 1 0 0 0,1-1 0 0 0,0 0 1 0 0,0 1-1 0 0,0-1 0 0 0,0 0 0 0 0,0 1 0 0 0,0-1 1 0 0,0 1-1 0 0,0-1 0 0 0,0 1 0 0 0,0 0 0 0 0,0-1 1 0 0,1 1-1 0 0,0 0 0 0 0,-1 0 12 0 0,-1 0 0 0 0,0 1 0 0 0,0-1 0 0 0,1 0 0 0 0,-1 1-1 0 0,0-1 1 0 0,0 1 0 0 0,1-1 0 0 0,-1 0 0 0 0,0 1 0 0 0,0-1 0 0 0,0 1 0 0 0,0-1 0 0 0,0 0 0 0 0,0 1 0 0 0,0-1-1 0 0,0 1 1 0 0,0-1 0 0 0,0 0 0 0 0,0 1 0 0 0,0-1 0 0 0,0 1 0 0 0,0-1 0 0 0,0 1 0 0 0,0-1 0 0 0,0 0 0 0 0,0 1-1 0 0,-1 0 1 0 0,-15 42 832 0 0,13-36-924 0 0,-88 186 1290 0 0,-3 7 58 0 0,92-195-1216 0 0,-1 1 0 0 0,2-1 0 0 0,-1 1 1 0 0,0 0-1 0 0,1-1 0 0 0,0 1 0 0 0,0 12 1 0 0,1-17-47 0 0,0 0 0 0 0,0-1 0 0 0,0 1 0 0 0,0 0 0 0 0,1 0 0 0 0,-1 0 0 0 0,0 0 0 0 0,1 0 0 0 0,-1 0 0 0 0,0 0 1 0 0,1-1-1 0 0,-1 1 0 0 0,1 0 0 0 0,-1 0 0 0 0,1-1 0 0 0,0 1 0 0 0,-1 0 0 0 0,1-1 0 0 0,0 1 0 0 0,-1 0 0 0 0,3 0 1 0 0,-2 0-11 0 0,1-1 0 0 0,0 1 0 0 0,0-1 1 0 0,0 0-1 0 0,0 0 0 0 0,0 0 0 0 0,-1 0 1 0 0,1 0-1 0 0,0 0 0 0 0,0 0 1 0 0,0 0-1 0 0,0-1 0 0 0,0 1 0 0 0,0-1 1 0 0,2 0-1 0 0,15-7-115 0 0,1-2-1 0 0,-1 1 1 0 0,-1-2 0 0 0,0-1 0 0 0,18-14-1 0 0,34-21-104 0 0,-56 38 158 0 0,14-7-138 0 0,41-18 0 0 0,-63 31 163 0 0,1 0 1 0 0,0 1 0 0 0,0 0-1 0 0,0 0 1 0 0,0 0-1 0 0,0 1 1 0 0,0 0-1 0 0,0 1 1 0 0,0 0-1 0 0,1 0 1 0 0,-1 0 0 0 0,9 2-1 0 0,-12-1 50 0 0,0 1 0 0 0,1 0 0 0 0,-1 0 0 0 0,0 0 0 0 0,0 0 0 0 0,-1 0 0 0 0,1 1-1 0 0,0 0 1 0 0,-1 0 0 0 0,1 0 0 0 0,-1 0 0 0 0,0 0 0 0 0,0 1 0 0 0,0-1 0 0 0,-1 1 0 0 0,1 0 0 0 0,-1 0 0 0 0,0 0-1 0 0,0 0 1 0 0,0 0 0 0 0,1 6 0 0 0,3 10 395 0 0,-2 0 0 0 0,0 0 0 0 0,2 33-1 0 0,-1-5 606 0 0,-5-47-987 0 0,1 0 0 0 0,-1 0 0 0 0,0 0-1 0 0,1-1 1 0 0,-1 1 0 0 0,1 0 0 0 0,-1 0 0 0 0,1 0-1 0 0,0 0 1 0 0,-1 0 0 0 0,1-1 0 0 0,0 1 0 0 0,0 0 0 0 0,-1 0-1 0 0,1-1 1 0 0,0 1 0 0 0,0-1 0 0 0,0 1 0 0 0,0-1-1 0 0,0 1 1 0 0,0-1 0 0 0,0 0 0 0 0,0 1 0 0 0,0-1-1 0 0,0 0 1 0 0,0 0 0 0 0,0 1 0 0 0,0-1 0 0 0,0 0 0 0 0,0 0-1 0 0,0 0 1 0 0,0 0 0 0 0,0-1 0 0 0,0 1 0 0 0,0 0-1 0 0,0 0 1 0 0,0-1 0 0 0,0 1 0 0 0,0 0 0 0 0,0-1-1 0 0,1 0 1 0 0,42-18 107 0 0,-15 1-709 0 0,-2-1 0 0 0,27-23 0 0 0,-32 24-366 0 0,0 1 1 0 0,2 0-1 0 0,36-18 0 0 0,-60 34 923 0 0,1 1-1 0 0,0-1 1 0 0,0 1 0 0 0,-1-1 0 0 0,1 1-1 0 0,0 0 1 0 0,0-1 0 0 0,0 1 0 0 0,0 0-1 0 0,0 0 1 0 0,0 0 0 0 0,-1-1-1 0 0,1 1 1 0 0,0 0 0 0 0,0 0 0 0 0,0 0-1 0 0,0 1 1 0 0,0-1 0 0 0,0 0 0 0 0,0 0-1 0 0,-1 0 1 0 0,1 1 0 0 0,0-1-1 0 0,0 0 1 0 0,0 1 0 0 0,0 0 0 0 0,0 0 35 0 0,0 0 0 0 0,-1 0 1 0 0,1 0-1 0 0,-1 0 0 0 0,1 0 1 0 0,-1 0-1 0 0,1 0 0 0 0,-1 0 1 0 0,0 1-1 0 0,1-1 0 0 0,-1 0 1 0 0,0 0-1 0 0,0 1 0 0 0,0-1 1 0 0,0 0-1 0 0,0 2 0 0 0,-2 8 295 0 0,0 0-1 0 0,0 0 0 0 0,-5 13 0 0 0,5-19-222 0 0,-51 129 2688 0 0,38-103-2688 0 0,2 0 1 0 0,1 1 0 0 0,1 1 0 0 0,-10 53 0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2.3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22 308 9674 0 0,'-6'26'608'0'0,"0"0"1"0"0,2 0-1 0 0,1 1 0 0 0,1-1 1 0 0,2 35-1 0 0,0-51-598 0 0,1 0 0 0 0,0-1 0 0 0,1 1 0 0 0,0 0 0 0 0,0-1 0 0 0,6 15-1 0 0,-7-22-31 0 0,0 0 0 0 0,0 0 0 0 0,0 0 0 0 0,0 0 0 0 0,0-1 0 0 0,0 1 0 0 0,1 0 0 0 0,-1-1 0 0 0,1 1 0 0 0,-1 0 0 0 0,1-1-1 0 0,0 0 1 0 0,-1 1 0 0 0,1-1 0 0 0,0 0 0 0 0,0 0 0 0 0,0 0 0 0 0,0 0 0 0 0,0 0 0 0 0,0-1 0 0 0,0 1 0 0 0,1-1 0 0 0,-1 1 0 0 0,0-1-1 0 0,0 0 1 0 0,0 1 0 0 0,0-1 0 0 0,1-1 0 0 0,-1 1 0 0 0,0 0 0 0 0,0 0 0 0 0,0-1 0 0 0,5-1 0 0 0,7-2 1 0 0,0-2 0 0 0,-1 0 0 0 0,1-1 0 0 0,-1 0 0 0 0,0-1 1 0 0,-1 0-1 0 0,0-1 0 0 0,0-1 0 0 0,-1 0 0 0 0,11-12 0 0 0,15-19-80 0 0,41-60 0 0 0,-73 94 101 0 0,36-50-107 0 0,5-8-337 0 0,2 2 0 0 0,78-78 0 0 0,-120 135 425 0 0,0 1 0 0 0,0 0 1 0 0,1 0-1 0 0,12-7 0 0 0,-18 11 22 0 0,0 1-1 0 0,0-1 0 0 0,0 1 0 0 0,0-1 1 0 0,0 1-1 0 0,1-1 0 0 0,-1 1 1 0 0,0 0-1 0 0,0-1 0 0 0,0 1 1 0 0,1 0-1 0 0,-1 0 0 0 0,0 0 0 0 0,0 0 1 0 0,1 0-1 0 0,-1 0 0 0 0,0 0 1 0 0,0 1-1 0 0,1-1 0 0 0,-1 0 1 0 0,0 1-1 0 0,0-1 0 0 0,0 1 0 0 0,1-1 1 0 0,-1 1-1 0 0,0 0 0 0 0,0-1 1 0 0,0 1-1 0 0,0 0 0 0 0,0 0 1 0 0,0-1-1 0 0,-1 1 0 0 0,1 0 0 0 0,0 0 1 0 0,0 0-1 0 0,-1 0 0 0 0,1 0 1 0 0,0 1-1 0 0,0 0 0 0 0,4 10 103 0 0,0 1-1 0 0,-1 0 0 0 0,-1 0 1 0 0,0 0-1 0 0,0 0 1 0 0,-2 0-1 0 0,1 1 0 0 0,-2 15 1 0 0,-9 110 934 0 0,7-127-969 0 0,-32 192 852 0 0,1-17-196 0 0,32-183-660 0 0,1-1-1 0 0,0 1 1 0 0,-1-1 0 0 0,1 1-1 0 0,1-1 1 0 0,-1 1-1 0 0,0-1 1 0 0,1 1 0 0 0,0-1-1 0 0,0 1 1 0 0,0-1 0 0 0,2 4-1 0 0,-3-6-45 0 0,1 0 0 0 0,-1 0 0 0 0,1-1 0 0 0,-1 1 0 0 0,1-1 0 0 0,-1 1 0 0 0,1 0 0 0 0,0-1 0 0 0,-1 1 0 0 0,1-1 1 0 0,0 0-1 0 0,-1 1 0 0 0,1-1 0 0 0,0 1 0 0 0,0-1 0 0 0,0 0 0 0 0,-1 0 0 0 0,1 0 0 0 0,0 1 0 0 0,1-1 0 0 0,0 0-28 0 0,1 0 1 0 0,-1-1-1 0 0,0 1 1 0 0,0-1-1 0 0,0 1 0 0 0,0-1 1 0 0,0 0-1 0 0,0 1 1 0 0,0-1-1 0 0,0 0 1 0 0,3-2-1 0 0,7-5-233 0 0,0-1 0 0 0,0-1 1 0 0,-1 0-1 0 0,0 0 0 0 0,-1-1 0 0 0,17-24 1 0 0,47-80-564 0 0,-68 104 734 0 0,26-50-188 0 0,-22 41 164 0 0,0 1 0 0 0,1 0 0 0 0,1 0 0 0 0,15-18 0 0 0,-26 35 118 0 0,0 1 1 0 0,1-1 0 0 0,-1 1-1 0 0,0 0 1 0 0,0 0-1 0 0,1 0 1 0 0,-1 0 0 0 0,0 0-1 0 0,1 0 1 0 0,-1 0 0 0 0,1 0-1 0 0,-1 0 1 0 0,1 1 0 0 0,0-1-1 0 0,-1 0 1 0 0,1 1-1 0 0,0 0 1 0 0,-1-1 0 0 0,1 1-1 0 0,2 0 1 0 0,-3 0 33 0 0,1 1 0 0 0,-1-1 0 0 0,0 1 0 0 0,1-1 1 0 0,-1 1-1 0 0,0 0 0 0 0,0 0 0 0 0,0-1 0 0 0,1 1 0 0 0,-1 0 0 0 0,0 0 0 0 0,0 0 0 0 0,0 0 0 0 0,0 0 1 0 0,-1 0-1 0 0,1 1 0 0 0,0-1 0 0 0,0 0 0 0 0,0 2 0 0 0,2 5 216 0 0,0-1 0 0 0,0 1 0 0 0,-1 0 0 0 0,0 1 0 0 0,0-1-1 0 0,0 15 1 0 0,-6 61 993 0 0,2-65-940 0 0,1 0 0 0 0,0 1-1 0 0,4 33 1 0 0,-2-52-309 0 0,-1 0 0 0 0,0 0 0 0 0,0 0-1 0 0,0-1 1 0 0,0 1 0 0 0,0 0 0 0 0,1 0-1 0 0,-1 0 1 0 0,0 0 0 0 0,1-1 0 0 0,-1 1-1 0 0,1 0 1 0 0,-1 0 0 0 0,1-1 0 0 0,-1 1-1 0 0,1 0 1 0 0,0-1 0 0 0,-1 1 0 0 0,1 0-1 0 0,0-1 1 0 0,-1 1 0 0 0,1-1 0 0 0,0 1-1 0 0,0-1 1 0 0,-1 0 0 0 0,1 1 0 0 0,0-1-1 0 0,0 0 1 0 0,0 1 0 0 0,1-1 0 0 0,0 0 14 0 0,1 0 0 0 0,-1 0 0 0 0,1-1 1 0 0,-1 1-1 0 0,0-1 0 0 0,1 1 0 0 0,-1-1 1 0 0,1 0-1 0 0,-1 0 0 0 0,4-2 0 0 0,6-4-66 0 0,0 0-1 0 0,20-18 1 0 0,-18 11-336 0 0,-1 0 1 0 0,0-1 0 0 0,-1 0-1 0 0,-1-1 1 0 0,17-31-1 0 0,-12 21-1107 0 0,22-29-1 0 0,-38 55 1454 0 0,0 0 0 0 0,0-1 0 0 0,0 1 0 0 0,0 0 0 0 0,1 0 0 0 0,-1-1 0 0 0,0 1 0 0 0,0 0 0 0 0,0 0-1 0 0,0 0 1 0 0,1 0 0 0 0,-1-1 0 0 0,0 1 0 0 0,0 0 0 0 0,0 0 0 0 0,1 0 0 0 0,-1 0 0 0 0,0 0 0 0 0,0 0 0 0 0,1-1 0 0 0,-1 1 0 0 0,0 0 0 0 0,0 0 0 0 0,1 0 0 0 0,-1 0 0 0 0,0 0 0 0 0,0 0-1 0 0,1 0 1 0 0,-1 0 0 0 0,0 0 0 0 0,0 0 0 0 0,1 0 0 0 0,-1 0 0 0 0,0 0 0 0 0,0 0 0 0 0,1 1 0 0 0,3 9 2 0 0,-1 17 600 0 0,-3-25-600 0 0,0 41 1231 0 0,0-13-267 0 0,5 41 0 0 0,-5-64-849 0 0,1 0-1 0 0,1 0 1 0 0,-1 0 0 0 0,1-1-1 0 0,1 1 1 0 0,-1-1 0 0 0,1 1-1 0 0,0-1 1 0 0,1 0 0 0 0,-1 0-1 0 0,7 8 1 0 0,-7-12-202 0 0,-1 1 0 0 0,0-1 0 0 0,1 0-1 0 0,-1 0 1 0 0,1 0 0 0 0,0 0 0 0 0,0-1 0 0 0,0 1 0 0 0,0-1 0 0 0,3 2 0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6.27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 1979 4609 0 0,'0'0'12'0'0,"-1"0"-1"0"0,1 0 1 0 0,0 0 0 0 0,0 0-1 0 0,0 0 1 0 0,-1 0 0 0 0,1 0-1 0 0,0 0 1 0 0,0 0 0 0 0,-1 0-1 0 0,1 0 1 0 0,0-1 0 0 0,0 1-1 0 0,-1 0 1 0 0,1 0 0 0 0,0 0-1 0 0,0 0 1 0 0,0 0 0 0 0,0-1 0 0 0,-1 1-1 0 0,1 0 1 0 0,0 0 0 0 0,0 0-1 0 0,0-1 1 0 0,0 1 0 0 0,0 0-1 0 0,0 0 1 0 0,-1-1 0 0 0,1 1-1 0 0,0 0 1 0 0,0 0 0 0 0,0-1-1 0 0,0 1 1 0 0,0 0 0 0 0,0 0-1 0 0,0-1 1 0 0,0 1 0 0 0,0 0-1 0 0,0 0 1 0 0,0-1 0 0 0,8-10 821 0 0,19-9 540 0 0,-25 18-1329 0 0,24-17 353 0 0,0 2 0 0 0,2 1 1 0 0,-1 1-1 0 0,2 1 1 0 0,43-15-1 0 0,37 1 318 0 0,2 5-1 0 0,116-9 0 0 0,-98 15-12 0 0,48-5-501 0 0,166-29 178 0 0,272-102 194 0 0,-578 143-550 0 0,454-109 925 0 0,-364 101-654 0 0,152-3-1 0 0,-272 20-272 0 0,241 6 260 0 0,-166-1-293 0 0,149-9-1 0 0,-188 1 25 0 0,-31 4 15 0 0,1 0 0 0 0,0-1 0 0 0,-1-1 0 0 0,1 0 0 0 0,-1-1 0 0 0,1 0 0 0 0,19-9 0 0 0,-31 11 29 0 0,0 1 0 0 0,0-1 0 0 0,-1 0 0 0 0,1 1 0 0 0,-1-1 0 0 0,1 0 0 0 0,-1 0-1 0 0,1 1 1 0 0,-1-1 0 0 0,1 0 0 0 0,-1 0 0 0 0,0 0 0 0 0,1 1 0 0 0,-1-1 0 0 0,0 0 0 0 0,0 0-1 0 0,1 0 1 0 0,-1 0 0 0 0,0 0 0 0 0,0 0 0 0 0,0 0 0 0 0,0 0 0 0 0,0 1 0 0 0,0-1 0 0 0,-1 0-1 0 0,1 0 1 0 0,0 0 0 0 0,0 0 0 0 0,-1 0 0 0 0,1 0 0 0 0,0 1 0 0 0,-2-2 0 0 0,-18-36 1033 0 0,9 17-1050 0 0,-96-332-3220 0 0,95 307 2860 0 0,-1-11 90 0 0,3 0-1 0 0,3 0 1 0 0,2-1 0 0 0,2 0-1 0 0,3 0 1 0 0,15-109 0 0 0,-12 150 358 0 0,-1 0 0 0 0,-1-1-1 0 0,0 0 1 0 0,-2 1 0 0 0,0-1 0 0 0,0 1 0 0 0,-2-1-1 0 0,0 1 1 0 0,-1 0 0 0 0,-1 0 0 0 0,-11-26 0 0 0,8 24 809 0 0,5 13-715 0 0,0 0 1 0 0,0 0-1 0 0,0 0 0 0 0,-1 0 0 0 0,-6-7 1 0 0,9 11-312 0 0,-1 1 0 0 0,0-1 0 0 0,1 1 0 0 0,-1-1 0 0 0,0 1 0 0 0,0 0 0 0 0,0 0 0 0 0,0 0 0 0 0,0 0 0 0 0,0 0 0 0 0,0 1 0 0 0,-1-1 0 0 0,1 1 0 0 0,0-1 0 0 0,0 1 0 0 0,-1 0 0 0 0,1 0 0 0 0,0 0 0 0 0,0 0 0 0 0,-4 0 0 0 0,-9 3-236 0 0,-1 0-1 0 0,1 0 0 0 0,1 2 0 0 0,-1 0 1 0 0,-18 9-1 0 0,-71 41 911 0 0,39-19-675 0 0,-55 27 483 0 0,-266 127 82 0 0,195-107-263 0 0,-220 86 35 0 0,-141 7-242 0 0,454-149-109 0 0,-219 49-90 0 0,147-53 227 0 0,-174 0 0 0 0,209-17-2492 0 0,-204 36 1 0 0,359-48 1095 0 0,0 0 1 0 0,24-12-1 0 0,38-12 516 0 0,45 2 552 0 0,133-10 0 0 0,-9 2 136 0 0,-183 24 179 0 0,57-10-29 0 0,-1-4 0 0 0,129-47 0 0 0,-234 66 50 0 0,341-139 1149 0 0,-202 71 1178 0 0,203-66 1 0 0,-330 130-1966 0 0,-20 6-254 0 0,0 1-1 0 0,-1 0 0 0 0,1 1 0 0 0,1 0 1 0 0,-1 1-1 0 0,0 0 0 0 0,20 0 1 0 0,-31 2-159 0 0,0 0-1 0 0,0 0 1 0 0,0 0 0 0 0,1 0 0 0 0,-1 0 0 0 0,0 0 0 0 0,0 0 0 0 0,0 0 0 0 0,1 0 0 0 0,-1 0 0 0 0,0 0 0 0 0,0 0 0 0 0,0 0 0 0 0,0 0 0 0 0,1 0 0 0 0,-1 0 0 0 0,0 0 0 0 0,0 0 0 0 0,0 1 0 0 0,0-1-1 0 0,1 0 1 0 0,-1 0 0 0 0,0 0 0 0 0,0 0 0 0 0,0 0 0 0 0,0 0 0 0 0,0 1 0 0 0,0-1 0 0 0,0 0 0 0 0,1 0 0 0 0,-1 0 0 0 0,0 0 0 0 0,0 1 0 0 0,0-1 0 0 0,0 0 0 0 0,0 0 0 0 0,0 0 0 0 0,0 1 0 0 0,0-1-1 0 0,0 0 1 0 0,0 0 0 0 0,0 0 0 0 0,0 1 0 0 0,0-1 0 0 0,0 0 0 0 0,0 0 0 0 0,0 0 0 0 0,0 0 0 0 0,0 1 0 0 0,-9 11-440 0 0,-14 7-183 0 0,-70 45 1081 0 0,-3-5 0 0 0,-128 58 1 0 0,70-39-116 0 0,-259 114-1237 0 0,181-89 223 0 0,99-44-406 0 0,-86 41-601 0 0,176-77 1500 0 0,1 2 1 0 0,-73 56 0 0 0,108-76 209 0 0,-31 30 334 0 0,35-33-329 0 0,1 0 0 0 0,0 1 0 0 0,0-1 1 0 0,0 1-1 0 0,0 0 0 0 0,0 0 0 0 0,1-1 1 0 0,-1 1-1 0 0,1 0 0 0 0,0 0 0 0 0,0 1 1 0 0,-1 4-1 0 0,2-7-22 0 0,0 0-1 0 0,1 1 1 0 0,-1-1-1 0 0,0 0 1 0 0,1 1-1 0 0,-1-1 1 0 0,1 0-1 0 0,-1 0 1 0 0,1 0 0 0 0,0 1-1 0 0,0-1 1 0 0,-1 0-1 0 0,1 0 1 0 0,0 0-1 0 0,0 0 1 0 0,0 0-1 0 0,0 0 1 0 0,0-1-1 0 0,0 1 1 0 0,0 0 0 0 0,0 0-1 0 0,1-1 1 0 0,-1 1-1 0 0,0-1 1 0 0,0 1-1 0 0,1-1 1 0 0,-1 1-1 0 0,0-1 1 0 0,1 0 0 0 0,-1 0-1 0 0,0 0 1 0 0,1 1-1 0 0,2-2 1 0 0,47 3 202 0 0,17-11 298 0 0,1-3 1 0 0,84-25-1 0 0,-62 14-144 0 0,621-208-27 0 0,-273 79-743 0 0,82-3 1578 0 0,-445 135-1059 0 0,374-84 202 0 0,-412 98-426 0 0,-16 2 173 0 0,0 0-1 0 0,1 2 0 0 0,-1 0 0 0 0,1 1 0 0 0,33 4 1 0 0,-56-3-71 0 0,1 0 1 0 0,-1 0 0 0 0,1 0-1 0 0,-1 0 1 0 0,1 0 0 0 0,-1 0 0 0 0,1 0-1 0 0,-1 0 1 0 0,1 1 0 0 0,-1-1-1 0 0,1 0 1 0 0,-1 0 0 0 0,0 0 0 0 0,1 1-1 0 0,-1-1 1 0 0,1 0 0 0 0,-1 0 0 0 0,0 1-1 0 0,1-1 1 0 0,-1 0 0 0 0,1 1-1 0 0,-1-1 1 0 0,0 0 0 0 0,0 1 0 0 0,1-1-1 0 0,-1 1 1 0 0,0-1 0 0 0,0 1-1 0 0,1-1 1 0 0,-1 0 0 0 0,0 1 0 0 0,0-1-1 0 0,0 1 1 0 0,0-1 0 0 0,0 1 0 0 0,1-1-1 0 0,-1 1 1 0 0,-13 18-42 0 0,-26 11 176 0 0,39-29-132 0 0,-37 22 77 0 0,-1-1 0 0 0,-58 23-1 0 0,-87 24 45 0 0,53-22-68 0 0,-490 215-621 0 0,130-67 653 0 0,386-156 18 0 0,-126 24-230 0 0,126-38 96 0 0,63-16-523 0 0,86-30-1606 0 0,260-84-87 0 0,-149 57 2252 0 0,123-31 284 0 0,35-11-561 0 0,26-49-86 0 0,-410 164 1895 0 0,25-10-1439 0 0,-151 64-192 0 0,-160 52-767 0 0,-723 218-1268 0 0,940-301 1578 0 0,-3 3 1223 0 0,-136 42 400 0 0,270-91-1112 0 0,-3 1-174 0 0,-1 0 1 0 0,1 0-1 0 0,0 1 1 0 0,0 1-1 0 0,0-1 1 0 0,-19 13-1 0 0,30-16 226 0 0,-1-1 0 0 0,1 0 0 0 0,0 0 0 0 0,-1 0 1 0 0,1 1-1 0 0,-1-1 0 0 0,1 0 0 0 0,0 0 0 0 0,-1 1 0 0 0,1-1 0 0 0,0 0 0 0 0,-1 1 0 0 0,1-1 0 0 0,0 1 0 0 0,-1-1 1 0 0,1 0-1 0 0,0 1 0 0 0,0-1 0 0 0,0 1 0 0 0,-1-1 0 0 0,1 0 0 0 0,0 1 0 0 0,0-1 0 0 0,0 1 0 0 0,0-1 0 0 0,0 1 0 0 0,0-1 1 0 0,0 1-1 0 0,0-1 0 0 0,0 1 0 0 0,0-1 0 0 0,0 1 0 0 0,0-1 0 0 0,0 0 0 0 0,0 1 0 0 0,0-1 0 0 0,0 1 0 0 0,1-1 0 0 0,-1 1 1 0 0,0-1-1 0 0,0 0 0 0 0,1 1 0 0 0,-1-1 0 0 0,0 1 0 0 0,0-1 0 0 0,1 0 0 0 0,-1 1 0 0 0,0-1 0 0 0,1 0 0 0 0,-1 0 0 0 0,1 1 1 0 0,0 0 3 0 0,0-1 1 0 0,0 0 0 0 0,0 1 0 0 0,0-1-1 0 0,0 0 1 0 0,0 1 0 0 0,0-1 0 0 0,0 0-1 0 0,0 0 1 0 0,0 0 0 0 0,0 0 0 0 0,0 0-1 0 0,1 0 1 0 0,-1 0 0 0 0,0 0 0 0 0,0 0 0 0 0,0-1-1 0 0,0 1 1 0 0,0 0 0 0 0,0-1 0 0 0,0 1-1 0 0,0-1 1 0 0,1 0 0 0 0,1-2 54 0 0,0 0 0 0 0,1-1 0 0 0,-2 1 0 0 0,1-1 0 0 0,0 1 0 0 0,-1-1 0 0 0,0 0 0 0 0,1 0 0 0 0,-2 0 0 0 0,1 0 0 0 0,0-1 0 0 0,-1 1 0 0 0,0 0 0 0 0,0-1 0 0 0,1-7 0 0 0,1-10 578 0 0,-1-41 0 0 0,-2 55-581 0 0,13-381 1247 0 0,-7 309-1181 0 0,-4 0 1 0 0,-4 0-1 0 0,-3-1 1 0 0,-4 2 0 0 0,-3-1-1 0 0,-24-83 1 0 0,34 156-46 0 0,-1 0 0 0 0,1 0 1 0 0,-1 0-1 0 0,-1 1 0 0 0,1-1 0 0 0,-1 1 1 0 0,-9-11-1 0 0,12 16-57 0 0,0 0 1 0 0,0 0-1 0 0,0 0 1 0 0,0 0-1 0 0,0 0 0 0 0,-1 0 1 0 0,1 0-1 0 0,0 0 1 0 0,0 1-1 0 0,-1-1 1 0 0,1 1-1 0 0,0-1 0 0 0,-1 1 1 0 0,1-1-1 0 0,-1 1 1 0 0,1 0-1 0 0,-1 0 0 0 0,-1 0 1 0 0,1 0-14 0 0,0 1 0 0 0,0-1 0 0 0,1 1 0 0 0,-1 0 0 0 0,0-1 0 0 0,1 1 0 0 0,-1 0 0 0 0,0 0 0 0 0,1 0 1 0 0,-1 1-1 0 0,1-1 0 0 0,0 0 0 0 0,-1 0 0 0 0,1 1 0 0 0,0-1 0 0 0,0 1 0 0 0,0-1 0 0 0,-2 3 0 0 0,-4 9-254 0 0,1 0 1 0 0,0 0-1 0 0,0 0 1 0 0,1 1-1 0 0,1 0 0 0 0,0 0 1 0 0,-2 14-1 0 0,3-3 32 0 0,0 0 0 0 0,1-1 0 0 0,2 33 1 0 0,7-11 583 0 0,1 0 0 0 0,3 0 0 0 0,1-1 0 0 0,21 49 0 0 0,-26-74-244 0 0,-3-7-70 0 0,0-1 0 0 0,1 0 0 0 0,0-1 0 0 0,0 1 0 0 0,11 14 0 0 0,-16-40-137 0 0,0 0 1 0 0,-3-21-1 0 0,0-70-563 0 0,3 74 177 0 0,-2 61-266 0 0,-1 0 0 0 0,-15 56 1 0 0,5-29 880 0 0,0 0 116 0 0,7-35 28 0 0,1 0 1 0 0,1 1-1 0 0,1 0 1 0 0,0 30-1 0 0,2-52-302 0 0,1 1 0 0 0,0-1 0 0 0,0 0 0 0 0,0 1 0 0 0,0-1 0 0 0,0 0 0 0 0,1 0 0 0 0,-1 1 0 0 0,0-1 0 0 0,0 0 0 0 0,1 1 0 0 0,-1-1 0 0 0,1 0 0 0 0,-1 0 0 0 0,1 0 0 0 0,0 0 0 0 0,-1 0-1 0 0,1 1 1 0 0,0-1 0 0 0,0 0 0 0 0,0-1 0 0 0,0 1 0 0 0,0 0 0 0 0,0 0 0 0 0,0 0 0 0 0,0 0 0 0 0,0-1 0 0 0,0 1 0 0 0,0-1 0 0 0,0 1 0 0 0,0-1 0 0 0,1 1 0 0 0,-1-1 0 0 0,0 1 0 0 0,1-1 0 0 0,-1 0 0 0 0,0 0 0 0 0,0 0 0 0 0,1 0-1 0 0,-1 0 1 0 0,0 0 0 0 0,1 0 0 0 0,-1 0 0 0 0,0 0 0 0 0,3-1 0 0 0,7-4-390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6.4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72 7834 0 0,'2'-13'344'0'0,"2"2"72"0"0,3 2-328 0 0,2 1-88 0 0,2 3 0 0 0,16-1-1536 0 0,1-1-321 0 0,18-6-63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7.98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 15 7370 0 0,'-11'-14'884'0'0,"3"13"195"0"0,7 3-996 0 0,0 0-1 0 0,-1 0 1 0 0,1 0-1 0 0,1 0 1 0 0,-1 0-1 0 0,0 0 1 0 0,0 0-1 0 0,1 1 1 0 0,-1-1-1 0 0,1 0 1 0 0,0 4 0 0 0,-36 309 51 0 0,35-301-141 0 0,-2 55 50 0 0,3-65-58 0 0,0 0-1 0 0,1 0 0 0 0,-1 0 1 0 0,1 0-1 0 0,0 0 0 0 0,0 0 1 0 0,0 0-1 0 0,0-1 1 0 0,1 1-1 0 0,-1 0 0 0 0,1-1 1 0 0,0 1-1 0 0,5 5 1 0 0,-6-8-11 0 0,1 0 0 0 0,0 0 0 0 0,0 0 0 0 0,-1-1 1 0 0,1 1-1 0 0,0-1 0 0 0,0 1 0 0 0,0-1 0 0 0,-1 0 1 0 0,1 0-1 0 0,0 1 0 0 0,0-2 0 0 0,0 1 0 0 0,0 0 1 0 0,0 0-1 0 0,0 0 0 0 0,-1-1 0 0 0,1 1 0 0 0,0-1 1 0 0,0 1-1 0 0,-1-1 0 0 0,1 0 0 0 0,0 0 1 0 0,-1 0-1 0 0,1 0 0 0 0,0 0 0 0 0,-1 0 0 0 0,2-2 1 0 0,44-35-437 0 0,5-16-565 0 0,85-117 0 0 0,-16 17-1593 0 0,-115 147 2549 0 0,0 1 0 0 0,1-1 1 0 0,0 2-1 0 0,0-1 1 0 0,0 1-1 0 0,0 0 1 0 0,16-8-1 0 0,-21 12 119 0 0,-1 1 1 0 0,1-1-1 0 0,0 1 0 0 0,0-1 1 0 0,-1 1-1 0 0,1-1 0 0 0,0 1 1 0 0,0 0-1 0 0,-1 0 0 0 0,1 0 1 0 0,0 0-1 0 0,0 0 0 0 0,-1 1 1 0 0,1-1-1 0 0,0 0 0 0 0,-1 1 1 0 0,1-1-1 0 0,2 2 0 0 0,-2-1 60 0 0,0 1 0 0 0,-1-1 0 0 0,1 1 1 0 0,-1 0-1 0 0,1-1 0 0 0,-1 1 0 0 0,0 0 0 0 0,1 0 0 0 0,-1 0 0 0 0,0 0 0 0 0,0 0 0 0 0,0 0 0 0 0,-1 0 0 0 0,1 0 0 0 0,-1 0 1 0 0,1 1-1 0 0,-1-1 0 0 0,1 4 0 0 0,1 22 740 0 0,-1 0 1 0 0,-1 1 0 0 0,-2-1-1 0 0,-5 31 1 0 0,3-31-347 0 0,2 1 1 0 0,0 0 0 0 0,4 52-1 0 0,-2-79-488 0 0,1-1 0 0 0,-1 1 1 0 0,0 0-1 0 0,0-1 0 0 0,1 1 0 0 0,-1-1 0 0 0,1 1 0 0 0,-1 0 0 0 0,1-1 1 0 0,0 1-1 0 0,0-1 0 0 0,0 0 0 0 0,0 1 0 0 0,0-1 0 0 0,0 0 1 0 0,0 1-1 0 0,0-1 0 0 0,0 0 0 0 0,2 1 0 0 0,-2-1-14 0 0,0-1 0 0 0,0 1 0 0 0,1-1 0 0 0,-1 0 0 0 0,0 1 0 0 0,1-1 0 0 0,-1 0 0 0 0,0 0 0 0 0,1 0 1 0 0,-1 0-1 0 0,0 0 0 0 0,1 0 0 0 0,-1 0 0 0 0,0-1 0 0 0,1 1 0 0 0,-1 0 0 0 0,0-1 0 0 0,2 0 0 0 0,3-2-83 0 0,0 0 1 0 0,0 0-1 0 0,-1-1 0 0 0,0 0 1 0 0,1 0-1 0 0,-1 0 0 0 0,8-10 1 0 0,6-11-143 0 0,-1 0 0 0 0,-2-1 1 0 0,0 0-1 0 0,-2-2 0 0 0,-1 0 0 0 0,-1 0 1 0 0,-1-1-1 0 0,-2 0 0 0 0,-1-1 1 0 0,-1 0-1 0 0,4-44 0 0 0,-15 89 481 0 0,-1-1 1 0 0,0 0-1 0 0,-10 19 0 0 0,-2 4 79 0 0,-16 47-352 0 0,-60 137-43 0 0,91-217 63 0 0,1 0 0 0 0,-1 0 0 0 0,1 1 0 0 0,0-1 0 0 0,0 0 1 0 0,1 0-1 0 0,-1 5 0 0 0,1-9-7 0 0,0 0 1 0 0,0 1 0 0 0,0-1 0 0 0,0 0-1 0 0,0 0 1 0 0,0 1 0 0 0,0-1-1 0 0,0 0 1 0 0,0 1 0 0 0,0-1 0 0 0,0 0-1 0 0,0 0 1 0 0,0 1 0 0 0,0-1 0 0 0,0 0-1 0 0,0 0 1 0 0,1 1 0 0 0,-1-1-1 0 0,0 0 1 0 0,0 0 0 0 0,0 1 0 0 0,0-1-1 0 0,1 0 1 0 0,-1 0 0 0 0,0 0 0 0 0,0 0-1 0 0,0 1 1 0 0,1-1 0 0 0,-1 0-1 0 0,0 0 1 0 0,0 0 0 0 0,1 0 0 0 0,-1 0-1 0 0,0 1 1 0 0,0-1 0 0 0,1 0 0 0 0,14-14-146 0 0,7-13 697 0 0,24-33 41 0 0,2 3-1 0 0,67-62 1 0 0,-96 101-629 0 0,39-31-303 0 0,-53 45 321 0 0,0 1 0 0 0,0 0 1 0 0,0 0-1 0 0,0 0 0 0 0,0 1 0 0 0,1 0 0 0 0,-1 0 0 0 0,1 0 0 0 0,-1 0 1 0 0,8 0-1 0 0,-12 2 23 0 0,0 0 0 0 0,-1 0 0 0 0,1 0 0 0 0,0 0 0 0 0,0 0 1 0 0,-1 0-1 0 0,1 0 0 0 0,0 0 0 0 0,-1 0 0 0 0,1 1 0 0 0,0-1 1 0 0,-1 0-1 0 0,1 0 0 0 0,0 1 0 0 0,-1-1 0 0 0,1 0 0 0 0,-1 1 0 0 0,1-1 1 0 0,-1 1-1 0 0,1-1 0 0 0,-1 1 0 0 0,1-1 0 0 0,-1 1 0 0 0,1-1 1 0 0,-1 1-1 0 0,1-1 0 0 0,-1 1 0 0 0,1 0 0 0 0,1 24 79 0 0,-15 30 91 0 0,12-49-153 0 0,-48 150 397 0 0,13-48 81 0 0,-38 200-1 0 0,73-300-487 0 0,-4 43 62 0 0,4-48-66 0 0,1 0-1 0 0,0 0 0 0 0,0-1 0 0 0,0 1 0 0 0,1 0 0 0 0,-1 0 0 0 0,1-1 0 0 0,0 1 0 0 0,-1 0 0 0 0,1-1 0 0 0,0 1 0 0 0,0-1 0 0 0,1 1 0 0 0,2 4 0 0 0,-3-7-1 0 0,-1 0-1 0 0,1 1 1 0 0,0-1-1 0 0,-1 0 1 0 0,1 1-1 0 0,0-1 1 0 0,-1 0-1 0 0,1 0 1 0 0,0 1-1 0 0,0-1 1 0 0,-1 0-1 0 0,1 0 1 0 0,0 0-1 0 0,0 0 1 0 0,0 0-1 0 0,-1 0 1 0 0,1 0-1 0 0,0-1 1 0 0,0 1-1 0 0,-1 0 1 0 0,1 0-1 0 0,0 0 1 0 0,-1-1-1 0 0,1 1 1 0 0,0 0-1 0 0,-1-1 1 0 0,1 1-1 0 0,0-1 1 0 0,-1 1-1 0 0,1-1 1 0 0,21-17 54 0 0,-20 15-55 0 0,39-38-374 0 0,-3-1-1 0 0,-1-2 1 0 0,-2-2-1 0 0,-2-1 1 0 0,51-100 0 0 0,-56 74-258 0 0,-20 50 607 0 0,17-38 0 0 0,-25 60 70 0 0,0 0 1 0 0,1 1 0 0 0,-1-1-1 0 0,0 0 1 0 0,1 0-1 0 0,-1 0 1 0 0,1 0-1 0 0,-1 1 1 0 0,1-1-1 0 0,-1 0 1 0 0,1 1 0 0 0,-1-1-1 0 0,1 0 1 0 0,0 1-1 0 0,-1-1 1 0 0,1 0-1 0 0,0 1 1 0 0,0-1-1 0 0,0 1 1 0 0,-1 0 0 0 0,1-1-1 0 0,0 1 1 0 0,0 0-1 0 0,0-1 1 0 0,0 1-1 0 0,0 0 1 0 0,-1 0-1 0 0,1 0 1 0 0,0 0 0 0 0,0 0-1 0 0,0 0 1 0 0,0 0-1 0 0,0 0 1 0 0,0 0-1 0 0,0 0 1 0 0,0 0-1 0 0,-1 0 1 0 0,1 1 0 0 0,0-1-1 0 0,0 0 1 0 0,0 1-1 0 0,0-1 1 0 0,-1 1-1 0 0,1-1 1 0 0,0 1-1 0 0,0-1 1 0 0,-1 1 0 0 0,1-1-1 0 0,0 1 1 0 0,-1 0-1 0 0,1-1 1 0 0,-1 1-1 0 0,1 0 1 0 0,-1 0-1 0 0,1 0 1 0 0,-1-1 0 0 0,1 2-1 0 0,4 5 382 0 0,-1 0-1 0 0,0 0 1 0 0,-1 1 0 0 0,1-1 0 0 0,2 10-1 0 0,11 47-1675 0 0,-6-24-4396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5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95 240 2304 0 0,'-8'-31'1798'0'0,"-1"-1"-1"0"0,-19-42 0 0 0,-14-14 4999 0 0,34 73-2997 0 0,9 25-478 0 0,4 19-2798 0 0,15 441 150 0 0,-17-344-556 0 0,2 17-30 0 0,2 163 130 0 0,-14-194-1122 0 0,5-98 375 0 0,0 1 0 0 0,-1 0 0 0 0,-1-1 0 0 0,-1 1 0 0 0,-8 18 0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5.9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347 54 2304 0 0,'12'-29'826'0'0,"-10"27"-255"0"0,0 0 0 0 0,0-1 0 0 0,-1 1 0 0 0,1 0 0 0 0,0 0 0 0 0,1 1 0 0 0,-1-1 0 0 0,0 0 0 0 0,1 1 0 0 0,-1-1 0 0 0,1 1 0 0 0,-1 0 0 0 0,1-1 0 0 0,8 2 3386 0 0,-10 1-3883 0 0,-4 9 1330 0 0,-7 9-354 0 0,-151 184 2650 0 0,74-101-3140 0 0,63-73-431 0 0,2-2 79 0 0,1 0-1 0 0,1 0 1 0 0,-25 48 0 0 0,44-74-196 0 0,0 1 0 0 0,0 0 0 0 0,0-1 0 0 0,0 1 0 0 0,0 0 0 0 0,1 0 0 0 0,-1 0 0 0 0,0-1 0 0 0,1 1 0 0 0,0 0-1 0 0,-1 0 1 0 0,1 0 0 0 0,0 0 0 0 0,0 0 0 0 0,0 0 0 0 0,0 0 0 0 0,1 0 0 0 0,-1 0 0 0 0,0 0 0 0 0,1-1 0 0 0,-1 1 0 0 0,1 0 0 0 0,0 0 0 0 0,0 0 0 0 0,-1-1 0 0 0,1 1 0 0 0,0 0 0 0 0,0-1 0 0 0,1 1 0 0 0,-1-1 0 0 0,0 1 0 0 0,1-1 0 0 0,-1 1 0 0 0,0-1 0 0 0,1 0 0 0 0,-1 0 0 0 0,1 0 0 0 0,0 0-1 0 0,-1 0 1 0 0,1 0 0 0 0,0 0 0 0 0,0-1 0 0 0,0 1 0 0 0,0-1 0 0 0,2 1 0 0 0,12 3 29 0 0,-1-2 0 0 0,0 0 0 0 0,0-1 0 0 0,27-1-1 0 0,-27 0-10 0 0,358 20 195 0 0,-67-2-394 0 0,-193-9-2476 0 0,-88-6-4944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6.3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465 147 2761 0 0,'-3'-9'758'0'0,"-1"0"-1"0"0,0 0 1 0 0,0 0 0 0 0,0 1 0 0 0,-1-1 0 0 0,-1 1 0 0 0,1 0 0 0 0,-1 1 0 0 0,0-1 0 0 0,-1 1 0 0 0,0 0 0 0 0,0 1 0 0 0,-1 0 0 0 0,-10-8 0 0 0,12 11-204 0 0,1 0 0 0 0,-1 0 0 0 0,1 1 1 0 0,-1 0-1 0 0,0 0 0 0 0,0 0 0 0 0,0 0 1 0 0,0 1-1 0 0,0 0 0 0 0,0 0 0 0 0,0 1 1 0 0,-11 0-1 0 0,11 1-445 0 0,1 0 0 0 0,-1 0 1 0 0,1 0-1 0 0,0 1 0 0 0,-1 0 0 0 0,1 0 1 0 0,0 0-1 0 0,0 1 0 0 0,-8 5 0 0 0,-1 2-60 0 0,1 2-1 0 0,0-1 0 0 0,1 2 0 0 0,0 0 1 0 0,1 0-1 0 0,-13 21 0 0 0,-49 93 184 0 0,64-110-216 0 0,1 0 0 0 0,1 0 0 0 0,0 0 0 0 0,2 1 0 0 0,-8 36 0 0 0,12-48-12 0 0,1-1-1 0 0,-1 1 1 0 0,1-1 0 0 0,0 0-1 0 0,1 1 1 0 0,-1-1 0 0 0,1 1-1 0 0,0-1 1 0 0,0 0 0 0 0,0 0 0 0 0,1 0-1 0 0,0 1 1 0 0,0-1 0 0 0,1-1-1 0 0,-1 1 1 0 0,1 0 0 0 0,0-1-1 0 0,0 1 1 0 0,0-1 0 0 0,1 0-1 0 0,0 0 1 0 0,-1 0 0 0 0,2 0 0 0 0,-1-1-1 0 0,5 3 1 0 0,6 3 15 0 0,1 0 0 0 0,1-2-1 0 0,0 0 1 0 0,0 0 0 0 0,0-2 0 0 0,0 0 0 0 0,1-1-1 0 0,0-1 1 0 0,34 1 0 0 0,-18-3 19 0 0,1-2-1 0 0,-1-1 1 0 0,0-2-1 0 0,43-9 1 0 0,-61 10-225 0 0,-1-1-1 0 0,1 0 1 0 0,-1-1 0 0 0,0-1-1 0 0,0 0 1 0 0,0-1-1 0 0,16-10 1 0 0,-24 11-899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6.7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86 6449 0 0,'12'-34'1411'0'0,"-10"24"881"0"0,1 1 1 0 0,1 0 0 0 0,0 0-1 0 0,9-5 2975 0 0,-8 49-4668 0 0,-5-35-595 0 0,2 44 151 0 0,-2 0 0 0 0,-2-1 0 0 0,-11 67 0 0 0,0-6-59 0 0,10-75-95 0 0,2 1 1 0 0,1 0 0 0 0,4 38 0 0 0,-1-53 8 0 0,0 0 0 0 0,0-1 0 0 0,2 0 0 0 0,-1 1 1 0 0,2-1-1 0 0,0-1 0 0 0,1 1 0 0 0,12 18 0 0 0,-18-31 2 0 0,0 0-1 0 0,0 0 0 0 0,0-1 0 0 0,0 1 0 0 0,0 0 0 0 0,1 0 0 0 0,-1-1 1 0 0,0 1-1 0 0,0-1 0 0 0,1 1 0 0 0,-1-1 0 0 0,0 0 0 0 0,1 1 0 0 0,-1-1 1 0 0,1 0-1 0 0,-1 0 0 0 0,0 0 0 0 0,1 0 0 0 0,-1 0 0 0 0,0 0 1 0 0,1 0-1 0 0,-1 0 0 0 0,3-1 0 0 0,38-11 163 0 0,-25 7-125 0 0,370-100-142 0 0,-337 93-998 0 0,-17 4-3934 0 0,-29 7 3987 0 0,26-6-6254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7.9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181 101 7370 0 0,'-1'-6'470'0'0,"-1"0"1"0"0,0-1 0 0 0,0 1 0 0 0,-1 0 0 0 0,1 1 0 0 0,-1-1-1 0 0,-1 0 1 0 0,1 1 0 0 0,-1-1 0 0 0,0 1 0 0 0,0 0 0 0 0,0 0-1 0 0,-9-6 1 0 0,12 10-297 0 0,-1-1-1 0 0,0 1 1 0 0,0-1 0 0 0,0 1-1 0 0,0 0 1 0 0,0 0-1 0 0,0 0 1 0 0,0 0-1 0 0,0 0 1 0 0,-1 0 0 0 0,1 0-1 0 0,0 1 1 0 0,-1 0-1 0 0,1-1 1 0 0,0 1 0 0 0,-1 0-1 0 0,1 0 1 0 0,0 0-1 0 0,-1 0 1 0 0,1 0 0 0 0,0 1-1 0 0,-1-1 1 0 0,1 1-1 0 0,0-1 1 0 0,0 1-1 0 0,-1 0 1 0 0,1 0 0 0 0,0 0-1 0 0,0 0 1 0 0,0 1-1 0 0,0-1 1 0 0,0 0 0 0 0,1 1-1 0 0,-1-1 1 0 0,0 1-1 0 0,1 0 1 0 0,-1 0 0 0 0,-2 3-1 0 0,-2 4-107 0 0,0 0 1 0 0,1 1-1 0 0,0-1 1 0 0,1 1-1 0 0,0 0 0 0 0,0 0 1 0 0,1 0-1 0 0,1 1 1 0 0,-1-1-1 0 0,2 1 0 0 0,-1 15 1 0 0,0 14 256 0 0,7 66 0 0 0,-4-93-316 0 0,2 19-302 0 0,1 1 1 0 0,2-1 0 0 0,17 55-1 0 0,-18-71-39 0 0,1-1-1 0 0,1-1 0 0 0,0 1 1 0 0,1-1-1 0 0,0 0 1 0 0,1-1-1 0 0,1 0 0 0 0,0 0 1 0 0,19 17-1 0 0,-10-15-6184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8.1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18 252 5985 0 0,'-16'-8'439'0'0,"15"-2"886"0"0,2 8-1045 0 0,1-1-1 0 0,1 0 0 0 0,-1 1 1 0 0,0 0-1 0 0,0-1 0 0 0,1 1 1 0 0,0 0-1 0 0,2-2 1 0 0,30-19 1472 0 0,1 0 0 0 0,63-28 1 0 0,85-24-2938 0 0,-123 51-1733 0 0,-24 10-1987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8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172 61 3225 0 0,'-6'0'725'0'0,"1"1"0"0"0,0-1 0 0 0,0 1 0 0 0,0 0 0 0 0,0 1 1 0 0,0-1-1 0 0,0 1 0 0 0,0 0 0 0 0,1 0 0 0 0,-1 0 0 0 0,-5 5 1 0 0,2-2-75 0 0,1 1 1 0 0,0-1-1 0 0,1 2 1 0 0,0-1-1 0 0,-1 1 1 0 0,-5 9-1 0 0,5-6-347 0 0,0 0 0 0 0,1 1 0 0 0,0-1 0 0 0,1 2 0 0 0,1-1 0 0 0,-1 1 0 0 0,2-1 0 0 0,-1 1 0 0 0,-2 24 0 0 0,6-30-250 0 0,-1-1 1 0 0,1 1-1 0 0,0 0 1 0 0,1-1-1 0 0,0 1 1 0 0,-1-1-1 0 0,2 1 0 0 0,-1-1 1 0 0,1 1-1 0 0,0-1 1 0 0,0 0-1 0 0,0 1 1 0 0,1-1-1 0 0,-1 0 1 0 0,7 8-1 0 0,-5-10-15 0 0,-1 0 1 0 0,0 1-1 0 0,1-1 1 0 0,0 0-1 0 0,0-1 0 0 0,0 1 1 0 0,0-1-1 0 0,0 0 1 0 0,0 0-1 0 0,0 0 0 0 0,1 0 1 0 0,-1-1-1 0 0,1 0 1 0 0,-1 0-1 0 0,1 0 0 0 0,0 0 1 0 0,-1-1-1 0 0,1 0 0 0 0,7 0 1 0 0,0-1 48 0 0,0-1 1 0 0,1 1 0 0 0,-1-2-1 0 0,0 0 1 0 0,0 0-1 0 0,-1-1 1 0 0,1-1-1 0 0,-1 0 1 0 0,18-11-1 0 0,-26 15-73 0 0,1-1 0 0 0,-1-1 0 0 0,0 1 0 0 0,0 0 0 0 0,0-1 0 0 0,0 0 0 0 0,0 1 0 0 0,-1-1 0 0 0,1 0 0 0 0,-1 0 0 0 0,0-1 0 0 0,0 1 0 0 0,0 0 0 0 0,0-1 0 0 0,0 0 0 0 0,-1 1-1 0 0,0-1 1 0 0,1 0 0 0 0,-2 1 0 0 0,1-1 0 0 0,0 0 0 0 0,-1 0 0 0 0,1 0 0 0 0,-1 0 0 0 0,0 0 0 0 0,-1 0 0 0 0,1 1 0 0 0,-1-1 0 0 0,1 0 0 0 0,-1 0 0 0 0,0 0 0 0 0,0 1 0 0 0,-4-7-1 0 0,-3-5 14 0 0,-1 0 0 0 0,0 1 0 0 0,-2 0 0 0 0,-20-23 0 0 0,16 21-307 0 0,1-1 1 0 0,-15-23-1 0 0,25 33 356 0 0,-13-23-3302 0 0,17 29 3040 0 0,-1 0 0 0 0,1 0 0 0 0,0 0 0 0 0,-1 0 0 0 0,1 0 1 0 0,0 0-1 0 0,0 0 0 0 0,0 0 0 0 0,0 0 0 0 0,0 0 0 0 0,0 0 0 0 0,0 0 0 0 0,0 0 1 0 0,0 0-1 0 0,0 1 0 0 0,0-1 0 0 0,0 0 0 0 0,1 0 0 0 0,-1 0 0 0 0,0 0 0 0 0,1 0 1 0 0,-1 0-1 0 0,1 0 0 0 0,-1 0 0 0 0,1 1 0 0 0,-1-1 0 0 0,1 0 0 0 0,1-1 1 0 0,5-3 125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8.6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99 7370 0 0,'2'1'401'0'0,"-1"1"1"0"0,1 0-1 0 0,0-1 1 0 0,0 0 0 0 0,0 1-1 0 0,0-1 1 0 0,0 0 0 0 0,1 0-1 0 0,-1 0 1 0 0,0 0-1 0 0,4 0 1 0 0,6 5 1705 0 0,-5-1-1472 0 0,-1-1 0 0 0,0 1 0 0 0,0 0 0 0 0,-1 1 0 0 0,1 0 0 0 0,-1-1-1 0 0,0 2 1 0 0,3 6 0 0 0,32 59 516 0 0,-31-52-1079 0 0,2 0 1 0 0,14 21-1 0 0,-23-39-89 0 0,13 16 782 0 0,-12-19-150 0 0,-7-13-263 0 0,-1-3-359 0 0,1-1 0 0 0,0 1 0 0 0,2-1 0 0 0,-1 1 0 0 0,2-1 0 0 0,1 0 0 0 0,0 0 0 0 0,1 0 0 0 0,1 1 0 0 0,0-1 0 0 0,2 1 0 0 0,0-1 0 0 0,1 1 0 0 0,0 0 0 0 0,11-21 0 0 0,1 6-657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9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402 116 7370 0 0,'5'-5'356'0'0,"16"-27"11653"0"0,-171 135-11304 0 0,128-90-617 0 0,1-2 1 0 0,-1 0 0 0 0,-1-2 0 0 0,0 0 0 0 0,-41 9-1 0 0,59-17-74 0 0,0 0-1 0 0,-1-1 0 0 0,1 1 0 0 0,0-1 1 0 0,0 0-1 0 0,-1-1 0 0 0,1 1 0 0 0,0-1 1 0 0,0 0-1 0 0,-1-1 0 0 0,1 1 0 0 0,-6-3 1 0 0,9 3-9 0 0,1 0 1 0 0,-1-1 0 0 0,0 1 0 0 0,0 0 0 0 0,1 0 0 0 0,-1-1 0 0 0,0 1 0 0 0,1-1 0 0 0,-1 1 0 0 0,1-1 0 0 0,0 0 0 0 0,0 1 0 0 0,0-1 0 0 0,0 0 0 0 0,0 0 0 0 0,0 0 0 0 0,0 0-1 0 0,0 0 1 0 0,1 0 0 0 0,-1 0 0 0 0,1 0 0 0 0,-1 0 0 0 0,1-1 0 0 0,0 1 0 0 0,0 0 0 0 0,0 0 0 0 0,0 0 0 0 0,0 0 0 0 0,1 0 0 0 0,-1 0 0 0 0,1 0 0 0 0,0-3 0 0 0,2-6 2 0 0,1 1 0 0 0,0 0 0 0 0,1 0 0 0 0,-1 0 0 0 0,2 1 1 0 0,0 0-1 0 0,0 0 0 0 0,0 0 0 0 0,1 1 0 0 0,0 0 1 0 0,1 0-1 0 0,0 0 0 0 0,0 1 0 0 0,1 1 0 0 0,0-1 0 0 0,0 2 1 0 0,0-1-1 0 0,1 1 0 0 0,-1 0 0 0 0,1 1 0 0 0,20-6 1 0 0,-21 8 22 0 0,1-1 1 0 0,0 1-1 0 0,0 1 1 0 0,0 0-1 0 0,0 0 1 0 0,0 1-1 0 0,1 0 1 0 0,-1 1-1 0 0,0 0 1 0 0,0 1-1 0 0,0 0 1 0 0,-1 0-1 0 0,1 1 1 0 0,0 1-1 0 0,-1-1 1 0 0,0 2-1 0 0,0-1 1 0 0,0 1-1 0 0,0 0 1 0 0,-1 1-1 0 0,0 0 1 0 0,0 0-1 0 0,10 11 1 0 0,-7-3 21 0 0,0 0 0 0 0,-1 1 0 0 0,-1 0-1 0 0,0 0 1 0 0,-1 1 0 0 0,-1 0 0 0 0,0 0 0 0 0,-2 1 0 0 0,1 0 0 0 0,-2 0 0 0 0,0 1 0 0 0,1 21 0 0 0,-3-14-18 0 0,0 1 0 0 0,-2 0 0 0 0,-1-1 0 0 0,-1 1 0 0 0,-1 0 0 0 0,-1-1 0 0 0,-14 46 0 0 0,15-64-170 0 0,0 1 0 0 0,0-1 0 0 0,-1 0 0 0 0,0 0 0 0 0,-1 0 0 0 0,1-1 0 0 0,-1 0 0 0 0,0 0 1 0 0,-1 0-1 0 0,-9 8 0 0 0,11-10-998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0.0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74 7834 0 0,'0'-2'424'0'0,"0"0"0"0"0,1 0 0 0 0,-1-1-1 0 0,0 1 1 0 0,1 0 0 0 0,0 0 0 0 0,-1 0 0 0 0,1 0 0 0 0,0 0 0 0 0,0 0 0 0 0,0 0 0 0 0,1 0 0 0 0,-1 0 0 0 0,0 0 0 0 0,1 0 0 0 0,2-2 0 0 0,-3 3-310 0 0,-1 1 1 0 0,1-1-1 0 0,0 1 1 0 0,-1 0-1 0 0,1-1 0 0 0,0 1 1 0 0,0-1-1 0 0,0 1 1 0 0,-1 0-1 0 0,1 0 1 0 0,0 0-1 0 0,0-1 1 0 0,0 1-1 0 0,0 0 0 0 0,0 0 1 0 0,0 0-1 0 0,-1 0 1 0 0,1 0-1 0 0,0 0 1 0 0,0 1-1 0 0,0-1 1 0 0,0 0-1 0 0,0 0 1 0 0,-1 1-1 0 0,1-1 0 0 0,0 0 1 0 0,0 1-1 0 0,-1-1 1 0 0,1 1-1 0 0,0-1 1 0 0,0 1-1 0 0,-1-1 1 0 0,1 1-1 0 0,-1-1 0 0 0,1 1 1 0 0,0 0-1 0 0,-1-1 1 0 0,1 1-1 0 0,-1 0 1 0 0,1 0-1 0 0,-1-1 1 0 0,0 1-1 0 0,1 0 1 0 0,-1 1-1 0 0,7 10 206 0 0,-1 1 0 0 0,-1 0-1 0 0,0 1 1 0 0,-1-1 0 0 0,4 18 0 0 0,7 75 109 0 0,-4-31-224 0 0,-9-60-181 0 0,-2-10-16 0 0,0-1 0 0 0,0 0 0 0 0,1 1-1 0 0,0-1 1 0 0,0 0 0 0 0,0 0-1 0 0,0 0 1 0 0,1 1 0 0 0,0-1-1 0 0,0-1 1 0 0,3 6 0 0 0,-5-9-8 0 0,0 0 0 0 0,1 0 0 0 0,-1 0 0 0 0,1-1 0 0 0,-1 1 0 0 0,1 0 0 0 0,-1 0 0 0 0,0 0 0 0 0,1-1 0 0 0,-1 1 0 0 0,0 0 0 0 0,1 0 0 0 0,-1-1 0 0 0,1 1 0 0 0,-1 0 0 0 0,0-1 0 0 0,0 1 0 0 0,1 0 0 0 0,-1-1 0 0 0,0 1 0 0 0,0 0 0 0 0,1-1 0 0 0,-1 1 0 0 0,0-1 0 0 0,0 1 0 0 0,0 0 0 0 0,0-1 0 0 0,0 1 0 0 0,1-1 0 0 0,7-18 0 0 0,-8 18 0 0 0,28-78 67 0 0,-16 42 56 0 0,2 0 0 0 0,30-58 0 0 0,-39 86-106 0 0,0 0 0 0 0,1 1-1 0 0,0-1 1 0 0,1 1 0 0 0,-1 1 0 0 0,1 0-1 0 0,1 0 1 0 0,-1 0 0 0 0,1 1 0 0 0,0 0-1 0 0,1 0 1 0 0,0 1 0 0 0,0 0 0 0 0,0 0-1 0 0,12-3 1 0 0,-19 7-2 0 0,0 0 0 0 0,0 1 0 0 0,0-1-1 0 0,0 1 1 0 0,0-1 0 0 0,0 1 0 0 0,0 0 0 0 0,0 0 0 0 0,0 0-1 0 0,0 0 1 0 0,0 0 0 0 0,0 0 0 0 0,0 0 0 0 0,0 1-1 0 0,0-1 1 0 0,0 1 0 0 0,0 0 0 0 0,0-1 0 0 0,-1 1 0 0 0,1 0-1 0 0,0 0 1 0 0,0 0 0 0 0,-1 0 0 0 0,1 1 0 0 0,0-1 0 0 0,-1 0-1 0 0,0 1 1 0 0,1-1 0 0 0,-1 1 0 0 0,0-1 0 0 0,1 1 0 0 0,-1 0-1 0 0,0-1 1 0 0,1 4 0 0 0,2 6 23 0 0,0 1 1 0 0,0-1-1 0 0,-2 1 1 0 0,1-1-1 0 0,0 14 0 0 0,5 19-75 0 0,-4-31-369 0 0,1 0-1 0 0,0 0 0 0 0,1 0 1 0 0,0-1-1 0 0,1 0 0 0 0,1 0 1 0 0,0-1-1 0 0,0 0 1 0 0,16 16-1 0 0,-6-11-6953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0.3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98 9218 0 0,'0'-2'252'0'0,"-1"-1"-1"0"0,1 1 1 0 0,0 0 0 0 0,-1-1 0 0 0,1 1-1 0 0,-1 0 1 0 0,1 0 0 0 0,-1-1 0 0 0,0 1-1 0 0,0 0 1 0 0,0 0 0 0 0,0 0 0 0 0,-1 0-1 0 0,1 0 1 0 0,0 0 0 0 0,-1 0 0 0 0,-1-1-1 0 0,2 2-104 0 0,0 1-1 0 0,0-1 1 0 0,0 1-1 0 0,0-1 1 0 0,0 1-1 0 0,0 0 1 0 0,0-1-1 0 0,0 1 1 0 0,0 0-1 0 0,0 0 1 0 0,0-1-1 0 0,0 1 1 0 0,0 0-1 0 0,-1 0 1 0 0,1 0-1 0 0,0 1 1 0 0,0-1-1 0 0,0 0 0 0 0,0 0 1 0 0,0 1-1 0 0,0-1 1 0 0,0 0-1 0 0,0 1 1 0 0,0-1-1 0 0,0 1 1 0 0,0-1-1 0 0,0 1 1 0 0,1-1-1 0 0,-1 1 1 0 0,0 0-1 0 0,0 0 1 0 0,0-1-1 0 0,1 1 1 0 0,-1 0-1 0 0,0 0 1 0 0,1 0-1 0 0,-1 0 0 0 0,1 0 1 0 0,-1 0-1 0 0,0 1 1 0 0,-4 6-26 0 0,0 0-1 0 0,1 0 1 0 0,0 1 0 0 0,0-1-1 0 0,1 1 1 0 0,0 0-1 0 0,0 0 1 0 0,1 1 0 0 0,0-1-1 0 0,1 0 1 0 0,0 1 0 0 0,0-1-1 0 0,1 1 1 0 0,0-1 0 0 0,1 1-1 0 0,0-1 1 0 0,5 19 0 0 0,-4-22-115 0 0,0 0 0 0 0,0 0 1 0 0,0 0-1 0 0,1 0 0 0 0,0-1 1 0 0,0 1-1 0 0,0-1 0 0 0,1 0 0 0 0,0 0 1 0 0,0 0-1 0 0,0 0 0 0 0,1-1 1 0 0,-1 1-1 0 0,1-1 0 0 0,0-1 1 0 0,0 1-1 0 0,1 0 0 0 0,-1-1 1 0 0,1 0-1 0 0,0-1 0 0 0,-1 1 1 0 0,1-1-1 0 0,0 0 0 0 0,0-1 0 0 0,1 1 1 0 0,-1-1-1 0 0,12 1 0 0 0,-14-2-2 0 0,0-1 0 0 0,0 1 0 0 0,0 0 0 0 0,0-1 0 0 0,0 0 0 0 0,0 0 0 0 0,0 0 0 0 0,0 0 0 0 0,-1-1 0 0 0,1 0 0 0 0,0 1 0 0 0,-1-1 0 0 0,1-1 0 0 0,-1 1-1 0 0,0 0 1 0 0,0-1 0 0 0,0 0 0 0 0,0 1 0 0 0,0-1 0 0 0,0 0 0 0 0,-1-1 0 0 0,1 1 0 0 0,-1 0 0 0 0,0-1 0 0 0,2-5 0 0 0,0 2 28 0 0,-1 0 1 0 0,-1 0-1 0 0,1 0 1 0 0,-1 0-1 0 0,-1-1 1 0 0,1 1 0 0 0,-1-1-1 0 0,-1 1 1 0 0,1-1-1 0 0,-1 1 1 0 0,0-1-1 0 0,-3-13 1 0 0,1 10-27 0 0,-2 1 0 0 0,1-1 1 0 0,-1 1-1 0 0,0 0 0 0 0,-1 0 1 0 0,-1 1-1 0 0,1-1 0 0 0,-1 1 1 0 0,-1 0-1 0 0,0 1 0 0 0,0 0 0 0 0,0 0 1 0 0,-1 0-1 0 0,-1 1 0 0 0,1 0 1 0 0,-1 1-1 0 0,-10-6 0 0 0,9 6-472 0 0,-1 0-1 0 0,0 1 1 0 0,0 1-1 0 0,-1 0 0 0 0,-16-4 1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304 546 5441 0 0,'0'-1'61'0'0,"-1"0"0"0"0,0-1 0 0 0,1 1-1 0 0,-1 0 1 0 0,0 0 0 0 0,1 0 0 0 0,-1 0 0 0 0,0 0-1 0 0,0 0 1 0 0,0 1 0 0 0,0-1 0 0 0,0 0 0 0 0,0 0-1 0 0,0 1 1 0 0,0-1 0 0 0,-1 0 0 0 0,1 1 0 0 0,0-1-1 0 0,0 1 1 0 0,0 0 0 0 0,-1-1 0 0 0,1 1 0 0 0,0 0-1 0 0,0 0 1 0 0,-1 0 0 0 0,1-1 0 0 0,-2 2 0 0 0,-39-4 2901 0 0,42 3-2904 0 0,-12 1 415 0 0,0 0 0 0 0,-1 1 0 0 0,1 0 0 0 0,1 1 1 0 0,-1 0-1 0 0,0 1 0 0 0,1 1 0 0 0,0 0 0 0 0,-21 12 1 0 0,25-13-322 0 0,0 0 0 0 0,0 1 0 0 0,0 0 1 0 0,1 0-1 0 0,0 1 0 0 0,0 0 0 0 0,0 0 1 0 0,0 0-1 0 0,1 1 0 0 0,0 0 0 0 0,1 0 1 0 0,0 0-1 0 0,0 0 0 0 0,0 1 0 0 0,-3 11 1 0 0,6-16-122 0 0,0 1-1 0 0,1-1 1 0 0,-1 1 0 0 0,1 0 0 0 0,0-1 0 0 0,0 1 0 0 0,0-1 0 0 0,1 1 0 0 0,-1-1 0 0 0,1 1 0 0 0,0-1-1 0 0,0 1 1 0 0,0-1 0 0 0,0 0 0 0 0,1 0 0 0 0,0 1 0 0 0,-1-1 0 0 0,1 0 0 0 0,0 0 0 0 0,0 0-1 0 0,0-1 1 0 0,1 1 0 0 0,-1 0 0 0 0,1-1 0 0 0,0 0 0 0 0,-1 1 0 0 0,1-1 0 0 0,0 0 0 0 0,0-1 0 0 0,0 1-1 0 0,0 0 1 0 0,1-1 0 0 0,-1 0 0 0 0,5 2 0 0 0,0 0-21 0 0,1-1 1 0 0,-1 0-1 0 0,0 0 1 0 0,1-1-1 0 0,-1 0 1 0 0,0 0-1 0 0,1-1 1 0 0,-1 0-1 0 0,1 0 1 0 0,-1-1-1 0 0,1 0 1 0 0,-1-1-1 0 0,13-4 1 0 0,-14 4-144 0 0,-1-1 0 0 0,0 0 0 0 0,0-1 0 0 0,0 0 0 0 0,0 0 0 0 0,-1 0 0 0 0,1 0 0 0 0,-1-1 0 0 0,0 0 0 0 0,-1 0 1 0 0,1 0-1 0 0,6-12 0 0 0,-5 7-51 0 0,-1 0 1 0 0,0 0 0 0 0,-1-1 0 0 0,-1 0 0 0 0,1 0-1 0 0,-2 1 1 0 0,3-16 0 0 0,-2-10 127 0 0,-2-1 1 0 0,-1 0-1 0 0,-9-66 0 0 0,-15-214 4690 0 0,20 253-2913 0 0,4 55-1554 0 0,-1-3 826 0 0,4 22-302 0 0,81 405-224 0 0,-41-247-1183 0 0,-29-129 261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1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1 394 3681 0 0,'26'-7'8600'0'0,"61"-17"-2661"0"0,-70 18-5500 0 0,0-1 0 0 0,-1-1 1 0 0,1 0-1 0 0,-2-1 0 0 0,1-1 0 0 0,-1 0 0 0 0,0-1 1 0 0,-1 0-1 0 0,21-24 0 0 0,-28 28-413 0 0,-2 0-1 0 0,1 0 1 0 0,-1 0 0 0 0,0-1-1 0 0,0 0 1 0 0,-1 0-1 0 0,0 0 1 0 0,0-1 0 0 0,-1 1-1 0 0,0-1 1 0 0,-1 0-1 0 0,0 0 1 0 0,0 0 0 0 0,-1 0-1 0 0,0 0 1 0 0,-1 0 0 0 0,0 0-1 0 0,0-1 1 0 0,-1 1-1 0 0,0 0 1 0 0,-3-10 0 0 0,4 16-25 0 0,-1 1 1 0 0,0-1 0 0 0,0 0-1 0 0,0 1 1 0 0,0-1-1 0 0,0 1 1 0 0,0-1 0 0 0,-1 1-1 0 0,1 0 1 0 0,-1 0 0 0 0,0-1-1 0 0,1 1 1 0 0,-1 0 0 0 0,0 1-1 0 0,0-1 1 0 0,0 0 0 0 0,-1 0-1 0 0,1 1 1 0 0,0-1-1 0 0,-1 1 1 0 0,1 0 0 0 0,-1 0-1 0 0,1 0 1 0 0,-1 0 0 0 0,0 0-1 0 0,1 1 1 0 0,-1-1 0 0 0,0 1-1 0 0,1-1 1 0 0,-1 1-1 0 0,0 0 1 0 0,0 0 0 0 0,1 0-1 0 0,-1 1 1 0 0,-3 0 0 0 0,0 0-13 0 0,0 1 1 0 0,0-1 0 0 0,0 1-1 0 0,0 1 1 0 0,1-1 0 0 0,-1 1-1 0 0,1 0 1 0 0,0 0-1 0 0,0 0 1 0 0,0 1 0 0 0,0 0-1 0 0,0 0 1 0 0,1 0 0 0 0,0 1-1 0 0,-5 5 1 0 0,1 3 2 0 0,1 0 0 0 0,0 1 0 0 0,0 1 0 0 0,1-1-1 0 0,1 1 1 0 0,1 0 0 0 0,0 0 0 0 0,1 0 0 0 0,0 0 0 0 0,1 1 0 0 0,1 23 0 0 0,1-27 7 0 0,0 0 0 0 0,1 1-1 0 0,0-1 1 0 0,1 0 0 0 0,0 0 0 0 0,1 0 0 0 0,1 0 0 0 0,0-1 0 0 0,0 1 0 0 0,1-1 0 0 0,1 0 0 0 0,0-1 0 0 0,0 1-1 0 0,1-1 1 0 0,8 10 0 0 0,-10-15-152 0 0,0 0 0 0 0,0-1-1 0 0,1 1 1 0 0,0-1-1 0 0,0 0 1 0 0,0-1 0 0 0,0 1-1 0 0,0-1 1 0 0,1 0 0 0 0,-1-1-1 0 0,1 1 1 0 0,8 0-1 0 0,6 0-1042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1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249 89 2761 0 0,'0'-3'336'0'0,"0"-1"0"0"0,0 1 1 0 0,-1-1-1 0 0,1 1 0 0 0,-1-1 1 0 0,1 1-1 0 0,-1-1 1 0 0,-1 1-1 0 0,1 0 0 0 0,0 0 1 0 0,-1 0-1 0 0,1-1 1 0 0,-1 1-1 0 0,0 1 0 0 0,0-1 1 0 0,0 0-1 0 0,0 0 0 0 0,-1 1 1 0 0,1-1-1 0 0,-5-2 1 0 0,3 2 89 0 0,-1 1 0 0 0,1-1 0 0 0,-1 1 0 0 0,0 0 1 0 0,0 0-1 0 0,0 1 0 0 0,0-1 0 0 0,0 1 1 0 0,0 0-1 0 0,0 0 0 0 0,-1 1 0 0 0,-7 0 1 0 0,6 0-160 0 0,-1 0 1 0 0,1 1 0 0 0,0 0 0 0 0,0 0-1 0 0,0 0 1 0 0,0 1 0 0 0,1 0 0 0 0,-1 1-1 0 0,0-1 1 0 0,1 1 0 0 0,-1 1 0 0 0,1-1-1 0 0,0 1 1 0 0,0 0 0 0 0,1 0 0 0 0,-1 1-1 0 0,1 0 1 0 0,0 0 0 0 0,0 0 0 0 0,-6 9-1 0 0,10-12-229 0 0,0 1 0 0 0,0 0-1 0 0,0 0 1 0 0,0 0 0 0 0,1 0-1 0 0,-1 1 1 0 0,1-1-1 0 0,0 0 1 0 0,0 0 0 0 0,0 0-1 0 0,0 0 1 0 0,1 0 0 0 0,-1 0-1 0 0,1 0 1 0 0,0 0 0 0 0,-1 0-1 0 0,2 0 1 0 0,-1 0-1 0 0,0 0 1 0 0,0 0 0 0 0,1 0-1 0 0,0-1 1 0 0,-1 1 0 0 0,1-1-1 0 0,0 1 1 0 0,0-1-1 0 0,1 0 1 0 0,3 3 0 0 0,5 6 2 0 0,2 0 0 0 0,0-1-1 0 0,26 16 1 0 0,-3-8 16 0 0,21 14 24 0 0,-53-30-67 0 0,-1 0-1 0 0,0 1 1 0 0,0 0-1 0 0,0-1 1 0 0,0 1-1 0 0,0 0 1 0 0,0 0-1 0 0,-1 0 1 0 0,0 1 0 0 0,0-1-1 0 0,0 1 1 0 0,3 5-1 0 0,-5-6 12 0 0,1 0-1 0 0,-1 0 1 0 0,0 0-1 0 0,0 0 1 0 0,0 0-1 0 0,0 0 1 0 0,0 0 0 0 0,-1 0-1 0 0,1-1 1 0 0,-1 1-1 0 0,0 0 1 0 0,0 0-1 0 0,0 0 1 0 0,0-1-1 0 0,-1 1 1 0 0,1 0-1 0 0,-1-1 1 0 0,1 1 0 0 0,-1-1-1 0 0,0 0 1 0 0,0 0-1 0 0,0 1 1 0 0,0-1-1 0 0,-4 3 1 0 0,-4 3 106 0 0,0 0 1 0 0,0-1 0 0 0,-1 0-1 0 0,-15 7 1 0 0,13-7-70 0 0,0-1 1 0 0,-1 0 0 0 0,0-1-1 0 0,-26 5 1 0 0,21-7-337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8.2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223 56 6913 0 0,'-1'-5'242'0'0,"-4"-25"2020"0"0,5 29-2076 0 0,0-1-1 0 0,-1 1 1 0 0,1 0-1 0 0,0 0 0 0 0,0 0 1 0 0,-1 0-1 0 0,1 0 1 0 0,-1 0-1 0 0,1 0 0 0 0,-1 0 1 0 0,1 0-1 0 0,-1 0 1 0 0,1 0-1 0 0,-1 0 0 0 0,0 1 1 0 0,0-1-1 0 0,0 0 1 0 0,1 0-1 0 0,-3 0 0 0 0,2 1-44 0 0,0 1-1 0 0,-1 0 0 0 0,1-1 0 0 0,0 1 0 0 0,0 0 0 0 0,0 0 0 0 0,0 0 0 0 0,0 0 0 0 0,0 0 0 0 0,0 0 0 0 0,0 0 0 0 0,1 0 0 0 0,-1 1 1 0 0,0-1-1 0 0,0 0 0 0 0,1 0 0 0 0,-1 1 0 0 0,1-1 0 0 0,0 0 0 0 0,-1 1 0 0 0,1 2 0 0 0,-1-2-20 0 0,-21 75 1607 0 0,-18 129-1 0 0,20-89-1163 0 0,-81 462-468 0 0,100-576-298 0 0,1 0-254 0 0,-1 0 0 0 0,1 0 0 0 0,0 0 1 0 0,0 0-1 0 0,0 0 0 0 0,0-1 0 0 0,0 1 0 0 0,2 5 0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8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4 334 6913 0 0,'-3'-28'299'0'0,"2"0"-1"0"0,1 1 1 0 0,1-1-1 0 0,1 1 0 0 0,2-1 1 0 0,11-44-1 0 0,-13 64-215 0 0,1-3 243 0 0,1 1 0 0 0,0-1 0 0 0,0 1 0 0 0,6-10 0 0 0,-9 18-215 0 0,0 0-1 0 0,0 1 0 0 0,0-1 0 0 0,0 1 1 0 0,0-1-1 0 0,0 1 0 0 0,1-1 1 0 0,-1 1-1 0 0,0 0 0 0 0,1 0 1 0 0,-1-1-1 0 0,1 1 0 0 0,-1 0 0 0 0,1 0 1 0 0,-1 1-1 0 0,1-1 0 0 0,0 0 1 0 0,-1 0-1 0 0,1 1 0 0 0,0-1 0 0 0,0 1 1 0 0,0 0-1 0 0,-1-1 0 0 0,1 1 1 0 0,0 0-1 0 0,0 0 0 0 0,0 0 1 0 0,0 0-1 0 0,-1 1 0 0 0,1-1 0 0 0,0 0 1 0 0,2 2-1 0 0,11 4 500 0 0,0 1 0 0 0,0 1 0 0 0,-1 1 1 0 0,0 0-1 0 0,-1 1 0 0 0,18 16 0 0 0,-9-6 68 0 0,-2 2 0 0 0,32 40 0 0 0,-15-4-132 0 0,-2 2 0 0 0,52 124 0 0 0,-54-107-2188 0 0,62 102 1 0 0,-85-163-701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8.6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12 150 9218 0 0,'-11'-3'560'0'0,"11"0"245"0"0,18-1 850 0 0,-4 2-1102 0 0,285-92 2414 0 0,-264 82-2863 0 0,3-3-61 0 0,-4-2-33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9.0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68 129 6913 0 0,'-1'5'657'0'0,"1"1"0"0"0,-1-1 0 0 0,1 0 0 0 0,0 1 0 0 0,0-1 0 0 0,1 1-1 0 0,0-1 1 0 0,-1 0 0 0 0,4 8 0 0 0,-2-2 404 0 0,14 106 4628 0 0,-1 58-3614 0 0,-14-152-2209 0 0,5 64 556 0 0,-4-78-941 0 0,-1 1 0 0 0,1-1 1 0 0,1 0-1 0 0,0 0 0 0 0,0 0 1 0 0,9 15-1 0 0,-23-49-10465 0 0,-3-27 5697 0 0,-7-23 3716 0 0,3 29 938 0 0,2 9 1724 0 0,1-1 0 0 0,2-1 1 0 0,-12-65-1 0 0,23 94-637 0 0,0-1 1 0 0,1 1-1 0 0,1-1 1 0 0,0 1-1 0 0,1-1 1 0 0,-1 1-1 0 0,2-1 1 0 0,0 1-1 0 0,0-1 0 0 0,1 1 1 0 0,0 0-1 0 0,1 0 1 0 0,0 0-1 0 0,0 1 1 0 0,1 0-1 0 0,0-1 1 0 0,1 1-1 0 0,0 1 1 0 0,8-9-1 0 0,-8 11-227 0 0,1 0 0 0 0,-1 1 1 0 0,1 0-1 0 0,0 0 0 0 0,0 0 0 0 0,1 1 1 0 0,-1 1-1 0 0,1-1 0 0 0,0 1 0 0 0,0 0 1 0 0,0 1-1 0 0,0 0 0 0 0,1 0 0 0 0,-1 1 1 0 0,1 0-1 0 0,-1 0 0 0 0,1 1 0 0 0,-1 0 1 0 0,0 1-1 0 0,1 0 0 0 0,-1 0 0 0 0,1 0 1 0 0,-1 1-1 0 0,0 1 0 0 0,0-1 0 0 0,0 1 1 0 0,0 1-1 0 0,11 6 0 0 0,-11-5-89 0 0,0-1 0 0 0,-1 1 0 0 0,1 1 1 0 0,-1-1-1 0 0,0 1 0 0 0,-1 1 0 0 0,0-1 0 0 0,0 1 0 0 0,0 0 0 0 0,-1 0 0 0 0,9 16 0 0 0,-11-16-107 0 0,0-1 0 0 0,0 1 0 0 0,-1-1 0 0 0,0 1 0 0 0,-1 0 0 0 0,1 0 0 0 0,-1 0 0 0 0,-1 0 0 0 0,1 0 0 0 0,-1 1 0 0 0,-1-1 0 0 0,1 0 0 0 0,-1 0 0 0 0,0 0 0 0 0,-1 0 0 0 0,-3 9 0 0 0,1-2 126 0 0,-2-1 1 0 0,1 0-1 0 0,-12 19 0 0 0,-9-1-1417 0 0,24-29 524 0 0,-1 0 0 0 0,0 0 0 0 0,1 0-1 0 0,-1 0 1 0 0,0-1 0 0 0,0 1 0 0 0,0-1 0 0 0,0 0 0 0 0,-4 1-1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9.2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14 117 3329 0 0,'1'-10'293'0'0,"0"-1"0"0"0,-1 1 0 0 0,0-1-1 0 0,-3-20 1 0 0,2 25 869 0 0,0-1-1 0 0,-1 0 1 0 0,0 1-1 0 0,-5-12 1 0 0,14 23-651 0 0,-6-4-518 0 0,0-1 1 0 0,0 1-1 0 0,0-1 0 0 0,0 1 1 0 0,0-1-1 0 0,-1 1 0 0 0,1-1 1 0 0,0 1-1 0 0,0 0 1 0 0,-1-1-1 0 0,1 1 0 0 0,0 0 1 0 0,-1 0-1 0 0,1 0 0 0 0,-1-1 1 0 0,1 1-1 0 0,-1 0 1 0 0,1 0-1 0 0,-1 0 0 0 0,0 0 1 0 0,1 0-1 0 0,-1 0 1 0 0,0 0-1 0 0,0 0 0 0 0,1 1 1 0 0,-3 5-84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9.5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74 5985 0 0,'-2'-4'775'0'0,"1"0"-1"0"0,-1 0 1 0 0,1 0-1 0 0,0 0 1 0 0,0 0-1 0 0,1-1 1 0 0,-1-6-1 0 0,0-1 1435 0 0,0 11-1936 0 0,1 0 0 0 0,-1 0 0 0 0,1 0 0 0 0,0 0 0 0 0,0 1 0 0 0,0-1 0 0 0,-1 0 0 0 0,1 0 0 0 0,0 0 0 0 0,0 0 0 0 0,0 0 0 0 0,0 0 0 0 0,1 0 0 0 0,-1 0 0 0 0,0 0 0 0 0,0 0 0 0 0,0 1 0 0 0,1-1 0 0 0,-1 0 0 0 0,1 0 0 0 0,0-1 0 0 0,0 2-167 0 0,-1 0-1 0 0,1 0 1 0 0,0 0 0 0 0,0 0-1 0 0,-1 1 1 0 0,1-1 0 0 0,0 0-1 0 0,-1 1 1 0 0,1-1-1 0 0,0 0 1 0 0,-1 1 0 0 0,1-1-1 0 0,-1 1 1 0 0,1-1-1 0 0,0 1 1 0 0,-1-1 0 0 0,1 1-1 0 0,-1-1 1 0 0,1 2-1 0 0,26 37 256 0 0,-17-18-268 0 0,-2 0 0 0 0,0 1 0 0 0,-2 0 0 0 0,0 0 0 0 0,2 24 0 0 0,7 118-45 0 0,-9-85-487 0 0,-6-69-1238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9.7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44 9674 0 0,'3'-4'162'0'0,"0"1"0"0"0,0-1 0 0 0,0 1-1 0 0,1 0 1 0 0,0 0 0 0 0,-1 0 0 0 0,1 0 0 0 0,1 1-1 0 0,-1 0 1 0 0,0 0 0 0 0,0 0 0 0 0,1 0 0 0 0,-1 0-1 0 0,1 1 1 0 0,-1 0 0 0 0,1 0 0 0 0,0 0 0 0 0,0 1 0 0 0,-1-1-1 0 0,6 1 1 0 0,11 0 817 0 0,1 0 1 0 0,-1 1-1 0 0,24 5 0 0 0,-38-5-807 0 0,0 0-1 0 0,0 1 1 0 0,0 0 0 0 0,0 0 0 0 0,0 1 0 0 0,0 0-1 0 0,0 0 1 0 0,-1 1 0 0 0,0-1 0 0 0,1 1-1 0 0,-2 1 1 0 0,1-1 0 0 0,0 1 0 0 0,-1 0-1 0 0,0 0 1 0 0,0 1 0 0 0,0 0 0 0 0,-1 0-1 0 0,0 0 1 0 0,0 0 0 0 0,0 0 0 0 0,-1 1-1 0 0,0 0 1 0 0,0-1 0 0 0,2 12 0 0 0,-2-6-138 0 0,-1 0 0 0 0,0 0 0 0 0,-1 0 0 0 0,0 0 1 0 0,-1 1-1 0 0,0-1 0 0 0,-1 0 0 0 0,-1 0 0 0 0,0 0 0 0 0,0 0 1 0 0,-1 0-1 0 0,-1 0 0 0 0,0 0 0 0 0,-8 15 0 0 0,11-24-196 0 0,-5 9 38 0 0,-1 0-1 0 0,-12 18 1 0 0,17-27-735 0 0,-1 0-1 0 0,0 0 0 0 0,1 0 0 0 0,-1-1 1 0 0,0 1-1 0 0,-1-1 0 0 0,1 1 1 0 0,-4 1-1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0.2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9218 0 0,'8'72'8018'0'0,"14"24"-5293"0"0,-15-71-2528 0 0,1-1 1 0 0,1 0 0 0 0,1 0 0 0 0,2 0-1 0 0,26 40 1 0 0,-29-52-147 0 0,1 0 0 0 0,0-1 1 0 0,1 0-1 0 0,14 10 0 0 0,-21-17-50 0 0,1-1 1 0 0,-1 0-1 0 0,1 0 1 0 0,0 0-1 0 0,0-1 1 0 0,0 1-1 0 0,1-1 0 0 0,-1 0 1 0 0,0-1-1 0 0,1 1 1 0 0,-1-1-1 0 0,1 0 1 0 0,0-1-1 0 0,6 1 1 0 0,-7-2-51 0 0,-1 0 1 0 0,0 0 0 0 0,0 0 0 0 0,0-1 0 0 0,-1 0-1 0 0,1 1 1 0 0,0-1 0 0 0,-1 0 0 0 0,1-1-1 0 0,-1 1 1 0 0,1-1 0 0 0,-1 0 0 0 0,0 1 0 0 0,0-1-1 0 0,-1-1 1 0 0,1 1 0 0 0,0 0 0 0 0,-1-1 0 0 0,0 1-1 0 0,3-7 1 0 0,4-8-57 0 0,0-1 0 0 0,10-34 0 0 0,-19 52 100 0 0,31-125-307 0 0,1-4 810 0 0,-28 167 789 0 0,-4-24-1194 0 0,1 0 1 0 0,0 0 0 0 0,2-1 0 0 0,-1 1 0 0 0,1 0-1 0 0,1-1 1 0 0,0 0 0 0 0,10 21 0 0 0,-12-30-93 0 0,0 0 0 0 0,-1 1 0 0 0,1-1 0 0 0,0 0 0 0 0,1 0 0 0 0,-1 0 0 0 0,0 0 0 0 0,1 0 0 0 0,0-1 0 0 0,-1 1 1 0 0,1-1-1 0 0,0 1 0 0 0,0-1 0 0 0,1 0 0 0 0,-1-1 0 0 0,0 1 0 0 0,1 0 0 0 0,-1-1 0 0 0,1 0 0 0 0,-1 0 0 0 0,1 0 0 0 0,0 0 0 0 0,-1 0 0 0 0,1-1 0 0 0,0 0 1 0 0,-1 1-1 0 0,1-1 0 0 0,0-1 0 0 0,0 1 0 0 0,-1-1 0 0 0,1 1 0 0 0,0-1 0 0 0,-1 0 0 0 0,6-2 0 0 0,-4 0-2 0 0,0 1 0 0 0,0-1 0 0 0,0 1 0 0 0,-1-1 0 0 0,1-1 0 0 0,-1 1 0 0 0,0-1 0 0 0,0 1 0 0 0,0-1-1 0 0,5-7 1 0 0,28-50 128 0 0,-31 50-36 0 0,-1 1 1 0 0,1 0 0 0 0,1 0 0 0 0,0 0 0 0 0,0 1 0 0 0,16-16 0 0 0,-22 24-83 0 0,-1 1 1 0 0,1-1 0 0 0,-1 1 0 0 0,1-1-1 0 0,0 1 1 0 0,-1 0 0 0 0,1-1-1 0 0,-1 1 1 0 0,1 0 0 0 0,0-1 0 0 0,-1 1-1 0 0,1 0 1 0 0,0 0 0 0 0,-1-1 0 0 0,1 1-1 0 0,0 0 1 0 0,-1 0 0 0 0,1 0-1 0 0,0 0 1 0 0,0 0 0 0 0,-1 0 0 0 0,1 0-1 0 0,0 0 1 0 0,-1 0 0 0 0,1 1 0 0 0,0-1-1 0 0,0 0 1 0 0,-1 0 0 0 0,2 1 0 0 0,-1 0 7 0 0,0 0 1 0 0,0 0 0 0 0,0 0 0 0 0,0 1-1 0 0,0-1 1 0 0,0 0 0 0 0,-1 1-1 0 0,1-1 1 0 0,0 0 0 0 0,-1 1 0 0 0,1-1-1 0 0,0 4 1 0 0,6 48 240 0 0,-7-50-248 0 0,-6 268 219 0 0,0 3-1000 0 0,9-221-1099 0 0,1-1-5917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0.8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84 32 5985 0 0,'-4'1'208'0'0,"1"0"-1"0"0,0 0 0 0 0,0 1 1 0 0,0-1-1 0 0,0 1 0 0 0,0-1 1 0 0,1 1-1 0 0,-1 0 0 0 0,0 0 0 0 0,1 0 1 0 0,-1 1-1 0 0,1-1 0 0 0,0 0 1 0 0,0 1-1 0 0,0 0 0 0 0,0-1 1 0 0,0 1-1 0 0,0 0 0 0 0,1 0 1 0 0,-1 0-1 0 0,-1 6 0 0 0,-3 8 829 0 0,1 0-1 0 0,-6 31 1 0 0,10-42-1102 0 0,-1 10 337 0 0,0 0-1 0 0,1 0 1 0 0,1 0-1 0 0,0 1 1 0 0,1-1 0 0 0,1 0-1 0 0,0 0 1 0 0,2 0 0 0 0,0 0-1 0 0,0-1 1 0 0,1 1-1 0 0,1-1 1 0 0,16 28 0 0 0,-18-36-210 0 0,0 0 1 0 0,0 0-1 0 0,1-1 1 0 0,0 0-1 0 0,0 1 1 0 0,1-1-1 0 0,0-1 1 0 0,0 1-1 0 0,0-1 1 0 0,1 0-1 0 0,-1-1 0 0 0,1 1 1 0 0,0-2-1 0 0,1 1 1 0 0,-1-1-1 0 0,1 0 1 0 0,-1 0-1 0 0,1 0 1 0 0,0-1-1 0 0,0-1 1 0 0,0 0-1 0 0,0 0 1 0 0,0 0-1 0 0,0-1 1 0 0,0 0-1 0 0,1 0 1 0 0,-1-1-1 0 0,0 0 1 0 0,11-4-1 0 0,-11 3-32 0 0,0 0 0 0 0,-1-1 1 0 0,1 0-1 0 0,-1-1 0 0 0,0 1 0 0 0,0-2 0 0 0,-1 1 0 0 0,1-1 0 0 0,-1 1 1 0 0,0-2-1 0 0,0 1 0 0 0,0-1 0 0 0,-1 0 0 0 0,0 0 0 0 0,0 0 0 0 0,0-1 1 0 0,-1 0-1 0 0,0 0 0 0 0,0 0 0 0 0,-1 0 0 0 0,0-1 0 0 0,0 1 0 0 0,-1-1 1 0 0,0 0-1 0 0,0 1 0 0 0,-1-1 0 0 0,1-13 0 0 0,-1 6 88 0 0,-1 0 1 0 0,-1 1-1 0 0,0-1 1 0 0,0 1-1 0 0,-1-1 0 0 0,-1 1 1 0 0,-1 0-1 0 0,0 0 0 0 0,-1 0 1 0 0,0 0-1 0 0,-1 1 1 0 0,-1 0-1 0 0,0 0 0 0 0,-12-16 1 0 0,10 17-73 0 0,-1 1-1 0 0,0 1 1 0 0,-1-1 0 0 0,0 2 0 0 0,-1 0 0 0 0,1 0 0 0 0,-2 1 0 0 0,1 0 0 0 0,-25-10 0 0 0,32 16-117 0 0,-1-1 0 0 0,0 1 0 0 0,0 1 0 0 0,0-1 0 0 0,0 1 1 0 0,0 0-1 0 0,0 0 0 0 0,0 1 0 0 0,0-1 0 0 0,0 1 0 0 0,0 1 1 0 0,-1-1-1 0 0,1 1 0 0 0,0 0 0 0 0,0 1 0 0 0,0-1 0 0 0,1 1 0 0 0,-1 0 1 0 0,0 1-1 0 0,1-1 0 0 0,-1 1 0 0 0,1 0 0 0 0,0 1 0 0 0,0-1 1 0 0,-7 7-1 0 0,-8 10-1118 0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1.3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58 6913 0 0,'-6'-13'191'0'0,"-11"-20"2569"0"0,16 32-2380 0 0,0 0 0 0 0,0 0 1 0 0,1 0-1 0 0,-1 1 0 0 0,0-1 1 0 0,0 0-1 0 0,0 0 0 0 0,0 0 0 0 0,0 1 1 0 0,-1-1-1 0 0,1 1 0 0 0,0-1 1 0 0,0 1-1 0 0,0-1 0 0 0,-2 1 1 0 0,3 0-271 0 0,-1 0 1 0 0,1 0 0 0 0,-1 0-1 0 0,0 0 1 0 0,1 0 0 0 0,-1 1-1 0 0,1-1 1 0 0,-1 0 0 0 0,1 0-1 0 0,-1 1 1 0 0,1-1-1 0 0,-1 0 1 0 0,1 1 0 0 0,-1-1-1 0 0,1 0 1 0 0,-1 1 0 0 0,1-1-1 0 0,0 1 1 0 0,-1-1 0 0 0,1 1-1 0 0,0-1 1 0 0,-1 1-1 0 0,1-1 1 0 0,0 1 0 0 0,0-1-1 0 0,-1 1 1 0 0,1 0 0 0 0,0-1-1 0 0,0 1 1 0 0,0-1 0 0 0,0 1-1 0 0,0 0 1 0 0,0-1 0 0 0,0 1-1 0 0,0 0 1 0 0,-1 26 734 0 0,1-25-706 0 0,7 79 140 0 0,2 0-1 0 0,5 0 0 0 0,36 123 0 0 0,-23-135-285 0 0,-24-63-65 0 0,0 1-1 0 0,1-1 1 0 0,-1 0 0 0 0,1 0 0 0 0,1-1 0 0 0,-1 1 0 0 0,1-1 0 0 0,6 5 0 0 0,-10-10 41 0 0,-1 0 1 0 0,0 0-1 0 0,1 0 1 0 0,-1 0-1 0 0,1 0 1 0 0,-1-1 0 0 0,1 1-1 0 0,-1 0 1 0 0,0 0-1 0 0,1-1 1 0 0,-1 1-1 0 0,0 0 1 0 0,1 0 0 0 0,-1-1-1 0 0,0 1 1 0 0,1 0-1 0 0,-1-1 1 0 0,0 1-1 0 0,0-1 1 0 0,1 1 0 0 0,-1 0-1 0 0,0-1 1 0 0,0 1-1 0 0,0-1 1 0 0,1 1 0 0 0,-1-1-1 0 0,0 1 1 0 0,0 0-1 0 0,0-1 1 0 0,0 1-1 0 0,0-1 1 0 0,0 1 0 0 0,0-1-1 0 0,0 0 1 0 0,4-20-271 0 0,1-25-19 0 0,15-105 484 0 0,-16 131 59 0 0,1 0 0 0 0,1 0 0 0 0,1 1 0 0 0,0 0 0 0 0,14-25 0 0 0,-19 41-176 0 0,-1 0 1 0 0,1 1 0 0 0,-1-1 0 0 0,1 1 0 0 0,0-1 0 0 0,0 1 0 0 0,0 0 0 0 0,0-1 0 0 0,0 1 0 0 0,1 0-1 0 0,-1 0 1 0 0,1 1 0 0 0,-1-1 0 0 0,1 0 0 0 0,0 1 0 0 0,0 0 0 0 0,-1-1 0 0 0,1 1 0 0 0,0 0 0 0 0,0 1-1 0 0,0-1 1 0 0,0 0 0 0 0,0 1 0 0 0,0 0 0 0 0,1 0 0 0 0,5 0 0 0 0,-4 1-15 0 0,-1 1 0 0 0,1-1-1 0 0,0 1 1 0 0,-1 0 0 0 0,1 0 0 0 0,-1 0 0 0 0,1 1-1 0 0,-1 0 1 0 0,0 0 0 0 0,0 0 0 0 0,0 0 0 0 0,-1 1-1 0 0,1-1 1 0 0,-1 1 0 0 0,0 0 0 0 0,3 4 0 0 0,7 12 10 0 0,-2 1 0 0 0,0-1 1 0 0,10 31-1 0 0,-16-36-396 0 0,1 0 1 0 0,1 0-1 0 0,0-1 0 0 0,1 0 0 0 0,0 0 1 0 0,1-1-1 0 0,0 0 0 0 0,1 0 0 0 0,17 16 1 0 0,-4-12-6803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1.7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3 273 3225 0 0,'-2'-75'1796'0'0,"2"66"-635"0"0,1 1 0 0 0,0-1 0 0 0,0 0-1 0 0,1 1 1 0 0,1-1 0 0 0,4-11 0 0 0,-7 19-1069 0 0,0 1 1 0 0,0-1-1 0 0,0 1 1 0 0,0-1-1 0 0,0 1 1 0 0,1-1-1 0 0,-1 1 0 0 0,0 0 1 0 0,0-1-1 0 0,1 1 1 0 0,-1-1-1 0 0,0 1 1 0 0,1 0-1 0 0,-1-1 1 0 0,1 1-1 0 0,-1 0 1 0 0,0-1-1 0 0,1 1 1 0 0,-1 0-1 0 0,1 0 0 0 0,-1-1 1 0 0,1 1-1 0 0,-1 0 1 0 0,1 0-1 0 0,-1 0 1 0 0,0 0-1 0 0,1 0 1 0 0,-1 0-1 0 0,1 0 1 0 0,-1 0-1 0 0,1 0 1 0 0,0 0-1 0 0,13 11 1480 0 0,6 23-819 0 0,37 98 24 0 0,-52-184-529 0 0,-3 34-170 0 0,0 0 0 0 0,1 0 0 0 0,1 0 0 0 0,1 0-1 0 0,0 1 1 0 0,2-1 0 0 0,0 1 0 0 0,0 1 0 0 0,2 0 0 0 0,13-21-1 0 0,-20 34-37 0 0,0 1-1 0 0,0 0 0 0 0,-1 0 0 0 0,1 0 0 0 0,0 0 0 0 0,1 0 0 0 0,-1 0 1 0 0,0 0-1 0 0,1 1 0 0 0,-1-1 0 0 0,0 1 0 0 0,1 0 0 0 0,0 0 1 0 0,-1-1-1 0 0,1 2 0 0 0,0-1 0 0 0,0 0 0 0 0,-1 1 0 0 0,1-1 1 0 0,0 1-1 0 0,0 0 0 0 0,0 0 0 0 0,0 0 0 0 0,0 0 0 0 0,-1 0 1 0 0,1 1-1 0 0,0-1 0 0 0,0 1 0 0 0,0 0 0 0 0,3 1 0 0 0,6 4 56 0 0,0 0-1 0 0,0 1 1 0 0,-1 0-1 0 0,1 1 1 0 0,12 12-1 0 0,12 8-562 0 0,-23-19 225 0 0,-6-4-135 0 0,-1 0 0 0 0,1-1 0 0 0,1 0 0 0 0,-1 0 0 0 0,1 0 0 0 0,10 3 0 0 0,-16-7 329 0 0,1 1 0 0 0,-1-1 0 0 0,0 0 0 0 0,0 0 0 0 0,0 0 0 0 0,0 0 0 0 0,0 0 0 0 0,1-1 0 0 0,-1 1 0 0 0,0-1 0 0 0,0 1 0 0 0,0-1 0 0 0,0 0-1 0 0,0 1 1 0 0,0-1 0 0 0,0 0 0 0 0,0 0 0 0 0,-1-1 0 0 0,1 1 0 0 0,0 0 0 0 0,-1-1 0 0 0,1 1 0 0 0,0-1 0 0 0,-1 1 0 0 0,0-1 0 0 0,1 0 0 0 0,-1 1 0 0 0,0-1 0 0 0,0 0 0 0 0,1-3 0 0 0,7-18-173 0 0,-8 20 181 0 0,-1 0 0 0 0,1 0 0 0 0,0 0 0 0 0,0 0-1 0 0,0 0 1 0 0,1 0 0 0 0,-1 1 0 0 0,1-1 0 0 0,-1 0 0 0 0,1 1 0 0 0,0-1 0 0 0,0 1 0 0 0,0 0 0 0 0,4-4 0 0 0,-4 6 43 0 0,-1 0 0 0 0,1 0 0 0 0,-1 1 0 0 0,0-1 0 0 0,1 0 0 0 0,-1 1 0 0 0,0-1 1 0 0,0 1-1 0 0,1 0 0 0 0,-1-1 0 0 0,0 1 0 0 0,0 0 0 0 0,0 0 0 0 0,0-1 0 0 0,1 1 0 0 0,-1 0 0 0 0,-1 0 0 0 0,1 0 0 0 0,0 1 0 0 0,0-1 0 0 0,0 0 0 0 0,0 0 0 0 0,0 3 0 0 0,3 1 3 0 0,3 1-5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2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10 224 5065 0 0,'-2'-2'348'0'0,"1"0"0"0"0,0 1 0 0 0,0-1 0 0 0,0 0 0 0 0,1 0 0 0 0,-1 0 0 0 0,0 0 0 0 0,1 0 1 0 0,-1 0-1 0 0,1 0 0 0 0,0 0 0 0 0,0 0 0 0 0,0 0 0 0 0,0-3 0 0 0,3-31 2272 0 0,-3 33-2111 0 0,1-3-35 0 0,0 0 0 0 0,1 0 1 0 0,0 0-1 0 0,0 0 0 0 0,0 1 1 0 0,0-1-1 0 0,1 1 0 0 0,0 0 1 0 0,0-1-1 0 0,0 1 0 0 0,5-5 1 0 0,4-3 190 0 0,1 1-1 0 0,19-16 1 0 0,-11 11-681 0 0,-20 16 52 0 0,1 0 1 0 0,-1 0-1 0 0,0 0 1 0 0,1 0-1 0 0,-1 0 1 0 0,1 0-1 0 0,0 0 1 0 0,-1 1-1 0 0,1-1 1 0 0,0 1-1 0 0,-1-1 1 0 0,1 1-1 0 0,0 0 1 0 0,-1-1-1 0 0,1 1 1 0 0,0 0-1 0 0,0 0 1 0 0,-1 0-1 0 0,1 0 1 0 0,0 1-1 0 0,0-1 1 0 0,-1 0-1 0 0,1 1 1 0 0,0-1-1 0 0,-1 1 1 0 0,1 0-1 0 0,-1-1 1 0 0,1 1-1 0 0,-1 0 1 0 0,1 0-1 0 0,-1 0 1 0 0,1 0-1 0 0,-1 0 1 0 0,0 1-1 0 0,3 1 1 0 0,4 6 1 0 0,0 1 1 0 0,-1-1-1 0 0,0 1 0 0 0,7 14 1 0 0,-3-6-41 0 0,7 12-203 0 0,18 24-794 0 0,-33-50 206 0 0,1 0 1 0 0,0 0-1 0 0,0 0 0 0 0,0 0 1 0 0,6 3-1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2.8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35 113 5985 0 0,'27'-43'1990'0'0,"-21"35"-1594"0"0,0-1 0 0 0,-1 0 0 0 0,1 0 0 0 0,-2 0 1 0 0,7-17-1 0 0,-16 36 245 0 0,0-1 1 0 0,0 0 0 0 0,-1 0-1 0 0,-8 9 1 0 0,-9 16 610 0 0,21-32-1229 0 0,-4 7 380 0 0,0 1 0 0 0,1 0 0 0 0,0 0 0 0 0,0 0 0 0 0,1 0 1 0 0,-4 14-1 0 0,8-21-326 0 0,0 0 0 0 0,-1 0 0 0 0,1 0 0 0 0,0-1 0 0 0,0 1 0 0 0,1 0 0 0 0,-1 0 0 0 0,1 0 0 0 0,-1-1 0 0 0,1 1 0 0 0,0 0 0 0 0,0-1 0 0 0,0 1 0 0 0,0-1 0 0 0,0 1 0 0 0,1-1 0 0 0,-1 1 0 0 0,1-1 0 0 0,0 0 0 0 0,0 0 0 0 0,0 0 0 0 0,0 0 0 0 0,0 0 0 0 0,0 0 0 0 0,0 0 0 0 0,0-1 0 0 0,1 1 0 0 0,-1-1 0 0 0,1 1 0 0 0,4 1 0 0 0,8 3-11 0 0,-1 2-1 0 0,0 0 1 0 0,0 1-1 0 0,-1 0 1 0 0,0 1-1 0 0,13 14 1 0 0,-21-20-40 0 0,-1 1 0 0 0,-1 0-1 0 0,1 1 1 0 0,-1-1 0 0 0,1 0 0 0 0,-2 1 0 0 0,1 0 0 0 0,0 0 0 0 0,-1 0 0 0 0,0 0 0 0 0,-1 0 0 0 0,0 0 0 0 0,1 0 0 0 0,-2 1-1 0 0,1-1 1 0 0,-1 0 0 0 0,0 1 0 0 0,-2 10 0 0 0,1-7-149 0 0,-1 0 0 0 0,-1-1 0 0 0,0 1 0 0 0,0-1 0 0 0,-1 1 0 0 0,0-1 0 0 0,-1 0 0 0 0,0-1 0 0 0,0 1 0 0 0,-1-1 0 0 0,0 0 0 0 0,0 0 0 0 0,-1-1-1 0 0,-13 12 1 0 0,-5 1-6767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3.0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0 12899 0 0,'0'0'173'0'0,"-1"0"0"0"0,0 0 0 0 0,1 0 0 0 0,-1 0 0 0 0,1 0 0 0 0,-1 1 0 0 0,1-1 1 0 0,-1 0-1 0 0,1 0 0 0 0,-1 0 0 0 0,1 0 0 0 0,-1 1 0 0 0,1-1 0 0 0,-3 2 1039 0 0,3-1-1039 0 0,0-1 0 0 0,-1 1 0 0 0,1-1 0 0 0,0 0 0 0 0,0 1 0 0 0,-1-1 0 0 0,1 1 1 0 0,0-1-1 0 0,0 1 0 0 0,0-1 0 0 0,0 1 0 0 0,-1-1 0 0 0,1 1 0 0 0,0-1 0 0 0,0 2 0 0 0,-7 19 1054 0 0,1 9-572 0 0,2 1 1 0 0,-1 37 0 0 0,6-19-2375 0 0,12 95 1 0 0,-4-93 502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3.6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24 8754 0 0,'-9'-24'7327'0'0,"10"29"-5772"0"0,0 4-992 0 0,10 45 564 0 0,2-2 1 0 0,32 84 0 0 0,-37-113-1017 0 0,11 25-1229 0 0,46 85 0 0 0,-48-103-5904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4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185 10 5985 0 0,'0'-1'113'0'0,"0"1"0"0"0,0-1-1 0 0,0 1 1 0 0,0 0 0 0 0,0-1 0 0 0,0 1-1 0 0,0 0 1 0 0,0-1 0 0 0,-1 1-1 0 0,1 0 1 0 0,0-1 0 0 0,0 1 0 0 0,0 0-1 0 0,0-1 1 0 0,-1 1 0 0 0,1 0-1 0 0,0 0 1 0 0,-1-1 113 0 0,1 1-114 0 0,0 0 1 0 0,0-1 0 0 0,-1 1-1 0 0,1 0 1 0 0,0 0 0 0 0,-1 0 0 0 0,1-1-1 0 0,0 1 1 0 0,-1 0 0 0 0,1 0 0 0 0,0 0-1 0 0,-1 0 1 0 0,1 0 0 0 0,0 0-1 0 0,-1 0 1 0 0,1 0 0 0 0,0 0 0 0 0,-1 0-1 0 0,1 0 1 0 0,-1 0 0 0 0,1 0-1 0 0,-1 0 1 0 0,-16 15 2464 0 0,-16 32-325 0 0,30-42-1847 0 0,-22 35 436 0 0,-34 78 0 0 0,52-102-708 0 0,1 1-1 0 0,0 0 0 0 0,1 1 1 0 0,1-1-1 0 0,1 1 1 0 0,0 0-1 0 0,2-1 1 0 0,0 20-1 0 0,1-34-147 0 0,0 0 0 0 0,0 0 0 0 0,1 0 0 0 0,-1 0 0 0 0,1 0 0 0 0,0 0 0 0 0,0 0 0 0 0,0 0-1 0 0,0 0 1 0 0,1 0 0 0 0,-1-1 0 0 0,1 1 0 0 0,0 0 0 0 0,-1-1 0 0 0,1 1 0 0 0,3 1 0 0 0,-4-3 6 0 0,-1 0 0 0 0,1-1 1 0 0,0 1-1 0 0,0-1 0 0 0,0 1 0 0 0,0-1 0 0 0,0 1 1 0 0,0-1-1 0 0,0 0 0 0 0,0 0 0 0 0,0 1 0 0 0,0-1 1 0 0,0 0-1 0 0,0 0 0 0 0,0 0 0 0 0,0 0 0 0 0,0 0 1 0 0,0 0-1 0 0,2-1 0 0 0,-1 1 3 0 0,0-1 0 0 0,0 0-1 0 0,0 0 1 0 0,0 0 0 0 0,0 0 0 0 0,-1-1 0 0 0,1 1 0 0 0,0 0 0 0 0,-1-1-1 0 0,1 0 1 0 0,-1 1 0 0 0,3-4 0 0 0,5-7 30 0 0,-1 0 1 0 0,-1 0-1 0 0,0-1 1 0 0,0 0-1 0 0,-1-1 0 0 0,6-21 1 0 0,14-86 326 0 0,-20 86-245 0 0,1 1 1 0 0,15-45-1 0 0,-22 79-92 0 0,0 0 0 0 0,0 0 0 0 0,0 0 0 0 0,0 0 0 0 0,0 0 0 0 0,0-1 0 0 0,0 1 0 0 0,0 0 0 0 0,0 0 0 0 0,0 0 0 0 0,0 0-1 0 0,0 0 1 0 0,0 0 0 0 0,1-1 0 0 0,-1 1 0 0 0,0 0 0 0 0,0 0 0 0 0,0 0 0 0 0,0 0 0 0 0,0 0 0 0 0,0 0 0 0 0,0 0 0 0 0,0 0-1 0 0,0-1 1 0 0,1 1 0 0 0,-1 0 0 0 0,0 0 0 0 0,0 0 0 0 0,0 0 0 0 0,0 0 0 0 0,0 0 0 0 0,0 0 0 0 0,0 0 0 0 0,1 0 0 0 0,-1 0-1 0 0,0 0 1 0 0,0 0 0 0 0,0 0 0 0 0,0 0 0 0 0,0 0 0 0 0,0 0 0 0 0,1 0 0 0 0,-1 0 0 0 0,0 0 0 0 0,0 0 0 0 0,0 0 0 0 0,0 0-1 0 0,0 0 1 0 0,0 0 0 0 0,1 0 0 0 0,-1 0 0 0 0,0 0 0 0 0,0 0 0 0 0,0 1 0 0 0,0-1 0 0 0,0 0 0 0 0,0 0 0 0 0,0 0 0 0 0,0 0 0 0 0,1 0-1 0 0,-1 0 1 0 0,0 0 0 0 0,0 0 0 0 0,0 1 0 0 0,0-1 0 0 0,0 0 0 0 0,0 0 0 0 0,0 0 0 0 0,6 16 470 0 0,3 20-49 0 0,-6-19-322 0 0,1-1 1 0 0,0 1 0 0 0,1-1 0 0 0,1 0 0 0 0,1 0 0 0 0,12 21 0 0 0,-16-31-102 0 0,1 0-1 0 0,0-1 1 0 0,0 1 0 0 0,1-1-1 0 0,-1 0 1 0 0,1 0 0 0 0,0-1-1 0 0,1 1 1 0 0,-1-1 0 0 0,1 0-1 0 0,0-1 1 0 0,0 1-1 0 0,0-1 1 0 0,0 0 0 0 0,0-1-1 0 0,1 0 1 0 0,0 0 0 0 0,12 3-1 0 0,-15-5-4 0 0,-1 0 0 0 0,1 0 0 0 0,-1 0 0 0 0,1 0 0 0 0,-1 0 0 0 0,0-1 0 0 0,1 0 0 0 0,-1 1 0 0 0,1-1 0 0 0,-1 0 0 0 0,0-1 0 0 0,0 1 0 0 0,1-1 0 0 0,-1 1-1 0 0,0-1 1 0 0,0 0 0 0 0,-1 0 0 0 0,1 0 0 0 0,0-1 0 0 0,-1 1 0 0 0,1-1 0 0 0,-1 1 0 0 0,0-1 0 0 0,0 0 0 0 0,4-5 0 0 0,2-7-51 0 0,-1 0-1 0 0,0-1 1 0 0,-1 1 0 0 0,5-21 0 0 0,-1 3-294 0 0,-10 32 334 0 0,0 0 1 0 0,1 0-1 0 0,-1 1 1 0 0,0-1-1 0 0,0 0 1 0 0,0 1-1 0 0,1-1 1 0 0,-1 0-1 0 0,0 1 1 0 0,1-1-1 0 0,-1 0 1 0 0,0 1-1 0 0,1-1 1 0 0,-1 1-1 0 0,1-1 1 0 0,-1 1-1 0 0,1-1 1 0 0,-1 1-1 0 0,1-1 1 0 0,-1 1-1 0 0,1-1 1 0 0,0 1-1 0 0,-1 0 1 0 0,1-1-1 0 0,0 1 0 0 0,-1 0 1 0 0,1 0-1 0 0,0-1 1 0 0,-1 1-1 0 0,1 0 1 0 0,0 0-1 0 0,0 0 1 0 0,-1 0-1 0 0,1 0 1 0 0,0 0-1 0 0,-1 0 1 0 0,1 0-1 0 0,0 0 1 0 0,0 0-1 0 0,-1 0 1 0 0,1 1-1 0 0,0-1 1 0 0,4 3-30 0 0,-1-1 0 0 0,0 1 0 0 0,0 0 0 0 0,0 1-1 0 0,5 5 1 0 0,14 11-41 0 0,-15-16 114 0 0,0-1 1 0 0,0 1 0 0 0,1-2 0 0 0,-1 1 0 0 0,1-1 0 0 0,10 1 0 0 0,-14-2-14 0 0,0 0 1 0 0,0-1-1 0 0,0 0 1 0 0,0 0-1 0 0,0 0 1 0 0,1 0-1 0 0,-1-1 1 0 0,0 0-1 0 0,0 0 1 0 0,0 0-1 0 0,9-5 1 0 0,-10 4-1 0 0,0-1 0 0 0,-1-1 1 0 0,1 1-1 0 0,-1 0 0 0 0,0-1 1 0 0,0 0-1 0 0,0 1 1 0 0,0-1-1 0 0,0-1 0 0 0,1-3 1 0 0,21-47-36 0 0,-22 47-16 0 0,11-33-836 0 0,-11 13-2446 0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4.7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23 303 2304 0 0,'-7'-33'658'0'0,"6"27"-269"0"0,0-1 0 0 0,-13-17 9493 0 0,18 68-7027 0 0,-1-38-2715 0 0,0 0 0 0 0,0 0 0 0 0,0-1-1 0 0,1 0 1 0 0,0 1 0 0 0,0-1 0 0 0,0 0 0 0 0,0-1 0 0 0,1 1 0 0 0,0-1 0 0 0,0 0 0 0 0,0 0 0 0 0,1-1 0 0 0,-1 1-1 0 0,1-1 1 0 0,0 0 0 0 0,-1-1 0 0 0,1 1 0 0 0,1-1 0 0 0,-1-1 0 0 0,0 1 0 0 0,0-1 0 0 0,1 0 0 0 0,-1 0-1 0 0,1-1 1 0 0,-1 0 0 0 0,1 0 0 0 0,-1 0 0 0 0,0-1 0 0 0,1 0 0 0 0,-1 0 0 0 0,0-1 0 0 0,1 1 0 0 0,-1-2 0 0 0,0 1-1 0 0,0 0 1 0 0,0-1 0 0 0,-1 0 0 0 0,1-1 0 0 0,-1 1 0 0 0,0-1 0 0 0,9-8 0 0 0,-9 7-116 0 0,-1 0 1 0 0,1 0-1 0 0,-1 0 0 0 0,0 0 1 0 0,-1-1-1 0 0,0 0 1 0 0,1 1-1 0 0,-2-1 0 0 0,1 0 1 0 0,-1 0-1 0 0,0-1 1 0 0,0 1-1 0 0,0 0 0 0 0,-1-1 1 0 0,0 1-1 0 0,-1-1 1 0 0,1 0-1 0 0,-1 1 1 0 0,0-1-1 0 0,-2-10 0 0 0,-1 4-23 0 0,-1 0 0 0 0,0 1 0 0 0,0-1 0 0 0,-1 1 0 0 0,-1 0 0 0 0,0 1 1 0 0,-1-1-1 0 0,0 1 0 0 0,-12-14 0 0 0,5 7-95 0 0,-3-5-1618 0 0,4 8-3082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6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84 357 5065 0 0,'-9'2'582'0'0,"0"1"0"0"0,1 0 0 0 0,-1 1 1 0 0,1 0-1 0 0,0 0 0 0 0,0 1 0 0 0,-8 6 0 0 0,7-2 816 0 0,11-4-402 0 0,26-3 107 0 0,38-12-199 0 0,104-37 484 0 0,94-19-439 0 0,205 1 443 0 0,18 24-409 0 0,-261 26-819 0 0,132-6-106 0 0,79-7-63 0 0,-268 13 12 0 0,990-76 63 0 0,-1121 88 14 0 0,169-4 417 0 0,-177 8-346 0 0,-1 1-1 0 0,0 1 0 0 0,1 2 0 0 0,54 16 1 0 0,-77-19-95 0 0,1 1 0 0 0,-1 0 1 0 0,0 0-1 0 0,0 1 0 0 0,0 0 1 0 0,0 0-1 0 0,-1 0 0 0 0,1 1 1 0 0,-1 0-1 0 0,0 0 0 0 0,-1 1 1 0 0,1 0-1 0 0,-1 0 0 0 0,0 0 0 0 0,-1 0 1 0 0,1 1-1 0 0,-1 0 0 0 0,0 0 1 0 0,-1 0-1 0 0,0 0 0 0 0,3 10 1 0 0,47 159 310 0 0,51 312 1 0 0,-20 188-966 0 0,38 66-3292 0 0,-19-157 2992 0 0,3 221 644 0 0,-102-779 477 0 0,-1 0 1 0 0,-2 0 0 0 0,0-1 0 0 0,-2 1-1 0 0,-5 32 1 0 0,4-46 9 0 0,0-1-1 0 0,-1 0 1 0 0,-1 0 0 0 0,0-1-1 0 0,-1 1 1 0 0,0-1 0 0 0,-1 0-1 0 0,0 0 1 0 0,-1-1 0 0 0,0 0-1 0 0,0 0 1 0 0,-1 0 0 0 0,-13 12-1 0 0,-16 8-5 0 0,-1-1-1 0 0,-1-1 1 0 0,-1-2-1 0 0,-59 27 0 0 0,-183 67 185 0 0,257-110-364 0 0,-397 122 131 0 0,200-68-255 0 0,-680 156-297 0 0,502-131-17 0 0,23-6 58 0 0,-99 24 674 0 0,243-56-95 0 0,-162 45-283 0 0,293-67 181 0 0,-1-3 0 0 0,-2-6-1 0 0,-146 11 1 0 0,239-30-207 0 0,-1-1 0 0 0,1 0 0 0 0,0-1 0 0 0,-18-3 0 0 0,-1-7-6423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6.7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 10 1840 0 0,'-1'0'50'0'0,"0"-1"0"0"0,1 0 0 0 0,-1 0 0 0 0,0 0 0 0 0,0 1 0 0 0,0-1 0 0 0,0 0 1 0 0,0 1-1 0 0,0-1 0 0 0,0 1 0 0 0,0-1 0 0 0,0 1 0 0 0,0-1 0 0 0,-1 1 0 0 0,1 0 0 0 0,0 0 0 0 0,0-1 0 0 0,0 1 0 0 0,0 0 0 0 0,-1 0 0 0 0,1 0 0 0 0,0 0 0 0 0,0 1 0 0 0,0-1 0 0 0,-3 1 0 0 0,2 1 155 0 0,0-1 0 0 0,0 1 0 0 0,0 1 0 0 0,0-1 0 0 0,0 0 1 0 0,1 0-1 0 0,-1 1 0 0 0,1-1 0 0 0,-1 1 0 0 0,-1 4 0 0 0,-2 6 331 0 0,-1 1 1 0 0,2-1-1 0 0,0 1 0 0 0,0 0 0 0 0,2 1 0 0 0,-3 24 1 0 0,4 94 1972 0 0,3-71-1380 0 0,-9 438 1588 0 0,159 1606-2380 0 0,-84-1659-1028 0 0,5 51 1872 0 0,-42-110 505 0 0,-13-136-221 0 0,-15-214-1174 0 0,1-1 0 0 0,2 1 0 0 0,2-1 1 0 0,1-1-1 0 0,2 1 0 0 0,25 56 0 0 0,-35-91-282 0 0,0 0 0 0 0,0 0 1 0 0,0 0-1 0 0,0 0 0 0 0,1 0 0 0 0,-1-1 1 0 0,1 1-1 0 0,-1 0 0 0 0,1 0 0 0 0,-1-1 0 0 0,4 3 1 0 0,0-6-318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7.3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8290 0 0,'2'10'7357'0'0,"5"14"-4747"0"0,4 11-1287 0 0,25 99 1068 0 0,65 288-2640 0 0,-99-411 115 0 0,9 38-6144 0 0,-1-25-318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7.7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23 136 3225 0 0,'-1'0'257'0'0,"0"-1"0"0"0,0 1 0 0 0,0 0 0 0 0,-1-1 0 0 0,1 1 0 0 0,0-1-1 0 0,0 1 1 0 0,0-1 0 0 0,0 1 0 0 0,0-1 0 0 0,0 0 0 0 0,0 1 0 0 0,0-1 0 0 0,0 0 0 0 0,1 0 0 0 0,-1 0 0 0 0,0 0 0 0 0,0 0 0 0 0,1 0 0 0 0,-1 0 0 0 0,0 0 0 0 0,1 0 0 0 0,-1 0 0 0 0,0-2 0 0 0,1 2-49 0 0,1-1 0 0 0,-1 1 0 0 0,0-1 0 0 0,0 1 0 0 0,1-1-1 0 0,-1 1 1 0 0,1 0 0 0 0,-1-1 0 0 0,1 1 0 0 0,0 0 0 0 0,-1-1 0 0 0,1 1 0 0 0,0 0 0 0 0,0 0 0 0 0,0 0 0 0 0,2-2 0 0 0,6-5 532 0 0,0 0 1 0 0,0 0 0 0 0,19-9-1 0 0,-25 14-458 0 0,13-7 264 0 0,-8 4-201 0 0,1 0 0 0 0,0 1 0 0 0,0 0 1 0 0,1 1-1 0 0,13-6 0 0 0,-21 10-313 0 0,-1 0 0 0 0,1-1-1 0 0,0 1 1 0 0,-1 0-1 0 0,1 0 1 0 0,0 0-1 0 0,-1 0 1 0 0,1 0 0 0 0,0 0-1 0 0,-1 0 1 0 0,1 0-1 0 0,0 1 1 0 0,-1-1-1 0 0,1 1 1 0 0,-1-1 0 0 0,1 1-1 0 0,-1 0 1 0 0,1-1-1 0 0,-1 1 1 0 0,1 0-1 0 0,-1 0 1 0 0,0 0 0 0 0,1 0-1 0 0,-1 0 1 0 0,0 1-1 0 0,0-1 1 0 0,0 0-1 0 0,0 0 1 0 0,0 1 0 0 0,0-1-1 0 0,0 1 1 0 0,0-1-1 0 0,0 1 1 0 0,-1-1-1 0 0,1 1 1 0 0,-1 0 0 0 0,1-1-1 0 0,-1 1 1 0 0,1 2-1 0 0,1 8-16 0 0,-1 0-1 0 0,1-1 1 0 0,-2 1-1 0 0,0 0 1 0 0,0-1-1 0 0,-1 1 1 0 0,-2 12-1 0 0,-21 79 46 0 0,9-57-70 0 0,10-36 8 0 0,1 1 0 0 0,0 1 0 0 0,1-1 0 0 0,0 0-1 0 0,1 1 1 0 0,0 0 0 0 0,1-1 0 0 0,0 17 0 0 0,1-26 15 0 0,1-1-1 0 0,-1 0 1 0 0,0 0-1 0 0,0 1 1 0 0,1-1-1 0 0,-1 0 1 0 0,0 0 0 0 0,1 0-1 0 0,-1 0 1 0 0,1 0-1 0 0,0 0 1 0 0,-1 1-1 0 0,1-1 1 0 0,0-1-1 0 0,0 1 1 0 0,0 0 0 0 0,-1 0-1 0 0,1 0 1 0 0,0 0-1 0 0,0 0 1 0 0,0-1-1 0 0,0 1 1 0 0,3 1 0 0 0,-2-2 45 0 0,1 1 1 0 0,0 0 0 0 0,-1-1 0 0 0,1 0 0 0 0,0 0 0 0 0,0 1 0 0 0,-1-1 0 0 0,1-1-1 0 0,0 1 1 0 0,4-1 0 0 0,6-2 198 0 0,0-1-1 0 0,0-1 0 0 0,17-8 1 0 0,-27 12-250 0 0,124-71-2601 0 0,-121 69 2217 0 0,16-11-6702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8.6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131 182 5985 0 0,'-19'12'664'0'0,"1"0"-1"0"0,1 1 0 0 0,0 1 0 0 0,1 1 1 0 0,-24 27-1 0 0,40-42-611 0 0,-1 1 0 0 0,1-1 1 0 0,0 0-1 0 0,0 0 0 0 0,-1 0 0 0 0,1 1 1 0 0,0-1-1 0 0,0 0 0 0 0,-1 1 0 0 0,1-1 1 0 0,0 0-1 0 0,0 0 0 0 0,0 1 0 0 0,0-1 0 0 0,0 0 1 0 0,-1 1-1 0 0,1-1 0 0 0,0 0 0 0 0,0 1 1 0 0,0-1-1 0 0,0 0 0 0 0,0 1 0 0 0,0-1 1 0 0,0 1-1 0 0,0-1 0 0 0,0 0 0 0 0,0 1 1 0 0,0-1-1 0 0,1 0 0 0 0,-1 1 0 0 0,0-1 1 0 0,0 0-1 0 0,0 0 0 0 0,0 1 0 0 0,0-1 1 0 0,1 0-1 0 0,-1 1 0 0 0,0-1 0 0 0,0 0 1 0 0,0 0-1 0 0,1 1 0 0 0,-1-1 0 0 0,1 0 1 0 0,19 2 1187 0 0,23-12-124 0 0,-32 7-958 0 0,528-142 4347 0 0,-372 107-3465 0 0,-44 8-451 0 0,159-17 0 0 0,-30 16-423 0 0,-250 31-129 0 0,-1 0 0 0 0,1 0 0 0 0,-1 0 0 0 0,1 0 0 0 0,-1 1 0 0 0,1-1 0 0 0,-1 1-1 0 0,1-1 1 0 0,-1 1 0 0 0,1-1 0 0 0,-1 1 0 0 0,0 0 0 0 0,0 0 0 0 0,1 0 0 0 0,-1 0 0 0 0,0 0 0 0 0,0 0-1 0 0,0 0 1 0 0,0 0 0 0 0,0 0 0 0 0,0 0 0 0 0,0 1 0 0 0,0-1 0 0 0,-1 0 0 0 0,1 1 0 0 0,0-1-1 0 0,-1 0 1 0 0,1 1 0 0 0,-1-1 0 0 0,1 1 0 0 0,-1-1 0 0 0,0 2 0 0 0,3 10-2 0 0,-1 0 0 0 0,0 0 0 0 0,0 13 0 0 0,-1-3 46 0 0,15 244 122 0 0,-4-25-232 0 0,63 145-150 0 0,-60-320 171 0 0,-13-61 19 0 0,-1-1 1 0 0,0 1-1 0 0,-1-1 0 0 0,0 1 1 0 0,1-1-1 0 0,-2 1 1 0 0,1-1-1 0 0,-1 1 0 0 0,0-1 1 0 0,0 1-1 0 0,0-1 0 0 0,-1 0 1 0 0,1 0-1 0 0,-1 0 1 0 0,-5 9-1 0 0,2-7 29 0 0,0 0 0 0 0,0 0 1 0 0,0-1-1 0 0,-1 0 0 0 0,0 0 0 0 0,-1 0 1 0 0,1-1-1 0 0,-1 0 0 0 0,-10 6 0 0 0,-6 1 61 0 0,-2 0 1 0 0,0-2-1 0 0,0-1 0 0 0,-1 0 0 0 0,-36 6 0 0 0,-194 21-14 0 0,36-7-37 0 0,-154 37-140 0 0,269-42-13 0 0,-9 2-224 0 0,98-24 136 0 0,0 0 0 0 0,1-1 0 0 0,-1-1 0 0 0,0 0 0 0 0,-18-3 1 0 0,5-6-2135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8.8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23 134 3225 0 0,'-8'-67'3612'0'0,"-5"0"6248"0"0,12 83-5130 0 0,0 15-4234 0 0,27 554 1137 0 0,-26-523-1736 0 0,-1 23-335 0 0,3 1 0 0 0,17 97-1 0 0,-11-136-7456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50.7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53 1376 0 0,'-4'-33'846'0'0,"4"31"-597"0"0,0 1 0 0 0,0 0 0 0 0,0 0 0 0 0,0-1 0 0 0,1 1 0 0 0,-1 0-1 0 0,0 0 1 0 0,1-1 0 0 0,-1 1 0 0 0,1 0 0 0 0,-1 0 0 0 0,1 0 0 0 0,-1 0 0 0 0,2-1 0 0 0,3 25 4717 0 0,-4 18-3277 0 0,10 60 1 0 0,35 119-773 0 0,-15-85-84 0 0,137 585 1030 0 0,66 371 547 0 0,-228-1057-2340 0 0,129 792 797 0 0,-84-459-647 0 0,59 617 760 0 0,-99-328-784 0 0,-25-1 80 0 0,4-310-220 0 0,32 1010 375 0 0,-15-1173-414 0 0,29 344 93 0 0,2 108 36 0 0,-40-167-146 0 0,5 216 0 0 0,27-105 290 0 0,48-5 36 0 0,-62-496-250 0 0,4 18-51 0 0,10 111 1 0 0,-29-166-2359 0 0,-2-34 1138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52.0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124 1 10594 0 0,'-2'1'27'0'0,"-1"1"0"0"0,1 0 0 0 0,0 0 0 0 0,0 0 0 0 0,0 1 0 0 0,0-1 0 0 0,0 0 1 0 0,0 1-1 0 0,1-1 0 0 0,-1 1 0 0 0,1 0 0 0 0,-2 3 0 0 0,0 0 295 0 0,-13 26 94 0 0,2 2 0 0 0,1 0 1 0 0,1 1-1 0 0,2 0 1 0 0,1 1-1 0 0,2 0 0 0 0,2 0 1 0 0,-2 43-1 0 0,6 24-282 0 0,17 167 0 0 0,61 629-527 0 0,-60-468-765 0 0,-2-28 213 0 0,95 685 2321 0 0,-30-241-1296 0 0,-43-404-935 0 0,13 679 748 0 0,-40-709 669 0 0,1 268-711 0 0,1 10-169 0 0,43 349 721 0 0,-17-548 445 0 0,25 229 850 0 0,-16-486-486 0 0,-14-85-345 0 0,-17-74-546 0 0,7 37 195 0 0,-9-42 177 0 0,-10-56-318 0 0,0 0 0 0 0,-2 1-1 0 0,1-1 1 0 0,-2 1 0 0 0,0 0-1 0 0,-2 29 1 0 0,-4-36 264 0 0,2-7-1680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52.1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65 0 17972 0 0,'-15'23'800'0'0,"6"-13"160"0"0,0 1-768 0 0,2-4-192 0 0,4-2 0 0 0,1-1 0 0 0,-1 1 72 0 0,-1 4-72 0 0,-1 6 96 0 0,-2-1-96 0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45 11522 0 0,'-2'-2'387'0'0,"0"-1"0"0"0,0 0-1 0 0,0 0 1 0 0,0 0 0 0 0,0 0-1 0 0,1 0 1 0 0,0 0 0 0 0,-2-4-1 0 0,3 7-383 0 0,0-1 1 0 0,0 1-1 0 0,-1 0 0 0 0,1-1 0 0 0,0 1 1 0 0,0 0-1 0 0,0-1 0 0 0,0 1 0 0 0,0-1 1 0 0,0 1-1 0 0,-1 0 0 0 0,1-1 0 0 0,0 1 1 0 0,0-1-1 0 0,0 1 0 0 0,0 0 0 0 0,1-1 1 0 0,-1 1-1 0 0,0-1 0 0 0,0 1 0 0 0,0 0 1 0 0,0-1-1 0 0,0 1 0 0 0,0-1 0 0 0,1 1 1 0 0,-1 0-1 0 0,0-1 0 0 0,0 1 0 0 0,0 0 1 0 0,1-1-1 0 0,-1 1 0 0 0,0 0 0 0 0,1-1 1 0 0,-1 1-1 0 0,0 0 0 0 0,1 0 0 0 0,-1 0 1 0 0,0-1-1 0 0,1 1 0 0 0,-1 0 0 0 0,0 0 1 0 0,1 0-1 0 0,-1 0 0 0 0,1-1 0 0 0,-1 1 1 0 0,0 0-1 0 0,1 0 0 0 0,-1 0 0 0 0,1 0 1 0 0,-1 0-1 0 0,0 0 0 0 0,1 0 0 0 0,-1 0 1 0 0,1 0-1 0 0,-1 0 0 0 0,0 1 0 0 0,1-1 1 0 0,-1 0-1 0 0,1 0 0 0 0,-1 0 0 0 0,0 0 1 0 0,1 0-1 0 0,-1 1 0 0 0,0-1 0 0 0,1 0 1 0 0,-1 0-1 0 0,1 1 0 0 0,0 0-305 0 0,0 0-1 0 0,0 0 1 0 0,0 0-1 0 0,1 1 0 0 0,-1-1 1 0 0,0 0-1 0 0,-1 0 1 0 0,1 1-1 0 0,0-1 1 0 0,0 0-1 0 0,-1 1 0 0 0,1-1 1 0 0,0 1-1 0 0,-1-1 1 0 0,0 1-1 0 0,1-1 1 0 0,-1 1-1 0 0,0 0 1 0 0,0-1-1 0 0,0 1 0 0 0,0-1 1 0 0,0 1-1 0 0,0 1 1 0 0,0 8-3155 0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10594 0 0,'0'-5'3392'0'0,"0"5"-3323"0"0,21-1-1196 0 0,-19 1 1038 0 0,0 0-1 0 0,0 0 1 0 0,0 0-1 0 0,0 0 1 0 0,0 1-1 0 0,0-1 1 0 0,0 0-1 0 0,0 1 0 0 0,0 0 1 0 0,0-1-1 0 0,0 1 1 0 0,0 0-1 0 0,0 0 1 0 0,-1 0-1 0 0,1 0 1 0 0,0 1-1 0 0,-1-1 1 0 0,1 0-1 0 0,-1 1 1 0 0,1-1-1 0 0,-1 1 1 0 0,2 1-1 0 0,-3 0 79 0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9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9218 0 0,'-4'2'290'0'0,"0"-1"0"0"0,0 1 0 0 0,1 0 1 0 0,-1 0-1 0 0,1 0 0 0 0,0 1 0 0 0,-1-1 0 0 0,1 1 0 0 0,0-1 0 0 0,-4 7 0 0 0,3-3-667 0 0,1 0 0 0 0,0 1 0 0 0,0-1-1 0 0,-4 14 1 0 0,4-10-977 0 0,-16 45 1183 0 0,12-39 159 0 0</inkml:trace>
  <inkml:trace contextRef="#ctx0" brushRef="#br0" timeOffset="1">39 584 10594 0 0,'-3'1'472'0'0,"-1"-1"96"0"0,3 2-455 0 0,-1-2-113 0 0,4 2 64 0 0,-2 0-64 0 0,0-1 0 0 0,0 1-385 0 0,-7 26-1303 0 0,1-18 1688 0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3.52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461 615 2761 0 0,'5'-100'463'0'0,"-3"76"92"0"0,0 0 1 0 0,-2-1-1 0 0,-5-44 0 0 0,5 68-524 0 0,0 0 0 0 0,0 0 0 0 0,0 0 0 0 0,0 0 0 0 0,0 0 0 0 0,0 0 0 0 0,0 0 0 0 0,-1 0 0 0 0,1-1 0 0 0,0 1 0 0 0,-1 0 0 0 0,1 0 0 0 0,-1 0 0 0 0,1 0 0 0 0,-1 1 0 0 0,1-1 0 0 0,-1 0 0 0 0,0 0 0 0 0,1 0 0 0 0,-1 0 0 0 0,0 1 0 0 0,0-1 0 0 0,0 0 0 0 0,0 1 0 0 0,0-1 0 0 0,0 0 0 0 0,0 1 0 0 0,1-1 0 0 0,-2 1 0 0 0,1 0 0 0 0,0-1 0 0 0,0 1 0 0 0,0 0 0 0 0,0 0 0 0 0,0-1 0 0 0,0 1 0 0 0,0 0 0 0 0,0 0 0 0 0,0 0 0 0 0,0 0 0 0 0,0 0 0 0 0,-1 1 0 0 0,1-1 0 0 0,0 0 0 0 0,0 0 0 0 0,0 1 0 0 0,0-1 0 0 0,0 1 0 0 0,0-1 0 0 0,0 1 0 0 0,0-1 0 0 0,0 1 0 0 0,1 0 0 0 0,-3 1 0 0 0,-4 3 52 0 0,-1 1 0 0 0,1 0 0 0 0,0 1-1 0 0,-12 13 1 0 0,-62 97-717 0 0,56-79 40 0 0,-41 51-1 0 0,56-78 556 0 0,-1 1-1 0 0,-1-2 1 0 0,1 1-1 0 0,-1-2 1 0 0,-1 0-1 0 0,0 0 0 0 0,0-1 1 0 0,-16 7-1 0 0,26-14 139 0 0,1 0-1 0 0,-1 0 1 0 0,0 0-1 0 0,1 0 1 0 0,-1 0 0 0 0,0-1-1 0 0,0 1 1 0 0,1-1-1 0 0,-1 0 1 0 0,-5 0-1 0 0,8 0-71 0 0,-1 0-1 0 0,1 0 0 0 0,0 0 0 0 0,-1 0 1 0 0,1-1-1 0 0,-1 1 0 0 0,1 0 1 0 0,0 0-1 0 0,-1 0 0 0 0,1-1 1 0 0,0 1-1 0 0,-1 0 0 0 0,1 0 0 0 0,0-1 1 0 0,-1 1-1 0 0,1 0 0 0 0,0-1 1 0 0,0 1-1 0 0,-1 0 0 0 0,1-1 0 0 0,0 1 1 0 0,0-1-1 0 0,0 1 0 0 0,0 0 1 0 0,-1-1-1 0 0,1 1 0 0 0,0-1 0 0 0,5-20 264 0 0,21-27-601 0 0,3 2-1 0 0,63-82 1 0 0,86-74-795 0 0,1-1 668 0 0,-162 181 323 0 0,-9 11 20 0 0,-1 1-1 0 0,1 0 1 0 0,1 1-1 0 0,16-14 1 0 0,-23 26 270 0 0,-4 11 11 0 0,-7 13 190 0 0,-32 61 940 0 0,-92 145 0 0 0,57-108-815 0 0,-56 82-319 0 0,115-185-273 0 0,-2 0 1 0 0,0-2-1 0 0,-1 0 1 0 0,-1-1-1 0 0,0-1 1 0 0,-40 25-1 0 0,56-40 75 0 0,-19 11-118 0 0,23-13 150 0 0,1-1 0 0 0,-1 1 0 0 0,0-1 0 0 0,1 1 0 0 0,-1-1 0 0 0,0 0 0 0 0,1 1 0 0 0,-1-1 0 0 0,0 0-1 0 0,1 0 1 0 0,-1 0 0 0 0,0 1 0 0 0,1-1 0 0 0,-1 0 0 0 0,0 0 0 0 0,0 0 0 0 0,1 0 0 0 0,-1 0 0 0 0,0 0 0 0 0,0 0-1 0 0,1 0 1 0 0,-1-1 0 0 0,0 1 0 0 0,1 0 0 0 0,-2-1 0 0 0,2-1 56 0 0,1-1 0 0 0,0 1-1 0 0,-1 0 1 0 0,1-1 0 0 0,0 1-1 0 0,0 0 1 0 0,0 0 0 0 0,1 0 0 0 0,-1 0-1 0 0,0 0 1 0 0,1 0 0 0 0,0 0 0 0 0,-1 0-1 0 0,4-2 1 0 0,-3 2 11 0 0,58-61-430 0 0,97-76 0 0 0,-76 71 161 0 0,-68 56 186 0 0,6-6 0 0 0,0 2 0 0 0,1 0 0 0 0,1 1 0 0 0,1 0 0 0 0,44-21 0 0 0,-64 35-1 0 0,0 0 0 0 0,-1 1 1 0 0,1-1-1 0 0,0 0 0 0 0,0 1 0 0 0,-1 0 1 0 0,1-1-1 0 0,0 1 0 0 0,0 0 1 0 0,0 0-1 0 0,-1 0 0 0 0,1 0 0 0 0,0 0 1 0 0,0 0-1 0 0,0 0 0 0 0,0 1 1 0 0,-1-1-1 0 0,1 1 0 0 0,0-1 0 0 0,0 1 1 0 0,-1 0-1 0 0,1 0 0 0 0,-1 0 1 0 0,1-1-1 0 0,2 4 0 0 0,-2-2-1 0 0,-1 0 0 0 0,0 0 1 0 0,0 0-1 0 0,0 1 0 0 0,0-1 0 0 0,0 0 0 0 0,0 1 1 0 0,0-1-1 0 0,-1 1 0 0 0,1-1 0 0 0,-1 1 0 0 0,0-1 0 0 0,0 1 1 0 0,0-1-1 0 0,0 1 0 0 0,0-1 0 0 0,0 1 0 0 0,-2 3 0 0 0,-2 17-19 0 0,-2-1 0 0 0,0 1 0 0 0,-1-1 0 0 0,-2-1 0 0 0,-16 32 0 0 0,-66 95 617 0 0,-6 11 452 0 0,97-159-1025 0 0,-1 1 1 0 0,0 0-1 0 0,1 0 0 0 0,-1 0 1 0 0,1 0-1 0 0,-1 0 0 0 0,1 0 1 0 0,0 0-1 0 0,-1 0 0 0 0,1 0 1 0 0,0 0-1 0 0,0 0 0 0 0,0 0 0 0 0,0 0 1 0 0,0 0-1 0 0,0 0 0 0 0,0 0 1 0 0,0 2-1 0 0,1-3-11 0 0,-1 0 1 0 0,1 1-1 0 0,-1-1 1 0 0,1 0-1 0 0,0 0 1 0 0,-1 0-1 0 0,1 0 1 0 0,-1 0-1 0 0,1 0 0 0 0,-1 0 1 0 0,1 0-1 0 0,0 0 1 0 0,-1 0-1 0 0,1 0 1 0 0,-1-1-1 0 0,1 1 1 0 0,-1 0-1 0 0,1 0 0 0 0,-1-1 1 0 0,1 1-1 0 0,-1 0 1 0 0,1 0-1 0 0,0-1 1 0 0,39-28 50 0 0,-36 26-126 0 0,343-257-1474 0 0,-271 204 915 0 0,-42 29 163 0 0,66-39 0 0 0,-99 65 454 0 0,0 0 1 0 0,1 0-1 0 0,-1 0 1 0 0,0 0-1 0 0,0 1 0 0 0,1-1 1 0 0,-1 0-1 0 0,1 1 0 0 0,-1-1 1 0 0,0 1-1 0 0,1 0 1 0 0,-1-1-1 0 0,1 1 0 0 0,-1 0 1 0 0,1 0-1 0 0,-1 0 1 0 0,1 0-1 0 0,-1 0 0 0 0,1 0 1 0 0,-1 1-1 0 0,1-1 1 0 0,-1 0-1 0 0,1 1 0 0 0,-1-1 1 0 0,1 1-1 0 0,-1-1 1 0 0,0 1-1 0 0,2 1 0 0 0,-2 0 22 0 0,0 0-1 0 0,0 0 0 0 0,0 0 0 0 0,0 0 0 0 0,-1 0 1 0 0,1 0-1 0 0,-1 0 0 0 0,1 0 0 0 0,-1 0 0 0 0,0 0 1 0 0,0 0-1 0 0,0 0 0 0 0,0 1 0 0 0,0-1 1 0 0,0 0-1 0 0,-1 0 0 0 0,1 0 0 0 0,-1 0 0 0 0,-1 3 1 0 0,-11 37 447 0 0,-2 0 0 0 0,-1-1 1 0 0,-3-1-1 0 0,-43 70 0 0 0,-117 139 832 0 0,129-183-1050 0 0,-46 50 82 0 0,54-68-43 0 0,-56 84 0 0 0,97-131-287 0 0,1-1 1 0 0,-1 0 0 0 0,1 1 0 0 0,-1-1 0 0 0,1 1 0 0 0,-1-1-1 0 0,1 1 1 0 0,0-1 0 0 0,-1 1 0 0 0,1 0 0 0 0,0-1-1 0 0,-1 1 1 0 0,1-1 0 0 0,0 1 0 0 0,0 0 0 0 0,0-1-1 0 0,0 1 1 0 0,-1 0 0 0 0,1-1 0 0 0,0 1 0 0 0,0 0 0 0 0,0-1-1 0 0,0 1 1 0 0,0 0 0 0 0,1-1 0 0 0,-1 1 0 0 0,0 0-1 0 0,16-8-501 0 0,22-24-811 0 0,35-44-394 0 0,-32 33 1888 0 0,57-48-1 0 0,-82 80 876 0 0,-20 20 215 0 0,-21 24-58 0 0,23-32-1321 0 0,-77 92 1000 0 0,-49 63 25 0 0,-70 145 401 0 0,197-301-1319 0 0,0 0-1 0 0,1 0 0 0 0,-1 0 0 0 0,0 0 0 0 0,1 0 0 0 0,-1 1 0 0 0,1-1 0 0 0,-1 0 0 0 0,1 0 1 0 0,0 1-1 0 0,-1-1 0 0 0,1 0 0 0 0,0 1 0 0 0,0-1 0 0 0,0 0 0 0 0,0 0 0 0 0,0 2 1 0 0,1-2-63 0 0,-1-1 1 0 0,1 1-1 0 0,-1-1 1 0 0,1 1-1 0 0,0-1 1 0 0,-1 1-1 0 0,1-1 1 0 0,0 1-1 0 0,0-1 1 0 0,-1 0-1 0 0,1 0 1 0 0,0 1 0 0 0,0-1-1 0 0,-1 0 1 0 0,1 0-1 0 0,0 0 1 0 0,0 0-1 0 0,0 0 1 0 0,-1 0-1 0 0,1 0 1 0 0,0 0-1 0 0,0 0 1 0 0,0 0-1 0 0,-1 0 1 0 0,1 0-1 0 0,0-1 1 0 0,0 1 0 0 0,-1 0-1 0 0,2-1 1 0 0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4.5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671 42 3225 0 0,'0'-2'72'0'0,"0"0"-1"0"0,-1 0 1 0 0,1 0 0 0 0,-1 0 0 0 0,1 0 0 0 0,-1 0 0 0 0,0 0-1 0 0,0 1 1 0 0,0-1 0 0 0,0 0 0 0 0,0 0 0 0 0,0 1 0 0 0,-1-1 0 0 0,1 1-1 0 0,0-1 1 0 0,-1 1 0 0 0,1 0 0 0 0,-1-1 0 0 0,0 1 0 0 0,1 0-1 0 0,-1 0 1 0 0,0 0 0 0 0,0 0 0 0 0,0 0 0 0 0,0 1 0 0 0,1-1-1 0 0,-1 1 1 0 0,0-1 0 0 0,0 1 0 0 0,0-1 0 0 0,0 1 0 0 0,0 0 0 0 0,-1 0-1 0 0,1 0 1 0 0,0 0 0 0 0,0 1 0 0 0,0-1 0 0 0,-2 1 0 0 0,-4 1 160 0 0,1 0 1 0 0,0 0-1 0 0,0 1 1 0 0,0 0-1 0 0,0 0 1 0 0,1 1-1 0 0,-1-1 1 0 0,1 2-1 0 0,0-1 1 0 0,0 1-1 0 0,-8 8 1 0 0,-9 10 255 0 0,-26 34 0 0 0,37-42-394 0 0,-84 101 617 0 0,-196 257 1763 0 0,288-367-2435 0 0,-3 3 24 0 0,1 0 0 0 0,0 0 0 0 0,1 1 0 0 0,0-1 0 0 0,0 1 0 0 0,1 0 0 0 0,-5 20 0 0 0,9-30-65 0 0,0 0-1 0 0,0 0 1 0 0,0 0 0 0 0,0 0-1 0 0,0 1 1 0 0,0-1 0 0 0,0 0 0 0 0,0 0-1 0 0,0 0 1 0 0,0 0 0 0 0,0 1-1 0 0,0-1 1 0 0,0 0 0 0 0,0 0-1 0 0,0 0 1 0 0,0 0 0 0 0,0 1 0 0 0,0-1-1 0 0,0 0 1 0 0,0 0 0 0 0,0 0-1 0 0,0 0 1 0 0,1 0 0 0 0,-1 1 0 0 0,0-1-1 0 0,0 0 1 0 0,0 0 0 0 0,0 0-1 0 0,0 0 1 0 0,1 0 0 0 0,-1 0-1 0 0,0 0 1 0 0,0 0 0 0 0,0 0 0 0 0,0 0-1 0 0,0 1 1 0 0,1-1 0 0 0,-1 0-1 0 0,0 0 1 0 0,0 0 0 0 0,0 0-1 0 0,1 0 1 0 0,10-3-48 0 0,9-7-24 0 0,18-19-242 0 0,-1-1-1 0 0,41-44 1 0 0,23-19 480 0 0,-48 49 24 0 0,2 3 0 0 0,107-60 0 0 0,-157 98-214 0 0,1 1 0 0 0,0-1 0 0 0,0 1 0 0 0,0 0 1 0 0,0 0-1 0 0,1 0 0 0 0,-1 1 0 0 0,0 0 0 0 0,1 1 0 0 0,9-1 1 0 0,-13 2 2 0 0,-1-1 1 0 0,1 0 0 0 0,0 1 0 0 0,-1 0 0 0 0,1 0 0 0 0,-1 0 0 0 0,1 0-1 0 0,-1 0 1 0 0,0 0 0 0 0,1 1 0 0 0,-1-1 0 0 0,0 1 0 0 0,0-1 0 0 0,0 1-1 0 0,0 0 1 0 0,0 0 0 0 0,0 0 0 0 0,0 0 0 0 0,-1 0 0 0 0,1 0 0 0 0,-1 1-1 0 0,0-1 1 0 0,0 0 0 0 0,1 1 0 0 0,-1-1 0 0 0,-1 1 0 0 0,2 3 0 0 0,1 6 8 0 0,-1 1 1 0 0,0 0 0 0 0,-1 0 0 0 0,0 0 0 0 0,-1 0-1 0 0,0 0 1 0 0,-1 0 0 0 0,-6 24 0 0 0,-32 103 180 0 0,32-119-103 0 0,-24 65 213 0 0,15-44 229 0 0,-17 68-1 0 0,33-109-494 0 0,-1 0 1 0 0,1 0-1 0 0,0-1 1 0 0,0 1-1 0 0,0 0 0 0 0,-1 0 1 0 0,1 0-1 0 0,0 0 1 0 0,0 0-1 0 0,0 0 1 0 0,0 0-1 0 0,0 0 0 0 0,0-1 1 0 0,1 1-1 0 0,-1 0 1 0 0,0 0-1 0 0,0 0 0 0 0,1 0 1 0 0,-1 0-1 0 0,0-1 1 0 0,1 1-1 0 0,-1 0 1 0 0,1 0-1 0 0,-1 0 0 0 0,2 0 1 0 0,-1-1-14 0 0,-1 1 0 0 0,1-1 0 0 0,0 0 0 0 0,0 0 0 0 0,0 0-1 0 0,0 0 1 0 0,0 0 0 0 0,0 0 0 0 0,0 0 0 0 0,0 0 0 0 0,0 0 0 0 0,0 0 0 0 0,0-1 0 0 0,0 1 0 0 0,0 0 0 0 0,0-1 0 0 0,0 1 0 0 0,1-2 0 0 0,7-2-140 0 0,-1-1 1 0 0,0-1-1 0 0,10-9 1 0 0,149-153-1922 0 0,-37 32 1183 0 0,-66 74 403 0 0,-17 14-612 0 0,93-70 1 0 0,-139 117 1020 0 0,1-1 1 0 0,0 1-1 0 0,0 0 0 0 0,0 0 1 0 0,1 0-1 0 0,-1 0 1 0 0,0 0-1 0 0,0 0 0 0 0,1 0 1 0 0,-1 1-1 0 0,4-1 1 0 0,-5 1 53 0 0,-1 0 0 0 0,0 0 0 0 0,1 0 1 0 0,-1 0-1 0 0,0 0 0 0 0,1 0 0 0 0,-1 0 0 0 0,0 1 1 0 0,1-1-1 0 0,-1 0 0 0 0,0 0 0 0 0,1 0 0 0 0,-1 0 1 0 0,0 1-1 0 0,0-1 0 0 0,1 0 0 0 0,-1 0 0 0 0,0 1 1 0 0,0-1-1 0 0,0 0 0 0 0,1 0 0 0 0,-1 1 1 0 0,0-1-1 0 0,0 0 0 0 0,0 1 0 0 0,0-1 0 0 0,1 0 1 0 0,-1 0-1 0 0,0 1 0 0 0,-4 18-106 0 0,-12 15 460 0 0,-1-2-1 0 0,-2 0 1 0 0,-37 48-1 0 0,20-29 138 0 0,-61 77 1528 0 0,-128 131 0 0 0,33-42 367 0 0,186-210-2191 0 0,-8 9-266 0 0,24-34-1251 0 0,11-14 199 0 0,55-79-800 0 0,-63 95 1893 0 0,0 0-1 0 0,2 0 1 0 0,0 1 0 0 0,23-17-1 0 0,-37 31 61 0 0,0 0 0 0 0,0 0 0 0 0,0 0 0 0 0,0 0-1 0 0,0 1 1 0 0,1-1 0 0 0,-1 0 0 0 0,0 1 0 0 0,0-1 0 0 0,1 1 0 0 0,-1-1 0 0 0,0 1-1 0 0,1-1 1 0 0,-1 1 0 0 0,0 0 0 0 0,1 0 0 0 0,-1 0 0 0 0,3 0 0 0 0,-4 0 27 0 0,1 1 0 0 0,-1-1 1 0 0,1 1-1 0 0,-1-1 1 0 0,1 1-1 0 0,-1-1 1 0 0,1 1-1 0 0,-1-1 0 0 0,0 1 1 0 0,1-1-1 0 0,-1 1 1 0 0,0 0-1 0 0,0-1 1 0 0,0 1-1 0 0,1 0 0 0 0,-1-1 1 0 0,0 1-1 0 0,0 0 1 0 0,0-1-1 0 0,0 1 1 0 0,0 0-1 0 0,0-1 0 0 0,0 1 1 0 0,0 0-1 0 0,-1 1 1 0 0,-1 8 400 0 0,0 0 1 0 0,-1 0-1 0 0,-5 14 1 0 0,-66 144 1413 0 0,40-97-2010 0 0,-29 88 1 0 0,60-148-314 0 0,0 1 1 0 0,0 1 0 0 0,-1 16-1 0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5.41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853 17 6913 0 0,'-7'-3'14'0'0,"1"1"-1"0"0,-1-1 1 0 0,1 1-1 0 0,-1 0 1 0 0,0 1-1 0 0,0-1 0 0 0,0 1 1 0 0,0 1-1 0 0,0-1 1 0 0,0 1-1 0 0,-13 2 1 0 0,-8 1 130 0 0,-41 10 1 0 0,45-6 37 0 0,0 1 1 0 0,0 1-1 0 0,1 1 0 0 0,1 1 0 0 0,-1 1 1 0 0,2 1-1 0 0,0 1 0 0 0,0 1 0 0 0,2 0 1 0 0,-27 27-1 0 0,-13 21 481 0 0,-87 121 0 0 0,72-86-429 0 0,50-69-149 0 0,9-11 59 0 0,0 0-1 0 0,1 1 0 0 0,2 1 0 0 0,-16 30 1 0 0,27-49-124 0 0,0 0 0 0 0,1 1 0 0 0,-1-1 1 0 0,0 1-1 0 0,1-1 0 0 0,0 1 1 0 0,-1-1-1 0 0,1 1 0 0 0,0 0 1 0 0,-1-1-1 0 0,1 1 0 0 0,0-1 1 0 0,0 1-1 0 0,0-1 0 0 0,0 1 1 0 0,1 0-1 0 0,-1-1 0 0 0,0 1 1 0 0,1-1-1 0 0,0 3 0 0 0,0-3-25 0 0,0 0-1 0 0,0 0 0 0 0,0-1 0 0 0,0 1 1 0 0,0 0-1 0 0,0-1 0 0 0,0 1 1 0 0,0-1-1 0 0,0 1 0 0 0,0-1 1 0 0,0 0-1 0 0,0 1 0 0 0,1-1 0 0 0,-1 0 1 0 0,0 0-1 0 0,0 0 0 0 0,0 0 1 0 0,0 0-1 0 0,0 0 0 0 0,1 0 1 0 0,0 0-1 0 0,5-1-111 0 0,0-1-1 0 0,0 1 1 0 0,0-1 0 0 0,0-1 0 0 0,-1 1 0 0 0,1-1 0 0 0,10-6-1 0 0,36-31 145 0 0,-1-2-1 0 0,87-93 0 0 0,-11 9-1253 0 0,-97 97 741 0 0,-19 16 279 0 0,1 1 1 0 0,0 0-1 0 0,1 1 1 0 0,1 0-1 0 0,30-16 0 0 0,-44 27 200 0 0,-1-1 0 0 0,1 1 0 0 0,-1 0 0 0 0,1-1 0 0 0,-1 1 0 0 0,1 0 0 0 0,0 0 0 0 0,-1 0 0 0 0,1-1 0 0 0,0 1 0 0 0,-1 0 0 0 0,1 0 0 0 0,-1 0 0 0 0,1 0 0 0 0,0 0 0 0 0,-1 0 1 0 0,1 0-1 0 0,0 0 0 0 0,-1 1 0 0 0,1-1 0 0 0,-1 0 0 0 0,1 0 0 0 0,0 0 0 0 0,-1 1 0 0 0,1-1 0 0 0,-1 0 0 0 0,1 1 0 0 0,-1-1 0 0 0,1 0 0 0 0,-1 1 0 0 0,1-1 0 0 0,-1 1 0 0 0,1-1 0 0 0,-1 1 0 0 0,0-1 0 0 0,1 1 0 0 0,-1-1 0 0 0,0 1 0 0 0,1-1 0 0 0,-1 1 0 0 0,0-1 0 0 0,0 1 0 0 0,0 0 0 0 0,1-1 0 0 0,-1 1 0 0 0,0-1 0 0 0,0 1 0 0 0,0 0 0 0 0,0-1 0 0 0,0 1 0 0 0,0 0 0 0 0,0-1 0 0 0,0 1 0 0 0,0-1 0 0 0,0 1 0 0 0,-1 1 0 0 0,-7 40 353 0 0,7-39-336 0 0,-16 48 656 0 0,-3-2 1 0 0,-2 0 0 0 0,-33 55-1 0 0,15-29-117 0 0,7-13-64 0 0,11-24-80 0 0,2 1-1 0 0,1 1 0 0 0,2 1 0 0 0,-11 43 0 0 0,27-82-363 0 0,1 1 0 0 0,-1-1 0 0 0,0 0 0 0 0,1 0 1 0 0,0 0-1 0 0,-1 1 0 0 0,1-1 0 0 0,0 0 0 0 0,0 0 0 0 0,0 1 0 0 0,1-1 1 0 0,-1 0-1 0 0,0 0 0 0 0,1 0 0 0 0,0 1 0 0 0,-1-1 0 0 0,1 0 0 0 0,0 0 0 0 0,0 0 1 0 0,0 0-1 0 0,0 0 0 0 0,0 0 0 0 0,1-1 0 0 0,-1 1 0 0 0,3 2 0 0 0,-2-3-58 0 0,1 0 0 0 0,0 0 0 0 0,-1 0-1 0 0,1 0 1 0 0,0 0 0 0 0,0-1-1 0 0,-1 1 1 0 0,1-1 0 0 0,0 1 0 0 0,0-1-1 0 0,0 0 1 0 0,0-1 0 0 0,0 1 0 0 0,0 0-1 0 0,-1-1 1 0 0,1 1 0 0 0,0-1 0 0 0,0 0-1 0 0,3-2 1 0 0,25-8-620 0 0,-1-2-1 0 0,0-1 1 0 0,33-22 0 0 0,78-60-809 0 0,-139 94 1425 0 0,1 0 1 0 0,-1 1 0 0 0,1-1-1 0 0,0 0 1 0 0,-1 1 0 0 0,1 0-1 0 0,0-1 1 0 0,0 1-1 0 0,0 0 1 0 0,6-1 0 0 0,-9 2 20 0 0,1 0 0 0 0,0 0 0 0 0,-1 1-1 0 0,1-1 1 0 0,-1 0 0 0 0,1 0 0 0 0,-1 0 0 0 0,1 0 0 0 0,0 1 0 0 0,-1-1 0 0 0,1 0 0 0 0,-1 0 0 0 0,1 1 0 0 0,-1-1 0 0 0,1 0 0 0 0,-1 1-1 0 0,0-1 1 0 0,1 1 0 0 0,-1-1 0 0 0,1 1 0 0 0,-1-1 0 0 0,1 1 0 0 0,3 23 155 0 0,-5 0 192 0 0,-1-1 0 0 0,-1 0 0 0 0,-1 1 0 0 0,-13 40 0 0 0,-42 92 1956 0 0,36-101-1359 0 0,14-33-484 0 0,5-13-229 0 0,0-1-1 0 0,0 1 0 0 0,1 0 1 0 0,0 0-1 0 0,1 0 0 0 0,0 0 1 0 0,0 0-1 0 0,1 0 0 0 0,-1 17 1 0 0,3-25-197 0 0,-1 0 1 0 0,0 0 0 0 0,0 0 0 0 0,1 0 0 0 0,-1 0 0 0 0,0 0-1 0 0,1 0 1 0 0,-1 0 0 0 0,1 0 0 0 0,-1 0 0 0 0,1 0-1 0 0,0 0 1 0 0,-1 0 0 0 0,1 0 0 0 0,0-1 0 0 0,0 1 0 0 0,-1 0-1 0 0,1 0 1 0 0,0-1 0 0 0,0 1 0 0 0,0-1 0 0 0,0 1 0 0 0,0-1-1 0 0,0 1 1 0 0,0-1 0 0 0,1 1 0 0 0,1 0-28 0 0,1-1 0 0 0,-1 0 0 0 0,0 1 1 0 0,0-1-1 0 0,0 0 0 0 0,1-1 0 0 0,-1 1 1 0 0,0 0-1 0 0,4-2 0 0 0,5-1-503 0 0,1-2 1 0 0,-1 1 0 0 0,17-10-1 0 0,4-4-3825 0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2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349 134 5985 0 0,'-27'69'592'0'0,"-18"74"-1"0"0,17-53-412 0 0,14-46-63 0 0,-220 597 3943 0 0,249-667-3634 0 0,23-41-1010 0 0,106-250-1949 0 0,-23-11-1253 0 0,-42 111 2707 0 0,-74 201 1112 0 0,28-63 633 0 0,-30 72-583 0 0,1 0 1 0 0,0 1 0 0 0,0 0 0 0 0,0-1-1 0 0,1 2 1 0 0,0-1 0 0 0,0 0 0 0 0,11-8-1 0 0,-15 13-25 0 0,0 1-1 0 0,0-1 0 0 0,0 0 1 0 0,0 1-1 0 0,0-1 0 0 0,0 1 0 0 0,1-1 1 0 0,-1 1-1 0 0,0 0 0 0 0,0-1 1 0 0,1 1-1 0 0,-1 0 0 0 0,0 0 0 0 0,1 0 1 0 0,-1 0-1 0 0,0 0 0 0 0,0 0 0 0 0,1 0 1 0 0,-1 0-1 0 0,0 1 0 0 0,1-1 1 0 0,-1 0-1 0 0,0 1 0 0 0,0-1 0 0 0,0 1 1 0 0,1 0-1 0 0,-1-1 0 0 0,0 1 1 0 0,0 0-1 0 0,0-1 0 0 0,0 1 0 0 0,0 0 1 0 0,0 0-1 0 0,0 0 0 0 0,-1 0 0 0 0,1 0 1 0 0,0 0-1 0 0,0 0 0 0 0,0 2 1 0 0,3 4 249 0 0,0 0 1 0 0,0 1 0 0 0,0-1 0 0 0,3 15-1 0 0,3 14 166 0 0,-1 1-1 0 0,-2 0 1 0 0,-2 1 0 0 0,1 46-1 0 0,-10 155 733 0 0,-2-87-598 0 0,6-122-525 0 0,-2 0 48 0 0,6 51 0 0 0,-3-74-100 0 0,0-1 1 0 0,0 0 0 0 0,0 0-1 0 0,1 1 1 0 0,-1-1 0 0 0,2 0 0 0 0,-1-1-1 0 0,1 1 1 0 0,0 0 0 0 0,0-1-1 0 0,0 1 1 0 0,1-1 0 0 0,0 0-1 0 0,5 6 1 0 0,-6-9-51 0 0,-1 0 0 0 0,1 0 0 0 0,-1-1 0 0 0,1 1 0 0 0,0 0 0 0 0,0-1 0 0 0,0 0 0 0 0,0 1-1 0 0,0-1 1 0 0,0-1 0 0 0,0 1 0 0 0,0 0 0 0 0,0-1 0 0 0,0 1 0 0 0,0-1 0 0 0,0 0 0 0 0,5 0 0 0 0,-2-1-63 0 0,0-1 0 0 0,-1 1-1 0 0,1-1 1 0 0,-1 0 0 0 0,1 0 0 0 0,-1 0 0 0 0,0-1 0 0 0,10-6 0 0 0,2-4-291 0 0,-1-1 0 0 0,0 0-1 0 0,28-34 1 0 0,6-16 7 0 0,-4-2-1 0 0,62-116 0 0 0,-57 92 661 0 0,-48 85-233 0 0,2-4 111 0 0,0 0 0 0 0,0 1 0 0 0,0-1 0 0 0,1 1 0 0 0,0 0 0 0 0,1 1 0 0 0,0 0 0 0 0,0 0 0 0 0,16-12 0 0 0,-21 18-110 0 0,-1 0 1 0 0,0 1 0 0 0,0-1-1 0 0,0 1 1 0 0,1-1 0 0 0,-1 1-1 0 0,0 0 1 0 0,1-1 0 0 0,-1 1-1 0 0,0 0 1 0 0,1 0 0 0 0,-1 0-1 0 0,0 0 1 0 0,1 0 0 0 0,-1 0 0 0 0,0 0-1 0 0,1 1 1 0 0,-1-1 0 0 0,0 0-1 0 0,1 1 1 0 0,-1-1 0 0 0,0 1-1 0 0,0-1 1 0 0,3 2 0 0 0,-2 1-9 0 0,1-1 0 0 0,-1 0 0 0 0,0 0 0 0 0,0 1 0 0 0,0-1 0 0 0,0 1 0 0 0,-1 0 0 0 0,1 0 0 0 0,-1 0 0 0 0,2 3 0 0 0,2 8 62 0 0,0 1 0 0 0,-2-1-1 0 0,4 21 1 0 0,0 38 466 0 0,-6-51-336 0 0,1 1-1 0 0,1-1 0 0 0,1 0 0 0 0,10 31 1 0 0,-14-52-228 0 0,1 1 1 0 0,0 0 0 0 0,-1-1-1 0 0,1 1 1 0 0,0 0 0 0 0,0-1-1 0 0,0 1 1 0 0,0-1 0 0 0,0 1-1 0 0,1-1 1 0 0,-1 0 0 0 0,0 1-1 0 0,1-1 1 0 0,-1 0 0 0 0,1 0-1 0 0,-1 0 1 0 0,1 0 0 0 0,-1 0-1 0 0,1 0 1 0 0,0-1 0 0 0,-1 1-1 0 0,4 0 1 0 0,-2 0-105 0 0,0-1 1 0 0,0 0-1 0 0,1 0 1 0 0,-1 0-1 0 0,0-1 0 0 0,0 1 1 0 0,0-1-1 0 0,0 0 0 0 0,0 0 1 0 0,0 0-1 0 0,0 0 0 0 0,3-2 1 0 0,4-2-355 0 0,0-1 0 0 0,0 0 1 0 0,0-1-1 0 0,-1 0 0 0 0,0-1 1 0 0,9-10-1 0 0,22-15 1233 0 0,-33 26-791 0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98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360 0 6913 0 0,'-92'120'2341'0'0,"-130"220"-1"0"0,214-327-2099 0 0,-20 42 394 0 0,26-51-591 0 0,0-1-1 0 0,1 1 1 0 0,0 0-1 0 0,0 0 1 0 0,0 1 0 0 0,0-1-1 0 0,1 0 1 0 0,-1 0 0 0 0,1 0-1 0 0,0 1 1 0 0,1 4-1 0 0,-1-8-55 0 0,0 0 0 0 0,0 0 0 0 0,1 0 0 0 0,-1 0 0 0 0,0 0-1 0 0,1 0 1 0 0,-1 0 0 0 0,1 0 0 0 0,-1 0 0 0 0,1 0 0 0 0,-1 0 0 0 0,1 0-1 0 0,0 0 1 0 0,-1 0 0 0 0,1-1 0 0 0,0 1 0 0 0,0 0 0 0 0,0-1-1 0 0,-1 1 1 0 0,1 0 0 0 0,0-1 0 0 0,0 1 0 0 0,0-1 0 0 0,0 1-1 0 0,0-1 1 0 0,2 1 0 0 0,0-1-48 0 0,-1 0-1 0 0,1 0 1 0 0,0 0-1 0 0,0 0 1 0 0,-1 0-1 0 0,1 0 1 0 0,0-1-1 0 0,0 0 1 0 0,-1 1-1 0 0,4-3 1 0 0,5-1-296 0 0,0-1 1 0 0,-1-1 0 0 0,19-12-1 0 0,-4-2-182 0 0,37-39 0 0 0,-49 44 571 0 0,1 0 1 0 0,1 1-1 0 0,0 1 1 0 0,1 1 0 0 0,0 0-1 0 0,1 1 1 0 0,24-12-1 0 0,-40 22-16 0 0,1 1 0 0 0,-1-1 0 0 0,0 1 0 0 0,1-1 0 0 0,-1 1 0 0 0,1-1 1 0 0,-1 1-1 0 0,1 0 0 0 0,-1-1 0 0 0,1 1 0 0 0,-1 0 0 0 0,1 0 0 0 0,-1 0 0 0 0,1 0 0 0 0,-1 1 0 0 0,1-1 0 0 0,-1 0 0 0 0,1 1 0 0 0,-1-1 0 0 0,1 1 0 0 0,-1-1 1 0 0,0 1-1 0 0,1-1 0 0 0,1 3 0 0 0,-2-2 24 0 0,1 1 0 0 0,-1 0 1 0 0,0 0-1 0 0,0-1 0 0 0,0 1 0 0 0,0 0 1 0 0,0 0-1 0 0,0 0 0 0 0,-1 0 1 0 0,1 0-1 0 0,-1 1 0 0 0,1-1 1 0 0,-1 0-1 0 0,0 0 0 0 0,0 3 0 0 0,0 8 176 0 0,-1 0-1 0 0,0 0 0 0 0,-1-1 0 0 0,-6 21 1 0 0,-7 14 489 0 0,-30 62 0 0 0,9-24 102 0 0,35-84-791 0 0,1 1 1 0 0,-1-1-1 0 0,0 0 1 0 0,1 1-1 0 0,-1-1 0 0 0,1 0 1 0 0,0 1-1 0 0,-1-1 0 0 0,1 1 1 0 0,0-1-1 0 0,0 1 1 0 0,0-1-1 0 0,0 1 0 0 0,0-1 1 0 0,0 0-1 0 0,0 1 0 0 0,1-1 1 0 0,-1 1-1 0 0,0-1 0 0 0,1 1 1 0 0,0 1-1 0 0,0-2-11 0 0,0 0 0 0 0,0-1 0 0 0,0 1-1 0 0,0-1 1 0 0,0 1 0 0 0,0-1 0 0 0,1 1 0 0 0,-1-1 0 0 0,0 0-1 0 0,0 0 1 0 0,0 1 0 0 0,0-1 0 0 0,0 0 0 0 0,0 0-1 0 0,1 0 1 0 0,-1 0 0 0 0,0 0 0 0 0,0-1 0 0 0,0 1-1 0 0,2-1 1 0 0,9-2-58 0 0,-1-1 0 0 0,0 0 0 0 0,20-11 0 0 0,122-82-3227 0 0,-88 49-912 0 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1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596 0 2761 0 0,'1'2'45'0'0,"1"0"1"0"0,-1 0 0 0 0,0 0-1 0 0,0 0 1 0 0,0 0 0 0 0,0 0-1 0 0,0 0 1 0 0,0 1 0 0 0,0-1-1 0 0,-1 0 1 0 0,1 0 0 0 0,-1 1-1 0 0,0-1 1 0 0,1 0-1 0 0,-1 1 1 0 0,0-1 0 0 0,-1 0-1 0 0,1 1 1 0 0,0-1 0 0 0,-2 4-1 0 0,-1 5 400 0 0,0 0 0 0 0,-2 0 0 0 0,-6 13 0 0 0,0 0-37 0 0,-33 70 1390 0 0,-5-2 0 0 0,-4-2 0 0 0,-3-2 1 0 0,-83 97-1 0 0,101-135-955 0 0,-38 69 1 0 0,48-69-1797 0 0,-33 83 0 0 0,54-113 870 0 0,-10 37 1 0 0,16-51-325 0 0,-1 0 1 0 0,1 0-1 0 0,1 0 1 0 0,-1 0 0 0 0,1 0-1 0 0,0 0 1 0 0,1 0-1 0 0,0 0 1 0 0,-1 0 0 0 0,2 1-1 0 0,1 5 1 0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9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202 155 6913 0 0,'-19'-117'1437'0'0,"19"117"-1410"0"0,0-1 0 0 0,0 1 1 0 0,0-1-1 0 0,0 1 0 0 0,0 0 1 0 0,0-1-1 0 0,0 1 0 0 0,0 0 1 0 0,0-1-1 0 0,0 1 0 0 0,0 0 1 0 0,-1-1-1 0 0,1 1 0 0 0,0 0 1 0 0,0-1-1 0 0,0 1 0 0 0,-1 0 1 0 0,1-1-1 0 0,0 1 0 0 0,0 0 1 0 0,-1-1-1 0 0,1 1 0 0 0,0 0 0 0 0,0 0 1 0 0,-1 0-1 0 0,1-1 0 0 0,0 1 1 0 0,-1 0-1 0 0,1 0 0 0 0,0 0 1 0 0,-1 0-1 0 0,1-1 0 0 0,-1 1 1 0 0,-8 10 394 0 0,-6 29-159 0 0,13-35-177 0 0,-113 345 834 0 0,107-327-848 0 0,1 1 0 0 0,1 0 0 0 0,2 0 0 0 0,0 1 0 0 0,-1 33 0 0 0,5-56-67 0 0,0 0-1 0 0,0 0 1 0 0,0 1 0 0 0,0-1-1 0 0,0 0 1 0 0,0 0-1 0 0,0 0 1 0 0,0 0-1 0 0,0 0 1 0 0,1 0-1 0 0,-1 0 1 0 0,1 0-1 0 0,-1 0 1 0 0,1 0-1 0 0,-1 0 1 0 0,1 0-1 0 0,-1 0 1 0 0,1 0-1 0 0,0 0 1 0 0,-1 0-1 0 0,1 0 1 0 0,0 0-1 0 0,0-1 1 0 0,0 1-1 0 0,0 0 1 0 0,0-1-1 0 0,2 2 1 0 0,-1-2-4 0 0,0 0 0 0 0,0 0-1 0 0,0 0 1 0 0,0 0 0 0 0,0 0 0 0 0,0 0 0 0 0,0 0 0 0 0,0-1-1 0 0,0 1 1 0 0,0-1 0 0 0,0 0 0 0 0,0 0 0 0 0,0 1 0 0 0,2-2-1 0 0,9-6-42 0 0,-1 0 0 0 0,1-1-1 0 0,12-11 1 0 0,-22 17 24 0 0,68-56-1335 0 0,-2-3 0 0 0,-4-4 0 0 0,-2-2 0 0 0,103-146 0 0 0,-159 203 1277 0 0,0-1 163 0 0,1 0 1 0 0,0 0 0 0 0,1 1-1 0 0,0 0 1 0 0,1 1 0 0 0,12-11-1 0 0,-21 21-28 0 0,-1-1 0 0 0,1 0 0 0 0,-1 1 0 0 0,1-1 0 0 0,-1 1 0 0 0,1 0 0 0 0,0-1-1 0 0,-1 1 1 0 0,1 0 0 0 0,0-1 0 0 0,0 1 0 0 0,-1 0 0 0 0,1 0 0 0 0,0-1 0 0 0,0 1-1 0 0,-1 0 1 0 0,1 0 0 0 0,0 0 0 0 0,0 0 0 0 0,-1 0 0 0 0,1 0 0 0 0,0 0 0 0 0,0 0-1 0 0,-1 0 1 0 0,1 1 0 0 0,0-1 0 0 0,0 0 0 0 0,-1 0 0 0 0,1 1 0 0 0,0-1 0 0 0,-1 0-1 0 0,2 2 1 0 0,0-1 47 0 0,-1 1 0 0 0,0 0 0 0 0,0 0 0 0 0,0 0 0 0 0,0 0 0 0 0,-1 0 0 0 0,1 0 0 0 0,0 0 0 0 0,-1 0 0 0 0,1 0 0 0 0,-1 0 0 0 0,0 2 0 0 0,1 11 403 0 0,0 0 1 0 0,-3 22 0 0 0,2-34-443 0 0,-6 38 911 0 0,-13 56-1 0 0,9-56-146 0 0,-4 52 0 0 0,13-90-792 0 0,1 1 0 0 0,0-1 0 0 0,0 1 0 0 0,0-1 0 0 0,0 1 0 0 0,1-1 0 0 0,-1 1 0 0 0,1-1 0 0 0,0 1 0 0 0,0-1 0 0 0,0 1 0 0 0,1-1 0 0 0,2 5-1 0 0,-3-7-52 0 0,0 0-1 0 0,0 0 0 0 0,0 0 0 0 0,0 0 0 0 0,0-1 1 0 0,1 1-1 0 0,-1 0 0 0 0,0 0 0 0 0,0-1 0 0 0,1 1 0 0 0,-1-1 1 0 0,1 1-1 0 0,-1-1 0 0 0,1 1 0 0 0,-1-1 0 0 0,0 0 1 0 0,1 0-1 0 0,-1 0 0 0 0,1 0 0 0 0,-1 0 0 0 0,1 0 0 0 0,-1 0 1 0 0,1 0-1 0 0,-1-1 0 0 0,1 1 0 0 0,-1-1 0 0 0,1 1 1 0 0,-1-1-1 0 0,0 1 0 0 0,1-1 0 0 0,-1 0 0 0 0,0 1 0 0 0,2-3 1 0 0,18-10-430 0 0,-1-1 0 0 0,-1 0 0 0 0,0-2 0 0 0,-1 0 0 0 0,-1-1 0 0 0,23-31 1 0 0,-17 22-346 0 0,51-47 1 0 0,-73 73 798 0 0,-1-1 1 0 0,1 0 0 0 0,0 1-1 0 0,-1-1 1 0 0,1 0-1 0 0,0 1 1 0 0,-1-1-1 0 0,1 1 1 0 0,0-1-1 0 0,0 1 1 0 0,-1-1-1 0 0,1 1 1 0 0,0 0 0 0 0,0-1-1 0 0,0 1 1 0 0,0 0-1 0 0,-1 0 1 0 0,1 0-1 0 0,0 0 1 0 0,0 0-1 0 0,0 0 1 0 0,0 0-1 0 0,0 0 1 0 0,0 0-1 0 0,-1 0 1 0 0,1 0 0 0 0,0 0-1 0 0,0 0 1 0 0,0 1-1 0 0,0-1 1 0 0,1 1-1 0 0,-1 0 42 0 0,0 1-1 0 0,0-1 0 0 0,0 1 1 0 0,-1 0-1 0 0,1-1 1 0 0,0 1-1 0 0,-1 0 0 0 0,1-1 1 0 0,-1 1-1 0 0,1 0 0 0 0,-1 0 1 0 0,0 0-1 0 0,0-1 1 0 0,1 3-1 0 0,-1 12 413 0 0,-1 0 1 0 0,-4 22-1 0 0,5-36-438 0 0,-14 72 917 0 0,-6 34 457 0 0,19-97-1264 0 0,0 0 0 0 0,1 1 0 0 0,0 0 0 0 0,1-1 0 0 0,0 1 0 0 0,1-1 0 0 0,3 12 1 0 0,-3-18-149 0 0,0 0 0 0 0,0-1 0 0 0,0 1 0 0 0,0-1 0 0 0,1 1 0 0 0,0-1 0 0 0,0 0 0 0 0,0 0 0 0 0,0 0 0 0 0,8 7 0 0 0,7 2-406 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9.0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218 706 10594 0 0,'-10'-22'475'0'0,"1"-1"0"0"0,1 1 0 0 0,1-1 0 0 0,1-1 0 0 0,-5-39 0 0 0,3 16-323 0 0,-3-15 88 0 0,-10-44-22 0 0,14 119-701 0 0,0 13 210 0 0,-92 402-610 0 0,97-420 877 0 0,-1 4-3 0 0,0 0 0 0 0,1 0 0 0 0,0 0 1 0 0,1 0-1 0 0,0 0 0 0 0,1 0 0 0 0,2 15 1 0 0,-2-26 5 0 0,0 0 1 0 0,0 0 0 0 0,0 0-1 0 0,0-1 1 0 0,1 1 0 0 0,-1 0-1 0 0,0 0 1 0 0,1 0 0 0 0,-1 0-1 0 0,0-1 1 0 0,1 1 0 0 0,-1 0-1 0 0,1 0 1 0 0,-1-1 0 0 0,1 1-1 0 0,0 0 1 0 0,-1-1 0 0 0,1 1-1 0 0,0-1 1 0 0,-1 1 0 0 0,1 0-1 0 0,0-1 1 0 0,0 0 0 0 0,-1 1-1 0 0,1-1 1 0 0,0 1 0 0 0,0-1-1 0 0,0 0 1 0 0,1 1 0 0 0,0-2-11 0 0,0 1 0 0 0,0 0 0 0 0,0 0 0 0 0,0-1 1 0 0,0 1-1 0 0,0-1 0 0 0,0 0 0 0 0,0 0 1 0 0,0 0-1 0 0,0 0 0 0 0,0 0 0 0 0,2-1 1 0 0,6-6-106 0 0,1-1 1 0 0,17-18 0 0 0,-27 26 109 0 0,76-89-972 0 0,-3-2 1 0 0,-5-4 0 0 0,91-166 0 0 0,-149 243 812 0 0,58-96-569 0 0,-58 99 657 0 0,2-1-1 0 0,0 2 1 0 0,0 0 0 0 0,25-21 0 0 0,-36 34 101 0 0,0 0-1 0 0,1 0 1 0 0,-1 1 0 0 0,0-1 0 0 0,1 1 0 0 0,0-1 0 0 0,-1 1-1 0 0,1 0 1 0 0,0 0 0 0 0,0 0 0 0 0,0 0 0 0 0,-1 0 0 0 0,1 1 0 0 0,0-1-1 0 0,5 1 1 0 0,-6 0 6 0 0,0 1-1 0 0,0-1 0 0 0,-1 1 0 0 0,1 0 1 0 0,0 0-1 0 0,-1-1 0 0 0,1 1 1 0 0,0 1-1 0 0,-1-1 0 0 0,1 0 0 0 0,-1 0 1 0 0,0 0-1 0 0,1 1 0 0 0,-1-1 1 0 0,0 1-1 0 0,0-1 0 0 0,0 1 0 0 0,0-1 1 0 0,0 1-1 0 0,0 0 0 0 0,0-1 0 0 0,-1 1 1 0 0,1 0-1 0 0,-1 0 0 0 0,1 2 1 0 0,4 14 247 0 0,-1 0 1 0 0,0 0 0 0 0,-2 1 0 0 0,0-1-1 0 0,-2 29 1 0 0,-11 96 1361 0 0,5-87-873 0 0,4-41-522 0 0,1-8-66 0 0,0 0 0 0 0,0 0 1 0 0,1 0-1 0 0,0 0 1 0 0,0 0-1 0 0,0 0 1 0 0,1 0-1 0 0,0 0 0 0 0,3 7 1 0 0,-4-13-145 0 0,1 0 1 0 0,-1 0-1 0 0,1 0 1 0 0,0 0-1 0 0,-1-1 0 0 0,1 1 1 0 0,0 0-1 0 0,-1 0 1 0 0,1-1-1 0 0,0 1 1 0 0,0-1-1 0 0,0 1 0 0 0,-1-1 1 0 0,1 1-1 0 0,0-1 1 0 0,0 1-1 0 0,0-1 0 0 0,0 0 1 0 0,0 1-1 0 0,0-1 1 0 0,0 0-1 0 0,0 0 1 0 0,0 0-1 0 0,0 0 0 0 0,0 0 1 0 0,0 0-1 0 0,0 0 1 0 0,0 0-1 0 0,0 0 0 0 0,0 0 1 0 0,0-1-1 0 0,0 1 1 0 0,0 0-1 0 0,0-1 1 0 0,0 1-1 0 0,1-1 0 0 0,35-19 206 0 0,-36 19-245 0 0,27-20-282 0 0,0-1 1 0 0,-2-2-1 0 0,43-47 1 0 0,62-94-2281 0 0,-88 108 1361 0 0,-14 17 241 0 0,-17 22 531 0 0,0 2 0 0 0,1-1-1 0 0,1 2 1 0 0,0 0 0 0 0,21-18-1 0 0,-34 32 437 0 0,0 0 0 0 0,1 0 0 0 0,-1 0 0 0 0,0 0-1 0 0,0 0 1 0 0,0 0 0 0 0,1 1 0 0 0,-1-1-1 0 0,0 0 1 0 0,0 1 0 0 0,1-1 0 0 0,-1 1 0 0 0,1 0-1 0 0,-1-1 1 0 0,0 1 0 0 0,1 0 0 0 0,-1 0-1 0 0,1 0 1 0 0,-1 0 0 0 0,1 0 0 0 0,-1 0 0 0 0,1 0-1 0 0,-1 0 1 0 0,0 1 0 0 0,1-1 0 0 0,-1 1 0 0 0,1-1-1 0 0,-1 1 1 0 0,0-1 0 0 0,1 1 0 0 0,-1 0-1 0 0,0-1 1 0 0,0 1 0 0 0,0 0 0 0 0,0 0 0 0 0,1 0-1 0 0,-1 0 1 0 0,0 0 0 0 0,-1 0 0 0 0,1 0-1 0 0,0 1 1 0 0,0-1 0 0 0,0 0 0 0 0,-1 0 0 0 0,1 1-1 0 0,-1-1 1 0 0,1 0 0 0 0,-1 1 0 0 0,1 2 0 0 0,3 8 291 0 0,-1-1 0 0 0,-1 1 0 0 0,0 0 0 0 0,0 21 0 0 0,-3 13 634 0 0,-1 1 0 0 0,-3 0 0 0 0,-12 53 0 0 0,-7 60 1628 0 0,23-156-2433 0 0,1 1 0 0 0,0-1 0 0 0,0 1-1 0 0,0-1 1 0 0,0 1 0 0 0,1-1 0 0 0,0 1 0 0 0,0-1 0 0 0,0 0-1 0 0,0 1 1 0 0,1-1 0 0 0,-1 0 0 0 0,1 0 0 0 0,0 0 0 0 0,1 0 0 0 0,-1 0-1 0 0,3 3 1 0 0,-2-4-87 0 0,0-1 1 0 0,0 1-1 0 0,0-1 0 0 0,0 0 0 0 0,1 0 0 0 0,-1-1 0 0 0,0 1 1 0 0,1-1-1 0 0,-1 1 0 0 0,1-1 0 0 0,0 0 0 0 0,-1 0 1 0 0,1-1-1 0 0,0 1 0 0 0,0-1 0 0 0,-1 0 0 0 0,1 0 0 0 0,0 0 1 0 0,0 0-1 0 0,5-2 0 0 0,1 0-196 0 0,0 0 0 0 0,0 0 0 0 0,0-2 0 0 0,0 1 0 0 0,-1-1 0 0 0,1 0 0 0 0,-1-1-1 0 0,0 0 1 0 0,0-1 0 0 0,-1 0 0 0 0,12-10 0 0 0,5-8-754 0 0,0-1 0 0 0,22-31 0 0 0,-25 28-368 0 0,39-36-1 0 0,-59 62 1250 0 0,0 0 0 0 0,0 1 0 0 0,0-1 0 0 0,0 0 0 0 0,0 1 0 0 0,0 0 0 0 0,0-1 0 0 0,1 1 0 0 0,-1 0-1 0 0,0 0 1 0 0,1 1 0 0 0,-1-1 0 0 0,1 0 0 0 0,-1 1 0 0 0,1 0 0 0 0,3-1 0 0 0,-4 1 56 0 0,-1 1 1 0 0,0-1-1 0 0,1 1 0 0 0,-1-1 1 0 0,0 1-1 0 0,1 0 0 0 0,-1 0 1 0 0,0-1-1 0 0,0 1 0 0 0,1 0 0 0 0,-1 0 1 0 0,0 0-1 0 0,0 0 0 0 0,0 0 1 0 0,0 1-1 0 0,0-1 0 0 0,-1 0 1 0 0,1 0-1 0 0,0 1 0 0 0,-1-1 1 0 0,1 0-1 0 0,0 1 0 0 0,-1-1 1 0 0,0 1-1 0 0,1-1 0 0 0,-1 0 0 0 0,0 1 1 0 0,1 2-1 0 0,1 22 396 0 0,-1 0 1 0 0,0 0-1 0 0,-2 0 1 0 0,-1 0-1 0 0,-11 50 0 0 0,-2 26-657 0 0,13-63 81 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0.06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47 369 12899 0 0,'-25'17'1339'0'0,"4"5"-1081"0"0,21-17-879 0 0,11-11 154 0 0,99-94-1076 0 0,-59 52 499 0 0,106-78 0 0 0,-117 100 580 0 0,57-37-623 0 0,-83 55 908 0 0,1 1 0 0 0,0 0 0 0 0,0 1 0 0 0,29-7 0 0 0,-42 12 192 0 0,-1 1 0 0 0,1-1 0 0 0,0 1 1 0 0,-1 0-1 0 0,1-1 0 0 0,0 1 0 0 0,-1 0 0 0 0,1 0 0 0 0,0 0 1 0 0,-1 1-1 0 0,1-1 0 0 0,-1 0 0 0 0,1 1 0 0 0,0-1 0 0 0,-1 1 0 0 0,1-1 1 0 0,-1 1-1 0 0,1-1 0 0 0,-1 1 0 0 0,3 2 0 0 0,-3-2 32 0 0,0 0-1 0 0,0 1 1 0 0,0-1-1 0 0,-1 0 1 0 0,1 1-1 0 0,0-1 1 0 0,-1 1-1 0 0,1-1 1 0 0,-1 1-1 0 0,1-1 0 0 0,-1 1 1 0 0,0-1-1 0 0,0 1 1 0 0,1-1-1 0 0,-1 1 1 0 0,0 0-1 0 0,-1 1 1 0 0,0 7 198 0 0,-1 0 0 0 0,0 0 0 0 0,-1 0 0 0 0,0 0 0 0 0,-6 11 0 0 0,-16 29 305 0 0,-2-1 0 0 0,-2-1-1 0 0,-37 44 1 0 0,-33 56 430 0 0,98-147-961 0 0,0 0 1 0 0,0 0-1 0 0,1 0 1 0 0,-1 0-1 0 0,0 0 1 0 0,1 0-1 0 0,-1 0 1 0 0,1 0-1 0 0,-1 1 1 0 0,1-1-1 0 0,0 0 1 0 0,-1 0-1 0 0,1 1 1 0 0,0-1-1 0 0,0 0 1 0 0,0 0-1 0 0,0 1 1 0 0,0-1-1 0 0,0 0 1 0 0,0 0-1 0 0,0 1 1 0 0,1 1-1 0 0,0-3-22 0 0,0 1 0 0 0,-1-1 0 0 0,1 1 0 0 0,0-1 0 0 0,0 1 0 0 0,0-1 0 0 0,0 0 0 0 0,0 1 0 0 0,0-1-1 0 0,0 0 1 0 0,0 0 0 0 0,0 0 0 0 0,0 0 0 0 0,-1 0 0 0 0,1 0 0 0 0,0 0 0 0 0,0 0 0 0 0,0 0 0 0 0,0 0 0 0 0,0 0 0 0 0,2-1-1 0 0,7-1-267 0 0,0-1 0 0 0,0-1 0 0 0,18-9 0 0 0,-1-3-578 0 0,0-1 0 0 0,-2-2 0 0 0,25-22-1 0 0,29-22-1720 0 0,-79 63 2554 0 0,1-1 0 0 0,-1 1 1 0 0,0-1-1 0 0,1 1 0 0 0,-1-1 0 0 0,1 1 0 0 0,-1 0 0 0 0,1-1 1 0 0,-1 1-1 0 0,1 0 0 0 0,0-1 0 0 0,-1 1 0 0 0,1 0 0 0 0,-1 0 1 0 0,1-1-1 0 0,0 1 0 0 0,-1 0 0 0 0,1 0 0 0 0,-1 0 0 0 0,1 0 1 0 0,0 0-1 0 0,-1 0 0 0 0,1 0 0 0 0,0 0 0 0 0,-1 0 0 0 0,1 0 1 0 0,0 1-1 0 0,-3 14 145 0 0,-21 29 612 0 0,21-40-705 0 0,-237 350 6868 0 0,238-354-6857 0 0,0 1 0 0 0,0 0-1 0 0,0 0 1 0 0,1 0 0 0 0,-1 0 0 0 0,0 0 0 0 0,0 0-1 0 0,1 0 1 0 0,-1 0 0 0 0,1 0 0 0 0,-1 0 0 0 0,1 0 0 0 0,-1 0-1 0 0,1 0 1 0 0,0 0 0 0 0,-1 1 0 0 0,1-1 0 0 0,0 0-1 0 0,0 0 1 0 0,0 0 0 0 0,0 1 0 0 0,0-1 0 0 0,0 0 0 0 0,0 0-1 0 0,0 0 1 0 0,1 0 0 0 0,-1 1 0 0 0,0-1 0 0 0,1 0-1 0 0,-1 0 1 0 0,2 2 0 0 0,0-2-1 0 0,-1 0 1 0 0,1 0-1 0 0,0 0 1 0 0,1 0-1 0 0,-1-1 0 0 0,0 1 1 0 0,0 0-1 0 0,0-1 0 0 0,0 1 1 0 0,0-1-1 0 0,1 0 1 0 0,-1 0-1 0 0,0 0 0 0 0,0 0 1 0 0,1 0-1 0 0,2-1 0 0 0,16-3-373 0 0,1-1-1 0 0,-1-1 0 0 0,-1-1 0 0 0,1 0 1 0 0,-1-2-1 0 0,0 0 0 0 0,19-13 0 0 0,47-21-1814 0 0,-84 42 2114 0 0,-1 0 0 0 0,1 0 0 0 0,-1 1 0 0 0,1-1 1 0 0,-1 1-1 0 0,1-1 0 0 0,0 1 0 0 0,0 0 0 0 0,-1-1 0 0 0,1 1 0 0 0,0 0 0 0 0,-1 0 0 0 0,1 0 1 0 0,0 0-1 0 0,0 0 0 0 0,-1 1 0 0 0,4 0 0 0 0,-4 0 46 0 0,-1-1-1 0 0,1 1 0 0 0,0-1 1 0 0,-1 1-1 0 0,1 0 1 0 0,-1 0-1 0 0,1-1 1 0 0,-1 1-1 0 0,0 0 1 0 0,1 0-1 0 0,-1 0 1 0 0,0-1-1 0 0,1 1 0 0 0,-1 0 1 0 0,0 0-1 0 0,0 0 1 0 0,0 0-1 0 0,0 0 1 0 0,0-1-1 0 0,0 1 1 0 0,0 0-1 0 0,0 0 1 0 0,0 0-1 0 0,0 1 0 0 0,-3 9 303 0 0,0-1 0 0 0,0 1 0 0 0,-1-1-1 0 0,-6 12 1 0 0,6-14-160 0 0,-59 119 2368 0 0,38-80-1664 0 0,2 0 1 0 0,-26 77-1 0 0,42-92-1424 0 0,5 1-3584 0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1.09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680 0 12443 0 0,'-10'3'339'0'0,"0"1"-1"0"0,0-1 1 0 0,0 2 0 0 0,1-1 0 0 0,0 1 0 0 0,0 1 0 0 0,0 0 0 0 0,-14 12 0 0 0,-9 6 66 0 0,-489 345 2317 0 0,493-344-2799 0 0,140-139-5294 0 0,-73 71 4882 0 0,62-53 1 0 0,-100 95 494 0 0,0 0 0 0 0,-1 1 0 0 0,1-1 0 0 0,0 0 1 0 0,0 1-1 0 0,0-1 0 0 0,0 0 0 0 0,0 1 0 0 0,0-1 1 0 0,0 1-1 0 0,0-1 0 0 0,0 1 0 0 0,0 0 0 0 0,0-1 1 0 0,1 1-1 0 0,0 0 0 0 0,-1 0 12 0 0,-1 0 0 0 0,0 1 0 0 0,0-1 0 0 0,1 0 0 0 0,-1 1-1 0 0,0-1 1 0 0,0 1 0 0 0,1-1 0 0 0,-1 0 0 0 0,0 1 0 0 0,0-1 0 0 0,0 1 0 0 0,0-1 0 0 0,0 0 0 0 0,0 1 0 0 0,0-1-1 0 0,0 1 1 0 0,0-1 0 0 0,0 0 0 0 0,0 1 0 0 0,0-1 0 0 0,0 1 0 0 0,0-1 0 0 0,0 1 0 0 0,0-1 0 0 0,0 0 0 0 0,0 1-1 0 0,-1 0 1 0 0,-15 42 832 0 0,13-36-924 0 0,-88 186 1290 0 0,-3 7 58 0 0,92-195-1216 0 0,-1 1 0 0 0,2-1 0 0 0,-1 1 1 0 0,0 0-1 0 0,1-1 0 0 0,0 1 0 0 0,0 12 1 0 0,1-17-47 0 0,0 0 0 0 0,0-1 0 0 0,0 1 0 0 0,0 0 0 0 0,1 0 0 0 0,-1 0 0 0 0,0 0 0 0 0,1 0 0 0 0,-1 0 0 0 0,0 0 1 0 0,1-1-1 0 0,-1 1 0 0 0,1 0 0 0 0,-1 0 0 0 0,1-1 0 0 0,0 1 0 0 0,-1 0 0 0 0,1-1 0 0 0,0 1 0 0 0,-1 0 0 0 0,3 0 1 0 0,-2 0-11 0 0,1-1 0 0 0,0 1 0 0 0,0-1 1 0 0,0 0-1 0 0,0 0 0 0 0,0 0 0 0 0,-1 0 1 0 0,1 0-1 0 0,0 0 0 0 0,0 0 1 0 0,0 0-1 0 0,0-1 0 0 0,0 1 0 0 0,0-1 1 0 0,2 0-1 0 0,15-7-115 0 0,1-2-1 0 0,-1 1 1 0 0,-1-2 0 0 0,0-1 0 0 0,18-14-1 0 0,34-21-104 0 0,-56 38 158 0 0,14-7-138 0 0,41-18 0 0 0,-63 31 163 0 0,1 0 1 0 0,0 1 0 0 0,0 0-1 0 0,0 0 1 0 0,0 0-1 0 0,0 1 1 0 0,0 0-1 0 0,0 1 1 0 0,0 0-1 0 0,1 0 1 0 0,-1 0 0 0 0,9 2-1 0 0,-12-1 50 0 0,0 1 0 0 0,1 0 0 0 0,-1 0 0 0 0,0 0 0 0 0,0 0 0 0 0,-1 0 0 0 0,1 1-1 0 0,0 0 1 0 0,-1 0 0 0 0,1 0 0 0 0,-1 0 0 0 0,0 0 0 0 0,0 1 0 0 0,0-1 0 0 0,-1 1 0 0 0,1 0 0 0 0,-1 0 0 0 0,0 0-1 0 0,0 0 1 0 0,0 0 0 0 0,1 6 0 0 0,3 10 395 0 0,-2 0 0 0 0,0 0 0 0 0,2 33-1 0 0,-1-5 606 0 0,-5-47-987 0 0,1 0 0 0 0,-1 0 0 0 0,0 0-1 0 0,1-1 1 0 0,-1 1 0 0 0,1 0 0 0 0,-1 0 0 0 0,1 0-1 0 0,0 0 1 0 0,-1 0 0 0 0,1-1 0 0 0,0 1 0 0 0,0 0 0 0 0,-1 0-1 0 0,1-1 1 0 0,0 1 0 0 0,0-1 0 0 0,0 1 0 0 0,0-1-1 0 0,0 1 1 0 0,0-1 0 0 0,0 0 0 0 0,0 1 0 0 0,0-1-1 0 0,0 0 1 0 0,0 0 0 0 0,0 1 0 0 0,0-1 0 0 0,0 0 0 0 0,0 0-1 0 0,0 0 1 0 0,0 0 0 0 0,0-1 0 0 0,0 1 0 0 0,0 0-1 0 0,0 0 1 0 0,0-1 0 0 0,0 1 0 0 0,0 0 0 0 0,0-1-1 0 0,1 0 1 0 0,42-18 107 0 0,-15 1-709 0 0,-2-1 0 0 0,27-23 0 0 0,-32 24-366 0 0,0 1 1 0 0,2 0-1 0 0,36-18 0 0 0,-60 34 923 0 0,1 1-1 0 0,0-1 1 0 0,0 1 0 0 0,-1-1 0 0 0,1 1-1 0 0,0 0 1 0 0,0-1 0 0 0,0 1 0 0 0,0 0-1 0 0,0 0 1 0 0,0 0 0 0 0,-1-1-1 0 0,1 1 1 0 0,0 0 0 0 0,0 0 0 0 0,0 0-1 0 0,0 1 1 0 0,0-1 0 0 0,0 0 0 0 0,0 0-1 0 0,-1 0 1 0 0,1 1 0 0 0,0-1-1 0 0,0 0 1 0 0,0 1 0 0 0,0 0 0 0 0,0 0 35 0 0,0 0 0 0 0,-1 0 1 0 0,1 0-1 0 0,-1 0 0 0 0,1 0 1 0 0,-1 0-1 0 0,1 0 0 0 0,-1 0 1 0 0,0 1-1 0 0,1-1 0 0 0,-1 0 1 0 0,0 0-1 0 0,0 1 0 0 0,0-1 1 0 0,0 0-1 0 0,0 2 0 0 0,-2 8 295 0 0,0 0-1 0 0,0 0 0 0 0,-5 13 0 0 0,5-19-222 0 0,-51 129 2688 0 0,38-103-2688 0 0,2 0 1 0 0,1 1 0 0 0,1 1 0 0 0,-10 53 0 0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2.3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22 308 9674 0 0,'-6'26'608'0'0,"0"0"1"0"0,2 0-1 0 0,1 1 0 0 0,1-1 1 0 0,2 35-1 0 0,0-51-598 0 0,1 0 0 0 0,0-1 0 0 0,1 1 0 0 0,0 0 0 0 0,0-1 0 0 0,6 15-1 0 0,-7-22-31 0 0,0 0 0 0 0,0 0 0 0 0,0 0 0 0 0,0 0 0 0 0,0-1 0 0 0,0 1 0 0 0,1 0 0 0 0,-1-1 0 0 0,1 1 0 0 0,-1 0 0 0 0,1-1-1 0 0,0 0 1 0 0,-1 1 0 0 0,1-1 0 0 0,0 0 0 0 0,0 0 0 0 0,0 0 0 0 0,0 0 0 0 0,0 0 0 0 0,0-1 0 0 0,0 1 0 0 0,1-1 0 0 0,-1 1 0 0 0,0-1-1 0 0,0 0 1 0 0,0 1 0 0 0,0-1 0 0 0,1-1 0 0 0,-1 1 0 0 0,0 0 0 0 0,0 0 0 0 0,0-1 0 0 0,5-1 0 0 0,7-2 1 0 0,0-2 0 0 0,-1 0 0 0 0,1-1 0 0 0,-1 0 0 0 0,0-1 1 0 0,-1 0-1 0 0,0-1 0 0 0,0-1 0 0 0,-1 0 0 0 0,11-12 0 0 0,15-19-80 0 0,41-60 0 0 0,-73 94 101 0 0,36-50-107 0 0,5-8-337 0 0,2 2 0 0 0,78-78 0 0 0,-120 135 425 0 0,0 1 0 0 0,0 0 1 0 0,1 0-1 0 0,12-7 0 0 0,-18 11 22 0 0,0 1-1 0 0,0-1 0 0 0,0 1 0 0 0,0-1 1 0 0,0 1-1 0 0,1-1 0 0 0,-1 1 1 0 0,0 0-1 0 0,0-1 0 0 0,0 1 1 0 0,1 0-1 0 0,-1 0 0 0 0,0 0 0 0 0,0 0 1 0 0,1 0-1 0 0,-1 0 0 0 0,0 0 1 0 0,0 1-1 0 0,1-1 0 0 0,-1 0 1 0 0,0 1-1 0 0,0-1 0 0 0,0 1 0 0 0,1-1 1 0 0,-1 1-1 0 0,0 0 0 0 0,0-1 1 0 0,0 1-1 0 0,0 0 0 0 0,0 0 1 0 0,0-1-1 0 0,-1 1 0 0 0,1 0 0 0 0,0 0 1 0 0,0 0-1 0 0,-1 0 0 0 0,1 0 1 0 0,0 1-1 0 0,0 0 0 0 0,4 10 103 0 0,0 1-1 0 0,-1 0 0 0 0,-1 0 1 0 0,0 0-1 0 0,0 0 1 0 0,-2 0-1 0 0,1 1 0 0 0,-2 15 1 0 0,-9 110 934 0 0,7-127-969 0 0,-32 192 852 0 0,1-17-196 0 0,32-183-660 0 0,1-1-1 0 0,0 1 1 0 0,-1-1 0 0 0,1 1-1 0 0,1-1 1 0 0,-1 1-1 0 0,0-1 1 0 0,1 1 0 0 0,0-1-1 0 0,0 1 1 0 0,0-1 0 0 0,2 4-1 0 0,-3-6-45 0 0,1 0 0 0 0,-1 0 0 0 0,1-1 0 0 0,-1 1 0 0 0,1-1 0 0 0,-1 1 0 0 0,1 0 0 0 0,0-1 0 0 0,-1 1 0 0 0,1-1 1 0 0,0 0-1 0 0,-1 1 0 0 0,1-1 0 0 0,0 1 0 0 0,0-1 0 0 0,0 0 0 0 0,-1 0 0 0 0,1 0 0 0 0,0 1 0 0 0,1-1 0 0 0,0 0-28 0 0,1 0 1 0 0,-1-1-1 0 0,0 1 1 0 0,0-1-1 0 0,0 1 0 0 0,0-1 1 0 0,0 0-1 0 0,0 1 1 0 0,0-1-1 0 0,0 0 1 0 0,3-2-1 0 0,7-5-233 0 0,0-1 0 0 0,0-1 1 0 0,-1 0-1 0 0,0 0 0 0 0,-1-1 0 0 0,17-24 1 0 0,47-80-564 0 0,-68 104 734 0 0,26-50-188 0 0,-22 41 164 0 0,0 1 0 0 0,1 0 0 0 0,1 0 0 0 0,15-18 0 0 0,-26 35 118 0 0,0 1 1 0 0,1-1 0 0 0,-1 1-1 0 0,0 0 1 0 0,0 0-1 0 0,1 0 1 0 0,-1 0 0 0 0,0 0-1 0 0,1 0 1 0 0,-1 0 0 0 0,1 0-1 0 0,-1 0 1 0 0,1 1 0 0 0,0-1-1 0 0,-1 0 1 0 0,1 1-1 0 0,0 0 1 0 0,-1-1 0 0 0,1 1-1 0 0,2 0 1 0 0,-3 0 33 0 0,1 1 0 0 0,-1-1 0 0 0,0 1 0 0 0,1-1 1 0 0,-1 1-1 0 0,0 0 0 0 0,0 0 0 0 0,0-1 0 0 0,1 1 0 0 0,-1 0 0 0 0,0 0 0 0 0,0 0 0 0 0,0 0 0 0 0,0 0 1 0 0,-1 0-1 0 0,1 1 0 0 0,0-1 0 0 0,0 0 0 0 0,0 2 0 0 0,2 5 216 0 0,0-1 0 0 0,0 1 0 0 0,-1 0 0 0 0,0 1 0 0 0,0-1-1 0 0,0 15 1 0 0,-6 61 993 0 0,2-65-940 0 0,1 0 0 0 0,0 1-1 0 0,4 33 1 0 0,-2-52-309 0 0,-1 0 0 0 0,0 0 0 0 0,0 0-1 0 0,0-1 1 0 0,0 1 0 0 0,0 0 0 0 0,1 0-1 0 0,-1 0 1 0 0,0 0 0 0 0,1-1 0 0 0,-1 1-1 0 0,1 0 1 0 0,-1 0 0 0 0,1-1 0 0 0,-1 1-1 0 0,1 0 1 0 0,0-1 0 0 0,-1 1 0 0 0,1 0-1 0 0,0-1 1 0 0,-1 1 0 0 0,1-1 0 0 0,0 1-1 0 0,0-1 1 0 0,-1 0 0 0 0,1 1 0 0 0,0-1-1 0 0,0 0 1 0 0,0 1 0 0 0,1-1 0 0 0,0 0 14 0 0,1 0 0 0 0,-1 0 0 0 0,1-1 1 0 0,-1 1-1 0 0,0-1 0 0 0,1 1 0 0 0,-1-1 1 0 0,1 0-1 0 0,-1 0 0 0 0,4-2 0 0 0,6-4-66 0 0,0 0-1 0 0,20-18 1 0 0,-18 11-336 0 0,-1 0 1 0 0,0-1 0 0 0,-1 0-1 0 0,-1-1 1 0 0,17-31-1 0 0,-12 21-1107 0 0,22-29-1 0 0,-38 55 1454 0 0,0 0 0 0 0,0-1 0 0 0,0 1 0 0 0,0 0 0 0 0,1 0 0 0 0,-1-1 0 0 0,0 1 0 0 0,0 0 0 0 0,0 0-1 0 0,0 0 1 0 0,1 0 0 0 0,-1-1 0 0 0,0 1 0 0 0,0 0 0 0 0,0 0 0 0 0,1 0 0 0 0,-1 0 0 0 0,0 0 0 0 0,0 0 0 0 0,1-1 0 0 0,-1 1 0 0 0,0 0 0 0 0,0 0 0 0 0,1 0 0 0 0,-1 0 0 0 0,0 0 0 0 0,0 0-1 0 0,1 0 1 0 0,-1 0 0 0 0,0 0 0 0 0,0 0 0 0 0,1 0 0 0 0,-1 0 0 0 0,0 0 0 0 0,0 0 0 0 0,1 1 0 0 0,3 9 2 0 0,-1 17 600 0 0,-3-25-600 0 0,0 41 1231 0 0,0-13-267 0 0,5 41 0 0 0,-5-64-849 0 0,1 0-1 0 0,1 0 1 0 0,-1 0 0 0 0,1-1-1 0 0,1 1 1 0 0,-1-1 0 0 0,1 1-1 0 0,0-1 1 0 0,1 0 0 0 0,-1 0-1 0 0,7 8 1 0 0,-7-12-202 0 0,-1 1 0 0 0,0-1 0 0 0,1 0-1 0 0,-1 0 1 0 0,1 0 0 0 0,0 0 0 0 0,0-1 0 0 0,0 1 0 0 0,0-1 0 0 0,3 2 0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6.4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72 7834 0 0,'2'-13'344'0'0,"2"2"72"0"0,3 2-328 0 0,2 1-88 0 0,2 3 0 0 0,16-1-1536 0 0,1-1-321 0 0,18-6-63 0 0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7.98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 15 7370 0 0,'-11'-14'884'0'0,"3"13"195"0"0,7 3-996 0 0,0 0-1 0 0,-1 0 1 0 0,1 0-1 0 0,1 0 1 0 0,-1 0-1 0 0,0 0 1 0 0,0 0-1 0 0,1 1 1 0 0,-1-1-1 0 0,1 0 1 0 0,0 4 0 0 0,-36 309 51 0 0,35-301-141 0 0,-2 55 50 0 0,3-65-58 0 0,0 0-1 0 0,1 0 0 0 0,-1 0 1 0 0,1 0-1 0 0,0 0 0 0 0,0 0 1 0 0,0 0-1 0 0,0-1 1 0 0,1 1-1 0 0,-1 0 0 0 0,1-1 1 0 0,0 1-1 0 0,5 5 1 0 0,-6-8-11 0 0,1 0 0 0 0,0 0 0 0 0,0 0 0 0 0,-1-1 1 0 0,1 1-1 0 0,0-1 0 0 0,0 1 0 0 0,0-1 0 0 0,-1 0 1 0 0,1 0-1 0 0,0 1 0 0 0,0-2 0 0 0,0 1 0 0 0,0 0 1 0 0,0 0-1 0 0,0 0 0 0 0,-1-1 0 0 0,1 1 0 0 0,0-1 1 0 0,0 1-1 0 0,-1-1 0 0 0,1 0 0 0 0,0 0 1 0 0,-1 0-1 0 0,1 0 0 0 0,0 0 0 0 0,-1 0 0 0 0,2-2 1 0 0,44-35-437 0 0,5-16-565 0 0,85-117 0 0 0,-16 17-1593 0 0,-115 147 2549 0 0,0 1 0 0 0,1-1 1 0 0,0 2-1 0 0,0-1 1 0 0,0 1-1 0 0,0 0 1 0 0,16-8-1 0 0,-21 12 119 0 0,-1 1 1 0 0,1-1-1 0 0,0 1 0 0 0,0-1 1 0 0,-1 1-1 0 0,1-1 0 0 0,0 1 1 0 0,0 0-1 0 0,-1 0 0 0 0,1 0 1 0 0,0 0-1 0 0,0 0 0 0 0,-1 1 1 0 0,1-1-1 0 0,0 0 0 0 0,-1 1 1 0 0,1-1-1 0 0,2 2 0 0 0,-2-1 60 0 0,0 1 0 0 0,-1-1 0 0 0,1 1 1 0 0,-1 0-1 0 0,1-1 0 0 0,-1 1 0 0 0,0 0 0 0 0,1 0 0 0 0,-1 0 0 0 0,0 0 0 0 0,0 0 0 0 0,0 0 0 0 0,-1 0 0 0 0,1 0 0 0 0,-1 0 1 0 0,1 1-1 0 0,-1-1 0 0 0,1 4 0 0 0,1 22 740 0 0,-1 0 1 0 0,-1 1 0 0 0,-2-1-1 0 0,-5 31 1 0 0,3-31-347 0 0,2 1 1 0 0,0 0 0 0 0,4 52-1 0 0,-2-79-488 0 0,1-1 0 0 0,-1 1 1 0 0,0 0-1 0 0,0-1 0 0 0,1 1 0 0 0,-1-1 0 0 0,1 1 0 0 0,-1 0 0 0 0,1-1 1 0 0,0 1-1 0 0,0-1 0 0 0,0 0 0 0 0,0 1 0 0 0,0-1 0 0 0,0 0 1 0 0,0 1-1 0 0,0-1 0 0 0,0 0 0 0 0,2 1 0 0 0,-2-1-14 0 0,0-1 0 0 0,0 1 0 0 0,1-1 0 0 0,-1 0 0 0 0,0 1 0 0 0,1-1 0 0 0,-1 0 0 0 0,0 0 0 0 0,1 0 1 0 0,-1 0-1 0 0,0 0 0 0 0,1 0 0 0 0,-1 0 0 0 0,0-1 0 0 0,1 1 0 0 0,-1 0 0 0 0,0-1 0 0 0,2 0 0 0 0,3-2-83 0 0,0 0 1 0 0,0 0-1 0 0,-1-1 0 0 0,0 0 1 0 0,1 0-1 0 0,-1 0 0 0 0,8-10 1 0 0,6-11-143 0 0,-1 0 0 0 0,-2-1 1 0 0,0 0-1 0 0,-2-2 0 0 0,-1 0 0 0 0,-1 0 1 0 0,-1-1-1 0 0,-2 0 0 0 0,-1-1 1 0 0,-1 0-1 0 0,4-44 0 0 0,-15 89 481 0 0,-1-1 1 0 0,0 0-1 0 0,-10 19 0 0 0,-2 4 79 0 0,-16 47-352 0 0,-60 137-43 0 0,91-217 63 0 0,1 0 0 0 0,-1 0 0 0 0,1 1 0 0 0,0-1 0 0 0,0 0 1 0 0,1 0-1 0 0,-1 5 0 0 0,1-9-7 0 0,0 0 1 0 0,0 1 0 0 0,0-1 0 0 0,0 0-1 0 0,0 0 1 0 0,0 1 0 0 0,0-1-1 0 0,0 0 1 0 0,0 1 0 0 0,0-1 0 0 0,0 0-1 0 0,0 0 1 0 0,0 1 0 0 0,0-1 0 0 0,0 0-1 0 0,0 0 1 0 0,1 1 0 0 0,-1-1-1 0 0,0 0 1 0 0,0 0 0 0 0,0 1 0 0 0,0-1-1 0 0,1 0 1 0 0,-1 0 0 0 0,0 0 0 0 0,0 0-1 0 0,0 1 1 0 0,1-1 0 0 0,-1 0-1 0 0,0 0 1 0 0,0 0 0 0 0,1 0 0 0 0,-1 0-1 0 0,0 1 1 0 0,0-1 0 0 0,1 0 0 0 0,14-14-146 0 0,7-13 697 0 0,24-33 41 0 0,2 3-1 0 0,67-62 1 0 0,-96 101-629 0 0,39-31-303 0 0,-53 45 321 0 0,0 1 0 0 0,0 0 1 0 0,0 0-1 0 0,0 0 0 0 0,0 1 0 0 0,1 0 0 0 0,-1 0 0 0 0,1 0 0 0 0,-1 0 1 0 0,8 0-1 0 0,-12 2 23 0 0,0 0 0 0 0,-1 0 0 0 0,1 0 0 0 0,0 0 0 0 0,0 0 1 0 0,-1 0-1 0 0,1 0 0 0 0,0 0 0 0 0,-1 0 0 0 0,1 1 0 0 0,0-1 1 0 0,-1 0-1 0 0,1 0 0 0 0,0 1 0 0 0,-1-1 0 0 0,1 0 0 0 0,-1 1 0 0 0,1-1 1 0 0,-1 1-1 0 0,1-1 0 0 0,-1 1 0 0 0,1-1 0 0 0,-1 1 0 0 0,1-1 1 0 0,-1 1-1 0 0,1-1 0 0 0,-1 1 0 0 0,1 0 0 0 0,1 24 79 0 0,-15 30 91 0 0,12-49-153 0 0,-48 150 397 0 0,13-48 81 0 0,-38 200-1 0 0,73-300-487 0 0,-4 43 62 0 0,4-48-66 0 0,1 0-1 0 0,0 0 0 0 0,0-1 0 0 0,0 1 0 0 0,1 0 0 0 0,-1 0 0 0 0,1-1 0 0 0,0 1 0 0 0,-1 0 0 0 0,1-1 0 0 0,0 1 0 0 0,0-1 0 0 0,1 1 0 0 0,2 4 0 0 0,-3-7-1 0 0,-1 0-1 0 0,1 1 1 0 0,0-1-1 0 0,-1 0 1 0 0,1 1-1 0 0,0-1 1 0 0,-1 0-1 0 0,1 0 1 0 0,0 1-1 0 0,0-1 1 0 0,-1 0-1 0 0,1 0 1 0 0,0 0-1 0 0,0 0 1 0 0,0 0-1 0 0,-1 0 1 0 0,1 0-1 0 0,0-1 1 0 0,0 1-1 0 0,-1 0 1 0 0,1 0-1 0 0,0 0 1 0 0,-1-1-1 0 0,1 1 1 0 0,0 0-1 0 0,-1-1 1 0 0,1 1-1 0 0,0-1 1 0 0,-1 1-1 0 0,1-1 1 0 0,21-17 54 0 0,-20 15-55 0 0,39-38-374 0 0,-3-1-1 0 0,-1-2 1 0 0,-2-2-1 0 0,-2-1 1 0 0,51-100 0 0 0,-56 74-258 0 0,-20 50 607 0 0,17-38 0 0 0,-25 60 70 0 0,0 0 1 0 0,1 1 0 0 0,-1-1-1 0 0,0 0 1 0 0,1 0-1 0 0,-1 0 1 0 0,1 0-1 0 0,-1 1 1 0 0,1-1-1 0 0,-1 0 1 0 0,1 1 0 0 0,-1-1-1 0 0,1 0 1 0 0,0 1-1 0 0,-1-1 1 0 0,1 0-1 0 0,0 1 1 0 0,0-1-1 0 0,0 1 1 0 0,-1 0 0 0 0,1-1-1 0 0,0 1 1 0 0,0 0-1 0 0,0-1 1 0 0,0 1-1 0 0,0 0 1 0 0,-1 0-1 0 0,1 0 1 0 0,0 0 0 0 0,0 0-1 0 0,0 0 1 0 0,0 0-1 0 0,0 0 1 0 0,0 0-1 0 0,0 0 1 0 0,0 0-1 0 0,-1 0 1 0 0,1 1 0 0 0,0-1-1 0 0,0 0 1 0 0,0 1-1 0 0,0-1 1 0 0,-1 1-1 0 0,1-1 1 0 0,0 1-1 0 0,0-1 1 0 0,-1 1 0 0 0,1-1-1 0 0,0 1 1 0 0,-1 0-1 0 0,1-1 1 0 0,-1 1-1 0 0,1 0 1 0 0,-1 0-1 0 0,1 0 1 0 0,-1-1 0 0 0,1 2-1 0 0,4 5 382 0 0,-1 0-1 0 0,0 0 1 0 0,-1 1 0 0 0,1-1 0 0 0,2 10-1 0 0,11 47-1675 0 0,-6-24-4396 0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5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95 240 2304 0 0,'-8'-31'1798'0'0,"-1"-1"-1"0"0,-19-42 0 0 0,-14-14 4999 0 0,34 73-2997 0 0,9 25-478 0 0,4 19-2798 0 0,15 441 150 0 0,-17-344-556 0 0,2 17-30 0 0,2 163 130 0 0,-14-194-1122 0 0,5-98 375 0 0,0 1 0 0 0,-1 0 0 0 0,-1-1 0 0 0,-1 1 0 0 0,-8 18 0 0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5.9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347 54 2304 0 0,'12'-29'826'0'0,"-10"27"-255"0"0,0 0 0 0 0,0-1 0 0 0,-1 1 0 0 0,1 0 0 0 0,0 0 0 0 0,1 1 0 0 0,-1-1 0 0 0,0 0 0 0 0,1 1 0 0 0,-1-1 0 0 0,1 1 0 0 0,-1 0 0 0 0,1-1 0 0 0,8 2 3386 0 0,-10 1-3883 0 0,-4 9 1330 0 0,-7 9-354 0 0,-151 184 2650 0 0,74-101-3140 0 0,63-73-431 0 0,2-2 79 0 0,1 0-1 0 0,1 0 1 0 0,-25 48 0 0 0,44-74-196 0 0,0 1 0 0 0,0 0 0 0 0,0-1 0 0 0,0 1 0 0 0,0 0 0 0 0,1 0 0 0 0,-1 0 0 0 0,0-1 0 0 0,1 1 0 0 0,0 0-1 0 0,-1 0 1 0 0,1 0 0 0 0,0 0 0 0 0,0 0 0 0 0,0 0 0 0 0,0 0 0 0 0,1 0 0 0 0,-1 0 0 0 0,0 0 0 0 0,1-1 0 0 0,-1 1 0 0 0,1 0 0 0 0,0 0 0 0 0,0 0 0 0 0,-1-1 0 0 0,1 1 0 0 0,0 0 0 0 0,0-1 0 0 0,1 1 0 0 0,-1-1 0 0 0,0 1 0 0 0,1-1 0 0 0,-1 1 0 0 0,0-1 0 0 0,1 0 0 0 0,-1 0 0 0 0,1 0 0 0 0,0 0-1 0 0,-1 0 1 0 0,1 0 0 0 0,0 0 0 0 0,0-1 0 0 0,0 1 0 0 0,0-1 0 0 0,2 1 0 0 0,12 3 29 0 0,-1-2 0 0 0,0 0 0 0 0,0-1 0 0 0,27-1-1 0 0,-27 0-10 0 0,358 20 195 0 0,-67-2-394 0 0,-193-9-2476 0 0,-88-6-4944 0 0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6.3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465 147 2761 0 0,'-3'-9'758'0'0,"-1"0"-1"0"0,0 0 1 0 0,0 0 0 0 0,0 1 0 0 0,-1-1 0 0 0,-1 1 0 0 0,1 0 0 0 0,-1 1 0 0 0,0-1 0 0 0,-1 1 0 0 0,0 0 0 0 0,0 1 0 0 0,-1 0 0 0 0,-10-8 0 0 0,12 11-204 0 0,1 0 0 0 0,-1 0 0 0 0,1 1 1 0 0,-1 0-1 0 0,0 0 0 0 0,0 0 0 0 0,0 0 1 0 0,0 1-1 0 0,0 0 0 0 0,0 0 0 0 0,0 1 1 0 0,-11 0-1 0 0,11 1-445 0 0,1 0 0 0 0,-1 0 1 0 0,1 0-1 0 0,0 1 0 0 0,-1 0 0 0 0,1 0 1 0 0,0 0-1 0 0,0 1 0 0 0,-8 5 0 0 0,-1 2-60 0 0,1 2-1 0 0,0-1 0 0 0,1 2 0 0 0,0 0 1 0 0,1 0-1 0 0,-13 21 0 0 0,-49 93 184 0 0,64-110-216 0 0,1 0 0 0 0,1 0 0 0 0,0 0 0 0 0,2 1 0 0 0,-8 36 0 0 0,12-48-12 0 0,1-1-1 0 0,-1 1 1 0 0,1-1 0 0 0,0 0-1 0 0,1 1 1 0 0,-1-1 0 0 0,1 1-1 0 0,0-1 1 0 0,0 0 0 0 0,0 0 0 0 0,1 0-1 0 0,0 1 1 0 0,0-1 0 0 0,1-1-1 0 0,-1 1 1 0 0,1 0 0 0 0,0-1-1 0 0,0 1 1 0 0,0-1 0 0 0,1 0-1 0 0,0 0 1 0 0,-1 0 0 0 0,2 0 0 0 0,-1-1-1 0 0,5 3 1 0 0,6 3 15 0 0,1 0 0 0 0,1-2-1 0 0,0 0 1 0 0,0 0 0 0 0,0-2 0 0 0,0 0 0 0 0,1-1-1 0 0,0-1 1 0 0,34 1 0 0 0,-18-3 19 0 0,1-2-1 0 0,-1-1 1 0 0,0-2-1 0 0,43-9 1 0 0,-61 10-225 0 0,-1-1-1 0 0,1 0 1 0 0,-1-1 0 0 0,0-1-1 0 0,0 0 1 0 0,0-1-1 0 0,16-10 1 0 0,-24 11-899 0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6.7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86 6449 0 0,'12'-34'1411'0'0,"-10"24"881"0"0,1 1 1 0 0,1 0 0 0 0,0 0-1 0 0,9-5 2975 0 0,-8 49-4668 0 0,-5-35-595 0 0,2 44 151 0 0,-2 0 0 0 0,-2-1 0 0 0,-11 67 0 0 0,0-6-59 0 0,10-75-95 0 0,2 1 1 0 0,1 0 0 0 0,4 38 0 0 0,-1-53 8 0 0,0 0 0 0 0,0-1 0 0 0,2 0 0 0 0,-1 1 1 0 0,2-1-1 0 0,0-1 0 0 0,1 1 0 0 0,12 18 0 0 0,-18-31 2 0 0,0 0-1 0 0,0 0 0 0 0,0-1 0 0 0,0 1 0 0 0,0 0 0 0 0,1 0 0 0 0,-1-1 1 0 0,0 1-1 0 0,0-1 0 0 0,1 1 0 0 0,-1-1 0 0 0,0 0 0 0 0,1 1 0 0 0,-1-1 1 0 0,1 0-1 0 0,-1 0 0 0 0,0 0 0 0 0,1 0 0 0 0,-1 0 0 0 0,0 0 1 0 0,1 0-1 0 0,-1 0 0 0 0,3-1 0 0 0,38-11 163 0 0,-25 7-125 0 0,370-100-142 0 0,-337 93-998 0 0,-17 4-3934 0 0,-29 7 3987 0 0,26-6-6254 0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7.9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181 101 7370 0 0,'-1'-6'470'0'0,"-1"0"1"0"0,0-1 0 0 0,0 1 0 0 0,-1 0 0 0 0,1 1 0 0 0,-1-1-1 0 0,-1 0 1 0 0,1 1 0 0 0,-1-1 0 0 0,0 1 0 0 0,0 0 0 0 0,0 0-1 0 0,-9-6 1 0 0,12 10-297 0 0,-1-1-1 0 0,0 1 1 0 0,0-1 0 0 0,0 1-1 0 0,0 0 1 0 0,0 0-1 0 0,0 0 1 0 0,0 0-1 0 0,0 0 1 0 0,-1 0 0 0 0,1 0-1 0 0,0 1 1 0 0,-1 0-1 0 0,1-1 1 0 0,0 1 0 0 0,-1 0-1 0 0,1 0 1 0 0,0 0-1 0 0,-1 0 1 0 0,1 0 0 0 0,0 1-1 0 0,-1-1 1 0 0,1 1-1 0 0,0-1 1 0 0,0 1-1 0 0,-1 0 1 0 0,1 0 0 0 0,0 0-1 0 0,0 0 1 0 0,0 1-1 0 0,0-1 1 0 0,0 0 0 0 0,1 1-1 0 0,-1-1 1 0 0,0 1-1 0 0,1 0 1 0 0,-1 0 0 0 0,-2 3-1 0 0,-2 4-107 0 0,0 0 1 0 0,1 1-1 0 0,0-1 1 0 0,1 1-1 0 0,0 0 0 0 0,0 0 1 0 0,1 0-1 0 0,1 1 1 0 0,-1-1-1 0 0,2 1 0 0 0,-1 15 1 0 0,0 14 256 0 0,7 66 0 0 0,-4-93-316 0 0,2 19-302 0 0,1 1 1 0 0,2-1 0 0 0,17 55-1 0 0,-18-71-39 0 0,1-1-1 0 0,1-1 0 0 0,0 1 1 0 0,1-1-1 0 0,0 0 1 0 0,1-1-1 0 0,1 0 0 0 0,0 0 1 0 0,19 17-1 0 0,-10-15-6184 0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8.1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18 252 5985 0 0,'-16'-8'439'0'0,"15"-2"886"0"0,2 8-1045 0 0,1-1-1 0 0,1 0 0 0 0,-1 1 1 0 0,0 0-1 0 0,0-1 0 0 0,1 1 1 0 0,0 0-1 0 0,2-2 1 0 0,30-19 1472 0 0,1 0 0 0 0,63-28 1 0 0,85-24-2938 0 0,-123 51-1733 0 0,-24 10-1987 0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8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172 61 3225 0 0,'-6'0'725'0'0,"1"1"0"0"0,0-1 0 0 0,0 1 0 0 0,0 0 0 0 0,0 1 1 0 0,0-1-1 0 0,0 1 0 0 0,0 0 0 0 0,1 0 0 0 0,-1 0 0 0 0,-5 5 1 0 0,2-2-75 0 0,1 1 1 0 0,0-1-1 0 0,1 2 1 0 0,0-1-1 0 0,-1 1 1 0 0,-5 9-1 0 0,5-6-347 0 0,0 0 0 0 0,1 1 0 0 0,0-1 0 0 0,1 2 0 0 0,1-1 0 0 0,-1 1 0 0 0,2-1 0 0 0,-1 1 0 0 0,-2 24 0 0 0,6-30-250 0 0,-1-1 1 0 0,1 1-1 0 0,0 0 1 0 0,1-1-1 0 0,0 1 1 0 0,-1-1-1 0 0,2 1 0 0 0,-1-1 1 0 0,1 1-1 0 0,0-1 1 0 0,0 0-1 0 0,0 1 1 0 0,1-1-1 0 0,-1 0 1 0 0,7 8-1 0 0,-5-10-15 0 0,-1 0 1 0 0,0 1-1 0 0,1-1 1 0 0,0 0-1 0 0,0-1 0 0 0,0 1 1 0 0,0-1-1 0 0,0 0 1 0 0,0 0-1 0 0,0 0 0 0 0,1 0 1 0 0,-1-1-1 0 0,1 0 1 0 0,-1 0-1 0 0,1 0 0 0 0,0 0 1 0 0,-1-1-1 0 0,1 0 0 0 0,7 0 1 0 0,0-1 48 0 0,0-1 1 0 0,1 1 0 0 0,-1-2-1 0 0,0 0 1 0 0,0 0-1 0 0,-1-1 1 0 0,1-1-1 0 0,-1 0 1 0 0,18-11-1 0 0,-26 15-73 0 0,1-1 0 0 0,-1-1 0 0 0,0 1 0 0 0,0 0 0 0 0,0-1 0 0 0,0 0 0 0 0,0 1 0 0 0,-1-1 0 0 0,1 0 0 0 0,-1 0 0 0 0,0-1 0 0 0,0 1 0 0 0,0 0 0 0 0,0-1 0 0 0,0 0 0 0 0,-1 1-1 0 0,0-1 1 0 0,1 0 0 0 0,-2 1 0 0 0,1-1 0 0 0,0 0 0 0 0,-1 0 0 0 0,1 0 0 0 0,-1 0 0 0 0,0 0 0 0 0,-1 0 0 0 0,1 1 0 0 0,-1-1 0 0 0,1 0 0 0 0,-1 0 0 0 0,0 0 0 0 0,0 1 0 0 0,-4-7-1 0 0,-3-5 14 0 0,-1 0 0 0 0,0 1 0 0 0,-2 0 0 0 0,-20-23 0 0 0,16 21-307 0 0,1-1 1 0 0,-15-23-1 0 0,25 33 356 0 0,-13-23-3302 0 0,17 29 3040 0 0,-1 0 0 0 0,1 0 0 0 0,0 0 0 0 0,-1 0 0 0 0,1 0 1 0 0,0 0-1 0 0,0 0 0 0 0,0 0 0 0 0,0 0 0 0 0,0 0 0 0 0,0 0 0 0 0,0 0 0 0 0,0 0 1 0 0,0 0-1 0 0,0 1 0 0 0,0-1 0 0 0,0 0 0 0 0,1 0 0 0 0,-1 0 0 0 0,0 0 0 0 0,1 0 1 0 0,-1 0-1 0 0,1 0 0 0 0,-1 0 0 0 0,1 1 0 0 0,-1-1 0 0 0,1 0 0 0 0,1-1 1 0 0,5-3 125 0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8.6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99 7370 0 0,'2'1'401'0'0,"-1"1"1"0"0,1 0-1 0 0,0-1 1 0 0,0 0 0 0 0,0 1-1 0 0,0-1 1 0 0,0 0 0 0 0,1 0-1 0 0,-1 0 1 0 0,0 0-1 0 0,4 0 1 0 0,6 5 1705 0 0,-5-1-1472 0 0,-1-1 0 0 0,0 1 0 0 0,0 0 0 0 0,-1 1 0 0 0,1 0 0 0 0,-1-1-1 0 0,0 2 1 0 0,3 6 0 0 0,32 59 516 0 0,-31-52-1079 0 0,2 0 1 0 0,14 21-1 0 0,-23-39-89 0 0,13 16 782 0 0,-12-19-150 0 0,-7-13-263 0 0,-1-3-359 0 0,1-1 0 0 0,0 1 0 0 0,2-1 0 0 0,-1 1 0 0 0,2-1 0 0 0,1 0 0 0 0,0 0 0 0 0,1 0 0 0 0,1 1 0 0 0,0-1 0 0 0,2 1 0 0 0,0-1 0 0 0,1 1 0 0 0,0 0 0 0 0,11-21 0 0 0,1 6-657 0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29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402 116 7370 0 0,'5'-5'356'0'0,"16"-27"11653"0"0,-171 135-11304 0 0,128-90-617 0 0,1-2 1 0 0,-1 0 0 0 0,-1-2 0 0 0,0 0 0 0 0,-41 9-1 0 0,59-17-74 0 0,0 0-1 0 0,-1-1 0 0 0,1 1 0 0 0,0-1 1 0 0,0 0-1 0 0,-1-1 0 0 0,1 1 0 0 0,0-1 1 0 0,0 0-1 0 0,-1-1 0 0 0,1 1 0 0 0,-6-3 1 0 0,9 3-9 0 0,1 0 1 0 0,-1-1 0 0 0,0 1 0 0 0,0 0 0 0 0,1 0 0 0 0,-1-1 0 0 0,0 1 0 0 0,1-1 0 0 0,-1 1 0 0 0,1-1 0 0 0,0 0 0 0 0,0 1 0 0 0,0-1 0 0 0,0 0 0 0 0,0 0 0 0 0,0 0 0 0 0,0 0-1 0 0,0 0 1 0 0,1 0 0 0 0,-1 0 0 0 0,1 0 0 0 0,-1 0 0 0 0,1-1 0 0 0,0 1 0 0 0,0 0 0 0 0,0 0 0 0 0,0 0 0 0 0,0 0 0 0 0,1 0 0 0 0,-1 0 0 0 0,1 0 0 0 0,0-3 0 0 0,2-6 2 0 0,1 1 0 0 0,0 0 0 0 0,1 0 0 0 0,-1 0 0 0 0,2 1 1 0 0,0 0-1 0 0,0 0 0 0 0,0 0 0 0 0,1 1 0 0 0,0 0 1 0 0,1 0-1 0 0,0 0 0 0 0,0 1 0 0 0,1 1 0 0 0,0-1 0 0 0,0 2 1 0 0,0-1-1 0 0,1 1 0 0 0,-1 0 0 0 0,1 1 0 0 0,20-6 1 0 0,-21 8 22 0 0,1-1 1 0 0,0 1-1 0 0,0 1 1 0 0,0 0-1 0 0,0 0 1 0 0,0 1-1 0 0,1 0 1 0 0,-1 1-1 0 0,0 0 1 0 0,0 1-1 0 0,0 0 1 0 0,-1 0-1 0 0,1 1 1 0 0,0 1-1 0 0,-1-1 1 0 0,0 2-1 0 0,0-1 1 0 0,0 1-1 0 0,0 0 1 0 0,-1 1-1 0 0,0 0 1 0 0,0 0-1 0 0,10 11 1 0 0,-7-3 21 0 0,0 0 0 0 0,-1 1 0 0 0,-1 0-1 0 0,0 0 1 0 0,-1 1 0 0 0,-1 0 0 0 0,0 0 0 0 0,-2 1 0 0 0,1 0 0 0 0,-2 0 0 0 0,0 1 0 0 0,1 21 0 0 0,-3-14-18 0 0,0 1 0 0 0,-2 0 0 0 0,-1-1 0 0 0,-1 1 0 0 0,-1 0 0 0 0,-1-1 0 0 0,-14 46 0 0 0,15-64-170 0 0,0 1 0 0 0,0-1 0 0 0,-1 0 0 0 0,0 0 0 0 0,-1 0 0 0 0,1-1 0 0 0,-1 0 0 0 0,0 0 1 0 0,-1 0-1 0 0,-9 8 0 0 0,11-10-998 0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0.0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74 7834 0 0,'0'-2'424'0'0,"0"0"0"0"0,1 0 0 0 0,-1-1-1 0 0,0 1 1 0 0,1 0 0 0 0,0 0 0 0 0,-1 0 0 0 0,1 0 0 0 0,0 0 0 0 0,0 0 0 0 0,0 0 0 0 0,1 0 0 0 0,-1 0 0 0 0,0 0 0 0 0,1 0 0 0 0,2-2 0 0 0,-3 3-310 0 0,-1 1 1 0 0,1-1-1 0 0,0 1 1 0 0,-1 0-1 0 0,1-1 0 0 0,0 1 1 0 0,0-1-1 0 0,0 1 1 0 0,-1 0-1 0 0,1 0 1 0 0,0 0-1 0 0,0-1 1 0 0,0 1-1 0 0,0 0 0 0 0,0 0 1 0 0,0 0-1 0 0,-1 0 1 0 0,1 0-1 0 0,0 0 1 0 0,0 1-1 0 0,0-1 1 0 0,0 0-1 0 0,0 0 1 0 0,-1 1-1 0 0,1-1 0 0 0,0 0 1 0 0,0 1-1 0 0,-1-1 1 0 0,1 1-1 0 0,0-1 1 0 0,0 1-1 0 0,-1-1 1 0 0,1 1-1 0 0,-1-1 0 0 0,1 1 1 0 0,0 0-1 0 0,-1-1 1 0 0,1 1-1 0 0,-1 0 1 0 0,1 0-1 0 0,-1-1 1 0 0,0 1-1 0 0,1 0 1 0 0,-1 1-1 0 0,7 10 206 0 0,-1 1 0 0 0,-1 0-1 0 0,0 1 1 0 0,-1-1 0 0 0,4 18 0 0 0,7 75 109 0 0,-4-31-224 0 0,-9-60-181 0 0,-2-10-16 0 0,0-1 0 0 0,0 0 0 0 0,1 1-1 0 0,0-1 1 0 0,0 0 0 0 0,0 0-1 0 0,0 0 1 0 0,1 1 0 0 0,0-1-1 0 0,0-1 1 0 0,3 6 0 0 0,-5-9-8 0 0,0 0 0 0 0,1 0 0 0 0,-1 0 0 0 0,1-1 0 0 0,-1 1 0 0 0,1 0 0 0 0,-1 0 0 0 0,0 0 0 0 0,1-1 0 0 0,-1 1 0 0 0,0 0 0 0 0,1 0 0 0 0,-1-1 0 0 0,1 1 0 0 0,-1 0 0 0 0,0-1 0 0 0,0 1 0 0 0,1 0 0 0 0,-1-1 0 0 0,0 1 0 0 0,0 0 0 0 0,1-1 0 0 0,-1 1 0 0 0,0-1 0 0 0,0 1 0 0 0,0 0 0 0 0,0-1 0 0 0,0 1 0 0 0,1-1 0 0 0,7-18 0 0 0,-8 18 0 0 0,28-78 67 0 0,-16 42 56 0 0,2 0 0 0 0,30-58 0 0 0,-39 86-106 0 0,0 0 0 0 0,1 1-1 0 0,0-1 1 0 0,1 1 0 0 0,-1 1 0 0 0,1 0-1 0 0,1 0 1 0 0,-1 0 0 0 0,1 1 0 0 0,0 0-1 0 0,1 0 1 0 0,0 1 0 0 0,0 0 0 0 0,0 0-1 0 0,12-3 1 0 0,-19 7-2 0 0,0 0 0 0 0,0 1 0 0 0,0-1-1 0 0,0 1 1 0 0,0-1 0 0 0,0 1 0 0 0,0 0 0 0 0,0 0 0 0 0,0 0-1 0 0,0 0 1 0 0,0 0 0 0 0,0 0 0 0 0,0 0 0 0 0,0 1-1 0 0,0-1 1 0 0,0 1 0 0 0,0 0 0 0 0,0-1 0 0 0,-1 1 0 0 0,1 0-1 0 0,0 0 1 0 0,0 0 0 0 0,-1 0 0 0 0,1 1 0 0 0,0-1 0 0 0,-1 0-1 0 0,0 1 1 0 0,1-1 0 0 0,-1 1 0 0 0,0-1 0 0 0,1 1 0 0 0,-1 0-1 0 0,0-1 1 0 0,1 4 0 0 0,2 6 23 0 0,0 1 1 0 0,0-1-1 0 0,-2 1 1 0 0,1-1-1 0 0,0 14 0 0 0,5 19-75 0 0,-4-31-369 0 0,1 0-1 0 0,0 0 0 0 0,1 0 1 0 0,0-1-1 0 0,1 0 0 0 0,1 0 1 0 0,0-1-1 0 0,0 0 1 0 0,16 16-1 0 0,-6-11-6953 0 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0.3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98 9218 0 0,'0'-2'252'0'0,"-1"-1"-1"0"0,1 1 1 0 0,0 0 0 0 0,-1-1 0 0 0,1 1-1 0 0,-1 0 1 0 0,1 0 0 0 0,-1-1 0 0 0,0 1-1 0 0,0 0 1 0 0,0 0 0 0 0,0 0 0 0 0,-1 0-1 0 0,1 0 1 0 0,0 0 0 0 0,-1 0 0 0 0,-1-1-1 0 0,2 2-104 0 0,0 1-1 0 0,0-1 1 0 0,0 1-1 0 0,0-1 1 0 0,0 1-1 0 0,0 0 1 0 0,0-1-1 0 0,0 1 1 0 0,0 0-1 0 0,0 0 1 0 0,0-1-1 0 0,0 1 1 0 0,0 0-1 0 0,-1 0 1 0 0,1 0-1 0 0,0 1 1 0 0,0-1-1 0 0,0 0 0 0 0,0 0 1 0 0,0 1-1 0 0,0-1 1 0 0,0 0-1 0 0,0 1 1 0 0,0-1-1 0 0,0 1 1 0 0,0-1-1 0 0,0 1 1 0 0,1-1-1 0 0,-1 1 1 0 0,0 0-1 0 0,0 0 1 0 0,0-1-1 0 0,1 1 1 0 0,-1 0-1 0 0,0 0 1 0 0,1 0-1 0 0,-1 0 0 0 0,1 0 1 0 0,-1 0-1 0 0,0 1 1 0 0,-4 6-26 0 0,0 0-1 0 0,1 0 1 0 0,0 1 0 0 0,0-1-1 0 0,1 1 1 0 0,0 0-1 0 0,0 0 1 0 0,1 1 0 0 0,0-1-1 0 0,1 0 1 0 0,0 1 0 0 0,0-1-1 0 0,1 1 1 0 0,0-1 0 0 0,1 1-1 0 0,0-1 1 0 0,5 19 0 0 0,-4-22-115 0 0,0 0 0 0 0,0 0 1 0 0,0 0-1 0 0,1 0 0 0 0,0-1 1 0 0,0 1-1 0 0,0-1 0 0 0,1 0 0 0 0,0 0 1 0 0,0 0-1 0 0,0 0 0 0 0,1-1 1 0 0,-1 1-1 0 0,1-1 0 0 0,0-1 1 0 0,0 1-1 0 0,1 0 0 0 0,-1-1 1 0 0,1 0-1 0 0,0-1 0 0 0,-1 1 1 0 0,1-1-1 0 0,0 0 0 0 0,0-1 0 0 0,1 1 1 0 0,-1-1-1 0 0,12 1 0 0 0,-14-2-2 0 0,0-1 0 0 0,0 1 0 0 0,0 0 0 0 0,0-1 0 0 0,0 0 0 0 0,0 0 0 0 0,0 0 0 0 0,0 0 0 0 0,-1-1 0 0 0,1 0 0 0 0,0 1 0 0 0,-1-1 0 0 0,1-1 0 0 0,-1 1-1 0 0,0 0 1 0 0,0-1 0 0 0,0 0 0 0 0,0 1 0 0 0,0-1 0 0 0,0 0 0 0 0,-1-1 0 0 0,1 1 0 0 0,-1 0 0 0 0,0-1 0 0 0,2-5 0 0 0,0 2 28 0 0,-1 0 1 0 0,-1 0-1 0 0,1 0 1 0 0,-1 0-1 0 0,-1-1 1 0 0,1 1 0 0 0,-1-1-1 0 0,-1 1 1 0 0,1-1-1 0 0,-1 1 1 0 0,0-1-1 0 0,-3-13 1 0 0,1 10-27 0 0,-2 1 0 0 0,1-1 1 0 0,-1 1-1 0 0,0 0 0 0 0,-1 0 1 0 0,-1 1-1 0 0,1-1 0 0 0,-1 1 1 0 0,-1 0-1 0 0,0 1 0 0 0,0 0 0 0 0,0 0 1 0 0,-1 0-1 0 0,-1 1 0 0 0,1 0 1 0 0,-1 1-1 0 0,-10-6 0 0 0,9 6-472 0 0,-1 0-1 0 0,0 1 1 0 0,0 1-1 0 0,-1 0 0 0 0,-16-4 1 0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304 546 5441 0 0,'0'-1'61'0'0,"-1"0"0"0"0,0-1 0 0 0,1 1-1 0 0,-1 0 1 0 0,0 0 0 0 0,1 0 0 0 0,-1 0 0 0 0,0 0-1 0 0,0 0 1 0 0,0 1 0 0 0,0-1 0 0 0,0 0 0 0 0,0 0-1 0 0,0 1 1 0 0,0-1 0 0 0,-1 0 0 0 0,1 1 0 0 0,0-1-1 0 0,0 1 1 0 0,0 0 0 0 0,-1-1 0 0 0,1 1 0 0 0,0 0-1 0 0,0 0 1 0 0,-1 0 0 0 0,1-1 0 0 0,-2 2 0 0 0,-39-4 2901 0 0,42 3-2904 0 0,-12 1 415 0 0,0 0 0 0 0,-1 1 0 0 0,1 0 0 0 0,1 1 1 0 0,-1 0-1 0 0,0 1 0 0 0,1 1 0 0 0,0 0 0 0 0,-21 12 1 0 0,25-13-322 0 0,0 0 0 0 0,0 1 0 0 0,0 0 1 0 0,1 0-1 0 0,0 1 0 0 0,0 0 0 0 0,0 0 1 0 0,0 0-1 0 0,1 1 0 0 0,0 0 0 0 0,1 0 1 0 0,0 0-1 0 0,0 0 0 0 0,0 1 0 0 0,-3 11 1 0 0,6-16-122 0 0,0 1-1 0 0,1-1 1 0 0,-1 1 0 0 0,1 0 0 0 0,0-1 0 0 0,0 1 0 0 0,0-1 0 0 0,1 1 0 0 0,-1-1 0 0 0,1 1 0 0 0,0-1-1 0 0,0 1 1 0 0,0-1 0 0 0,0 0 0 0 0,1 0 0 0 0,0 1 0 0 0,-1-1 0 0 0,1 0 0 0 0,0 0 0 0 0,0 0-1 0 0,0-1 1 0 0,1 1 0 0 0,-1 0 0 0 0,1-1 0 0 0,0 0 0 0 0,-1 1 0 0 0,1-1 0 0 0,0 0 0 0 0,0-1 0 0 0,0 1-1 0 0,0 0 1 0 0,1-1 0 0 0,-1 0 0 0 0,5 2 0 0 0,0 0-21 0 0,1-1 1 0 0,-1 0-1 0 0,0 0 1 0 0,1-1-1 0 0,-1 0 1 0 0,0 0-1 0 0,1-1 1 0 0,-1 0-1 0 0,1 0 1 0 0,-1-1-1 0 0,1 0 1 0 0,-1-1-1 0 0,13-4 1 0 0,-14 4-144 0 0,-1-1 0 0 0,0 0 0 0 0,0-1 0 0 0,0 0 0 0 0,0 0 0 0 0,-1 0 0 0 0,1 0 0 0 0,-1-1 0 0 0,0 0 0 0 0,-1 0 1 0 0,1 0-1 0 0,6-12 0 0 0,-5 7-51 0 0,-1 0 1 0 0,0 0 0 0 0,-1-1 0 0 0,-1 0 0 0 0,1 0-1 0 0,-2 1 1 0 0,3-16 0 0 0,-2-10 127 0 0,-2-1 1 0 0,-1 0-1 0 0,-9-66 0 0 0,-15-214 4690 0 0,20 253-2913 0 0,4 55-1554 0 0,-1-3 826 0 0,4 22-302 0 0,81 405-224 0 0,-41-247-1183 0 0,-29-129 261 0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1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1 394 3681 0 0,'26'-7'8600'0'0,"61"-17"-2661"0"0,-70 18-5500 0 0,0-1 0 0 0,-1-1 1 0 0,1 0-1 0 0,-2-1 0 0 0,1-1 0 0 0,-1 0 0 0 0,0-1 1 0 0,-1 0-1 0 0,21-24 0 0 0,-28 28-413 0 0,-2 0-1 0 0,1 0 1 0 0,-1 0 0 0 0,0-1-1 0 0,0 0 1 0 0,-1 0-1 0 0,0 0 1 0 0,0-1 0 0 0,-1 1-1 0 0,0-1 1 0 0,-1 0-1 0 0,0 0 1 0 0,0 0 0 0 0,-1 0-1 0 0,0 0 1 0 0,-1 0 0 0 0,0 0-1 0 0,0-1 1 0 0,-1 1-1 0 0,0 0 1 0 0,-3-10 0 0 0,4 16-25 0 0,-1 1 1 0 0,0-1 0 0 0,0 0-1 0 0,0 1 1 0 0,0-1-1 0 0,0 1 1 0 0,0-1 0 0 0,-1 1-1 0 0,1 0 1 0 0,-1 0 0 0 0,0-1-1 0 0,1 1 1 0 0,-1 0 0 0 0,0 1-1 0 0,0-1 1 0 0,0 0 0 0 0,-1 0-1 0 0,1 1 1 0 0,0-1-1 0 0,-1 1 1 0 0,1 0 0 0 0,-1 0-1 0 0,1 0 1 0 0,-1 0 0 0 0,0 0-1 0 0,1 1 1 0 0,-1-1 0 0 0,0 1-1 0 0,1-1 1 0 0,-1 1-1 0 0,0 0 1 0 0,0 0 0 0 0,1 0-1 0 0,-1 1 1 0 0,-3 0 0 0 0,0 0-13 0 0,0 1 1 0 0,0-1 0 0 0,0 1-1 0 0,0 1 1 0 0,1-1 0 0 0,-1 1-1 0 0,1 0 1 0 0,0 0-1 0 0,0 0 1 0 0,0 1 0 0 0,0 0-1 0 0,0 0 1 0 0,1 0 0 0 0,0 1-1 0 0,-5 5 1 0 0,1 3 2 0 0,1 0 0 0 0,0 1 0 0 0,0 1 0 0 0,1-1-1 0 0,1 1 1 0 0,1 0 0 0 0,0 0 0 0 0,1 0 0 0 0,0 0 0 0 0,1 1 0 0 0,1 23 0 0 0,1-27 7 0 0,0 0 0 0 0,1 1-1 0 0,0-1 1 0 0,1 0 0 0 0,0 0 0 0 0,1 0 0 0 0,1 0 0 0 0,0-1 0 0 0,0 1 0 0 0,1-1 0 0 0,1 0 0 0 0,0-1 0 0 0,0 1-1 0 0,1-1 1 0 0,8 10 0 0 0,-10-15-152 0 0,0 0 0 0 0,0-1-1 0 0,1 1 1 0 0,0-1-1 0 0,0 0 1 0 0,0-1 0 0 0,0 1-1 0 0,0-1 1 0 0,1 0 0 0 0,-1-1-1 0 0,1 1 1 0 0,8 0-1 0 0,6 0-1042 0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1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249 89 2761 0 0,'0'-3'336'0'0,"0"-1"0"0"0,0 1 1 0 0,-1-1-1 0 0,1 1 0 0 0,-1-1 1 0 0,1 1-1 0 0,-1-1 1 0 0,-1 1-1 0 0,1 0 0 0 0,0 0 1 0 0,-1 0-1 0 0,1-1 1 0 0,-1 1-1 0 0,0 1 0 0 0,0-1 1 0 0,0 0-1 0 0,0 0 0 0 0,-1 1 1 0 0,1-1-1 0 0,-5-2 1 0 0,3 2 89 0 0,-1 1 0 0 0,1-1 0 0 0,-1 1 0 0 0,0 0 1 0 0,0 0-1 0 0,0 1 0 0 0,0-1 0 0 0,0 1 1 0 0,0 0-1 0 0,0 0 0 0 0,-1 1 0 0 0,-7 0 1 0 0,6 0-160 0 0,-1 0 1 0 0,1 1 0 0 0,0 0 0 0 0,0 0-1 0 0,0 0 1 0 0,0 1 0 0 0,1 0 0 0 0,-1 1-1 0 0,0-1 1 0 0,1 1 0 0 0,-1 1 0 0 0,1-1-1 0 0,0 1 1 0 0,0 0 0 0 0,1 0 0 0 0,-1 1-1 0 0,1 0 1 0 0,0 0 0 0 0,0 0 0 0 0,-6 9-1 0 0,10-12-229 0 0,0 1 0 0 0,0 0-1 0 0,0 0 1 0 0,0 0 0 0 0,1 0-1 0 0,-1 1 1 0 0,1-1-1 0 0,0 0 1 0 0,0 0 0 0 0,0 0-1 0 0,0 0 1 0 0,1 0 0 0 0,-1 0-1 0 0,1 0 1 0 0,0 0 0 0 0,-1 0-1 0 0,2 0 1 0 0,-1 0-1 0 0,0 0 1 0 0,0 0 0 0 0,1 0-1 0 0,0-1 1 0 0,-1 1 0 0 0,1-1-1 0 0,0 1 1 0 0,0-1-1 0 0,1 0 1 0 0,3 3 0 0 0,5 6 2 0 0,2 0 0 0 0,0-1-1 0 0,26 16 1 0 0,-3-8 16 0 0,21 14 24 0 0,-53-30-67 0 0,-1 0-1 0 0,0 1 1 0 0,0 0-1 0 0,0-1 1 0 0,0 1-1 0 0,0 0 1 0 0,0 0-1 0 0,-1 0 1 0 0,0 1 0 0 0,0-1-1 0 0,0 1 1 0 0,3 5-1 0 0,-5-6 12 0 0,1 0-1 0 0,-1 0 1 0 0,0 0-1 0 0,0 0 1 0 0,0 0-1 0 0,0 0 1 0 0,0 0 0 0 0,-1 0-1 0 0,1-1 1 0 0,-1 1-1 0 0,0 0 1 0 0,0 0-1 0 0,0 0 1 0 0,0-1-1 0 0,-1 1 1 0 0,1 0-1 0 0,-1-1 1 0 0,1 1 0 0 0,-1-1-1 0 0,0 0 1 0 0,0 0-1 0 0,0 1 1 0 0,0-1-1 0 0,-4 3 1 0 0,-4 3 106 0 0,0 0 1 0 0,0-1 0 0 0,-1 0-1 0 0,-15 7 1 0 0,13-7-70 0 0,0-1 1 0 0,-1 0 0 0 0,0-1-1 0 0,-26 5 1 0 0,21-7-337 0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8.2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223 56 6913 0 0,'-1'-5'242'0'0,"-4"-25"2020"0"0,5 29-2076 0 0,0-1-1 0 0,-1 1 1 0 0,1 0-1 0 0,0 0 0 0 0,0 0 1 0 0,-1 0-1 0 0,1 0 1 0 0,-1 0-1 0 0,1 0 0 0 0,-1 0 1 0 0,1 0-1 0 0,-1 0 1 0 0,1 0-1 0 0,-1 0 0 0 0,0 1 1 0 0,0-1-1 0 0,0 0 1 0 0,1 0-1 0 0,-3 0 0 0 0,2 1-44 0 0,0 1-1 0 0,-1 0 0 0 0,1-1 0 0 0,0 1 0 0 0,0 0 0 0 0,0 0 0 0 0,0 0 0 0 0,0 0 0 0 0,0 0 0 0 0,0 0 0 0 0,0 0 0 0 0,1 0 0 0 0,-1 1 1 0 0,0-1-1 0 0,0 0 0 0 0,1 0 0 0 0,-1 1 0 0 0,1-1 0 0 0,0 0 0 0 0,-1 1 0 0 0,1 2 0 0 0,-1-2-20 0 0,-21 75 1607 0 0,-18 129-1 0 0,20-89-1163 0 0,-81 462-468 0 0,100-576-298 0 0,1 0-254 0 0,-1 0 0 0 0,1 0 0 0 0,0 0 1 0 0,0 0-1 0 0,0 0 0 0 0,0-1 0 0 0,0 1 0 0 0,2 5 0 0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8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4 334 6913 0 0,'-3'-28'299'0'0,"2"0"-1"0"0,1 1 1 0 0,1-1-1 0 0,1 1 0 0 0,2-1 1 0 0,11-44-1 0 0,-13 64-215 0 0,1-3 243 0 0,1 1 0 0 0,0-1 0 0 0,0 1 0 0 0,6-10 0 0 0,-9 18-215 0 0,0 0-1 0 0,0 1 0 0 0,0-1 0 0 0,0 1 1 0 0,0-1-1 0 0,0 1 0 0 0,1-1 1 0 0,-1 1-1 0 0,0 0 0 0 0,1 0 1 0 0,-1-1-1 0 0,1 1 0 0 0,-1 0 0 0 0,1 0 1 0 0,-1 1-1 0 0,1-1 0 0 0,0 0 1 0 0,-1 0-1 0 0,1 1 0 0 0,0-1 0 0 0,0 1 1 0 0,0 0-1 0 0,-1-1 0 0 0,1 1 1 0 0,0 0-1 0 0,0 0 0 0 0,0 0 1 0 0,0 0-1 0 0,-1 1 0 0 0,1-1 0 0 0,0 0 1 0 0,2 2-1 0 0,11 4 500 0 0,0 1 0 0 0,0 1 0 0 0,-1 1 1 0 0,0 0-1 0 0,-1 1 0 0 0,18 16 0 0 0,-9-6 68 0 0,-2 2 0 0 0,32 40 0 0 0,-15-4-132 0 0,-2 2 0 0 0,52 124 0 0 0,-54-107-2188 0 0,62 102 1 0 0,-85-163-701 0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8.6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12 150 9218 0 0,'-11'-3'560'0'0,"11"0"245"0"0,18-1 850 0 0,-4 2-1102 0 0,285-92 2414 0 0,-264 82-2863 0 0,3-3-61 0 0,-4-2-33 0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9.0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68 129 6913 0 0,'-1'5'657'0'0,"1"1"0"0"0,-1-1 0 0 0,1 0 0 0 0,0 1 0 0 0,0-1 0 0 0,1 1-1 0 0,0-1 1 0 0,-1 0 0 0 0,4 8 0 0 0,-2-2 404 0 0,14 106 4628 0 0,-1 58-3614 0 0,-14-152-2209 0 0,5 64 556 0 0,-4-78-941 0 0,-1 1 0 0 0,1-1 1 0 0,1 0-1 0 0,0 0 0 0 0,0 0 1 0 0,9 15-1 0 0,-23-49-10465 0 0,-3-27 5697 0 0,-7-23 3716 0 0,3 29 938 0 0,2 9 1724 0 0,1-1 0 0 0,2-1 1 0 0,-12-65-1 0 0,23 94-637 0 0,0-1 1 0 0,1 1-1 0 0,1-1 1 0 0,0 1-1 0 0,1-1 1 0 0,-1 1-1 0 0,2-1 1 0 0,0 1-1 0 0,0-1 0 0 0,1 1 1 0 0,0 0-1 0 0,1 0 1 0 0,0 0-1 0 0,0 1 1 0 0,1 0-1 0 0,0-1 1 0 0,1 1-1 0 0,0 1 1 0 0,8-9-1 0 0,-8 11-227 0 0,1 0 0 0 0,-1 1 1 0 0,1 0-1 0 0,0 0 0 0 0,0 0 0 0 0,1 1 1 0 0,-1 1-1 0 0,1-1 0 0 0,0 1 0 0 0,0 0 1 0 0,0 1-1 0 0,0 0 0 0 0,1 0 0 0 0,-1 1 1 0 0,1 0-1 0 0,-1 0 0 0 0,1 1 0 0 0,-1 0 1 0 0,0 1-1 0 0,1 0 0 0 0,-1 0 0 0 0,1 0 1 0 0,-1 1-1 0 0,0 1 0 0 0,0-1 0 0 0,0 1 1 0 0,0 1-1 0 0,11 6 0 0 0,-11-5-89 0 0,0-1 0 0 0,-1 1 0 0 0,1 1 1 0 0,-1-1-1 0 0,0 1 0 0 0,-1 1 0 0 0,0-1 0 0 0,0 1 0 0 0,0 0 0 0 0,-1 0 0 0 0,9 16 0 0 0,-11-16-107 0 0,0-1 0 0 0,0 1 0 0 0,-1-1 0 0 0,0 1 0 0 0,-1 0 0 0 0,1 0 0 0 0,-1 0 0 0 0,-1 0 0 0 0,1 0 0 0 0,-1 1 0 0 0,-1-1 0 0 0,1 0 0 0 0,-1 0 0 0 0,0 0 0 0 0,-1 0 0 0 0,-3 9 0 0 0,1-2 126 0 0,-2-1 1 0 0,1 0-1 0 0,-12 19 0 0 0,-9-1-1417 0 0,24-29 524 0 0,-1 0 0 0 0,0 0 0 0 0,1 0-1 0 0,-1 0 1 0 0,0-1 0 0 0,0 1 0 0 0,0-1 0 0 0,0 0 0 0 0,-4 1-1 0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9.2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14 117 3329 0 0,'1'-10'293'0'0,"0"-1"0"0"0,-1 1 0 0 0,0-1-1 0 0,-3-20 1 0 0,2 25 869 0 0,0-1-1 0 0,-1 0 1 0 0,0 1-1 0 0,-5-12 1 0 0,14 23-651 0 0,-6-4-518 0 0,0-1 1 0 0,0 1-1 0 0,0-1 0 0 0,0 1 1 0 0,0-1-1 0 0,-1 1 0 0 0,1-1 1 0 0,0 1-1 0 0,0 0 1 0 0,-1-1-1 0 0,1 1 0 0 0,0 0 1 0 0,-1 0-1 0 0,1 0 0 0 0,-1-1 1 0 0,1 1-1 0 0,-1 0 1 0 0,1 0-1 0 0,-1 0 0 0 0,0 0 1 0 0,1 0-1 0 0,-1 0 1 0 0,0 0-1 0 0,0 0 0 0 0,1 1 1 0 0,-3 5-84 0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9.5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74 5985 0 0,'-2'-4'775'0'0,"1"0"-1"0"0,-1 0 1 0 0,1 0-1 0 0,0 0 1 0 0,0 0-1 0 0,1-1 1 0 0,-1-6-1 0 0,0-1 1435 0 0,0 11-1936 0 0,1 0 0 0 0,-1 0 0 0 0,1 0 0 0 0,0 0 0 0 0,0 1 0 0 0,0-1 0 0 0,-1 0 0 0 0,1 0 0 0 0,0 0 0 0 0,0 0 0 0 0,0 0 0 0 0,0 0 0 0 0,1 0 0 0 0,-1 0 0 0 0,0 0 0 0 0,0 0 0 0 0,0 1 0 0 0,1-1 0 0 0,-1 0 0 0 0,1 0 0 0 0,0-1 0 0 0,0 2-167 0 0,-1 0-1 0 0,1 0 1 0 0,0 0 0 0 0,0 0-1 0 0,-1 1 1 0 0,1-1 0 0 0,0 0-1 0 0,-1 1 1 0 0,1-1-1 0 0,0 0 1 0 0,-1 1 0 0 0,1-1-1 0 0,-1 1 1 0 0,1-1-1 0 0,0 1 1 0 0,-1-1 0 0 0,1 1-1 0 0,-1-1 1 0 0,1 2-1 0 0,26 37 256 0 0,-17-18-268 0 0,-2 0 0 0 0,0 1 0 0 0,-2 0 0 0 0,0 0 0 0 0,2 24 0 0 0,7 118-45 0 0,-9-85-487 0 0,-6-69-1238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39.7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44 9674 0 0,'3'-4'162'0'0,"0"1"0"0"0,0-1 0 0 0,0 1-1 0 0,1 0 1 0 0,0 0 0 0 0,-1 0 0 0 0,1 0 0 0 0,1 1-1 0 0,-1 0 1 0 0,0 0 0 0 0,0 0 0 0 0,1 0 0 0 0,-1 0-1 0 0,1 1 1 0 0,-1 0 0 0 0,1 0 0 0 0,0 0 0 0 0,0 1 0 0 0,-1-1-1 0 0,6 1 1 0 0,11 0 817 0 0,1 0 1 0 0,-1 1-1 0 0,24 5 0 0 0,-38-5-807 0 0,0 0-1 0 0,0 1 1 0 0,0 0 0 0 0,0 0 0 0 0,0 1 0 0 0,0 0-1 0 0,0 0 1 0 0,-1 1 0 0 0,0-1 0 0 0,1 1-1 0 0,-2 1 1 0 0,1-1 0 0 0,0 1 0 0 0,-1 0-1 0 0,0 0 1 0 0,0 1 0 0 0,0 0 0 0 0,-1 0-1 0 0,0 0 1 0 0,0 0 0 0 0,0 0 0 0 0,-1 1-1 0 0,0 0 1 0 0,0-1 0 0 0,2 12 0 0 0,-2-6-138 0 0,-1 0 0 0 0,0 0 0 0 0,-1 0 0 0 0,0 0 1 0 0,-1 1-1 0 0,0-1 0 0 0,-1 0 0 0 0,-1 0 0 0 0,0 0 0 0 0,0 0 1 0 0,-1 0-1 0 0,-1 0 0 0 0,0 0 0 0 0,-8 15 0 0 0,11-24-196 0 0,-5 9 38 0 0,-1 0-1 0 0,-12 18 1 0 0,17-27-735 0 0,-1 0-1 0 0,0 0 0 0 0,1 0 0 0 0,-1-1 1 0 0,0 1-1 0 0,-1-1 0 0 0,1 1 1 0 0,-4 1-1 0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0.2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9218 0 0,'8'72'8018'0'0,"14"24"-5293"0"0,-15-71-2528 0 0,1-1 1 0 0,1 0 0 0 0,1 0 0 0 0,2 0-1 0 0,26 40 1 0 0,-29-52-147 0 0,1 0 0 0 0,0-1 1 0 0,1 0-1 0 0,14 10 0 0 0,-21-17-50 0 0,1-1 1 0 0,-1 0-1 0 0,1 0 1 0 0,0 0-1 0 0,0-1 1 0 0,0 1-1 0 0,1-1 0 0 0,-1 0 1 0 0,0-1-1 0 0,1 1 1 0 0,-1-1-1 0 0,1 0 1 0 0,0-1-1 0 0,6 1 1 0 0,-7-2-51 0 0,-1 0 1 0 0,0 0 0 0 0,0 0 0 0 0,0-1 0 0 0,-1 0-1 0 0,1 1 1 0 0,0-1 0 0 0,-1 0 0 0 0,1-1-1 0 0,-1 1 1 0 0,1-1 0 0 0,-1 0 0 0 0,0 1 0 0 0,0-1-1 0 0,-1-1 1 0 0,1 1 0 0 0,0 0 0 0 0,-1-1 0 0 0,0 1-1 0 0,3-7 1 0 0,4-8-57 0 0,0-1 0 0 0,10-34 0 0 0,-19 52 100 0 0,31-125-307 0 0,1-4 810 0 0,-28 167 789 0 0,-4-24-1194 0 0,1 0 1 0 0,0 0 0 0 0,2-1 0 0 0,-1 1 0 0 0,1 0-1 0 0,1-1 1 0 0,0 0 0 0 0,10 21 0 0 0,-12-30-93 0 0,0 0 0 0 0,-1 1 0 0 0,1-1 0 0 0,0 0 0 0 0,1 0 0 0 0,-1 0 0 0 0,0 0 0 0 0,1 0 0 0 0,0-1 0 0 0,-1 1 1 0 0,1-1-1 0 0,0 1 0 0 0,0-1 0 0 0,1 0 0 0 0,-1-1 0 0 0,0 1 0 0 0,1 0 0 0 0,-1-1 0 0 0,1 0 0 0 0,-1 0 0 0 0,1 0 0 0 0,0 0 0 0 0,-1 0 0 0 0,1-1 0 0 0,0 0 1 0 0,-1 1-1 0 0,1-1 0 0 0,0-1 0 0 0,0 1 0 0 0,-1-1 0 0 0,1 1 0 0 0,0-1 0 0 0,-1 0 0 0 0,6-2 0 0 0,-4 0-2 0 0,0 1 0 0 0,0-1 0 0 0,0 1 0 0 0,-1-1 0 0 0,1-1 0 0 0,-1 1 0 0 0,0-1 0 0 0,0 1 0 0 0,0-1-1 0 0,5-7 1 0 0,28-50 128 0 0,-31 50-36 0 0,-1 1 1 0 0,1 0 0 0 0,1 0 0 0 0,0 0 0 0 0,0 1 0 0 0,16-16 0 0 0,-22 24-83 0 0,-1 1 1 0 0,1-1 0 0 0,-1 1 0 0 0,1-1-1 0 0,0 1 1 0 0,-1 0 0 0 0,1-1-1 0 0,-1 1 1 0 0,1 0 0 0 0,0-1 0 0 0,-1 1-1 0 0,1 0 1 0 0,0 0 0 0 0,-1-1 0 0 0,1 1-1 0 0,0 0 1 0 0,-1 0 0 0 0,1 0-1 0 0,0 0 1 0 0,0 0 0 0 0,-1 0 0 0 0,1 0-1 0 0,0 0 1 0 0,-1 0 0 0 0,1 1 0 0 0,0-1-1 0 0,0 0 1 0 0,-1 0 0 0 0,2 1 0 0 0,-1 0 7 0 0,0 0 1 0 0,0 0 0 0 0,0 0 0 0 0,0 1-1 0 0,0-1 1 0 0,0 0 0 0 0,-1 1-1 0 0,1-1 1 0 0,0 0 0 0 0,-1 1 0 0 0,1-1-1 0 0,0 4 1 0 0,6 48 240 0 0,-7-50-248 0 0,-6 268 219 0 0,0 3-1000 0 0,9-221-1099 0 0,1-1-5917 0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0.8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84 32 5985 0 0,'-4'1'208'0'0,"1"0"-1"0"0,0 0 0 0 0,0 1 1 0 0,0-1-1 0 0,0 1 0 0 0,0-1 1 0 0,1 1-1 0 0,-1 0 0 0 0,0 0 0 0 0,1 0 1 0 0,-1 1-1 0 0,1-1 0 0 0,0 0 1 0 0,0 1-1 0 0,0 0 0 0 0,0-1 1 0 0,0 1-1 0 0,0 0 0 0 0,1 0 1 0 0,-1 0-1 0 0,-1 6 0 0 0,-3 8 829 0 0,1 0-1 0 0,-6 31 1 0 0,10-42-1102 0 0,-1 10 337 0 0,0 0-1 0 0,1 0 1 0 0,1 0-1 0 0,0 1 1 0 0,1-1 0 0 0,1 0-1 0 0,0 0 1 0 0,2 0 0 0 0,0 0-1 0 0,0-1 1 0 0,1 1-1 0 0,1-1 1 0 0,16 28 0 0 0,-18-36-210 0 0,0 0 1 0 0,0 0-1 0 0,1-1 1 0 0,0 0-1 0 0,0 1 1 0 0,1-1-1 0 0,0-1 1 0 0,0 1-1 0 0,0-1 1 0 0,1 0-1 0 0,-1-1 0 0 0,1 1 1 0 0,0-2-1 0 0,1 1 1 0 0,-1-1-1 0 0,1 0 1 0 0,-1 0-1 0 0,1 0 1 0 0,0-1-1 0 0,0-1 1 0 0,0 0-1 0 0,0 0 1 0 0,0 0-1 0 0,0-1 1 0 0,0 0-1 0 0,1 0 1 0 0,-1-1-1 0 0,0 0 1 0 0,11-4-1 0 0,-11 3-32 0 0,0 0 0 0 0,-1-1 1 0 0,1 0-1 0 0,-1-1 0 0 0,0 1 0 0 0,0-2 0 0 0,-1 1 0 0 0,1-1 0 0 0,-1 1 1 0 0,0-2-1 0 0,0 1 0 0 0,0-1 0 0 0,-1 0 0 0 0,0 0 0 0 0,0 0 0 0 0,0-1 1 0 0,-1 0-1 0 0,0 0 0 0 0,0 0 0 0 0,-1 0 0 0 0,0-1 0 0 0,0 1 0 0 0,-1-1 1 0 0,0 0-1 0 0,0 1 0 0 0,-1-1 0 0 0,1-13 0 0 0,-1 6 88 0 0,-1 0 1 0 0,-1 1-1 0 0,0-1 1 0 0,0 1-1 0 0,-1-1 0 0 0,-1 1 1 0 0,-1 0-1 0 0,0 0 0 0 0,-1 0 1 0 0,0 0-1 0 0,-1 1 1 0 0,-1 0-1 0 0,0 0 0 0 0,-12-16 1 0 0,10 17-73 0 0,-1 1-1 0 0,0 1 1 0 0,-1-1 0 0 0,0 2 0 0 0,-1 0 0 0 0,1 0 0 0 0,-2 1 0 0 0,1 0 0 0 0,-25-10 0 0 0,32 16-117 0 0,-1-1 0 0 0,0 1 0 0 0,0 1 0 0 0,0-1 0 0 0,0 1 1 0 0,0 0-1 0 0,0 0 0 0 0,0 1 0 0 0,0-1 0 0 0,0 1 0 0 0,0 1 1 0 0,-1-1-1 0 0,1 1 0 0 0,0 0 0 0 0,0 1 0 0 0,0-1 0 0 0,1 1 0 0 0,-1 0 1 0 0,0 1-1 0 0,1-1 0 0 0,-1 1 0 0 0,1 0 0 0 0,0 1 0 0 0,0-1 1 0 0,-7 7-1 0 0,-8 10-1118 0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1.3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58 6913 0 0,'-6'-13'191'0'0,"-11"-20"2569"0"0,16 32-2380 0 0,0 0 0 0 0,0 0 1 0 0,1 0-1 0 0,-1 1 0 0 0,0-1 1 0 0,0 0-1 0 0,0 0 0 0 0,0 0 0 0 0,0 1 1 0 0,-1-1-1 0 0,1 1 0 0 0,0-1 1 0 0,0 1-1 0 0,0-1 0 0 0,-2 1 1 0 0,3 0-271 0 0,-1 0 1 0 0,1 0 0 0 0,-1 0-1 0 0,0 0 1 0 0,1 0 0 0 0,-1 1-1 0 0,1-1 1 0 0,-1 0 0 0 0,1 0-1 0 0,-1 1 1 0 0,1-1-1 0 0,-1 0 1 0 0,1 1 0 0 0,-1-1-1 0 0,1 0 1 0 0,-1 1 0 0 0,1-1-1 0 0,0 1 1 0 0,-1-1 0 0 0,1 1-1 0 0,0-1 1 0 0,-1 1-1 0 0,1-1 1 0 0,0 1 0 0 0,0-1-1 0 0,-1 1 1 0 0,1 0 0 0 0,0-1-1 0 0,0 1 1 0 0,0-1 0 0 0,0 1-1 0 0,0 0 1 0 0,0-1 0 0 0,0 1-1 0 0,0 0 1 0 0,-1 26 734 0 0,1-25-706 0 0,7 79 140 0 0,2 0-1 0 0,5 0 0 0 0,36 123 0 0 0,-23-135-285 0 0,-24-63-65 0 0,0 1-1 0 0,1-1 1 0 0,-1 0 0 0 0,1 0 0 0 0,1-1 0 0 0,-1 1 0 0 0,1-1 0 0 0,6 5 0 0 0,-10-10 41 0 0,-1 0 1 0 0,0 0-1 0 0,1 0 1 0 0,-1 0-1 0 0,1 0 1 0 0,-1-1 0 0 0,1 1-1 0 0,-1 0 1 0 0,0 0-1 0 0,1-1 1 0 0,-1 1-1 0 0,0 0 1 0 0,1 0 0 0 0,-1-1-1 0 0,0 1 1 0 0,1 0-1 0 0,-1-1 1 0 0,0 1-1 0 0,0-1 1 0 0,1 1 0 0 0,-1 0-1 0 0,0-1 1 0 0,0 1-1 0 0,0-1 1 0 0,1 1 0 0 0,-1-1-1 0 0,0 1 1 0 0,0 0-1 0 0,0-1 1 0 0,0 1-1 0 0,0-1 1 0 0,0 1 0 0 0,0-1-1 0 0,0 0 1 0 0,4-20-271 0 0,1-25-19 0 0,15-105 484 0 0,-16 131 59 0 0,1 0 0 0 0,1 0 0 0 0,1 1 0 0 0,0 0 0 0 0,14-25 0 0 0,-19 41-176 0 0,-1 0 1 0 0,1 1 0 0 0,-1-1 0 0 0,1 1 0 0 0,0-1 0 0 0,0 1 0 0 0,0 0 0 0 0,0-1 0 0 0,0 1 0 0 0,1 0-1 0 0,-1 0 1 0 0,1 1 0 0 0,-1-1 0 0 0,1 0 0 0 0,0 1 0 0 0,0 0 0 0 0,-1-1 0 0 0,1 1 0 0 0,0 0 0 0 0,0 1-1 0 0,0-1 1 0 0,0 0 0 0 0,0 1 0 0 0,0 0 0 0 0,1 0 0 0 0,5 0 0 0 0,-4 1-15 0 0,-1 1 0 0 0,1-1-1 0 0,0 1 1 0 0,-1 0 0 0 0,1 0 0 0 0,-1 0 0 0 0,1 1-1 0 0,-1 0 1 0 0,0 0 0 0 0,0 0 0 0 0,0 0 0 0 0,-1 1-1 0 0,1-1 1 0 0,-1 1 0 0 0,0 0 0 0 0,3 4 0 0 0,7 12 10 0 0,-2 1 0 0 0,0-1 1 0 0,10 31-1 0 0,-16-36-396 0 0,1 0 1 0 0,1 0-1 0 0,0-1 0 0 0,1 0 0 0 0,0 0 1 0 0,1-1-1 0 0,0 0 0 0 0,1 0 0 0 0,17 16 1 0 0,-4-12-6803 0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1.7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3 273 3225 0 0,'-2'-75'1796'0'0,"2"66"-635"0"0,1 1 0 0 0,0-1 0 0 0,0 0-1 0 0,1 1 1 0 0,1-1 0 0 0,4-11 0 0 0,-7 19-1069 0 0,0 1 1 0 0,0-1-1 0 0,0 1 1 0 0,0-1-1 0 0,0 1 1 0 0,1-1-1 0 0,-1 1 0 0 0,0 0 1 0 0,0-1-1 0 0,1 1 1 0 0,-1-1-1 0 0,0 1 1 0 0,1 0-1 0 0,-1-1 1 0 0,1 1-1 0 0,-1 0 1 0 0,0-1-1 0 0,1 1 1 0 0,-1 0-1 0 0,1 0 0 0 0,-1-1 1 0 0,1 1-1 0 0,-1 0 1 0 0,1 0-1 0 0,-1 0 1 0 0,0 0-1 0 0,1 0 1 0 0,-1 0-1 0 0,1 0 1 0 0,-1 0-1 0 0,1 0 1 0 0,0 0-1 0 0,13 11 1480 0 0,6 23-819 0 0,37 98 24 0 0,-52-184-529 0 0,-3 34-170 0 0,0 0 0 0 0,1 0 0 0 0,1 0 0 0 0,1 0-1 0 0,0 1 1 0 0,2-1 0 0 0,0 1 0 0 0,0 1 0 0 0,2 0 0 0 0,13-21-1 0 0,-20 34-37 0 0,0 1-1 0 0,0 0 0 0 0,-1 0 0 0 0,1 0 0 0 0,0 0 0 0 0,1 0 0 0 0,-1 0 1 0 0,0 0-1 0 0,1 1 0 0 0,-1-1 0 0 0,0 1 0 0 0,1 0 0 0 0,0 0 1 0 0,-1-1-1 0 0,1 2 0 0 0,0-1 0 0 0,0 0 0 0 0,-1 1 0 0 0,1-1 1 0 0,0 1-1 0 0,0 0 0 0 0,0 0 0 0 0,0 0 0 0 0,0 0 0 0 0,-1 0 1 0 0,1 1-1 0 0,0-1 0 0 0,0 1 0 0 0,0 0 0 0 0,3 1 0 0 0,6 4 56 0 0,0 0-1 0 0,0 1 1 0 0,-1 0-1 0 0,1 1 1 0 0,12 12-1 0 0,12 8-562 0 0,-23-19 225 0 0,-6-4-135 0 0,-1 0 0 0 0,1-1 0 0 0,1 0 0 0 0,-1 0 0 0 0,1 0 0 0 0,10 3 0 0 0,-16-7 329 0 0,1 1 0 0 0,-1-1 0 0 0,0 0 0 0 0,0 0 0 0 0,0 0 0 0 0,0 0 0 0 0,0 0 0 0 0,1-1 0 0 0,-1 1 0 0 0,0-1 0 0 0,0 1 0 0 0,0-1 0 0 0,0 0-1 0 0,0 1 1 0 0,0-1 0 0 0,0 0 0 0 0,0 0 0 0 0,-1-1 0 0 0,1 1 0 0 0,0 0 0 0 0,-1-1 0 0 0,1 1 0 0 0,0-1 0 0 0,-1 1 0 0 0,0-1 0 0 0,1 0 0 0 0,-1 1 0 0 0,0-1 0 0 0,0 0 0 0 0,1-3 0 0 0,7-18-173 0 0,-8 20 181 0 0,-1 0 0 0 0,1 0 0 0 0,0 0 0 0 0,0 0-1 0 0,0 0 1 0 0,1 0 0 0 0,-1 1 0 0 0,1-1 0 0 0,-1 0 0 0 0,1 1 0 0 0,0-1 0 0 0,0 1 0 0 0,0 0 0 0 0,4-4 0 0 0,-4 6 43 0 0,-1 0 0 0 0,1 0 0 0 0,-1 1 0 0 0,0-1 0 0 0,1 0 0 0 0,-1 1 0 0 0,0-1 1 0 0,0 1-1 0 0,1 0 0 0 0,-1-1 0 0 0,0 1 0 0 0,0 0 0 0 0,0 0 0 0 0,0-1 0 0 0,1 1 0 0 0,-1 0 0 0 0,-1 0 0 0 0,1 0 0 0 0,0 1 0 0 0,0-1 0 0 0,0 0 0 0 0,0 0 0 0 0,0 3 0 0 0,3 1 3 0 0,3 1-5 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2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10 224 5065 0 0,'-2'-2'348'0'0,"1"0"0"0"0,0 1 0 0 0,0-1 0 0 0,0 0 0 0 0,1 0 0 0 0,-1 0 0 0 0,0 0 0 0 0,1 0 1 0 0,-1 0-1 0 0,1 0 0 0 0,0 0 0 0 0,0 0 0 0 0,0 0 0 0 0,0-3 0 0 0,3-31 2272 0 0,-3 33-2111 0 0,1-3-35 0 0,0 0 0 0 0,1 0 1 0 0,0 0-1 0 0,0 0 0 0 0,0 1 1 0 0,0-1-1 0 0,1 1 0 0 0,0 0 1 0 0,0-1-1 0 0,0 1 0 0 0,5-5 1 0 0,4-3 190 0 0,1 1-1 0 0,19-16 1 0 0,-11 11-681 0 0,-20 16 52 0 0,1 0 1 0 0,-1 0-1 0 0,0 0 1 0 0,1 0-1 0 0,-1 0 1 0 0,1 0-1 0 0,0 0 1 0 0,-1 1-1 0 0,1-1 1 0 0,0 1-1 0 0,-1-1 1 0 0,1 1-1 0 0,0 0 1 0 0,-1-1-1 0 0,1 1 1 0 0,0 0-1 0 0,0 0 1 0 0,-1 0-1 0 0,1 0 1 0 0,0 1-1 0 0,0-1 1 0 0,-1 0-1 0 0,1 1 1 0 0,0-1-1 0 0,-1 1 1 0 0,1 0-1 0 0,-1-1 1 0 0,1 1-1 0 0,-1 0 1 0 0,1 0-1 0 0,-1 0 1 0 0,1 0-1 0 0,-1 0 1 0 0,0 1-1 0 0,3 1 1 0 0,4 6 1 0 0,0 1 1 0 0,-1-1-1 0 0,0 1 0 0 0,7 14 1 0 0,-3-6-41 0 0,7 12-203 0 0,18 24-794 0 0,-33-50 206 0 0,1 0 1 0 0,0 0-1 0 0,0 0 0 0 0,0 0 1 0 0,6 3-1 0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2.8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35 113 5985 0 0,'27'-43'1990'0'0,"-21"35"-1594"0"0,0-1 0 0 0,-1 0 0 0 0,1 0 0 0 0,-2 0 1 0 0,7-17-1 0 0,-16 36 245 0 0,0-1 1 0 0,0 0 0 0 0,-1 0-1 0 0,-8 9 1 0 0,-9 16 610 0 0,21-32-1229 0 0,-4 7 380 0 0,0 1 0 0 0,1 0 0 0 0,0 0 0 0 0,0 0 0 0 0,1 0 1 0 0,-4 14-1 0 0,8-21-326 0 0,0 0 0 0 0,-1 0 0 0 0,1 0 0 0 0,0-1 0 0 0,0 1 0 0 0,1 0 0 0 0,-1 0 0 0 0,1 0 0 0 0,-1-1 0 0 0,1 1 0 0 0,0 0 0 0 0,0-1 0 0 0,0 1 0 0 0,0-1 0 0 0,0 1 0 0 0,1-1 0 0 0,-1 1 0 0 0,1-1 0 0 0,0 0 0 0 0,0 0 0 0 0,0 0 0 0 0,0 0 0 0 0,0 0 0 0 0,0 0 0 0 0,0 0 0 0 0,0-1 0 0 0,1 1 0 0 0,-1-1 0 0 0,1 1 0 0 0,4 1 0 0 0,8 3-11 0 0,-1 2-1 0 0,0 0 1 0 0,0 1-1 0 0,-1 0 1 0 0,0 1-1 0 0,13 14 1 0 0,-21-20-40 0 0,-1 1 0 0 0,-1 0-1 0 0,1 1 1 0 0,-1-1 0 0 0,1 0 0 0 0,-2 1 0 0 0,1 0 0 0 0,0 0 0 0 0,-1 0 0 0 0,0 0 0 0 0,-1 0 0 0 0,0 0 0 0 0,1 0 0 0 0,-2 1-1 0 0,1-1 1 0 0,-1 0 0 0 0,0 1 0 0 0,-2 10 0 0 0,1-7-149 0 0,-1 0 0 0 0,-1-1 0 0 0,0 1 0 0 0,0-1 0 0 0,-1 1 0 0 0,0-1 0 0 0,-1 0 0 0 0,0-1 0 0 0,0 1 0 0 0,-1-1 0 0 0,0 0 0 0 0,0 0 0 0 0,-1-1-1 0 0,-13 12 1 0 0,-5 1-6767 0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3.0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0 12899 0 0,'0'0'173'0'0,"-1"0"0"0"0,0 0 0 0 0,1 0 0 0 0,-1 0 0 0 0,1 0 0 0 0,-1 1 0 0 0,1-1 1 0 0,-1 0-1 0 0,1 0 0 0 0,-1 0 0 0 0,1 0 0 0 0,-1 1 0 0 0,1-1 0 0 0,-3 2 1039 0 0,3-1-1039 0 0,0-1 0 0 0,-1 1 0 0 0,1-1 0 0 0,0 0 0 0 0,0 1 0 0 0,-1-1 0 0 0,1 1 1 0 0,0-1-1 0 0,0 1 0 0 0,0-1 0 0 0,0 1 0 0 0,-1-1 0 0 0,1 1 0 0 0,0-1 0 0 0,0 2 0 0 0,-7 19 1054 0 0,1 9-572 0 0,2 1 1 0 0,-1 37 0 0 0,6-19-2375 0 0,12 95 1 0 0,-4-93 502 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3.6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24 8754 0 0,'-9'-24'7327'0'0,"10"29"-5772"0"0,0 4-992 0 0,10 45 564 0 0,2-2 1 0 0,32 84 0 0 0,-37-113-1017 0 0,11 25-1229 0 0,46 85 0 0 0,-48-103-5904 0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4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185 10 5985 0 0,'0'-1'113'0'0,"0"1"0"0"0,0-1-1 0 0,0 1 1 0 0,0 0 0 0 0,0-1 0 0 0,0 1-1 0 0,0 0 1 0 0,0-1 0 0 0,-1 1-1 0 0,1 0 1 0 0,0-1 0 0 0,0 1 0 0 0,0 0-1 0 0,0-1 1 0 0,-1 1 0 0 0,1 0-1 0 0,0 0 1 0 0,-1-1 113 0 0,1 1-114 0 0,0 0 1 0 0,0-1 0 0 0,-1 1-1 0 0,1 0 1 0 0,0 0 0 0 0,-1 0 0 0 0,1-1-1 0 0,0 1 1 0 0,-1 0 0 0 0,1 0 0 0 0,0 0-1 0 0,-1 0 1 0 0,1 0 0 0 0,0 0-1 0 0,-1 0 1 0 0,1 0 0 0 0,0 0 0 0 0,-1 0-1 0 0,1 0 1 0 0,-1 0 0 0 0,1 0-1 0 0,-1 0 1 0 0,-16 15 2464 0 0,-16 32-325 0 0,30-42-1847 0 0,-22 35 436 0 0,-34 78 0 0 0,52-102-708 0 0,1 1-1 0 0,0 0 0 0 0,1 1 1 0 0,1-1-1 0 0,1 1 1 0 0,0 0-1 0 0,2-1 1 0 0,0 20-1 0 0,1-34-147 0 0,0 0 0 0 0,0 0 0 0 0,1 0 0 0 0,-1 0 0 0 0,1 0 0 0 0,0 0 0 0 0,0 0 0 0 0,0 0-1 0 0,0 0 1 0 0,1 0 0 0 0,-1-1 0 0 0,1 1 0 0 0,0 0 0 0 0,-1-1 0 0 0,1 1 0 0 0,3 1 0 0 0,-4-3 6 0 0,-1 0 0 0 0,1-1 1 0 0,0 1-1 0 0,0-1 0 0 0,0 1 0 0 0,0-1 0 0 0,0 1 1 0 0,0-1-1 0 0,0 0 0 0 0,0 0 0 0 0,0 1 0 0 0,0-1 1 0 0,0 0-1 0 0,0 0 0 0 0,0 0 0 0 0,0 0 0 0 0,0 0 1 0 0,0 0-1 0 0,2-1 0 0 0,-1 1 3 0 0,0-1 0 0 0,0 0-1 0 0,0 0 1 0 0,0 0 0 0 0,0 0 0 0 0,-1-1 0 0 0,1 1 0 0 0,0 0 0 0 0,-1-1-1 0 0,1 0 1 0 0,-1 1 0 0 0,3-4 0 0 0,5-7 30 0 0,-1 0 1 0 0,-1 0-1 0 0,0-1 1 0 0,0 0-1 0 0,-1-1 0 0 0,6-21 1 0 0,14-86 326 0 0,-20 86-245 0 0,1 1 1 0 0,15-45-1 0 0,-22 79-92 0 0,0 0 0 0 0,0 0 0 0 0,0 0 0 0 0,0 0 0 0 0,0 0 0 0 0,0-1 0 0 0,0 1 0 0 0,0 0 0 0 0,0 0 0 0 0,0 0 0 0 0,0 0-1 0 0,0 0 1 0 0,0 0 0 0 0,1-1 0 0 0,-1 1 0 0 0,0 0 0 0 0,0 0 0 0 0,0 0 0 0 0,0 0 0 0 0,0 0 0 0 0,0 0 0 0 0,0 0 0 0 0,0 0-1 0 0,0-1 1 0 0,1 1 0 0 0,-1 0 0 0 0,0 0 0 0 0,0 0 0 0 0,0 0 0 0 0,0 0 0 0 0,0 0 0 0 0,0 0 0 0 0,0 0 0 0 0,1 0 0 0 0,-1 0-1 0 0,0 0 1 0 0,0 0 0 0 0,0 0 0 0 0,0 0 0 0 0,0 0 0 0 0,0 0 0 0 0,1 0 0 0 0,-1 0 0 0 0,0 0 0 0 0,0 0 0 0 0,0 0 0 0 0,0 0-1 0 0,0 0 1 0 0,0 0 0 0 0,1 0 0 0 0,-1 0 0 0 0,0 0 0 0 0,0 0 0 0 0,0 1 0 0 0,0-1 0 0 0,0 0 0 0 0,0 0 0 0 0,0 0 0 0 0,0 0 0 0 0,1 0-1 0 0,-1 0 1 0 0,0 0 0 0 0,0 0 0 0 0,0 1 0 0 0,0-1 0 0 0,0 0 0 0 0,0 0 0 0 0,0 0 0 0 0,6 16 470 0 0,3 20-49 0 0,-6-19-322 0 0,1-1 1 0 0,0 1 0 0 0,1-1 0 0 0,1 0 0 0 0,1 0 0 0 0,12 21 0 0 0,-16-31-102 0 0,1 0-1 0 0,0-1 1 0 0,0 1 0 0 0,1-1-1 0 0,-1 0 1 0 0,1 0 0 0 0,0-1-1 0 0,1 1 1 0 0,-1-1 0 0 0,1 0-1 0 0,0-1 1 0 0,0 1-1 0 0,0-1 1 0 0,0 0 0 0 0,0-1-1 0 0,1 0 1 0 0,0 0 0 0 0,12 3-1 0 0,-15-5-4 0 0,-1 0 0 0 0,1 0 0 0 0,-1 0 0 0 0,1 0 0 0 0,-1 0 0 0 0,0-1 0 0 0,1 0 0 0 0,-1 1 0 0 0,1-1 0 0 0,-1 0 0 0 0,0-1 0 0 0,0 1 0 0 0,1-1 0 0 0,-1 1-1 0 0,0-1 1 0 0,0 0 0 0 0,-1 0 0 0 0,1 0 0 0 0,0-1 0 0 0,-1 1 0 0 0,1-1 0 0 0,-1 1 0 0 0,0-1 0 0 0,0 0 0 0 0,4-5 0 0 0,2-7-51 0 0,-1 0-1 0 0,0-1 1 0 0,-1 1 0 0 0,5-21 0 0 0,-1 3-294 0 0,-10 32 334 0 0,0 0 1 0 0,1 0-1 0 0,-1 1 1 0 0,0-1-1 0 0,0 0 1 0 0,0 1-1 0 0,1-1 1 0 0,-1 0-1 0 0,0 1 1 0 0,1-1-1 0 0,-1 0 1 0 0,0 1-1 0 0,1-1 1 0 0,-1 1-1 0 0,1-1 1 0 0,-1 1-1 0 0,1-1 1 0 0,-1 1-1 0 0,1-1 1 0 0,-1 1-1 0 0,1-1 1 0 0,0 1-1 0 0,-1 0 1 0 0,1-1-1 0 0,0 1 0 0 0,-1 0 1 0 0,1 0-1 0 0,0-1 1 0 0,-1 1-1 0 0,1 0 1 0 0,0 0-1 0 0,0 0 1 0 0,-1 0-1 0 0,1 0 1 0 0,0 0-1 0 0,-1 0 1 0 0,1 0-1 0 0,0 0 1 0 0,0 0-1 0 0,-1 0 1 0 0,1 1-1 0 0,0-1 1 0 0,4 3-30 0 0,-1-1 0 0 0,0 1 0 0 0,0 0 0 0 0,0 1-1 0 0,5 5 1 0 0,14 11-41 0 0,-15-16 114 0 0,0-1 1 0 0,0 1 0 0 0,1-2 0 0 0,-1 1 0 0 0,1-1 0 0 0,10 1 0 0 0,-14-2-14 0 0,0 0 1 0 0,0-1-1 0 0,0 0 1 0 0,0 0-1 0 0,0 0 1 0 0,1 0-1 0 0,-1-1 1 0 0,0 0-1 0 0,0 0 1 0 0,0 0-1 0 0,9-5 1 0 0,-10 4-1 0 0,0-1 0 0 0,-1-1 1 0 0,1 1-1 0 0,-1 0 0 0 0,0-1 1 0 0,0 0-1 0 0,0 1 1 0 0,0-1-1 0 0,0-1 0 0 0,1-3 1 0 0,21-47-36 0 0,-22 47-16 0 0,11-33-836 0 0,-11 13-2446 0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4.7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23 303 2304 0 0,'-7'-33'658'0'0,"6"27"-269"0"0,0-1 0 0 0,-13-17 9493 0 0,18 68-7027 0 0,-1-38-2715 0 0,0 0 0 0 0,0 0 0 0 0,0-1-1 0 0,1 0 1 0 0,0 1 0 0 0,0-1 0 0 0,0 0 0 0 0,0-1 0 0 0,1 1 0 0 0,0-1 0 0 0,0 0 0 0 0,0 0 0 0 0,1-1 0 0 0,-1 1-1 0 0,1-1 1 0 0,0 0 0 0 0,-1-1 0 0 0,1 1 0 0 0,1-1 0 0 0,-1-1 0 0 0,0 1 0 0 0,0-1 0 0 0,1 0 0 0 0,-1 0-1 0 0,1-1 1 0 0,-1 0 0 0 0,1 0 0 0 0,-1 0 0 0 0,0-1 0 0 0,1 0 0 0 0,-1 0 0 0 0,0-1 0 0 0,1 1 0 0 0,-1-2 0 0 0,0 1-1 0 0,0 0 1 0 0,0-1 0 0 0,-1 0 0 0 0,1-1 0 0 0,-1 1 0 0 0,0-1 0 0 0,9-8 0 0 0,-9 7-116 0 0,-1 0 1 0 0,1 0-1 0 0,-1 0 0 0 0,0 0 1 0 0,-1-1-1 0 0,0 0 1 0 0,1 1-1 0 0,-2-1 0 0 0,1 0 1 0 0,-1 0-1 0 0,0-1 1 0 0,0 1-1 0 0,0 0 0 0 0,-1-1 1 0 0,0 1-1 0 0,-1-1 1 0 0,1 0-1 0 0,-1 1 1 0 0,0-1-1 0 0,-2-10 0 0 0,-1 4-23 0 0,-1 0 0 0 0,0 1 0 0 0,0-1 0 0 0,-1 1 0 0 0,-1 0 0 0 0,0 1 1 0 0,-1-1-1 0 0,0 1 0 0 0,-12-14 0 0 0,5 7-95 0 0,-3-5-1618 0 0,4 8-3082 0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6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84 357 5065 0 0,'-9'2'582'0'0,"0"1"0"0"0,1 0 0 0 0,-1 1 1 0 0,1 0-1 0 0,0 0 0 0 0,0 1 0 0 0,-8 6 0 0 0,7-2 816 0 0,11-4-402 0 0,26-3 107 0 0,38-12-199 0 0,104-37 484 0 0,94-19-439 0 0,205 1 443 0 0,18 24-409 0 0,-261 26-819 0 0,132-6-106 0 0,79-7-63 0 0,-268 13 12 0 0,990-76 63 0 0,-1121 88 14 0 0,169-4 417 0 0,-177 8-346 0 0,-1 1-1 0 0,0 1 0 0 0,1 2 0 0 0,54 16 1 0 0,-77-19-95 0 0,1 1 0 0 0,-1 0 1 0 0,0 0-1 0 0,0 1 0 0 0,0 0 1 0 0,0 0-1 0 0,-1 0 0 0 0,1 1 1 0 0,-1 0-1 0 0,0 0 0 0 0,-1 1 1 0 0,1 0-1 0 0,-1 0 0 0 0,0 0 0 0 0,-1 0 1 0 0,1 1-1 0 0,-1 0 0 0 0,0 0 1 0 0,-1 0-1 0 0,0 0 0 0 0,3 10 1 0 0,47 159 310 0 0,51 312 1 0 0,-20 188-966 0 0,38 66-3292 0 0,-19-157 2992 0 0,3 221 644 0 0,-102-779 477 0 0,-1 0 1 0 0,-2 0 0 0 0,0-1 0 0 0,-2 1-1 0 0,-5 32 1 0 0,4-46 9 0 0,0-1-1 0 0,-1 0 1 0 0,-1 0 0 0 0,0-1-1 0 0,-1 1 1 0 0,0-1 0 0 0,-1 0-1 0 0,0 0 1 0 0,-1-1 0 0 0,0 0-1 0 0,0 0 1 0 0,-1 0 0 0 0,-13 12-1 0 0,-16 8-5 0 0,-1-1-1 0 0,-1-1 1 0 0,-1-2-1 0 0,-59 27 0 0 0,-183 67 185 0 0,257-110-364 0 0,-397 122 131 0 0,200-68-255 0 0,-680 156-297 0 0,502-131-17 0 0,23-6 58 0 0,-99 24 674 0 0,243-56-95 0 0,-162 45-283 0 0,293-67 181 0 0,-1-3 0 0 0,-2-6-1 0 0,-146 11 1 0 0,239-30-207 0 0,-1-1 0 0 0,1 0 0 0 0,0-1 0 0 0,-18-3 0 0 0,-1-7-6423 0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6.7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 10 1840 0 0,'-1'0'50'0'0,"0"-1"0"0"0,1 0 0 0 0,-1 0 0 0 0,0 0 0 0 0,0 1 0 0 0,0-1 0 0 0,0 0 1 0 0,0 1-1 0 0,0-1 0 0 0,0 1 0 0 0,0-1 0 0 0,0 1 0 0 0,0-1 0 0 0,-1 1 0 0 0,1 0 0 0 0,0 0 0 0 0,0-1 0 0 0,0 1 0 0 0,0 0 0 0 0,-1 0 0 0 0,1 0 0 0 0,0 0 0 0 0,0 1 0 0 0,0-1 0 0 0,-3 1 0 0 0,2 1 155 0 0,0-1 0 0 0,0 1 0 0 0,0 1 0 0 0,0-1 0 0 0,0 0 1 0 0,1 0-1 0 0,-1 1 0 0 0,1-1 0 0 0,-1 1 0 0 0,-1 4 0 0 0,-2 6 331 0 0,-1 1 1 0 0,2-1-1 0 0,0 1 0 0 0,0 0 0 0 0,2 1 0 0 0,-3 24 1 0 0,4 94 1972 0 0,3-71-1380 0 0,-9 438 1588 0 0,159 1606-2380 0 0,-84-1659-1028 0 0,5 51 1872 0 0,-42-110 505 0 0,-13-136-221 0 0,-15-214-1174 0 0,1-1 0 0 0,2 1 0 0 0,2-1 1 0 0,1-1-1 0 0,2 1 0 0 0,25 56 0 0 0,-35-91-282 0 0,0 0 0 0 0,0 0 1 0 0,0 0-1 0 0,0 0 0 0 0,1 0 0 0 0,-1-1 1 0 0,1 1-1 0 0,-1 0 0 0 0,1 0 0 0 0,-1-1 0 0 0,4 3 1 0 0,0-6-318 0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7.3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8290 0 0,'2'10'7357'0'0,"5"14"-4747"0"0,4 11-1287 0 0,25 99 1068 0 0,65 288-2640 0 0,-99-411 115 0 0,9 38-6144 0 0,-1-25-318 0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7.7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23 136 3225 0 0,'-1'0'257'0'0,"0"-1"0"0"0,0 1 0 0 0,0 0 0 0 0,-1-1 0 0 0,1 1 0 0 0,0-1-1 0 0,0 1 1 0 0,0-1 0 0 0,0 1 0 0 0,0-1 0 0 0,0 0 0 0 0,0 1 0 0 0,0-1 0 0 0,0 0 0 0 0,1 0 0 0 0,-1 0 0 0 0,0 0 0 0 0,0 0 0 0 0,1 0 0 0 0,-1 0 0 0 0,0 0 0 0 0,1 0 0 0 0,-1 0 0 0 0,0-2 0 0 0,1 2-49 0 0,1-1 0 0 0,-1 1 0 0 0,0-1 0 0 0,0 1 0 0 0,1-1-1 0 0,-1 1 1 0 0,1 0 0 0 0,-1-1 0 0 0,1 1 0 0 0,0 0 0 0 0,-1-1 0 0 0,1 1 0 0 0,0 0 0 0 0,0 0 0 0 0,0 0 0 0 0,2-2 0 0 0,6-5 532 0 0,0 0 1 0 0,0 0 0 0 0,19-9-1 0 0,-25 14-458 0 0,13-7 264 0 0,-8 4-201 0 0,1 0 0 0 0,0 1 0 0 0,0 0 1 0 0,1 1-1 0 0,13-6 0 0 0,-21 10-313 0 0,-1 0 0 0 0,1-1-1 0 0,0 1 1 0 0,-1 0-1 0 0,1 0 1 0 0,0 0-1 0 0,-1 0 1 0 0,1 0 0 0 0,0 0-1 0 0,-1 0 1 0 0,1 0-1 0 0,0 1 1 0 0,-1-1-1 0 0,1 1 1 0 0,-1-1 0 0 0,1 1-1 0 0,-1 0 1 0 0,1-1-1 0 0,-1 1 1 0 0,1 0-1 0 0,-1 0 1 0 0,0 0 0 0 0,1 0-1 0 0,-1 0 1 0 0,0 1-1 0 0,0-1 1 0 0,0 0-1 0 0,0 0 1 0 0,0 1 0 0 0,0-1-1 0 0,0 1 1 0 0,0-1-1 0 0,0 1 1 0 0,-1-1-1 0 0,1 1 1 0 0,-1 0 0 0 0,1-1-1 0 0,-1 1 1 0 0,1 2-1 0 0,1 8-16 0 0,-1 0-1 0 0,1-1 1 0 0,-2 1-1 0 0,0 0 1 0 0,0-1-1 0 0,-1 1 1 0 0,-2 12-1 0 0,-21 79 46 0 0,9-57-70 0 0,10-36 8 0 0,1 1 0 0 0,0 1 0 0 0,1-1 0 0 0,0 0-1 0 0,1 1 1 0 0,0 0 0 0 0,1-1 0 0 0,0 17 0 0 0,1-26 15 0 0,1-1-1 0 0,-1 0 1 0 0,0 0-1 0 0,0 1 1 0 0,1-1-1 0 0,-1 0 1 0 0,0 0 0 0 0,1 0-1 0 0,-1 0 1 0 0,1 0-1 0 0,0 0 1 0 0,-1 1-1 0 0,1-1 1 0 0,0-1-1 0 0,0 1 1 0 0,0 0 0 0 0,-1 0-1 0 0,1 0 1 0 0,0 0-1 0 0,0 0 1 0 0,0-1-1 0 0,0 1 1 0 0,3 1 0 0 0,-2-2 45 0 0,1 1 1 0 0,0 0 0 0 0,-1-1 0 0 0,1 0 0 0 0,0 0 0 0 0,0 1 0 0 0,-1-1 0 0 0,1-1-1 0 0,0 1 1 0 0,4-1 0 0 0,6-2 198 0 0,0-1-1 0 0,0-1 0 0 0,17-8 1 0 0,-27 12-250 0 0,124-71-2601 0 0,-121 69 2217 0 0,16-11-6702 0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8.6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131 182 5985 0 0,'-19'12'664'0'0,"1"0"-1"0"0,1 1 0 0 0,0 1 0 0 0,1 1 1 0 0,-24 27-1 0 0,40-42-611 0 0,-1 1 0 0 0,1-1 1 0 0,0 0-1 0 0,0 0 0 0 0,-1 0 0 0 0,1 1 1 0 0,0-1-1 0 0,0 0 0 0 0,-1 1 0 0 0,1-1 1 0 0,0 0-1 0 0,0 0 0 0 0,0 1 0 0 0,0-1 0 0 0,0 0 1 0 0,-1 1-1 0 0,1-1 0 0 0,0 0 0 0 0,0 1 1 0 0,0-1-1 0 0,0 0 0 0 0,0 1 0 0 0,0-1 1 0 0,0 1-1 0 0,0-1 0 0 0,0 0 0 0 0,0 1 1 0 0,0-1-1 0 0,1 0 0 0 0,-1 1 0 0 0,0-1 1 0 0,0 0-1 0 0,0 0 0 0 0,0 1 0 0 0,0-1 1 0 0,1 0-1 0 0,-1 1 0 0 0,0-1 0 0 0,0 0 1 0 0,0 0-1 0 0,1 1 0 0 0,-1-1 0 0 0,1 0 1 0 0,19 2 1187 0 0,23-12-124 0 0,-32 7-958 0 0,528-142 4347 0 0,-372 107-3465 0 0,-44 8-451 0 0,159-17 0 0 0,-30 16-423 0 0,-250 31-129 0 0,-1 0 0 0 0,1 0 0 0 0,-1 0 0 0 0,1 0 0 0 0,-1 1 0 0 0,1-1 0 0 0,-1 1-1 0 0,1-1 1 0 0,-1 1 0 0 0,1-1 0 0 0,-1 1 0 0 0,0 0 0 0 0,0 0 0 0 0,1 0 0 0 0,-1 0 0 0 0,0 0 0 0 0,0 0-1 0 0,0 0 1 0 0,0 0 0 0 0,0 0 0 0 0,0 0 0 0 0,0 1 0 0 0,0-1 0 0 0,-1 0 0 0 0,1 1 0 0 0,0-1-1 0 0,-1 0 1 0 0,1 1 0 0 0,-1-1 0 0 0,1 1 0 0 0,-1-1 0 0 0,0 2 0 0 0,3 10-2 0 0,-1 0 0 0 0,0 0 0 0 0,0 13 0 0 0,-1-3 46 0 0,15 244 122 0 0,-4-25-232 0 0,63 145-150 0 0,-60-320 171 0 0,-13-61 19 0 0,-1-1 1 0 0,0 1-1 0 0,-1-1 0 0 0,0 1 1 0 0,1-1-1 0 0,-2 1 1 0 0,1-1-1 0 0,-1 1 0 0 0,0-1 1 0 0,0 1-1 0 0,0-1 0 0 0,-1 0 1 0 0,1 0-1 0 0,-1 0 1 0 0,-5 9-1 0 0,2-7 29 0 0,0 0 0 0 0,0 0 1 0 0,0-1-1 0 0,-1 0 0 0 0,0 0 0 0 0,-1 0 1 0 0,1-1-1 0 0,-1 0 0 0 0,-10 6 0 0 0,-6 1 61 0 0,-2 0 1 0 0,0-2-1 0 0,0-1 0 0 0,-1 0 0 0 0,-36 6 0 0 0,-194 21-14 0 0,36-7-37 0 0,-154 37-140 0 0,269-42-13 0 0,-9 2-224 0 0,98-24 136 0 0,0 0 0 0 0,1-1 0 0 0,-1-1 0 0 0,0 0 0 0 0,-18-3 1 0 0,5-6-2135 0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48.8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23 134 3225 0 0,'-8'-67'3612'0'0,"-5"0"6248"0"0,12 83-5130 0 0,0 15-4234 0 0,27 554 1137 0 0,-26-523-1736 0 0,-1 23-335 0 0,3 1 0 0 0,17 97-1 0 0,-11-136-7456 0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50.7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53 1376 0 0,'-4'-33'846'0'0,"4"31"-597"0"0,0 1 0 0 0,0 0 0 0 0,0 0 0 0 0,0-1 0 0 0,1 1 0 0 0,-1 0-1 0 0,0 0 1 0 0,1-1 0 0 0,-1 1 0 0 0,1 0 0 0 0,-1 0 0 0 0,1 0 0 0 0,-1 0 0 0 0,2-1 0 0 0,3 25 4717 0 0,-4 18-3277 0 0,10 60 1 0 0,35 119-773 0 0,-15-85-84 0 0,137 585 1030 0 0,66 371 547 0 0,-228-1057-2340 0 0,129 792 797 0 0,-84-459-647 0 0,59 617 760 0 0,-99-328-784 0 0,-25-1 80 0 0,4-310-220 0 0,32 1010 375 0 0,-15-1173-414 0 0,29 344 93 0 0,2 108 36 0 0,-40-167-146 0 0,5 216 0 0 0,27-105 290 0 0,48-5 36 0 0,-62-496-250 0 0,4 18-51 0 0,10 111 1 0 0,-29-166-2359 0 0,-2-34 1138 0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52.0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124 1 10594 0 0,'-2'1'27'0'0,"-1"1"0"0"0,1 0 0 0 0,0 0 0 0 0,0 0 0 0 0,0 1 0 0 0,0-1 0 0 0,0 0 1 0 0,0 1-1 0 0,1-1 0 0 0,-1 1 0 0 0,1 0 0 0 0,-2 3 0 0 0,0 0 295 0 0,-13 26 94 0 0,2 2 0 0 0,1 0 1 0 0,1 1-1 0 0,2 0 1 0 0,1 1-1 0 0,2 0 0 0 0,2 0 1 0 0,-2 43-1 0 0,6 24-282 0 0,17 167 0 0 0,61 629-527 0 0,-60-468-765 0 0,-2-28 213 0 0,95 685 2321 0 0,-30-241-1296 0 0,-43-404-935 0 0,13 679 748 0 0,-40-709 669 0 0,1 268-711 0 0,1 10-169 0 0,43 349 721 0 0,-17-548 445 0 0,25 229 850 0 0,-16-486-486 0 0,-14-85-345 0 0,-17-74-546 0 0,7 37 195 0 0,-9-42 177 0 0,-10-56-318 0 0,0 0 0 0 0,-2 1-1 0 0,1-1 1 0 0,-2 1 0 0 0,0 0-1 0 0,-2 29 1 0 0,-4-36 264 0 0,2-7-1680 0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2:52.1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65 0 17972 0 0,'-15'23'800'0'0,"6"-13"160"0"0,0 1-768 0 0,2-4-192 0 0,4-2 0 0 0,1-1 0 0 0,-1 1 72 0 0,-1 4-72 0 0,-1 6 96 0 0,-2-1-96 0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26.8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51 175 456 0 0,'-2'-7'84'0'0,"1"0"1"0"0,0-1-1 0 0,0 1 1 0 0,1-14-1 0 0,-2-21 2829 0 0,2 39-2435 0 0,-1 1 0 0 0,1-1 0 0 0,-1 1 0 0 0,0-1 0 0 0,0 1 0 0 0,0-1 0 0 0,0 1 0 0 0,0 0 0 0 0,-1-1 0 0 0,1 1 0 0 0,-1 0 0 0 0,-2-3 0 0 0,0 0 886 0 0,0-1 0 0 0,0 0 0 0 0,0 0-1 0 0,1 0 1 0 0,0 0 0 0 0,-3-8 2979 0 0,9 19-4272 0 0,3 14-12 0 0,0 0 0 0 0,-1 1 0 0 0,-1-1 0 0 0,0 1 0 0 0,-2 0-1 0 0,0 32 1 0 0,1-7-1 0 0,8 112 24 0 0,-2-17 103 0 0,36 187 1 0 0,-41-309-186 0 0,0 0 0 0 0,-2 0 0 0 0,0 0 0 0 0,-1 1 0 0 0,-1-1 0 0 0,-2 26 0 0 0,3-30-2718 0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27.9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200 0 4145 0 0,'-12'11'6677'0'0,"-8"1"-3592"0"0,-13 11-1553 0 0,-10 17 876 0 0,29-29-1765 0 0,1 0-1 0 0,0 1 0 0 0,1 1 0 0 0,0 0 0 0 0,-13 21 1 0 0,25-34-632 0 0,0 1 0 0 0,-1-1 0 0 0,1 0 0 0 0,0 0 0 0 0,0 1 0 0 0,0-1 1 0 0,0 0-1 0 0,-1 1 0 0 0,1-1 0 0 0,0 0 0 0 0,0 1 0 0 0,0-1 0 0 0,0 0 1 0 0,0 1-1 0 0,0-1 0 0 0,0 0 0 0 0,0 1 0 0 0,0-1 0 0 0,0 1 0 0 0,0-1 0 0 0,0 0 1 0 0,0 1-1 0 0,0-1 0 0 0,0 0 0 0 0,0 1 0 0 0,0-1 0 0 0,1 0 0 0 0,-1 1 1 0 0,0-1-1 0 0,0 0 0 0 0,0 0 0 0 0,1 1 0 0 0,-1-1 0 0 0,14 4 96 0 0,21-9-94 0 0,-32 4 41 0 0,3 0-52 0 0,19-4 23 0 0,1 0 0 0 0,0 2 0 0 0,0 1-1 0 0,1 1 1 0 0,-1 1 0 0 0,41 5 0 0 0,-53-2-25 0 0,3-1 0 0 0,0 1 0 0 0,0 1 0 0 0,0 1 0 0 0,0 0 0 0 0,19 10 0 0 0,-35-15 0 0 0,-1 0 1 0 0,1 1-1 0 0,-1-1 1 0 0,1 0-1 0 0,-1 1 0 0 0,1-1 1 0 0,0 0-1 0 0,-1 1 1 0 0,0-1-1 0 0,1 1 1 0 0,-1-1-1 0 0,1 1 0 0 0,-1-1 1 0 0,0 1-1 0 0,1-1 1 0 0,-1 1-1 0 0,0 0 1 0 0,1-1-1 0 0,-1 1 0 0 0,0-1 1 0 0,0 1-1 0 0,0 0 1 0 0,0-1-1 0 0,1 1 1 0 0,-1-1-1 0 0,0 1 0 0 0,0 0 1 0 0,0 0-1 0 0,-11 17 31 0 0,-28 11 49 0 0,34-27-69 0 0,-28 20 14 0 0,-68 46 68 0 0,89-59-86 0 0,1 1 1 0 0,0 0-1 0 0,1 0 1 0 0,0 1-1 0 0,0 1 0 0 0,-7 12 1 0 0,16-23-9 0 0,0 0 0 0 0,0 1 0 0 0,0-1 0 0 0,0 0 0 0 0,0 0 0 0 0,1 1 1 0 0,-1-1-1 0 0,1 0 0 0 0,-1 1 0 0 0,1-1 0 0 0,-1 0 0 0 0,1 1 0 0 0,0-1 0 0 0,-1 1 0 0 0,1-1 0 0 0,0 1 1 0 0,0-1-1 0 0,0 0 0 0 0,0 1 0 0 0,1-1 0 0 0,-1 1 0 0 0,0-1 0 0 0,1 1 0 0 0,0 1 0 0 0,0-2-1 0 0,0 0-1 0 0,0 0 1 0 0,1 0-1 0 0,-1 0 0 0 0,0 0 1 0 0,1 0-1 0 0,-1-1 1 0 0,1 1-1 0 0,-1-1 0 0 0,1 1 1 0 0,-1-1-1 0 0,1 1 0 0 0,-1-1 1 0 0,1 0-1 0 0,0 0 1 0 0,-1 0-1 0 0,1 0 0 0 0,1 0 1 0 0,10 0-13 0 0,0-2 1 0 0,-1 0 0 0 0,1 0-1 0 0,13-5 1 0 0,-6 1 10 0 0,77-18-71 0 0,-88 22 69 0 0,-1 1-1 0 0,1 0 1 0 0,0 1 0 0 0,-1 0-1 0 0,1 0 1 0 0,0 1 0 0 0,0 0-1 0 0,16 4 1 0 0,-24-5 6 0 0,-1 1 0 0 0,1-1 0 0 0,0 0 0 0 0,0 1 0 0 0,-1-1 0 0 0,1 1 0 0 0,0-1 0 0 0,0 1 0 0 0,-1-1 0 0 0,1 1 0 0 0,0 0 0 0 0,-1-1 0 0 0,1 1 0 0 0,-1 0 0 0 0,1-1 0 0 0,-1 1 0 0 0,1 0 0 0 0,-1 0 0 0 0,0-1 0 0 0,1 1 0 0 0,-1 0 0 0 0,0 0 0 0 0,0 0 0 0 0,0 0 0 0 0,1 0 0 0 0,-1-1 0 0 0,0 1 0 0 0,0 0 0 0 0,0 0 0 0 0,0 0 0 0 0,0 0 0 0 0,0 0 0 0 0,-1-1 0 0 0,1 1 0 0 0,0 0 0 0 0,0 0 0 0 0,-1 0 0 0 0,1 0 0 0 0,0-1 0 0 0,-1 1 0 0 0,1 0 0 0 0,-1 0 0 0 0,1-1 0 0 0,-1 1 0 0 0,1 0 0 0 0,-1-1 0 0 0,0 1 0 0 0,-32 39 0 0 0,28-35 0 0 0,-65 61 0 0 0,48-48 0 0 0,0 2 0 0 0,2 1 0 0 0,-32 42 0 0 0,51-63-17 0 0,1 1 0 0 0,0-1 0 0 0,-1 1 1 0 0,1-1-1 0 0,-1 1 0 0 0,1-1 0 0 0,0 1 1 0 0,-1-1-1 0 0,1 1 0 0 0,0 0 0 0 0,0-1 0 0 0,0 1 1 0 0,-1 0-1 0 0,1-1 0 0 0,0 1 0 0 0,0-1 1 0 0,0 1-1 0 0,0 0 0 0 0,0-1 0 0 0,0 1 0 0 0,0 0 1 0 0,0-1-1 0 0,0 1 0 0 0,1 0 0 0 0,-1-1 1 0 0,0 1-1 0 0,0-1 0 0 0,0 1 0 0 0,1 0 0 0 0,0 0 1 0 0,0 0-73 0 0,0 0 0 0 0,0-1 0 0 0,0 1 0 0 0,1 0 0 0 0,-1-1 0 0 0,0 1 0 0 0,1-1 0 0 0,-1 1 0 0 0,0-1 0 0 0,1 0 0 0 0,-1 1 0 0 0,1-1 0 0 0,1 0 0 0 0,58-4-2696 0 0,-50 3 2301 0 0,8 0-2000 0 0,-14 2 1410 0 0,0-1 1 0 0,0 0-1 0 0,0-1 0 0 0,22-7 10711 0 0,-26 13-9190 0 0,25 175 2223 0 0,0-10-2594 0 0,-17-9-83 0 0,-6-77 271 0 0,18 109-1 0 0,-7-155-87 0 0,-4-15-96 0 0,-5-15-146 0 0,-5-8 25 0 0,0 0 1 0 0,0 0 0 0 0,0 0 0 0 0,0 0 0 0 0,1 0 0 0 0,-1 1 0 0 0,0-1 0 0 0,0 0 0 0 0,0 0 0 0 0,0 0 0 0 0,1 0 0 0 0,-1 0 0 0 0,0 0 0 0 0,0 0 0 0 0,0 0 0 0 0,0 0 0 0 0,0 0 0 0 0,1 0 0 0 0,-1 0-1 0 0,0 0 1 0 0,0 0 0 0 0,0 0 0 0 0,0 0 0 0 0,1 0 0 0 0,-1 0 0 0 0,0 0 0 0 0,0 0 0 0 0,0 0 0 0 0,0 0 0 0 0,0 0 0 0 0,1-1 0 0 0,-1 1 0 0 0,0 0 0 0 0,0 0 0 0 0,0 0 0 0 0,0 0 0 0 0,0 0 0 0 0,0 0 0 0 0,1 0-1 0 0,-1-1 1 0 0,0 1 0 0 0,0 0 0 0 0,0 0 0 0 0,0 0 0 0 0,0 0 0 0 0,0 0 0 0 0,0-1 0 0 0,0 1 0 0 0,0 0 0 0 0,0 0 0 0 0,0 0 0 0 0,0 0 0 0 0,0-1 0 0 0,0 1 0 0 0,0 0 0 0 0,0 0 0 0 0,0 0 0 0 0,0 0-1 0 0,0-1 1 0 0,0 1 0 0 0,0 0 0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29.0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271 116 6913 0 0,'0'-8'315'0'0,"0"0"-1"0"0,-1 0 0 0 0,0 1 0 0 0,0-1 0 0 0,-1 1 0 0 0,0-1 0 0 0,0 1 0 0 0,-1-1 0 0 0,-3-6 1 0 0,5 12-69 0 0,0 0-1 0 0,-1 0 1 0 0,1 0 0 0 0,0 0 0 0 0,-1 0 0 0 0,0 0 0 0 0,1 0 0 0 0,-1 0 0 0 0,0 1 0 0 0,0-1 0 0 0,0 1 0 0 0,0-1 0 0 0,0 1 0 0 0,0 0 0 0 0,-1-1 0 0 0,1 1 0 0 0,0 1 0 0 0,-1-1 0 0 0,1 0 0 0 0,0 0 0 0 0,-1 1 0 0 0,1 0 0 0 0,-1-1 0 0 0,1 1 0 0 0,-1 0 0 0 0,1 0 0 0 0,-1 0 0 0 0,1 1 0 0 0,-1-1 0 0 0,-3 1 0 0 0,-1 2-23 0 0,1 0 0 0 0,-1 0 1 0 0,0 0-1 0 0,1 1 0 0 0,0 0 1 0 0,0 0-1 0 0,0 0 0 0 0,0 1 1 0 0,1 0-1 0 0,0 0 0 0 0,0 0 1 0 0,-8 11-1 0 0,-4 9 120 0 0,-25 43 0 0 0,36-58-287 0 0,0 0-19 0 0,0 0 0 0 0,1 1 0 0 0,0 0-1 0 0,-5 17 1 0 0,10-26-36 0 0,-1 0 0 0 0,1 0 0 0 0,-1 1-1 0 0,1-1 1 0 0,0 0 0 0 0,0 0 0 0 0,0 1-1 0 0,0-1 1 0 0,0 0 0 0 0,0 0 0 0 0,0 1 0 0 0,1-1-1 0 0,0 0 1 0 0,-1 0 0 0 0,1 0 0 0 0,0 0-1 0 0,0 0 1 0 0,0 0 0 0 0,0 0 0 0 0,0 0 0 0 0,0 0-1 0 0,1 0 1 0 0,-1 0 0 0 0,1-1 0 0 0,-1 1-1 0 0,1 0 1 0 0,0-1 0 0 0,0 0 0 0 0,3 3 0 0 0,10 3-1 0 0,0 0 0 0 0,0-2 0 0 0,0 1 0 0 0,20 3 0 0 0,-16-4 0 0 0,1 0 0 0 0,24 12 0 0 0,-33-12 4 0 0,0 0 0 0 0,-1 1 0 0 0,0 0 0 0 0,0 1 0 0 0,0 0 0 0 0,16 16 0 0 0,-23-20-3 0 0,0 0 0 0 0,-1 1 0 0 0,0-1 0 0 0,1 1 0 0 0,-1-1 1 0 0,-1 1-1 0 0,1 0 0 0 0,0 0 0 0 0,-1-1 0 0 0,0 1 0 0 0,0 0 1 0 0,0 1-1 0 0,0-1 0 0 0,-1 0 0 0 0,0 0 0 0 0,0 0 0 0 0,0 0 1 0 0,0 0-1 0 0,0 0 0 0 0,-1 1 0 0 0,0-1 0 0 0,0 0 0 0 0,-2 5 1 0 0,-2 7 42 0 0,-2 1 0 0 0,0-1 1 0 0,-1-1-1 0 0,0 0 0 0 0,-1 0 1 0 0,-1-1-1 0 0,0 0 0 0 0,-1 0 1 0 0,-17 15-1 0 0,20-21-21 0 0,-2 0 0 0 0,1 0-1 0 0,-1 0 1 0 0,0-2 0 0 0,-1 1 0 0 0,0-1 0 0 0,0-1 0 0 0,0 0-1 0 0,-1 0 1 0 0,1-1 0 0 0,-1-1 0 0 0,0 0 0 0 0,-22 3-1 0 0,1-2-2430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29.5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4609 0 0,'4'2'16714'0'0,"7"27"-14006"0"0,3 15-5559 0 0,-8-21 4292 0 0,6 28-1919 0 0,-2 1 0 0 0,6 94 0 0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30.4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276 1 4145 0 0,'-38'28'3883'0'0,"9"-2"-2561"0"0,2 1 0 0 0,1 2 0 0 0,2 1 0 0 0,0 0 0 0 0,-34 63-1 0 0,56-90-1215 0 0,0 0 0 0 0,0 1-1 0 0,1-1 1 0 0,-1 1-1 0 0,1-1 1 0 0,0 1-1 0 0,0 0 1 0 0,1-1 0 0 0,-1 1-1 0 0,1 0 1 0 0,-1 0-1 0 0,1-1 1 0 0,0 1 0 0 0,1 0-1 0 0,-1 0 1 0 0,2 4-1 0 0,-1-5-30 0 0,1 0-1 0 0,-1 0 0 0 0,1-1 0 0 0,0 1 0 0 0,0 0 1 0 0,0-1-1 0 0,1 1 0 0 0,-1-1 0 0 0,0 1 0 0 0,1-1 1 0 0,0 0-1 0 0,-1 0 0 0 0,1-1 0 0 0,0 1 0 0 0,0 0 1 0 0,0-1-1 0 0,0 0 0 0 0,4 2 0 0 0,66 18 489 0 0,5 1-373 0 0,-71-20-181 0 0,-1 1-1 0 0,0 0 1 0 0,1 0 0 0 0,-1 1 0 0 0,0 0 0 0 0,-1 0 0 0 0,1 0-1 0 0,8 9 1 0 0,-12-10 0 0 0,-1-1 0 0 0,0 0 0 0 0,1 0 0 0 0,-1 1-1 0 0,0-1 1 0 0,-1 1 0 0 0,1-1 0 0 0,0 1 0 0 0,-1-1-1 0 0,1 1 1 0 0,-1 0 0 0 0,0-1 0 0 0,0 1 0 0 0,0-1-1 0 0,0 1 1 0 0,0 0 0 0 0,-1-1 0 0 0,1 1 0 0 0,-1-1 0 0 0,0 1-1 0 0,1-1 1 0 0,-1 1 0 0 0,0-1 0 0 0,-1 1 0 0 0,1-1-1 0 0,0 0 1 0 0,-1 0 0 0 0,-1 3 0 0 0,-7 9 242 0 0,0 0 0 0 0,0-1 0 0 0,-14 12 1 0 0,19-19-56 0 0,-32 29 361 0 0,-2-2 1 0 0,-80 54 0 0 0,97-72-560 0 0,21-14-179 0 0,-1 1 0 0 0,0-1 0 0 0,1 0 0 0 0,-1 1 0 0 0,1-1 0 0 0,-1 1 0 0 0,1-1 0 0 0,0 1 0 0 0,-1 0 0 0 0,1-1 0 0 0,0 1 0 0 0,0 0 1 0 0,0 0-1 0 0,0 0 0 0 0,1 0 0 0 0,-1 0 0 0 0,0 4 0 0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30.8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98 3681 0 0,'1'-5'558'0'0,"-1"-1"-1"0"0,1 1 1 0 0,0 0 0 0 0,0 0-1 0 0,1 0 1 0 0,0 0 0 0 0,0 0 0 0 0,0 0-1 0 0,0 0 1 0 0,1 1 0 0 0,4-8 0 0 0,-5 10-283 0 0,-1 0 1 0 0,1-1-1 0 0,0 1 1 0 0,0 0-1 0 0,0 0 1 0 0,0 0-1 0 0,0 0 1 0 0,0 1-1 0 0,1-1 1 0 0,-1 1-1 0 0,1-1 1 0 0,-1 1-1 0 0,1 0 1 0 0,-1 0 0 0 0,1 0-1 0 0,0 0 1 0 0,-1 0-1 0 0,1 0 1 0 0,0 1-1 0 0,0 0 1 0 0,-1-1-1 0 0,1 1 1 0 0,5 0-1 0 0,-7 1-222 0 0,1 0 0 0 0,-1 0-1 0 0,1 0 1 0 0,-1 0 0 0 0,1 0-1 0 0,-1 0 1 0 0,0 0 0 0 0,1 0-1 0 0,-1 0 1 0 0,0 1 0 0 0,0-1 0 0 0,0 0-1 0 0,0 1 1 0 0,0-1 0 0 0,0 1-1 0 0,-1-1 1 0 0,1 1 0 0 0,0-1-1 0 0,-1 1 1 0 0,1 0 0 0 0,-1-1-1 0 0,0 1 1 0 0,1 0 0 0 0,-1 2-1 0 0,4 44 418 0 0,-6-24-28 0 0,0 0-1 0 0,-10 41 0 0 0,7-42 333 0 0,1 0 0 0 0,-3 41 0 0 0,7-63-746 0 0,0-1 0 0 0,0 1-1 0 0,0 0 1 0 0,0 0-1 0 0,0-1 1 0 0,0 1-1 0 0,0 0 1 0 0,0 0-1 0 0,1-1 1 0 0,-1 1 0 0 0,0 0-1 0 0,0-1 1 0 0,1 1-1 0 0,-1 0 1 0 0,0-1-1 0 0,1 1 1 0 0,-1 0-1 0 0,0-1 1 0 0,1 1 0 0 0,-1-1-1 0 0,1 1 1 0 0,-1-1-1 0 0,1 1 1 0 0,0-1-1 0 0,-1 1 1 0 0,1-1-1 0 0,-1 1 1 0 0,1-1 0 0 0,0 0-1 0 0,-1 1 1 0 0,2-1-1 0 0,0 1 7 0 0,1-1 1 0 0,-1 0-1 0 0,0 0 0 0 0,0 0 0 0 0,1-1 1 0 0,-1 1-1 0 0,0-1 0 0 0,0 1 0 0 0,0-1 1 0 0,4-1-1 0 0,8-4 45 0 0,-1-1 0 0 0,18-12 0 0 0,-27 17-25 0 0,29-22-112 0 0,-1-1-1 0 0,32-33 1 0 0,-26 22-1843 0 0,-11 12-5981 0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31.8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225 50 7370 0 0,'-10'7'521'0'0,"0"-1"-1"0"0,0 1 1 0 0,-14 13 0 0 0,21-17-361 0 0,0 0 0 0 0,0 0 1 0 0,0 0-1 0 0,1 0 0 0 0,-1 1 0 0 0,1-1 0 0 0,0 1 0 0 0,-1 0 0 0 0,2 0 0 0 0,-1-1 0 0 0,0 1 0 0 0,1 1 0 0 0,-2 5 0 0 0,3-9-98 0 0,0-1-1 0 0,0 1 1 0 0,0 0-1 0 0,0-1 1 0 0,0 1-1 0 0,0-1 1 0 0,0 1-1 0 0,0 0 1 0 0,0-1-1 0 0,0 1 1 0 0,0 0-1 0 0,0-1 1 0 0,1 1-1 0 0,-1-1 1 0 0,0 1-1 0 0,0 0 1 0 0,1-1-1 0 0,-1 1 1 0 0,0-1-1 0 0,1 1 1 0 0,-1-1-1 0 0,1 1 1 0 0,-1-1-1 0 0,0 1 1 0 0,1-1-1 0 0,-1 1 1 0 0,1-1-1 0 0,0 1 1 0 0,1-1 39 0 0,-1 1-1 0 0,0-1 1 0 0,1 0 0 0 0,-1 0 0 0 0,1 1 0 0 0,-1-1-1 0 0,1 0 1 0 0,-1 0 0 0 0,0-1 0 0 0,1 1 0 0 0,-1 0 0 0 0,3-1-1 0 0,0 0 132 0 0,0 0 0 0 0,0 0 1 0 0,0-1-1 0 0,0 0 0 0 0,0 0 0 0 0,-1 0 0 0 0,1 0 0 0 0,4-4 0 0 0,-6 4-164 0 0,1-1-1 0 0,-1 0 1 0 0,0 0 0 0 0,0 0 0 0 0,0 0-1 0 0,0 0 1 0 0,0-1 0 0 0,-1 1 0 0 0,1 0-1 0 0,-1-1 1 0 0,0 1 0 0 0,0-1-1 0 0,-1 1 1 0 0,1-1 0 0 0,-1 0 0 0 0,1 1-1 0 0,-1-1 1 0 0,0 0 0 0 0,0 1 0 0 0,-1-1-1 0 0,1 0 1 0 0,-1 1 0 0 0,0-1 0 0 0,0 1-1 0 0,0-1 1 0 0,0 1 0 0 0,-1-1-1 0 0,1 1 1 0 0,-1 0 0 0 0,0 0 0 0 0,0 0-1 0 0,0 0 1 0 0,0 0 0 0 0,-1 0 0 0 0,1 0-1 0 0,-1 1 1 0 0,0-1 0 0 0,0 1 0 0 0,0 0-1 0 0,0 0 1 0 0,0 0 0 0 0,0 0 0 0 0,0 0-1 0 0,-1 1 1 0 0,1-1 0 0 0,0 1-1 0 0,-1 0 1 0 0,0 0 0 0 0,1 1 0 0 0,-1-1-1 0 0,1 1 1 0 0,-1-1 0 0 0,0 1 0 0 0,1 0-1 0 0,-1 0 1 0 0,-5 2 0 0 0,2-1-84 0 0,0 1 0 0 0,1 0 0 0 0,-1 0 0 0 0,1 1 0 0 0,-1 0-1 0 0,1 0 1 0 0,0 0 0 0 0,0 1 0 0 0,0 0 0 0 0,1 0 0 0 0,0 0 0 0 0,-1 1 0 0 0,2 0 0 0 0,-1 0 0 0 0,0 0 0 0 0,1 0 0 0 0,0 1 0 0 0,0 0 0 0 0,1 0 0 0 0,-1 0 0 0 0,1 0 0 0 0,1 0 0 0 0,-1 1 0 0 0,1-1 0 0 0,0 1 0 0 0,1 0 0 0 0,-1 0 0 0 0,1-1-1 0 0,1 1 1 0 0,-1 0 0 0 0,2 10 0 0 0,0-14-18 0 0,0 0 0 0 0,0 1 0 0 0,0-1 0 0 0,1 0 0 0 0,-1 0 0 0 0,1-1 0 0 0,0 1 0 0 0,0 0 0 0 0,0 0 0 0 0,0-1 0 0 0,0 1 0 0 0,1-1 0 0 0,-1 0 0 0 0,1 0 0 0 0,-1 0-1 0 0,1 0 1 0 0,0 0 0 0 0,0-1 0 0 0,0 1 0 0 0,0-1 0 0 0,0 0 0 0 0,0 1 0 0 0,1-1 0 0 0,-1-1 0 0 0,0 1 0 0 0,6 0 0 0 0,2 1 95 0 0,-1-1-1 0 0,1 0 1 0 0,0 0 0 0 0,-1-1 0 0 0,1-1-1 0 0,-1 0 1 0 0,15-3 0 0 0,-22 3-22 0 0,0 1 1 0 0,0-1-1 0 0,1 0 1 0 0,-1 0-1 0 0,0-1 1 0 0,0 1-1 0 0,-1 0 1 0 0,1-1-1 0 0,0 0 0 0 0,0 0 1 0 0,-1 0-1 0 0,1 0 1 0 0,-1 0-1 0 0,0 0 1 0 0,1-1-1 0 0,-1 1 1 0 0,0-1-1 0 0,0 0 1 0 0,-1 1-1 0 0,1-1 0 0 0,-1 0 1 0 0,1 0-1 0 0,-1 0 1 0 0,0 0-1 0 0,0 0 1 0 0,0 0-1 0 0,0 0 1 0 0,-1-1-1 0 0,1 1 1 0 0,-1 0-1 0 0,0 0 0 0 0,0-1 1 0 0,0 1-1 0 0,-1-5 1 0 0,0 3 13 0 0,0 0 1 0 0,-1 1-1 0 0,1-1 0 0 0,-1 1 1 0 0,0-1-1 0 0,0 1 0 0 0,0-1 1 0 0,-1 1-1 0 0,1 0 1 0 0,-1 0-1 0 0,0 1 0 0 0,0-1 1 0 0,0 0-1 0 0,-1 1 0 0 0,1 0 1 0 0,-1 0-1 0 0,0 0 1 0 0,0 0-1 0 0,0 0 0 0 0,0 1 1 0 0,-1 0-1 0 0,1 0 0 0 0,-6-2 1 0 0,8 4-54 0 0,0-1 0 0 0,-1 0 0 0 0,1 1 1 0 0,0 0-1 0 0,-1-1 0 0 0,1 1 0 0 0,0 0 0 0 0,-1 0 1 0 0,1 0-1 0 0,0 1 0 0 0,-1-1 0 0 0,1 1 0 0 0,0-1 1 0 0,-1 1-1 0 0,1 0 0 0 0,0-1 0 0 0,0 1 0 0 0,0 0 1 0 0,-1 1-1 0 0,-2 1 0 0 0,2 0 0 0 0,-1 0 1 0 0,1 1-1 0 0,0-1 0 0 0,0 1 1 0 0,0 0-1 0 0,0 0 1 0 0,1 0-1 0 0,0 0 0 0 0,0 0 1 0 0,-2 5-1 0 0,0 2-5 0 0,0 0 0 0 0,1 0-1 0 0,0 1 1 0 0,1-1 0 0 0,1 1 0 0 0,-1 0 0 0 0,2 20-1 0 0,1-24-73 0 0,0 0-1 0 0,1 0 0 0 0,0 0 1 0 0,0 0-1 0 0,1-1 0 0 0,0 1 0 0 0,0-1 1 0 0,0 1-1 0 0,1-1 0 0 0,1 0 0 0 0,6 9 1 0 0,-9-14 67 0 0,0 0 1 0 0,-1 0-1 0 0,1 0 1 0 0,0 0-1 0 0,0-1 1 0 0,1 1-1 0 0,-1 0 1 0 0,0-1-1 0 0,0 0 1 0 0,1 1-1 0 0,-1-1 1 0 0,1 0-1 0 0,-1 0 1 0 0,1-1-1 0 0,0 1 1 0 0,-1 0-1 0 0,1-1 1 0 0,0 1-1 0 0,-1-1 1 0 0,1 0-1 0 0,0 0 1 0 0,-1 0-1 0 0,1-1 1 0 0,0 1-1 0 0,-1 0 1 0 0,1-1-1 0 0,0 0 1 0 0,-1 0-1 0 0,1 1 1 0 0,-1-2-1 0 0,1 1 1 0 0,-1 0-1 0 0,0 0 1 0 0,1-1-1 0 0,-1 1 1 0 0,0-1-1 0 0,3-3 1 0 0,2-1 95 0 0,-1 0-1 0 0,0-1 1 0 0,0 1 0 0 0,-1-2 0 0 0,0 1-1 0 0,0-1 1 0 0,0 1 0 0 0,-1-1 0 0 0,0 0 0 0 0,-1-1-1 0 0,0 1 1 0 0,4-17 0 0 0,-6 20-52 0 0,1 0 0 0 0,-1 0 0 0 0,-1-1 0 0 0,1 1 0 0 0,-1 0 0 0 0,0-1 0 0 0,0 1 0 0 0,0-1 0 0 0,-1 1 0 0 0,0 0 0 0 0,0 0-1 0 0,0-1 1 0 0,-1 1 0 0 0,1 0 0 0 0,-1 0 0 0 0,-1 0 0 0 0,1 0 0 0 0,-1 1 0 0 0,1-1 0 0 0,-1 1 0 0 0,-1-1 0 0 0,-4-4 0 0 0,7 7-27 0 0,0 1-1 0 0,0 0 1 0 0,-1 1-1 0 0,1-1 1 0 0,0 0-1 0 0,-1 0 1 0 0,1 0-1 0 0,0 1 1 0 0,-1-1-1 0 0,1 1 1 0 0,-1-1-1 0 0,1 1 1 0 0,-1-1 0 0 0,1 1-1 0 0,-1 0 1 0 0,1 0-1 0 0,-1 0 1 0 0,1 0-1 0 0,-1 0 1 0 0,1 0-1 0 0,-1 0 1 0 0,1 0-1 0 0,-2 1 1 0 0,0 0-35 0 0,0 1 0 0 0,0-1 0 0 0,1 1 0 0 0,-1-1-1 0 0,1 1 1 0 0,-1 0 0 0 0,1 0 0 0 0,0 0 0 0 0,-1 0 0 0 0,-2 5 0 0 0,-2 2-227 0 0,1 0-1 0 0,0 0 1 0 0,1 0-1 0 0,0 1 1 0 0,-5 15-1 0 0,5-5-1244 0 0,0 0-1 0 0,1 0 0 0 0,-1 28 1 0 0,3-6-728 0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32.6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85 6913 0 0,'-5'3'241'0'0,"2"0"0"0"0,-1 0 1 0 0,0 0-1 0 0,1 0 0 0 0,-1 1 0 0 0,1-1 0 0 0,0 1 0 0 0,0 0 0 0 0,-4 7 0 0 0,-19 41 1671 0 0,25-49-1797 0 0,-1 0 0 0 0,1 0 1 0 0,0 1-1 0 0,0-1 1 0 0,0 0-1 0 0,0 1 0 0 0,1-1 1 0 0,-1 0-1 0 0,1 1 0 0 0,0-1 1 0 0,0 1-1 0 0,0-1 0 0 0,1 1 1 0 0,-1-1-1 0 0,1 0 1 0 0,0 1-1 0 0,0-1 0 0 0,0 0 1 0 0,0 1-1 0 0,0-1 0 0 0,1 0 1 0 0,-1 0-1 0 0,1 0 0 0 0,0 0 1 0 0,4 4-1 0 0,-3-4 18 0 0,1 0 0 0 0,-1 0 0 0 0,1-1 0 0 0,0 1 1 0 0,0-1-1 0 0,0 0 0 0 0,1 0 0 0 0,-1-1 0 0 0,0 1 0 0 0,1-1 0 0 0,-1 0 0 0 0,1 0 0 0 0,-1 0 0 0 0,1-1 0 0 0,-1 1 0 0 0,1-1 0 0 0,0 0 1 0 0,7-2-1 0 0,-6 2 5 0 0,-1-1 0 0 0,0 0 0 0 0,0 0 1 0 0,0 0-1 0 0,0-1 0 0 0,0 0 0 0 0,0 0 1 0 0,-1 0-1 0 0,1 0 0 0 0,-1-1 0 0 0,1 0 1 0 0,-1 0-1 0 0,0 0 0 0 0,0 0 0 0 0,0-1 1 0 0,0 0-1 0 0,-1 1 0 0 0,0-1 0 0 0,1-1 1 0 0,-1 1-1 0 0,-1 0 0 0 0,1-1 0 0 0,-1 1 1 0 0,3-6-1 0 0,-3 3-40 0 0,0 1 0 0 0,-1-1 1 0 0,1 0-1 0 0,-1 0 0 0 0,-1 0 1 0 0,1 0-1 0 0,-1 0 0 0 0,0 0 0 0 0,-1 0 1 0 0,0 0-1 0 0,0 0 0 0 0,0 0 0 0 0,-1 0 1 0 0,0 1-1 0 0,0-1 0 0 0,-1 0 0 0 0,-4-7 1 0 0,5 9-40 0 0,0 1 0 0 0,-1 0 0 0 0,1 1 0 0 0,-1-1-1 0 0,0 0 1 0 0,1 1 0 0 0,-2-1 0 0 0,1 1 0 0 0,0 0 0 0 0,-1 0 0 0 0,1 0 0 0 0,-1 1 0 0 0,0-1 0 0 0,-8-3 0 0 0,8 5-34 0 0,1 0 0 0 0,0 1-1 0 0,-1-1 1 0 0,1 1 0 0 0,-1 0 0 0 0,1 0 0 0 0,-1 0 0 0 0,1 0-1 0 0,-1 1 1 0 0,1-1 0 0 0,-1 1 0 0 0,1 0 0 0 0,0 0 0 0 0,-1 0-1 0 0,1 1 1 0 0,0-1 0 0 0,0 1 0 0 0,0-1 0 0 0,0 1-1 0 0,-3 3 1 0 0,-2 1-30 0 0,1-1 0 0 0,1 1 0 0 0,-1 0-1 0 0,1 1 1 0 0,0 0 0 0 0,-8 12 0 0 0,12-16-9 0 0,0 0 1 0 0,0 0-1 0 0,0 0 1 0 0,0 1-1 0 0,1-1 0 0 0,0 1 1 0 0,-1-1-1 0 0,1 0 1 0 0,1 1-1 0 0,-1 0 0 0 0,0-1 1 0 0,1 1-1 0 0,0 0 1 0 0,0-1-1 0 0,0 1 1 0 0,0-1-1 0 0,0 1 0 0 0,1 0 1 0 0,1 3-1 0 0,-1-5 22 0 0,0 0 0 0 0,1 0 0 0 0,-1 0 0 0 0,1 0 0 0 0,-1 0 0 0 0,1 0 0 0 0,0 0 0 0 0,0-1 0 0 0,0 1 0 0 0,0-1 0 0 0,0 0 0 0 0,0 1 0 0 0,0-1 0 0 0,0 0 0 0 0,0 0 0 0 0,1 0 0 0 0,-1-1 0 0 0,0 1 0 0 0,1 0 0 0 0,-1-1 0 0 0,1 0 0 0 0,-1 1 0 0 0,0-1-1 0 0,1 0 1 0 0,-1 0 0 0 0,5-1 0 0 0,0 1 21 0 0,0-1 0 0 0,-1 0 0 0 0,1 0 0 0 0,0-1 0 0 0,-1 1-1 0 0,1-1 1 0 0,-1-1 0 0 0,10-4 0 0 0,-13 5-41 0 0,0 0 0 0 0,0 0-1 0 0,0 0 1 0 0,0 0 0 0 0,-1 0 0 0 0,1-1-1 0 0,-1 1 1 0 0,0-1 0 0 0,0 1 0 0 0,0-1 0 0 0,0 0-1 0 0,0 0 1 0 0,0 0 0 0 0,-1 0 0 0 0,0 0-1 0 0,1-1 1 0 0,-1 1 0 0 0,0 0 0 0 0,-1 0 0 0 0,2-7-1 0 0,-2 5 48 0 0,0 1 0 0 0,-1-1 0 0 0,1 1-1 0 0,-1-1 1 0 0,0 1 0 0 0,0-1 0 0 0,-1 1 0 0 0,1 0-1 0 0,-1-1 1 0 0,0 1 0 0 0,0 0 0 0 0,0 0-1 0 0,-1 1 1 0 0,-3-6 0 0 0,2 4-28 0 0,0 1 1 0 0,-1-1-1 0 0,1 1 1 0 0,-1-1-1 0 0,0 1 1 0 0,0 0 0 0 0,-1 1-1 0 0,1-1 1 0 0,-1 1-1 0 0,-8-3 1 0 0,10 5-101 0 0,0-1 1 0 0,0 1-1 0 0,0 0 0 0 0,0 0 1 0 0,0 0-1 0 0,0 1 1 0 0,0 0-1 0 0,0 0 1 0 0,-1 0-1 0 0,1 0 1 0 0,0 0-1 0 0,0 1 1 0 0,0 0-1 0 0,0 0 1 0 0,0 0-1 0 0,-6 2 0 0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33.0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 9674 0 0,'-3'10'5563'0'0,"-3"15"-3204"0"0,5 13-1872 0 0,2-1 0 0 0,2 1 0 0 0,1 0 1 0 0,2-1-1 0 0,11 40 0 0 0,69 177 2183 0 0,-75-222-2622 0 0,32 109-754 0 0,-28-89-598 0 0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33.4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34 481 2304 0 0,'-6'-13'170'0'0,"0"0"-1"0"0,2 0 0 0 0,0-1 0 0 0,0 0 1 0 0,1 1-1 0 0,0-1 0 0 0,2 0 0 0 0,-1-16 0 0 0,2 12 412 0 0,2 0-1 0 0,0 0 0 0 0,1 0 0 0 0,0 1 1 0 0,2-1-1 0 0,0 1 0 0 0,11-24 0 0 0,-11 30-110 0 0,1 0-1 0 0,1 0 0 0 0,0 1 0 0 0,0 0 0 0 0,1 0 0 0 0,0 1 0 0 0,1 0 0 0 0,0 0 1 0 0,0 1-1 0 0,1 0 0 0 0,19-11 0 0 0,-18 13-113 0 0,54-30 1480 0 0,-62 35-1691 0 0,1-1 1 0 0,-1 0-1 0 0,1 1 1 0 0,0 0-1 0 0,-1 0 1 0 0,1 0-1 0 0,0 0 1 0 0,0 1-1 0 0,0 0 1 0 0,0-1-1 0 0,0 1 1 0 0,0 1-1 0 0,-1-1 1 0 0,1 0-1 0 0,5 2 1 0 0,-7-1-113 0 0,0 1 1 0 0,0-1-1 0 0,0 1 1 0 0,0 0-1 0 0,0 0 1 0 0,0 0 0 0 0,-1-1-1 0 0,1 2 1 0 0,0-1-1 0 0,-1 0 1 0 0,0 0-1 0 0,1 0 1 0 0,-1 1 0 0 0,0-1-1 0 0,0 0 1 0 0,0 1-1 0 0,-1-1 1 0 0,1 1-1 0 0,-1 0 1 0 0,1-1 0 0 0,-1 1-1 0 0,0-1 1 0 0,0 1-1 0 0,0-1 1 0 0,0 4-1 0 0,-1 8 3 0 0,0 0-1 0 0,-1 0 1 0 0,-3 15 0 0 0,-11 32 148 0 0,-2-1 1 0 0,-3-1 0 0 0,-50 100-1 0 0,64-146-137 0 0,-14 36 346 0 0,21-49-380 0 0,0 0-1 0 0,0 1 0 0 0,0-1 0 0 0,0 0 1 0 0,0 0-1 0 0,0 1 0 0 0,0-1 0 0 0,0 0 0 0 0,0 0 1 0 0,0 1-1 0 0,0-1 0 0 0,0 0 0 0 0,0 0 1 0 0,0 1-1 0 0,0-1 0 0 0,0 0 0 0 0,0 0 1 0 0,0 1-1 0 0,1-1 0 0 0,-1 0 0 0 0,0 0 0 0 0,0 1 1 0 0,0-1-1 0 0,0 0 0 0 0,0 0 0 0 0,1 0 1 0 0,-1 0-1 0 0,0 1 0 0 0,0-1 0 0 0,0 0 0 0 0,1 0 1 0 0,-1 0-1 0 0,0 0 0 0 0,0 0 0 0 0,1 0 1 0 0,-1 1-1 0 0,0-1 0 0 0,0 0 0 0 0,1 0 0 0 0,15 0 317 0 0,15-8 93 0 0,-30 8-409 0 0,65-23 118 0 0,-28 10 126 0 0,62-14-1 0 0,-85 25-217 0 0,-1 0 0 0 0,1 0 0 0 0,0 2 0 0 0,0 0 0 0 0,-1 0 0 0 0,1 2 0 0 0,28 5 0 0 0,-35-5-280 0 0,0-1-1 0 0,0 0 1 0 0,0 0 0 0 0,0-1 0 0 0,0 0 0 0 0,0 0-1 0 0,11-3 1 0 0,-6 2-454 0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33.7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24 6449 0 0,'-37'-24'13658'0'0,"46"47"-12352"0"0,-7-16-1141 0 0,15 42 668 0 0,-3 2-1 0 0,15 100 1 0 0,-5-20-470 0 0,-10-58 485 0 0,-8-37-783 0 0,15 51 0 0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38.9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111 285 3681 0 0,'-14'-16'1859'0'0,"1"0"1"0"0,-23-37-1 0 0,7 8 2466 0 0,14 20-183 0 0,11 17-1404 0 0,10 15-772 0 0,-6-6-1807 0 0,1 0-150 0 0,-1 1 0 0 0,1 0 0 0 0,0-1 0 0 0,-1 0 0 0 0,1 1 0 0 0,0-1 0 0 0,0 1 0 0 0,0-1 0 0 0,0 0 0 0 0,0 0 0 0 0,0 1 0 0 0,2 0 0 0 0,0 1 6 0 0,138 178 0 0 0,-112-148-16 0 0,1-1 0 0 0,2-2 1 0 0,39 30-1 0 0,-47-42 16 0 0,-6-4 46 0 0,0 0 0 0 0,39 21 0 0 0,-53-33-51 0 0,1 0 0 0 0,-1 0 0 0 0,0 0 0 0 0,1-1 0 0 0,-1 1 0 0 0,1-1 0 0 0,-1 0 0 0 0,1-1 0 0 0,-1 1 0 0 0,1-1 0 0 0,0 1 0 0 0,-1-2 0 0 0,1 1 0 0 0,0 0 0 0 0,-1-1 0 0 0,1 0 0 0 0,-1 0 0 0 0,1 0 0 0 0,-1-1 0 0 0,6-1 0 0 0,-6 0 42 0 0,0 0 0 0 0,0-1 0 0 0,0 1 0 0 0,0-1 0 0 0,-1 0 0 0 0,1 1 0 0 0,-1-2 0 0 0,0 1 0 0 0,0 0 0 0 0,-1 0 0 0 0,1-1 0 0 0,-1 0 0 0 0,0 1 0 0 0,0-1 0 0 0,1-5 0 0 0,3-13 218 0 0,7-47 0 0 0,-10 49-96 0 0,14-106 348 0 0,-9 54-450 0 0,23-88 0 0 0,-24 141-46 0 0,-6 20-93 0 0,-1-1 0 0 0,0 1 0 0 0,0-1 0 0 0,0 1 0 0 0,0 0 0 0 0,0-1 0 0 0,0 1 0 0 0,1 0 0 0 0,-1-1 1 0 0,0 1-1 0 0,0 0 0 0 0,0-1 0 0 0,1 1 0 0 0,-1 0 0 0 0,0-1 0 0 0,1 1 0 0 0,-1 0 0 0 0,0 0 0 0 0,1-1 0 0 0,-1 1 0 0 0,0 0 0 0 0,1 0 0 0 0,-1 0 0 0 0,0-1 1 0 0,1 1-1 0 0,-1 0 0 0 0,0 0 0 0 0,1 0 0 0 0,-1 0 0 0 0,1 0 0 0 0,-1 0 0 0 0,1 0 0 0 0,-1 0 0 0 0,0 0 0 0 0,1 0 0 0 0,-1 0 0 0 0,1 0 0 0 0,-1 0 0 0 0,0 0 1 0 0,1 0-1 0 0,-1 0 0 0 0,0 1 0 0 0,1-1 0 0 0,-1 0 0 0 0,1 0 0 0 0,-1 0 0 0 0,1 1 0 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39.3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23 7834 0 0,'0'0'106'0'0,"0"-1"1"0"0,-1 1 0 0 0,1 0 0 0 0,-1-1-1 0 0,1 1 1 0 0,4-20 8631 0 0,1 20-8034 0 0,-3 0-618 0 0,0 1 0 0 0,0-1 1 0 0,0 0-1 0 0,-1 1 0 0 0,1 0 0 0 0,0-1 1 0 0,0 1-1 0 0,-1 0 0 0 0,1 0 0 0 0,0 0 1 0 0,-1 0-1 0 0,1 0 0 0 0,-1 0 0 0 0,1 0 1 0 0,-1 1-1 0 0,2 2 0 0 0,0 0 120 0 0,0 0 0 0 0,0 1 0 0 0,-1 0 0 0 0,1 0 0 0 0,-1-1 0 0 0,1 8 0 0 0,79 295 1662 0 0,-54-189-1712 0 0,-22-94-190 0 0,-1 0 1 0 0,-1 0 0 0 0,1 39-1 0 0,-4-57-277 0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0.0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59 5985 0 0,'-2'0'478'0'0,"0"0"-1"0"0,0 0 1 0 0,1 0 0 0 0,-1 0-1 0 0,0 0 1 0 0,0 0-1 0 0,0-1 1 0 0,1 1 0 0 0,-1-1-1 0 0,0 1 1 0 0,1-1-1 0 0,-1 0 1 0 0,0 0-1 0 0,1 0 1 0 0,-1 0 0 0 0,1 0-1 0 0,-4-3 411 0 0,5 4-752 0 0,0 0 1 0 0,0-1 0 0 0,0 1-1 0 0,0 0 1 0 0,0-1-1 0 0,0 1 1 0 0,0 0 0 0 0,0-1-1 0 0,0 1 1 0 0,2-5 2186 0 0,-2 4-2187 0 0,20-9 1214 0 0,2 3-1110 0 0,1 1 0 0 0,0 1-1 0 0,30-3 1 0 0,-36 7-1639 0 0,-1 0 0 0 0,34 4 0 0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0.2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55 1376 0 0,'-2'2'-1019'0'0,"-6"7"1163"0"0,-1 16 9598 0 0,10-25-9564 0 0,16 0 4100 0 0,9-8-2386 0 0,1 0 0 0 0,26-15 0 0 0,49-28-3814 0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2.3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98 1 6913 0 0,'-4'0'312'0'0,"1"0"0"0"0,0 0 0 0 0,0 0 0 0 0,-1 1 0 0 0,1 0 0 0 0,0-1-1 0 0,0 1 1 0 0,0 1 0 0 0,0-1 0 0 0,0 0 0 0 0,0 1 0 0 0,0-1-1 0 0,0 1 1 0 0,0 0 0 0 0,1 0 0 0 0,-5 4 0 0 0,3-1 57 0 0,1-1-1 0 0,-1 1 1 0 0,1-1 0 0 0,0 1 0 0 0,1 0 0 0 0,-1 0 0 0 0,1 0-1 0 0,0 1 1 0 0,-2 5 0 0 0,0 7 152 0 0,1-1 0 0 0,1 1 0 0 0,0 0-1 0 0,2 0 1 0 0,1 22 0 0 0,1-5-231 0 0,2 0-1 0 0,2 0 1 0 0,1-1-1 0 0,1 0 1 0 0,2 0-1 0 0,2-1 1 0 0,0 0-1 0 0,23 39 1 0 0,-31-65-266 0 0,1 0 0 0 0,-1 0 0 0 0,1 0 0 0 0,1-1 0 0 0,-1 0 0 0 0,1 0 0 0 0,0 0 0 0 0,1-1 0 0 0,-1 0 0 0 0,1 0 0 0 0,8 4 0 0 0,-12-8-111 0 0,0 1 1 0 0,1-1 0 0 0,-1 1 0 0 0,0-1 0 0 0,1 0 0 0 0,0-1-1 0 0,-1 1 1 0 0,1-1 0 0 0,0 1 0 0 0,-1-1 0 0 0,1 0-1 0 0,-1-1 1 0 0,1 1 0 0 0,0 0 0 0 0,-1-1 0 0 0,1 0-1 0 0,-1 0 1 0 0,1 0 0 0 0,-1 0 0 0 0,1-1 0 0 0,-1 1-1 0 0,0-1 1 0 0,0 0 0 0 0,0 0 0 0 0,0 0 0 0 0,0 0-1 0 0,3-4 1 0 0,1 1-712 0 0,-1-1 0 0 0,1-1 0 0 0,-2 1 0 0 0,1-1 0 0 0,-1-1 0 0 0,9-14 0 0 0,-6 3-897 0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2.5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68 11979 0 0,'-2'-3'356'0'0,"0"-1"1"0"0,0 0-1 0 0,0 0 1 0 0,0 0 0 0 0,0 0-1 0 0,1 0 1 0 0,0 0-1 0 0,0 0 1 0 0,0-1 0 0 0,0 1-1 0 0,1 0 1 0 0,0-1-1 0 0,0 1 1 0 0,0-6 0 0 0,2 12-586 0 0,0 0-1 0 0,0 0 1 0 0,0 1 0 0 0,0-1 0 0 0,0 1 0 0 0,-1-1 0 0 0,1 1 0 0 0,-1 0-1 0 0,0 0 1 0 0,1 3 0 0 0,11 34-18 0 0,-5-16 194 0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2.9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1 7834 0 0,'-2'0'297'0'0,"1"0"0"0"0,-1 0 0 0 0,1 1 0 0 0,-1-1 0 0 0,0 1 1 0 0,1-1-1 0 0,-1 1 0 0 0,1 0 0 0 0,-1 0 0 0 0,1-1 0 0 0,-1 1 1 0 0,1 0-1 0 0,0 0 0 0 0,-1 1 0 0 0,1-1 0 0 0,0 0 0 0 0,0 0 0 0 0,0 0 1 0 0,0 1-1 0 0,0-1 0 0 0,0 1 0 0 0,0-1 0 0 0,1 1 0 0 0,-1-1 1 0 0,0 1-1 0 0,1-1 0 0 0,-1 1 0 0 0,1 0 0 0 0,0-1 0 0 0,-1 1 0 0 0,1 0 1 0 0,0 1-1 0 0,-1 9 591 0 0,0-1 0 0 0,0 1 0 0 0,2 16 1 0 0,0-22-875 0 0,5 51 796 0 0,18 79 0 0 0,-2-22-256 0 0,1 40-2949 0 0,-18-122-5188 0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3.4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8290 0 0,'2'15'9020'0'0,"9"0"-8952"0"0,-5-7 542 0 0,8 23 142 0 0,-1 0 1 0 0,-1 1 0 0 0,-2 1-1 0 0,12 60 1 0 0,-12-45-375 0 0,28 143-114 0 0,-28-110-4546 0 0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3.7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16 501 1376 0 0,'-5'-25'815'0'0,"1"0"0"0"0,0 0-1 0 0,2 0 1 0 0,1-1 0 0 0,2 1 0 0 0,0-1-1 0 0,1 1 1 0 0,2 0 0 0 0,0 0-1 0 0,9-27 1 0 0,-8 41-456 0 0,-1 1-1 0 0,1 0 0 0 0,1 0 1 0 0,0 1-1 0 0,0-1 1 0 0,1 1-1 0 0,0 1 0 0 0,0-1 1 0 0,1 1-1 0 0,1 1 1 0 0,-1-1-1 0 0,17-10 0 0 0,-9 8 282 0 0,1 0 0 0 0,0 1 0 0 0,0 0 0 0 0,1 2 0 0 0,0 0-1 0 0,31-7 1 0 0,-46 13-564 0 0,-1 0 1 0 0,1 1-1 0 0,0-1 0 0 0,-1 1 1 0 0,1-1-1 0 0,0 1 0 0 0,0 0 1 0 0,-1 0-1 0 0,1 0 0 0 0,0 1 1 0 0,0-1-1 0 0,-1 1 0 0 0,1-1 1 0 0,0 1-1 0 0,-1 0 0 0 0,1 0 1 0 0,0 0-1 0 0,-1 0 0 0 0,0 1 0 0 0,1-1 1 0 0,2 3-1 0 0,-4-2-57 0 0,1 0-1 0 0,-1 0 1 0 0,0 1-1 0 0,1-1 1 0 0,-1 1-1 0 0,0-1 1 0 0,-1 0 0 0 0,1 1-1 0 0,0 0 1 0 0,-1-1-1 0 0,0 1 1 0 0,1-1-1 0 0,-1 1 1 0 0,0 0-1 0 0,0-1 1 0 0,0 1 0 0 0,-1 0-1 0 0,1-1 1 0 0,-1 1-1 0 0,1-1 1 0 0,-1 1-1 0 0,-2 3 1 0 0,-6 19 115 0 0,-2 0 1 0 0,0-1-1 0 0,-2 0 0 0 0,-20 27 0 0 0,-18 37-86 0 0,46-79-45 0 0,0 1 0 0 0,1 0-1 0 0,0 0 1 0 0,1 0 0 0 0,0 0 0 0 0,-3 17 0 0 0,6-24 26 0 0,0-1 1 0 0,0 1-1 0 0,0-1 1 0 0,0 1-1 0 0,0-1 1 0 0,1 1-1 0 0,-1-1 1 0 0,1 1-1 0 0,0-1 1 0 0,0 1-1 0 0,0-1 0 0 0,0 0 1 0 0,0 1-1 0 0,0-1 1 0 0,0 0-1 0 0,1 0 1 0 0,-1 0-1 0 0,1 0 1 0 0,0 0-1 0 0,-1 0 1 0 0,1 0-1 0 0,0-1 0 0 0,0 1 1 0 0,0-1-1 0 0,0 1 1 0 0,0-1-1 0 0,1 0 1 0 0,-1 0-1 0 0,0 0 1 0 0,1 0-1 0 0,-1 0 1 0 0,5 1-1 0 0,29 6-183 0 0,1-2 1 0 0,0-1-1 0 0,1-2 0 0 0,72-2 0 0 0,-62-2-1307 0 0,-30 1-6111 0 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4.1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0 9098 0 0,'-12'1'7725'0'0,"25"32"-3362"0"0,-11-28-4961 0 0,3 11 1074 0 0,-1 0-1 0 0,0 0 1 0 0,-1 1-1 0 0,-1 0 0 0 0,0 31 1 0 0,3 25-933 0 0,0-42 524 0 0,1 0 1 0 0,1-1 0 0 0,1 0-1 0 0,2 0 1 0 0,1-1 0 0 0,2 0-1 0 0,30 52 1 0 0,-20-51-548 0 0,-20-25 384 0 0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7.4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139 106 456 0 0,'-28'-50'4133'0'0,"4"-5"6830"0"0,24 55-10894 0 0,-10 9 1843 0 0,-5 10-962 0 0,15-19-957 0 0,-8 12 205 0 0,0 1-1 0 0,1 0 1 0 0,0 0 0 0 0,1 0-1 0 0,1 1 1 0 0,0 0 0 0 0,1 0 0 0 0,0 1-1 0 0,1-1 1 0 0,1 1 0 0 0,-1 17-1 0 0,3-29-179 0 0,0 0 0 0 0,1 1-1 0 0,-1-1 1 0 0,1 1 0 0 0,0-1 0 0 0,0 1-1 0 0,0-1 1 0 0,0 0 0 0 0,0 0-1 0 0,1 0 1 0 0,-1 1 0 0 0,1-1-1 0 0,0-1 1 0 0,0 1 0 0 0,0 0-1 0 0,1 0 1 0 0,-1-1 0 0 0,1 1-1 0 0,-1-1 1 0 0,1 0 0 0 0,0 0-1 0 0,0 0 1 0 0,0 0 0 0 0,0 0-1 0 0,3 1 1 0 0,10 3 13 0 0,-1 0 1 0 0,1-1-1 0 0,0-1 0 0 0,20 3 0 0 0,13 5 150 0 0,-31-7-167 0 0,0 2 1 0 0,34 17-1 0 0,-46-21 42 0 0,0 0-1 0 0,-1 1 0 0 0,1 0 1 0 0,-1 0-1 0 0,0 1 0 0 0,0-1 1 0 0,0 1-1 0 0,0 0 1 0 0,-1 0-1 0 0,0 1 0 0 0,7 11 1 0 0,-10-13-72 0 0,1 1-1 0 0,-1 0 1 0 0,0-1 0 0 0,0 1 0 0 0,-1 0-1 0 0,0-1 1 0 0,1 1 0 0 0,-1 0 0 0 0,-1 0-1 0 0,1-1 1 0 0,-1 1 0 0 0,0 0 0 0 0,0 0-1 0 0,0-1 1 0 0,-1 1 0 0 0,1-1 0 0 0,-1 0-1 0 0,0 1 1 0 0,0-1 0 0 0,-1 0 0 0 0,1 0-1 0 0,-1 0 1 0 0,0 0 0 0 0,-4 3 0 0 0,-10 12 156 0 0,0-1 1 0 0,-2-1 0 0 0,-26 20 0 0 0,32-27-94 0 0,4-1 34 0 0,-1-2 1 0 0,0 1 0 0 0,0-1-1 0 0,-1-1 1 0 0,1 1 0 0 0,-2-2-1 0 0,1 0 1 0 0,0 0-1 0 0,-1-1 1 0 0,0 0 0 0 0,0-1-1 0 0,0-1 1 0 0,0 0-1 0 0,-19 1 1 0 0,30-3-294 0 0,0 1 1 0 0,0-1-1 0 0,0 0 0 0 0,0 1 0 0 0,0-1 1 0 0,0 1-1 0 0,0-1 0 0 0,1 1 0 0 0,-1-1 1 0 0,0 1-1 0 0,0 0 0 0 0,0-1 0 0 0,1 1 1 0 0,-1 0-1 0 0,0 0 0 0 0,1 0 1 0 0,-1 0-1 0 0,0-1 0 0 0,1 1 0 0 0,-1 0 1 0 0,1 0-1 0 0,0 0 0 0 0,-1 0 0 0 0,1 0 1 0 0,0 0-1 0 0,0 0 0 0 0,-1 0 0 0 0,1 0 1 0 0,0 0-1 0 0,0 0 0 0 0,0 0 0 0 0,0 1 1 0 0,0-1-1 0 0,0 0 0 0 0,1 0 1 0 0,-1 0-1 0 0,0 0 0 0 0,1 2 0 0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7.8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3225 0 0,'0'8'14787'0'0,"5"15"-13932"0"0,1 0 0 0 0,1-1 1 0 0,0 0-1 0 0,15 27 0 0 0,15 44-267 0 0,-24-46-502 0 0,-2 1 1 0 0,-2 0 0 0 0,-2 1-1 0 0,1 85 1 0 0,-11-105-29 0 0,3-28-93 0 0,-1 0-1 0 0,1 0 0 0 0,0 0 1 0 0,0-1-1 0 0,-1 1 1 0 0,1 0-1 0 0,0 0 1 0 0,-1 0-1 0 0,1 0 1 0 0,-1-1-1 0 0,1 1 1 0 0,-1 0-1 0 0,0-1 1 0 0,1 1-1 0 0,-1 0 1 0 0,0-1-1 0 0,1 1 1 0 0,-1-1-1 0 0,0 1 1 0 0,0-1-1 0 0,1 1 0 0 0,-1-1 1 0 0,0 1-1 0 0,0-1 1 0 0,0 0-1 0 0,0 1 1 0 0,0-1-1 0 0,-1 0 1 0 0,2-17-6291 0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8.3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166 1 3225 0 0,'-18'8'1222'0'0,"1"1"-1"0"0,-24 16 1 0 0,-27 15 3771 0 0,47-21 2158 0 0,35-22-5530 0 0,42-18-1129 0 0,84-17-1 0 0,-109 31-325 0 0,1 2 0 0 0,0 2 0 0 0,-1 1 1 0 0,46 2-1 0 0,-23 13-166 0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8.8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224 21 920 0 0,'-2'-2'405'0'0,"0"0"-1"0"0,0 0 0 0 0,-1 0 1 0 0,1 1-1 0 0,0-1 0 0 0,-1 1 1 0 0,0-1-1 0 0,1 1 0 0 0,-1 0 1 0 0,0 0-1 0 0,1 0 0 0 0,-1 0 1 0 0,0 1-1 0 0,0-1 0 0 0,0 1 1 0 0,0 0-1 0 0,0-1 0 0 0,-4 2 1 0 0,2-1 163 0 0,-1 1 0 0 0,1 0-1 0 0,-1 1 1 0 0,1 0 0 0 0,-1 0 0 0 0,1 0 0 0 0,0 0 0 0 0,-10 7 0 0 0,2-1 211 0 0,1 2 1 0 0,0 0-1 0 0,0 0 1 0 0,1 1 0 0 0,0 0-1 0 0,-10 15 1 0 0,19-23-730 0 0,0 0 0 0 0,0-1 0 0 0,0 1 0 0 0,0 0 0 0 0,1 1 0 0 0,-1-1 0 0 0,1 0 1 0 0,0 0-1 0 0,0 0 0 0 0,0 1 0 0 0,0-1 0 0 0,0 1 0 0 0,1-1 0 0 0,0 1 0 0 0,-1-1 0 0 0,1 1 0 0 0,1-1 1 0 0,0 5-1 0 0,0-4-4 0 0,0 0 1 0 0,1-1-1 0 0,0 1 1 0 0,0 0 0 0 0,0-1-1 0 0,0 1 1 0 0,1-1 0 0 0,-1 0-1 0 0,1 0 1 0 0,0 0-1 0 0,0 0 1 0 0,0 0 0 0 0,0 0-1 0 0,0-1 1 0 0,4 3-1 0 0,73 40-76 0 0,-55-33 4 0 0,-1 2 1 0 0,0 1 0 0 0,26 20 0 0 0,-45-30 21 0 0,1-1 1 0 0,-1 1 0 0 0,0 1-1 0 0,-1-1 1 0 0,1 1 0 0 0,-1 0-1 0 0,0 0 1 0 0,0 0 0 0 0,-1 0-1 0 0,0 0 1 0 0,0 1 0 0 0,-1 0-1 0 0,1 0 1 0 0,-1-1-1 0 0,-1 1 1 0 0,1 0 0 0 0,-1 9-1 0 0,-1-9 54 0 0,0 0-1 0 0,-1 0 1 0 0,0 0-1 0 0,-1 0 0 0 0,0 0 1 0 0,0 0-1 0 0,0 0 1 0 0,-1 0-1 0 0,0-1 0 0 0,0 1 1 0 0,-1-1-1 0 0,0 0 1 0 0,0 0-1 0 0,0 0 0 0 0,-1-1 1 0 0,-5 6-1 0 0,4-4 14 0 0,-1-1 0 0 0,0 0 0 0 0,0 0 0 0 0,0 0 0 0 0,-1-1 0 0 0,1 0 0 0 0,-1-1 0 0 0,-1 0-1 0 0,1 0 1 0 0,0-1 0 0 0,-1 0 0 0 0,-11 3 0 0 0,20-6-167 0 0,-1 0 1 0 0,1 0-1 0 0,0 0 0 0 0,-1 1 1 0 0,1-1-1 0 0,-1 0 0 0 0,1 0 1 0 0,0 0-1 0 0,-1 0 0 0 0,1 0 1 0 0,0 0-1 0 0,-1 0 0 0 0,1 0 0 0 0,-1 0 1 0 0,1 0-1 0 0,0-1 0 0 0,-1 1 1 0 0,1 0-1 0 0,0 0 0 0 0,-1 0 1 0 0,1 0-1 0 0,0-1 0 0 0,-1 1 1 0 0,1 0-1 0 0,0 0 0 0 0,-1 0 1 0 0,1-1-1 0 0,0 1 0 0 0,0 0 0 0 0,-1-1 1 0 0,1 1-1 0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9.2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64 7834 0 0,'-1'0'135'0'0,"0"-1"0"0"0,0 1 0 0 0,1 0 0 0 0,-1-1 0 0 0,0 1 0 0 0,0-1 0 0 0,0 1 0 0 0,1-1 0 0 0,-1 0 0 0 0,0 1 0 0 0,0-1 0 0 0,1 0 0 0 0,-1 1 0 0 0,1-1 0 0 0,-1 0 0 0 0,1 0 0 0 0,-1 0 0 0 0,1 1 0 0 0,-1-1 0 0 0,1 0 0 0 0,0 0 0 0 0,-1 0 0 0 0,1 0 0 0 0,0 0 0 0 0,0 0 0 0 0,0 0 0 0 0,0 0 0 0 0,-1 0 0 0 0,1 0 0 0 0,1 0 0 0 0,-1 0 0 0 0,0 0 0 0 0,0 0 0 0 0,0 1 0 0 0,0-1 0 0 0,1 0 0 0 0,-1 0 0 0 0,0 0 0 0 0,2-2 0 0 0,-1 1 2 0 0,-1 1 0 0 0,1-1 0 0 0,0 0-1 0 0,1 0 1 0 0,-1 0 0 0 0,0 1 0 0 0,0-1 0 0 0,1 0 0 0 0,-1 1-1 0 0,1-1 1 0 0,0 1 0 0 0,-1 0 0 0 0,1 0 0 0 0,0-1 0 0 0,0 1 0 0 0,-1 0-1 0 0,1 0 1 0 0,2 0 0 0 0,-1 0-120 0 0,0 0 0 0 0,0 1 1 0 0,0 0-1 0 0,1-1 0 0 0,-1 1 0 0 0,0 0 0 0 0,0 0 1 0 0,0 1-1 0 0,0-1 0 0 0,0 1 0 0 0,0-1 0 0 0,0 1 1 0 0,0 0-1 0 0,0 0 0 0 0,0 1 0 0 0,0-1 0 0 0,-1 0 1 0 0,1 1-1 0 0,0 0 0 0 0,-1-1 0 0 0,1 1 0 0 0,-1 0 0 0 0,0 1 1 0 0,1-1-1 0 0,-1 0 0 0 0,0 0 0 0 0,-1 1 0 0 0,1 0 1 0 0,0-1-1 0 0,-1 1 0 0 0,1 0 0 0 0,-1-1 0 0 0,0 1 1 0 0,0 0-1 0 0,2 6 0 0 0,1 9 226 0 0,0 1 1 0 0,0 0 0 0 0,-2 0-1 0 0,0 30 1 0 0,-1-38-118 0 0,-1 6 187 0 0,-1 0-1 0 0,-4 19 1 0 0,3-23 206 0 0,0 0 1 0 0,1 1-1 0 0,1-1 1 0 0,1 19 0 0 0,-1-31-485 0 0,0 0 0 0 0,0-1 0 0 0,0 1 0 0 0,0-1 0 0 0,1 1 1 0 0,-1-1-1 0 0,0 1 0 0 0,0-1 0 0 0,1 1 0 0 0,-1-1 1 0 0,0 1-1 0 0,0-1 0 0 0,1 1 0 0 0,-1-1 0 0 0,1 1 1 0 0,-1-1-1 0 0,0 0 0 0 0,1 1 0 0 0,-1-1 0 0 0,1 0 0 0 0,-1 1 1 0 0,1-1-1 0 0,-1 0 0 0 0,1 0 0 0 0,-1 1 0 0 0,1-1 1 0 0,-1 0-1 0 0,1 0 0 0 0,-1 0 0 0 0,2 1 0 0 0,20-5 383 0 0,19-15-187 0 0,102-58-1048 0 0,-122 65-9 0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9.6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44 3025 0 0,'-2'-1'121'0'0,"0"0"1"0"0,0-1 0 0 0,0 1 0 0 0,0 0 0 0 0,-1 0-1 0 0,1 0 1 0 0,0 0 0 0 0,0 1 0 0 0,-1-1 0 0 0,1 1-1 0 0,0-1 1 0 0,-1 1 0 0 0,-4 0 0 0 0,-38 1 5240 0 0,16 1 1611 0 0,37 0-5910 0 0,13-1-708 0 0,210-36 1528 0 0,-214 32-2541 0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49.8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7370 0 0,'10'2'13088'0'0,"-4"-5"-14857"0"0,97-52 3044 0 0,-84 46-1803 0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0.4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0 8754 0 0,'-3'3'301'0'0,"-1"-1"0"0"0,1 0 0 0 0,0 1 0 0 0,1 0 0 0 0,-1-1 0 0 0,0 1 1 0 0,1 0-1 0 0,0 0 0 0 0,0 1 0 0 0,0-1 0 0 0,0 0 0 0 0,0 1 0 0 0,0-1 0 0 0,1 1 0 0 0,0 0 0 0 0,-2 5 0 0 0,0 5 443 0 0,0 1-1 0 0,-2 28 0 0 0,4-16-347 0 0,1-1 1 0 0,2 0-1 0 0,0 1 0 0 0,2-1 0 0 0,1 0 1 0 0,1-1-1 0 0,1 1 0 0 0,19 44 0 0 0,-20-58-288 0 0,0 0-1 0 0,1 0 1 0 0,0 0-1 0 0,1-1 0 0 0,1 0 1 0 0,0 0-1 0 0,0-1 1 0 0,13 11-1 0 0,-15-16-50 0 0,1 1 1 0 0,0-1-1 0 0,-1 0 1 0 0,2-1-1 0 0,-1 0 1 0 0,0 0-1 0 0,1-1 1 0 0,0 0-1 0 0,0 0 0 0 0,0-1 1 0 0,0 0-1 0 0,0-1 1 0 0,11 1-1 0 0,-14-2-220 0 0,0 0 0 0 0,-1 0 0 0 0,1-1 0 0 0,0 1 0 0 0,0-1 0 0 0,-1 0 0 0 0,1-1 0 0 0,-1 1 0 0 0,1-1 0 0 0,-1 0 0 0 0,0-1 0 0 0,0 1 0 0 0,0-1 0 0 0,0 0 0 0 0,0 0 0 0 0,6-7 0 0 0,5-5-6622 0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0.6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3 9218 0 0,'-20'1'-11'0'0,"12"0"1786"0"0,0-1 0 0 0,0 0 0 0 0,0-1 0 0 0,0 1 0 0 0,-12-4 1 0 0,33 4-2365 0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1.0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5 10594 0 0,'-5'-4'1450'0'0,"4"13"681"0"0,2 16 463 0 0,-1-24-2891 0 0,33 166 5102 0 0,-21-66-4225 0 0,-9-61-672 0 0,2-1-1 0 0,1 0 1 0 0,14 43-1 0 0,-5-52-3321 0 0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1.2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46 5065 0 0,'-18'-20'547'0'0,"15"17"323"0"0,1 0 0 0 0,-1 0 0 0 0,0 0-1 0 0,0 0 1 0 0,0 0 0 0 0,0 1 0 0 0,-4-4 0 0 0,7 19 3887 0 0,9 20-3073 0 0,70 151 1276 0 0,4 9-2313 0 0,-69-152-1261 0 0,-1-1 0 0 0,14 83-1 0 0,-27-121 411 0 0,2 6-1322 0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1.6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13 163 6913 0 0,'-1'-2'130'0'0,"-1"0"-1"0"0,1 0 0 0 0,0 0 0 0 0,0 0 0 0 0,0 0 0 0 0,0 0 1 0 0,0 0-1 0 0,0 0 0 0 0,0-1 0 0 0,1 1 0 0 0,0 0 0 0 0,-1-1 1 0 0,1 1-1 0 0,0 0 0 0 0,0-1 0 0 0,0 1 0 0 0,0 0 0 0 0,0 0 1 0 0,1-1-1 0 0,0-1 0 0 0,0-1 138 0 0,1 0 1 0 0,0 0-1 0 0,0 1 1 0 0,0-1-1 0 0,1 1 1 0 0,0 0-1 0 0,0-1 1 0 0,0 1-1 0 0,4-4 1 0 0,-1 2 49 0 0,1-1 0 0 0,0 1 0 0 0,0 0 0 0 0,1 0 0 0 0,0 1 0 0 0,0 0 0 0 0,0 1 0 0 0,0-1-1 0 0,1 2 1 0 0,9-4 0 0 0,-14 6-260 0 0,1-1-1 0 0,-1 1 0 0 0,1 0 0 0 0,0 1 0 0 0,-1-1 1 0 0,1 1-1 0 0,0 0 0 0 0,-1 0 0 0 0,1 1 0 0 0,0-1 0 0 0,0 1 1 0 0,-1 0-1 0 0,1 0 0 0 0,-1 1 0 0 0,1-1 0 0 0,-1 1 1 0 0,0 0-1 0 0,1 0 0 0 0,-1 0 0 0 0,0 1 0 0 0,0 0 1 0 0,-1-1-1 0 0,1 1 0 0 0,0 1 0 0 0,-1-1 0 0 0,0 0 1 0 0,0 1-1 0 0,0 0 0 0 0,0 0 0 0 0,-1 0 0 0 0,1 0 1 0 0,-1 0-1 0 0,0 0 0 0 0,0 1 0 0 0,-1-1 0 0 0,1 0 1 0 0,-1 1-1 0 0,0 0 0 0 0,0-1 0 0 0,0 1 0 0 0,-1 0 0 0 0,0-1 1 0 0,0 9-1 0 0,-2 19 324 0 0,-1 0-1 0 0,-2 0 1 0 0,-10 38-1 0 0,2-11 1040 0 0,13-58-1377 0 0,0 0 1 0 0,0 0-1 0 0,-1 0 1 0 0,1 0-1 0 0,0-1 1 0 0,0 1 0 0 0,0 0-1 0 0,0 0 1 0 0,0 0-1 0 0,1 0 1 0 0,-1 0 0 0 0,0 0-1 0 0,0 0 1 0 0,1 0-1 0 0,-1 0 1 0 0,0 0 0 0 0,1 0-1 0 0,-1-1 1 0 0,1 1-1 0 0,-1 0 1 0 0,1 0-1 0 0,-1 0 1 0 0,1-1 0 0 0,0 1-1 0 0,1 1 1 0 0,0-1-5 0 0,0 0 1 0 0,0 0-1 0 0,0 0 0 0 0,0 0 1 0 0,0 0-1 0 0,1-1 0 0 0,-1 1 1 0 0,0-1-1 0 0,0 0 0 0 0,5 1 1 0 0,6-1 5 0 0,0-1-1 0 0,0 0 1 0 0,14-4 0 0 0,-21 4 29 0 0,77-11-625 0 0,-47 10-5943 0 0,-19 2-358 0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1.9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4 6449 0 0,'-17'-4'15268'0'0,"27"18"-15128"0"0,0 1 0 0 0,-2 0 0 0 0,1 0 0 0 0,-2 1 0 0 0,0 0 0 0 0,-1 0 0 0 0,0 0 0 0 0,-2 1 0 0 0,4 19 0 0 0,-6-27-119 0 0,15 73 505 0 0,4-1 1 0 0,61 150-1 0 0,-68-206-716 0 0,-7-15-76 0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7.3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0 14747 0 0,'0'1'1526'0'0,"-6"33"-863"0"0,5-30-870 0 0,0 1 0 0 0,0 0 0 0 0,0 0 0 0 0,0 0 0 0 0,1 10 0 0 0,0-13-57 0 0,0-1 0 0 0,0 0 0 0 0,1 1 0 0 0,-1-1-1 0 0,1 1 1 0 0,-1-1 0 0 0,1 0 0 0 0,0 1 0 0 0,-1-1 0 0 0,1 0-1 0 0,0 0 1 0 0,0 0 0 0 0,0 1 0 0 0,0-1 0 0 0,0 0 0 0 0,0 0-1 0 0,0 0 1 0 0,0-1 0 0 0,0 1 0 0 0,1 0 0 0 0,-1 0 0 0 0,0-1-1 0 0,0 1 1 0 0,1 0 0 0 0,1 0 0 0 0,9 1-1881 0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7.6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8754 0 0,'17'18'3847'0'0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7.7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8754 0 0,'1'4'384'0'0,"-1"-2"88"0"0,0-1-376 0 0,2-1-96 0 0,-2 2 192 0 0,0 0-96 0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8.0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11 8290 0 0,'0'2'736'0'0,"0"0"-584"0"0,0 0 80 0 0,2-2 24 0 0,-2 1 0 0 0,0 3 0 0 0,3-2-256 0 0,-3-1 0 0 0,0 1 0 0 0,-19-28 0 0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3:58.1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10138 0 0,'-2'3'896'0'0,"2"1"-712"0"0,0-2-184 0 0,0-1 0 0 0,0 1-328 0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2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2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2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2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2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2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2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2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2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2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2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2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2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2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2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2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2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2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2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2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2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2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2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2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2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2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2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2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2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2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2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2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2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2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2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2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2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2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2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2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2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2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2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2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2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2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2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2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2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2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2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2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3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3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3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3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3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3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3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3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3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3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3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3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3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3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3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3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3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3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3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55 316 456 0 0,'-10'-26'992'0'0,"9"22"-734"0"0,0 0 1 0 0,0 1 0 0 0,-1-1 0 0 0,1 0 0 0 0,-1 1 0 0 0,0-1 0 0 0,0 1 0 0 0,0-1 0 0 0,-1 1 0 0 0,1 0 0 0 0,-1 0 0 0 0,0 0 0 0 0,1 0-1 0 0,-1 0 1 0 0,-1 1 0 0 0,-7 0 3735 0 0,11 3-3926 0 0,3 13 1084 0 0,3 8-1091 0 0,35 110 1352 0 0,-21-62-461 0 0,3-1 0 0 0,41 85 0 0 0,-54-134-775 0 0,2 0 1 0 0,24 32-1 0 0,-32-47-101 0 0,0 0 0 0 0,0 0 0 0 0,0-1 1 0 0,1 1-1 0 0,0-1 0 0 0,0 0 0 0 0,0-1 0 0 0,0 1 1 0 0,0-1-1 0 0,1 0 0 0 0,-1 0 0 0 0,1-1 0 0 0,0 1 1 0 0,0-1-1 0 0,7 1 0 0 0,-9-3-1 0 0,0 0 1 0 0,-1-1-1 0 0,1 1 1 0 0,-1-1-1 0 0,1 0 1 0 0,0 0-1 0 0,-1 0 1 0 0,0-1-1 0 0,1 1 1 0 0,-1-1-1 0 0,0 0 1 0 0,0 0-1 0 0,0 0 1 0 0,0 0-1 0 0,0 0 1 0 0,0-1-1 0 0,-1 1 0 0 0,1-1 1 0 0,-1 0-1 0 0,1 0 1 0 0,1-3-1 0 0,4-5 71 0 0,-1 0-1 0 0,0-1 0 0 0,-1 1 1 0 0,7-19-1 0 0,-5 6-89 0 0,-1 1 0 0 0,-1-2 0 0 0,5-47-1 0 0,-2-79 210 0 0,-6 66-205 0 0,0 16-206 0 0,-2 19-215 0 0,2 1-1 0 0,3 0 1 0 0,16-69 0 0 0,-22 117 312 0 0,0 0 0 0 0,0 1 0 0 0,0-1 0 0 0,0 0 0 0 0,0 1 0 0 0,0-1 0 0 0,0 1 0 0 0,0-1 0 0 0,1 0 0 0 0,-1 1 0 0 0,0-1 0 0 0,0 1-1 0 0,0-1 1 0 0,1 1 0 0 0,-1-1 0 0 0,0 1 0 0 0,1-1 0 0 0,-1 1 0 0 0,1-1 0 0 0,-1 1 0 0 0,0-1 0 0 0,1 1 0 0 0,-1 0 0 0 0,1-1 0 0 0,-1 1 0 0 0,1 0 0 0 0,0-1 0 0 0,-1 1 0 0 0,1 0-1 0 0,-1 0 1 0 0,1-1 0 0 0,-1 1 0 0 0,1 0 0 0 0,0 0 0 0 0,-1 0 0 0 0,1 0 0 0 0,-1 0 0 0 0,1 0 0 0 0,0 0 0 0 0,-1 0 0 0 0,1 0 0 0 0,0 0 0 0 0,-1 0 0 0 0,1 0 0 0 0,-1 0 0 0 0,1 1-1 0 0,-1-1 1 0 0,1 0 0 0 0,0 0 0 0 0,-1 1 0 0 0,1-1 0 0 0,-1 0 0 0 0,1 1 0 0 0,-1-1 0 0 0,1 1 0 0 0,-1-1 0 0 0,0 0 0 0 0,1 1 0 0 0,-1-1 0 0 0,1 2 0 0 0,6 6-1209 0 0</inkml:trace>
</inkml:ink>
</file>

<file path=ppt/ink/ink3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34 9218 0 0,'0'-1'24'0'0,"0"1"-1"0"0,-1 0 1 0 0,1 0 0 0 0,0 0-1 0 0,-1 0 1 0 0,1 0 0 0 0,0 0-1 0 0,0-1 1 0 0,-1 1 0 0 0,1 0-1 0 0,0 0 1 0 0,0-1 0 0 0,-1 1-1 0 0,1 0 1 0 0,0 0 0 0 0,0-1-1 0 0,0 1 1 0 0,-1 0-1 0 0,1 0 1 0 0,0-1 0 0 0,0 1-1 0 0,0 0 1 0 0,0-1 0 0 0,0 1-1 0 0,0 0 1 0 0,0-1 0 0 0,0 1-1 0 0,0 0 1 0 0,0-1 0 0 0,0 1-1 0 0,0 0 1 0 0,0-1 0 0 0,0 1-1 0 0,0 0 1 0 0,0 0 0 0 0,0-1-1 0 0,0 1 1 0 0,0 0 0 0 0,0-1-1 0 0,0 1 1 0 0,0 0 0 0 0,1-1-1 0 0,-1 1 1 0 0,0 0 0 0 0,0-1-1 0 0,19-8 348 0 0,28-1-118 0 0,-41 9-558 0 0,0 1 1 0 0,1 0-1 0 0,-1 0 0 0 0,0 0 0 0 0,1 1 0 0 0,11 2 0 0 0,-14-1-430 0 0,1-1 0 0 0,-1 1 0 0 0,0 0 0 0 0,1 0-1 0 0,-1 0 1 0 0,4 4 0 0 0,-2-1 214 0 0</inkml:trace>
</inkml:ink>
</file>

<file path=ppt/ink/ink3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6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0 152 8290 0 0,'1'-1'3'0'0,"-1"1"-1"0"0,0-1 1 0 0,1 0 0 0 0,-1 0 0 0 0,0 0-1 0 0,1 0 1 0 0,-1 1 0 0 0,1-1 0 0 0,-1 0-1 0 0,1 1 1 0 0,0-1 0 0 0,-1 0 0 0 0,1 1-1 0 0,0-1 1 0 0,0 1 0 0 0,-1-1 0 0 0,1 1-1 0 0,0-1 1 0 0,0 1 0 0 0,0-1 0 0 0,-1 1 0 0 0,3 0-1 0 0,36-22-676 0 0,-10 6 393 0 0,2-5 169 0 0,-4 3 177 0 0,32-17-1 0 0,-51 31-40 0 0,1 0 0 0 0,0 1 0 0 0,-1-1 0 0 0,1 2-1 0 0,0-1 1 0 0,1 1 0 0 0,-1 1 0 0 0,15-1 0 0 0,-11 3-550 0 0,1 3-2041 0 0</inkml:trace>
</inkml:ink>
</file>

<file path=ppt/ink/ink3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5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53 103 5529 0 0,'-4'-6'428'0'0,"0"0"1"0"0,0 0-1 0 0,1 0 0 0 0,0-1 0 0 0,1 1 0 0 0,-4-12 1 0 0,4 11 415 0 0,0-1 0 0 0,-1 1 0 0 0,0-1 0 0 0,-7-9 0 0 0,3 57 1212 0 0,27 228-58 0 0,-3-75-1210 0 0,-4-85-1361 0 0,-4-41-1077 0 0,-5 0-3823 0 0,-4-44 1181 0 0</inkml:trace>
</inkml:ink>
</file>

<file path=ppt/ink/ink3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1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47 2304 0 0,'-2'-3'-316'0'0,"-12"-24"4414"0"0,14 26-3865 0 0,-1 0-1 0 0,0-1 1 0 0,1 1-1 0 0,-1 0 1 0 0,0 0-1 0 0,0 0 1 0 0,0 0 0 0 0,1 0-1 0 0,-1 0 1 0 0,0 0-1 0 0,-1 0 1 0 0,1 1-1 0 0,0-1 1 0 0,0 0-1 0 0,0 1 1 0 0,-2-2-1 0 0,2 3-160 0 0,0-1 0 0 0,1 0-1 0 0,-1 1 1 0 0,0-1 0 0 0,0 1-1 0 0,1-1 1 0 0,-1 1-1 0 0,0 0 1 0 0,1-1 0 0 0,-1 1-1 0 0,1 0 1 0 0,-1-1 0 0 0,1 1-1 0 0,-1 0 1 0 0,1 0-1 0 0,-1-1 1 0 0,1 1 0 0 0,0 0-1 0 0,-1 0 1 0 0,1 0-1 0 0,0-1 1 0 0,0 1 0 0 0,0 0-1 0 0,-1 2 1 0 0,-3 24 256 0 0,4-25-254 0 0,-8 91 1246 0 0,5 0 0 0 0,10 108-1 0 0,-7 57-3584 0 0,-3-214-2819 0 0</inkml:trace>
</inkml:ink>
</file>

<file path=ppt/ink/ink3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9 102 3681 0 0,'-1'-2'173'0'0,"-1"0"0"0"0,1-1 0 0 0,0 1 0 0 0,1-1 0 0 0,-1 0 1 0 0,0 1-1 0 0,1-1 0 0 0,-1 0 0 0 0,1 1 0 0 0,0-1 0 0 0,0 0 0 0 0,0 0 0 0 0,0 1 1 0 0,0-1-1 0 0,1 0 0 0 0,0 1 0 0 0,-1-1 0 0 0,1 0 0 0 0,0 1 0 0 0,0-1 0 0 0,2-2 1 0 0,-2 2-89 0 0,0 0 1 0 0,0 0 0 0 0,0 0 0 0 0,0 1 0 0 0,1-1 0 0 0,0 0 0 0 0,-1 1 0 0 0,1-1-1 0 0,0 1 1 0 0,0 0 0 0 0,0 0 0 0 0,1 0 0 0 0,2-2 0 0 0,-4 3-30 0 0,1 1 1 0 0,-1-1 0 0 0,1 0-1 0 0,-1 1 1 0 0,1 0 0 0 0,0-1-1 0 0,-1 1 1 0 0,1 0-1 0 0,-1 0 1 0 0,1 0 0 0 0,0 0-1 0 0,-1 0 1 0 0,1 0 0 0 0,0 1-1 0 0,-1-1 1 0 0,1 0-1 0 0,-1 1 1 0 0,1 0 0 0 0,-1-1-1 0 0,1 1 1 0 0,-1 0 0 0 0,1-1-1 0 0,-1 1 1 0 0,2 2-1 0 0,6 2 78 0 0,-1 0-1 0 0,0 1 0 0 0,0 1 0 0 0,0-1 0 0 0,-1 1 0 0 0,0 0 0 0 0,-1 1 0 0 0,11 15 0 0 0,-14-19-159 0 0,-1 1 0 0 0,1 0-1 0 0,-1 0 1 0 0,-1 0 0 0 0,1 1 0 0 0,0-1 0 0 0,-1 0 0 0 0,0 1 0 0 0,-1-1-1 0 0,1 1 1 0 0,-1-1 0 0 0,0 1 0 0 0,0-1 0 0 0,-1 0 0 0 0,0 1 0 0 0,0-1-1 0 0,-3 10 1 0 0,-1 1-143 0 0,-1 0 0 0 0,0 0-1 0 0,-2-1 1 0 0,1 0-1 0 0,-20 26 1 0 0,26-41 235 0 0,0 1-1 0 0,1 0 1 0 0,-1 0-1 0 0,0-1 1 0 0,0 1-1 0 0,1 0 1 0 0,-1 0-1 0 0,1 0 0 0 0,-1 0 1 0 0,1 0-1 0 0,-1 0 1 0 0,1 0-1 0 0,-1 0 1 0 0,1 0-1 0 0,0 0 1 0 0,0 0-1 0 0,-1 0 1 0 0,1 0-1 0 0,0 0 1 0 0,0 0-1 0 0,0 1 1 0 0,0-1-1 0 0,0 0 1 0 0,1 0-1 0 0,-1 0 1 0 0,0 0-1 0 0,0 0 1 0 0,1 2-1 0 0,1-2 5 0 0,-1 0-1 0 0,0 0 1 0 0,1 0-1 0 0,-1 0 1 0 0,1 0-1 0 0,-1 0 1 0 0,1 0-1 0 0,0 0 1 0 0,-1-1-1 0 0,1 1 1 0 0,0-1-1 0 0,0 1 1 0 0,-1-1-1 0 0,1 0 1 0 0,2 1-1 0 0,10 0 389 0 0,-1-1 0 0 0,0 0 0 0 0,20-3-1 0 0,38-14 1375 0 0,-58 13-1537 0 0,0 0 0 0 0,0 1 0 0 0,0 1 0 0 0,1 0-1 0 0,-1 0 1 0 0,22 1 0 0 0,-25 4-1141 0 0</inkml:trace>
</inkml:ink>
</file>

<file path=ppt/ink/ink3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5.7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214 21 8290 0 0,'3'-9'1098'0'0,"1"-1"201"0"0,-4 9-777 0 0,-1 3-177 0 0,0-1-62 0 0,-2 4-89 0 0,-163 231 1185 0 0,117-172 950 0 0,49-63-2308 0 0,0-1-1 0 0,0 0 0 0 0,0 1 1 0 0,0-1-1 0 0,0 0 1 0 0,0 1-1 0 0,0-1 0 0 0,0 1 1 0 0,0-1-1 0 0,0 0 0 0 0,0 1 1 0 0,0-1-1 0 0,0 0 1 0 0,0 1-1 0 0,0-1 0 0 0,0 0 1 0 0,1 1-1 0 0,-1-1 0 0 0,0 0 1 0 0,0 1-1 0 0,0-1 0 0 0,1 0 1 0 0,-1 0-1 0 0,0 1 1 0 0,0-1-1 0 0,1 0 0 0 0,-1 0 1 0 0,0 1-1 0 0,1-1 0 0 0,-1 0 1 0 0,0 0-1 0 0,1 0 1 0 0,-1 1-1 0 0,0-1 0 0 0,1 0 1 0 0,-1 0-1 0 0,0 0 0 0 0,1 0 1 0 0,-1 0-1 0 0,0 0 1 0 0,1 0-1 0 0,0 0 0 0 0,23 7-7 0 0,-17-6 48 0 0,37 12-287 0 0,-25-9 160 0 0,-1 1 1 0 0,0 1-1 0 0,0 1 1 0 0,21 11 0 0 0,-33-15 59 0 0,-1 1 0 0 0,0-1 1 0 0,-1 1-1 0 0,1 0 1 0 0,-1 0-1 0 0,1 0 1 0 0,-1 1-1 0 0,-1 0 1 0 0,1 0-1 0 0,0 0 0 0 0,-1 0 1 0 0,0 0-1 0 0,-1 0 1 0 0,1 1-1 0 0,-1 0 1 0 0,0-1-1 0 0,3 13 0 0 0,-4-12 18 0 0,0 0 1 0 0,-1 0-1 0 0,1 0 0 0 0,-1 0 0 0 0,0 1 0 0 0,-1-1 0 0 0,0 0 0 0 0,1 0 0 0 0,-2 0 0 0 0,1 0 0 0 0,-1 0 0 0 0,0 0 0 0 0,0 0 0 0 0,-1 0 0 0 0,0-1 0 0 0,0 1 0 0 0,0-1 0 0 0,0 0 0 0 0,-1 0 0 0 0,-5 5 0 0 0,-8 8 467 0 0,-1-2-1 0 0,-1 0 0 0 0,-40 26 0 0 0,36-27-827 0 0,1 1-1 0 0,-21 21 1 0 0,35-22-2229 0 0,7-10 1262 0 0</inkml:trace>
</inkml:ink>
</file>

<file path=ppt/ink/ink3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4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 6913 0 0,'1'-14'5372'0'0,"2"28"-4223"0"0,1 34-1103 0 0,-6 66 616 0 0,-1 25-313 0 0,8-47-4823 0 0,-3-74 162 0 0</inkml:trace>
</inkml:ink>
</file>

<file path=ppt/ink/ink3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0 155 11979 0 0,'7'-6'537'0'0,"0"2"1"0"0,1-1 0 0 0,-1 1 0 0 0,10-5-1 0 0,-6 3-481 0 0,29-13-230 0 0,0 1 0 0 0,2 2-1 0 0,45-12 1 0 0,5 3-3406 0 0,-77 21 1956 0 0,-1 1-1 0 0,1 0 0 0 0,0 1 0 0 0,27-1 1 0 0,0 11 744 0 0,-34-6 1037 0 0</inkml:trace>
</inkml:ink>
</file>

<file path=ppt/ink/ink3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411 49 5329 0 0,'-1'-3'79'0'0,"0"0"0"0"0,0 1 0 0 0,0-1 0 0 0,0 0 0 0 0,0 1 0 0 0,0-1 0 0 0,-1 1 0 0 0,1 0 0 0 0,-1-1 0 0 0,0 1 0 0 0,1 0 0 0 0,-1 0 0 0 0,0 0 0 0 0,0 0 0 0 0,-1 0 0 0 0,1 1-1 0 0,0-1 1 0 0,-1 1 0 0 0,1-1 0 0 0,-3 0 0 0 0,2 1 24 0 0,0 1-1 0 0,0-1 0 0 0,0 1 0 0 0,0 0 1 0 0,0 0-1 0 0,0 0 0 0 0,0 0 1 0 0,0 1-1 0 0,0-1 0 0 0,0 1 0 0 0,0 0 1 0 0,0 0-1 0 0,0 0 0 0 0,0 0 1 0 0,-4 2-1 0 0,-4 4 188 0 0,-1 1 0 0 0,2 0-1 0 0,-1 0 1 0 0,1 1 0 0 0,0 0 0 0 0,1 1 0 0 0,-10 12-1 0 0,-15 22 1225 0 0,-50 91 0 0 0,82-132-1497 0 0,1 0 1 0 0,0 0-1 0 0,0 1 1 0 0,0-1 0 0 0,0 1-1 0 0,0-1 1 0 0,1 0 0 0 0,0 1-1 0 0,0-1 1 0 0,0 1-1 0 0,0-1 1 0 0,0 1 0 0 0,0-1-1 0 0,1 1 1 0 0,0-1 0 0 0,0 1-1 0 0,0-1 1 0 0,0 0-1 0 0,0 1 1 0 0,1-1 0 0 0,-1 0-1 0 0,1 0 1 0 0,0 0-1 0 0,0 0 1 0 0,0-1 0 0 0,4 5-1 0 0,8 8-103 0 0,0-1 0 0 0,0-1 0 0 0,28 19 0 0 0,-9-6-283 0 0,-26-20 363 0 0,0 1 0 0 0,0 0-1 0 0,-1 1 1 0 0,0 0-1 0 0,-1 0 1 0 0,1 0 0 0 0,-1 1-1 0 0,-1-1 1 0 0,0 1 0 0 0,0 0-1 0 0,-1 0 1 0 0,0 1-1 0 0,3 15 1 0 0,-5-19 53 0 0,0 0 0 0 0,-1 0 1 0 0,1 0-1 0 0,-1 0 0 0 0,-1 0 0 0 0,1 0 0 0 0,-1-1 0 0 0,0 1 1 0 0,0 0-1 0 0,-1 0 0 0 0,1-1 0 0 0,-1 1 0 0 0,0-1 0 0 0,-1 1 1 0 0,0-1-1 0 0,0 0 0 0 0,0 0 0 0 0,0 0 0 0 0,-1 0 0 0 0,1-1 1 0 0,-1 1-1 0 0,0-1 0 0 0,-8 6 0 0 0,0-1-1 0 0,0 0-1 0 0,-1-1 0 0 0,1 0 1 0 0,-1-1-1 0 0,-1-1 0 0 0,1 0 1 0 0,-1-1-1 0 0,0 0 0 0 0,-1-1 1 0 0,1-1-1 0 0,-1 0 0 0 0,0-1 1 0 0,1 0-1 0 0,-25-2 0 0 0,14 0-2375 0 0,13 0-2513 0 0</inkml:trace>
</inkml:ink>
</file>

<file path=ppt/ink/ink3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6 130 3681 0 0,'-1'-2'25'0'0,"0"0"1"0"0,0 1 0 0 0,1-1 0 0 0,-1 0-1 0 0,1 0 1 0 0,-1-1 0 0 0,1 1-1 0 0,0 0 1 0 0,0 0 0 0 0,0 0-1 0 0,0 0 1 0 0,0 0 0 0 0,0 0 0 0 0,0 0-1 0 0,1 0 1 0 0,-1 0 0 0 0,1 0-1 0 0,0 0 1 0 0,-1 0 0 0 0,1 0-1 0 0,0 0 1 0 0,0 0 0 0 0,0 0 0 0 0,2-2-1 0 0,0-2 75 0 0,1 1-1 0 0,-1-1 0 0 0,1 0 1 0 0,0 1-1 0 0,1 0 1 0 0,-1 0-1 0 0,6-4 0 0 0,-4 5 107 0 0,0 0 0 0 0,-1 1 0 0 0,2 0 0 0 0,-1 0 0 0 0,0 0 0 0 0,0 1 0 0 0,1 0 0 0 0,-1 0 0 0 0,1 1 0 0 0,0-1 0 0 0,0 2 0 0 0,-1-1 0 0 0,9 1-1 0 0,-13 0-129 0 0,1 0-1 0 0,0 0 1 0 0,-1 1-1 0 0,1-1 0 0 0,-1 1 1 0 0,1 0-1 0 0,0 0 0 0 0,-1 0 1 0 0,0 0-1 0 0,1 0 0 0 0,-1 0 1 0 0,0 1-1 0 0,1-1 0 0 0,-1 1 1 0 0,0 0-1 0 0,0-1 1 0 0,0 1-1 0 0,-1 0 0 0 0,1 0 1 0 0,0 0-1 0 0,-1 1 0 0 0,1-1 1 0 0,-1 0-1 0 0,0 1 0 0 0,1-1 1 0 0,-1 0-1 0 0,0 1 0 0 0,-1-1 1 0 0,1 1-1 0 0,0 0 1 0 0,-1-1-1 0 0,1 1 0 0 0,-1 0 1 0 0,0-1-1 0 0,0 4 0 0 0,-1 33 232 0 0,-2 0 0 0 0,-2 0-1 0 0,-1 0 1 0 0,-2-1 0 0 0,-20 59 0 0 0,19-73 598 0 0,6-19-468 0 0,1 0 0 0 0,0 0 0 0 0,1 0 1 0 0,-1 0-1 0 0,1 0 0 0 0,0 0 0 0 0,0 7 0 0 0,1-11-422 0 0,0-1 0 0 0,0 0-1 0 0,1 1 1 0 0,-1-1 0 0 0,0 0 0 0 0,1 1 0 0 0,-1-1 0 0 0,0 0-1 0 0,1 0 1 0 0,-1 1 0 0 0,0-1 0 0 0,1 0 0 0 0,-1 0 0 0 0,1 0-1 0 0,-1 1 1 0 0,0-1 0 0 0,1 0 0 0 0,-1 0 0 0 0,1 0 0 0 0,-1 0 0 0 0,0 0-1 0 0,1 0 1 0 0,-1 0 0 0 0,1 0 0 0 0,-1 0 0 0 0,1 0 0 0 0,-1 0-1 0 0,0 0 1 0 0,1 0 0 0 0,-1 0 0 0 0,1 0 0 0 0,-1-1 0 0 0,0 1-1 0 0,1 0 1 0 0,-1 0 0 0 0,1-1 0 0 0,20-5-408 0 0,-17 5 370 0 0,72-31-2172 0 0,-58 25 1367 0 0</inkml:trace>
</inkml:ink>
</file>

<file path=ppt/ink/ink3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5 108 10594 0 0,'0'0'44'0'0,"-1"-1"-1"0"0,1 1 1 0 0,0 0-1 0 0,-1-1 1 0 0,1 1-1 0 0,0-1 0 0 0,-1 1 1 0 0,1-1-1 0 0,0 1 1 0 0,0-1-1 0 0,-1 1 1 0 0,1-1-1 0 0,0 1 1 0 0,0-1-1 0 0,0 1 0 0 0,0-1 1 0 0,0 1-1 0 0,0-1 1 0 0,0 0-1 0 0,0 1 1 0 0,0-1-1 0 0,0 1 1 0 0,0-1-1 0 0,0 1 0 0 0,0-1 1 0 0,1 1-1 0 0,-1-1 1 0 0,0 1-1 0 0,1-1 1 0 0,14-16 184 0 0,31-11-1013 0 0,-39 24 693 0 0,4-3-399 0 0,1 1 1 0 0,-1 1-1 0 0,1 0 1 0 0,0 0-1 0 0,0 1 0 0 0,0 1 1 0 0,0 0-1 0 0,1 1 0 0 0,15-1 1 0 0,-19 4 436 0 0</inkml:trace>
</inkml:ink>
</file>

<file path=ppt/ink/ink3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28 141 10594 0 0,'-12'1'532'0'0,"-3"-2"1028"0"0,15 1-1504 0 0,0 0-1 0 0,0-1 1 0 0,-1 1-1 0 0,1 0 1 0 0,0-1-1 0 0,0 1 1 0 0,0 0-1 0 0,0-1 1 0 0,0 1-1 0 0,0-1 1 0 0,0 1 0 0 0,0 0-1 0 0,0-1 1 0 0,0 1-1 0 0,0 0 1 0 0,0-1-1 0 0,0 1 1 0 0,1-1-1 0 0,-1 1 1 0 0,0 0-1 0 0,0-1 1 0 0,0 1-1 0 0,0 0 1 0 0,1-1-1 0 0,-1 1 1 0 0,0 0 0 0 0,0 0-1 0 0,1-1 1 0 0,-1 1-1 0 0,0 0 1 0 0,1 0-1 0 0,-1-1 1 0 0,0 1-1 0 0,0 0 1 0 0,1 0-1 0 0,-1 0 1 0 0,1-1-1 0 0,9-8-259 0 0,0 0-1 0 0,1 0 0 0 0,0 1 0 0 0,0 0 1 0 0,1 1-1 0 0,0 0 0 0 0,0 1 0 0 0,16-6 1 0 0,8-1-2064 0 0,64-15 1 0 0,-34 19-1979 0 0,-56 6 4138 0 0</inkml:trace>
</inkml:ink>
</file>

<file path=ppt/ink/ink3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9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1 7834 0 0,'-1'3'324'0'0,"-1"0"1"0"0,1 0-1 0 0,0 0 1 0 0,1 1-1 0 0,-1-1 1 0 0,0 0-1 0 0,1 6 1 0 0,-2 2-298 0 0,-21 73 754 0 0,-8 43 611 0 0,28-112-928 0 0,2-1 1 0 0,-1 0-1 0 0,2 1 0 0 0,0-1 0 0 0,0 1 0 0 0,5 23 0 0 0,-3-30-206 0 0,0 0 0 0 0,1 0-1 0 0,-1 0 1 0 0,2 0-1 0 0,-1-1 1 0 0,1 0 0 0 0,0 0-1 0 0,10 13 1 0 0,-13-18-260 0 0,1 0 0 0 0,-1 0 0 0 0,1-1 0 0 0,0 1 0 0 0,-1-1 0 0 0,1 1 0 0 0,0-1 0 0 0,0 0 1 0 0,0 0-1 0 0,0 0 0 0 0,0 0 0 0 0,0 0 0 0 0,1 0 0 0 0,-1 0 0 0 0,0-1 0 0 0,0 1 0 0 0,1-1 0 0 0,-1 0 1 0 0,0 0-1 0 0,1 1 0 0 0,-1-1 0 0 0,0-1 0 0 0,1 1 0 0 0,-1 0 0 0 0,0-1 0 0 0,0 1 0 0 0,1-1 0 0 0,-1 1 1 0 0,0-1-1 0 0,0 0 0 0 0,0 0 0 0 0,0 0 0 0 0,0 0 0 0 0,0-1 0 0 0,3-2 0 0 0,6-4-799 0 0,-1 0-1 0 0,0-1 1 0 0,0-1-1 0 0,13-17 1 0 0,-10 9-4399 0 0</inkml:trace>
</inkml:ink>
</file>

<file path=ppt/ink/ink3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32 13827 0 0,'-6'-7'608'0'0,"5"3"128"0"0,1 1-584 0 0,0 1-152 0 0,1 0 0 0 0,1 0 0 0 0,0 1-136 0 0,1-1-56 0 0,3-2-16 0 0,1 1 0 0 0,1 1-592 0 0,-1 4-128 0 0,-1 0-16 0 0,-1 3-9 0 0,0 2 745 0 0,-1-2 208 0 0,-1 0-80 0 0,1-1 80 0 0</inkml:trace>
</inkml:ink>
</file>

<file path=ppt/ink/ink3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1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 2761 0 0,'1'-3'266'0'0,"15"-28"12016"0"0,-18 91-11461 0 0,2 0 1 0 0,3 0 0 0 0,14 80 0 0 0,-14-117-878 0 0,-2-10-266 0 0,1 0 0 0 0,0 0 0 0 0,1 0 0 0 0,0-1 0 0 0,1 1 0 0 0,0-1-1 0 0,8 15 1 0 0,-9-23-902 0 0</inkml:trace>
</inkml:ink>
</file>

<file path=ppt/ink/ink3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2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0,'-1'3'42'0'0,"1"0"-1"0"0,-1 1 1 0 0,0-1-1 0 0,1 0 1 0 0,0 1-1 0 0,0-1 0 0 0,0 1 1 0 0,0-1-1 0 0,1 7 1 0 0,0 7 638 0 0,-13 95 2890 0 0,5-60-2067 0 0,3 0-1 0 0,2 79 1 0 0,8 16-1876 0 0,-5-50-3171 0 0,-1-77 2305 0 0</inkml:trace>
</inkml:ink>
</file>

<file path=ppt/ink/ink3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1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26 216 4145 0 0,'-3'-4'94'0'0,"1"1"1"0"0,-1-1-1 0 0,0 0 0 0 0,1 0 1 0 0,0 0-1 0 0,0 0 0 0 0,0 0 1 0 0,1-1-1 0 0,-1 1 1 0 0,1-1-1 0 0,0 1 0 0 0,0-1 1 0 0,1 1-1 0 0,0-1 0 0 0,-1 1 1 0 0,1-1-1 0 0,1 0 1 0 0,-1 1-1 0 0,1-1 0 0 0,-1 1 1 0 0,1-1-1 0 0,3-7 0 0 0,-1 6-4 0 0,-1 1 0 0 0,1 0 0 0 0,0 0 0 0 0,0 1 0 0 0,1-1 0 0 0,0 1 0 0 0,-1 0 0 0 0,1-1 0 0 0,1 2 0 0 0,-1-1 0 0 0,0 0 0 0 0,1 1 0 0 0,0 0 0 0 0,0 0 0 0 0,0 0 0 0 0,0 1-1 0 0,0 0 1 0 0,8-3 0 0 0,19-5 644 0 0,50-9 0 0 0,-74 17-644 0 0,1 1-1 0 0,-1 0 1 0 0,0 1-1 0 0,0 0 1 0 0,0 0 0 0 0,1 0-1 0 0,-1 1 1 0 0,0 0 0 0 0,0 1-1 0 0,0 0 1 0 0,0 0-1 0 0,9 5 1 0 0,-13-5-94 0 0,-1 0 0 0 0,0 0 0 0 0,0 0-1 0 0,0 1 1 0 0,0-1 0 0 0,0 1 0 0 0,-1 0 0 0 0,1 0 0 0 0,-1 0 0 0 0,1 0-1 0 0,-1 0 1 0 0,0 0 0 0 0,-1 1 0 0 0,1-1 0 0 0,1 6 0 0 0,0-2-34 0 0,-2 0 0 0 0,1 0 1 0 0,-1 1-1 0 0,0-1 0 0 0,-1 0 1 0 0,0 1-1 0 0,-1 12 0 0 0,0-7 21 0 0,-1 0-1 0 0,-1 0 1 0 0,0-1 0 0 0,-1 1-1 0 0,-1-1 1 0 0,1 0 0 0 0,-2-1-1 0 0,0 1 1 0 0,-7 10-1 0 0,2-6 136 0 0,-1-1-1 0 0,-1 0 0 0 0,0-1 0 0 0,-1 0 1 0 0,-1-2-1 0 0,0 1 0 0 0,0-2 0 0 0,-1 0 1 0 0,-1-1-1 0 0,0 0 0 0 0,-18 6 0 0 0,29-15 39 0 0,11-4-58 0 0,11-5 321 0 0,131-12 2519 0 0,-131 19-2652 0 0,0 1 0 0 0,1 0 0 0 0,-1 1 0 0 0,0 1 1 0 0,0 1-1 0 0,32 9 0 0 0,-39-8-464 0 0,-1 0 1 0 0,1 1-1 0 0,-1 0 1 0 0,0 1-1 0 0,14 11 1 0 0,10 8-3718 0 0</inkml:trace>
</inkml:ink>
</file>

<file path=ppt/ink/ink3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5065 0 0,'1'0'122'0'0,"1"-1"0"0"0,-1 1-1 0 0,1 0 1 0 0,0 0 0 0 0,-1 0 0 0 0,1 0 0 0 0,0 0-1 0 0,-1 0 1 0 0,1 1 0 0 0,-1-1 0 0 0,1 0-1 0 0,0 1 1 0 0,-1-1 0 0 0,1 1 0 0 0,-1 0 0 0 0,1-1-1 0 0,-1 1 1 0 0,2 1 0 0 0,-1 1 155 0 0,0-1 0 0 0,0 1 0 0 0,-1 0 0 0 0,1-1 1 0 0,-1 1-1 0 0,0 0 0 0 0,0 0 0 0 0,0 0 0 0 0,0 0 0 0 0,0 1 0 0 0,-1-1 1 0 0,1 0-1 0 0,-1 0 0 0 0,0 0 0 0 0,0 0 0 0 0,0 4 0 0 0,-9 61 2198 0 0,3-33-1387 0 0,-3 147 1739 0 0,8-60-5058 0 0,1-89-3664 0 0</inkml:trace>
</inkml:ink>
</file>

<file path=ppt/ink/ink3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45 11522 0 0,'-2'-2'387'0'0,"0"-1"0"0"0,0 0-1 0 0,0 0 1 0 0,0 0 0 0 0,0 0-1 0 0,1 0 1 0 0,0 0 0 0 0,-2-4-1 0 0,3 7-383 0 0,0-1 1 0 0,0 1-1 0 0,-1 0 0 0 0,1-1 0 0 0,0 1 1 0 0,0 0-1 0 0,0-1 0 0 0,0 1 0 0 0,0-1 1 0 0,0 1-1 0 0,-1 0 0 0 0,1-1 0 0 0,0 1 1 0 0,0-1-1 0 0,0 1 0 0 0,0 0 0 0 0,1-1 1 0 0,-1 1-1 0 0,0-1 0 0 0,0 1 0 0 0,0 0 1 0 0,0-1-1 0 0,0 1 0 0 0,0-1 0 0 0,1 1 1 0 0,-1 0-1 0 0,0-1 0 0 0,0 1 0 0 0,0 0 1 0 0,1-1-1 0 0,-1 1 0 0 0,0 0 0 0 0,1-1 1 0 0,-1 1-1 0 0,0 0 0 0 0,1 0 0 0 0,-1 0 1 0 0,0-1-1 0 0,1 1 0 0 0,-1 0 0 0 0,0 0 1 0 0,1 0-1 0 0,-1 0 0 0 0,1-1 0 0 0,-1 1 1 0 0,0 0-1 0 0,1 0 0 0 0,-1 0 0 0 0,1 0 1 0 0,-1 0-1 0 0,0 0 0 0 0,1 0 0 0 0,-1 0 1 0 0,1 0-1 0 0,-1 0 0 0 0,0 1 0 0 0,1-1 1 0 0,-1 0-1 0 0,1 0 0 0 0,-1 0 0 0 0,0 0 1 0 0,1 0-1 0 0,-1 1 0 0 0,0-1 0 0 0,1 0 1 0 0,-1 0-1 0 0,1 1 0 0 0,0 0-305 0 0,0 0-1 0 0,0 0 1 0 0,0 0-1 0 0,1 1 0 0 0,-1-1 1 0 0,0 0-1 0 0,-1 0 1 0 0,1 1-1 0 0,0-1 1 0 0,0 0-1 0 0,-1 1 0 0 0,1-1 1 0 0,0 1-1 0 0,-1-1 1 0 0,0 1-1 0 0,1-1 1 0 0,-1 1-1 0 0,0 0 1 0 0,0-1-1 0 0,0 1 0 0 0,0-1 1 0 0,0 1-1 0 0,0 1 1 0 0,0 8-3155 0 0</inkml:trace>
</inkml:ink>
</file>

<file path=ppt/ink/ink3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10594 0 0,'0'-5'3392'0'0,"0"5"-3323"0"0,21-1-1196 0 0,-19 1 1038 0 0,0 0-1 0 0,0 0 1 0 0,0 0-1 0 0,0 0 1 0 0,0 1-1 0 0,0-1 1 0 0,0 0-1 0 0,0 1 0 0 0,0 0 1 0 0,0-1-1 0 0,0 1 1 0 0,0 0-1 0 0,0 0 1 0 0,-1 0-1 0 0,1 0 1 0 0,0 1-1 0 0,-1-1 1 0 0,1 0-1 0 0,-1 1 1 0 0,1-1-1 0 0,-1 1 1 0 0,2 1-1 0 0,-3 0 79 0 0</inkml:trace>
</inkml:ink>
</file>

<file path=ppt/ink/ink3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9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9218 0 0,'-4'2'290'0'0,"0"-1"0"0"0,0 1 0 0 0,1 0 1 0 0,-1 0-1 0 0,1 0 0 0 0,0 1 0 0 0,-1-1 0 0 0,1 1 0 0 0,0-1 0 0 0,-4 7 0 0 0,3-3-667 0 0,1 0 0 0 0,0 1 0 0 0,0-1-1 0 0,-4 14 1 0 0,4-10-977 0 0,-16 45 1183 0 0,12-39 159 0 0</inkml:trace>
  <inkml:trace contextRef="#ctx0" brushRef="#br0" timeOffset="1">39 584 10594 0 0,'-3'1'472'0'0,"-1"-1"96"0"0,3 2-455 0 0,-1-2-113 0 0,4 2 64 0 0,-2 0-64 0 0,0-1 0 0 0,0 1-385 0 0,-7 26-1303 0 0,1-18 1688 0 0</inkml:trace>
</inkml:ink>
</file>

<file path=ppt/ink/ink3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5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318 55 6449 0 0,'1'-18'1284'0'0,"0"16"-1081"0"0,-1-1 1 0 0,0 0 0 0 0,0 0-1 0 0,0 0 1 0 0,0 0 0 0 0,0 1-1 0 0,0-1 1 0 0,-1 0 0 0 0,0-3-1 0 0,1 5-163 0 0,-1 1-1 0 0,1-1 0 0 0,0 1 0 0 0,0 0 0 0 0,-1-1 0 0 0,1 1 1 0 0,0 0-1 0 0,-1 0 0 0 0,1-1 0 0 0,0 1 0 0 0,-1 0 1 0 0,1 0-1 0 0,0-1 0 0 0,-1 1 0 0 0,1 0 0 0 0,-1 0 0 0 0,1 0 1 0 0,0 0-1 0 0,-1 0 0 0 0,1 0 0 0 0,-1-1 0 0 0,1 1 0 0 0,0 0 1 0 0,-1 0-1 0 0,1 0 0 0 0,-1 1 0 0 0,-21 7 1274 0 0,9 2-809 0 0,-1 0 0 0 0,1 0 0 0 0,1 1 0 0 0,0 1-1 0 0,0 0 1 0 0,-17 26 0 0 0,-53 90 745 0 0,69-104-913 0 0,6-14-265 0 0,4-5-22 0 0,-1 0-1 0 0,1 1 1 0 0,0-1 0 0 0,1 1 0 0 0,-1-1 0 0 0,1 1 0 0 0,0 0-1 0 0,1 0 1 0 0,-1 0 0 0 0,0 7 0 0 0,3-13-60 0 0,-1 1 0 0 0,0-1 0 0 0,1 1 0 0 0,-1 0 0 0 0,0-1 0 0 0,1 1 0 0 0,-1-1 0 0 0,1 1 0 0 0,-1-1 0 0 0,1 0 0 0 0,-1 1 0 0 0,1-1 0 0 0,-1 0 0 0 0,1 1 0 0 0,-1-1 0 0 0,1 0 0 0 0,-1 1 0 0 0,1-1 0 0 0,0 0 0 0 0,-1 0 0 0 0,1 0 0 0 0,0 0 0 0 0,-1 1 0 0 0,1-1 0 0 0,-1 0 0 0 0,2 0 0 0 0,24 2-525 0 0,-16-1 329 0 0,13 3 174 0 0,0 0 1 0 0,-1 2-1 0 0,0 0 0 0 0,0 2 1 0 0,-1 1-1 0 0,0 0 1 0 0,0 1-1 0 0,-1 2 1 0 0,0 0-1 0 0,-1 1 1 0 0,-1 0-1 0 0,0 2 1 0 0,0 0-1 0 0,20 25 0 0 0,-36-38 40 0 0,-1 0-1 0 0,1 0 0 0 0,-1 1 1 0 0,0-1-1 0 0,0 0 0 0 0,0 0 1 0 0,0 1-1 0 0,0-1 0 0 0,0 1 1 0 0,-1-1-1 0 0,1 1 0 0 0,-1-1 1 0 0,1 1-1 0 0,-1-1 0 0 0,0 1 1 0 0,0 0-1 0 0,-1 2 0 0 0,0 1 54 0 0,0-1-1 0 0,0 0 0 0 0,-1 0 1 0 0,0 0-1 0 0,0 0 0 0 0,0 0 1 0 0,-1-1-1 0 0,-3 6 0 0 0,-1 0 99 0 0,-1 0-1 0 0,0 0 1 0 0,-1 0 0 0 0,0-1-1 0 0,-1 0 1 0 0,-12 9 0 0 0,-7-1 146 0 0,0-2 0 0 0,-1 0 0 0 0,-1-2 0 0 0,0-1 1 0 0,-34 8-1 0 0,-3 2-1831 0 0,3 3-3280 0 0</inkml:trace>
</inkml:ink>
</file>

<file path=ppt/ink/ink3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266 96 5529 0 0,'-4'-13'1117'0'0,"2"4"-562"0"0,-1 1-1 0 0,0-1 1 0 0,0 1 0 0 0,-1 0-1 0 0,0 0 1 0 0,-6-8-1 0 0,9 14-502 0 0,-1 1-1 0 0,1 0 1 0 0,0-1-1 0 0,-1 1 1 0 0,1 0-1 0 0,0 0 0 0 0,-1 0 1 0 0,1 0-1 0 0,-1 0 1 0 0,0 0-1 0 0,1 0 1 0 0,-1 1-1 0 0,0-1 0 0 0,1 1 1 0 0,-1-1-1 0 0,0 1 1 0 0,0 0-1 0 0,0-1 1 0 0,1 1-1 0 0,-1 0 0 0 0,0 0 1 0 0,0 0-1 0 0,0 1 1 0 0,1-1-1 0 0,-1 0 1 0 0,0 1-1 0 0,0-1 0 0 0,1 1 1 0 0,-1-1-1 0 0,0 1 1 0 0,1 0-1 0 0,-1 0 1 0 0,0 0-1 0 0,1 0 0 0 0,-1 0 1 0 0,1 0-1 0 0,-2 1 1 0 0,-5 5 243 0 0,-1 0 0 0 0,1 1 0 0 0,0 0 0 0 0,0 0 1 0 0,1 0-1 0 0,1 1 0 0 0,-1 0 0 0 0,-7 15 1 0 0,-36 84 1048 0 0,41-87-1243 0 0,2-4-52 0 0,1-1 0 0 0,0 1 0 0 0,2 1 1 0 0,0-1-1 0 0,1 1 0 0 0,0-1 0 0 0,2 1 0 0 0,0 0 0 0 0,1 0 0 0 0,3 28 1 0 0,-1-36-29 0 0,0-1 0 0 0,0 1 0 0 0,1 0 0 0 0,0-1 0 0 0,1 0 0 0 0,0 0 0 0 0,0 0 1 0 0,1 0-1 0 0,0-1 0 0 0,1 1 0 0 0,0-1 0 0 0,0-1 0 0 0,1 1 0 0 0,-1-1 0 0 0,2 0 1 0 0,-1-1-1 0 0,1 1 0 0 0,0-2 0 0 0,0 1 0 0 0,14 6 0 0 0,-16-9-2 0 0,0 0 1 0 0,0 0-1 0 0,1-1 1 0 0,-1 0-1 0 0,1 0 0 0 0,-1-1 1 0 0,1 0-1 0 0,-1 0 1 0 0,1-1-1 0 0,0 1 0 0 0,-1-1 1 0 0,1-1-1 0 0,0 1 1 0 0,8-3-1 0 0,-11 2 3 0 0,-1 0 0 0 0,1-1 0 0 0,-1 1 1 0 0,1-1-1 0 0,-1 0 0 0 0,0 0 0 0 0,0 0 0 0 0,0 0 0 0 0,0-1 0 0 0,0 1 0 0 0,0-1 0 0 0,-1 0 1 0 0,1 1-1 0 0,-1-1 0 0 0,0-1 0 0 0,1 1 0 0 0,-2 0 0 0 0,1 0 0 0 0,0-1 0 0 0,-1 1 1 0 0,1-1-1 0 0,-1 1 0 0 0,0-1 0 0 0,0 0 0 0 0,0 0 0 0 0,0-5 0 0 0,-1 2-33 0 0,1 0-1 0 0,-1 1 1 0 0,-1-1-1 0 0,1 1 1 0 0,-1-1-1 0 0,0 0 1 0 0,-1 1-1 0 0,1-1 1 0 0,-1 1 0 0 0,0 0-1 0 0,-1 0 1 0 0,0 0-1 0 0,0 0 1 0 0,0 0-1 0 0,-5-6 1 0 0,6 9-38 0 0,0 1 0 0 0,0-1 1 0 0,0 1-1 0 0,-1 0 0 0 0,1 0 1 0 0,0 0-1 0 0,-1 0 0 0 0,0 0 1 0 0,1 0-1 0 0,-1 1 1 0 0,0-1-1 0 0,0 1 0 0 0,0 0 1 0 0,0 0-1 0 0,0 0 0 0 0,0 0 1 0 0,0 0-1 0 0,0 1 0 0 0,0-1 1 0 0,0 1-1 0 0,-1 0 0 0 0,1 0 1 0 0,0 0-1 0 0,0 1 0 0 0,0-1 1 0 0,0 1-1 0 0,-1-1 0 0 0,1 1 1 0 0,0 0-1 0 0,0 0 1 0 0,0 1-1 0 0,1-1 0 0 0,-4 2 1 0 0,-14 9-945 0 0,0 0 0 0 0,1 1 0 0 0,0 1 0 0 0,1 0 1 0 0,1 2-1 0 0,-20 21 0 0 0,21-17-2700 0 0</inkml:trace>
</inkml:ink>
</file>

<file path=ppt/ink/ink3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37 100 5985 0 0,'-28'-3'1730'0'0,"20"0"502"0"0,18-2-1067 0 0,194-30 3217 0 0,-80 16-3531 0 0,-87 11-1166 0 0,52-19 0 0 0</inkml:trace>
</inkml:ink>
</file>

<file path=ppt/ink/ink3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2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 61 6913 0 0,'-2'-23'1042'0'0,"2"20"-929"0"0,0 0 0 0 0,0-1 0 0 0,0 1 0 0 0,0 0 0 0 0,-1 0 0 0 0,0 0 0 0 0,1 0 0 0 0,-2-3 0 0 0,1 5-91 0 0,1 1 1 0 0,0-1-1 0 0,0 1 1 0 0,-1 0 0 0 0,1-1-1 0 0,0 1 1 0 0,-1-1 0 0 0,1 1-1 0 0,0 0 1 0 0,-1 0-1 0 0,1-1 1 0 0,-1 1 0 0 0,1 0-1 0 0,0 0 1 0 0,-1-1 0 0 0,1 1-1 0 0,-1 0 1 0 0,1 0 0 0 0,-1 0-1 0 0,1 0 1 0 0,-1 0-1 0 0,1 0 1 0 0,-1 0 0 0 0,-18 6 620 0 0,2 8 110 0 0,1-1-1 0 0,0 2 0 0 0,1 0 1 0 0,1 1-1 0 0,0 1 0 0 0,-19 31 1 0 0,10-17-423 0 0,2-3-66 0 0,-39 55 555 0 0,53-71-606 0 0,0 0 0 0 0,1 0 0 0 0,0 0 0 0 0,1 1 0 0 0,-5 15 0 0 0,10-26-218 0 0,0 0 1 0 0,0 1 0 0 0,0-1-1 0 0,0 0 1 0 0,0 0 0 0 0,0 0-1 0 0,1 0 1 0 0,-1 1-1 0 0,1-1 1 0 0,-1 0 0 0 0,1 0-1 0 0,0 0 1 0 0,0 0-1 0 0,0 0 1 0 0,0 0 0 0 0,0 0-1 0 0,0-1 1 0 0,1 1-1 0 0,-1 0 1 0 0,1 0 0 0 0,-1-1-1 0 0,1 1 1 0 0,-1-1 0 0 0,1 0-1 0 0,0 1 1 0 0,4 1-1 0 0,6 4-219 0 0,0 0 0 0 0,1-1 1 0 0,15 6-1 0 0,-11-5 192 0 0,-4-1 18 0 0,0 0 1 0 0,0 1-1 0 0,0 0 0 0 0,20 17 0 0 0,-31-22 35 0 0,1 0 0 0 0,0 0 0 0 0,-1 1 0 0 0,1 0 0 0 0,-1-1 0 0 0,0 1 0 0 0,0 0 0 0 0,0 0 0 0 0,0 0 0 0 0,-1 0 0 0 0,1 1 0 0 0,-1-1 0 0 0,0 0 0 0 0,0 1 0 0 0,0-1 0 0 0,0 0 1 0 0,0 1-1 0 0,-1-1 0 0 0,0 1 0 0 0,0-1 0 0 0,0 1 0 0 0,0 0 0 0 0,0-1 0 0 0,-1 1 0 0 0,0 3 0 0 0,-4 8 17 0 0,-1 0 1 0 0,0 0 0 0 0,-1 0-1 0 0,0-1 1 0 0,-1 0-1 0 0,-1 0 1 0 0,-1-1 0 0 0,1 0-1 0 0,-2-1 1 0 0,0 0-1 0 0,0-1 1 0 0,-1 0 0 0 0,-1-1-1 0 0,0 0 1 0 0,0-1 0 0 0,-1 0-1 0 0,-18 8 1 0 0,18-10-407 0 0,0-1 1 0 0,-1-1-1 0 0,0 0 1 0 0,-1-1-1 0 0,1 0 1 0 0,-22 1-1 0 0,28-3-818 0 0,2-1-207 0 0</inkml:trace>
</inkml:ink>
</file>

<file path=ppt/ink/ink3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 0 11979 0 0,'2'3'121'0'0,"1"1"1"0"0,-1-1-1 0 0,0 1 1 0 0,0-1 0 0 0,0 1-1 0 0,0 0 1 0 0,-1-1 0 0 0,1 1-1 0 0,0 7 1 0 0,-1-2-189 0 0,0 0 0 0 0,-1 0 1 0 0,0 0-1 0 0,0 1 0 0 0,-1-1 1 0 0,0 0-1 0 0,-1 0 0 0 0,0 0 1 0 0,-1 0-1 0 0,1 0 0 0 0,-2 0 1 0 0,-4 10-1 0 0,-8 12-72 0 0,-35 53 1 0 0,44-73 445 0 0,-1-2 0 0 0,0 1 0 0 0,0-1 0 0 0,-1 0 0 0 0,0 0 1 0 0,-1-1-1 0 0,-11 7 0 0 0,17-12-312 0 0,0 0 0 0 0,0-1 0 0 0,-1 1 0 0 0,1-1 0 0 0,-1 0 0 0 0,1 0-1 0 0,-1-1 1 0 0,0 0 0 0 0,0 1 0 0 0,0-2 0 0 0,1 1 0 0 0,-1 0 0 0 0,0-1 0 0 0,0 0 0 0 0,0 0 0 0 0,0-1 0 0 0,0 1 0 0 0,0-1 0 0 0,0 0 0 0 0,-8-3 0 0 0,9 2-73 0 0,0-1-1 0 0,0 0 1 0 0,0 0 0 0 0,1 0 0 0 0,-1 0-1 0 0,1 0 1 0 0,0-1 0 0 0,0 0 0 0 0,0 1 0 0 0,1-1-1 0 0,-1 0 1 0 0,1 0 0 0 0,0-1 0 0 0,0 1-1 0 0,0 0 1 0 0,1-1 0 0 0,-1 1 0 0 0,1-1 0 0 0,0 1-1 0 0,0-1 1 0 0,1 0 0 0 0,0-7 0 0 0,-2-8-30 0 0,2-1 0 0 0,1 0 0 0 0,5-35 0 0 0,-5 51 111 0 0,0 0 0 0 0,0 0 1 0 0,1 1-1 0 0,-1-1 0 0 0,1 0 1 0 0,0 1-1 0 0,1 0 0 0 0,-1-1 0 0 0,1 1 1 0 0,0 0-1 0 0,0 0 0 0 0,0 0 1 0 0,0 0-1 0 0,0 1 0 0 0,1 0 1 0 0,0-1-1 0 0,0 1 0 0 0,0 0 1 0 0,0 1-1 0 0,0-1 0 0 0,1 1 1 0 0,-1 0-1 0 0,1 0 0 0 0,-1 0 1 0 0,1 0-1 0 0,0 1 0 0 0,0 0 1 0 0,0 0-1 0 0,0 0 0 0 0,-1 1 0 0 0,7 0 1 0 0,-4-1 48 0 0,0 1 1 0 0,-1 1 0 0 0,1-1-1 0 0,0 1 1 0 0,0 0-1 0 0,-1 1 1 0 0,1 0 0 0 0,-1 0-1 0 0,1 0 1 0 0,-1 1 0 0 0,0 0-1 0 0,0 0 1 0 0,0 0-1 0 0,0 1 1 0 0,-1 0 0 0 0,1 0-1 0 0,-1 0 1 0 0,0 1-1 0 0,0 0 1 0 0,-1 0 0 0 0,1 0-1 0 0,4 8 1 0 0,-2 1 90 0 0,-2 0 1 0 0,1 0-1 0 0,-2 0 1 0 0,0 1-1 0 0,-1 0 1 0 0,0-1 0 0 0,-1 1-1 0 0,-1 0 1 0 0,0 0-1 0 0,-1 0 1 0 0,0 0-1 0 0,-2 0 1 0 0,0 0-1 0 0,-5 21 1 0 0,-3 6-545 0 0,-2-2 0 0 0,-2 0 0 0 0,-36 73 0 0 0,45-106-736 0 0</inkml:trace>
</inkml:ink>
</file>

<file path=ppt/ink/ink3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9362 0 0,'5'-1'100'0'0,"-1"0"0"0"0,1-1 0 0 0,-1 1 0 0 0,0-1 0 0 0,0 0 0 0 0,1-1 0 0 0,-1 1 0 0 0,-1-1 0 0 0,7-4 0 0 0,7-5-68 0 0,-14 10-27 0 0,18-10-469 0 0,-1 0 0 0 0,2 2-1 0 0,-1 0 1 0 0,31-9 0 0 0,-45 17-2437 0 0</inkml:trace>
</inkml:ink>
</file>

<file path=ppt/ink/ink3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79 8754 0 0,'-11'11'2969'0'0,"42"-31"173"0"0,-18 11-4060 0 0,7 0 17 0 0,1 1 0 0 0,-1 1 0 0 0,1 0-1 0 0,0 2 1 0 0,1 1 0 0 0,-1 0 0 0 0,26 0 0 0 0,17-4 511 0 0,-43 3 379 0 0</inkml:trace>
</inkml:ink>
</file>

<file path=ppt/ink/ink3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4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 8754 0 0,'-1'0'57'0'0,"1"0"1"0"0,-1 0-1 0 0,1 0 0 0 0,-1 0 1 0 0,0 0-1 0 0,1 0 0 0 0,-1 0 1 0 0,0 0-1 0 0,1 0 0 0 0,-1 1 1 0 0,1-1-1 0 0,-1 0 0 0 0,0 0 1 0 0,1 1-1 0 0,-1-1 1 0 0,1 0-1 0 0,-1 1 0 0 0,1-1 1 0 0,-1 1-1 0 0,1-1 0 0 0,-1 0 1 0 0,1 1-1 0 0,0-1 0 0 0,-1 1 1 0 0,1 0-1 0 0,-1-1 0 0 0,1 2 1 0 0,-13 14 200 0 0,7-4 156 0 0,-1 1-1 0 0,1 0 1 0 0,1 0-1 0 0,1 1 1 0 0,-1 0 0 0 0,-1 15-1 0 0,-10 86 1932 0 0,14-90-1864 0 0,0 1 0 0 0,2-1 0 0 0,2 1 0 0 0,0-1 0 0 0,9 40 0 0 0,-8-52-305 0 0,0 0-1 0 0,1 0 1 0 0,1 0 0 0 0,0 0-1 0 0,1 0 1 0 0,1-1 0 0 0,0 0 0 0 0,0-1-1 0 0,1 0 1 0 0,0 0 0 0 0,20 19-1 0 0,-26-28-213 0 0,0 0-1 0 0,0-1 1 0 0,0 1-1 0 0,1-1 1 0 0,-1 1-1 0 0,0-1 1 0 0,1 0-1 0 0,-1 0 1 0 0,1 0-1 0 0,-1-1 0 0 0,1 1 1 0 0,-1-1-1 0 0,1 1 1 0 0,0-1-1 0 0,-1 0 1 0 0,5 0-1 0 0,-4 0-213 0 0,-1 0-1 0 0,0-1 1 0 0,0 1-1 0 0,1-1 1 0 0,-1 0 0 0 0,0 0-1 0 0,0 0 1 0 0,0 0-1 0 0,0 0 1 0 0,0 0-1 0 0,0 0 1 0 0,2-2 0 0 0</inkml:trace>
</inkml:ink>
</file>

<file path=ppt/ink/ink3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23 2761 0 0,'-3'-20'8455'0'0,"3"19"-8126"0"0,10-1 751 0 0,-9 2-1184 0 0,3 7-1999 0 0,-3-4 1940 0 0,0 0-1 0 0,0 0 1 0 0,0-1 0 0 0,0 1 0 0 0,0 0 0 0 0,-1 0-1 0 0,1 0 1 0 0,-1 0 0 0 0,0 0 0 0 0,0 0 0 0 0,0 0-1 0 0,0 0 1 0 0,-1 0 0 0 0,0 5 0 0 0,-2-1 163 0 0</inkml:trace>
</inkml:ink>
</file>

<file path=ppt/ink/ink3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4.7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 6913 0 0,'-6'-2'2311'0'0,"-3"8"1372"0"0,3 4-3111 0 0,0 0 0 0 0,1 1 0 0 0,0-1 1 0 0,1 1-1 0 0,0 0 0 0 0,1 0 0 0 0,0 1 1 0 0,1-1-1 0 0,-2 22 0 0 0,1 6-304 0 0,3 66-1 0 0,8-42-3296 0 0</inkml:trace>
</inkml:ink>
</file>

<file path=ppt/ink/ink3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12 139 2304 0 0,'5'35'-1080'0'0,"-12"11"1945"0"0,3-25 526 0 0,1 0 0 0 0,1 1 1 0 0,2 33-1 0 0,0-50-1214 0 0,0 0 1 0 0,1 0-1 0 0,0 0 0 0 0,0 0 1 0 0,0 0-1 0 0,1 0 0 0 0,-1-1 1 0 0,1 1-1 0 0,0 0 0 0 0,1-1 1 0 0,-1 0-1 0 0,1 1 1 0 0,0-1-1 0 0,0 0 0 0 0,0-1 1 0 0,0 1-1 0 0,1 0 0 0 0,0-1 1 0 0,-1 0-1 0 0,8 5 0 0 0,-8-7-165 0 0,1 1 0 0 0,-1-1 0 0 0,0 0 0 0 0,1 0 0 0 0,-1-1 0 0 0,1 1 0 0 0,-1-1 0 0 0,1 1 0 0 0,-1-1 0 0 0,1 0 0 0 0,0 0 0 0 0,-1-1 0 0 0,1 1 0 0 0,-1-1 0 0 0,1 0 0 0 0,-1 0 0 0 0,0 0 0 0 0,1 0 0 0 0,-1 0 0 0 0,0-1 0 0 0,0 0 0 0 0,0 0 0 0 0,0 1 0 0 0,4-5 0 0 0,7-4 80 0 0,-1 0 0 0 0,0-2-1 0 0,18-20 1 0 0,-14 14-215 0 0,-1-1 0 0 0,-1-1 1 0 0,-1 0-1 0 0,-1-1 0 0 0,-1-1 0 0 0,19-44 0 0 0,-29 60-2 0 0,-1-1 0 0 0,0 1 0 0 0,0 0 0 0 0,0-1 0 0 0,-1 0-1 0 0,0 1 1 0 0,0-1 0 0 0,-1 1 0 0 0,1-1 0 0 0,-2 1 0 0 0,1 0 0 0 0,-5-13 0 0 0,5 14 55 0 0,-1 0 0 0 0,0 0 0 0 0,-1 1 0 0 0,1-1 0 0 0,-1 1 0 0 0,0-1 0 0 0,0 1 0 0 0,0 0 0 0 0,-1 0 0 0 0,1 0 0 0 0,-1 1 0 0 0,0-1 1 0 0,0 1-1 0 0,-1 0 0 0 0,1 0 0 0 0,-8-3 0 0 0,0 2-322 0 0</inkml:trace>
</inkml:ink>
</file>

<file path=ppt/ink/ink3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5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9 14283 0 0,'-1'0'-21'0'0,"1"-1"0"0"0,0 1 0 0 0,-1-1 0 0 0,1 1 0 0 0,0-1 0 0 0,-1 1 0 0 0,1-1 0 0 0,-1 1 0 0 0,1-1 0 0 0,0 1 0 0 0,-1 0 0 0 0,1-1 0 0 0,-1 1 0 0 0,1 0 0 0 0,-1-1 0 0 0,0 1 0 0 0,1 0 0 0 0,-1 0 0 0 0,1 0-1 0 0,-1-1 1 0 0,1 1 0 0 0,-1 0 0 0 0,0 0 0 0 0,1 0 0 0 0,-1 0 0 0 0,0 0 0 0 0,1 15-1656 0 0,1 5 2098 0 0,-3 83 1429 0 0,2 74 336 0 0,2-145-1909 0 0,1-1 1 0 0,2 0-1 0 0,13 48 0 0 0,-11-48-179 0 0,-6-24-392 0 0,0 0-1 0 0,1 0 1 0 0,0-1 0 0 0,0 1 0 0 0,0 0-1 0 0,6 9 1 0 0</inkml:trace>
</inkml:ink>
</file>

<file path=ppt/ink/ink3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5 262 6913 0 0,'-2'-7'-203'0'0,"1"1"0"0"0,0-1-1 0 0,1 0 1 0 0,0 0 0 0 0,0 1-1 0 0,0-1 1 0 0,1 0 0 0 0,0 0-1 0 0,0 1 1 0 0,1-1-1 0 0,0 1 1 0 0,0-1 0 0 0,0 1-1 0 0,1-1 1 0 0,0 1 0 0 0,7-10-1 0 0,-3 4-114 0 0,0 0 1 0 0,2 1-1 0 0,-1 0 0 0 0,1 1 0 0 0,1 0 0 0 0,0 0 0 0 0,17-12 1 0 0,-20 17 770 0 0,1 0 0 0 0,0 0 1 0 0,0 0-1 0 0,1 1 0 0 0,-1 1 1 0 0,1 0-1 0 0,0 0 0 0 0,0 0 1 0 0,0 1-1 0 0,13-1 0 0 0,-18 2-317 0 0,0 1-1 0 0,-1 1 0 0 0,1-1 1 0 0,0 0-1 0 0,-1 1 0 0 0,1 0 0 0 0,-1 0 1 0 0,1 0-1 0 0,-1 0 0 0 0,1 0 1 0 0,-1 1-1 0 0,0 0 0 0 0,0 0 1 0 0,1-1-1 0 0,-1 2 0 0 0,0-1 1 0 0,-1 0-1 0 0,1 1 0 0 0,0-1 0 0 0,-1 1 1 0 0,0 0-1 0 0,1 0 0 0 0,-1 0 1 0 0,0 0-1 0 0,0 0 0 0 0,-1 0 1 0 0,1 0-1 0 0,-1 1 0 0 0,2 4 0 0 0,0 0-119 0 0,-1 1-1 0 0,0 0 0 0 0,0 0 0 0 0,-1 1 0 0 0,0-1 0 0 0,-1 0 1 0 0,0 0-1 0 0,0 0 0 0 0,-1 1 0 0 0,0-1 0 0 0,-1 0 0 0 0,0 0 1 0 0,0 0-1 0 0,-1 0 0 0 0,0-1 0 0 0,0 1 0 0 0,-7 11 0 0 0,-8 10 888 0 0,-1 0-1 0 0,-1-1 1 0 0,-27 30-1 0 0,39-49-384 0 0,6-8-443 0 0,0 0-1 0 0,1 0 0 0 0,-1 0 1 0 0,1 0-1 0 0,-1 0 0 0 0,1 0 1 0 0,0 1-1 0 0,0-1 0 0 0,0 0 1 0 0,0 1-1 0 0,0-1 0 0 0,1 0 1 0 0,-1 1-1 0 0,1-1 0 0 0,0 1 0 0 0,-1-1 1 0 0,1 1-1 0 0,0-1 0 0 0,0 1 1 0 0,1-1-1 0 0,-1 1 0 0 0,0-1 1 0 0,1 1-1 0 0,0-1 0 0 0,-1 1 1 0 0,1-1-1 0 0,0 0 0 0 0,3 5 1 0 0,-1-3 13 0 0,0 0 1 0 0,1 0-1 0 0,0 0 1 0 0,-1-1-1 0 0,1 1 1 0 0,1-1-1 0 0,-1 0 1 0 0,0 0-1 0 0,1-1 1 0 0,0 1-1 0 0,-1-1 0 0 0,1 0 1 0 0,6 2-1 0 0,2-1 29 0 0,0-1-1 0 0,0 0 1 0 0,1 0-1 0 0,-1-1 1 0 0,0-1-1 0 0,0 0 1 0 0,0-1-1 0 0,1-1 1 0 0,15-3-1 0 0,-5 1-1582 0 0,36-1-1 0 0,-46 5 532 0 0</inkml:trace>
</inkml:ink>
</file>

<file path=ppt/ink/ink3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0,'10'28'7341'0'0,"0"1"-5110"0"0,-7-20-2289 0 0,0 1 0 0 0,-1-1 1 0 0,-1 1-1 0 0,1 0 0 0 0,-1 15 1 0 0,-17 164 1420 0 0,0 1 94 0 0,16-172-5134 0 0,0-2-1300 0 0</inkml:trace>
</inkml:ink>
</file>

<file path=ppt/ink/ink3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76 5529 0 0,'1'-4'-6'0'0,"0"1"1"0"0,1 0-1 0 0,0 0 0 0 0,0-1 1 0 0,0 1-1 0 0,0 0 0 0 0,0 1 1 0 0,0-1-1 0 0,6-5 0 0 0,13-17 4508 0 0,-23 34-2300 0 0,-9 20-564 0 0,10-26-1692 0 0,-6 16 231 0 0,1 1-1 0 0,1-1 1 0 0,1 1 0 0 0,1 0-1 0 0,0 0 1 0 0,1 37-1 0 0,2-47-131 0 0,1-1 0 0 0,-1 1 0 0 0,2-1 0 0 0,-1 1 0 0 0,1-1 0 0 0,1 0-1 0 0,0 0 1 0 0,0 0 0 0 0,1 0 0 0 0,0-1 0 0 0,0 1 0 0 0,1-1 0 0 0,0 0 0 0 0,1 0 0 0 0,0-1-1 0 0,8 9 1 0 0,-12-14-49 0 0,-1-1-1 0 0,1 1 1 0 0,0-1-1 0 0,-1 0 1 0 0,1 0-1 0 0,0 0 1 0 0,0 0-1 0 0,0 0 1 0 0,0 0-1 0 0,0 0 1 0 0,0-1-1 0 0,0 1 1 0 0,0-1-1 0 0,1 1 1 0 0,-1-1-1 0 0,0 0 1 0 0,0 0-1 0 0,0 0 1 0 0,0 0-1 0 0,1 0 1 0 0,1-1-1 0 0,0 0 51 0 0,0-1 0 0 0,0 1 0 0 0,0-1 0 0 0,0 0 0 0 0,0 0 0 0 0,-1 0 0 0 0,1-1 0 0 0,-1 1 0 0 0,0-1 0 0 0,5-4 0 0 0,-1-1 130 0 0,0 1 0 0 0,-1-1-1 0 0,0-1 1 0 0,0 1 0 0 0,-1-1 0 0 0,0 0-1 0 0,-1 0 1 0 0,6-15 0 0 0,-8 13-34 0 0,0 1 0 0 0,0-1 0 0 0,-1 0 0 0 0,-1 0 0 0 0,0 0 0 0 0,0 0 0 0 0,-1 0 0 0 0,0 1 0 0 0,-1-1 0 0 0,0 0 0 0 0,-1 1 0 0 0,0-1 0 0 0,-8-17 0 0 0,7 20-240 0 0,0 1 0 0 0,0-1 0 0 0,0 1 0 0 0,-1 0 0 0 0,0 0 0 0 0,-1 0 0 0 0,1 1 1 0 0,-1 0-1 0 0,0 0 0 0 0,-1 0 0 0 0,0 1 0 0 0,0 0 0 0 0,0 0 0 0 0,0 1 0 0 0,-1 0 0 0 0,1 0 1 0 0,-1 1-1 0 0,-9-3 0 0 0,-2 2-6392 0 0</inkml:trace>
</inkml:ink>
</file>

<file path=ppt/ink/ink3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3.52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461 615 2761 0 0,'5'-100'463'0'0,"-3"76"92"0"0,0 0 1 0 0,-2-1-1 0 0,-5-44 0 0 0,5 68-524 0 0,0 0 0 0 0,0 0 0 0 0,0 0 0 0 0,0 0 0 0 0,0 0 0 0 0,0 0 0 0 0,0 0 0 0 0,-1 0 0 0 0,1-1 0 0 0,0 1 0 0 0,-1 0 0 0 0,1 0 0 0 0,-1 0 0 0 0,1 0 0 0 0,-1 1 0 0 0,1-1 0 0 0,-1 0 0 0 0,0 0 0 0 0,1 0 0 0 0,-1 0 0 0 0,0 1 0 0 0,0-1 0 0 0,0 0 0 0 0,0 1 0 0 0,0-1 0 0 0,0 0 0 0 0,0 1 0 0 0,1-1 0 0 0,-2 1 0 0 0,1 0 0 0 0,0-1 0 0 0,0 1 0 0 0,0 0 0 0 0,0 0 0 0 0,0-1 0 0 0,0 1 0 0 0,0 0 0 0 0,0 0 0 0 0,0 0 0 0 0,0 0 0 0 0,0 0 0 0 0,-1 1 0 0 0,1-1 0 0 0,0 0 0 0 0,0 0 0 0 0,0 1 0 0 0,0-1 0 0 0,0 1 0 0 0,0-1 0 0 0,0 1 0 0 0,0-1 0 0 0,0 1 0 0 0,1 0 0 0 0,-3 1 0 0 0,-4 3 52 0 0,-1 1 0 0 0,1 0 0 0 0,0 1-1 0 0,-12 13 1 0 0,-62 97-717 0 0,56-79 40 0 0,-41 51-1 0 0,56-78 556 0 0,-1 1-1 0 0,-1-2 1 0 0,1 1-1 0 0,-1-2 1 0 0,-1 0-1 0 0,0 0 0 0 0,0-1 1 0 0,-16 7-1 0 0,26-14 139 0 0,1 0-1 0 0,-1 0 1 0 0,0 0-1 0 0,1 0 1 0 0,-1 0 0 0 0,0-1-1 0 0,0 1 1 0 0,1-1-1 0 0,-1 0 1 0 0,-5 0-1 0 0,8 0-71 0 0,-1 0-1 0 0,1 0 0 0 0,0 0 0 0 0,-1 0 1 0 0,1-1-1 0 0,-1 1 0 0 0,1 0 1 0 0,0 0-1 0 0,-1 0 0 0 0,1-1 1 0 0,0 1-1 0 0,-1 0 0 0 0,1 0 0 0 0,0-1 1 0 0,-1 1-1 0 0,1 0 0 0 0,0-1 1 0 0,0 1-1 0 0,-1 0 0 0 0,1-1 0 0 0,0 1 1 0 0,0-1-1 0 0,0 1 0 0 0,0 0 1 0 0,-1-1-1 0 0,1 1 0 0 0,0-1 0 0 0,5-20 264 0 0,21-27-601 0 0,3 2-1 0 0,63-82 1 0 0,86-74-795 0 0,1-1 668 0 0,-162 181 323 0 0,-9 11 20 0 0,-1 1-1 0 0,1 0 1 0 0,1 1-1 0 0,16-14 1 0 0,-23 26 270 0 0,-4 11 11 0 0,-7 13 190 0 0,-32 61 940 0 0,-92 145 0 0 0,57-108-815 0 0,-56 82-319 0 0,115-185-273 0 0,-2 0 1 0 0,0-2-1 0 0,-1 0 1 0 0,-1-1-1 0 0,0-1 1 0 0,-40 25-1 0 0,56-40 75 0 0,-19 11-118 0 0,23-13 150 0 0,1-1 0 0 0,-1 1 0 0 0,0-1 0 0 0,1 1 0 0 0,-1-1 0 0 0,0 0 0 0 0,1 1 0 0 0,-1-1 0 0 0,0 0-1 0 0,1 0 1 0 0,-1 0 0 0 0,0 1 0 0 0,1-1 0 0 0,-1 0 0 0 0,0 0 0 0 0,0 0 0 0 0,1 0 0 0 0,-1 0 0 0 0,0 0 0 0 0,0 0-1 0 0,1 0 1 0 0,-1-1 0 0 0,0 1 0 0 0,1 0 0 0 0,-2-1 0 0 0,2-1 56 0 0,1-1 0 0 0,0 1-1 0 0,-1 0 1 0 0,1-1 0 0 0,0 1-1 0 0,0 0 1 0 0,0 0 0 0 0,1 0 0 0 0,-1 0-1 0 0,0 0 1 0 0,1 0 0 0 0,0 0 0 0 0,-1 0-1 0 0,4-2 1 0 0,-3 2 11 0 0,58-61-430 0 0,97-76 0 0 0,-76 71 161 0 0,-68 56 186 0 0,6-6 0 0 0,0 2 0 0 0,1 0 0 0 0,1 1 0 0 0,1 0 0 0 0,44-21 0 0 0,-64 35-1 0 0,0 0 0 0 0,-1 1 1 0 0,1-1-1 0 0,0 0 0 0 0,0 1 0 0 0,-1 0 1 0 0,1-1-1 0 0,0 1 0 0 0,0 0 1 0 0,0 0-1 0 0,-1 0 0 0 0,1 0 0 0 0,0 0 1 0 0,0 0-1 0 0,0 0 0 0 0,0 1 1 0 0,-1-1-1 0 0,1 1 0 0 0,0-1 0 0 0,0 1 1 0 0,-1 0-1 0 0,1 0 0 0 0,-1 0 1 0 0,1-1-1 0 0,2 4 0 0 0,-2-2-1 0 0,-1 0 0 0 0,0 0 1 0 0,0 0-1 0 0,0 1 0 0 0,0-1 0 0 0,0 0 0 0 0,0 1 1 0 0,0-1-1 0 0,-1 1 0 0 0,1-1 0 0 0,-1 1 0 0 0,0-1 0 0 0,0 1 1 0 0,0-1-1 0 0,0 1 0 0 0,0-1 0 0 0,0 1 0 0 0,-2 3 0 0 0,-2 17-19 0 0,-2-1 0 0 0,0 1 0 0 0,-1-1 0 0 0,-2-1 0 0 0,-16 32 0 0 0,-66 95 617 0 0,-6 11 452 0 0,97-159-1025 0 0,-1 1 1 0 0,0 0-1 0 0,1 0 0 0 0,-1 0 1 0 0,1 0-1 0 0,-1 0 0 0 0,1 0 1 0 0,0 0-1 0 0,-1 0 0 0 0,1 0 1 0 0,0 0-1 0 0,0 0 0 0 0,0 0 0 0 0,0 0 1 0 0,0 0-1 0 0,0 0 0 0 0,0 0 1 0 0,0 2-1 0 0,1-3-11 0 0,-1 0 1 0 0,1 1-1 0 0,-1-1 1 0 0,1 0-1 0 0,0 0 1 0 0,-1 0-1 0 0,1 0 1 0 0,-1 0-1 0 0,1 0 0 0 0,-1 0 1 0 0,1 0-1 0 0,0 0 1 0 0,-1 0-1 0 0,1 0 1 0 0,-1-1-1 0 0,1 1 1 0 0,-1 0-1 0 0,1 0 0 0 0,-1-1 1 0 0,1 1-1 0 0,-1 0 1 0 0,1 0-1 0 0,0-1 1 0 0,39-28 50 0 0,-36 26-126 0 0,343-257-1474 0 0,-271 204 915 0 0,-42 29 163 0 0,66-39 0 0 0,-99 65 454 0 0,0 0 1 0 0,1 0-1 0 0,-1 0 1 0 0,0 0-1 0 0,0 1 0 0 0,1-1 1 0 0,-1 0-1 0 0,1 1 0 0 0,-1-1 1 0 0,0 1-1 0 0,1 0 1 0 0,-1-1-1 0 0,1 1 0 0 0,-1 0 1 0 0,1 0-1 0 0,-1 0 1 0 0,1 0-1 0 0,-1 0 0 0 0,1 0 1 0 0,-1 1-1 0 0,1-1 1 0 0,-1 0-1 0 0,1 1 0 0 0,-1-1 1 0 0,1 1-1 0 0,-1-1 1 0 0,0 1-1 0 0,2 1 0 0 0,-2 0 22 0 0,0 0-1 0 0,0 0 0 0 0,0 0 0 0 0,0 0 0 0 0,-1 0 1 0 0,1 0-1 0 0,-1 0 0 0 0,1 0 0 0 0,-1 0 0 0 0,0 0 1 0 0,0 0-1 0 0,0 0 0 0 0,0 1 0 0 0,0-1 1 0 0,0 0-1 0 0,-1 0 0 0 0,1 0 0 0 0,-1 0 0 0 0,-1 3 1 0 0,-11 37 447 0 0,-2 0 0 0 0,-1-1 1 0 0,-3-1-1 0 0,-43 70 0 0 0,-117 139 832 0 0,129-183-1050 0 0,-46 50 82 0 0,54-68-43 0 0,-56 84 0 0 0,97-131-287 0 0,1-1 1 0 0,-1 0 0 0 0,1 1 0 0 0,-1-1 0 0 0,1 1 0 0 0,-1-1-1 0 0,1 1 1 0 0,0-1 0 0 0,-1 1 0 0 0,1 0 0 0 0,0-1-1 0 0,-1 1 1 0 0,1-1 0 0 0,0 1 0 0 0,0 0 0 0 0,0-1-1 0 0,0 1 1 0 0,-1 0 0 0 0,1-1 0 0 0,0 1 0 0 0,0 0 0 0 0,0-1-1 0 0,0 1 1 0 0,0 0 0 0 0,1-1 0 0 0,-1 1 0 0 0,0 0-1 0 0,16-8-501 0 0,22-24-811 0 0,35-44-394 0 0,-32 33 1888 0 0,57-48-1 0 0,-82 80 876 0 0,-20 20 215 0 0,-21 24-58 0 0,23-32-1321 0 0,-77 92 1000 0 0,-49 63 25 0 0,-70 145 401 0 0,197-301-1319 0 0,0 0-1 0 0,1 0 0 0 0,-1 0 0 0 0,0 0 0 0 0,1 0 0 0 0,-1 1 0 0 0,1-1 0 0 0,-1 0 0 0 0,1 0 1 0 0,0 1-1 0 0,-1-1 0 0 0,1 0 0 0 0,0 1 0 0 0,0-1 0 0 0,0 0 0 0 0,0 0 0 0 0,0 2 1 0 0,1-2-63 0 0,-1-1 1 0 0,1 1-1 0 0,-1-1 1 0 0,1 1-1 0 0,0-1 1 0 0,-1 1-1 0 0,1-1 1 0 0,0 1-1 0 0,0-1 1 0 0,-1 0-1 0 0,1 0 1 0 0,0 1 0 0 0,0-1-1 0 0,-1 0 1 0 0,1 0-1 0 0,0 0 1 0 0,0 0-1 0 0,0 0 1 0 0,-1 0-1 0 0,1 0 1 0 0,0 0-1 0 0,0 0 1 0 0,0 0-1 0 0,-1 0 1 0 0,1 0-1 0 0,0-1 1 0 0,0 1 0 0 0,-1 0-1 0 0,2-1 1 0 0</inkml:trace>
</inkml:ink>
</file>

<file path=ppt/ink/ink3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4.5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671 42 3225 0 0,'0'-2'72'0'0,"0"0"-1"0"0,-1 0 1 0 0,1 0 0 0 0,-1 0 0 0 0,1 0 0 0 0,-1 0 0 0 0,0 0-1 0 0,0 1 1 0 0,0-1 0 0 0,0 0 0 0 0,0 0 0 0 0,0 1 0 0 0,-1-1 0 0 0,1 1-1 0 0,0-1 1 0 0,-1 1 0 0 0,1 0 0 0 0,-1-1 0 0 0,0 1 0 0 0,1 0-1 0 0,-1 0 1 0 0,0 0 0 0 0,0 0 0 0 0,0 0 0 0 0,0 1 0 0 0,1-1-1 0 0,-1 1 1 0 0,0-1 0 0 0,0 1 0 0 0,0-1 0 0 0,0 1 0 0 0,0 0 0 0 0,-1 0-1 0 0,1 0 1 0 0,0 0 0 0 0,0 1 0 0 0,0-1 0 0 0,-2 1 0 0 0,-4 1 160 0 0,1 0 1 0 0,0 0-1 0 0,0 1 1 0 0,0 0-1 0 0,0 0 1 0 0,1 1-1 0 0,-1-1 1 0 0,1 2-1 0 0,0-1 1 0 0,0 1-1 0 0,-8 8 1 0 0,-9 10 255 0 0,-26 34 0 0 0,37-42-394 0 0,-84 101 617 0 0,-196 257 1763 0 0,288-367-2435 0 0,-3 3 24 0 0,1 0 0 0 0,0 0 0 0 0,1 1 0 0 0,0-1 0 0 0,0 1 0 0 0,1 0 0 0 0,-5 20 0 0 0,9-30-65 0 0,0 0-1 0 0,0 0 1 0 0,0 0 0 0 0,0 0-1 0 0,0 1 1 0 0,0-1 0 0 0,0 0 0 0 0,0 0-1 0 0,0 0 1 0 0,0 0 0 0 0,0 1-1 0 0,0-1 1 0 0,0 0 0 0 0,0 0-1 0 0,0 0 1 0 0,0 0 0 0 0,0 1 0 0 0,0-1-1 0 0,0 0 1 0 0,0 0 0 0 0,0 0-1 0 0,0 0 1 0 0,1 0 0 0 0,-1 1 0 0 0,0-1-1 0 0,0 0 1 0 0,0 0 0 0 0,0 0-1 0 0,0 0 1 0 0,1 0 0 0 0,-1 0-1 0 0,0 0 1 0 0,0 0 0 0 0,0 0 0 0 0,0 0-1 0 0,0 1 1 0 0,1-1 0 0 0,-1 0-1 0 0,0 0 1 0 0,0 0 0 0 0,0 0-1 0 0,1 0 1 0 0,10-3-48 0 0,9-7-24 0 0,18-19-242 0 0,-1-1-1 0 0,41-44 1 0 0,23-19 480 0 0,-48 49 24 0 0,2 3 0 0 0,107-60 0 0 0,-157 98-214 0 0,1 1 0 0 0,0-1 0 0 0,0 1 0 0 0,0 0 1 0 0,0 0-1 0 0,1 0 0 0 0,-1 1 0 0 0,0 0 0 0 0,1 1 0 0 0,9-1 1 0 0,-13 2 2 0 0,-1-1 1 0 0,1 0 0 0 0,0 1 0 0 0,-1 0 0 0 0,1 0 0 0 0,-1 0 0 0 0,1 0-1 0 0,-1 0 1 0 0,0 0 0 0 0,1 1 0 0 0,-1-1 0 0 0,0 1 0 0 0,0-1 0 0 0,0 1-1 0 0,0 0 1 0 0,0 0 0 0 0,0 0 0 0 0,0 0 0 0 0,-1 0 0 0 0,1 0 0 0 0,-1 1-1 0 0,0-1 1 0 0,0 0 0 0 0,1 1 0 0 0,-1-1 0 0 0,-1 1 0 0 0,2 3 0 0 0,1 6 8 0 0,-1 1 1 0 0,0 0 0 0 0,-1 0 0 0 0,0 0 0 0 0,-1 0-1 0 0,0 0 1 0 0,-1 0 0 0 0,-6 24 0 0 0,-32 103 180 0 0,32-119-103 0 0,-24 65 213 0 0,15-44 229 0 0,-17 68-1 0 0,33-109-494 0 0,-1 0 1 0 0,1 0-1 0 0,0-1 1 0 0,0 1-1 0 0,0 0 0 0 0,-1 0 1 0 0,1 0-1 0 0,0 0 1 0 0,0 0-1 0 0,0 0 1 0 0,0 0-1 0 0,0 0 0 0 0,0-1 1 0 0,1 1-1 0 0,-1 0 1 0 0,0 0-1 0 0,0 0 0 0 0,1 0 1 0 0,-1 0-1 0 0,0-1 1 0 0,1 1-1 0 0,-1 0 1 0 0,1 0-1 0 0,-1 0 0 0 0,2 0 1 0 0,-1-1-14 0 0,-1 1 0 0 0,1-1 0 0 0,0 0 0 0 0,0 0 0 0 0,0 0-1 0 0,0 0 1 0 0,0 0 0 0 0,0 0 0 0 0,0 0 0 0 0,0 0 0 0 0,0 0 0 0 0,0 0 0 0 0,0-1 0 0 0,0 1 0 0 0,0 0 0 0 0,0-1 0 0 0,0 1 0 0 0,1-2 0 0 0,7-2-140 0 0,-1-1 1 0 0,0-1-1 0 0,10-9 1 0 0,149-153-1922 0 0,-37 32 1183 0 0,-66 74 403 0 0,-17 14-612 0 0,93-70 1 0 0,-139 117 1020 0 0,1-1 1 0 0,0 1-1 0 0,0 0 0 0 0,0 0 1 0 0,1 0-1 0 0,-1 0 1 0 0,0 0-1 0 0,0 0 0 0 0,1 0 1 0 0,-1 1-1 0 0,4-1 1 0 0,-5 1 53 0 0,-1 0 0 0 0,0 0 0 0 0,1 0 1 0 0,-1 0-1 0 0,0 0 0 0 0,1 0 0 0 0,-1 0 0 0 0,0 1 1 0 0,1-1-1 0 0,-1 0 0 0 0,0 0 0 0 0,1 0 0 0 0,-1 0 1 0 0,0 1-1 0 0,0-1 0 0 0,1 0 0 0 0,-1 0 0 0 0,0 1 1 0 0,0-1-1 0 0,0 0 0 0 0,1 0 0 0 0,-1 1 1 0 0,0-1-1 0 0,0 0 0 0 0,0 1 0 0 0,0-1 0 0 0,1 0 1 0 0,-1 0-1 0 0,0 1 0 0 0,-4 18-106 0 0,-12 15 460 0 0,-1-2-1 0 0,-2 0 1 0 0,-37 48-1 0 0,20-29 138 0 0,-61 77 1528 0 0,-128 131 0 0 0,33-42 367 0 0,186-210-2191 0 0,-8 9-266 0 0,24-34-1251 0 0,11-14 199 0 0,55-79-800 0 0,-63 95 1893 0 0,0 0-1 0 0,2 0 1 0 0,0 1 0 0 0,23-17-1 0 0,-37 31 61 0 0,0 0 0 0 0,0 0 0 0 0,0 0 0 0 0,0 0-1 0 0,0 1 1 0 0,1-1 0 0 0,-1 0 0 0 0,0 1 0 0 0,0-1 0 0 0,1 1 0 0 0,-1-1 0 0 0,0 1-1 0 0,1-1 1 0 0,-1 1 0 0 0,0 0 0 0 0,1 0 0 0 0,-1 0 0 0 0,3 0 0 0 0,-4 0 27 0 0,1 1 0 0 0,-1-1 1 0 0,1 1-1 0 0,-1-1 1 0 0,1 1-1 0 0,-1-1 1 0 0,1 1-1 0 0,-1-1 0 0 0,0 1 1 0 0,1-1-1 0 0,-1 1 1 0 0,0 0-1 0 0,0-1 1 0 0,0 1-1 0 0,1 0 0 0 0,-1-1 1 0 0,0 1-1 0 0,0 0 1 0 0,0-1-1 0 0,0 1 1 0 0,0 0-1 0 0,0-1 0 0 0,0 1 1 0 0,0 0-1 0 0,-1 1 1 0 0,-1 8 400 0 0,0 0 1 0 0,-1 0-1 0 0,-5 14 1 0 0,-66 144 1413 0 0,40-97-2010 0 0,-29 88 1 0 0,60-148-314 0 0,0 1 1 0 0,0 1 0 0 0,-1 16-1 0 0</inkml:trace>
</inkml:ink>
</file>

<file path=ppt/ink/ink3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5.41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853 17 6913 0 0,'-7'-3'14'0'0,"1"1"-1"0"0,-1-1 1 0 0,1 1-1 0 0,-1 0 1 0 0,0 1-1 0 0,0-1 0 0 0,0 1 1 0 0,0 1-1 0 0,0-1 1 0 0,0 1-1 0 0,-13 2 1 0 0,-8 1 130 0 0,-41 10 1 0 0,45-6 37 0 0,0 1 1 0 0,0 1-1 0 0,1 1 0 0 0,1 1 0 0 0,-1 1 1 0 0,2 1-1 0 0,0 1 0 0 0,0 1 0 0 0,2 0 1 0 0,-27 27-1 0 0,-13 21 481 0 0,-87 121 0 0 0,72-86-429 0 0,50-69-149 0 0,9-11 59 0 0,0 0-1 0 0,1 1 0 0 0,2 1 0 0 0,-16 30 1 0 0,27-49-124 0 0,0 0 0 0 0,1 1 0 0 0,-1-1 1 0 0,0 1-1 0 0,1-1 0 0 0,0 1 1 0 0,-1-1-1 0 0,1 1 0 0 0,0 0 1 0 0,-1-1-1 0 0,1 1 0 0 0,0-1 1 0 0,0 1-1 0 0,0-1 0 0 0,0 1 1 0 0,1 0-1 0 0,-1-1 0 0 0,0 1 1 0 0,1-1-1 0 0,0 3 0 0 0,0-3-25 0 0,0 0-1 0 0,0 0 0 0 0,0-1 0 0 0,0 1 1 0 0,0 0-1 0 0,0-1 0 0 0,0 1 1 0 0,0-1-1 0 0,0 1 0 0 0,0-1 1 0 0,0 0-1 0 0,0 1 0 0 0,1-1 0 0 0,-1 0 1 0 0,0 0-1 0 0,0 0 0 0 0,0 0 1 0 0,0 0-1 0 0,0 0 0 0 0,1 0 1 0 0,0 0-1 0 0,5-1-111 0 0,0-1-1 0 0,0 1 1 0 0,0-1 0 0 0,0-1 0 0 0,-1 1 0 0 0,1-1 0 0 0,10-6-1 0 0,36-31 145 0 0,-1-2-1 0 0,87-93 0 0 0,-11 9-1253 0 0,-97 97 741 0 0,-19 16 279 0 0,1 1 1 0 0,0 0-1 0 0,1 1 1 0 0,1 0-1 0 0,30-16 0 0 0,-44 27 200 0 0,-1-1 0 0 0,1 1 0 0 0,-1 0 0 0 0,1-1 0 0 0,-1 1 0 0 0,1 0 0 0 0,0 0 0 0 0,-1 0 0 0 0,1-1 0 0 0,0 1 0 0 0,-1 0 0 0 0,1 0 0 0 0,-1 0 0 0 0,1 0 0 0 0,0 0 0 0 0,-1 0 1 0 0,1 0-1 0 0,0 0 0 0 0,-1 1 0 0 0,1-1 0 0 0,-1 0 0 0 0,1 0 0 0 0,0 0 0 0 0,-1 1 0 0 0,1-1 0 0 0,-1 0 0 0 0,1 1 0 0 0,-1-1 0 0 0,1 0 0 0 0,-1 1 0 0 0,1-1 0 0 0,-1 1 0 0 0,1-1 0 0 0,-1 1 0 0 0,0-1 0 0 0,1 1 0 0 0,-1-1 0 0 0,0 1 0 0 0,1-1 0 0 0,-1 1 0 0 0,0-1 0 0 0,0 1 0 0 0,0 0 0 0 0,1-1 0 0 0,-1 1 0 0 0,0-1 0 0 0,0 1 0 0 0,0 0 0 0 0,0-1 0 0 0,0 1 0 0 0,0 0 0 0 0,0-1 0 0 0,0 1 0 0 0,0-1 0 0 0,0 1 0 0 0,-1 1 0 0 0,-7 40 353 0 0,7-39-336 0 0,-16 48 656 0 0,-3-2 1 0 0,-2 0 0 0 0,-33 55-1 0 0,15-29-117 0 0,7-13-64 0 0,11-24-80 0 0,2 1-1 0 0,1 1 0 0 0,2 1 0 0 0,-11 43 0 0 0,27-82-363 0 0,1 1 0 0 0,-1-1 0 0 0,0 0 0 0 0,1 0 1 0 0,0 0-1 0 0,-1 1 0 0 0,1-1 0 0 0,0 0 0 0 0,0 0 0 0 0,0 1 0 0 0,1-1 1 0 0,-1 0-1 0 0,0 0 0 0 0,1 0 0 0 0,0 1 0 0 0,-1-1 0 0 0,1 0 0 0 0,0 0 0 0 0,0 0 1 0 0,0 0-1 0 0,0 0 0 0 0,0 0 0 0 0,1-1 0 0 0,-1 1 0 0 0,3 2 0 0 0,-2-3-58 0 0,1 0 0 0 0,0 0 0 0 0,-1 0-1 0 0,1 0 1 0 0,0 0 0 0 0,0-1-1 0 0,-1 1 1 0 0,1-1 0 0 0,0 1 0 0 0,0-1-1 0 0,0 0 1 0 0,0-1 0 0 0,0 1 0 0 0,0 0-1 0 0,-1-1 1 0 0,1 1 0 0 0,0-1 0 0 0,0 0-1 0 0,3-2 1 0 0,25-8-620 0 0,-1-2-1 0 0,0-1 1 0 0,33-22 0 0 0,78-60-809 0 0,-139 94 1425 0 0,1 0 1 0 0,-1 1 0 0 0,1-1-1 0 0,0 0 1 0 0,-1 1 0 0 0,1 0-1 0 0,0-1 1 0 0,0 1-1 0 0,0 0 1 0 0,6-1 0 0 0,-9 2 20 0 0,1 0 0 0 0,0 0 0 0 0,-1 1-1 0 0,1-1 1 0 0,-1 0 0 0 0,1 0 0 0 0,-1 0 0 0 0,1 0 0 0 0,0 1 0 0 0,-1-1 0 0 0,1 0 0 0 0,-1 0 0 0 0,1 1 0 0 0,-1-1 0 0 0,1 0 0 0 0,-1 1-1 0 0,0-1 1 0 0,1 1 0 0 0,-1-1 0 0 0,1 1 0 0 0,-1-1 0 0 0,1 1 0 0 0,3 23 155 0 0,-5 0 192 0 0,-1-1 0 0 0,-1 0 0 0 0,-1 1 0 0 0,-13 40 0 0 0,-42 92 1956 0 0,36-101-1359 0 0,14-33-484 0 0,5-13-229 0 0,0-1-1 0 0,0 1 0 0 0,1 0 1 0 0,0 0-1 0 0,1 0 0 0 0,0 0 1 0 0,0 0-1 0 0,1 0 0 0 0,-1 17 1 0 0,3-25-197 0 0,-1 0 1 0 0,0 0 0 0 0,0 0 0 0 0,1 0 0 0 0,-1 0 0 0 0,0 0-1 0 0,1 0 1 0 0,-1 0 0 0 0,1 0 0 0 0,-1 0 0 0 0,1 0-1 0 0,0 0 1 0 0,-1 0 0 0 0,1 0 0 0 0,0-1 0 0 0,0 1 0 0 0,-1 0-1 0 0,1 0 1 0 0,0-1 0 0 0,0 1 0 0 0,0-1 0 0 0,0 1 0 0 0,0-1-1 0 0,0 1 1 0 0,0-1 0 0 0,1 1 0 0 0,1 0-28 0 0,1-1 0 0 0,-1 0 0 0 0,0 1 1 0 0,0-1-1 0 0,0 0 0 0 0,1-1 0 0 0,-1 1 1 0 0,0 0-1 0 0,4-2 0 0 0,5-1-503 0 0,1-2 1 0 0,-1 1 0 0 0,17-10-1 0 0,4-4-3825 0 0</inkml:trace>
</inkml:ink>
</file>

<file path=ppt/ink/ink3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2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349 134 5985 0 0,'-27'69'592'0'0,"-18"74"-1"0"0,17-53-412 0 0,14-46-63 0 0,-220 597 3943 0 0,249-667-3634 0 0,23-41-1010 0 0,106-250-1949 0 0,-23-11-1253 0 0,-42 111 2707 0 0,-74 201 1112 0 0,28-63 633 0 0,-30 72-583 0 0,1 0 1 0 0,0 1 0 0 0,0 0 0 0 0,0-1-1 0 0,1 2 1 0 0,0-1 0 0 0,0 0 0 0 0,11-8-1 0 0,-15 13-25 0 0,0 1-1 0 0,0-1 0 0 0,0 0 1 0 0,0 1-1 0 0,0-1 0 0 0,0 1 0 0 0,1-1 1 0 0,-1 1-1 0 0,0 0 0 0 0,0-1 1 0 0,1 1-1 0 0,-1 0 0 0 0,0 0 0 0 0,1 0 1 0 0,-1 0-1 0 0,0 0 0 0 0,0 0 0 0 0,1 0 1 0 0,-1 0-1 0 0,0 1 0 0 0,1-1 1 0 0,-1 0-1 0 0,0 1 0 0 0,0-1 0 0 0,0 1 1 0 0,1 0-1 0 0,-1-1 0 0 0,0 1 1 0 0,0 0-1 0 0,0-1 0 0 0,0 1 0 0 0,0 0 1 0 0,0 0-1 0 0,0 0 0 0 0,-1 0 0 0 0,1 0 1 0 0,0 0-1 0 0,0 0 0 0 0,0 2 1 0 0,3 4 249 0 0,0 0 1 0 0,0 1 0 0 0,0-1 0 0 0,3 15-1 0 0,3 14 166 0 0,-1 1-1 0 0,-2 0 1 0 0,-2 1 0 0 0,1 46-1 0 0,-10 155 733 0 0,-2-87-598 0 0,6-122-525 0 0,-2 0 48 0 0,6 51 0 0 0,-3-74-100 0 0,0-1 1 0 0,0 0 0 0 0,0 0-1 0 0,1 1 1 0 0,-1-1 0 0 0,2 0 0 0 0,-1-1-1 0 0,1 1 1 0 0,0 0 0 0 0,0-1-1 0 0,0 1 1 0 0,1-1 0 0 0,0 0-1 0 0,5 6 1 0 0,-6-9-51 0 0,-1 0 0 0 0,1 0 0 0 0,-1-1 0 0 0,1 1 0 0 0,0 0 0 0 0,0-1 0 0 0,0 0 0 0 0,0 1-1 0 0,0-1 1 0 0,0-1 0 0 0,0 1 0 0 0,0 0 0 0 0,0-1 0 0 0,0 1 0 0 0,0-1 0 0 0,0 0 0 0 0,5 0 0 0 0,-2-1-63 0 0,0-1 0 0 0,-1 1-1 0 0,1-1 1 0 0,-1 0 0 0 0,1 0 0 0 0,-1 0 0 0 0,0-1 0 0 0,10-6 0 0 0,2-4-291 0 0,-1-1 0 0 0,0 0-1 0 0,28-34 1 0 0,6-16 7 0 0,-4-2-1 0 0,62-116 0 0 0,-57 92 661 0 0,-48 85-233 0 0,2-4 111 0 0,0 0 0 0 0,0 1 0 0 0,0-1 0 0 0,1 1 0 0 0,0 0 0 0 0,1 1 0 0 0,0 0 0 0 0,0 0 0 0 0,16-12 0 0 0,-21 18-110 0 0,-1 0 1 0 0,0 1 0 0 0,0-1-1 0 0,0 1 1 0 0,1-1 0 0 0,-1 1-1 0 0,0 0 1 0 0,1-1 0 0 0,-1 1-1 0 0,0 0 1 0 0,1 0 0 0 0,-1 0-1 0 0,0 0 1 0 0,1 0 0 0 0,-1 0 0 0 0,0 0-1 0 0,1 1 1 0 0,-1-1 0 0 0,0 0-1 0 0,1 1 1 0 0,-1-1 0 0 0,0 1-1 0 0,0-1 1 0 0,3 2 0 0 0,-2 1-9 0 0,1-1 0 0 0,-1 0 0 0 0,0 0 0 0 0,0 1 0 0 0,0-1 0 0 0,0 1 0 0 0,-1 0 0 0 0,1 0 0 0 0,-1 0 0 0 0,2 3 0 0 0,2 8 62 0 0,0 1 0 0 0,-2-1-1 0 0,4 21 1 0 0,0 38 466 0 0,-6-51-336 0 0,1 1-1 0 0,1-1 0 0 0,1 0 0 0 0,10 31 1 0 0,-14-52-228 0 0,1 1 1 0 0,0 0 0 0 0,-1-1-1 0 0,1 1 1 0 0,0 0 0 0 0,0-1-1 0 0,0 1 1 0 0,0-1 0 0 0,0 1-1 0 0,1-1 1 0 0,-1 0 0 0 0,0 1-1 0 0,1-1 1 0 0,-1 0 0 0 0,1 0-1 0 0,-1 0 1 0 0,1 0 0 0 0,-1 0-1 0 0,1 0 1 0 0,0-1 0 0 0,-1 1-1 0 0,4 0 1 0 0,-2 0-105 0 0,0-1 1 0 0,0 0-1 0 0,1 0 1 0 0,-1 0-1 0 0,0-1 0 0 0,0 1 1 0 0,0-1-1 0 0,0 0 0 0 0,0 0 1 0 0,0 0-1 0 0,0 0 0 0 0,3-2 1 0 0,4-2-355 0 0,0-1 0 0 0,0 0 1 0 0,0-1-1 0 0,-1 0 0 0 0,0-1 1 0 0,9-10-1 0 0,22-15 1233 0 0,-33 26-791 0 0</inkml:trace>
</inkml:ink>
</file>

<file path=ppt/ink/ink3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98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360 0 6913 0 0,'-92'120'2341'0'0,"-130"220"-1"0"0,214-327-2099 0 0,-20 42 394 0 0,26-51-591 0 0,0-1-1 0 0,1 1 1 0 0,0 0-1 0 0,0 0 1 0 0,0 1 0 0 0,0-1-1 0 0,1 0 1 0 0,-1 0 0 0 0,1 0-1 0 0,0 1 1 0 0,1 4-1 0 0,-1-8-55 0 0,0 0 0 0 0,0 0 0 0 0,1 0 0 0 0,-1 0 0 0 0,0 0-1 0 0,1 0 1 0 0,-1 0 0 0 0,1 0 0 0 0,-1 0 0 0 0,1 0 0 0 0,-1 0 0 0 0,1 0-1 0 0,0 0 1 0 0,-1 0 0 0 0,1-1 0 0 0,0 1 0 0 0,0 0 0 0 0,0-1-1 0 0,-1 1 1 0 0,1 0 0 0 0,0-1 0 0 0,0 1 0 0 0,0-1 0 0 0,0 1-1 0 0,0-1 1 0 0,2 1 0 0 0,0-1-48 0 0,-1 0-1 0 0,1 0 1 0 0,0 0-1 0 0,0 0 1 0 0,-1 0-1 0 0,1 0 1 0 0,0-1-1 0 0,0 0 1 0 0,-1 1-1 0 0,4-3 1 0 0,5-1-296 0 0,0-1 1 0 0,-1-1 0 0 0,19-12-1 0 0,-4-2-182 0 0,37-39 0 0 0,-49 44 571 0 0,1 0 1 0 0,1 1-1 0 0,0 1 1 0 0,1 1 0 0 0,0 0-1 0 0,1 1 1 0 0,24-12-1 0 0,-40 22-16 0 0,1 1 0 0 0,-1-1 0 0 0,0 1 0 0 0,1-1 0 0 0,-1 1 0 0 0,1-1 1 0 0,-1 1-1 0 0,1 0 0 0 0,-1-1 0 0 0,1 1 0 0 0,-1 0 0 0 0,1 0 0 0 0,-1 0 0 0 0,1 0 0 0 0,-1 1 0 0 0,1-1 0 0 0,-1 0 0 0 0,1 1 0 0 0,-1-1 0 0 0,1 1 0 0 0,-1-1 1 0 0,0 1-1 0 0,1-1 0 0 0,1 3 0 0 0,-2-2 24 0 0,1 1 0 0 0,-1 0 1 0 0,0 0-1 0 0,0-1 0 0 0,0 1 0 0 0,0 0 1 0 0,0 0-1 0 0,0 0 0 0 0,-1 0 1 0 0,1 0-1 0 0,-1 1 0 0 0,1-1 1 0 0,-1 0-1 0 0,0 0 0 0 0,0 3 0 0 0,0 8 176 0 0,-1 0-1 0 0,0 0 0 0 0,-1-1 0 0 0,-6 21 1 0 0,-7 14 489 0 0,-30 62 0 0 0,9-24 102 0 0,35-84-791 0 0,1 1 1 0 0,-1-1-1 0 0,0 0 1 0 0,1 1-1 0 0,-1-1 0 0 0,1 0 1 0 0,0 1-1 0 0,-1-1 0 0 0,1 1 1 0 0,0-1-1 0 0,0 1 1 0 0,0-1-1 0 0,0 1 0 0 0,0-1 1 0 0,0 0-1 0 0,0 1 0 0 0,1-1 1 0 0,-1 1-1 0 0,0-1 0 0 0,1 1 1 0 0,0 1-1 0 0,0-2-11 0 0,0 0 0 0 0,0-1 0 0 0,0 1-1 0 0,0-1 1 0 0,0 1 0 0 0,0-1 0 0 0,1 1 0 0 0,-1-1 0 0 0,0 0-1 0 0,0 0 1 0 0,0 1 0 0 0,0-1 0 0 0,0 0 0 0 0,0 0-1 0 0,1 0 1 0 0,-1 0 0 0 0,0 0 0 0 0,0-1 0 0 0,0 1-1 0 0,2-1 1 0 0,9-2-58 0 0,-1-1 0 0 0,0 0 0 0 0,20-11 0 0 0,122-82-3227 0 0,-88 49-912 0 0</inkml:trace>
</inkml:ink>
</file>

<file path=ppt/ink/ink3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1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596 0 2761 0 0,'1'2'45'0'0,"1"0"1"0"0,-1 0 0 0 0,0 0-1 0 0,0 0 1 0 0,0 0 0 0 0,0 0-1 0 0,0 0 1 0 0,0 1 0 0 0,0-1-1 0 0,-1 0 1 0 0,1 0 0 0 0,-1 1-1 0 0,0-1 1 0 0,1 0-1 0 0,-1 1 1 0 0,0-1 0 0 0,-1 0-1 0 0,1 1 1 0 0,0-1 0 0 0,-2 4-1 0 0,-1 5 400 0 0,0 0 0 0 0,-2 0 0 0 0,-6 13 0 0 0,0 0-37 0 0,-33 70 1390 0 0,-5-2 0 0 0,-4-2 0 0 0,-3-2 1 0 0,-83 97-1 0 0,101-135-955 0 0,-38 69 1 0 0,48-69-1797 0 0,-33 83 0 0 0,54-113 870 0 0,-10 37 1 0 0,16-51-325 0 0,-1 0 1 0 0,1 0-1 0 0,1 0 1 0 0,-1 0 0 0 0,1 0-1 0 0,0 0 1 0 0,1 0-1 0 0,0 0 1 0 0,-1 0 0 0 0,2 1-1 0 0,1 5 1 0 0</inkml:trace>
</inkml:ink>
</file>

<file path=ppt/ink/ink3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9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202 155 6913 0 0,'-19'-117'1437'0'0,"19"117"-1410"0"0,0-1 0 0 0,0 1 1 0 0,0-1-1 0 0,0 1 0 0 0,0 0 1 0 0,0-1-1 0 0,0 1 0 0 0,0 0 1 0 0,0-1-1 0 0,0 1 0 0 0,0 0 1 0 0,-1-1-1 0 0,1 1 0 0 0,0 0 1 0 0,0-1-1 0 0,0 1 0 0 0,-1 0 1 0 0,1-1-1 0 0,0 1 0 0 0,0 0 1 0 0,-1-1-1 0 0,1 1 0 0 0,0 0 0 0 0,0 0 1 0 0,-1 0-1 0 0,1-1 0 0 0,0 1 1 0 0,-1 0-1 0 0,1 0 0 0 0,0 0 1 0 0,-1 0-1 0 0,1-1 0 0 0,-1 1 1 0 0,-8 10 394 0 0,-6 29-159 0 0,13-35-177 0 0,-113 345 834 0 0,107-327-848 0 0,1 1 0 0 0,1 0 0 0 0,2 0 0 0 0,0 1 0 0 0,-1 33 0 0 0,5-56-67 0 0,0 0-1 0 0,0 0 1 0 0,0 1 0 0 0,0-1-1 0 0,0 0 1 0 0,0 0-1 0 0,0 0 1 0 0,0 0-1 0 0,0 0 1 0 0,1 0-1 0 0,-1 0 1 0 0,1 0-1 0 0,-1 0 1 0 0,1 0-1 0 0,-1 0 1 0 0,1 0-1 0 0,-1 0 1 0 0,1 0-1 0 0,0 0 1 0 0,-1 0-1 0 0,1 0 1 0 0,0 0-1 0 0,0-1 1 0 0,0 1-1 0 0,0 0 1 0 0,0-1-1 0 0,2 2 1 0 0,-1-2-4 0 0,0 0 0 0 0,0 0-1 0 0,0 0 1 0 0,0 0 0 0 0,0 0 0 0 0,0 0 0 0 0,0 0 0 0 0,0-1-1 0 0,0 1 1 0 0,0-1 0 0 0,0 0 0 0 0,0 0 0 0 0,0 1 0 0 0,2-2-1 0 0,9-6-42 0 0,-1 0 0 0 0,1-1-1 0 0,12-11 1 0 0,-22 17 24 0 0,68-56-1335 0 0,-2-3 0 0 0,-4-4 0 0 0,-2-2 0 0 0,103-146 0 0 0,-159 203 1277 0 0,0-1 163 0 0,1 0 1 0 0,0 0 0 0 0,1 1-1 0 0,0 0 1 0 0,1 1 0 0 0,12-11-1 0 0,-21 21-28 0 0,-1-1 0 0 0,1 0 0 0 0,-1 1 0 0 0,1-1 0 0 0,-1 1 0 0 0,1 0 0 0 0,0-1-1 0 0,-1 1 1 0 0,1 0 0 0 0,0-1 0 0 0,0 1 0 0 0,-1 0 0 0 0,1 0 0 0 0,0-1 0 0 0,0 1-1 0 0,-1 0 1 0 0,1 0 0 0 0,0 0 0 0 0,0 0 0 0 0,-1 0 0 0 0,1 0 0 0 0,0 0 0 0 0,0 0-1 0 0,-1 0 1 0 0,1 1 0 0 0,0-1 0 0 0,0 0 0 0 0,-1 0 0 0 0,1 1 0 0 0,0-1 0 0 0,-1 0-1 0 0,2 2 1 0 0,0-1 47 0 0,-1 1 0 0 0,0 0 0 0 0,0 0 0 0 0,0 0 0 0 0,0 0 0 0 0,-1 0 0 0 0,1 0 0 0 0,0 0 0 0 0,-1 0 0 0 0,1 0 0 0 0,-1 0 0 0 0,0 2 0 0 0,1 11 403 0 0,0 0 1 0 0,-3 22 0 0 0,2-34-443 0 0,-6 38 911 0 0,-13 56-1 0 0,9-56-146 0 0,-4 52 0 0 0,13-90-792 0 0,1 1 0 0 0,0-1 0 0 0,0 1 0 0 0,0-1 0 0 0,0 1 0 0 0,1-1 0 0 0,-1 1 0 0 0,1-1 0 0 0,0 1 0 0 0,0-1 0 0 0,0 1 0 0 0,1-1 0 0 0,2 5-1 0 0,-3-7-52 0 0,0 0-1 0 0,0 0 0 0 0,0 0 0 0 0,0 0 0 0 0,0-1 1 0 0,1 1-1 0 0,-1 0 0 0 0,0 0 0 0 0,0-1 0 0 0,1 1 0 0 0,-1-1 1 0 0,1 1-1 0 0,-1-1 0 0 0,1 1 0 0 0,-1-1 0 0 0,0 0 1 0 0,1 0-1 0 0,-1 0 0 0 0,1 0 0 0 0,-1 0 0 0 0,1 0 0 0 0,-1 0 1 0 0,1 0-1 0 0,-1-1 0 0 0,1 1 0 0 0,-1-1 0 0 0,1 1 1 0 0,-1-1-1 0 0,0 1 0 0 0,1-1 0 0 0,-1 0 0 0 0,0 1 0 0 0,2-3 1 0 0,18-10-430 0 0,-1-1 0 0 0,-1 0 0 0 0,0-2 0 0 0,-1 0 0 0 0,-1-1 0 0 0,23-31 1 0 0,-17 22-346 0 0,51-47 1 0 0,-73 73 798 0 0,-1-1 1 0 0,1 0 0 0 0,0 1-1 0 0,-1-1 1 0 0,1 0-1 0 0,0 1 1 0 0,-1-1-1 0 0,1 1 1 0 0,0-1-1 0 0,0 1 1 0 0,-1-1-1 0 0,1 1 1 0 0,0 0 0 0 0,0-1-1 0 0,0 1 1 0 0,0 0-1 0 0,-1 0 1 0 0,1 0-1 0 0,0 0 1 0 0,0 0-1 0 0,0 0 1 0 0,0 0-1 0 0,0 0 1 0 0,0 0-1 0 0,-1 0 1 0 0,1 0 0 0 0,0 0-1 0 0,0 0 1 0 0,0 1-1 0 0,0-1 1 0 0,1 1-1 0 0,-1 0 42 0 0,0 1-1 0 0,0-1 0 0 0,0 1 1 0 0,-1 0-1 0 0,1-1 1 0 0,0 1-1 0 0,-1 0 0 0 0,1-1 1 0 0,-1 1-1 0 0,1 0 0 0 0,-1 0 1 0 0,0 0-1 0 0,0-1 1 0 0,1 3-1 0 0,-1 12 413 0 0,-1 0 1 0 0,-4 22-1 0 0,5-36-438 0 0,-14 72 917 0 0,-6 34 457 0 0,19-97-1264 0 0,0 0 0 0 0,1 1 0 0 0,0 0 0 0 0,1-1 0 0 0,0 1 0 0 0,1-1 0 0 0,3 12 1 0 0,-3-18-149 0 0,0 0 0 0 0,0-1 0 0 0,0 1 0 0 0,0-1 0 0 0,1 1 0 0 0,0-1 0 0 0,0 0 0 0 0,0 0 0 0 0,0 0 0 0 0,8 7 0 0 0,7 2-406 0 0</inkml:trace>
</inkml:ink>
</file>

<file path=ppt/ink/ink3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9.0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218 706 10594 0 0,'-10'-22'475'0'0,"1"-1"0"0"0,1 1 0 0 0,1-1 0 0 0,1-1 0 0 0,-5-39 0 0 0,3 16-323 0 0,-3-15 88 0 0,-10-44-22 0 0,14 119-701 0 0,0 13 210 0 0,-92 402-610 0 0,97-420 877 0 0,-1 4-3 0 0,0 0 0 0 0,1 0 0 0 0,0 0 1 0 0,1 0-1 0 0,0 0 0 0 0,1 0 0 0 0,2 15 1 0 0,-2-26 5 0 0,0 0 1 0 0,0 0 0 0 0,0 0-1 0 0,0-1 1 0 0,1 1 0 0 0,-1 0-1 0 0,0 0 1 0 0,1 0 0 0 0,-1 0-1 0 0,0-1 1 0 0,1 1 0 0 0,-1 0-1 0 0,1 0 1 0 0,-1-1 0 0 0,1 1-1 0 0,0 0 1 0 0,-1-1 0 0 0,1 1-1 0 0,0-1 1 0 0,-1 1 0 0 0,1 0-1 0 0,0-1 1 0 0,0 0 0 0 0,-1 1-1 0 0,1-1 1 0 0,0 1 0 0 0,0-1-1 0 0,0 0 1 0 0,1 1 0 0 0,0-2-11 0 0,0 1 0 0 0,0 0 0 0 0,0 0 0 0 0,0-1 1 0 0,0 1-1 0 0,0-1 0 0 0,0 0 0 0 0,0 0 1 0 0,0 0-1 0 0,0 0 0 0 0,0 0 0 0 0,2-1 1 0 0,6-6-106 0 0,1-1 1 0 0,17-18 0 0 0,-27 26 109 0 0,76-89-972 0 0,-3-2 1 0 0,-5-4 0 0 0,91-166 0 0 0,-149 243 812 0 0,58-96-569 0 0,-58 99 657 0 0,2-1-1 0 0,0 2 1 0 0,0 0 0 0 0,25-21 0 0 0,-36 34 101 0 0,0 0-1 0 0,1 0 1 0 0,-1 1 0 0 0,0-1 0 0 0,1 1 0 0 0,0-1 0 0 0,-1 1-1 0 0,1 0 1 0 0,0 0 0 0 0,0 0 0 0 0,0 0 0 0 0,-1 0 0 0 0,1 1 0 0 0,0-1-1 0 0,5 1 1 0 0,-6 0 6 0 0,0 1-1 0 0,0-1 0 0 0,-1 1 0 0 0,1 0 1 0 0,0 0-1 0 0,-1-1 0 0 0,1 1 1 0 0,0 1-1 0 0,-1-1 0 0 0,1 0 0 0 0,-1 0 1 0 0,0 0-1 0 0,1 1 0 0 0,-1-1 1 0 0,0 1-1 0 0,0-1 0 0 0,0 1 0 0 0,0-1 1 0 0,0 1-1 0 0,0 0 0 0 0,0-1 0 0 0,-1 1 1 0 0,1 0-1 0 0,-1 0 0 0 0,1 2 1 0 0,4 14 247 0 0,-1 0 1 0 0,0 0 0 0 0,-2 1 0 0 0,0-1-1 0 0,-2 29 1 0 0,-11 96 1361 0 0,5-87-873 0 0,4-41-522 0 0,1-8-66 0 0,0 0 0 0 0,0 0 1 0 0,1 0-1 0 0,0 0 1 0 0,0 0-1 0 0,0 0 1 0 0,1 0-1 0 0,0 0 0 0 0,3 7 1 0 0,-4-13-145 0 0,1 0 1 0 0,-1 0-1 0 0,1 0 1 0 0,0 0-1 0 0,-1-1 0 0 0,1 1 1 0 0,0 0-1 0 0,-1 0 1 0 0,1-1-1 0 0,0 1 1 0 0,0-1-1 0 0,0 1 0 0 0,-1-1 1 0 0,1 1-1 0 0,0-1 1 0 0,0 1-1 0 0,0-1 0 0 0,0 0 1 0 0,0 1-1 0 0,0-1 1 0 0,0 0-1 0 0,0 0 1 0 0,0 0-1 0 0,0 0 0 0 0,0 0 1 0 0,0 0-1 0 0,0 0 1 0 0,0 0-1 0 0,0 0 0 0 0,0 0 1 0 0,0-1-1 0 0,0 1 1 0 0,0 0-1 0 0,0-1 1 0 0,0 1-1 0 0,1-1 0 0 0,35-19 206 0 0,-36 19-245 0 0,27-20-282 0 0,0-1 1 0 0,-2-2-1 0 0,43-47 1 0 0,62-94-2281 0 0,-88 108 1361 0 0,-14 17 241 0 0,-17 22 531 0 0,0 2 0 0 0,1-1-1 0 0,1 2 1 0 0,0 0 0 0 0,21-18-1 0 0,-34 32 437 0 0,0 0 0 0 0,1 0 0 0 0,-1 0 0 0 0,0 0-1 0 0,0 0 1 0 0,0 0 0 0 0,1 1 0 0 0,-1-1-1 0 0,0 0 1 0 0,0 1 0 0 0,1-1 0 0 0,-1 1 0 0 0,1 0-1 0 0,-1-1 1 0 0,0 1 0 0 0,1 0 0 0 0,-1 0-1 0 0,1 0 1 0 0,-1 0 0 0 0,1 0 0 0 0,-1 0 0 0 0,1 0-1 0 0,-1 0 1 0 0,0 1 0 0 0,1-1 0 0 0,-1 1 0 0 0,1-1-1 0 0,-1 1 1 0 0,0-1 0 0 0,1 1 0 0 0,-1 0-1 0 0,0-1 1 0 0,0 1 0 0 0,0 0 0 0 0,0 0 0 0 0,1 0-1 0 0,-1 0 1 0 0,0 0 0 0 0,-1 0 0 0 0,1 0-1 0 0,0 1 1 0 0,0-1 0 0 0,0 0 0 0 0,-1 0 0 0 0,1 1-1 0 0,-1-1 1 0 0,1 0 0 0 0,-1 1 0 0 0,1 2 0 0 0,3 8 291 0 0,-1-1 0 0 0,-1 1 0 0 0,0 0 0 0 0,0 21 0 0 0,-3 13 634 0 0,-1 1 0 0 0,-3 0 0 0 0,-12 53 0 0 0,-7 60 1628 0 0,23-156-2433 0 0,1 1 0 0 0,0-1 0 0 0,0 1-1 0 0,0-1 1 0 0,0 1 0 0 0,1-1 0 0 0,0 1 0 0 0,0-1 0 0 0,0 0-1 0 0,0 1 1 0 0,1-1 0 0 0,-1 0 0 0 0,1 0 0 0 0,0 0 0 0 0,1 0 0 0 0,-1 0-1 0 0,3 3 1 0 0,-2-4-87 0 0,0-1 1 0 0,0 1-1 0 0,0-1 0 0 0,0 0 0 0 0,1 0 0 0 0,-1-1 0 0 0,0 1 1 0 0,1-1-1 0 0,-1 1 0 0 0,1-1 0 0 0,0 0 0 0 0,-1 0 1 0 0,1-1-1 0 0,0 1 0 0 0,0-1 0 0 0,-1 0 0 0 0,1 0 0 0 0,0 0 1 0 0,0 0-1 0 0,5-2 0 0 0,1 0-196 0 0,0 0 0 0 0,0 0 0 0 0,0-2 0 0 0,0 1 0 0 0,-1-1 0 0 0,1 0 0 0 0,-1-1-1 0 0,0 0 1 0 0,0-1 0 0 0,-1 0 0 0 0,12-10 0 0 0,5-8-754 0 0,0-1 0 0 0,22-31 0 0 0,-25 28-368 0 0,39-36-1 0 0,-59 62 1250 0 0,0 0 0 0 0,0 1 0 0 0,0-1 0 0 0,0 0 0 0 0,0 1 0 0 0,0 0 0 0 0,0-1 0 0 0,1 1 0 0 0,-1 0-1 0 0,0 0 1 0 0,1 1 0 0 0,-1-1 0 0 0,1 0 0 0 0,-1 1 0 0 0,1 0 0 0 0,3-1 0 0 0,-4 1 56 0 0,-1 1 1 0 0,0-1-1 0 0,1 1 0 0 0,-1-1 1 0 0,0 1-1 0 0,1 0 0 0 0,-1 0 1 0 0,0-1-1 0 0,0 1 0 0 0,1 0 0 0 0,-1 0 1 0 0,0 0-1 0 0,0 0 0 0 0,0 0 1 0 0,0 1-1 0 0,0-1 0 0 0,-1 0 1 0 0,1 0-1 0 0,0 1 0 0 0,-1-1 1 0 0,1 0-1 0 0,0 1 0 0 0,-1-1 1 0 0,0 1-1 0 0,1-1 0 0 0,-1 0 0 0 0,0 1 1 0 0,1 2-1 0 0,1 22 396 0 0,-1 0 1 0 0,0 0-1 0 0,-2 0 1 0 0,-1 0-1 0 0,-11 50 0 0 0,-2 26-657 0 0,13-63 81 0 0</inkml:trace>
</inkml:ink>
</file>

<file path=ppt/ink/ink3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0.06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47 369 12899 0 0,'-25'17'1339'0'0,"4"5"-1081"0"0,21-17-879 0 0,11-11 154 0 0,99-94-1076 0 0,-59 52 499 0 0,106-78 0 0 0,-117 100 580 0 0,57-37-623 0 0,-83 55 908 0 0,1 1 0 0 0,0 0 0 0 0,0 1 0 0 0,29-7 0 0 0,-42 12 192 0 0,-1 1 0 0 0,1-1 0 0 0,0 1 1 0 0,-1 0-1 0 0,1-1 0 0 0,0 1 0 0 0,-1 0 0 0 0,1 0 0 0 0,0 0 1 0 0,-1 1-1 0 0,1-1 0 0 0,-1 0 0 0 0,1 1 0 0 0,0-1 0 0 0,-1 1 0 0 0,1-1 1 0 0,-1 1-1 0 0,1-1 0 0 0,-1 1 0 0 0,3 2 0 0 0,-3-2 32 0 0,0 0-1 0 0,0 1 1 0 0,0-1-1 0 0,-1 0 1 0 0,1 1-1 0 0,0-1 1 0 0,-1 1-1 0 0,1-1 1 0 0,-1 1-1 0 0,1-1 0 0 0,-1 1 1 0 0,0-1-1 0 0,0 1 1 0 0,1-1-1 0 0,-1 1 1 0 0,0 0-1 0 0,-1 1 1 0 0,0 7 198 0 0,-1 0 0 0 0,0 0 0 0 0,-1 0 0 0 0,0 0 0 0 0,-6 11 0 0 0,-16 29 305 0 0,-2-1 0 0 0,-2-1-1 0 0,-37 44 1 0 0,-33 56 430 0 0,98-147-961 0 0,0 0 1 0 0,0 0-1 0 0,1 0 1 0 0,-1 0-1 0 0,0 0 1 0 0,1 0-1 0 0,-1 0 1 0 0,1 0-1 0 0,-1 1 1 0 0,1-1-1 0 0,0 0 1 0 0,-1 0-1 0 0,1 1 1 0 0,0-1-1 0 0,0 0 1 0 0,0 0-1 0 0,0 1 1 0 0,0-1-1 0 0,0 0 1 0 0,0 0-1 0 0,0 1 1 0 0,1 1-1 0 0,0-3-22 0 0,0 1 0 0 0,-1-1 0 0 0,1 1 0 0 0,0-1 0 0 0,0 1 0 0 0,0-1 0 0 0,0 0 0 0 0,0 1 0 0 0,0-1-1 0 0,0 0 1 0 0,0 0 0 0 0,0 0 0 0 0,0 0 0 0 0,-1 0 0 0 0,1 0 0 0 0,0 0 0 0 0,0 0 0 0 0,0 0 0 0 0,0 0 0 0 0,0 0 0 0 0,2-1-1 0 0,7-1-267 0 0,0-1 0 0 0,0-1 0 0 0,18-9 0 0 0,-1-3-578 0 0,0-1 0 0 0,-2-2 0 0 0,25-22-1 0 0,29-22-1720 0 0,-79 63 2554 0 0,1-1 0 0 0,-1 1 1 0 0,0-1-1 0 0,1 1 0 0 0,-1-1 0 0 0,1 1 0 0 0,-1 0 0 0 0,1-1 1 0 0,-1 1-1 0 0,1 0 0 0 0,0-1 0 0 0,-1 1 0 0 0,1 0 0 0 0,-1 0 1 0 0,1-1-1 0 0,0 1 0 0 0,-1 0 0 0 0,1 0 0 0 0,-1 0 0 0 0,1 0 1 0 0,0 0-1 0 0,-1 0 0 0 0,1 0 0 0 0,0 0 0 0 0,-1 0 0 0 0,1 0 1 0 0,0 1-1 0 0,-3 14 145 0 0,-21 29 612 0 0,21-40-705 0 0,-237 350 6868 0 0,238-354-6857 0 0,0 1 0 0 0,0 0-1 0 0,0 0 1 0 0,1 0 0 0 0,-1 0 0 0 0,0 0 0 0 0,0 0-1 0 0,1 0 1 0 0,-1 0 0 0 0,1 0 0 0 0,-1 0 0 0 0,1 0 0 0 0,-1 0-1 0 0,1 0 1 0 0,0 0 0 0 0,-1 1 0 0 0,1-1 0 0 0,0 0-1 0 0,0 0 1 0 0,0 0 0 0 0,0 1 0 0 0,0-1 0 0 0,0 0 0 0 0,0 0-1 0 0,0 0 1 0 0,1 0 0 0 0,-1 1 0 0 0,0-1 0 0 0,1 0-1 0 0,-1 0 1 0 0,2 2 0 0 0,0-2-1 0 0,-1 0 1 0 0,1 0-1 0 0,0 0 1 0 0,1 0-1 0 0,-1-1 0 0 0,0 1 1 0 0,0 0-1 0 0,0-1 0 0 0,0 1 1 0 0,0-1-1 0 0,1 0 1 0 0,-1 0-1 0 0,0 0 0 0 0,0 0 1 0 0,1 0-1 0 0,2-1 0 0 0,16-3-373 0 0,1-1-1 0 0,-1-1 0 0 0,-1-1 0 0 0,1 0 1 0 0,-1-2-1 0 0,0 0 0 0 0,19-13 0 0 0,47-21-1814 0 0,-84 42 2114 0 0,-1 0 0 0 0,1 0 0 0 0,-1 1 0 0 0,1-1 1 0 0,-1 1-1 0 0,1-1 0 0 0,0 1 0 0 0,0 0 0 0 0,-1-1 0 0 0,1 1 0 0 0,0 0 0 0 0,-1 0 0 0 0,1 0 1 0 0,0 0-1 0 0,0 0 0 0 0,-1 1 0 0 0,4 0 0 0 0,-4 0 46 0 0,-1-1-1 0 0,1 1 0 0 0,0-1 1 0 0,-1 1-1 0 0,1 0 1 0 0,-1 0-1 0 0,1-1 1 0 0,-1 1-1 0 0,0 0 1 0 0,1 0-1 0 0,-1 0 1 0 0,0-1-1 0 0,1 1 0 0 0,-1 0 1 0 0,0 0-1 0 0,0 0 1 0 0,0 0-1 0 0,0 0 1 0 0,0-1-1 0 0,0 1 1 0 0,0 0-1 0 0,0 0 1 0 0,0 0-1 0 0,0 1 0 0 0,-3 9 303 0 0,0-1 0 0 0,0 1 0 0 0,-1-1-1 0 0,-6 12 1 0 0,6-14-160 0 0,-59 119 2368 0 0,38-80-1664 0 0,2 0 1 0 0,-26 77-1 0 0,42-92-1424 0 0,5 1-3584 0 0</inkml:trace>
</inkml:ink>
</file>

<file path=ppt/ink/ink3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1.09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680 0 12443 0 0,'-10'3'339'0'0,"0"1"-1"0"0,0-1 1 0 0,0 2 0 0 0,1-1 0 0 0,0 1 0 0 0,0 1 0 0 0,0 0 0 0 0,-14 12 0 0 0,-9 6 66 0 0,-489 345 2317 0 0,493-344-2799 0 0,140-139-5294 0 0,-73 71 4882 0 0,62-53 1 0 0,-100 95 494 0 0,0 0 0 0 0,-1 1 0 0 0,1-1 0 0 0,0 0 1 0 0,0 1-1 0 0,0-1 0 0 0,0 0 0 0 0,0 1 0 0 0,0-1 1 0 0,0 1-1 0 0,0-1 0 0 0,0 1 0 0 0,0 0 0 0 0,0-1 1 0 0,1 1-1 0 0,0 0 0 0 0,-1 0 12 0 0,-1 0 0 0 0,0 1 0 0 0,0-1 0 0 0,1 0 0 0 0,-1 1-1 0 0,0-1 1 0 0,0 1 0 0 0,1-1 0 0 0,-1 0 0 0 0,0 1 0 0 0,0-1 0 0 0,0 1 0 0 0,0-1 0 0 0,0 0 0 0 0,0 1 0 0 0,0-1-1 0 0,0 1 1 0 0,0-1 0 0 0,0 0 0 0 0,0 1 0 0 0,0-1 0 0 0,0 1 0 0 0,0-1 0 0 0,0 1 0 0 0,0-1 0 0 0,0 0 0 0 0,0 1-1 0 0,-1 0 1 0 0,-15 42 832 0 0,13-36-924 0 0,-88 186 1290 0 0,-3 7 58 0 0,92-195-1216 0 0,-1 1 0 0 0,2-1 0 0 0,-1 1 1 0 0,0 0-1 0 0,1-1 0 0 0,0 1 0 0 0,0 12 1 0 0,1-17-47 0 0,0 0 0 0 0,0-1 0 0 0,0 1 0 0 0,0 0 0 0 0,1 0 0 0 0,-1 0 0 0 0,0 0 0 0 0,1 0 0 0 0,-1 0 0 0 0,0 0 1 0 0,1-1-1 0 0,-1 1 0 0 0,1 0 0 0 0,-1 0 0 0 0,1-1 0 0 0,0 1 0 0 0,-1 0 0 0 0,1-1 0 0 0,0 1 0 0 0,-1 0 0 0 0,3 0 1 0 0,-2 0-11 0 0,1-1 0 0 0,0 1 0 0 0,0-1 1 0 0,0 0-1 0 0,0 0 0 0 0,0 0 0 0 0,-1 0 1 0 0,1 0-1 0 0,0 0 0 0 0,0 0 1 0 0,0 0-1 0 0,0-1 0 0 0,0 1 0 0 0,0-1 1 0 0,2 0-1 0 0,15-7-115 0 0,1-2-1 0 0,-1 1 1 0 0,-1-2 0 0 0,0-1 0 0 0,18-14-1 0 0,34-21-104 0 0,-56 38 158 0 0,14-7-138 0 0,41-18 0 0 0,-63 31 163 0 0,1 0 1 0 0,0 1 0 0 0,0 0-1 0 0,0 0 1 0 0,0 0-1 0 0,0 1 1 0 0,0 0-1 0 0,0 1 1 0 0,0 0-1 0 0,1 0 1 0 0,-1 0 0 0 0,9 2-1 0 0,-12-1 50 0 0,0 1 0 0 0,1 0 0 0 0,-1 0 0 0 0,0 0 0 0 0,0 0 0 0 0,-1 0 0 0 0,1 1-1 0 0,0 0 1 0 0,-1 0 0 0 0,1 0 0 0 0,-1 0 0 0 0,0 0 0 0 0,0 1 0 0 0,0-1 0 0 0,-1 1 0 0 0,1 0 0 0 0,-1 0 0 0 0,0 0-1 0 0,0 0 1 0 0,0 0 0 0 0,1 6 0 0 0,3 10 395 0 0,-2 0 0 0 0,0 0 0 0 0,2 33-1 0 0,-1-5 606 0 0,-5-47-987 0 0,1 0 0 0 0,-1 0 0 0 0,0 0-1 0 0,1-1 1 0 0,-1 1 0 0 0,1 0 0 0 0,-1 0 0 0 0,1 0-1 0 0,0 0 1 0 0,-1 0 0 0 0,1-1 0 0 0,0 1 0 0 0,0 0 0 0 0,-1 0-1 0 0,1-1 1 0 0,0 1 0 0 0,0-1 0 0 0,0 1 0 0 0,0-1-1 0 0,0 1 1 0 0,0-1 0 0 0,0 0 0 0 0,0 1 0 0 0,0-1-1 0 0,0 0 1 0 0,0 0 0 0 0,0 1 0 0 0,0-1 0 0 0,0 0 0 0 0,0 0-1 0 0,0 0 1 0 0,0 0 0 0 0,0-1 0 0 0,0 1 0 0 0,0 0-1 0 0,0 0 1 0 0,0-1 0 0 0,0 1 0 0 0,0 0 0 0 0,0-1-1 0 0,1 0 1 0 0,42-18 107 0 0,-15 1-709 0 0,-2-1 0 0 0,27-23 0 0 0,-32 24-366 0 0,0 1 1 0 0,2 0-1 0 0,36-18 0 0 0,-60 34 923 0 0,1 1-1 0 0,0-1 1 0 0,0 1 0 0 0,-1-1 0 0 0,1 1-1 0 0,0 0 1 0 0,0-1 0 0 0,0 1 0 0 0,0 0-1 0 0,0 0 1 0 0,0 0 0 0 0,-1-1-1 0 0,1 1 1 0 0,0 0 0 0 0,0 0 0 0 0,0 0-1 0 0,0 1 1 0 0,0-1 0 0 0,0 0 0 0 0,0 0-1 0 0,-1 0 1 0 0,1 1 0 0 0,0-1-1 0 0,0 0 1 0 0,0 1 0 0 0,0 0 0 0 0,0 0 35 0 0,0 0 0 0 0,-1 0 1 0 0,1 0-1 0 0,-1 0 0 0 0,1 0 1 0 0,-1 0-1 0 0,1 0 0 0 0,-1 0 1 0 0,0 1-1 0 0,1-1 0 0 0,-1 0 1 0 0,0 0-1 0 0,0 1 0 0 0,0-1 1 0 0,0 0-1 0 0,0 2 0 0 0,-2 8 295 0 0,0 0-1 0 0,0 0 0 0 0,-5 13 0 0 0,5-19-222 0 0,-51 129 2688 0 0,38-103-2688 0 0,2 0 1 0 0,1 1 0 0 0,1 1 0 0 0,-10 53 0 0 0</inkml:trace>
</inkml:ink>
</file>

<file path=ppt/ink/ink3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2.3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22 308 9674 0 0,'-6'26'608'0'0,"0"0"1"0"0,2 0-1 0 0,1 1 0 0 0,1-1 1 0 0,2 35-1 0 0,0-51-598 0 0,1 0 0 0 0,0-1 0 0 0,1 1 0 0 0,0 0 0 0 0,0-1 0 0 0,6 15-1 0 0,-7-22-31 0 0,0 0 0 0 0,0 0 0 0 0,0 0 0 0 0,0 0 0 0 0,0-1 0 0 0,0 1 0 0 0,1 0 0 0 0,-1-1 0 0 0,1 1 0 0 0,-1 0 0 0 0,1-1-1 0 0,0 0 1 0 0,-1 1 0 0 0,1-1 0 0 0,0 0 0 0 0,0 0 0 0 0,0 0 0 0 0,0 0 0 0 0,0 0 0 0 0,0-1 0 0 0,0 1 0 0 0,1-1 0 0 0,-1 1 0 0 0,0-1-1 0 0,0 0 1 0 0,0 1 0 0 0,0-1 0 0 0,1-1 0 0 0,-1 1 0 0 0,0 0 0 0 0,0 0 0 0 0,0-1 0 0 0,5-1 0 0 0,7-2 1 0 0,0-2 0 0 0,-1 0 0 0 0,1-1 0 0 0,-1 0 0 0 0,0-1 1 0 0,-1 0-1 0 0,0-1 0 0 0,0-1 0 0 0,-1 0 0 0 0,11-12 0 0 0,15-19-80 0 0,41-60 0 0 0,-73 94 101 0 0,36-50-107 0 0,5-8-337 0 0,2 2 0 0 0,78-78 0 0 0,-120 135 425 0 0,0 1 0 0 0,0 0 1 0 0,1 0-1 0 0,12-7 0 0 0,-18 11 22 0 0,0 1-1 0 0,0-1 0 0 0,0 1 0 0 0,0-1 1 0 0,0 1-1 0 0,1-1 0 0 0,-1 1 1 0 0,0 0-1 0 0,0-1 0 0 0,0 1 1 0 0,1 0-1 0 0,-1 0 0 0 0,0 0 0 0 0,0 0 1 0 0,1 0-1 0 0,-1 0 0 0 0,0 0 1 0 0,0 1-1 0 0,1-1 0 0 0,-1 0 1 0 0,0 1-1 0 0,0-1 0 0 0,0 1 0 0 0,1-1 1 0 0,-1 1-1 0 0,0 0 0 0 0,0-1 1 0 0,0 1-1 0 0,0 0 0 0 0,0 0 1 0 0,0-1-1 0 0,-1 1 0 0 0,1 0 0 0 0,0 0 1 0 0,0 0-1 0 0,-1 0 0 0 0,1 0 1 0 0,0 1-1 0 0,0 0 0 0 0,4 10 103 0 0,0 1-1 0 0,-1 0 0 0 0,-1 0 1 0 0,0 0-1 0 0,0 0 1 0 0,-2 0-1 0 0,1 1 0 0 0,-2 15 1 0 0,-9 110 934 0 0,7-127-969 0 0,-32 192 852 0 0,1-17-196 0 0,32-183-660 0 0,1-1-1 0 0,0 1 1 0 0,-1-1 0 0 0,1 1-1 0 0,1-1 1 0 0,-1 1-1 0 0,0-1 1 0 0,1 1 0 0 0,0-1-1 0 0,0 1 1 0 0,0-1 0 0 0,2 4-1 0 0,-3-6-45 0 0,1 0 0 0 0,-1 0 0 0 0,1-1 0 0 0,-1 1 0 0 0,1-1 0 0 0,-1 1 0 0 0,1 0 0 0 0,0-1 0 0 0,-1 1 0 0 0,1-1 1 0 0,0 0-1 0 0,-1 1 0 0 0,1-1 0 0 0,0 1 0 0 0,0-1 0 0 0,0 0 0 0 0,-1 0 0 0 0,1 0 0 0 0,0 1 0 0 0,1-1 0 0 0,0 0-28 0 0,1 0 1 0 0,-1-1-1 0 0,0 1 1 0 0,0-1-1 0 0,0 1 0 0 0,0-1 1 0 0,0 0-1 0 0,0 1 1 0 0,0-1-1 0 0,0 0 1 0 0,3-2-1 0 0,7-5-233 0 0,0-1 0 0 0,0-1 1 0 0,-1 0-1 0 0,0 0 0 0 0,-1-1 0 0 0,17-24 1 0 0,47-80-564 0 0,-68 104 734 0 0,26-50-188 0 0,-22 41 164 0 0,0 1 0 0 0,1 0 0 0 0,1 0 0 0 0,15-18 0 0 0,-26 35 118 0 0,0 1 1 0 0,1-1 0 0 0,-1 1-1 0 0,0 0 1 0 0,0 0-1 0 0,1 0 1 0 0,-1 0 0 0 0,0 0-1 0 0,1 0 1 0 0,-1 0 0 0 0,1 0-1 0 0,-1 0 1 0 0,1 1 0 0 0,0-1-1 0 0,-1 0 1 0 0,1 1-1 0 0,0 0 1 0 0,-1-1 0 0 0,1 1-1 0 0,2 0 1 0 0,-3 0 33 0 0,1 1 0 0 0,-1-1 0 0 0,0 1 0 0 0,1-1 1 0 0,-1 1-1 0 0,0 0 0 0 0,0 0 0 0 0,0-1 0 0 0,1 1 0 0 0,-1 0 0 0 0,0 0 0 0 0,0 0 0 0 0,0 0 0 0 0,0 0 1 0 0,-1 0-1 0 0,1 1 0 0 0,0-1 0 0 0,0 0 0 0 0,0 2 0 0 0,2 5 216 0 0,0-1 0 0 0,0 1 0 0 0,-1 0 0 0 0,0 1 0 0 0,0-1-1 0 0,0 15 1 0 0,-6 61 993 0 0,2-65-940 0 0,1 0 0 0 0,0 1-1 0 0,4 33 1 0 0,-2-52-309 0 0,-1 0 0 0 0,0 0 0 0 0,0 0-1 0 0,0-1 1 0 0,0 1 0 0 0,0 0 0 0 0,1 0-1 0 0,-1 0 1 0 0,0 0 0 0 0,1-1 0 0 0,-1 1-1 0 0,1 0 1 0 0,-1 0 0 0 0,1-1 0 0 0,-1 1-1 0 0,1 0 1 0 0,0-1 0 0 0,-1 1 0 0 0,1 0-1 0 0,0-1 1 0 0,-1 1 0 0 0,1-1 0 0 0,0 1-1 0 0,0-1 1 0 0,-1 0 0 0 0,1 1 0 0 0,0-1-1 0 0,0 0 1 0 0,0 1 0 0 0,1-1 0 0 0,0 0 14 0 0,1 0 0 0 0,-1 0 0 0 0,1-1 1 0 0,-1 1-1 0 0,0-1 0 0 0,1 1 0 0 0,-1-1 1 0 0,1 0-1 0 0,-1 0 0 0 0,4-2 0 0 0,6-4-66 0 0,0 0-1 0 0,20-18 1 0 0,-18 11-336 0 0,-1 0 1 0 0,0-1 0 0 0,-1 0-1 0 0,-1-1 1 0 0,17-31-1 0 0,-12 21-1107 0 0,22-29-1 0 0,-38 55 1454 0 0,0 0 0 0 0,0-1 0 0 0,0 1 0 0 0,0 0 0 0 0,1 0 0 0 0,-1-1 0 0 0,0 1 0 0 0,0 0 0 0 0,0 0-1 0 0,0 0 1 0 0,1 0 0 0 0,-1-1 0 0 0,0 1 0 0 0,0 0 0 0 0,0 0 0 0 0,1 0 0 0 0,-1 0 0 0 0,0 0 0 0 0,0 0 0 0 0,1-1 0 0 0,-1 1 0 0 0,0 0 0 0 0,0 0 0 0 0,1 0 0 0 0,-1 0 0 0 0,0 0 0 0 0,0 0-1 0 0,1 0 1 0 0,-1 0 0 0 0,0 0 0 0 0,0 0 0 0 0,1 0 0 0 0,-1 0 0 0 0,0 0 0 0 0,0 0 0 0 0,1 1 0 0 0,3 9 2 0 0,-1 17 600 0 0,-3-25-600 0 0,0 41 1231 0 0,0-13-267 0 0,5 41 0 0 0,-5-64-849 0 0,1 0-1 0 0,1 0 1 0 0,-1 0 0 0 0,1-1-1 0 0,1 1 1 0 0,-1-1 0 0 0,1 1-1 0 0,0-1 1 0 0,1 0 0 0 0,-1 0-1 0 0,7 8 1 0 0,-7-12-202 0 0,-1 1 0 0 0,0-1 0 0 0,1 0-1 0 0,-1 0 1 0 0,1 0 0 0 0,0 0 0 0 0,0-1 0 0 0,0 1 0 0 0,0-1 0 0 0,3 2 0 0 0</inkml:trace>
</inkml:ink>
</file>

<file path=ppt/ink/ink3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6.27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 1979 4609 0 0,'0'0'12'0'0,"-1"0"-1"0"0,1 0 1 0 0,0 0 0 0 0,0 0-1 0 0,0 0 1 0 0,-1 0 0 0 0,1 0-1 0 0,0 0 1 0 0,0 0 0 0 0,-1 0-1 0 0,1 0 1 0 0,0-1 0 0 0,0 1-1 0 0,-1 0 1 0 0,1 0 0 0 0,0 0-1 0 0,0 0 1 0 0,0 0 0 0 0,0-1 0 0 0,-1 1-1 0 0,1 0 1 0 0,0 0 0 0 0,0 0-1 0 0,0-1 1 0 0,0 1 0 0 0,0 0-1 0 0,0 0 1 0 0,-1-1 0 0 0,1 1-1 0 0,0 0 1 0 0,0 0 0 0 0,0-1-1 0 0,0 1 1 0 0,0 0 0 0 0,0 0-1 0 0,0-1 1 0 0,0 1 0 0 0,0 0-1 0 0,0 0 1 0 0,0-1 0 0 0,8-10 821 0 0,19-9 540 0 0,-25 18-1329 0 0,24-17 353 0 0,0 2 0 0 0,2 1 1 0 0,-1 1-1 0 0,2 1 1 0 0,43-15-1 0 0,37 1 318 0 0,2 5-1 0 0,116-9 0 0 0,-98 15-12 0 0,48-5-501 0 0,166-29 178 0 0,272-102 194 0 0,-578 143-550 0 0,454-109 925 0 0,-364 101-654 0 0,152-3-1 0 0,-272 20-272 0 0,241 6 260 0 0,-166-1-293 0 0,149-9-1 0 0,-188 1 25 0 0,-31 4 15 0 0,1 0 0 0 0,0-1 0 0 0,-1-1 0 0 0,1 0 0 0 0,-1-1 0 0 0,1 0 0 0 0,19-9 0 0 0,-31 11 29 0 0,0 1 0 0 0,0-1 0 0 0,-1 0 0 0 0,1 1 0 0 0,-1-1 0 0 0,1 0 0 0 0,-1 0-1 0 0,1 1 1 0 0,-1-1 0 0 0,1 0 0 0 0,-1 0 0 0 0,0 0 0 0 0,1 1 0 0 0,-1-1 0 0 0,0 0 0 0 0,0 0-1 0 0,1 0 1 0 0,-1 0 0 0 0,0 0 0 0 0,0 0 0 0 0,0 0 0 0 0,0 0 0 0 0,0 1 0 0 0,0-1 0 0 0,-1 0-1 0 0,1 0 1 0 0,0 0 0 0 0,0 0 0 0 0,-1 0 0 0 0,1 0 0 0 0,0 1 0 0 0,-2-2 0 0 0,-18-36 1033 0 0,9 17-1050 0 0,-96-332-3220 0 0,95 307 2860 0 0,-1-11 90 0 0,3 0-1 0 0,3 0 1 0 0,2-1 0 0 0,2 0-1 0 0,3 0 1 0 0,15-109 0 0 0,-12 150 358 0 0,-1 0 0 0 0,-1-1-1 0 0,0 0 1 0 0,-2 1 0 0 0,0-1 0 0 0,0 1 0 0 0,-2-1-1 0 0,0 1 1 0 0,-1 0 0 0 0,-1 0 0 0 0,-11-26 0 0 0,8 24 809 0 0,5 13-715 0 0,0 0 1 0 0,0 0-1 0 0,0 0 0 0 0,-1 0 0 0 0,-6-7 1 0 0,9 11-312 0 0,-1 1 0 0 0,0-1 0 0 0,1 1 0 0 0,-1-1 0 0 0,0 1 0 0 0,0 0 0 0 0,0 0 0 0 0,0 0 0 0 0,0 0 0 0 0,0 0 0 0 0,0 1 0 0 0,-1-1 0 0 0,1 1 0 0 0,0-1 0 0 0,0 1 0 0 0,-1 0 0 0 0,1 0 0 0 0,0 0 0 0 0,0 0 0 0 0,-4 0 0 0 0,-9 3-236 0 0,-1 0-1 0 0,1 0 0 0 0,1 2 0 0 0,-1 0 1 0 0,-18 9-1 0 0,-71 41 911 0 0,39-19-675 0 0,-55 27 483 0 0,-266 127 82 0 0,195-107-263 0 0,-220 86 35 0 0,-141 7-242 0 0,454-149-109 0 0,-219 49-90 0 0,147-53 227 0 0,-174 0 0 0 0,209-17-2492 0 0,-204 36 1 0 0,359-48 1095 0 0,0 0 1 0 0,24-12-1 0 0,38-12 516 0 0,45 2 552 0 0,133-10 0 0 0,-9 2 136 0 0,-183 24 179 0 0,57-10-29 0 0,-1-4 0 0 0,129-47 0 0 0,-234 66 50 0 0,341-139 1149 0 0,-202 71 1178 0 0,203-66 1 0 0,-330 130-1966 0 0,-20 6-254 0 0,0 1-1 0 0,-1 0 0 0 0,1 1 0 0 0,1 0 1 0 0,-1 1-1 0 0,0 0 0 0 0,20 0 1 0 0,-31 2-159 0 0,0 0-1 0 0,0 0 1 0 0,0 0 0 0 0,1 0 0 0 0,-1 0 0 0 0,0 0 0 0 0,0 0 0 0 0,0 0 0 0 0,1 0 0 0 0,-1 0 0 0 0,0 0 0 0 0,0 0 0 0 0,0 0 0 0 0,0 0 0 0 0,1 0 0 0 0,-1 0 0 0 0,0 0 0 0 0,0 0 0 0 0,0 1 0 0 0,0-1-1 0 0,1 0 1 0 0,-1 0 0 0 0,0 0 0 0 0,0 0 0 0 0,0 0 0 0 0,0 0 0 0 0,0 1 0 0 0,0-1 0 0 0,0 0 0 0 0,1 0 0 0 0,-1 0 0 0 0,0 0 0 0 0,0 1 0 0 0,0-1 0 0 0,0 0 0 0 0,0 0 0 0 0,0 0 0 0 0,0 1 0 0 0,0-1-1 0 0,0 0 1 0 0,0 0 0 0 0,0 0 0 0 0,0 1 0 0 0,0-1 0 0 0,0 0 0 0 0,0 0 0 0 0,0 0 0 0 0,0 0 0 0 0,0 1 0 0 0,-9 11-440 0 0,-14 7-183 0 0,-70 45 1081 0 0,-3-5 0 0 0,-128 58 1 0 0,70-39-116 0 0,-259 114-1237 0 0,181-89 223 0 0,99-44-406 0 0,-86 41-601 0 0,176-77 1500 0 0,1 2 1 0 0,-73 56 0 0 0,108-76 209 0 0,-31 30 334 0 0,35-33-329 0 0,1 0 0 0 0,0 1 0 0 0,0-1 1 0 0,0 1-1 0 0,0 0 0 0 0,0 0 0 0 0,1-1 1 0 0,-1 1-1 0 0,1 0 0 0 0,0 0 0 0 0,0 1 1 0 0,-1 4-1 0 0,2-7-22 0 0,0 0-1 0 0,1 1 1 0 0,-1-1-1 0 0,0 0 1 0 0,1 1-1 0 0,-1-1 1 0 0,1 0-1 0 0,-1 0 1 0 0,1 0 0 0 0,0 1-1 0 0,0-1 1 0 0,-1 0-1 0 0,1 0 1 0 0,0 0-1 0 0,0 0 1 0 0,0 0-1 0 0,0 0 1 0 0,0-1-1 0 0,0 1 1 0 0,0 0 0 0 0,0 0-1 0 0,1-1 1 0 0,-1 1-1 0 0,0-1 1 0 0,0 1-1 0 0,1-1 1 0 0,-1 1-1 0 0,0-1 1 0 0,1 0 0 0 0,-1 0-1 0 0,0 0 1 0 0,1 1-1 0 0,2-2 1 0 0,47 3 202 0 0,17-11 298 0 0,1-3 1 0 0,84-25-1 0 0,-62 14-144 0 0,621-208-27 0 0,-273 79-743 0 0,82-3 1578 0 0,-445 135-1059 0 0,374-84 202 0 0,-412 98-426 0 0,-16 2 173 0 0,0 0-1 0 0,1 2 0 0 0,-1 0 0 0 0,1 1 0 0 0,33 4 1 0 0,-56-3-71 0 0,1 0 1 0 0,-1 0 0 0 0,1 0-1 0 0,-1 0 1 0 0,1 0 0 0 0,-1 0 0 0 0,1 0-1 0 0,-1 0 1 0 0,1 1 0 0 0,-1-1-1 0 0,1 0 1 0 0,-1 0 0 0 0,0 0 0 0 0,1 1-1 0 0,-1-1 1 0 0,1 0 0 0 0,-1 0 0 0 0,0 1-1 0 0,1-1 1 0 0,-1 0 0 0 0,1 1-1 0 0,-1-1 1 0 0,0 0 0 0 0,0 1 0 0 0,1-1-1 0 0,-1 1 1 0 0,0-1 0 0 0,0 1-1 0 0,1-1 1 0 0,-1 0 0 0 0,0 1 0 0 0,0-1-1 0 0,0 1 1 0 0,0-1 0 0 0,0 1 0 0 0,1-1-1 0 0,-1 1 1 0 0,-13 18-42 0 0,-26 11 176 0 0,39-29-132 0 0,-37 22 77 0 0,-1-1 0 0 0,-58 23-1 0 0,-87 24 45 0 0,53-22-68 0 0,-490 215-621 0 0,130-67 653 0 0,386-156 18 0 0,-126 24-230 0 0,126-38 96 0 0,63-16-523 0 0,86-30-1606 0 0,260-84-87 0 0,-149 57 2252 0 0,123-31 284 0 0,35-11-561 0 0,26-49-86 0 0,-410 164 1895 0 0,25-10-1439 0 0,-151 64-192 0 0,-160 52-767 0 0,-723 218-1268 0 0,940-301 1578 0 0,-3 3 1223 0 0,-136 42 400 0 0,270-91-1112 0 0,-3 1-174 0 0,-1 0 1 0 0,1 0-1 0 0,0 1 1 0 0,0 1-1 0 0,0-1 1 0 0,-19 13-1 0 0,30-16 226 0 0,-1-1 0 0 0,1 0 0 0 0,0 0 0 0 0,-1 0 1 0 0,1 1-1 0 0,-1-1 0 0 0,1 0 0 0 0,0 0 0 0 0,-1 1 0 0 0,1-1 0 0 0,0 0 0 0 0,-1 1 0 0 0,1-1 0 0 0,0 1 0 0 0,-1-1 1 0 0,1 0-1 0 0,0 1 0 0 0,0-1 0 0 0,0 1 0 0 0,-1-1 0 0 0,1 0 0 0 0,0 1 0 0 0,0-1 0 0 0,0 1 0 0 0,0-1 0 0 0,0 1 0 0 0,0-1 1 0 0,0 1-1 0 0,0-1 0 0 0,0 1 0 0 0,0-1 0 0 0,0 1 0 0 0,0-1 0 0 0,0 0 0 0 0,0 1 0 0 0,0-1 0 0 0,0 1 0 0 0,1-1 0 0 0,-1 1 1 0 0,0-1-1 0 0,0 0 0 0 0,1 1 0 0 0,-1-1 0 0 0,0 1 0 0 0,0-1 0 0 0,1 0 0 0 0,-1 1 0 0 0,0-1 0 0 0,1 0 0 0 0,-1 0 0 0 0,1 1 1 0 0,0 0 3 0 0,0-1 1 0 0,0 0 0 0 0,0 1 0 0 0,0-1-1 0 0,0 0 1 0 0,0 1 0 0 0,0-1 0 0 0,0 0-1 0 0,0 0 1 0 0,0 0 0 0 0,0 0 0 0 0,0 0-1 0 0,1 0 1 0 0,-1 0 0 0 0,0 0 0 0 0,0 0 0 0 0,0-1-1 0 0,0 1 1 0 0,0 0 0 0 0,0-1 0 0 0,0 1-1 0 0,0-1 1 0 0,1 0 0 0 0,1-2 54 0 0,0 0 0 0 0,1-1 0 0 0,-2 1 0 0 0,1-1 0 0 0,0 1 0 0 0,-1-1 0 0 0,0 0 0 0 0,1 0 0 0 0,-2 0 0 0 0,1 0 0 0 0,0-1 0 0 0,-1 1 0 0 0,0 0 0 0 0,0-1 0 0 0,1-7 0 0 0,1-10 578 0 0,-1-41 0 0 0,-2 55-581 0 0,13-381 1247 0 0,-7 309-1181 0 0,-4 0 1 0 0,-4 0-1 0 0,-3-1 1 0 0,-4 2 0 0 0,-3-1-1 0 0,-24-83 1 0 0,34 156-46 0 0,-1 0 0 0 0,1 0 1 0 0,-1 0-1 0 0,-1 1 0 0 0,1-1 0 0 0,-1 1 1 0 0,-9-11-1 0 0,12 16-57 0 0,0 0 1 0 0,0 0-1 0 0,0 0 1 0 0,0 0-1 0 0,0 0 0 0 0,-1 0 1 0 0,1 0-1 0 0,0 0 1 0 0,0 1-1 0 0,-1-1 1 0 0,1 1-1 0 0,0-1 0 0 0,-1 1 1 0 0,1-1-1 0 0,-1 1 1 0 0,1 0-1 0 0,-1 0 0 0 0,-1 0 1 0 0,1 0-14 0 0,0 1 0 0 0,0-1 0 0 0,1 1 0 0 0,-1 0 0 0 0,0-1 0 0 0,1 1 0 0 0,-1 0 0 0 0,0 0 0 0 0,1 0 1 0 0,-1 1-1 0 0,1-1 0 0 0,0 0 0 0 0,-1 0 0 0 0,1 1 0 0 0,0-1 0 0 0,0 1 0 0 0,0-1 0 0 0,-2 3 0 0 0,-4 9-254 0 0,1 0 1 0 0,0 0-1 0 0,0 0 1 0 0,1 1-1 0 0,1 0 0 0 0,0 0 1 0 0,-2 14-1 0 0,3-3 32 0 0,0 0 0 0 0,1-1 0 0 0,2 33 1 0 0,7-11 583 0 0,1 0 0 0 0,3 0 0 0 0,1-1 0 0 0,21 49 0 0 0,-26-74-244 0 0,-3-7-70 0 0,0-1 0 0 0,1 0 0 0 0,0-1 0 0 0,0 1 0 0 0,11 14 0 0 0,-16-40-137 0 0,0 0 1 0 0,-3-21-1 0 0,0-70-563 0 0,3 74 177 0 0,-2 61-266 0 0,-1 0 0 0 0,-15 56 1 0 0,5-29 880 0 0,0 0 116 0 0,7-35 28 0 0,1 0 1 0 0,1 1-1 0 0,1 0 1 0 0,0 30-1 0 0,2-52-302 0 0,1 1 0 0 0,0-1 0 0 0,0 0 0 0 0,0 1 0 0 0,0-1 0 0 0,0 0 0 0 0,1 0 0 0 0,-1 1 0 0 0,0-1 0 0 0,0 0 0 0 0,1 1 0 0 0,-1-1 0 0 0,1 0 0 0 0,-1 0 0 0 0,1 0 0 0 0,0 0 0 0 0,-1 0-1 0 0,1 1 1 0 0,0-1 0 0 0,0 0 0 0 0,0-1 0 0 0,0 1 0 0 0,0 0 0 0 0,0 0 0 0 0,0 0 0 0 0,0 0 0 0 0,0-1 0 0 0,0 1 0 0 0,0-1 0 0 0,0 1 0 0 0,0-1 0 0 0,1 1 0 0 0,-1-1 0 0 0,0 1 0 0 0,1-1 0 0 0,-1 0 0 0 0,0 0 0 0 0,0 0 0 0 0,1 0-1 0 0,-1 0 1 0 0,0 0 0 0 0,1 0 0 0 0,-1 0 0 0 0,0 0 0 0 0,3-1 0 0 0,7-4-390 0 0</inkml:trace>
</inkml:ink>
</file>

<file path=ppt/ink/ink3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6.4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72 7834 0 0,'2'-13'344'0'0,"2"2"72"0"0,3 2-328 0 0,2 1-88 0 0,2 3 0 0 0,16-1-1536 0 0,1-1-321 0 0,18-6-63 0 0</inkml:trace>
</inkml:ink>
</file>

<file path=ppt/ink/ink3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7.98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 15 7370 0 0,'-11'-14'884'0'0,"3"13"195"0"0,7 3-996 0 0,0 0-1 0 0,-1 0 1 0 0,1 0-1 0 0,1 0 1 0 0,-1 0-1 0 0,0 0 1 0 0,0 0-1 0 0,1 1 1 0 0,-1-1-1 0 0,1 0 1 0 0,0 4 0 0 0,-36 309 51 0 0,35-301-141 0 0,-2 55 50 0 0,3-65-58 0 0,0 0-1 0 0,1 0 0 0 0,-1 0 1 0 0,1 0-1 0 0,0 0 0 0 0,0 0 1 0 0,0 0-1 0 0,0-1 1 0 0,1 1-1 0 0,-1 0 0 0 0,1-1 1 0 0,0 1-1 0 0,5 5 1 0 0,-6-8-11 0 0,1 0 0 0 0,0 0 0 0 0,0 0 0 0 0,-1-1 1 0 0,1 1-1 0 0,0-1 0 0 0,0 1 0 0 0,0-1 0 0 0,-1 0 1 0 0,1 0-1 0 0,0 1 0 0 0,0-2 0 0 0,0 1 0 0 0,0 0 1 0 0,0 0-1 0 0,0 0 0 0 0,-1-1 0 0 0,1 1 0 0 0,0-1 1 0 0,0 1-1 0 0,-1-1 0 0 0,1 0 0 0 0,0 0 1 0 0,-1 0-1 0 0,1 0 0 0 0,0 0 0 0 0,-1 0 0 0 0,2-2 1 0 0,44-35-437 0 0,5-16-565 0 0,85-117 0 0 0,-16 17-1593 0 0,-115 147 2549 0 0,0 1 0 0 0,1-1 1 0 0,0 2-1 0 0,0-1 1 0 0,0 1-1 0 0,0 0 1 0 0,16-8-1 0 0,-21 12 119 0 0,-1 1 1 0 0,1-1-1 0 0,0 1 0 0 0,0-1 1 0 0,-1 1-1 0 0,1-1 0 0 0,0 1 1 0 0,0 0-1 0 0,-1 0 0 0 0,1 0 1 0 0,0 0-1 0 0,0 0 0 0 0,-1 1 1 0 0,1-1-1 0 0,0 0 0 0 0,-1 1 1 0 0,1-1-1 0 0,2 2 0 0 0,-2-1 60 0 0,0 1 0 0 0,-1-1 0 0 0,1 1 1 0 0,-1 0-1 0 0,1-1 0 0 0,-1 1 0 0 0,0 0 0 0 0,1 0 0 0 0,-1 0 0 0 0,0 0 0 0 0,0 0 0 0 0,0 0 0 0 0,-1 0 0 0 0,1 0 0 0 0,-1 0 1 0 0,1 1-1 0 0,-1-1 0 0 0,1 4 0 0 0,1 22 740 0 0,-1 0 1 0 0,-1 1 0 0 0,-2-1-1 0 0,-5 31 1 0 0,3-31-347 0 0,2 1 1 0 0,0 0 0 0 0,4 52-1 0 0,-2-79-488 0 0,1-1 0 0 0,-1 1 1 0 0,0 0-1 0 0,0-1 0 0 0,1 1 0 0 0,-1-1 0 0 0,1 1 0 0 0,-1 0 0 0 0,1-1 1 0 0,0 1-1 0 0,0-1 0 0 0,0 0 0 0 0,0 1 0 0 0,0-1 0 0 0,0 0 1 0 0,0 1-1 0 0,0-1 0 0 0,0 0 0 0 0,2 1 0 0 0,-2-1-14 0 0,0-1 0 0 0,0 1 0 0 0,1-1 0 0 0,-1 0 0 0 0,0 1 0 0 0,1-1 0 0 0,-1 0 0 0 0,0 0 0 0 0,1 0 1 0 0,-1 0-1 0 0,0 0 0 0 0,1 0 0 0 0,-1 0 0 0 0,0-1 0 0 0,1 1 0 0 0,-1 0 0 0 0,0-1 0 0 0,2 0 0 0 0,3-2-83 0 0,0 0 1 0 0,0 0-1 0 0,-1-1 0 0 0,0 0 1 0 0,1 0-1 0 0,-1 0 0 0 0,8-10 1 0 0,6-11-143 0 0,-1 0 0 0 0,-2-1 1 0 0,0 0-1 0 0,-2-2 0 0 0,-1 0 0 0 0,-1 0 1 0 0,-1-1-1 0 0,-2 0 0 0 0,-1-1 1 0 0,-1 0-1 0 0,4-44 0 0 0,-15 89 481 0 0,-1-1 1 0 0,0 0-1 0 0,-10 19 0 0 0,-2 4 79 0 0,-16 47-352 0 0,-60 137-43 0 0,91-217 63 0 0,1 0 0 0 0,-1 0 0 0 0,1 1 0 0 0,0-1 0 0 0,0 0 1 0 0,1 0-1 0 0,-1 5 0 0 0,1-9-7 0 0,0 0 1 0 0,0 1 0 0 0,0-1 0 0 0,0 0-1 0 0,0 0 1 0 0,0 1 0 0 0,0-1-1 0 0,0 0 1 0 0,0 1 0 0 0,0-1 0 0 0,0 0-1 0 0,0 0 1 0 0,0 1 0 0 0,0-1 0 0 0,0 0-1 0 0,0 0 1 0 0,1 1 0 0 0,-1-1-1 0 0,0 0 1 0 0,0 0 0 0 0,0 1 0 0 0,0-1-1 0 0,1 0 1 0 0,-1 0 0 0 0,0 0 0 0 0,0 0-1 0 0,0 1 1 0 0,1-1 0 0 0,-1 0-1 0 0,0 0 1 0 0,0 0 0 0 0,1 0 0 0 0,-1 0-1 0 0,0 1 1 0 0,0-1 0 0 0,1 0 0 0 0,14-14-146 0 0,7-13 697 0 0,24-33 41 0 0,2 3-1 0 0,67-62 1 0 0,-96 101-629 0 0,39-31-303 0 0,-53 45 321 0 0,0 1 0 0 0,0 0 1 0 0,0 0-1 0 0,0 0 0 0 0,0 1 0 0 0,1 0 0 0 0,-1 0 0 0 0,1 0 0 0 0,-1 0 1 0 0,8 0-1 0 0,-12 2 23 0 0,0 0 0 0 0,-1 0 0 0 0,1 0 0 0 0,0 0 0 0 0,0 0 1 0 0,-1 0-1 0 0,1 0 0 0 0,0 0 0 0 0,-1 0 0 0 0,1 1 0 0 0,0-1 1 0 0,-1 0-1 0 0,1 0 0 0 0,0 1 0 0 0,-1-1 0 0 0,1 0 0 0 0,-1 1 0 0 0,1-1 1 0 0,-1 1-1 0 0,1-1 0 0 0,-1 1 0 0 0,1-1 0 0 0,-1 1 0 0 0,1-1 1 0 0,-1 1-1 0 0,1-1 0 0 0,-1 1 0 0 0,1 0 0 0 0,1 24 79 0 0,-15 30 91 0 0,12-49-153 0 0,-48 150 397 0 0,13-48 81 0 0,-38 200-1 0 0,73-300-487 0 0,-4 43 62 0 0,4-48-66 0 0,1 0-1 0 0,0 0 0 0 0,0-1 0 0 0,0 1 0 0 0,1 0 0 0 0,-1 0 0 0 0,1-1 0 0 0,0 1 0 0 0,-1 0 0 0 0,1-1 0 0 0,0 1 0 0 0,0-1 0 0 0,1 1 0 0 0,2 4 0 0 0,-3-7-1 0 0,-1 0-1 0 0,1 1 1 0 0,0-1-1 0 0,-1 0 1 0 0,1 1-1 0 0,0-1 1 0 0,-1 0-1 0 0,1 0 1 0 0,0 1-1 0 0,0-1 1 0 0,-1 0-1 0 0,1 0 1 0 0,0 0-1 0 0,0 0 1 0 0,0 0-1 0 0,-1 0 1 0 0,1 0-1 0 0,0-1 1 0 0,0 1-1 0 0,-1 0 1 0 0,1 0-1 0 0,0 0 1 0 0,-1-1-1 0 0,1 1 1 0 0,0 0-1 0 0,-1-1 1 0 0,1 1-1 0 0,0-1 1 0 0,-1 1-1 0 0,1-1 1 0 0,21-17 54 0 0,-20 15-55 0 0,39-38-374 0 0,-3-1-1 0 0,-1-2 1 0 0,-2-2-1 0 0,-2-1 1 0 0,51-100 0 0 0,-56 74-258 0 0,-20 50 607 0 0,17-38 0 0 0,-25 60 70 0 0,0 0 1 0 0,1 1 0 0 0,-1-1-1 0 0,0 0 1 0 0,1 0-1 0 0,-1 0 1 0 0,1 0-1 0 0,-1 1 1 0 0,1-1-1 0 0,-1 0 1 0 0,1 1 0 0 0,-1-1-1 0 0,1 0 1 0 0,0 1-1 0 0,-1-1 1 0 0,1 0-1 0 0,0 1 1 0 0,0-1-1 0 0,0 1 1 0 0,-1 0 0 0 0,1-1-1 0 0,0 1 1 0 0,0 0-1 0 0,0-1 1 0 0,0 1-1 0 0,0 0 1 0 0,-1 0-1 0 0,1 0 1 0 0,0 0 0 0 0,0 0-1 0 0,0 0 1 0 0,0 0-1 0 0,0 0 1 0 0,0 0-1 0 0,0 0 1 0 0,0 0-1 0 0,-1 0 1 0 0,1 1 0 0 0,0-1-1 0 0,0 0 1 0 0,0 1-1 0 0,0-1 1 0 0,-1 1-1 0 0,1-1 1 0 0,0 1-1 0 0,0-1 1 0 0,-1 1 0 0 0,1-1-1 0 0,0 1 1 0 0,-1 0-1 0 0,1-1 1 0 0,-1 1-1 0 0,1 0 1 0 0,-1 0-1 0 0,1 0 1 0 0,-1-1 0 0 0,1 2-1 0 0,4 5 382 0 0,-1 0-1 0 0,0 0 1 0 0,-1 1 0 0 0,1-1 0 0 0,2 10-1 0 0,11 47-1675 0 0,-6-24-4396 0 0</inkml:trace>
</inkml:ink>
</file>

<file path=ppt/ink/ink3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0:56.688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2184 596 4681 0 0,'5'-2'0'0'0,"0"0"0"0"0,0 0 0 0 0,0-1 0 0 0,-1 0 0 0 0,0 0 0 0 0,1 0 0 0 0,-1 0 0 0 0,6-7 0 0 0,-43 21 0 0 0,-38 17 575 0 0,-1-3 0 0 0,-142 30 0 0 0,-10 2 422 0 0,142-32-418 0 0,-1-4 0 0 0,-146 19 1 0 0,220-39-512 0 0,-65 9 635 0 0,67-9-586 0 0,0 1 0 0 0,1 0-1 0 0,-1 0 1 0 0,1 0 0 0 0,0 1-1 0 0,0 0 1 0 0,0 0 0 0 0,-9 7-1 0 0,15-10-117 0 0,-1 0 0 0 0,1 0 0 0 0,0 0 0 0 0,0 0 0 0 0,-1 1-1 0 0,1-1 1 0 0,0 0 0 0 0,0 0 0 0 0,-1 1 0 0 0,1-1 0 0 0,0 0 0 0 0,0 0-1 0 0,-1 1 1 0 0,1-1 0 0 0,0 0 0 0 0,0 1 0 0 0,0-1 0 0 0,0 0-1 0 0,0 1 1 0 0,0-1 0 0 0,-1 0 0 0 0,1 1 0 0 0,0-1 0 0 0,0 0 0 0 0,0 1-1 0 0,0-1 1 0 0,0 0 0 0 0,0 1 0 0 0,0-1 0 0 0,0 1 0 0 0,0-1 0 0 0,1 0-1 0 0,-1 1 1 0 0,0-1 0 0 0,0 0 0 0 0,0 1 0 0 0,13 6-238 0 0,18-1-294 0 0,34-2 134 0 0,113-6 0 0 0,65-23 387 0 0,-148 15 33 0 0,613-74 1590 0 0,-404 61-1445 0 0,-20 2-172 0 0,68 4-96 0 0,-212 14-122 0 0,13-9-63 0 0,-40 2-319 0 0,-112 10 626 0 0,1 0-1 0 0,-1 0 0 0 0,1 0 1 0 0,-1-1-1 0 0,1 1 0 0 0,-1 0 0 0 0,0 1 1 0 0,1-1-1 0 0,-1 0 0 0 0,1 0 0 0 0,-1 1 1 0 0,1-1-1 0 0,-1 1 0 0 0,0-1 0 0 0,2 1 1 0 0,-3 0 11 0 0,0-1 1 0 0,0 1 0 0 0,0-1-1 0 0,0 1 1 0 0,0-1 0 0 0,-1 1-1 0 0,1-1 1 0 0,0 1 0 0 0,0-1-1 0 0,0 1 1 0 0,-1-1 0 0 0,1 0 0 0 0,0 1-1 0 0,-1-1 1 0 0,1 1 0 0 0,0-1-1 0 0,-1 0 1 0 0,1 1 0 0 0,0-1-1 0 0,-1 0 1 0 0,1 1 0 0 0,0-1-1 0 0,-1 0 1 0 0,1 0 0 0 0,-1 0-1 0 0,1 1 1 0 0,-1-1 0 0 0,-46 21 1112 0 0,-468 101-943 0 0,198-54-1725 0 0,-673 204-4483 0 0,890-242 5692 0 0,43-15 555 0 0,2 3-1 0 0,-105 49 1 0 0,131-46 876 0 0,28-21-1088 0 0,1 0-1 0 0,0 1 0 0 0,-1-1 0 0 0,1 0 0 0 0,-1 1 0 0 0,1-1 0 0 0,0 0 0 0 0,-1 1 0 0 0,1-1 0 0 0,0 1 0 0 0,-1-1 0 0 0,1 1 0 0 0,0-1 0 0 0,0 1 0 0 0,-1-1 1 0 0,1 1-1 0 0,0-1 0 0 0,0 1 0 0 0,0-1 0 0 0,0 1 0 0 0,0-1 0 0 0,0 1 0 0 0,-1-1 0 0 0,1 1 0 0 0,1-1 0 0 0,-1 1 0 0 0,0-1 0 0 0,0 1 0 0 0,0 0 1 0 0,0-1-1 0 0,0 1 0 0 0,0-1 0 0 0,1 1 0 0 0,-1-1 0 0 0,0 1 0 0 0,0-1 0 0 0,1 0 0 0 0,-1 1 0 0 0,0-1 0 0 0,1 1 0 0 0,-1-1 0 0 0,0 1 0 0 0,1-1 0 0 0,-1 0 1 0 0,1 1-1 0 0,-1-1 0 0 0,0 0 0 0 0,1 0 0 0 0,-1 1 0 0 0,1-1 0 0 0,-1 0 0 0 0,1 0 0 0 0,-1 0 0 0 0,1 1 0 0 0,-1-1 0 0 0,2 0 0 0 0,23 7-21 0 0,1-2-1 0 0,0 0 0 0 0,0-2 0 0 0,0 0 0 0 0,0-2 0 0 0,29-3 0 0 0,0 2-5 0 0,475-27 551 0 0,287-16 544 0 0,-587 47-1060 0 0,37 0 72 0 0,-219-6-72 0 0,0-3 0 0 0,0-1 1 0 0,70-20-1 0 0,-106 23 115 0 0,-6 2 82 0 0,0 0 1 0 0,0-1 0 0 0,-1 0 0 0 0,1 0 0 0 0,0 0 0 0 0,-1-1 0 0 0,0 0 0 0 0,6-4 0 0 0,-11 7-200 0 0,1 0 1 0 0,-1-1 0 0 0,0 1-1 0 0,0 0 1 0 0,0 0 0 0 0,0-1 0 0 0,0 1-1 0 0,0 0 1 0 0,0-1 0 0 0,0 1-1 0 0,0 0 1 0 0,0 0 0 0 0,-3-5 640 0 0,3 5-640 0 0,0 0-1 0 0,-1 0 1 0 0,1-1 0 0 0,0 1 0 0 0,0 0-1 0 0,-1 0 1 0 0,1 0 0 0 0,0 0-1 0 0,-1 0 1 0 0,1 0 0 0 0,0 0 0 0 0,0 0-1 0 0,-1 0 1 0 0,1 0 0 0 0,0 0-1 0 0,0 0 1 0 0,-1 0 0 0 0,1 0 0 0 0,-1 0-1 0 0,-20-3 293 0 0,19 3-195 0 0,-40-4 68 0 0,-1 1 1 0 0,1 3 0 0 0,-48 5 0 0 0,-127 27-1183 0 0,111-15 565 0 0,-605 128-3321 0 0,566-111 3040 0 0,52-11 132 0 0,1 3-1 0 0,2 5 1 0 0,1 4 0 0 0,-132 71-1 0 0,213-101 564 0 0,-71 44-258 0 0,73-44 324 0 0,0-1 0 0 0,0 1 0 0 0,0 1 0 0 0,1-1-1 0 0,0 1 1 0 0,0 0 0 0 0,0 0 0 0 0,1 0 0 0 0,-6 12-1 0 0,9-17-33 0 0,1-1-1 0 0,-1 1 0 0 0,1 0 0 0 0,0 0 1 0 0,-1 1-1 0 0,1-1 0 0 0,0 0 0 0 0,0 0 1 0 0,0 0-1 0 0,0 0 0 0 0,0 0 0 0 0,0 0 0 0 0,0 0 1 0 0,0 0-1 0 0,1 0 0 0 0,-1 0 0 0 0,0 0 1 0 0,1 0-1 0 0,-1 0 0 0 0,0 0 0 0 0,1 0 1 0 0,-1 0-1 0 0,1 0 0 0 0,0 0 0 0 0,0 0 0 0 0,1 2 12 0 0,1-1 0 0 0,-1 0-1 0 0,0-1 1 0 0,1 1 0 0 0,0 0 0 0 0,-1-1-1 0 0,1 1 1 0 0,5 1 0 0 0,6 2-6 0 0,0-2 1 0 0,27 5-1 0 0,-38-8-37 0 0,51 6 173 0 0,0-2 1 0 0,89-6-1 0 0,111-23 723 0 0,-195 18-748 0 0,936-127 616 0 0,-918 122-539 0 0,146-42 0 0 0,-415 101 2132 0 0,116-31-2459 0 0,-1945 316-3687 0 0,1937-323 3379 0 0,0-3 1 0 0,-1-5-1 0 0,0-2 0 0 0,-126-21 1 0 0,193 19 399 0 0,1 0 0 0 0,-1-2 0 0 0,1 0 0 0 0,1-1 1 0 0,-1 0-1 0 0,-27-17 0 0 0,39 20 89 0 0,0 0-1 0 0,0-1 1 0 0,0 0 0 0 0,0 0 0 0 0,0 0-1 0 0,1-1 1 0 0,0 1 0 0 0,0-1-1 0 0,0 0 1 0 0,1 0 0 0 0,-1-1-1 0 0,1 1 1 0 0,0-1 0 0 0,1 0 0 0 0,-1 1-1 0 0,1-1 1 0 0,1 0 0 0 0,-1 0-1 0 0,1-1 1 0 0,0 1 0 0 0,0 0 0 0 0,0-8-1 0 0,2-2 63 0 0,1 1 1 0 0,0 0-1 0 0,1 0 0 0 0,1 0 0 0 0,1 0 1 0 0,-1 0-1 0 0,2 1 0 0 0,0-1 0 0 0,15-22 1 0 0,9-11-349 0 0,46-55 0 0 0,141-138-642 0 0,-53 64 802 0 0,-156 168 9 0 0,-4 5-28 0 0,0 0 0 0 0,0-1-1 0 0,-1 1 1 0 0,0-1-1 0 0,0 1 1 0 0,0-1 0 0 0,0 0-1 0 0,-1 0 1 0 0,3-6-1 0 0,-5 10 58 0 0,0 1-1 0 0,0 0 1 0 0,0-1-1 0 0,0 1 1 0 0,0-1-1 0 0,0 1 1 0 0,0 0-1 0 0,0-1 1 0 0,0 1-1 0 0,0-1 0 0 0,0 1 1 0 0,0 0-1 0 0,-1-1 1 0 0,1 1-1 0 0,0-1 1 0 0,0 1-1 0 0,0 0 1 0 0,0-1-1 0 0,-1 1 1 0 0,1 0-1 0 0,0-1 1 0 0,0 1-1 0 0,-1 0 0 0 0,1-1 1 0 0,0 1-1 0 0,-1 0 1 0 0,1 0-1 0 0,0-1 1 0 0,-1 1-1 0 0,1 0 1 0 0,0 0-1 0 0,-1 0 1 0 0,0-1-1 0 0,-18-1-146 0 0,-19 7 360 0 0,21 1-128 0 0,0 1 1 0 0,1 1-1 0 0,0 0 0 0 0,0 1 0 0 0,0 1 0 0 0,1 0 1 0 0,1 1-1 0 0,0 1 0 0 0,0 0 0 0 0,1 1 0 0 0,-12 16 0 0 0,-13 18-190 0 0,-63 104 0 0 0,65-90-3 0 0,3 1 0 0 0,3 1 1 0 0,2 2-1 0 0,3 1 0 0 0,3 1 1 0 0,3 1-1 0 0,-15 103 0 0 0,34-145-1270 0 0,40-82-1052 0 0,-15 8 2147 0 0,-2-2 1 0 0,-3 0-1 0 0,25-95 0 0 0,-26 65 292 0 0,-4-1 1 0 0,7-123-1 0 0,-19 71 1640 0 0,-15-153 0 0 0,13 285-1613 0 0,-1 0 0 0 0,0 0 0 0 0,0-1 0 0 0,0 1 0 0 0,0 0 0 0 0,-1 0 0 0 0,1 0 0 0 0,0 0 0 0 0,0-1 0 0 0,-1 1 0 0 0,1 0 0 0 0,-1 0 0 0 0,1 0 0 0 0,-1 0 0 0 0,1 0 1 0 0,-1 0-1 0 0,0 0 0 0 0,1 0 0 0 0,-1 0 0 0 0,0 0 0 0 0,0 0 0 0 0,-1-1 0 0 0,1 2-36 0 0,0 0 0 0 0,0 1 0 0 0,0-1 0 0 0,0 0 0 0 0,0 0 0 0 0,0 0 1 0 0,0 0-1 0 0,0 1 0 0 0,0-1 0 0 0,1 0 0 0 0,-1 1 0 0 0,0-1 0 0 0,0 1 0 0 0,0-1 0 0 0,0 1 0 0 0,1-1 1 0 0,-1 1-1 0 0,0 0 0 0 0,1-1 0 0 0,-1 1 0 0 0,0 1 0 0 0,-9 8-335 0 0,2 1 0 0 0,-14 22 0 0 0,18-26 328 0 0,-189 340-1254 0 0,133-230 1247 0 0,-157 371 834 0 0,104-217-46 0 0,5-5-205 0 0,81-189-338 0 0,-24 120 0 0 0,50-193-236 0 0,0-1 0 0 0,1 1 0 0 0,-1 0 0 0 0,1 0 0 0 0,0 0 0 0 0,0 0 0 0 0,0 0 0 0 0,1 0 1 0 0,-1-1-1 0 0,1 1 0 0 0,2 5 0 0 0,-3-8 7 0 0,1 0 0 0 0,0 0 0 0 0,0 0 0 0 0,-1 0 0 0 0,1 0 0 0 0,0 0 0 0 0,0 0 0 0 0,0 0 0 0 0,0 0 0 0 0,0 0 0 0 0,0-1 0 0 0,1 1 0 0 0,-1 0 0 0 0,0-1 1 0 0,0 1-1 0 0,0-1 0 0 0,1 1 0 0 0,-1-1 0 0 0,0 1 0 0 0,0-1 0 0 0,1 0 0 0 0,-1 0 0 0 0,0 0 0 0 0,1 0 0 0 0,-1 0 0 0 0,0 0 0 0 0,1 0 0 0 0,-1 0 0 0 0,0-1 0 0 0,1 1 1 0 0,-1 0-1 0 0,0-1 0 0 0,1 1 0 0 0,-1-1 0 0 0,1 0 0 0 0,5-2-110 0 0,0 0 0 0 0,0-1 0 0 0,0 1 0 0 0,-1-1 0 0 0,1-1 0 0 0,-1 1 0 0 0,0-1 0 0 0,9-10 0 0 0,41-52-377 0 0,-44 52 415 0 0,127-171-151 0 0,84-103-13 0 0,-164 223 276 0 0,159-197 316 0 0,-216 261-340 0 0,105-137 586 0 0,-91 121-366 0 0,0 2-1 0 0,1 0 1 0 0,1 0-1 0 0,0 2 1 0 0,29-18 0 0 0,-43 30-178 0 0,-1 0 0 0 0,1 0 0 0 0,-1 0 1 0 0,1 1-1 0 0,0 0 0 0 0,0-1 0 0 0,0 1 1 0 0,0 1-1 0 0,-1-1 0 0 0,1 0 0 0 0,0 1 1 0 0,7 0-1 0 0,-10 0-52 0 0,0 1 0 0 0,0-1 0 0 0,0 0 0 0 0,0 0 1 0 0,0 1-1 0 0,0-1 0 0 0,0 1 0 0 0,-1-1 0 0 0,1 1 0 0 0,0-1 0 0 0,0 1 1 0 0,0-1-1 0 0,-1 1 0 0 0,1 0 0 0 0,0-1 0 0 0,-1 1 0 0 0,1 0 0 0 0,-1 0 1 0 0,1-1-1 0 0,-1 1 0 0 0,1 1 0 0 0,0 0-29 0 0,0 1 0 0 0,-1-1-1 0 0,0 0 1 0 0,1 0 0 0 0,-1 1 0 0 0,0-1-1 0 0,0 0 1 0 0,0 0 0 0 0,0 1 0 0 0,-1-1 0 0 0,1 0-1 0 0,-2 4 1 0 0,-7 25-243 0 0,-1-1-1 0 0,-2 0 0 0 0,-20 38 1 0 0,-57 84 244 0 0,56-98 108 0 0,-305 432 1365 0 0,98-153 513 0 0,229-318-1766 0 0,1 1 1 0 0,1 0-1 0 0,0 0 1 0 0,1 1 0 0 0,-8 24-1 0 0,16-40-181 0 0,-1-1 0 0 0,1 1 0 0 0,0 0 0 0 0,-1 0 0 0 0,1 0 0 0 0,0-1 0 0 0,-1 1 0 0 0,1 0 0 0 0,0 0 0 0 0,0 0 0 0 0,0 0 0 0 0,0 0 0 0 0,0 0 0 0 0,0-1 0 0 0,0 1 0 0 0,0 0 0 0 0,1 0 0 0 0,-1 0 0 0 0,0 0 0 0 0,0 0 0 0 0,1-1 0 0 0,-1 1 0 0 0,0 0 0 0 0,1 0 0 0 0,-1-1 0 0 0,1 1 0 0 0,-1 0 0 0 0,1 0-1 0 0,-1-1 1 0 0,2 2 0 0 0,0-2-27 0 0,-1 0-1 0 0,1 0 0 0 0,-1 1 0 0 0,1-1 1 0 0,-1-1-1 0 0,1 1 0 0 0,-1 0 0 0 0,1 0 1 0 0,-1 0-1 0 0,1-1 0 0 0,-1 1 1 0 0,1-1-1 0 0,-1 1 0 0 0,1-1 0 0 0,1-1 1 0 0,8-4-408 0 0,0 0 0 0 0,19-15 1 0 0,62-58-1048 0 0,93-102 0 0 0,66-103 883 0 0,-233 264 611 0 0,127-139 514 0 0,-124 138-255 0 0,2 1 1 0 0,1 0 0 0 0,0 2-1 0 0,53-29 1 0 0,-72 45-229 0 0,34-16 304 0 0,-37 17-323 0 0,0 0-1 0 0,0 1 0 0 0,0-1 0 0 0,1 0 0 0 0,-1 1 1 0 0,0 0-1 0 0,0 0 0 0 0,0-1 0 0 0,0 1 0 0 0,0 0 1 0 0,1 1-1 0 0,-1-1 0 0 0,0 0 0 0 0,0 1 0 0 0,4 0 0 0 0,-6 0-21 0 0,1-1-1 0 0,0 1 1 0 0,-1 0-1 0 0,1-1 1 0 0,-1 1-1 0 0,1 0 1 0 0,-1-1-1 0 0,1 1 0 0 0,-1 0 1 0 0,1 0-1 0 0,-1 0 1 0 0,0-1-1 0 0,1 1 1 0 0,-1 0-1 0 0,0 0 1 0 0,0 0-1 0 0,0 0 0 0 0,0 0 1 0 0,0 0-1 0 0,0-1 1 0 0,0 1-1 0 0,0 0 1 0 0,0 0-1 0 0,0 0 1 0 0,0 0-1 0 0,0 0 0 0 0,-1 0 1 0 0,1-1-1 0 0,0 1 1 0 0,-2 2-1 0 0,-12 26-56 0 0,13-27 33 0 0,-31 47-155 0 0,-44 51 1 0 0,15-20 400 0 0,-78 117 300 0 0,-225 287 563 0 0,343-460-1029 0 0,1-2 50 0 0,1 1 0 0 0,2 0-1 0 0,-18 30 1 0 0,35-53-120 0 0,0 0 1 0 0,-1 0-1 0 0,1 0 0 0 0,0 0 1 0 0,0 0-1 0 0,0 0 1 0 0,-1 1-1 0 0,1-1 0 0 0,0 0 1 0 0,0 0-1 0 0,0 0 0 0 0,0 0 1 0 0,0 0-1 0 0,-1 1 0 0 0,1-1 1 0 0,0 0-1 0 0,0 0 1 0 0,0 0-1 0 0,0 0 0 0 0,0 1 1 0 0,0-1-1 0 0,0 0 0 0 0,0 0 1 0 0,0 0-1 0 0,0 1 0 0 0,0-1 1 0 0,0 0-1 0 0,0 0 1 0 0,0 0-1 0 0,0 1 0 0 0,0-1 1 0 0,0 0-1 0 0,0 0 0 0 0,0 0 1 0 0,0 1-1 0 0,0-1 1 0 0,0 0-1 0 0,0 0 0 0 0,0 0 1 0 0,0 1-1 0 0,0-1 0 0 0,0 0 1 0 0,1 0-1 0 0,-1 0 0 0 0,0 0 1 0 0,0 1-1 0 0,0-1 1 0 0,0 0-1 0 0,0 0 0 0 0,1 0 1 0 0,-1 0-1 0 0,0 0 0 0 0,0 0 1 0 0,0 1-1 0 0,1-1 0 0 0,-1 0 1 0 0,0 0-1 0 0,0 0 1 0 0,1 0-1 0 0,15-8-799 0 0,21-17-590 0 0,53-60-881 0 0,102-124-1 0 0,62-60 4711 0 0,-240 256-2238 0 0,0 0 0 0 0,1 1 0 0 0,0 0-1 0 0,1 1 1 0 0,0 1 0 0 0,1 1 0 0 0,31-14 0 0 0,-46 23-189 0 0,-1-1 1 0 0,0 1-1 0 0,1-1 0 0 0,-1 1 0 0 0,1-1 1 0 0,-1 1-1 0 0,0 0 0 0 0,1 0 0 0 0,-1 0 1 0 0,1 0-1 0 0,-1 0 0 0 0,0 0 1 0 0,1 0-1 0 0,-1 0 0 0 0,1 0 0 0 0,-1 1 1 0 0,0-1-1 0 0,1 0 0 0 0,-1 1 0 0 0,0 0 1 0 0,1-1-1 0 0,-1 1 0 0 0,0 0 1 0 0,0-1-1 0 0,2 3 0 0 0,-2-2-14 0 0,0 1 1 0 0,0 0-1 0 0,0-1 0 0 0,-1 1 1 0 0,1 0-1 0 0,-1 0 0 0 0,0 0 1 0 0,1-1-1 0 0,-1 1 0 0 0,0 0 1 0 0,0 0-1 0 0,0 0 0 0 0,0 0 0 0 0,0 0 1 0 0,-1 0-1 0 0,0 2 0 0 0,-2 10-125 0 0,-1-1-1 0 0,-1 0 1 0 0,-12 24-1 0 0,-33 48 358 0 0,-4-1 1 0 0,-93 110-1 0 0,59-82 411 0 0,73-93-595 0 0,-75 102 2570 0 0,-197 201 0 0 0,271-305-2314 0 0,17-13-278 0 0,11-9-495 0 0,10-7-281 0 0,-1-1 0 0 0,0-1 0 0 0,-1-1 1 0 0,21-20-1 0 0,70-77-1522 0 0,-85 85 2097 0 0,-23 24 156 0 0,136-137-210 0 0,-106 109 887 0 0,2 2 0 0 0,51-33 0 0 0,-78 57-391 0 0,0 1 0 0 0,1 0 0 0 0,-1 0 1 0 0,1 0-1 0 0,0 1 0 0 0,0 1 1 0 0,12-3-1 0 0,-20 5-198 0 0,1 0 0 0 0,0 0 0 0 0,0 0 0 0 0,-1 0 0 0 0,1 0 0 0 0,0 0 0 0 0,0 0 0 0 0,-1 0 0 0 0,1 1 1 0 0,0-1-1 0 0,-1 1 0 0 0,1-1 0 0 0,0 1 0 0 0,-1 0 0 0 0,1-1 0 0 0,-1 1 0 0 0,1 0 0 0 0,1 2 0 0 0,-2-1-35 0 0,1-1-1 0 0,-1 1 1 0 0,0 0-1 0 0,-1 0 1 0 0,1 0-1 0 0,0 0 1 0 0,0 0-1 0 0,-1 0 1 0 0,1 0-1 0 0,-1 0 1 0 0,0 0-1 0 0,0 0 1 0 0,1 0-1 0 0,-1 0 1 0 0,-1 0-1 0 0,1 0 1 0 0,0 0-1 0 0,0 0 1 0 0,-2 4-1 0 0,-4 21-69 0 0,-1-1 0 0 0,-2 0 1 0 0,0-1-1 0 0,-21 39 0 0 0,-62 91 166 0 0,-120 128 109 0 0,95-138-2 0 0,108-128-183 0 0,9-17-49 0 0,0 0-1 0 0,0 0 0 0 0,0 0 1 0 0,1 1-1 0 0,-1-1 0 0 0,0 0 1 0 0,0 0-1 0 0,0 0 0 0 0,1 0 1 0 0,-1 0-1 0 0,0 0 1 0 0,0 1-1 0 0,0-1 0 0 0,1 0 1 0 0,-1 0-1 0 0,0 0 0 0 0,0 0 1 0 0,0 0-1 0 0,1 0 0 0 0,-1 0 1 0 0,0 0-1 0 0,0 0 1 0 0,1 0-1 0 0,-1 0 0 0 0,0 0 1 0 0,0 0-1 0 0,0 0 0 0 0,1 0 1 0 0,-1 0-1 0 0,0-1 0 0 0,0 1 1 0 0,0 0-1 0 0,1 0 1 0 0,-1 0-1 0 0,0 0 0 0 0,0 0 1 0 0,0 0-1 0 0,1-1 0 0 0,30-18-635 0 0,119-112-1893 0 0,-4 3 1431 0 0,69-25 387 0 0,9-8 375 0 0,-160 108 293 0 0,-34 26 176 0 0,1 1 1 0 0,2 2 0 0 0,64-37-1 0 0,-95 60-97 0 0,-1 0 0 0 0,1 0 0 0 0,0 0 0 0 0,-1 0-1 0 0,1 0 1 0 0,0 1 0 0 0,0-1 0 0 0,0 1-1 0 0,0 0 1 0 0,-1-1 0 0 0,1 1 0 0 0,0 0 0 0 0,0 0-1 0 0,0 0 1 0 0,0 0 0 0 0,0 0 0 0 0,0 1-1 0 0,0-1 1 0 0,2 1 0 0 0,-3 0-3 0 0,-1 0 0 0 0,1 0-1 0 0,0 0 1 0 0,-1 1 0 0 0,1-1-1 0 0,0 0 1 0 0,-1 0 0 0 0,0 0 0 0 0,1 0-1 0 0,-1 1 1 0 0,0-1 0 0 0,1 0 0 0 0,-1 0-1 0 0,0 1 1 0 0,0-1 0 0 0,0 0 0 0 0,0 0-1 0 0,0 1 1 0 0,0-1 0 0 0,-1 0-1 0 0,1 0 1 0 0,0 1 0 0 0,-1-1 0 0 0,1 0-1 0 0,0 0 1 0 0,-1 0 0 0 0,0 0 0 0 0,1 1-1 0 0,-2 0 1 0 0,-16 36 266 0 0,-1-1 0 0 0,-3-1 0 0 0,-1-1 0 0 0,-43 52-1 0 0,12-24 609 0 0,-114 102 0 0 0,-82 34 365 0 0,-53 47-54 0 0,122-95-1040 0 0,40-46-440 0 0,192-137-1294 0 0,-22 14 529 0 0,49-39 1 0 0,12-25-70 0 0,61-51 785 0 0,-129 115 529 0 0,2 1 0 0 0,0 2 0 0 0,1 0 0 0 0,49-20 0 0 0,-64 31-45 0 0,1 1 0 0 0,-1 0 0 0 0,1 0-1 0 0,-1 1 1 0 0,1 1 0 0 0,0 0 0 0 0,0 0 0 0 0,-1 1 0 0 0,14 1 0 0 0,-20 0-146 0 0,0 0 1 0 0,0-1-1 0 0,0 1 0 0 0,0 0 1 0 0,0 1-1 0 0,0-1 0 0 0,-1 1 1 0 0,1 0-1 0 0,0 0 1 0 0,-1 0-1 0 0,1 0 0 0 0,-1 1 1 0 0,0-1-1 0 0,0 1 0 0 0,0 0 1 0 0,0 0-1 0 0,0 0 0 0 0,-1 0 1 0 0,1 0-1 0 0,-1 1 1 0 0,0-1-1 0 0,0 1 0 0 0,0 0 1 0 0,-1-1-1 0 0,1 1 0 0 0,1 7 1 0 0,-1 0-24 0 0,0-1 1 0 0,-1 1-1 0 0,0 0 0 0 0,0-1 1 0 0,-2 1-1 0 0,1 0 1 0 0,-1 0-1 0 0,-1-1 1 0 0,0 1-1 0 0,0-1 1 0 0,-6 16-1 0 0,-6 9 90 0 0,-1-2 0 0 0,-20 34 0 0 0,-16 34 435 0 0,50-100-515 0 0,0 0 0 0 0,1 1 1 0 0,-1-1-1 0 0,1 0 0 0 0,-1 1 0 0 0,1-1 1 0 0,-1 0-1 0 0,1 1 0 0 0,0-1 0 0 0,-1 1 0 0 0,1-1 1 0 0,0 1-1 0 0,0-1 0 0 0,0 0 0 0 0,0 1 1 0 0,1-1-1 0 0,-1 1 0 0 0,0-1 0 0 0,1 0 1 0 0,-1 1-1 0 0,1 1 0 0 0,0-3-6 0 0,0 1 0 0 0,0-1 0 0 0,-1 0 0 0 0,1 1 0 0 0,0-1-1 0 0,0 0 1 0 0,0 1 0 0 0,0-1 0 0 0,0 0 0 0 0,0 0 0 0 0,0 0 0 0 0,0 0 0 0 0,0 0 0 0 0,0 0-1 0 0,0 0 1 0 0,0 0 0 0 0,0 0 0 0 0,-1 0 0 0 0,1 0 0 0 0,0-1 0 0 0,0 1 0 0 0,2-1-1 0 0,9-4 3 0 0,0-1 0 0 0,0 0-1 0 0,13-8 1 0 0,-20 11-14 0 0,67-46-293 0 0,-3-3-1 0 0,80-77 1 0 0,52-39-216 0 0,-196 163 513 0 0,22-14-33 0 0,-26 18 31 0 0,1 1 0 0 0,-1-1-1 0 0,0 0 1 0 0,0 0 0 0 0,1 1-1 0 0,-1-1 1 0 0,0 1 0 0 0,1-1 0 0 0,-1 1-1 0 0,1 0 1 0 0,-1-1 0 0 0,1 1-1 0 0,-1 0 1 0 0,0 0 0 0 0,1 0 0 0 0,1 0-1 0 0,-2 1-3 0 0,-1-1-1 0 0,0 1 1 0 0,1-1-1 0 0,-1 1 1 0 0,0-1-1 0 0,0 1 0 0 0,1-1 1 0 0,-1 1-1 0 0,0 0 1 0 0,0-1-1 0 0,0 1 1 0 0,0-1-1 0 0,0 1 1 0 0,0 0-1 0 0,0-1 1 0 0,0 1-1 0 0,0-1 0 0 0,0 1 1 0 0,0 0-1 0 0,0-1 1 0 0,0 1-1 0 0,0-1 1 0 0,0 1-1 0 0,-1-1 1 0 0,1 1-1 0 0,0 0 0 0 0,-1-1 1 0 0,1 1-1 0 0,0-1 1 0 0,-1 1-1 0 0,1-1 1 0 0,0 0-1 0 0,-1 1 1 0 0,-12 19-196 0 0,-20 22 47 0 0,-2-1 1 0 0,-56 51-1 0 0,65-69 254 0 0,-1-1 0 0 0,-1-2 0 0 0,-1 0 0 0 0,-57 28 1 0 0,63-39-253 0 0,0-1 1 0 0,0-1-1 0 0,-1-2 1 0 0,0 0 0 0 0,0-1-1 0 0,0-1 1 0 0,0-2 0 0 0,0 0-1 0 0,-1-2 1 0 0,1 0-1 0 0,0-2 1 0 0,-27-6 0 0 0,9 0-716 0 0,0-3 0 0 0,1-1 0 0 0,0-2 1 0 0,1-1-1 0 0,-73-44 0 0 0,100 52 906 0 0,2 0 0 0 0,-1 0 0 0 0,1-1 0 0 0,1-1-1 0 0,-1 0 1 0 0,2 0 0 0 0,-1-1 0 0 0,2-1 0 0 0,-1 1 0 0 0,1-1 0 0 0,1-1 0 0 0,0 1 0 0 0,1-1 0 0 0,1 0-1 0 0,-7-21 1 0 0,6 7 345 0 0,1 0 0 0 0,1 0 0 0 0,1 0 0 0 0,1-1-1 0 0,2 1 1 0 0,1-1 0 0 0,5-32 0 0 0,87-464 734 0 0,-67 400-1159 0 0,30-134-340 0 0,45-254-765 0 0,-100 502 1190 0 0,1 0-64 0 0,0-1 0 0 0,-1 0 0 0 0,-1 0 0 0 0,-1-20 0 0 0,1 30 45 0 0,-1-1 1 0 0,1 0 0 0 0,0 0-1 0 0,-1 0 1 0 0,1 0 0 0 0,-1 1-1 0 0,0-1 1 0 0,0 0 0 0 0,1 0-1 0 0,-1 1 1 0 0,0-1 0 0 0,0 1-1 0 0,-1-1 1 0 0,1 1 0 0 0,0-1-1 0 0,0 1 1 0 0,-1 0 0 0 0,1 0-1 0 0,-1-1 1 0 0,1 1 0 0 0,-1 0-1 0 0,1 0 1 0 0,-1 1 0 0 0,0-1-1 0 0,0 0 1 0 0,1 0 0 0 0,-1 1-1 0 0,0-1 1 0 0,0 1 0 0 0,0 0-1 0 0,1-1 1 0 0,-1 1 0 0 0,0 0-1 0 0,-3 0 1 0 0,-5 1 156 0 0,-1 0 0 0 0,0 0 0 0 0,0 1-1 0 0,1 1 1 0 0,-1 0 0 0 0,1 0 0 0 0,0 1 0 0 0,-16 8-1 0 0,-7 6 28 0 0,-34 26-1 0 0,33-21-218 0 0,-79 58-161 0 0,-36 23 724 0 0,149-104-535 0 0,0 0-1 0 0,-1 1 1 0 0,1-1 0 0 0,0 0-1 0 0,-1 1 1 0 0,1-1-1 0 0,-1 0 1 0 0,1 1-1 0 0,-1-1 1 0 0,1 0-1 0 0,-1 0 1 0 0,1 0 0 0 0,-1 1-1 0 0,1-1 1 0 0,-1 0-1 0 0,1 0 1 0 0,-1 0-1 0 0,1 0 1 0 0,-1 0-1 0 0,1 0 1 0 0,-1 0 0 0 0,1 0-1 0 0,-1 0 1 0 0,1 0-1 0 0,-1 0 1 0 0,1-1-1 0 0,-1 1 1 0 0,1 0 0 0 0,-1 0-1 0 0,1 0 1 0 0,-1-1-1 0 0,1 1 1 0 0,-1 0-1 0 0,1 0 1 0 0,0-1-1 0 0,-1 1 1 0 0,1 0 0 0 0,-1-1-1 0 0,1 0 1 0 0,-1-1 22 0 0,0 0 0 0 0,1 0 1 0 0,0 0-1 0 0,-1 0 0 0 0,1 0 1 0 0,0 0-1 0 0,0 0 1 0 0,0 0-1 0 0,0 0 0 0 0,1-3 1 0 0,14-51 529 0 0,-2 26-497 0 0,1 0 1 0 0,2 1 0 0 0,29-41 0 0 0,68-76-284 0 0,-33 45 7 0 0,154-236-2998 0 0,-155 218 1551 0 0,-47 66 20 0 0,-36 54 1573 0 0,0-1-1 0 0,1 1 0 0 0,-1 0 0 0 0,0 0 1 0 0,1 0-1 0 0,-1 1 0 0 0,1-1 1 0 0,-1 1-1 0 0,-4 2 0 0 0,-147 107 1714 0 0,60-39-1010 0 0,-176 124 1837 0 0,286-209-3017 0 0,0-1 1 0 0,14-16-1 0 0,14-15-429 0 0,63-49-496 0 0,-88 79 1499 0 0,2 1 0 0 0,0 1 1 0 0,40-20-1 0 0,-59 33-23 0 0,0-1-1 0 0,0 0 0 0 0,0 1 0 0 0,0-1 0 0 0,0 1 1 0 0,1 0-1 0 0,-1-1 0 0 0,0 1 0 0 0,0 0 1 0 0,0 0-1 0 0,0-1 0 0 0,0 1 0 0 0,1 0 1 0 0,-1 0-1 0 0,0 0 0 0 0,0 1 0 0 0,0-1 0 0 0,0 0 1 0 0,2 1-1 0 0,-3-1 10 0 0,1 1-1 0 0,-1-1 1 0 0,0 1 0 0 0,1-1-1 0 0,-1 1 1 0 0,0-1 0 0 0,0 1-1 0 0,1 0 1 0 0,-1-1 0 0 0,0 1 0 0 0,0-1-1 0 0,0 1 1 0 0,0 0 0 0 0,0-1-1 0 0,0 1 1 0 0,0 0 0 0 0,0-1-1 0 0,0 1 1 0 0,0-1 0 0 0,0 1 0 0 0,-1 0-1 0 0,1-1 1 0 0,0 1 0 0 0,-1 0-1 0 0,-2 6 111 0 0,0 0 0 0 0,0 0-1 0 0,-1 0 1 0 0,-6 8-1 0 0,-7 5 133 0 0,-1 0 0 0 0,-1-2 1 0 0,-1 0-1 0 0,0-1 0 0 0,-1-1 0 0 0,-1-1 0 0 0,0 0 0 0 0,-1-2 0 0 0,0-1 0 0 0,-1-1 0 0 0,-1-1 0 0 0,-32 9 0 0 0,55-18-214 0 0,0 0-1 0 0,0-1 0 0 0,1 1 1 0 0,-1-1-1 0 0,0 1 1 0 0,0-1-1 0 0,0 0 0 0 0,0 1 1 0 0,0-1-1 0 0,1 0 1 0 0,-1 0-1 0 0,0-1 0 0 0,0 1 1 0 0,0 0-1 0 0,0-1 1 0 0,0 1-1 0 0,1-1 0 0 0,-1 1 1 0 0,0-1-1 0 0,1 0 0 0 0,-1 0 1 0 0,0 0-1 0 0,-1-1 1 0 0,2 0-19 0 0,0 1 0 0 0,-1-1 0 0 0,2 0 0 0 0,-1 0 0 0 0,0 0 0 0 0,0 0 0 0 0,0 0 0 0 0,1 0 0 0 0,-1 0 1 0 0,1 0-1 0 0,0 0 0 0 0,0 0 0 0 0,0 0 0 0 0,0 0 0 0 0,0 0 0 0 0,0 0 0 0 0,1-3 0 0 0,1-8 34 0 0,1-1 0 0 0,1 0-1 0 0,0 1 1 0 0,11-23-1 0 0,23-35-242 0 0,3 3-1 0 0,87-111 0 0 0,-11 18 139 0 0,-45 54 99 0 0,88-138 662 0 0,-155 237-677 0 0,0-1 0 0 0,-1 0 0 0 0,0 0 1 0 0,0-1-1 0 0,-1 1 0 0 0,3-12 0 0 0,-6 20-33 0 0,0-1-1 0 0,1 0 1 0 0,-1 0-1 0 0,0 0 1 0 0,0 0-1 0 0,0 0 1 0 0,0 1-1 0 0,-1-1 1 0 0,1 0-1 0 0,0 0 1 0 0,-1 0-1 0 0,1 1 1 0 0,-1-1-1 0 0,0 0 1 0 0,0 0-1 0 0,1 1 1 0 0,-1-1-1 0 0,0 1 1 0 0,0-1-1 0 0,-1 1 1 0 0,1-1-1 0 0,0 1 1 0 0,0-1-1 0 0,-1 1 1 0 0,1 0-1 0 0,-1 0 1 0 0,1 0-1 0 0,-1 0 1 0 0,1 0-1 0 0,-1 0 1 0 0,0 0-1 0 0,1 1 1 0 0,-1-1-1 0 0,0 0 1 0 0,0 1-1 0 0,0 0 1 0 0,1-1-1 0 0,-1 1 1 0 0,0 0-1 0 0,-2 0 1 0 0,-16-1 61 0 0,1 1 1 0 0,0 1-1 0 0,0 1 0 0 0,0 1 1 0 0,0 1-1 0 0,0 0 0 0 0,-31 12 1 0 0,-32 7 95 0 0,-84 4-101 0 0,139-24-72 0 0,-1-2 0 0 0,0-1 0 0 0,1-1 0 0 0,-31-5 0 0 0,55 6-39 0 0,0-1 1 0 0,0 1-1 0 0,0-1 0 0 0,0 0 0 0 0,0 0 1 0 0,0 0-1 0 0,0 0 0 0 0,1-1 0 0 0,-1 1 0 0 0,0-1 1 0 0,1 1-1 0 0,-1-1 0 0 0,1 0 0 0 0,-1 0 1 0 0,1 0-1 0 0,0-1 0 0 0,0 1 0 0 0,0 0 0 0 0,0-1 1 0 0,0 0-1 0 0,-1-2 0 0 0,1 1-51 0 0,2 1 0 0 0,-1-1 0 0 0,0 1 0 0 0,1-1 0 0 0,-1 1 0 0 0,1-1 0 0 0,0 1-1 0 0,0-1 1 0 0,0 1 0 0 0,1-1 0 0 0,-1 1 0 0 0,1-1 0 0 0,0 1 0 0 0,0-1 0 0 0,0 1 0 0 0,0 0 0 0 0,1 0 0 0 0,2-5 0 0 0,10-17-322 0 0,2 1 0 0 0,0 1 0 0 0,1 0 0 0 0,24-23 0 0 0,87-75-114 0 0,-114 109 527 0 0,72-59-258 0 0,-74 62 337 0 0,0 1 0 0 0,1 1 0 0 0,-1 0 1 0 0,1 0-1 0 0,21-6 0 0 0,-34 13-45 0 0,1-1 1 0 0,-1 1-1 0 0,0 0 0 0 0,0 0 1 0 0,1 0-1 0 0,-1 0 0 0 0,0-1 0 0 0,0 1 1 0 0,1 0-1 0 0,-1 0 0 0 0,0 0 1 0 0,1 0-1 0 0,-1 0 0 0 0,0 0 0 0 0,1 0 1 0 0,-1 0-1 0 0,0 0 0 0 0,1 0 1 0 0,-1 0-1 0 0,0 0 0 0 0,0 0 0 0 0,1 0 1 0 0,-1 0-1 0 0,0 0 0 0 0,1 1 1 0 0,-1-1-1 0 0,0 0 0 0 0,1 0 0 0 0,-1 0 1 0 0,0 0-1 0 0,0 1 0 0 0,1-1 1 0 0,-1 0-1 0 0,0 0 0 0 0,0 0 0 0 0,0 1 1 0 0,1-1-1 0 0,-1 0 0 0 0,-5 13 668 0 0,-15 13-129 0 0,-40 33-163 0 0,-120 93 1 0 0,-83 32 267 0 0,219-154-405 0 0,37-25-221 0 0,3-2-20 0 0,-1 1-1 0 0,1-2 1 0 0,0 1 0 0 0,-1 0 0 0 0,0-1-1 0 0,1 0 1 0 0,-1 0 0 0 0,0 0-1 0 0,-10 2 1 0 0,15-5-40 0 0,0 0 0 0 0,0-1 0 0 0,0 1 0 0 0,0 0 0 0 0,0 0 0 0 0,0 0 0 0 0,0 0 0 0 0,0 0 0 0 0,0-1 0 0 0,0 1 0 0 0,0 0 0 0 0,1 0 0 0 0,-1 0-1 0 0,0 0 1 0 0,1 0 0 0 0,-1 0 0 0 0,2-2 0 0 0,12-25-535 0 0,2 0 0 0 0,1 1 0 0 0,28-35 0 0 0,-17 25-168 0 0,-28 37 714 0 0,157-210-1814 0 0,-112 156 1374 0 0,87-83-1 0 0,-123 129 428 0 0,13-12 6 0 0,0 0 0 0 0,35-44 1 0 0,-57 64 8 0 0,1-1 1 0 0,-1 1 0 0 0,1-1-1 0 0,-1 1 1 0 0,0-1-1 0 0,1 1 1 0 0,-1-1 0 0 0,1 1-1 0 0,-1-1 1 0 0,0 1 0 0 0,1-1-1 0 0,-1 1 1 0 0,0-1-1 0 0,0 0 1 0 0,1 1 0 0 0,-1-1-1 0 0,0 1 1 0 0,0-1-1 0 0,0 0 1 0 0,0 1 0 0 0,0-1-1 0 0,0 0 1 0 0,0 1 0 0 0,0-1-1 0 0,0 0 1 0 0,0 1-1 0 0,0-1 1 0 0,0 1 0 0 0,-1-1-1 0 0,1 0 1 0 0,0 1-1 0 0,0-1 1 0 0,-1 0 0 0 0,-1 0 12 0 0,1 1 0 0 0,0-1 0 0 0,-1 1 0 0 0,1-1 0 0 0,-1 1 0 0 0,1 0 0 0 0,-1 0 0 0 0,1 0 0 0 0,-1 0 0 0 0,1 0 0 0 0,-1 0 0 0 0,1 0 0 0 0,-3 1 0 0 0,-48 14 427 0 0,4 4 56 0 0,1 3-1 0 0,1 2 0 0 0,-82 56 0 0 0,-112 109 1492 0 0,209-164-1725 0 0,19-17-252 0 0,1 0 0 0 0,-1 2 1 0 0,2-1-1 0 0,-1 1 0 0 0,1 1 0 0 0,1 0 1 0 0,-15 21-1 0 0</inkml:trace>
</inkml:ink>
</file>

<file path=ppt/ink/ink3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00.650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314 1599 5985 0 0,'0'-6'24'0'0,"-1"1"-1"0"0,1-1 0 0 0,0 1 0 0 0,1-1 1 0 0,-1 1-1 0 0,1-1 0 0 0,0 1 1 0 0,1-1-1 0 0,-1 1 0 0 0,1 0 1 0 0,0 0-1 0 0,0 0 0 0 0,1 0 0 0 0,-1 0 1 0 0,5-5-1 0 0,9-21-172 0 0,174-311 1387 0 0,2-2 1413 0 0,-185 329-2461 0 0,0-1 0 0 0,-2 1 0 0 0,0-1 0 0 0,0 0 0 0 0,-2 0 0 0 0,3-24 0 0 0,-5 36-130 0 0,-1 1 0 0 0,0 0 0 0 0,0-1 0 0 0,0 1 0 0 0,0-1 0 0 0,0 1-1 0 0,-1 0 1 0 0,0-1 0 0 0,1 1 0 0 0,-1 0 0 0 0,0 0 0 0 0,-1 0 0 0 0,1 0 0 0 0,-1 0 0 0 0,1 0 0 0 0,-1 0 0 0 0,0 0 0 0 0,0 0 0 0 0,0 1 0 0 0,0-1 0 0 0,-1 1 0 0 0,1-1 0 0 0,-1 1-1 0 0,1 0 1 0 0,-1 0 0 0 0,0 0 0 0 0,0 0 0 0 0,0 1 0 0 0,0-1 0 0 0,0 1 0 0 0,0 0 0 0 0,0 0 0 0 0,-1 0 0 0 0,1 0 0 0 0,0 0 0 0 0,0 1 0 0 0,-1 0 0 0 0,-4-1 0 0 0,-4 1-11 0 0,1 1 1 0 0,0 0 0 0 0,0 0-1 0 0,0 1 1 0 0,0 1 0 0 0,0 0 0 0 0,0 0-1 0 0,-15 7 1 0 0,-80 45-204 0 0,60-27 83 0 0,0 2 0 0 0,2 1 0 0 0,-43 42 0 0 0,59-47 34 0 0,2 1 1 0 0,1 1-1 0 0,1 2 0 0 0,1 0 1 0 0,-24 44-1 0 0,44-69 28 0 0,0 1 1 0 0,1 0-1 0 0,-1 0 0 0 0,1 0 1 0 0,0 0-1 0 0,1 0 1 0 0,-1 1-1 0 0,1-1 0 0 0,0 10 1 0 0,1-15 4 0 0,0 1 0 0 0,0 0 0 0 0,1 0 1 0 0,-1-1-1 0 0,0 1 0 0 0,1 0 0 0 0,-1 0 0 0 0,1-1 0 0 0,-1 1 0 0 0,1 0 1 0 0,0-1-1 0 0,0 1 0 0 0,0-1 0 0 0,0 1 0 0 0,0-1 0 0 0,0 1 1 0 0,0-1-1 0 0,1 0 0 0 0,-1 1 0 0 0,0-1 0 0 0,1 0 0 0 0,-1 0 0 0 0,1 0 1 0 0,-1 0-1 0 0,1 0 0 0 0,0-1 0 0 0,-1 1 0 0 0,1 0 0 0 0,0-1 1 0 0,-1 1-1 0 0,1-1 0 0 0,0 1 0 0 0,0-1 0 0 0,-1 0 0 0 0,1 0 1 0 0,0 0-1 0 0,2 0 0 0 0,9 0-71 0 0,-1-1 1 0 0,0-1-1 0 0,1 1 1 0 0,-1-2-1 0 0,0 0 1 0 0,0 0-1 0 0,19-9 0 0 0,80-44-424 0 0,-92 46 439 0 0,44-27-175 0 0,96-74 0 0 0,48-62-224 0 0,-44 36-1 0 0,-58 53 228 0 0,269-227-164 0 0,-150 121 2689 0 0,-669 539-1564 0 0,327-260-811 0 0,-279 234-96 0 0,-21 66 74 0 0,275-243 69 0 0,124-124 32 0 0,2 1 0 0 0,1 0 0 0 0,0 2 0 0 0,2 0 0 0 0,-12 29 0 0 0,22-47 10 0 0,2 0 0 0 0,-1 1 0 0 0,1-1 0 0 0,0 1 0 0 0,1-1 0 0 0,0 1 0 0 0,0 0 0 0 0,1 0 0 0 0,0-1 0 0 0,0 1-1 0 0,0 0 1 0 0,1 0 0 0 0,3 11 0 0 0,-2-14-5 0 0,-1-1-1 0 0,1 0 0 0 0,0 0 0 0 0,1 1 1 0 0,-1-2-1 0 0,1 1 0 0 0,-1 0 1 0 0,1 0-1 0 0,0-1 0 0 0,0 0 0 0 0,1 1 1 0 0,-1-1-1 0 0,1 0 0 0 0,0-1 0 0 0,-1 1 1 0 0,1-1-1 0 0,0 1 0 0 0,1-1 0 0 0,-1-1 1 0 0,0 1-1 0 0,0 0 0 0 0,1-1 1 0 0,-1 0-1 0 0,6 1 0 0 0,8 0-76 0 0,0-1-1 0 0,0 0 0 0 0,0-1 1 0 0,0-1-1 0 0,0 0 1 0 0,0-2-1 0 0,26-6 0 0 0,123-45-403 0 0,-153 49 442 0 0,389-164-446 0 0,-181 70 437 0 0,242-104 483 0 0,-149 63 84 0 0,-254 111-468 0 0,-35 16-24 0 0,1 1 1 0 0,33-11-1 0 0,-59 23-37 0 0,-1-1-1 0 0,1 1 1 0 0,0 0 0 0 0,0-1-1 0 0,0 1 1 0 0,0 0-1 0 0,-1-1 1 0 0,1 1 0 0 0,0 0-1 0 0,0 0 1 0 0,0 0-1 0 0,0 0 1 0 0,0 0-1 0 0,0 0 1 0 0,-1 0 0 0 0,1 0-1 0 0,0 0 1 0 0,0 1-1 0 0,0-1 1 0 0,0 0-1 0 0,0 0 1 0 0,-1 1 0 0 0,1-1-1 0 0,0 0 1 0 0,0 1-1 0 0,0-1 1 0 0,-1 1 0 0 0,2 0-1 0 0,-2 1-9 0 0,0-1-1 0 0,1 0 1 0 0,-1 1 0 0 0,0-1-1 0 0,-1 0 1 0 0,1 1-1 0 0,0-1 1 0 0,0 0 0 0 0,-1 0-1 0 0,1 1 1 0 0,0-1-1 0 0,-1 0 1 0 0,1 0 0 0 0,-1 0-1 0 0,0 1 1 0 0,0 0-1 0 0,-37 49-467 0 0,-24 13 338 0 0,-4-2-1 0 0,-131 94 0 0 0,37-30 699 0 0,-276 262 1339 0 0,423-376-1800 0 0,7-7-45 0 0,0-1 0 0 0,1 1 0 0 0,0 1-1 0 0,0-1 1 0 0,0 1 0 0 0,0 0 0 0 0,1 0 0 0 0,0 0-1 0 0,0 0 1 0 0,1 1 0 0 0,-4 9 0 0 0,7-16-46 0 0,0 1 0 0 0,0 0 1 0 0,0 0-1 0 0,0 0 0 0 0,0 0 0 0 0,1 0 1 0 0,-1 0-1 0 0,0 0 0 0 0,0 0 1 0 0,1 0-1 0 0,-1 0 0 0 0,1 0 1 0 0,-1-1-1 0 0,0 1 0 0 0,1 0 0 0 0,0 0 1 0 0,-1 0-1 0 0,1-1 0 0 0,-1 1 1 0 0,1 0-1 0 0,0-1 0 0 0,0 1 1 0 0,-1-1-1 0 0,1 1 0 0 0,0-1 1 0 0,0 1-1 0 0,0-1 0 0 0,0 1 0 0 0,-1-1 1 0 0,1 0-1 0 0,0 1 0 0 0,0-1 1 0 0,0 0-1 0 0,0 0 0 0 0,0 0 1 0 0,0 0-1 0 0,0 0 0 0 0,0 0 0 0 0,0 0 1 0 0,2 0-1 0 0,42-3-351 0 0,-15-5 33 0 0,0 0 1 0 0,-1-2-1 0 0,40-19 0 0 0,82-51-717 0 0,-89 45 783 0 0,116-63-298 0 0,514-261 98 0 0,-234 172 1655 0 0,-427 175-1045 0 0,-14 4-73 0 0,0 2 0 0 0,1 0 0 0 0,-1 0 0 0 0,1 2 0 0 0,36-4 1 0 0,-53 7-95 0 0,-1 1 0 0 0,1 0 0 0 0,-1 0 0 0 0,0 0 1 0 0,1 0-1 0 0,-1 0 0 0 0,1 0 0 0 0,-1 0 0 0 0,1 0 1 0 0,-1 0-1 0 0,1 0 0 0 0,-1 0 0 0 0,1 0 0 0 0,-1 0 1 0 0,0 0-1 0 0,1 0 0 0 0,-1 0 0 0 0,1 0 0 0 0,-1 1 1 0 0,0-1-1 0 0,1 0 0 0 0,-1 0 0 0 0,1 1 0 0 0,-1-1 1 0 0,0 0-1 0 0,1 0 0 0 0,-1 1 0 0 0,0-1 0 0 0,1 0 1 0 0,-1 1-1 0 0,0-1 0 0 0,0 0 0 0 0,1 1 0 0 0,-1-1 1 0 0,0 1-1 0 0,0-1 0 0 0,0 1 0 0 0,0-1 0 0 0,1 1 1 0 0,-14 16-981 0 0,-29 16-691 0 0,42-33 1666 0 0,-603 383-2691 0 0,331-215 3192 0 0,-178 88 998 0 0,-167 111-232 0 0,524-296-939 0 0,80-60-14 0 0,0 1-1 0 0,1 1 1 0 0,0 0 0 0 0,-15 22-1 0 0,26-34-273 0 0,0 0-1 0 0,1-1 1 0 0,-1 1-1 0 0,1-1 1 0 0,0 1-1 0 0,-1 0 1 0 0,1 0-1 0 0,-1-1 1 0 0,1 1-1 0 0,0 0 1 0 0,0-1-1 0 0,-1 1 1 0 0,1 0 0 0 0,0 0-1 0 0,0 0 1 0 0,0-1-1 0 0,0 1 1 0 0,0 0-1 0 0,0 0 1 0 0,0-1-1 0 0,0 1 1 0 0,0 0-1 0 0,0 0 1 0 0,1 0-1 0 0,-1-1 1 0 0,0 1-1 0 0,0 0 1 0 0,1-1-1 0 0,-1 1 1 0 0,0 0-1 0 0,2 1 1 0 0,-1-1-6 0 0,1 0 1 0 0,0 0 0 0 0,-1 0 0 0 0,1-1-1 0 0,0 1 1 0 0,0 0 0 0 0,-1-1-1 0 0,1 1 1 0 0,0-1 0 0 0,0 1-1 0 0,0-1 1 0 0,3 0 0 0 0,7 0-38 0 0,1 0 0 0 0,-1-1-1 0 0,14-3 1 0 0,52-13 229 0 0,-1-3 0 0 0,-1-4 0 0 0,80-36 0 0 0,214-118 661 0 0,-135 60-521 0 0,382-186-1 0 0,-196 74-440 0 0,-78 39 22 0 0,-55 39-1225 0 0,-269 144 459 0 0,-56 38-1657 0 0,-675 446 1128 0 0,294-211 2439 0 0,-117 83 106 0 0,486-313-1184 0 0,15-11-29 0 0,-59 53 1 0 0,92-76 29 0 0,0 0 0 0 0,-1 0 1 0 0,1 1-1 0 0,0-1 1 0 0,0 0-1 0 0,0 1 1 0 0,0-1-1 0 0,0 1 0 0 0,0-1 1 0 0,1 1-1 0 0,-1-1 1 0 0,0 1-1 0 0,0 3 1 0 0,1-5-20 0 0,0 1 0 0 0,0-1 0 0 0,0 1 0 0 0,0-1 1 0 0,0 1-1 0 0,1-1 0 0 0,-1 1 0 0 0,0-1 0 0 0,0 1 1 0 0,0-1-1 0 0,1 0 0 0 0,-1 1 0 0 0,0-1 0 0 0,1 1 1 0 0,-1-1-1 0 0,0 0 0 0 0,1 1 0 0 0,-1-1 0 0 0,0 0 1 0 0,1 1-1 0 0,-1-1 0 0 0,1 0 0 0 0,-1 0 0 0 0,1 1 1 0 0,-1-1-1 0 0,0 0 0 0 0,1 0 0 0 0,-1 0 0 0 0,2 1 1 0 0,2 0-170 0 0,1-1 1 0 0,0 1 0 0 0,0-1 0 0 0,0 0 0 0 0,0 0 0 0 0,0 0 0 0 0,9-3-1 0 0,30-7-93 0 0,-2-1 1 0 0,1-3-1 0 0,46-22 0 0 0,121-68 545 0 0,-103 49-53 0 0,-2 2 6 0 0,650-320 1387 0 0,-373 176-1424 0 0,34-17 31 0 0,-301 162-160 0 0,204-63 0 0 0,-299 109-70 0 0,-7 1-57 0 0,1 1 0 0 0,-1 0 0 0 0,0 1 0 0 0,1 0 0 0 0,0 2 0 0 0,-1-1 0 0 0,1 2 0 0 0,21 1 0 0 0,-35-1 59 0 0,1 0 0 0 0,-1 0 0 0 0,0 0 0 0 0,1 0 0 0 0,-1 0 0 0 0,1 0-1 0 0,-1 0 1 0 0,1 0 0 0 0,-1 0 0 0 0,0 1 0 0 0,1-1 0 0 0,-1 0 0 0 0,1 0 0 0 0,-1 0-1 0 0,0 1 1 0 0,1-1 0 0 0,-1 0 0 0 0,0 1 0 0 0,1-1 0 0 0,-1 0 0 0 0,0 1 0 0 0,1-1-1 0 0,-1 0 1 0 0,0 1 0 0 0,0-1 0 0 0,0 0 0 0 0,1 1 0 0 0,-1-1 0 0 0,0 1 0 0 0,0-1-1 0 0,0 1 1 0 0,0-1 0 0 0,0 0 0 0 0,0 1 0 0 0,0-1 0 0 0,1 1 0 0 0,-1-1 0 0 0,-1 1-1 0 0,1-1 1 0 0,0 1 0 0 0,0-1 0 0 0,0 0 0 0 0,0 1 0 0 0,0-1 0 0 0,0 1 0 0 0,0-1-1 0 0,-1 1 1 0 0,1-1 0 0 0,0 0 0 0 0,0 1 0 0 0,0-1 0 0 0,-1 0 0 0 0,1 1 0 0 0,0-1-1 0 0,-1 0 1 0 0,1 1 0 0 0,0-1 0 0 0,-1 0 0 0 0,1 0 0 0 0,0 1 0 0 0,-1-1 0 0 0,0 0 0 0 0,-26 22-706 0 0,25-21 681 0 0,-576 344-1041 0 0,543-326 1129 0 0,-200 107 1013 0 0,-330 125 0 0 0,479-219-1092 0 0,2 4 0 0 0,2 4 0 0 0,-129 84 0 0 0,198-111-900 0 0,28-16 369 0 0,30-14 277 0 0,232-118 1882 0 0,-158 74-812 0 0,546-295 2895 0 0,-467 237-3337 0 0,388-218 490 0 0,-576 331-831 0 0,280-153-1021 0 0,-229 121 607 0 0,-2-2 0 0 0,85-75 0 0 0,-125 93-339 0 0,-19 21 737 0 0,0 1-1 0 0,0 0 1 0 0,0 0 0 0 0,0 0-1 0 0,0-1 1 0 0,0 1-1 0 0,0 0 1 0 0,0 0 0 0 0,0 0-1 0 0,0-1 1 0 0,0 1 0 0 0,0 0-1 0 0,0 0 1 0 0,0 0-1 0 0,0-1 1 0 0,0 1 0 0 0,0 0-1 0 0,0 0 1 0 0,0-1-1 0 0,0 1 1 0 0,0 0 0 0 0,0 0-1 0 0,0 0 1 0 0,-1 0-1 0 0,1-1 1 0 0,0 1 0 0 0,0 0-1 0 0,0 0 1 0 0,0 0-1 0 0,0 0 1 0 0,-1 0 0 0 0,1-1-1 0 0,0 1 1 0 0,0 0-1 0 0,0 0 1 0 0,-1 0 0 0 0,1 0-1 0 0,0 0 1 0 0,0 0 0 0 0,0 0-1 0 0,-1 0 1 0 0,1 0-1 0 0,0 0 1 0 0,0 0 0 0 0,0 0-1 0 0,-1 0 1 0 0,1 0-1 0 0,0 0 1 0 0,0 0 0 0 0,0 0-1 0 0,-1 0 1 0 0,1 0-1 0 0,-7 1-137 0 0,1 0-1 0 0,0 0 0 0 0,-1 1 1 0 0,1 0-1 0 0,-10 5 0 0 0,-90 44-549 0 0,-115 75-1 0 0,106-58 373 0 0,-229 145 101 0 0,297-178 646 0 0,0 1 0 0 0,3 2 1 0 0,1 2-1 0 0,-69 85 0 0 0,98-106 5 0 0,-20 34 0 0 0,31-48-349 0 0,0 1 1 0 0,0 0-1 0 0,1 0 0 0 0,-1 0 1 0 0,1 0-1 0 0,1 0 0 0 0,0 1 1 0 0,-1-1-1 0 0,2 0 0 0 0,-1 13 1 0 0,1-17-69 0 0,1 1-1 0 0,-1-1 1 0 0,1 0 0 0 0,0 1-1 0 0,0-1 1 0 0,0 0 0 0 0,0 0-1 0 0,0 0 1 0 0,0 0 0 0 0,1 0-1 0 0,-1 0 1 0 0,1 0 0 0 0,-1 0-1 0 0,1 0 1 0 0,0-1 0 0 0,0 1-1 0 0,0 0 1 0 0,0-1 0 0 0,0 0-1 0 0,0 1 1 0 0,0-1 0 0 0,0 0-1 0 0,0 0 1 0 0,0 0 0 0 0,1-1-1 0 0,-1 1 1 0 0,0 0 0 0 0,1-1-1 0 0,-1 0 1 0 0,1 1 0 0 0,3-1-1 0 0,7 1-96 0 0,-1-1 0 0 0,1 0 0 0 0,0-1 0 0 0,21-3 0 0 0,19-8-60 0 0,-1-1 0 0 0,-1-3 0 0 0,54-25 1 0 0,144-77 639 0 0,-225 106-461 0 0,526-286 439 0 0,-454 244-364 0 0,2-4-124 0 0,-2-4 0 0 0,-4-5 0 0 0,-2-3 0 0 0,108-111-1 0 0,-188 171-125 0 0,-7 8 62 0 0,1-1-1 0 0,-1 1 1 0 0,0-1-1 0 0,0 0 1 0 0,-1 0-1 0 0,1-1 1 0 0,0 1-1 0 0,-1 0 1 0 0,0-1-1 0 0,0 0 1 0 0,0 1-1 0 0,0-1 1 0 0,1-5 0 0 0,-4 8 36 0 0,1 1 1 0 0,-1-1 0 0 0,1 1 0 0 0,-1-1 0 0 0,1 1 0 0 0,-1-1-1 0 0,0 1 1 0 0,1 0 0 0 0,-1-1 0 0 0,0 1 0 0 0,0 0 0 0 0,1-1 0 0 0,-1 1-1 0 0,0 0 1 0 0,0 0 0 0 0,1 0 0 0 0,-1 0 0 0 0,0 0 0 0 0,0 0 0 0 0,1 0-1 0 0,-1 0 1 0 0,0 0 0 0 0,0 0 0 0 0,1 0 0 0 0,-1 0 0 0 0,0 0 0 0 0,0 1-1 0 0,1-1 1 0 0,-1 0 0 0 0,-1 1 0 0 0,-28 7-602 0 0,30-8 650 0 0,-54 18-626 0 0,-89 46 0 0 0,-47 40 285 0 0,136-74 307 0 0,32-18-4 0 0,-473 275 1371 0 0,27 41 2052 0 0,433-301-3028 0 0,1 3-1 0 0,-53 59 0 0 0,86-88-346 0 0,0 0 0 0 0,1-1 0 0 0,-1 1 1 0 0,0 0-1 0 0,1 0 0 0 0,-1 0 0 0 0,1 0 0 0 0,-1-1 0 0 0,1 1 1 0 0,-1 0-1 0 0,1 0 0 0 0,0 0 0 0 0,-1 0 0 0 0,1 0 0 0 0,0 0 1 0 0,0 0-1 0 0,-1 0 0 0 0,1 0 0 0 0,0 0 0 0 0,0 0 1 0 0,0 0-1 0 0,1 2 0 0 0,-1-3-2 0 0,1 1-1 0 0,-1 0 1 0 0,1-1 0 0 0,0 1-1 0 0,-1-1 1 0 0,1 1-1 0 0,0-1 1 0 0,-1 1 0 0 0,1-1-1 0 0,0 1 1 0 0,-1-1 0 0 0,1 0-1 0 0,0 0 1 0 0,0 1 0 0 0,0-1-1 0 0,-1 0 1 0 0,1 0 0 0 0,0 0-1 0 0,0 0 1 0 0,1 0 0 0 0,6 0-27 0 0,1 0 1 0 0,-1 0 0 0 0,0-2 0 0 0,8-1 0 0 0,53-16-105 0 0,-1-4 1 0 0,124-59 0 0 0,-116 47 82 0 0,599-276 958 0 0,-486 218-853 0 0,-58 26 22 0 0,204-73 0 0 0,-327 138-132 0 0,0-1 0 0 0,0 1 0 0 0,0 1 0 0 0,11-2 0 0 0,-18 3 41 0 0,0 0-1 0 0,0 0 0 0 0,0 0 1 0 0,-1 0-1 0 0,1 0 1 0 0,0 1-1 0 0,0-1 0 0 0,0 0 1 0 0,0 0-1 0 0,0 0 0 0 0,-1 1 1 0 0,1-1-1 0 0,0 0 0 0 0,0 1 1 0 0,-1-1-1 0 0,1 1 1 0 0,0-1-1 0 0,-1 1 0 0 0,1-1 1 0 0,1 2-1 0 0,-2-1 3 0 0,1 0 0 0 0,-1 0 0 0 0,0 1 0 0 0,0-1 0 0 0,0 0 0 0 0,0 0-1 0 0,0 0 1 0 0,0 0 0 0 0,0 0 0 0 0,0 1 0 0 0,0-1 0 0 0,0 0 0 0 0,-1 0 0 0 0,1 0 0 0 0,-1 0 0 0 0,1 0 0 0 0,0 0 0 0 0,-1 0 0 0 0,0 0-1 0 0,1 0 1 0 0,-2 1 0 0 0,-5 11-99 0 0,-2 0 0 0 0,0-1 0 0 0,0 0-1 0 0,-1-1 1 0 0,-14 13 0 0 0,-62 48-286 0 0,42-37 252 0 0,-100 92 714 0 0,6 5-1 0 0,-122 153 1 0 0,171-186-79 0 0,39-45 233 0 0,-57 79 0 0 0,103-128-690 0 0,0 1 0 0 0,0 1 0 0 0,1-1-1 0 0,0 0 1 0 0,0 1 0 0 0,1 0-1 0 0,0-1 1 0 0,0 1 0 0 0,-2 12-1 0 0,4-17-40 0 0,0 1 0 0 0,0-1 0 0 0,0 1 0 0 0,0-1-1 0 0,1 1 1 0 0,-1 0 0 0 0,1-1 0 0 0,0 1 0 0 0,-1-1 0 0 0,1 0-1 0 0,0 1 1 0 0,0-1 0 0 0,1 1 0 0 0,-1-1 0 0 0,0 0-1 0 0,1 0 1 0 0,-1 0 0 0 0,1 0 0 0 0,0 0 0 0 0,0 0 0 0 0,0 0-1 0 0,0-1 1 0 0,0 1 0 0 0,0-1 0 0 0,0 1 0 0 0,0-1-1 0 0,0 0 1 0 0,1 0 0 0 0,2 1 0 0 0,6 2-76 0 0,-1-1 1 0 0,1-1-1 0 0,0 0 1 0 0,0 0 0 0 0,0-1-1 0 0,0 0 1 0 0,0-1-1 0 0,0 0 1 0 0,0-1-1 0 0,16-3 1 0 0,12-4-500 0 0,56-19 1 0 0,71-34-334 0 0,303-159 0 0 0,-34-47 316 0 0,-23-34 1016 0 0,-158 111 739 0 0,-154 120-920 0 0,-768 552-1347 0 0,-44 110 1476 0 0,583-465-149 0 0,107-103-154 0 0,2 1 1 0 0,0 0 0 0 0,-24 44 0 0 0,43-66-59 0 0,-1-1 0 0 0,1 1 1 0 0,-1 0-1 0 0,1 0 0 0 0,0 0 0 0 0,0-1 0 0 0,0 1 0 0 0,1 0 0 0 0,-1 0 1 0 0,1 0-1 0 0,-1 0 0 0 0,1 0 0 0 0,0 0 0 0 0,1 5 0 0 0,-1-6-7 0 0,1-1 0 0 0,0 0 0 0 0,0 0 0 0 0,0 0 0 0 0,-1 0 0 0 0,1 0 0 0 0,0 0 0 0 0,0 0 0 0 0,0 0 0 0 0,1 0 0 0 0,-1 0 0 0 0,0 0 0 0 0,0 0 1 0 0,0-1-1 0 0,1 1 0 0 0,-1-1 0 0 0,0 1 0 0 0,1-1 0 0 0,-1 1 0 0 0,0-1 0 0 0,1 0 0 0 0,-1 1 0 0 0,0-1 0 0 0,1 0 0 0 0,-1 0 0 0 0,1 0 0 0 0,-1 0 0 0 0,1 0 0 0 0,-1-1 0 0 0,0 1 0 0 0,3-1 0 0 0,14-2 11 0 0,-1 0 1 0 0,1-1-1 0 0,-1-1 1 0 0,0 0-1 0 0,16-8 1 0 0,82-45 37 0 0,-73 35-32 0 0,297-164 267 0 0,-18 8-405 0 0,-170 97 1 0 0,245-179-1 0 0,-256 155 271 0 0,448-367 1824 0 0,-574 461-2129 0 0,27-27-504 0 0,-38 37 501 0 0,-1-1-1 0 0,1 0 1 0 0,-1-1-1 0 0,0 1 1 0 0,1 0 0 0 0,-1-1-1 0 0,-1 1 1 0 0,1-1 0 0 0,-1 0-1 0 0,2-5 1 0 0,-3 9 125 0 0,0-1-1 0 0,1 1 1 0 0,-1 0 0 0 0,0-1 0 0 0,0 1-1 0 0,0 0 1 0 0,0-1 0 0 0,0 1 0 0 0,-1 0-1 0 0,1-1 1 0 0,0 1 0 0 0,0 0 0 0 0,0-1-1 0 0,0 1 1 0 0,0 0 0 0 0,0 0 0 0 0,0-1-1 0 0,-1 1 1 0 0,1 0 0 0 0,0-1 0 0 0,0 1-1 0 0,0 0 1 0 0,-1 0 0 0 0,1-1 0 0 0,0 1-1 0 0,0 0 1 0 0,-1 0 0 0 0,1 0 0 0 0,0-1-1 0 0,-1 1 1 0 0,1 0 0 0 0,0 0 0 0 0,0 0-1 0 0,-1 0 1 0 0,0 0 0 0 0,-16-1-685 0 0,-17 10-12 0 0,-22 14 750 0 0,1 2 0 0 0,2 3 1 0 0,-75 51-1 0 0,52-31 111 0 0,31-21-65 0 0,-525 351 1234 0 0,453-286-960 0 0,-2 3 641 0 0,-152 91 1 0 0,244-175-929 0 0,18-13-203 0 0,12-12-393 0 0,10-6 110 0 0,0 1 0 0 0,2 1 1 0 0,0 0-1 0 0,29-27 1 0 0,-7 8-25 0 0,192-197-1669 0 0,310-350-787 0 0,-458 481 2399 0 0,-21 24 213 0 0,3 3-1 0 0,121-112 1 0 0,-165 176 2195 0 0,-51 45-837 0 0,-411 422 1580 0 0,93-35-1147 0 0,266-308-870 0 0,-131 233-1 0 0,214-344-620 0 0,-9 19-63 0 0,0 0 0 0 0,1 0 0 0 0,1 1-1 0 0,-8 30 1 0 0,14-46 40 0 0,2 1 1 0 0,-1-1-1 0 0,1 0 0 0 0,-1 1 0 0 0,1-1 1 0 0,1 0-1 0 0,-1 0 0 0 0,1 1 1 0 0,0-1-1 0 0,2 8 0 0 0,-1-10 12 0 0,-1 0 0 0 0,1 1 0 0 0,0-1 0 0 0,0 0 0 0 0,0 0-1 0 0,0 0 1 0 0,1 0 0 0 0,-1 0 0 0 0,1-1 0 0 0,0 1 0 0 0,0-1 0 0 0,0 0 0 0 0,0 1 0 0 0,0-2 0 0 0,0 1-1 0 0,6 2 1 0 0,4 1-45 0 0,0-1-1 0 0,0 0 1 0 0,1-1 0 0 0,-1-1-1 0 0,1 0 1 0 0,0-1-1 0 0,0 0 1 0 0,-1-1-1 0 0,1-1 1 0 0,0 0-1 0 0,20-4 1 0 0,13-5 289 0 0,87-32-1 0 0,11-15 32 0 0,-2-6-1 0 0,-3-6 0 0 0,-4-6 0 0 0,166-121 1 0 0,-209 130-293 0 0,175-122 130 0 0,-177 130 48 0 0,100-46 0 0 0,-178 97-126 0 0,-6 3 0 0 0,0 0 1 0 0,0 1-1 0 0,0-1 1 0 0,1 1-1 0 0,-1 1 1 0 0,1 0-1 0 0,0 0 1 0 0,-1 0-1 0 0,1 1 0 0 0,0 0 1 0 0,15 0-1 0 0,-23 1-14 0 0,1 1 0 0 0,0-1 0 0 0,0 0-1 0 0,-1 0 1 0 0,1 1 0 0 0,0-1 0 0 0,0 0 0 0 0,-1 1-1 0 0,1-1 1 0 0,0 1 0 0 0,-1-1 0 0 0,1 1-1 0 0,-1-1 1 0 0,1 1 0 0 0,0 0 0 0 0,-1-1-1 0 0,0 1 1 0 0,1 0 0 0 0,-1-1 0 0 0,1 1 0 0 0,-1 0-1 0 0,0 0 1 0 0,1-1 0 0 0,-1 1 0 0 0,0 0-1 0 0,0 0 1 0 0,0 0 0 0 0,1-1 0 0 0,-1 1-1 0 0,0 0 1 0 0,0 0 0 0 0,0 0 0 0 0,0-1 0 0 0,0 1-1 0 0,-1 0 1 0 0,1 0 0 0 0,0 0 0 0 0,0-1-1 0 0,-1 1 1 0 0,1 0 0 0 0,0 0 0 0 0,-1-1-1 0 0,0 2 1 0 0,-20 37 244 0 0,19-35-234 0 0,-205 273 615 0 0,85-119-131 0 0,87-115-445 0 0,24-31-42 0 0,1 0-1 0 0,0 0 0 0 0,1 2 1 0 0,0-1-1 0 0,1 1 0 0 0,-8 20 1 0 0,15-33-18 0 0,1-1 1 0 0,0 1-1 0 0,0-1 1 0 0,-1 1-1 0 0,1 0 1 0 0,0-1-1 0 0,0 1 0 0 0,0-1 1 0 0,0 1-1 0 0,0 0 1 0 0,0-1-1 0 0,0 1 1 0 0,0 0-1 0 0,0-1 1 0 0,0 1-1 0 0,0 0 1 0 0,1-1-1 0 0,-1 1 0 0 0,0-1 1 0 0,0 1-1 0 0,1 0 1 0 0,-1-1-1 0 0,0 1 1 0 0,0-1-1 0 0,1 1 1 0 0,-1-1-1 0 0,1 1 1 0 0,-1-1-1 0 0,1 1 0 0 0,21 4-117 0 0,24-12-221 0 0,10-11-215 0 0,0-3-1 0 0,-1-2 0 0 0,85-50 0 0 0,11-4-333 0 0,-125 64 861 0 0,49-20-176 0 0,-69 31 252 0 0,-1 0 0 0 0,1 0-1 0 0,0 1 1 0 0,0 0-1 0 0,0 0 1 0 0,0 0-1 0 0,0 1 1 0 0,0 0 0 0 0,0 0-1 0 0,9 2 1 0 0,-15-2-27 0 0,1 0 1 0 0,-1 0 0 0 0,1 0-1 0 0,-1 0 1 0 0,1 0-1 0 0,-1 0 1 0 0,0 1 0 0 0,1-1-1 0 0,-1 0 1 0 0,1 0 0 0 0,-1 1-1 0 0,1-1 1 0 0,-1 0-1 0 0,0 1 1 0 0,1-1 0 0 0,-1 0-1 0 0,1 1 1 0 0,-1-1 0 0 0,0 0-1 0 0,0 1 1 0 0,1-1-1 0 0,-1 1 1 0 0,0-1 0 0 0,0 1-1 0 0,1-1 1 0 0,-1 1-1 0 0,0-1 1 0 0,0 1 0 0 0,0-1-1 0 0,0 1 1 0 0,0 0 0 0 0,-6 18 302 0 0,-25 19-92 0 0,27-32-136 0 0,-43 42 454 0 0,-1-1 0 0 0,-3-3-1 0 0,-61 42 1 0 0,45-36 270 0 0,-75 73-1 0 0,134-116-739 0 0,-24 28 464 0 0,31-34-532 0 0,0 0 0 0 0,0 0 0 0 0,0 1 0 0 0,0-1 0 0 0,0 0 0 0 0,0 1 0 0 0,1-1 0 0 0,-1 0 0 0 0,0 1 0 0 0,1-1 0 0 0,-1 1 0 0 0,1-1 0 0 0,0 1 0 0 0,-1 0 0 0 0,1-1 0 0 0,0 1 0 0 0,0-1 0 0 0,0 1 0 0 0,0-1 0 0 0,0 1 0 0 0,0 0 0 0 0,1-1 0 0 0,0 3 0 0 0,0-3-19 0 0,0 0 0 0 0,0 0 0 0 0,0 0 0 0 0,0 0 1 0 0,0 0-1 0 0,0 0 0 0 0,1 0 0 0 0,-1-1 0 0 0,0 1 0 0 0,1 0 0 0 0,-1-1 0 0 0,0 1 0 0 0,1-1 0 0 0,-1 1 0 0 0,1-1 0 0 0,-1 0 0 0 0,1 0 0 0 0,-1 0 0 0 0,1 0 0 0 0,1 0 0 0 0,33-2-433 0 0,-35 2 416 0 0,62-11-782 0 0,106-32 0 0 0,-65 14 344 0 0,-36 11 200 0 0,106-23-56 0 0,-171 40 342 0 0,0 1 1 0 0,0-1-1 0 0,0 1 1 0 0,0 0 0 0 0,0 0-1 0 0,0 0 1 0 0,0 0-1 0 0,0 0 1 0 0,0 1 0 0 0,-1-1-1 0 0,1 1 1 0 0,6 2-1 0 0,-9-3-10 0 0,0 0-1 0 0,1 1 0 0 0,-1-1 0 0 0,0 0 1 0 0,1 1-1 0 0,-1-1 0 0 0,0 1 0 0 0,1-1 1 0 0,-1 1-1 0 0,0-1 0 0 0,1 0 0 0 0,-1 1 1 0 0,0-1-1 0 0,0 1 0 0 0,0-1 0 0 0,0 1 1 0 0,1-1-1 0 0,-1 1 0 0 0,0-1 1 0 0,0 1-1 0 0,0-1 0 0 0,0 1 0 0 0,0-1 1 0 0,0 1-1 0 0,0-1 0 0 0,-1 2 0 0 0,-11 20 142 0 0,-42 37 80 0 0,-93 81 0 0 0,57-59 535 0 0,88-79-701 0 0,0 0 0 0 0,0 0 0 0 0,0 0-1 0 0,0 0 1 0 0,0 0 0 0 0,1 0 0 0 0,-1 1 0 0 0,1-1 0 0 0,0 1-1 0 0,-1-1 1 0 0,1 1 0 0 0,0-1 0 0 0,1 1 0 0 0,-2 4 0 0 0,2-7-40 0 0,0 1 1 0 0,0 0 0 0 0,0 0-1 0 0,0-1 1 0 0,0 1 0 0 0,0 0-1 0 0,1 0 1 0 0,-1-1 0 0 0,0 1-1 0 0,1 0 1 0 0,-1 0 0 0 0,0-1-1 0 0,1 1 1 0 0,-1 0 0 0 0,1-1 0 0 0,-1 1-1 0 0,1-1 1 0 0,-1 1 0 0 0,1-1-1 0 0,0 2 1 0 0,1-1-14 0 0,0 0 0 0 0,0 0 0 0 0,-1 0 0 0 0,1-1 0 0 0,0 1 0 0 0,0 0-1 0 0,0-1 1 0 0,1 1 0 0 0,-1-1 0 0 0,3 1 0 0 0,16-1-215 0 0,1-1 0 0 0,-1 0 1 0 0,0-2-1 0 0,0-1 0 0 0,0 0 0 0 0,22-8 0 0 0,-12 4-248 0 0,44-16-2251 0 0,-64 22 1883 0 0</inkml:trace>
</inkml:ink>
</file>

<file path=ppt/ink/ink3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11.937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726 594 3225 0 0,'3'-7'44'0'0,"0"0"0"0"0,0 1 0 0 0,1-1 0 0 0,0 1 0 0 0,0-1 0 0 0,0 1 0 0 0,1 1 0 0 0,6-8 0 0 0,-4 5 0 0 0,6-8 235 0 0,-1-1 0 0 0,14-24 0 0 0,-23 35-150 0 0,0 0 0 0 0,0 1 0 0 0,-1-2 0 0 0,1 1 0 0 0,-1 0 0 0 0,-1 0 0 0 0,1-1 0 0 0,-1 1-1 0 0,0-1 1 0 0,-1 1 0 0 0,0-12 0 0 0,0 18-106 0 0,0-1-1 0 0,0 1 0 0 0,0-1 1 0 0,0 1-1 0 0,0-1 1 0 0,0 1-1 0 0,0-1 0 0 0,0 1 1 0 0,0-1-1 0 0,0 1 1 0 0,0 0-1 0 0,-1-1 0 0 0,1 1 1 0 0,0-1-1 0 0,0 1 1 0 0,-1-1-1 0 0,1 1 0 0 0,0 0 1 0 0,-1-1-1 0 0,1 1 1 0 0,0 0-1 0 0,-1-1 0 0 0,1 1 1 0 0,0 0-1 0 0,-1-1 1 0 0,1 1-1 0 0,-1 0 0 0 0,1 0 1 0 0,-1 0-1 0 0,1-1 0 0 0,-1 1 1 0 0,1 0-1 0 0,-1 0 1 0 0,-17 7 418 0 0,-13 22-35 0 0,11-5-310 0 0,1 1 0 0 0,1 1 0 0 0,1 1 1 0 0,-18 39-1 0 0,-44 120 88 0 0,77-181-172 0 0,-1 2 3 0 0,-34 97 362 0 0,34-92-355 0 0,0 0-1 0 0,0 0 1 0 0,2 0-1 0 0,-1 1 1 0 0,2-1-1 0 0,0 21 1 0 0,0-32-5 0 0,0 0 0 0 0,0 0 1 0 0,0 0-1 0 0,0 0 0 0 0,0 0 0 0 0,0 0 1 0 0,0 0-1 0 0,0 0 0 0 0,1 0 0 0 0,-1 0 1 0 0,0 0-1 0 0,1 0 0 0 0,-1 0 0 0 0,1 0 1 0 0,-1 0-1 0 0,1 0 0 0 0,-1 0 0 0 0,1 0 1 0 0,-1 0-1 0 0,1 0 0 0 0,0-1 1 0 0,0 1-1 0 0,-1 0 0 0 0,1 0 0 0 0,0-1 1 0 0,0 1-1 0 0,0-1 0 0 0,0 1 0 0 0,0-1 1 0 0,0 1-1 0 0,0-1 0 0 0,0 1 0 0 0,0-1 1 0 0,0 0-1 0 0,0 0 0 0 0,0 0 0 0 0,0 1 1 0 0,0-1-1 0 0,0 0 0 0 0,0 0 0 0 0,0 0 1 0 0,0 0-1 0 0,0-1 0 0 0,1 1 0 0 0,-1 0 1 0 0,0 0-1 0 0,0-1 0 0 0,0 1 0 0 0,0-1 1 0 0,0 1-1 0 0,-1 0 0 0 0,1-1 0 0 0,0 0 1 0 0,0 1-1 0 0,1-2 0 0 0,5-2 212 0 0,0-1-1 0 0,-1 0 1 0 0,1 0 0 0 0,-1-1-1 0 0,10-11 1 0 0,17-25 437 0 0,-1-1 1 0 0,-2-2 0 0 0,24-49-1 0 0,-38 61-628 0 0,-1 0 0 0 0,-2 0 0 0 0,-1-2 0 0 0,-1 1 0 0 0,8-54 0 0 0,-17 71-187 0 0,-1-1 0 0 0,0 1 0 0 0,-1 0-1 0 0,-5-33 1 0 0,5 44 100 0 0,-1 0 0 0 0,-1 0 0 0 0,1 0 0 0 0,-1 0 0 0 0,0 0 0 0 0,0 0 0 0 0,-1 1 0 0 0,0-1 0 0 0,0 1 0 0 0,0 0 0 0 0,0-1 0 0 0,-1 1 0 0 0,0 1 0 0 0,0-1 0 0 0,0 1 0 0 0,-10-8 0 0 0,11 10 51 0 0,-1 1 0 0 0,1-1 1 0 0,-1 1-1 0 0,0 0 0 0 0,1 0 1 0 0,-1 0-1 0 0,0 0 0 0 0,0 1 1 0 0,0 0-1 0 0,1-1 0 0 0,-1 2 1 0 0,0-1-1 0 0,0 0 0 0 0,0 1 1 0 0,1-1-1 0 0,-1 1 0 0 0,0 0 1 0 0,1 0-1 0 0,-1 1 0 0 0,0-1 1 0 0,-5 4-1 0 0,-2 1 0 0 0,0 1 0 0 0,0 0 0 0 0,1 0 0 0 0,0 1 1 0 0,-13 13-1 0 0,-5 9-130 0 0,1 2 0 0 0,2 0 0 0 0,1 2 0 0 0,2 1-1 0 0,-20 42 1 0 0,10-11 127 0 0,4 2 0 0 0,-21 73 0 0 0,46-132 25 0 0,-9 35 30 0 0,12-41-32 0 0,-1-1 0 0 0,1 0 1 0 0,0 0-1 0 0,-1 1 1 0 0,1-1-1 0 0,0 0 0 0 0,0 0 1 0 0,1 1-1 0 0,-1-1 0 0 0,0 0 1 0 0,1 0-1 0 0,-1 1 1 0 0,1-1-1 0 0,0 0 0 0 0,2 4 1 0 0,-3-6 2 0 0,1 1 1 0 0,-1-1 0 0 0,1 0 0 0 0,-1 1 0 0 0,1-1 0 0 0,0 0-1 0 0,-1 1 1 0 0,1-1 0 0 0,0 0 0 0 0,-1 0 0 0 0,1 0 0 0 0,0 0 0 0 0,-1 0-1 0 0,1 0 1 0 0,0 0 0 0 0,-1 0 0 0 0,1 0 0 0 0,0 0 0 0 0,-1 0-1 0 0,1 0 1 0 0,0 0 0 0 0,-1 0 0 0 0,1 0 0 0 0,0-1 0 0 0,-1 1-1 0 0,1 0 1 0 0,-1-1 0 0 0,1 1 0 0 0,0 0 0 0 0,-1-1 0 0 0,1 0-1 0 0,21-16 537 0 0,-20 15-507 0 0,38-36 81 0 0,-2-2 1 0 0,-1-2 0 0 0,37-55-1 0 0,82-148 243 0 0,-147 230-382 0 0,11-17-55 0 0,-1-1 0 0 0,28-70 0 0 0,-46 101 56 0 0,0-1 1 0 0,0 0 0 0 0,0 1-1 0 0,-1-1 1 0 0,1 0 0 0 0,-1 0 0 0 0,0 0-1 0 0,0 1 1 0 0,0-1 0 0 0,0 0-1 0 0,0 0 1 0 0,-1 0 0 0 0,1 1-1 0 0,-2-4 1 0 0,2 5-4 0 0,-1-1 0 0 0,0 1 0 0 0,0 0 0 0 0,0 0 0 0 0,0 0-1 0 0,0 0 1 0 0,0 0 0 0 0,0 1 0 0 0,0-1 0 0 0,0 0 0 0 0,0 0 0 0 0,-1 1 0 0 0,1-1 0 0 0,0 1 0 0 0,-1-1 0 0 0,1 1 0 0 0,0-1-1 0 0,-1 1 1 0 0,1 0 0 0 0,0 0 0 0 0,-1-1 0 0 0,1 1 0 0 0,-1 0 0 0 0,1 0 0 0 0,0 1 0 0 0,-1-1 0 0 0,1 0 0 0 0,0 0 0 0 0,-1 1-1 0 0,-1 0 1 0 0,-17 3-97 0 0,0 2-1 0 0,0 0 0 0 0,0 2 0 0 0,1 0 0 0 0,0 1 1 0 0,1 1-1 0 0,-18 12 0 0 0,-116 93-696 0 0,-73 92-122 0 0,-25 22-80 0 0,238-218 684 0 0,18-11-174 0 0,24-15-116 0 0,2-5 192 0 0,0-1 0 0 0,-2-2 0 0 0,45-41-1 0 0,76-94-111 0 0,-39 38 668 0 0,-20 32 1251 0 0,198-145-1 0 0,-268 216-987 0 0,-17 12-321 0 0,1 0 0 0 0,0 1 0 0 0,0 0 0 0 0,0 0 0 0 0,1 0-1 0 0,9-3 1 0 0,-16 7-79 0 0,0 0 0 0 0,0-1-1 0 0,0 1 1 0 0,0 0 0 0 0,1 0-1 0 0,-1 0 1 0 0,0 0 0 0 0,0 0-1 0 0,0 0 1 0 0,0 0 0 0 0,0 0-1 0 0,1 0 1 0 0,-1 0 0 0 0,0 0-1 0 0,0 0 1 0 0,0 0 0 0 0,0 0-1 0 0,1 0 1 0 0,-1 0 0 0 0,0 0-1 0 0,0 0 1 0 0,0 0 0 0 0,0 0-1 0 0,0 0 1 0 0,1 0 0 0 0,-1 1-1 0 0,0-1 1 0 0,0 0 0 0 0,0 0 0 0 0,0 0-1 0 0,0 0 1 0 0,0 0 0 0 0,1 0-1 0 0,-1 0 1 0 0,0 0 0 0 0,0 1-1 0 0,0-1 1 0 0,0 0 0 0 0,0 0-1 0 0,0 0 1 0 0,0 0 0 0 0,0 0-1 0 0,0 1 1 0 0,0-1 0 0 0,0 0-1 0 0,0 0 1 0 0,0 0 0 0 0,0 0-1 0 0,0 0 1 0 0,0 1 0 0 0,0-1-1 0 0,0 0 1 0 0,0 0 0 0 0,0 0-1 0 0,0 0 1 0 0,0 1 0 0 0,0-1-1 0 0,0 0 1 0 0,-6 16 22 0 0,-13 14-533 0 0,-150 172-2654 0 0,31-41 2508 0 0,109-123 1157 0 0,1 2-1 0 0,-30 57 1 0 0,55-91-335 0 0,0-2-21 0 0,1 0-1 0 0,-1 1 1 0 0,1-1-1 0 0,0 1 0 0 0,1-1 1 0 0,-1 1-1 0 0,1-1 1 0 0,0 1-1 0 0,0 0 1 0 0,0 8-1 0 0,1-13-132 0 0,0 0-1 0 0,0 0 1 0 0,0 1-1 0 0,0-1 1 0 0,0 0-1 0 0,0 0 1 0 0,0 0-1 0 0,0 0 1 0 0,0 1 0 0 0,0-1-1 0 0,1 0 1 0 0,-1 0-1 0 0,0 0 1 0 0,0 0-1 0 0,0 1 1 0 0,0-1-1 0 0,0 0 1 0 0,0 0-1 0 0,0 0 1 0 0,1 0-1 0 0,-1 0 1 0 0,0 0-1 0 0,0 0 1 0 0,0 1 0 0 0,0-1-1 0 0,1 0 1 0 0,-1 0-1 0 0,0 0 1 0 0,0 0-1 0 0,0 0 1 0 0,0 0-1 0 0,1 0 1 0 0,-1 0-1 0 0,0 0 1 0 0,0 0-1 0 0,0 0 1 0 0,1 0-1 0 0,-1 0 1 0 0,0 0 0 0 0,0 0-1 0 0,0 0 1 0 0,0 0-1 0 0,1 0 1 0 0,-1 0-1 0 0,0 0 1 0 0,0-1-1 0 0,13-6 204 0 0,8-14-276 0 0,78-102-456 0 0,60-67 89 0 0,-40 53 163 0 0,-100 111 216 0 0,-1 0-1 0 0,-1-1 1 0 0,23-47-1 0 0,-29 33 1125 0 0,-11 41-1044 0 0,0-1-1 0 0,0 1 0 0 0,0-1 0 0 0,0 1 1 0 0,0-1-1 0 0,0 0 0 0 0,0 1 1 0 0,0-1-1 0 0,0 1 0 0 0,0-1 0 0 0,0 1 1 0 0,0-1-1 0 0,-1 0 0 0 0,1 1 0 0 0,0-1 1 0 0,0 1-1 0 0,0-1 0 0 0,-1 1 1 0 0,1-1-1 0 0,0 1 0 0 0,-1-1 0 0 0,1 1 1 0 0,-1-1-1 0 0,0 1-10 0 0,0 0 0 0 0,0 0 0 0 0,0 0 0 0 0,0 0 0 0 0,0 0 0 0 0,0 0 0 0 0,0 0 0 0 0,0 0 0 0 0,0 1 0 0 0,0-1 0 0 0,0 0 0 0 0,1 1 0 0 0,-1-1 0 0 0,0 1 0 0 0,0-1 0 0 0,0 1 0 0 0,1-1 0 0 0,-1 1 1 0 0,0-1-1 0 0,-1 2 0 0 0,-30 25 368 0 0,0 2 1 0 0,2 1-1 0 0,-29 39 1 0 0,7-9-317 0 0,-14 14-188 0 0,-72 106 1 0 0,111-139 73 0 0,1 2 1 0 0,2 1 0 0 0,1 2-1 0 0,-23 69 1 0 0,45-114 29 0 0,1 1 0 0 0,-1-1 1 0 0,0 1-1 0 0,1-1 0 0 0,-1 1 1 0 0,1-1-1 0 0,0 1 0 0 0,-1-1 0 0 0,1 1 1 0 0,0-1-1 0 0,0 1 0 0 0,0-1 0 0 0,0 1 1 0 0,0 0-1 0 0,1-1 0 0 0,-1 1 1 0 0,0-1-1 0 0,1 1 0 0 0,-1-1 0 0 0,1 1 1 0 0,-1-1-1 0 0,1 0 0 0 0,0 1 1 0 0,0 1-1 0 0,1-3-5 0 0,0 1 0 0 0,-1-1 0 0 0,1 0-1 0 0,0 1 1 0 0,-1-1 0 0 0,1 0 0 0 0,0 0 0 0 0,0 0 0 0 0,-1 0 0 0 0,1 0 0 0 0,0-1 0 0 0,-1 1 0 0 0,1-1-1 0 0,0 1 1 0 0,-1-1 0 0 0,1 1 0 0 0,0-1 0 0 0,-1 0 0 0 0,1 0 0 0 0,-1 0 0 0 0,3-1 0 0 0,16-12-208 0 0,0-1 0 0 0,-1 0 0 0 0,-1-1 1 0 0,-1-1-1 0 0,25-30 0 0 0,-7 9 95 0 0,43-47-28 0 0,155-153-278 0 0,-224 230 411 0 0,-3 2 9 0 0,0 1-1 0 0,0 0 0 0 0,0 0 1 0 0,0 0-1 0 0,1 1 1 0 0,-1 0-1 0 0,11-4 0 0 0,-17 8 19 0 0,0 0 0 0 0,0 0-1 0 0,1 0 1 0 0,-1-1-1 0 0,0 1 1 0 0,0 0 0 0 0,1 0-1 0 0,-1 0 1 0 0,0 0 0 0 0,1 0-1 0 0,-1 0 1 0 0,0 0-1 0 0,0 0 1 0 0,1 0 0 0 0,-1 0-1 0 0,0 0 1 0 0,1 0 0 0 0,-1 0-1 0 0,0 0 1 0 0,0 0-1 0 0,1 1 1 0 0,-1-1 0 0 0,0 0-1 0 0,0 0 1 0 0,1 0 0 0 0,-1 0-1 0 0,0 0 1 0 0,0 1-1 0 0,1-1 1 0 0,-1 0 0 0 0,0 0-1 0 0,0 0 1 0 0,0 1 0 0 0,1-1-1 0 0,-1 0 1 0 0,0 0-1 0 0,0 1 1 0 0,0-1 0 0 0,-1 15-112 0 0,-12 18-399 0 0,12-31 454 0 0,-37 77-533 0 0,-87 131 0 0 0,-68 58 1512 0 0,93-134 322 0 0,90-120-1058 0 0,5-8-20 0 0,0 1 0 0 0,0 0 0 0 0,0 0-1 0 0,1 0 1 0 0,-6 15 0 0 0,20-27-47 0 0,5-9-225 0 0,307-314-5355 0 0,-272 272 5051 0 0,-36 38 342 0 0,1 1 1 0 0,1 0 0 0 0,1 1 0 0 0,0 1-1 0 0,28-20 1 0 0,-44 35 79 0 0,-1 0 0 0 0,0 0 1 0 0,1-1-1 0 0,-1 1 0 0 0,0 0 0 0 0,1-1 0 0 0,-1 1 0 0 0,1 0 1 0 0,-1 0-1 0 0,0 0 0 0 0,1 0 0 0 0,-1-1 0 0 0,1 1 1 0 0,-1 0-1 0 0,1 0 0 0 0,-1 0 0 0 0,0 0 0 0 0,1 0 0 0 0,-1 0 1 0 0,1 0-1 0 0,-1 0 0 0 0,1 0 0 0 0,-1 0 0 0 0,1 0 1 0 0,-1 0-1 0 0,0 1 0 0 0,1-1 0 0 0,-1 0 0 0 0,1 0 0 0 0,-1 0 1 0 0,0 0-1 0 0,1 1 0 0 0,0-1 0 0 0,0 17 459 0 0,-12 20 227 0 0,-6 6-271 0 0,-3-2 0 0 0,-1-1 0 0 0,-36 52 0 0 0,-92 104 627 0 0,123-162-797 0 0,6-11-14 0 0,2 1 0 0 0,0 1 0 0 0,2 0 0 0 0,0 1 0 0 0,2 1 0 0 0,-13 35 0 0 0,26-59-301 0 0,0 0 1 0 0,1 0-1 0 0,-1 0 1 0 0,1 0-1 0 0,0 0 1 0 0,0 0-1 0 0,0 0 1 0 0,1 0-1 0 0,-1 0 1 0 0,1 0-1 0 0,-1 0 0 0 0,1 0 1 0 0,0 0-1 0 0,0 0 1 0 0,0-1-1 0 0,0 1 1 0 0,1 0-1 0 0,-1-1 1 0 0,1 1-1 0 0,0-1 1 0 0,3 5-1 0 0,-2-4 49 0 0,-1 0 0 0 0,0 1 0 0 0,1 0 0 0 0,-1-1 0 0 0,-1 1 0 0 0,1 0 0 0 0,0 0 0 0 0,-1 0 0 0 0,0 0 0 0 0,1 7 0 0 0,-1 14 120 0 0,-1-1 0 0 0,-1 1 0 0 0,-2-1 1 0 0,0 0-1 0 0,-2 0 0 0 0,-13 44 0 0 0,-66 136 1059 0 0,37-96-924 0 0,35-80-243 0 0,-2 4 30 0 0,-9 34 0 0 0,20-58-34 0 0,1 0-1 0 0,0 1 0 0 0,1-1 1 0 0,0 1-1 0 0,0-1 1 0 0,1 1-1 0 0,0-1 1 0 0,0 1-1 0 0,3 13 1 0 0,-3-21-6 0 0,0-1 1 0 0,0 0 0 0 0,0 1 0 0 0,0-1-1 0 0,0 0 1 0 0,0 1 0 0 0,1-1 0 0 0,-1 0-1 0 0,0 1 1 0 0,0-1 0 0 0,0 0 0 0 0,0 1-1 0 0,1-1 1 0 0,-1 0 0 0 0,0 1 0 0 0,0-1-1 0 0,1 0 1 0 0,-1 0 0 0 0,0 1 0 0 0,0-1-1 0 0,1 0 1 0 0,-1 0 0 0 0,0 0 0 0 0,1 1-1 0 0,-1-1 1 0 0,0 0 0 0 0,1 0 0 0 0,-1 0-1 0 0,0 0 1 0 0,1 0 0 0 0,-1 0 0 0 0,1 0-1 0 0,-1 0 1 0 0,0 0 0 0 0,1 0 0 0 0,-1 0-1 0 0,0 0 1 0 0,1 0 0 0 0,15-9-315 0 0,10-21-288 0 0,-7 2 616 0 0,-2 0-1 0 0,-2-2 0 0 0,15-35 0 0 0,28-99 1201 0 0,-45 123-742 0 0,-36 63 24 0 0,-29 55-717 0 0,-50 98 0 0 0,-5 8-70 0 0,-81 81 1816 0 0,186-261-1276 0 0,6-5-98 0 0,14-12-87 0 0,25-23-512 0 0,48-53-767 0 0,52-46-80 0 0,-122 118 1133 0 0,0 2 0 0 0,2 0-1 0 0,0 2 1 0 0,1 0 0 0 0,28-11 0 0 0,-47 23 133 0 0,-1 0 1 0 0,1 0-1 0 0,0 0 1 0 0,-1 1 0 0 0,1 0-1 0 0,0 0 1 0 0,0 1-1 0 0,0-1 1 0 0,0 1 0 0 0,0 0-1 0 0,0 0 1 0 0,-1 1 0 0 0,8 0-1 0 0,-9 0 18 0 0,-1 1 0 0 0,0-1 0 0 0,0 0 0 0 0,0 0 0 0 0,1 1 0 0 0,-1-1 0 0 0,-1 1-1 0 0,1 0 1 0 0,0 0 0 0 0,0 0 0 0 0,-1-1 0 0 0,1 2 0 0 0,-1-1 0 0 0,1 0 0 0 0,-1 0 0 0 0,0 0 0 0 0,0 1 0 0 0,0-1-1 0 0,0 0 1 0 0,0 1 0 0 0,-1-1 0 0 0,1 1 0 0 0,-1-1 0 0 0,1 1 0 0 0,-1-1 0 0 0,0 6 0 0 0,1 10 238 0 0,-1 1 0 0 0,-1 0 0 0 0,-1 0-1 0 0,0 0 1 0 0,-2 0 0 0 0,-5 20 0 0 0,-44 106 1639 0 0,11-37-252 0 0,41-105-1560 0 0,0 0-1 0 0,0 0 1 0 0,1 1-1 0 0,-1-1 1 0 0,1 0-1 0 0,-1 0 1 0 0,1 0-1 0 0,0 1 1 0 0,0-1-1 0 0,0 0 1 0 0,1 0-1 0 0,-1 0 1 0 0,2 5-1 0 0,-2-7-84 0 0,1 0-1 0 0,0 0 0 0 0,0 0 1 0 0,-1 0-1 0 0,1 0 0 0 0,0 0 1 0 0,0 0-1 0 0,0 0 0 0 0,0-1 1 0 0,0 1-1 0 0,0 0 0 0 0,0 0 1 0 0,1-1-1 0 0,-1 1 0 0 0,0-1 1 0 0,0 1-1 0 0,0-1 0 0 0,1 1 0 0 0,-1-1 1 0 0,0 0-1 0 0,1 0 0 0 0,-1 1 1 0 0,0-1-1 0 0,1 0 0 0 0,-1 0 1 0 0,0 0-1 0 0,0-1 0 0 0,1 1 1 0 0,-1 0-1 0 0,0 0 0 0 0,1-1 1 0 0,-1 1-1 0 0,0-1 0 0 0,2 0 1 0 0,22-9-635 0 0,-2 0 0 0 0,1-2 0 0 0,-1 0 1 0 0,-1-2-1 0 0,0 0 0 0 0,27-24 0 0 0,-2 2 881 0 0,-39 34 400 0 0,-8 12-111 0 0,-10 13 80 0 0,-43 70-263 0 0,-5-2 0 0 0,-88 109 0 0 0,34-51-236 0 0,90-119-26 0 0,-29 43 234 0 0,46-64-195 0 0,0-1 1 0 0,0 1 0 0 0,1 1-1 0 0,1-1 1 0 0,0 0 0 0 0,-4 17 0 0 0,7-25-106 0 0,0 0-1 0 0,-1 0 1 0 0,1 0 0 0 0,0 0 0 0 0,-1 0 0 0 0,1 0 0 0 0,0 0 0 0 0,0 0 0 0 0,0 0 0 0 0,0 0-1 0 0,0 0 1 0 0,0 0 0 0 0,0 0 0 0 0,1 0 0 0 0,-1 0 0 0 0,0 0 0 0 0,0 0 0 0 0,1 0 0 0 0,-1 0-1 0 0,1 0 1 0 0,-1 0 0 0 0,1 0 0 0 0,-1 0 0 0 0,1 0 0 0 0,0 0 0 0 0,-1 0 0 0 0,1-1 0 0 0,0 1-1 0 0,0 0 1 0 0,-1-1 0 0 0,1 1 0 0 0,0 0 0 0 0,0-1 0 0 0,0 1 0 0 0,0-1 0 0 0,0 1 0 0 0,0-1 0 0 0,0 0-1 0 0,0 1 1 0 0,0-1 0 0 0,0 0 0 0 0,0 0 0 0 0,0 1 0 0 0,0-1 0 0 0,0 0 0 0 0,0 0 0 0 0,0 0-1 0 0,0-1 1 0 0,0 1 0 0 0,1 0 0 0 0,-1 0 0 0 0,0 0 0 0 0,1-1 0 0 0,6-1-293 0 0,-1-1 1 0 0,1 1-1 0 0,0-1 1 0 0,-1-1 0 0 0,12-6-1 0 0,25-20-1027 0 0,52-47 0 0 0,-67 52 1332 0 0,2 0-1 0 0,0 2 0 0 0,2 1 1 0 0,39-19-1 0 0,-69 39 52 0 0,-1 1 0 0 0,0 0 0 0 0,1 0 0 0 0,0 0 0 0 0,-1 0 0 0 0,1 0 0 0 0,0 1 0 0 0,-1-1 0 0 0,1 1 0 0 0,0 0 0 0 0,-1 0 0 0 0,1 0 0 0 0,0 0 0 0 0,0 0 0 0 0,-1 1 0 0 0,4 0 0 0 0,-5-1-17 0 0,0 1-1 0 0,0-1 1 0 0,-1 1 0 0 0,1-1 0 0 0,0 1 0 0 0,-1-1 0 0 0,1 1 0 0 0,0-1 0 0 0,-1 1 0 0 0,1 0 0 0 0,-1 0 0 0 0,1-1 0 0 0,-1 1 0 0 0,1 0 0 0 0,-1 0-1 0 0,1-1 1 0 0,-1 1 0 0 0,0 0 0 0 0,1 1 0 0 0,-1 1-6 0 0,0-1 1 0 0,1 1-1 0 0,-1 0 0 0 0,0-1 0 0 0,-1 1 1 0 0,1 0-1 0 0,0-1 0 0 0,-1 1 0 0 0,0 2 1 0 0,-12 34 287 0 0,-2-1 0 0 0,-1-1 1 0 0,-2 0-1 0 0,-23 35 1 0 0,-32 66 310 0 0,65-118-422 0 0,0 0 0 0 0,1 0-1 0 0,2 1 1 0 0,0 0 0 0 0,-3 27 0 0 0,7-41-96 0 0,0 1 1 0 0,1 0 0 0 0,0-1-1 0 0,1 1 1 0 0,0-1-1 0 0,0 1 1 0 0,0-1 0 0 0,1 1-1 0 0,0-1 1 0 0,1 0 0 0 0,0 1-1 0 0,0-1 1 0 0,0-1-1 0 0,1 1 1 0 0,0 0 0 0 0,0-1-1 0 0,1 0 1 0 0,-1 0 0 0 0,2 0-1 0 0,-1-1 1 0 0,0 1-1 0 0,1-1 1 0 0,0-1 0 0 0,0 1-1 0 0,1-1 1 0 0,11 6 0 0 0,4 0-170 0 0,0 0 1 0 0,0-2-1 0 0,1-1 1 0 0,0-1 0 0 0,0-1-1 0 0,1-1 1 0 0,32 2 0 0 0,-48-6-28 0 0,-1 1 0 0 0,1 0 0 0 0,-1 0-1 0 0,1 1 1 0 0,-1 0 0 0 0,12 4 0 0 0,-18-5 50 0 0,0 0 0 0 0,1 0-1 0 0,-1 0 1 0 0,0-1 0 0 0,0 1 0 0 0,0 0-1 0 0,0 1 1 0 0,0-1 0 0 0,0 0-1 0 0,0 0 1 0 0,0 0 0 0 0,0 0-1 0 0,0 1 1 0 0,-1-1 0 0 0,1 0-1 0 0,0 1 1 0 0,-1-1 0 0 0,1 1 0 0 0,-1-1-1 0 0,0 1 1 0 0,0-1 0 0 0,1 1-1 0 0,-1-1 1 0 0,0 1 0 0 0,0-1-1 0 0,0 1 1 0 0,0-1 0 0 0,0 1 0 0 0,-1-1-1 0 0,1 1 1 0 0,0-1 0 0 0,-1 0-1 0 0,1 1 1 0 0,-1-1 0 0 0,0 1-1 0 0,1-1 1 0 0,-1 0 0 0 0,0 0 0 0 0,-1 2-1 0 0,-2 5-206 0 0,0-1 0 0 0,-1 0 0 0 0,0-1 0 0 0,-7 9 1 0 0,-10 0-1260 0 0</inkml:trace>
</inkml:ink>
</file>

<file path=ppt/ink/ink3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12.281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55 1 3801 0 0,'-21'3'0'0'0,"3"-3"0"0"0,8 0 0 0 0,5 0 0 0 0</inkml:trace>
</inkml:ink>
</file>

<file path=ppt/ink/ink3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14.029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199 453 5529 0 0,'-47'-2'590'0'0,"75"24"677"0"0,-20-19-1109 0 0,1-1 0 0 0,-1 0 0 0 0,1 0 0 0 0,0-1 0 0 0,0 0 0 0 0,0 0 0 0 0,-1-1 0 0 0,1-1 0 0 0,0 1 0 0 0,0-2 1 0 0,-1 1-1 0 0,1-1 0 0 0,0 0 0 0 0,-1-1 0 0 0,15-6 0 0 0,11-6 232 0 0,-1-3-1 0 0,44-28 1 0 0,-58 34-312 0 0,76-53-161 0 0,97-86 0 0 0,-357 346-1551 0 0,103-129 1590 0 0,-3-4 0 0 0,-3-2 0 0 0,-3-3 0 0 0,-79 48 0 0 0,121-91 385 0 0,29-14-340 0 0,-1 0 0 0 0,1 0 0 0 0,0 1 0 0 0,0-1 0 0 0,0 0 0 0 0,-1 0 0 0 0,1 0 0 0 0,0 0-1 0 0,0 0 1 0 0,0 0 0 0 0,-1-1 0 0 0,1 1 0 0 0,0 0 0 0 0,0 0 0 0 0,0 0 0 0 0,-1 0 0 0 0,1 0 0 0 0,0 0 0 0 0,0 0 0 0 0,0 0 0 0 0,-1 0 0 0 0,1-1 0 0 0,0 1 0 0 0,0 0 0 0 0,0 0 0 0 0,0 0 0 0 0,0 0 0 0 0,-1 0 0 0 0,1-1 0 0 0,0 1 0 0 0,0 0 0 0 0,0 0 0 0 0,0 0 0 0 0,0-1 0 0 0,0 1 0 0 0,0 0 0 0 0,0 0 0 0 0,0-1 0 0 0,4-15-700 0 0,13-21-550 0 0,2 1-1 0 0,1 1 1 0 0,35-45-1 0 0,-27 45 1965 0 0,2 1 0 0 0,1 1-1 0 0,1 2 1 0 0,2 1 0 0 0,49-34-1 0 0,-78 61-601 0 0,-1 0 1 0 0,2 0-1 0 0,-1 0 0 0 0,0 1 0 0 0,0 0 0 0 0,1 0 0 0 0,7-2 0 0 0,-12 4-103 0 0,0 0 1 0 0,-1 0-1 0 0,1 0 0 0 0,0 0 1 0 0,-1 0-1 0 0,1 0 0 0 0,0 0 1 0 0,-1 0-1 0 0,1 0 0 0 0,0 0 1 0 0,-1 0-1 0 0,1 0 1 0 0,0 0-1 0 0,-1 1 0 0 0,1-1 1 0 0,0 0-1 0 0,-1 1 0 0 0,1-1 1 0 0,-1 0-1 0 0,1 1 0 0 0,-1-1 1 0 0,1 1-1 0 0,-1-1 0 0 0,1 1 1 0 0,0 0-1 0 0,0 1-38 0 0,-1-1-1 0 0,0 1 1 0 0,1-1-1 0 0,-1 1 0 0 0,0 0 1 0 0,0-1-1 0 0,0 1 1 0 0,0-1-1 0 0,0 1 1 0 0,0 0-1 0 0,-1-1 0 0 0,1 1 1 0 0,0-1-1 0 0,-1 1 1 0 0,1-1-1 0 0,-2 3 1 0 0,-5 16-182 0 0,-2 1 1 0 0,-1-1-1 0 0,0-1 1 0 0,-1 0-1 0 0,-20 25 1 0 0,-76 80 1023 0 0,44-54 1125 0 0,61-69-1872 0 0,1 0 0 0 0,0 0 0 0 0,-1 1 0 0 0,1-1 0 0 0,0 0 0 0 0,0 1 0 0 0,0-1 0 0 0,0 1 0 0 0,0-1 0 0 0,1 1 0 0 0,-1 0 0 0 0,0-1 0 0 0,1 1 0 0 0,-1 0 1 0 0,0 2-1 0 0,2-4-49 0 0,-1 1 0 0 0,1-1 0 0 0,0 0 0 0 0,-1 1 0 0 0,1-1 0 0 0,-1 0 0 0 0,1 0 1 0 0,0 0-1 0 0,-1 1 0 0 0,1-1 0 0 0,-1 0 0 0 0,1 0 0 0 0,0 0 0 0 0,-1 0 0 0 0,1 0 0 0 0,0 0 1 0 0,-1 0-1 0 0,1 0 0 0 0,-1-1 0 0 0,1 1 0 0 0,0 0 0 0 0,-1 0 0 0 0,1 0 0 0 0,-1-1 1 0 0,1 1-1 0 0,0-1 0 0 0,55-25-472 0 0,13-16-673 0 0,-2-4 0 0 0,-2-2 0 0 0,116-112 0 0 0,-150 131 1194 0 0,41-30-1 0 0,-60 50 123 0 0,0 1 0 0 0,1 0 0 0 0,0 1-1 0 0,1 1 1 0 0,-1 0 0 0 0,1 1 0 0 0,15-4-1 0 0,-27 8-125 0 0,1 0 0 0 0,-1 1 0 0 0,0-1 0 0 0,1 1 0 0 0,-1 0 0 0 0,0 0 0 0 0,0 0 0 0 0,1 0-1 0 0,-1 0 1 0 0,0 0 0 0 0,1 1 0 0 0,-1-1 0 0 0,0 1 0 0 0,0-1 0 0 0,1 1 0 0 0,-1 0-1 0 0,0 0 1 0 0,0 0 0 0 0,0 0 0 0 0,0 0 0 0 0,2 2 0 0 0,-2-1-11 0 0,0 1 0 0 0,-1-1 0 0 0,1 0 1 0 0,-1 1-1 0 0,1 0 0 0 0,-1-1 0 0 0,0 1 0 0 0,0 0 1 0 0,0-1-1 0 0,0 1 0 0 0,-1 0 0 0 0,1 0 0 0 0,-1 0 1 0 0,1 4-1 0 0,-1 8 7 0 0,-1 1 0 0 0,0 0 0 0 0,-1-1 0 0 0,-1 0 0 0 0,-4 16 0 0 0,-37 100 584 0 0,4-12 552 0 0,39-117-1128 0 0,0 1 1 0 0,0-1 0 0 0,1 1-1 0 0,-1-1 1 0 0,1 1-1 0 0,0-1 1 0 0,-1 1-1 0 0,1-1 1 0 0,0 1 0 0 0,1-1-1 0 0,-1 1 1 0 0,0-1-1 0 0,1 1 1 0 0,-1-1 0 0 0,1 1-1 0 0,1 3 1 0 0,0-5-49 0 0,-1 0 0 0 0,0-1 0 0 0,0 1 1 0 0,0 0-1 0 0,0 0 0 0 0,1-1 0 0 0,-1 1 1 0 0,0-1-1 0 0,1 1 0 0 0,-1-1 0 0 0,0 1 1 0 0,1-1-1 0 0,-1 0 0 0 0,0 0 0 0 0,1 0 1 0 0,-1 0-1 0 0,1 0 0 0 0,-1 0 0 0 0,0 0 1 0 0,1 0-1 0 0,-1-1 0 0 0,1 1 0 0 0,-1 0 1 0 0,0-1-1 0 0,1 1 0 0 0,-1-1 0 0 0,0 1 1 0 0,0-1-1 0 0,1 0 0 0 0,0-1 0 0 0,44-21-442 0 0,-2-2-1 0 0,0-3 0 0 0,46-37 1 0 0,-65 46 162 0 0,102-84-989 0 0,2-2 169 0 0,-123 101 1025 0 0,-1 0-1 0 0,1 0 0 0 0,0 1 1 0 0,0 0-1 0 0,1 0 0 0 0,5-2 0 0 0,-11 5 50 0 0,0-1 0 0 0,0 1 0 0 0,0 0 0 0 0,0 0 0 0 0,0 0 0 0 0,0-1 0 0 0,0 1 0 0 0,0 0 0 0 0,0 0 0 0 0,0 1 0 0 0,0-1 0 0 0,0 0 0 0 0,0 0 0 0 0,0 0 0 0 0,0 1 0 0 0,0-1 0 0 0,0 0 0 0 0,0 1 0 0 0,0-1 0 0 0,0 1 0 0 0,-1-1 0 0 0,1 1 0 0 0,0-1 0 0 0,0 1 0 0 0,-1 0 0 0 0,1-1 0 0 0,0 1 0 0 0,0 0 0 0 0,-1 0 0 0 0,1-1 0 0 0,-1 1 0 0 0,1 0 0 0 0,-1 0 0 0 0,1 0 0 0 0,-1 0 0 0 0,0 0 0 0 0,1 0 0 0 0,-1 0 0 0 0,0-1 0 0 0,0 1 0 0 0,0 0 0 0 0,1 0 0 0 0,-1 0 0 0 0,0 0 0 0 0,0 0 0 0 0,0 0 0 0 0,-1 0 0 0 0,1 0 0 0 0,0 2 0 0 0,-3 18 137 0 0,0-1 0 0 0,-1 0-1 0 0,-1 0 1 0 0,0 0 0 0 0,-2 0-1 0 0,-13 26 1 0 0,9-19 201 0 0,-39 78 781 0 0,33-73-603 0 0,2 0 0 0 0,-17 48 1 0 0,32-79-491 0 0,-1 0 1 0 0,1 0 0 0 0,-1 0-1 0 0,1-1 1 0 0,0 1 0 0 0,0 0-1 0 0,-1 0 1 0 0,1 0 0 0 0,0 0-1 0 0,0 0 1 0 0,0 0 0 0 0,0 0-1 0 0,0-1 1 0 0,0 1 0 0 0,0 0 0 0 0,0 0-1 0 0,0 0 1 0 0,1 0 0 0 0,-1 0-1 0 0,0 0 1 0 0,1-1 0 0 0,-1 1-1 0 0,0 0 1 0 0,1 0 0 0 0,0 1-1 0 0,0-2-17 0 0,0 0-1 0 0,0 1 0 0 0,0-1 1 0 0,0 0-1 0 0,0 0 0 0 0,0 0 0 0 0,0 0 1 0 0,0-1-1 0 0,0 1 0 0 0,0 0 1 0 0,0 0-1 0 0,0 0 0 0 0,0-1 1 0 0,0 1-1 0 0,0-1 0 0 0,-1 1 1 0 0,1 0-1 0 0,2-2 0 0 0,41-31-613 0 0,-43 33 584 0 0,176-177-2843 0 0,-9 8 1582 0 0,-165 167 1302 0 0,0-2 20 0 0,1 1-1 0 0,-1 0 1 0 0,1 0-1 0 0,0 1 1 0 0,0-1-1 0 0,0 1 1 0 0,7-3-1 0 0,-11 5-9 0 0,1 0 0 0 0,-1 0-1 0 0,0 0 1 0 0,1 0 0 0 0,-1 0-1 0 0,1 0 1 0 0,-1 0-1 0 0,0 0 1 0 0,1 1 0 0 0,-1-1-1 0 0,1 0 1 0 0,-1 0 0 0 0,0 0-1 0 0,1 0 1 0 0,-1 1-1 0 0,0-1 1 0 0,1 0 0 0 0,-1 0-1 0 0,0 1 1 0 0,0-1 0 0 0,1 0-1 0 0,-1 1 1 0 0,0-1-1 0 0,0 0 1 0 0,1 1 0 0 0,-1-1-1 0 0,0 0 1 0 0,0 1 0 0 0,0-1-1 0 0,0 0 1 0 0,1 1-1 0 0,-1-1 1 0 0,0 1 0 0 0,0-1-1 0 0,0 0 1 0 0,0 1 0 0 0,0-1-1 0 0,0 1 1 0 0,0-1 0 0 0,0 0-1 0 0,0 1 1 0 0,0-1-1 0 0,0 1 1 0 0,-1 0 0 0 0,-1 20 716 0 0,-10 22 717 0 0,-24 56 1 0 0,24-70-1154 0 0,1 1 0 0 0,1 1 0 0 0,1-1 0 0 0,-6 52 0 0 0,14-80-300 0 0,1 0 0 0 0,0 0 0 0 0,0-1 0 0 0,0 1 0 0 0,0 0 1 0 0,0 0-1 0 0,0 0 0 0 0,0 0 0 0 0,1 0 0 0 0,-1 0 0 0 0,1 0 0 0 0,-1-1 1 0 0,1 1-1 0 0,0 0 0 0 0,-1 0 0 0 0,1-1 0 0 0,0 1 0 0 0,0 0 0 0 0,0-1 1 0 0,2 3-1 0 0,-1-4-20 0 0,-1 1 0 0 0,1 0 0 0 0,-1 0 1 0 0,1-1-1 0 0,0 1 0 0 0,-1 0 0 0 0,1-1 1 0 0,0 0-1 0 0,-1 1 0 0 0,1-1 0 0 0,0 0 1 0 0,-1 0-1 0 0,1 0 0 0 0,0 0 1 0 0,0 0-1 0 0,-1 0 0 0 0,4-2 0 0 0,6-1-174 0 0,-1 0 1 0 0,0-1-1 0 0,0 0 0 0 0,0-1 0 0 0,14-10 0 0 0,13-11-442 0 0,-2-2 0 0 0,-1-2 0 0 0,37-40 0 0 0,-36 33 629 0 0,81-64 0 0 0,-114 100 61 0 0,0-1 0 0 0,-1 1 0 0 0,1-1 0 0 0,0 1 0 0 0,0 0 0 0 0,0 0 0 0 0,1 0 0 0 0,-1 0 0 0 0,0 0 0 0 0,0 0 0 0 0,0 1 1 0 0,1-1-1 0 0,-1 1 0 0 0,0-1 0 0 0,1 1 0 0 0,-1 0 0 0 0,1 0 0 0 0,-1 0 0 0 0,0 0 0 0 0,1 1 0 0 0,2 0 0 0 0,-3 0 3 0 0,0 0 0 0 0,-1 1 0 0 0,1-1 0 0 0,-1 1-1 0 0,1-1 1 0 0,-1 1 0 0 0,0 0 0 0 0,0-1 0 0 0,0 1 0 0 0,0 0-1 0 0,0 0 1 0 0,0 0 0 0 0,0 0 0 0 0,0 0 0 0 0,-1 0 0 0 0,1 0-1 0 0,-1 0 1 0 0,1 0 0 0 0,-1 0 0 0 0,0 0 0 0 0,0 0 0 0 0,0 1-1 0 0,0-1 1 0 0,-1 2 0 0 0,0 12 124 0 0,-1 0 1 0 0,0 0-1 0 0,-2 0 1 0 0,0 0-1 0 0,-11 29 0 0 0,-8 28 246 0 0,23-73-430 0 0,0 0-1 0 0,0 0 1 0 0,0 1-1 0 0,0-1 0 0 0,0 0 1 0 0,0 0-1 0 0,0 1 0 0 0,0-1 1 0 0,0 0-1 0 0,0 0 0 0 0,0 0 1 0 0,0 1-1 0 0,0-1 0 0 0,0 0 1 0 0,0 0-1 0 0,0 1 1 0 0,0-1-1 0 0,0 0 0 0 0,0 0 1 0 0,0 1-1 0 0,0-1 0 0 0,0 0 1 0 0,0 0-1 0 0,1 0 0 0 0,-1 1 1 0 0,0-1-1 0 0,0 0 0 0 0,0 0 1 0 0,0 0-1 0 0,1 0 1 0 0,-1 1-1 0 0,0-1 0 0 0,0 0 1 0 0,0 0-1 0 0,1 0 0 0 0,-1 0 1 0 0,0 0-1 0 0,0 0 0 0 0,1 0 1 0 0,-1 0-1 0 0,0 1 0 0 0,0-1 1 0 0,0 0-1 0 0,1 0 1 0 0,-1 0-1 0 0,0 0 0 0 0,0 0 1 0 0,1 0-1 0 0,-1 0 0 0 0,0-1 1 0 0,0 1-1 0 0,1 0 0 0 0,-1 0 1 0 0,0 0-1 0 0,0 0 0 0 0,0 0 1 0 0,1 0-1 0 0,-1 0 1 0 0,0 0-1 0 0,0 0 0 0 0,1-1 1 0 0,-1 1-1 0 0,0 0 0 0 0,0 0 1 0 0,0 0-1 0 0,1-1 0 0 0,17-10-156 0 0,-16 10 111 0 0,30-22-388 0 0,0-2 1 0 0,-2-1-1 0 0,-1-1 1 0 0,-1-2 0 0 0,-1-1-1 0 0,27-40 1 0 0,-50 64 547 0 0,0 0 0 0 0,-1 0 0 0 0,0 0 0 0 0,0 0 0 0 0,0-1 0 0 0,-1 1 0 0 0,0-1 0 0 0,0 1 0 0 0,-1-1 0 0 0,0 0 0 0 0,1-12 0 0 0,-3 1 288 0 0,-1 0 1 0 0,0 1-1 0 0,-6-23 1 0 0,4 24-277 0 0,3 8-80 0 0,0-1 0 0 0,1 0 0 0 0,0 0 0 0 0,0 0 0 0 0,1 0 0 0 0,0 0 0 0 0,0 0 0 0 0,1 1 0 0 0,1-1-1 0 0,-1 0 1 0 0,1 1 0 0 0,1 0 0 0 0,8-16 0 0 0,-8 17-119 0 0,0 0 1 0 0,1 0-1 0 0,-1 0 0 0 0,2 0 0 0 0,-1 1 1 0 0,1 0-1 0 0,0 0 0 0 0,0 0 1 0 0,1 1-1 0 0,0 0 0 0 0,0 1 0 0 0,0-1 1 0 0,0 1-1 0 0,16-6 0 0 0,-22 10 55 0 0,0-1 0 0 0,0 1 0 0 0,0-1 0 0 0,1 1 0 0 0,-1 0-1 0 0,0 0 1 0 0,0 0 0 0 0,0 0 0 0 0,0 0 0 0 0,1 0 0 0 0,-1 0-1 0 0,0 0 1 0 0,0 0 0 0 0,0 1 0 0 0,0-1 0 0 0,0 0 0 0 0,1 1 0 0 0,-1-1-1 0 0,0 1 1 0 0,0-1 0 0 0,0 1 0 0 0,0 0 0 0 0,0-1 0 0 0,1 2 0 0 0,-1 0 5 0 0,1 0 0 0 0,-1 0 1 0 0,1 0-1 0 0,-1 0 0 0 0,0 0 1 0 0,0 0-1 0 0,0 1 0 0 0,0-1 1 0 0,-1 0-1 0 0,1 1 0 0 0,0 2 1 0 0,1 6-3 0 0,-1-1 1 0 0,-1 1 0 0 0,0 0-1 0 0,-1 14 1 0 0,-3 5 106 0 0,-2 1 0 0 0,-1-1 1 0 0,-1 0-1 0 0,-1 0 0 0 0,-2-1 1 0 0,0-1-1 0 0,-27 47 0 0 0,14-38 186 0 0,0-1 0 0 0,-3-1 0 0 0,-1-1-1 0 0,-60 56 1 0 0,17-21 436 0 0,-55 47 107 0 0,126-115-870 0 0,-1 0 0 0 0,0 0 0 0 0,0 0 1 0 0,0-1-1 0 0,0 1 0 0 0,0 0 0 0 0,0 0 0 0 0,0-1 1 0 0,0 1-1 0 0,-1-1 0 0 0,1 1 0 0 0,0-1 0 0 0,0 0 0 0 0,0 1 1 0 0,-1-1-1 0 0,1 0 0 0 0,0 0 0 0 0,0 0 0 0 0,0 0 1 0 0,-1 0-1 0 0,1 0 0 0 0,0 0 0 0 0,0 0 0 0 0,-1-1 0 0 0,1 1 1 0 0,-2-1-1 0 0,2 0-68 0 0,-1 0 0 0 0,0-1-1 0 0,1 1 1 0 0,-1-1 0 0 0,1 1 0 0 0,0-1 0 0 0,-1 0 0 0 0,1 0 0 0 0,0 1 0 0 0,0-1-1 0 0,0 0 1 0 0,1 0 0 0 0,-1 0 0 0 0,-1-2 0 0 0,-1-9-553 0 0,0 0 1 0 0,1-1-1 0 0,-2-21 1 0 0,4-66-1273 0 0,1 58 1430 0 0,-6-55-1 0 0,4 86 506 0 0,-1 0 0 0 0,-1-1 0 0 0,0 1 0 0 0,0 0 0 0 0,-1 1 0 0 0,-1-1 0 0 0,0 1 0 0 0,-13-21 0 0 0,14 26-32 0 0,1 1 0 0 0,-1 0 1 0 0,-1 1-1 0 0,1-1 0 0 0,-1 1 1 0 0,0 0-1 0 0,0 0 0 0 0,0 0 1 0 0,0 1-1 0 0,-1 0 0 0 0,0 0 1 0 0,-9-4-1 0 0,6 4-42 0 0,-1 1-1 0 0,1-1 1 0 0,-1 2-1 0 0,0-1 1 0 0,0 2-1 0 0,0-1 1 0 0,-13 2-1 0 0,-7 2-148 0 0,0 2-1 0 0,0 2 1 0 0,1 0-1 0 0,-37 15 1 0 0,-57 28-73 0 0,-153 86 1 0 0,56-25 298 0 0,-79 40 118 0 0,13-6-630 0 0,245-126 5 0 0,-55 18 0 0 0,85-33 430 0 0,-1-1 0 0 0,0 0 0 0 0,0 0 1 0 0,0-2-1 0 0,0 1 0 0 0,0-2 0 0 0,-1 1 1 0 0,1-2-1 0 0,-23-3 0 0 0,32 4 144 0 0,0-1 1 0 0,-1 0 0 0 0,1 0-1 0 0,0-1 1 0 0,0 1-1 0 0,0-1 1 0 0,0 1-1 0 0,1-1 1 0 0,-1 0-1 0 0,0 0 1 0 0,1 0-1 0 0,-1-1 1 0 0,1 1-1 0 0,0 0 1 0 0,0-1-1 0 0,-3-3 1 0 0,2 1 23 0 0,1 0-1 0 0,-1-1 1 0 0,1 1 0 0 0,1 0 0 0 0,-1 0 0 0 0,1-1-1 0 0,-1 1 1 0 0,2-1 0 0 0,-1-5 0 0 0,0-12 88 0 0,2 0 1 0 0,1 0-1 0 0,8-41 0 0 0,-6 44-247 0 0,47-242 990 0 0,-3 92 3550 0 0,-82 204-1541 0 0,15-10-2937 0 0,-1 0-1 0 0,-43 39 0 0 0,348-360-2551 0 0,-268 279 2357 0 0,-10 11 79 0 0,0 0 0 0 0,-1 0 0 0 0,0 0 0 0 0,0-1 0 0 0,-1 0 0 0 0,6-11 1 0 0,-13 15 34 0 0,-7 7 34 0 0,-9 7 44 0 0,-16 15 279 0 0,1 2 0 0 0,-46 48 0 0 0,-54 73 744 0 0,47-49-565 0 0,52-63-175 0 0,18-21-77 0 0,1 1-1 0 0,1 0 1 0 0,0 1 0 0 0,2 1 0 0 0,-14 23 0 0 0,23-30-1100 0 0</inkml:trace>
</inkml:ink>
</file>

<file path=ppt/ink/ink3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19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117 70 920 0 0,'-9'-2'732'0'0,"-1"0"0"0"0,0 1 0 0 0,0-1 0 0 0,0 2 0 0 0,0 0 0 0 0,0 0-1 0 0,0 1 1 0 0,0 0 0 0 0,-18 4 0 0 0,49-3 3898 0 0,39 2-3400 0 0,195-48 698 0 0,-190 34-1685 0 0,0 3 0 0 0,1 3 0 0 0,110 7 0 0 0,-115-1-196 0 0,112-10 661 0 0,-130 4-420 0 0,-1 1 1 0 0,1 2-1 0 0,-1 2 1 0 0,69 10-1 0 0,-78-3-733 0 0,0-3-1 0 0,1 0 1 0 0,-1-2-1 0 0,1-2 1 0 0,-1-1 0 0 0,1-2-1 0 0,33-5 1 0 0,-42 4-3703 0 0</inkml:trace>
</inkml:ink>
</file>

<file path=ppt/ink/ink3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20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2761 0 0,'-11'0'469'0'0,"-1"0"1"0"0,0 1 0 0 0,1 0 0 0 0,-21 5 0 0 0,1 11 10783 0 0,31-17-11128 0 0,144 28 1680 0 0,-99-21-1650 0 0,69 19 1 0 0,-106-24-139 0 0,-1 1 0 0 0,0 0-1 0 0,0 0 1 0 0,0 1 0 0 0,0 0 0 0 0,-1 0-1 0 0,1 0 1 0 0,-1 1 0 0 0,10 10 0 0 0,-14-13-15 0 0,0 0-1 0 0,-1 0 1 0 0,1 1 0 0 0,0-1 0 0 0,-1 1 0 0 0,1-1-1 0 0,-1 1 1 0 0,0 0 0 0 0,0 0 0 0 0,0-1 0 0 0,0 1-1 0 0,-1 0 1 0 0,1 0 0 0 0,-1 0 0 0 0,1 0 0 0 0,-1 0-1 0 0,0 0 1 0 0,0 0 0 0 0,0 0 0 0 0,-1 0 0 0 0,1 0-1 0 0,-1 0 1 0 0,0 0 0 0 0,0-1 0 0 0,0 1 0 0 0,0 0-1 0 0,0 0 1 0 0,-2 2 0 0 0,-12 19-456 0 0,0-2 0 0 0,-2 0 0 0 0,0 0 0 0 0,-33 30 0 0 0,32-33-377 0 0</inkml:trace>
</inkml:ink>
</file>

<file path=ppt/ink/ink3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21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99 3225 0 0,'-2'-6'335'0'0,"1"0"0"0"0,-1 0 0 0 0,1-1 1 0 0,0 1-1 0 0,1-13 0 0 0,0 13 554 0 0,0 1-1 0 0,-1-1 1 0 0,0 0 0 0 0,1 0-1 0 0,-2 1 1 0 0,-6-10 5130 0 0,5 39-6125 0 0,14 220 539 0 0,0-43-175 0 0,-16 89-3438 0 0,3-265-1946 0 0</inkml:trace>
</inkml:ink>
</file>

<file path=ppt/ink/ink3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21.6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52 116 3225 0 0,'-3'-6'-70'0'0,"0"0"0"0"0,0 1-1 0 0,0 0 1 0 0,-1-1 0 0 0,0 2 0 0 0,-5-6 0 0 0,-11-15 4272 0 0,20 23-3900 0 0,-1 0-1 0 0,1 0 1 0 0,-1 0 0 0 0,1 0-1 0 0,0 0 1 0 0,0 0 0 0 0,0 0-1 0 0,0 0 1 0 0,0 0 0 0 0,1 0-1 0 0,0-4 1 0 0,-1 5-135 0 0,0 0 1 0 0,0 0-1 0 0,0 0 0 0 0,1 0 1 0 0,12-15 6767 0 0,-10 20-6828 0 0,3 6-67 0 0,7 10 25 0 0,1-1 1 0 0,1-1-1 0 0,0 0 1 0 0,31 28 0 0 0,-23-26-116 0 0,-1 1-1 0 0,29 36 1 0 0,-31-33 101 0 0,2-1-1 0 0,28 25 1 0 0,-48-46-11 0 0,0-1-1 0 0,0 0 1 0 0,-1 0-1 0 0,1 1 1 0 0,0-1 0 0 0,0 0-1 0 0,0-1 1 0 0,0 1-1 0 0,0 0 1 0 0,1-1-1 0 0,-1 1 1 0 0,0-1 0 0 0,0 1-1 0 0,0-1 1 0 0,0 0-1 0 0,1 0 1 0 0,-1 0 0 0 0,0 0-1 0 0,0 0 1 0 0,0-1-1 0 0,0 1 1 0 0,3-1 0 0 0,-1-1 39 0 0,0 0 1 0 0,0 0-1 0 0,0-1 1 0 0,0 1 0 0 0,0-1-1 0 0,0 0 1 0 0,-1 0 0 0 0,1 0-1 0 0,-1 0 1 0 0,3-4 0 0 0,6-9 163 0 0,0 0 0 0 0,-2-1 0 0 0,16-32 0 0 0,-5 3-473 0 0,-11 22 351 0 0,1 1 0 0 0,15-24 0 0 0,-21 39-1225 0 0,0 1 1 0 0,1-1 0 0 0,1 1-1 0 0,-1 0 1 0 0,11-8-1 0 0,0 3-5385 0 0</inkml:trace>
</inkml:ink>
</file>

<file path=ppt/ink/ink3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30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955 244 1840 0 0,'-23'-14'826'0'0,"-1"2"0"0"0,-1 1 0 0 0,0 1-1 0 0,-41-11 1 0 0,31 14-220 0 0,0 2 0 0 0,-1 1-1 0 0,0 1 1 0 0,0 2 0 0 0,-57 7-1 0 0,68-3-506 0 0,0 1 0 0 0,1 1-1 0 0,0 1 1 0 0,1 1 0 0 0,-1 1 0 0 0,1 2-1 0 0,1 0 1 0 0,-1 1 0 0 0,2 1-1 0 0,0 2 1 0 0,0 0 0 0 0,2 0-1 0 0,-1 2 1 0 0,2 1 0 0 0,0 0-1 0 0,1 1 1 0 0,1 1 0 0 0,1 1-1 0 0,1 0 1 0 0,0 1 0 0 0,1 0 0 0 0,2 1-1 0 0,0 0 1 0 0,-14 45 0 0 0,15-30-138 0 0,2 0 0 0 0,2 0 1 0 0,1 1-1 0 0,2-1 1 0 0,2 1-1 0 0,1 0 1 0 0,2 0-1 0 0,8 47 1 0 0,9 17-107 0 0,56 174 0 0 0,-62-236 128 0 0,2 0-1 0 0,2-1 0 0 0,1-1 0 0 0,42 65 1 0 0,-41-77 1 0 0,1 0 1 0 0,1-2-1 0 0,1 0 1 0 0,1-2-1 0 0,2 0 1 0 0,50 35-1 0 0,-33-31-98 0 0,2-1 0 0 0,0-2 0 0 0,1-3 0 0 0,1-1 0 0 0,1-2 1 0 0,1-2-1 0 0,66 11 0 0 0,-74-20 193 0 0,0-1 1 0 0,1-2 0 0 0,0-2-1 0 0,-1-1 1 0 0,1-3 0 0 0,-1-1-1 0 0,0-2 1 0 0,0-1 0 0 0,56-19-1 0 0,-43 7 131 0 0,-1-2 1 0 0,53-30-1 0 0,-81 38-162 0 0,-1-1-1 0 0,-1-1 1 0 0,0-2 0 0 0,-1 0 0 0 0,-1-1 0 0 0,26-29 0 0 0,-27 21 16 0 0,-1 1 0 0 0,-1-2 0 0 0,-1-1-1 0 0,-2 0 1 0 0,-1 0 0 0 0,0-2 0 0 0,-3 1 0 0 0,12-52 0 0 0,-10 24 191 0 0,-4 0 1 0 0,-1-1 0 0 0,-3-106 0 0 0,-6 137-245 0 0,-1-1 1 0 0,-1 1-1 0 0,-1 0 1 0 0,-12-34-1 0 0,-45-104-14 0 0,38 104 23 0 0,10 24 104 0 0,-2 1-1 0 0,-2 1 1 0 0,0 0 0 0 0,-3 1-1 0 0,0 2 1 0 0,-3 0-1 0 0,0 1 1 0 0,-2 1 0 0 0,-1 2-1 0 0,-2 0 1 0 0,-50-37-1 0 0,39 38-20 0 0,-2 1-1 0 0,-1 3 0 0 0,-1 1 0 0 0,-64-22 1 0 0,35 20 46 0 0,-1 3 1 0 0,-83-11-1 0 0,144 29-125 0 0,-19-2 41 0 0,-37-2 1 0 0,61 7-52 0 0,0 0 0 0 0,0 0-1 0 0,0 1 1 0 0,0 0 0 0 0,0 0 0 0 0,0 1-1 0 0,0 0 1 0 0,0 0 0 0 0,-15 7 0 0 0,21-8-124 0 0,-1 1 0 0 0,1 0 1 0 0,-1 0-1 0 0,1 0 1 0 0,0 0-1 0 0,-1 0 0 0 0,1 0 1 0 0,0 0-1 0 0,0 1 1 0 0,1-1-1 0 0,-1 1 1 0 0,0 0-1 0 0,1-1 0 0 0,0 1 1 0 0,-1 0-1 0 0,1 0 1 0 0,-1 5-1 0 0,-2 16-5155 0 0</inkml:trace>
</inkml:ink>
</file>

<file path=ppt/ink/ink3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18.3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2761 0 0,'9'22'4651'0'0,"0"1"-3991"0"0,-2 1 0 0 0,0 0 0 0 0,-2 0 0 0 0,0 0-1 0 0,-2 1 1 0 0,0 0 0 0 0,-2-1 0 0 0,-2 33 0 0 0,0-25-565 0 0,4 35 0 0 0,-1-41-32 0 0,-1-1 1 0 0,-5 49-1 0 0,-6 24-32 0 0,4 1-1 0 0,8 116 1 0 0,-2-163 27 0 0,-8 53 0 0 0,4-59-14 0 0,2 83 0 0 0,0-90-1217 0 0,1-32 805 0 0,0 0 0 0 0,1 0 0 0 0,0 0 1 0 0,0-1-1 0 0,0 1 0 0 0,2 7 1 0 0,-2-10-879 0 0</inkml:trace>
</inkml:ink>
</file>

<file path=ppt/ink/ink3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18.7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51 100 2761 0 0,'-16'-25'537'0'0,"15"22"-78"0"0,-1-1 0 0 0,0 1 0 0 0,0-1 0 0 0,-1 1 0 0 0,1 0-1 0 0,-1-1 1 0 0,0 1 0 0 0,1 0 0 0 0,-1 1 0 0 0,0-1 0 0 0,-6-3 0 0 0,13 9-7 0 0,0-1 1 0 0,-1 1 0 0 0,1 0-1 0 0,-1 0 1 0 0,0 1 0 0 0,0-1 0 0 0,0 1-1 0 0,0-1 1 0 0,3 6 0 0 0,25 47 408 0 0,-14-23-303 0 0,-11-23-412 0 0,0 1-90 0 0,1 1 0 0 0,0-1 0 0 0,0-1 0 0 0,1 1 1 0 0,15 13-1 0 0,-21-22-34 0 0,1 0 0 0 0,-1 0 1 0 0,1 0-1 0 0,0 0 0 0 0,0 0 1 0 0,0-1-1 0 0,0 0 1 0 0,0 1-1 0 0,0-1 0 0 0,0 0 1 0 0,0 0-1 0 0,0-1 0 0 0,1 1 1 0 0,-1-1-1 0 0,0 0 0 0 0,0 0 1 0 0,1 0-1 0 0,-1 0 0 0 0,0 0 1 0 0,1-1-1 0 0,-1 1 0 0 0,0-1 1 0 0,0 0-1 0 0,0 0 0 0 0,0 0 1 0 0,0 0-1 0 0,5-3 0 0 0,0-1 260 0 0,0 0-1 0 0,0-1 0 0 0,0 0 0 0 0,-1 0 0 0 0,1 0 1 0 0,10-14-1 0 0,37-52 861 0 0,-21 25-953 0 0,10-5-745 0 0,-24 31-4665 0 0,-6 9-535 0 0</inkml:trace>
</inkml:ink>
</file>

<file path=ppt/ink/ink3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32.1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1216 295 3681 0 0,'-6'-5'215'0'0,"0"-1"1"0"0,0 1-1 0 0,0-1 0 0 0,0-1 1 0 0,1 1-1 0 0,0-1 1 0 0,0 1-1 0 0,-6-13 0 0 0,4 7-25 0 0,6 12-179 0 0,-3-9 29 0 0,-2 0 0 0 0,1 0 1 0 0,-1 1-1 0 0,0 0 1 0 0,-1 0-1 0 0,0 1 1 0 0,0 0-1 0 0,-1 0 1 0 0,0 0-1 0 0,0 1 0 0 0,-1 1 1 0 0,-12-8-1 0 0,-114-44-848 0 0,96 44 1788 0 0,0 1 1 0 0,-1 2-1 0 0,-58-8 0 0 0,82 17-727 0 0,0 0-1 0 0,-1 1 1 0 0,1 0 0 0 0,-1 2 0 0 0,1 0-1 0 0,0 0 1 0 0,0 2 0 0 0,0 0-1 0 0,0 1 1 0 0,-25 11 0 0 0,21-6-333 0 0,1 2 1 0 0,-1 0-1 0 0,2 1 0 0 0,0 0 1 0 0,0 2-1 0 0,2 0 1 0 0,-19 21-1 0 0,-5 11-32 0 0,2 2 0 0 0,3 2 0 0 0,1 1-1 0 0,3 1 1 0 0,2 2 0 0 0,3 1 0 0 0,2 1 0 0 0,-29 104 0 0 0,46-128 121 0 0,1 0 0 0 0,2 0-1 0 0,1 0 1 0 0,1 1 0 0 0,2-1 0 0 0,6 43 0 0 0,-3-49 10 0 0,1 0 1 0 0,2-1-1 0 0,1 1 0 0 0,1-2 0 0 0,1 1 0 0 0,1-1 0 0 0,1 0 0 0 0,17 26 0 0 0,-16-33-42 0 0,1-1-1 0 0,1 0 0 0 0,0-1 0 0 0,2-1 0 0 0,-1-1 0 0 0,2 0 1 0 0,0-1-1 0 0,1 0 0 0 0,0-2 0 0 0,0 0 0 0 0,1-1 1 0 0,1-1-1 0 0,0-1 0 0 0,22 7 0 0 0,-7-5 90 0 0,1-2-1 0 0,0-2 1 0 0,0 0 0 0 0,0-3-1 0 0,1-1 1 0 0,-1-2 0 0 0,55-6-1 0 0,-24-2-73 0 0,-1-2-1 0 0,-1-3 0 0 0,0-4 0 0 0,-1-2 1 0 0,0-3-1 0 0,62-31 0 0 0,-1-10 430 0 0,232-159 1 0 0,-343 212-410 0 0,0-2 1 0 0,0 0-1 0 0,-1 0 1 0 0,0-1-1 0 0,-2-1 0 0 0,1 0 1 0 0,-2-1-1 0 0,13-21 1 0 0,-18 27 90 0 0,-1-1 1 0 0,0 1 0 0 0,0-1 0 0 0,-1 0 0 0 0,0 0-1 0 0,-1-1 1 0 0,0 1 0 0 0,-1 0 0 0 0,0-1 0 0 0,0 1-1 0 0,-1-1 1 0 0,-1 1 0 0 0,0-1 0 0 0,0 1-1 0 0,-5-18 1 0 0,-5-11 279 0 0,-2 0 0 0 0,-1 0 0 0 0,-3 2 0 0 0,-24-44-1 0 0,28 60-262 0 0,-1 1 0 0 0,-1 0 0 0 0,0 1-1 0 0,-2 0 1 0 0,0 1 0 0 0,-1 1-1 0 0,-1 1 1 0 0,-25-17 0 0 0,16 15 95 0 0,-1 1 1 0 0,0 2 0 0 0,-2 0 0 0 0,1 3 0 0 0,-1 0 0 0 0,-1 2 0 0 0,-62-11 0 0 0,63 17-674 0 0,0 1 0 0 0,0 1 0 0 0,0 2 0 0 0,0 2 0 0 0,-32 4 0 0 0,24 1-5195 0 0</inkml:trace>
</inkml:ink>
</file>

<file path=ppt/ink/ink3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39.917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906 533 1376 0 0,'-5'-2'23'0'0,"0"0"-1"0"0,-1 1 1 0 0,1 0-1 0 0,0 0 1 0 0,-1 0-1 0 0,1 0 1 0 0,-1 1-1 0 0,1 0 1 0 0,-1 0-1 0 0,0 0 1 0 0,1 1-1 0 0,-1 0 1 0 0,1 0-1 0 0,0 0 1 0 0,-7 3-1 0 0,8-3 9 0 0,-335 105 402 0 0,212-62 232 0 0,97-39 915 0 0,44-10-840 0 0,334-73 889 0 0,6 24-1376 0 0,-111 19 202 0 0,190-22 199 0 0,-158 23-164 0 0,-45 9-132 0 0,178-31 380 0 0,-397 54-692 0 0,1 0 105 0 0,1 0-1 0 0,-1-2 1 0 0,0 1-1 0 0,0-1 1 0 0,0-1 0 0 0,-1 0-1 0 0,19-11 1 0 0,-29 15-105 0 0,0 0 0 0 0,0 1-1 0 0,0-1 1 0 0,-1 0 0 0 0,1 0 0 0 0,0 0 0 0 0,-1 0-1 0 0,1 0 1 0 0,-1 0 0 0 0,1 0 0 0 0,-1 0 0 0 0,1 0-1 0 0,-1 0 1 0 0,1 0 0 0 0,-1 0 0 0 0,0-1 0 0 0,0 1-1 0 0,0 0 1 0 0,0 0 0 0 0,0 0 0 0 0,0 0 0 0 0,0 0-1 0 0,0-1 1 0 0,0 1 0 0 0,0 0 0 0 0,0 0 0 0 0,-1 0-1 0 0,1 0 1 0 0,-1 0 0 0 0,1 0 0 0 0,-1 0 0 0 0,1 0-1 0 0,-1 0 1 0 0,1 0 0 0 0,-1 0 0 0 0,0 0-1 0 0,0 0 1 0 0,1 0 0 0 0,-1 1 0 0 0,0-1 0 0 0,0 0-1 0 0,0 0 1 0 0,-1 0 0 0 0,-3-4 180 0 0,-1 1 0 0 0,0 0 0 0 0,0 0-1 0 0,0 0 1 0 0,-11-4 0 0 0,1 2-150 0 0,-1 1-1 0 0,0 1 1 0 0,0 1-1 0 0,0 0 1 0 0,0 1-1 0 0,-19 0 1 0 0,-107 8-768 0 0,118-4 480 0 0,-639 88-3304 0 0,12 67 1790 0 0,425-97 1375 0 0,-252 79-506 0 0,421-122 847 0 0,-35 13-30 0 0,83-26 86 0 0,1 0-1 0 0,-1 1 1 0 0,0 0-1 0 0,1 0 1 0 0,0 1-1 0 0,-11 10 1 0 0,19-15-30 0 0,-1 0 1 0 0,1 0-1 0 0,0 0 1 0 0,0 1-1 0 0,0-1 1 0 0,0 0-1 0 0,0 0 1 0 0,0 1-1 0 0,0-1 1 0 0,0 0-1 0 0,1 1 1 0 0,-1-1-1 0 0,0 1 1 0 0,1-1-1 0 0,-1 1 1 0 0,1-1-1 0 0,0 1 1 0 0,-1 0-1 0 0,1-1 1 0 0,0 1-1 0 0,0-1 1 0 0,0 1-1 0 0,0 0 1 0 0,1 2-1 0 0,0-2-12 0 0,0 1 1 0 0,0-1-1 0 0,1 0 0 0 0,-1 0 0 0 0,1 0 0 0 0,-1 0 0 0 0,1 0 1 0 0,0 0-1 0 0,0 0 0 0 0,0 0 0 0 0,0-1 0 0 0,0 1 0 0 0,4 2 1 0 0,5 1-78 0 0,0 0 1 0 0,0 0 0 0 0,0-1 0 0 0,0 0 0 0 0,19 3-1 0 0,16 0 22 0 0,1-3 0 0 0,0-1 0 0 0,75-7 0 0 0,144-27 901 0 0,-206 22-765 0 0,698-117 1312 0 0,-581 94-1243 0 0,-105 19-142 0 0,408-63-64 0 0,-352 56 22 0 0,-77 10-14 0 0,1 2 1 0 0,104-1 0 0 0,-150 9-13 0 0,-1 0-1 0 0,0 1 1 0 0,0 0 0 0 0,0 0-1 0 0,0 0 1 0 0,0 0-1 0 0,0 1 1 0 0,0-1 0 0 0,5 4-1 0 0,-9-5 26 0 0,-1 1 0 0 0,1-1 0 0 0,0 1-1 0 0,-1-1 1 0 0,1 1 0 0 0,-1 0 0 0 0,1-1 0 0 0,0 1 0 0 0,-1-1-1 0 0,0 1 1 0 0,1 0 0 0 0,-1 0 0 0 0,1-1 0 0 0,-1 1 0 0 0,0 0-1 0 0,0 0 1 0 0,1-1 0 0 0,-1 1 0 0 0,0 0 0 0 0,0 0 0 0 0,0 0-1 0 0,0-1 1 0 0,0 3 0 0 0,0-1-40 0 0,-1 0 1 0 0,0 0-1 0 0,0 1 0 0 0,1-1 1 0 0,-1 0-1 0 0,-1 0 0 0 0,1 0 1 0 0,0 0-1 0 0,0 0 0 0 0,-1 0 0 0 0,1 0 1 0 0,-3 2-1 0 0,-25 22-524 0 0,0-1 1 0 0,-2-1-1 0 0,0-2 0 0 0,-64 34 1 0 0,47-29 520 0 0,-1022 541 1033 0 0,358-258 886 0 0,433-168-558 0 0,251-123-1055 0 0,23-10-54 0 0,20-9-44 0 0,42-13 90 0 0,0-3 1 0 0,59-25-1 0 0,-23 8 28 0 0,736-206 3250 0 0,14 45-2077 0 0,-166 36-1694 0 0,-359 58-563 0 0,25-6 288 0 0,-328 102 590 0 0,-10 2-15 0 0,0 1 0 0 0,0-1-1 0 0,0 1 1 0 0,1 0 0 0 0,-1 0-1 0 0,0 1 1 0 0,1 0 0 0 0,-1 0-1 0 0,0 0 1 0 0,1 0 0 0 0,9 3-1 0 0,-15-3-24 0 0,0 0 0 0 0,1 1 1 0 0,-1-1-1 0 0,0 0 0 0 0,0 1 0 0 0,1-1 0 0 0,-1 0 0 0 0,0 1 0 0 0,0-1 0 0 0,0 0 0 0 0,0 1 0 0 0,0-1 1 0 0,0 1-1 0 0,0-1 0 0 0,1 0 0 0 0,-1 1 0 0 0,0-1 0 0 0,0 1 0 0 0,0-1 0 0 0,-1 0 0 0 0,1 1 0 0 0,0-1 0 0 0,0 1 1 0 0,0-1-1 0 0,0 0 0 0 0,0 1 0 0 0,0-1 0 0 0,0 0 0 0 0,-1 1 0 0 0,1-1 0 0 0,0 0 0 0 0,0 1 0 0 0,-1-1 0 0 0,1 0 1 0 0,0 1-1 0 0,0-1 0 0 0,-1 0 0 0 0,1 0 0 0 0,0 1 0 0 0,-1-1 0 0 0,1 0 0 0 0,0 0 0 0 0,-1 0 0 0 0,1 1 1 0 0,0-1-1 0 0,-1 0 0 0 0,-19 13 202 0 0,-55 25-414 0 0,-2-5 1 0 0,-143 43-1 0 0,165-59 135 0 0,-607 161-1006 0 0,-13-40-192 0 0,441-82 1169 0 0,-23 3-1344 0 0,249-59 776 0 0,22-11-192 0 0,28-9 713 0 0,117-38 1667 0 0,174-38 0 0 0,172-13-65 0 0,-87 39-739 0 0,-106 20-386 0 0,469-109-1614 0 0,-619 116 879 0 0,-2-7 0 0 0,269-123 0 0 0,-406 162 478 0 0,43-23 240 0 0,-62 32-184 0 0,0-1 0 0 0,0 0-1 0 0,0 0 1 0 0,0 0 0 0 0,-1-1 0 0 0,1 1-1 0 0,-1-1 1 0 0,0 0 0 0 0,0 0-1 0 0,0 0 1 0 0,4-7 0 0 0,-7 9-73 0 0,0 1 0 0 0,1 0 0 0 0,-1-1 1 0 0,0 1-1 0 0,0-1 0 0 0,1 1 0 0 0,-1-1 0 0 0,0 1 0 0 0,-1-1 1 0 0,1 1-1 0 0,0-1 0 0 0,0 1 0 0 0,-1 0 0 0 0,1-1 0 0 0,0 1 1 0 0,-1-1-1 0 0,0 1 0 0 0,1 0 0 0 0,-1-1 0 0 0,0 1 1 0 0,0 0-1 0 0,1 0 0 0 0,-1 0 0 0 0,0 0 0 0 0,0 0 0 0 0,0-1 1 0 0,-1 2-1 0 0,1-1 0 0 0,0 0 0 0 0,0 0 0 0 0,0 0 0 0 0,-1 0 1 0 0,-2 0-1 0 0,-4-4 147 0 0,-1 1 1 0 0,0 1 0 0 0,-17-5-1 0 0,-5 1-211 0 0,-1 1 0 0 0,1 1 0 0 0,-62-1 0 0 0,-98 14-456 0 0,118-3 106 0 0,-849 65-3662 0 0,235-14 2618 0 0,-74 38-159 0 0,739-90 1442 0 0,3-1-27 0 0,0 0 1 0 0,0 1 0 0 0,0 1-1 0 0,0 1 1 0 0,0 1 0 0 0,-26 13-1 0 0,45-20 146 0 0,-1 0-1 0 0,1 1 0 0 0,0-1 1 0 0,0 0-1 0 0,-1 0 0 0 0,1 0 1 0 0,0 0-1 0 0,0 0 0 0 0,0 0 1 0 0,-1 0-1 0 0,1 1 0 0 0,0-1 0 0 0,0 0 1 0 0,0 0-1 0 0,-1 0 0 0 0,1 1 1 0 0,0-1-1 0 0,0 0 0 0 0,0 0 1 0 0,0 0-1 0 0,0 1 0 0 0,0-1 1 0 0,0 0-1 0 0,-1 0 0 0 0,1 1 0 0 0,0-1 1 0 0,0 0-1 0 0,0 0 0 0 0,0 0 1 0 0,0 1-1 0 0,0-1 0 0 0,0 0 1 0 0,0 0-1 0 0,0 1 0 0 0,0-1 1 0 0,0 0-1 0 0,0 0 0 0 0,0 1 0 0 0,1-1 1 0 0,-1 0-1 0 0,0 0 0 0 0,0 1 1 0 0,0-1-1 0 0,0 0 0 0 0,0 0 1 0 0,14 7 125 0 0,20 0 130 0 0,6-3 18 0 0,0-3 0 0 0,70-5 1 0 0,83-20 328 0 0,-145 17-427 0 0,379-63 880 0 0,-194 30-687 0 0,365-67 208 0 0,245-40-346 0 0,-749 130-214 0 0,69-10-30 0 0,-140 25 35 0 0,0 0 0 0 0,0 2 0 0 0,0 1 0 0 0,43 6-1 0 0,-64-7-14 0 0,0 0 0 0 0,0 0 0 0 0,0 1 0 0 0,-1-1 0 0 0,1 1 0 0 0,0-1 0 0 0,0 1 0 0 0,0-1 0 0 0,-1 1 0 0 0,1 0 0 0 0,0 0 0 0 0,-1 0 0 0 0,1 0 0 0 0,-1 0 0 0 0,1 0 0 0 0,-1 1 0 0 0,0-1 0 0 0,1 0 0 0 0,-1 1 0 0 0,0-1 0 0 0,0 1 0 0 0,0-1 0 0 0,0 1 0 0 0,0 0 0 0 0,0-1 0 0 0,0 1 0 0 0,0 3 0 0 0,-1-2 1 0 0,0 0 0 0 0,0 0-1 0 0,-1 0 1 0 0,1-1 0 0 0,-1 1-1 0 0,0 0 1 0 0,0 0 0 0 0,0-1-1 0 0,0 1 1 0 0,-1-1 0 0 0,1 1-1 0 0,-1-1 1 0 0,1 1 0 0 0,-1-1-1 0 0,0 0 1 0 0,0 0 0 0 0,-4 4-1 0 0,-11 10-53 0 0,-1-1-1 0 0,0-1 0 0 0,-1-1 0 0 0,-20 12 0 0 0,-87 38-334 0 0,83-43 310 0 0,-428 186-468 0 0,41-21 349 0 0,318-133 117 0 0,-100 48-212 0 0,160-72 198 0 0,-92 65 0 0 0,124-78 93 0 0,2 0 1 0 0,-30 32-1 0 0,43-42-7 0 0,1 0 0 0 0,0 0 0 0 0,0 1 0 0 0,0-1 0 0 0,1 1 0 0 0,0 0 0 0 0,0 0 0 0 0,0 0-1 0 0,1 0 1 0 0,0 0 0 0 0,0 1 0 0 0,0-1 0 0 0,1 1 0 0 0,0-1 0 0 0,0 8 0 0 0,1-11-12 0 0,1 0 0 0 0,0 0 0 0 0,-1 1 1 0 0,1-1-1 0 0,0 0 0 0 0,0 0 1 0 0,1 0-1 0 0,-1 0 0 0 0,1 0 0 0 0,-1-1 1 0 0,1 1-1 0 0,0 0 0 0 0,0-1 0 0 0,0 1 1 0 0,0-1-1 0 0,1 0 0 0 0,-1 0 0 0 0,1 0 1 0 0,-1 0-1 0 0,1 0 0 0 0,0 0 0 0 0,-1-1 1 0 0,1 1-1 0 0,0-1 0 0 0,0 0 1 0 0,0 0-1 0 0,1 0 0 0 0,3 1 0 0 0,9 2-11 0 0,0-1-1 0 0,1-1 0 0 0,-1 0 1 0 0,21-1-1 0 0,47-5 149 0 0,-1-3-1 0 0,100-22 1 0 0,-137 21 120 0 0,643-121 2265 0 0,-598 111-2397 0 0,1168-274 404 0 0,-1185 271-503 0 0,13-5 77 0 0,107-16 0 0 0,-191 41-66 0 0,27-2 28 0 0,-29 3-38 0 0,-1 0 1 0 0,1 0-1 0 0,0 0 1 0 0,0 0-1 0 0,-1-1 1 0 0,1 1-1 0 0,0 0 0 0 0,0 0 1 0 0,-1 1-1 0 0,1-1 1 0 0,0 0-1 0 0,0 0 0 0 0,-1 0 1 0 0,1 0-1 0 0,0 1 1 0 0,-1-1-1 0 0,1 0 0 0 0,0 1 1 0 0,-1-1-1 0 0,1 0 1 0 0,0 1-1 0 0,-1-1 1 0 0,1 1-1 0 0,-1-1 0 0 0,1 1 1 0 0,-1-1-1 0 0,1 1 1 0 0,-1 0-1 0 0,1-1 0 0 0,0 2 1 0 0,-2-1 0 0 0,-1 1 1 0 0,1 0-1 0 0,0-1 0 0 0,0 1 1 0 0,-1 0-1 0 0,1-1 1 0 0,-1 0-1 0 0,1 1 1 0 0,-1-1-1 0 0,0 0 0 0 0,1 0 1 0 0,-1 0-1 0 0,0 0 1 0 0,0 0-1 0 0,0 0 0 0 0,-2 1 1 0 0,-1 0-55 0 0,-60 25-246 0 0,-1-3 0 0 0,-2-2 0 0 0,-76 13 0 0 0,53-12 113 0 0,-434 123-598 0 0,285-77 365 0 0,217-63 363 0 0,-153 51-362 0 0,155-49 387 0 0,2 1 0 0 0,-1 1-1 0 0,1 0 1 0 0,1 2 0 0 0,0 0 0 0 0,-23 20-1 0 0,36-27 40 0 0,0 0 0 0 0,1 0 0 0 0,-1 0 0 0 0,1 1 0 0 0,0 0 0 0 0,1 0 0 0 0,-1 0 0 0 0,-4 12 0 0 0,7-16-18 0 0,1 0 1 0 0,-1 0-1 0 0,1 0 1 0 0,-1 0-1 0 0,1-1 1 0 0,0 1 0 0 0,0 0-1 0 0,-1 0 1 0 0,1 0-1 0 0,1 0 1 0 0,-1 0-1 0 0,0 0 1 0 0,0 0-1 0 0,1 0 1 0 0,-1 0-1 0 0,1-1 1 0 0,-1 1 0 0 0,1 0-1 0 0,0 0 1 0 0,0 0-1 0 0,0-1 1 0 0,0 1-1 0 0,0-1 1 0 0,0 1-1 0 0,0-1 1 0 0,1 1-1 0 0,-1-1 1 0 0,0 1 0 0 0,1-1-1 0 0,-1 0 1 0 0,1 0-1 0 0,0 0 1 0 0,-1 0-1 0 0,1 0 1 0 0,3 1-1 0 0,7 3 17 0 0,0-2-1 0 0,-1 1 1 0 0,1-1 0 0 0,1-1-1 0 0,-1 0 1 0 0,19 0-1 0 0,77-6 803 0 0,-81 2-688 0 0,601-69 2647 0 0,-532 57-2639 0 0,558-111-713 0 0,-544 94 370 0 0,-1-5-1 0 0,-2-4 1 0 0,185-99 0 0 0,-256 118 413 0 0,21-10 501 0 0,-1-3-1 0 0,53-43 0 0 0,-107 76-679 0 0,0-1-1 0 0,0 1 1 0 0,-1-1-1 0 0,1 1 1 0 0,0-1-1 0 0,-1 0 1 0 0,1 0-1 0 0,-1 0 1 0 0,1 1-1 0 0,-1-2 0 0 0,0 1 1 0 0,0 0-1 0 0,0 0 1 0 0,0 0-1 0 0,0 0 1 0 0,0-5-1 0 0,-1 5-34 0 0,0 1-1 0 0,-1-1 1 0 0,1 1 0 0 0,-1-1-1 0 0,0 1 1 0 0,1-1-1 0 0,-1 1 1 0 0,0-1 0 0 0,0 1-1 0 0,0 0 1 0 0,0-1-1 0 0,0 1 1 0 0,0 0 0 0 0,0 0-1 0 0,-1 0 1 0 0,1 0-1 0 0,0 0 1 0 0,-1 0 0 0 0,1 0-1 0 0,-1 0 1 0 0,1 0-1 0 0,-1 1 1 0 0,1-1 0 0 0,-1 1-1 0 0,-2-1 1 0 0,-38-13-320 0 0,0 3 1 0 0,-1 2 0 0 0,0 1 0 0 0,-79-3-1 0 0,86 8 36 0 0,-545-31-3455 0 0,133 10 1145 0 0,187 4 1559 0 0,-533-16 420 0 0,727 36 617 0 0,67 0 3 0 0,1 0 0 0 0,-1 0 0 0 0,0 0 0 0 0,0 0 0 0 0,0 0 0 0 0,0 0 0 0 0,0 0 0 0 0,0 0 0 0 0,0-1 0 0 0,0 1 0 0 0,0 0 0 0 0,0 0 0 0 0,0 0 0 0 0,0 0 0 0 0,0 0 0 0 0,0 0 1 0 0,0 0-1 0 0,0 0 0 0 0,0 0 0 0 0,0 0 0 0 0,0 0 0 0 0,0 0 0 0 0,0 0 0 0 0,0 0 0 0 0,0 0 0 0 0,0 0 0 0 0,0 0 0 0 0,0-1 0 0 0,0 1 0 0 0,0 0 0 0 0,0 0 0 0 0,0 0 0 0 0,0 0 0 0 0,0 0 0 0 0,0 0 0 0 0,0 0 0 0 0,0 0 0 0 0,0 0 0 0 0,0 0 0 0 0,0 0 0 0 0,0 0 0 0 0,0 0 0 0 0,0 0 0 0 0,0 0 0 0 0,0 0 0 0 0,0 0 0 0 0,0-1 0 0 0,0 1 0 0 0,0 0 0 0 0,0 0 0 0 0,-1 0 0 0 0,1 0 0 0 0,0 0 0 0 0,0 0 0 0 0,0 0 0 0 0,0 0 0 0 0,0 0 0 0 0,0 0 0 0 0,0 0 0 0 0,9-5 100 0 0,14-3 77 0 0,452-116 2005 0 0,-184 45-1903 0 0,-84 20-167 0 0,-166 48-93 0 0,0 3-1 0 0,0 1 0 0 0,72-3 1 0 0,-111 10-20 0 0,-1 0 0 0 0,1 0 0 0 0,0-1-1 0 0,-1 1 1 0 0,1 0 0 0 0,0 1 0 0 0,0-1 0 0 0,-1 0 0 0 0,1 0 0 0 0,-1 1 0 0 0,1-1 0 0 0,0 1 0 0 0,-1-1 0 0 0,1 1 0 0 0,-1 0 0 0 0,1 0 0 0 0,-1-1-1 0 0,1 1 1 0 0,-1 0 0 0 0,0 0 0 0 0,1 1 0 0 0,-1-1 0 0 0,0 0 0 0 0,0 0 0 0 0,2 3 0 0 0,-3-2-24 0 0,0 0 0 0 0,0 0 0 0 0,0 0 0 0 0,-1 0 0 0 0,1 0 0 0 0,0 0-1 0 0,-1-1 1 0 0,1 1 0 0 0,-1 0 0 0 0,0 0 0 0 0,0 0 0 0 0,1-1 0 0 0,-1 1 0 0 0,0 0 0 0 0,0-1 0 0 0,-1 1 0 0 0,1 0 0 0 0,0-1 0 0 0,-1 0 0 0 0,1 1-1 0 0,-1-1 1 0 0,-1 2 0 0 0,-30 24-473 0 0,-2-1-1 0 0,0-2 1 0 0,-67 34-1 0 0,32-19 212 0 0,49-26 197 0 0,-254 160-87 0 0,266-166 221 0 0,0-1-1 0 0,1 1 1 0 0,0 1 0 0 0,1 0-1 0 0,-9 10 1 0 0,15-17-33 0 0,0 0 1 0 0,0 0 0 0 0,0 1-1 0 0,0-1 1 0 0,0 0 0 0 0,1 1-1 0 0,-1-1 1 0 0,0 0 0 0 0,1 1-1 0 0,-1-1 1 0 0,1 1 0 0 0,0-1-1 0 0,0 1 1 0 0,-1-1 0 0 0,1 1-1 0 0,0-1 1 0 0,0 1 0 0 0,0-1-1 0 0,0 1 1 0 0,1-1-1 0 0,-1 1 1 0 0,0-1 0 0 0,0 1-1 0 0,1-1 1 0 0,-1 1 0 0 0,1-1-1 0 0,0 0 1 0 0,-1 1 0 0 0,1-1-1 0 0,0 0 1 0 0,0 0 0 0 0,0 1-1 0 0,0-1 1 0 0,0 0 0 0 0,0 0-1 0 0,0 0 1 0 0,0 0-1 0 0,0 0 1 0 0,1 0 0 0 0,-1 0-1 0 0,0-1 1 0 0,0 1 0 0 0,1 0-1 0 0,-1-1 1 0 0,1 1 0 0 0,-1-1-1 0 0,3 1 1 0 0,7 3-32 0 0,0-1 1 0 0,1 0 0 0 0,-1 0-1 0 0,0-1 1 0 0,1-1-1 0 0,17 0 1 0 0,76-6 173 0 0,-63 2 16 0 0,454-16 1258 0 0,-377 21-1127 0 0,-1 5 1 0 0,140 26-1 0 0,-212-24-289 0 0,114 24 0 0 0,-132-26-17 0 0,-1 2 1 0 0,1 1 0 0 0,39 20-1 0 0,-63-28 57 0 0,1 0 0 0 0,-1 1-1 0 0,0 0 1 0 0,1-1 0 0 0,-1 2 0 0 0,-1-1-1 0 0,1 0 1 0 0,0 1 0 0 0,-1 0 0 0 0,0 0 0 0 0,0 0-1 0 0,0 0 1 0 0,0 0 0 0 0,-1 0 0 0 0,3 7-1 0 0,-4-7-2 0 0,0 0 0 0 0,0 0 0 0 0,-1 0 0 0 0,0 0-1 0 0,0 1 1 0 0,0-1 0 0 0,0 0 0 0 0,0 0 0 0 0,-1 0-1 0 0,0 0 1 0 0,0 0 0 0 0,0 0 0 0 0,0 0 0 0 0,-1 0 0 0 0,0-1-1 0 0,1 1 1 0 0,-1 0 0 0 0,-1-1 0 0 0,-2 4 0 0 0,-5 8 30 0 0,-1-1-1 0 0,-1-1 1 0 0,0 0 0 0 0,-1-1 0 0 0,0 0 0 0 0,-1-1 0 0 0,-25 16 0 0 0,-115 55 647 0 0,100-56-649 0 0,51-25-77 0 0,0 1 1 0 0,0-1-1 0 0,0 1 0 0 0,1 0 1 0 0,-1 0-1 0 0,0 0 0 0 0,1 0 1 0 0,-1 0-1 0 0,1 0 1 0 0,-4 5-1 0 0,6-7-2 0 0,0 1-1 0 0,0-1 1 0 0,0 1 0 0 0,-1-1-1 0 0,1 1 1 0 0,0-1-1 0 0,0 1 1 0 0,0-1 0 0 0,0 1-1 0 0,0-1 1 0 0,0 1 0 0 0,0-1-1 0 0,0 1 1 0 0,0-1 0 0 0,0 1-1 0 0,0-1 1 0 0,0 1 0 0 0,0-1-1 0 0,1 1 1 0 0,-1-1 0 0 0,0 1-1 0 0,0-1 1 0 0,1 1 0 0 0,-1-1-1 0 0,1 1 1 0 0,20 12-11 0 0,21-1-38 0 0,0-2 0 0 0,0-2 0 0 0,1-2 0 0 0,49 0 0 0 0,-15 1 217 0 0,-28-3 57 0 0,0-2 1 0 0,0-2-1 0 0,0-2 0 0 0,63-14 1862 0 0,-134 13-1441 0 0,-34-1-371 0 0,-412-40-2543 0 0,2-26 605 0 0,-99-13-131 0 0,-338 0-1703 0 0,171 19 971 0 0,4-38 2221 0 0,444 46 1195 0 0,-100-19 891 0 0,257 57-1198 0 0,-132-4 0 0 0,105 17-2746 0 0,218 10 744 0 0,-60-4 1486 0 0,0-1 1 0 0,-1 1 0 0 0,1 0 0 0 0,0 0 0 0 0,-1 0-1 0 0,1 0 1 0 0,-1 1 0 0 0,1 0 0 0 0,-1 0 0 0 0,0-1-1 0 0,1 2 1 0 0,-1-1 0 0 0,0 0 0 0 0,3 4-1 0 0,-5-4-52 0 0,0-1 1 0 0,-1 0-1 0 0,1 0 0 0 0,-1 0 0 0 0,1 0 0 0 0,-1 0 0 0 0,1 1 0 0 0,-1-1 0 0 0,0 0 0 0 0,0 0 0 0 0,1 0 0 0 0,-1 1 0 0 0,0-1 0 0 0,0 0 0 0 0,0 1 0 0 0,0-1 0 0 0,-1 0 0 0 0,1 0 0 0 0,0 0 0 0 0,-1 1 0 0 0,0 1 1 0 0,0 0-6 0 0,-1 0 1 0 0,0 0-1 0 0,0 0 1 0 0,0 0 0 0 0,0 0-1 0 0,0 0 1 0 0,-4 4 0 0 0,-4 1-70 0 0,-1 1 1 0 0,0-1 0 0 0,-12 7 0 0 0,-44 23-80 0 0,-2-3 1 0 0,-86 31-1 0 0,-153 39 1597 0 0,51-20-595 0 0,243-80-827 0 0,-376 130 356 0 0,380-132-400 0 0,6-2 11 0 0,0 1 0 0 0,1-1-1 0 0,-1 0 1 0 0,0 0 0 0 0,0 0-1 0 0,0-1 1 0 0,0 0 0 0 0,0 1 0 0 0,-6-2-1 0 0,10 1-20 0 0,-1 0 0 0 0,1-1-1 0 0,0 1 1 0 0,-1 0-1 0 0,1-1 1 0 0,0 1 0 0 0,-1 0-1 0 0,1-1 1 0 0,0 1 0 0 0,0 0-1 0 0,0-1 1 0 0,-1 1 0 0 0,1-1-1 0 0,0 1 1 0 0,0-1 0 0 0,0 1-1 0 0,0 0 1 0 0,0-1-1 0 0,0 1 1 0 0,0-1 0 0 0,0 1-1 0 0,0-1 1 0 0,0 1 0 0 0,0-1-1 0 0,0 1 1 0 0,0 0 0 0 0,0-1-1 0 0,1 1 1 0 0,-1-1-1 0 0,0 1 1 0 0,0-1 0 0 0,0 1-1 0 0,0 0 1 0 0,1-1 0 0 0,-1 1-1 0 0,0 0 1 0 0,1-1 0 0 0,-1 1-1 0 0,0 0 1 0 0,1-1-1 0 0,0 1 1 0 0,12-19-520 0 0,2 4 413 0 0,0 0-1 0 0,0 1 1 0 0,1 1 0 0 0,21-14-1 0 0,77-41 185 0 0,-79 47-151 0 0,606-340 167 0 0,-625 352-51 0 0,-1 2-15 0 0,-1-1-1 0 0,-1 0 0 0 0,0-1 0 0 0,19-15 0 0 0,-32 23 7 0 0,1 1-1 0 0,-1 0 0 0 0,0 0 1 0 0,1-1-1 0 0,-1 1 0 0 0,0 0 1 0 0,0 0-1 0 0,1-1 0 0 0,-1 1 1 0 0,0 0-1 0 0,0-1 0 0 0,1 1 0 0 0,-1-1 1 0 0,0 1-1 0 0,0 0 0 0 0,0-1 1 0 0,0 1-1 0 0,1-1 0 0 0,-1 1 1 0 0,0 0-1 0 0,0-1 0 0 0,0 1 1 0 0,0-1-1 0 0,0 1 0 0 0,0-1 1 0 0,0 1-1 0 0,0 0 0 0 0,0-1 1 0 0,0 1-1 0 0,-1-1 0 0 0,1 1 1 0 0,0-1-1 0 0,0 0 0 0 0,-15-6 493 0 0,-21 4 312 0 0,9 5-455 0 0,1 0 1 0 0,-1 1-1 0 0,0 2 0 0 0,-31 9 1 0 0,-103 42-489 0 0,97-33 251 0 0,20-7-71 0 0,-180 58-252 0 0,180-62 95 0 0,-1-2-1 0 0,1-2 1 0 0,-54 3-1 0 0,97-11 100 0 0,-1 0 0 0 0,1 0 0 0 0,-1 1 0 0 0,1-1 0 0 0,-1-1 0 0 0,1 1 0 0 0,-1 0 0 0 0,1 0 0 0 0,-1-1 0 0 0,1 1 0 0 0,-1 0 0 0 0,1-1 0 0 0,-1 0 0 0 0,-1 0 0 0 0,3 1 0 0 0,0-1 0 0 0,0 1 0 0 0,0 0 0 0 0,0-1 0 0 0,-1 1 0 0 0,1 0 0 0 0,0-1 0 0 0,0 1 0 0 0,0-1 0 0 0,0 1 0 0 0,0 0 0 0 0,0-1 0 0 0,0 1 0 0 0,0-1 0 0 0,0 1 0 0 0,0 0 0 0 0,0-1 1 0 0,0 1-1 0 0,0 0 0 0 0,0-1 0 0 0,0 1 0 0 0,0-1 0 0 0,1 1 0 0 0,-1 0 0 0 0,0-1 0 0 0,0 1 0 0 0,0 0 0 0 0,1-1 0 0 0,-1 1 0 0 0,0 0 0 0 0,0 0 0 0 0,1-1 0 0 0,3-3 15 0 0,0 0 0 0 0,0 0 0 0 0,0 0 0 0 0,1 1 0 0 0,9-6 0 0 0,95-50-82 0 0,3 5 1 0 0,3 5-1 0 0,121-34 0 0 0,-221 78 34 0 0,3-1-98 0 0,37-6-1 0 0,-105 38-220 0 0,-74 32 228 0 0,-294 120 224 0 0,113-88 392 0 0,228-72-16 0 0,-1-4 0 0 0,-80 4 1 0 0,64-16-27 0 0,86-3-429 0 0,-1 0 1 0 0,0 0 0 0 0,1 0-1 0 0,-1-1 1 0 0,1-1 0 0 0,0 0 0 0 0,0 0-1 0 0,-13-6 1 0 0,19 7-29 0 0,0 1 0 0 0,0-1 0 0 0,0 1 0 0 0,0-1 0 0 0,1 0 0 0 0,-1 0 1 0 0,0 0-1 0 0,1 0 0 0 0,0 0 0 0 0,-1 0 0 0 0,1 0 0 0 0,0-1 0 0 0,0 1 0 0 0,0 0 0 0 0,0-1 0 0 0,1 1 0 0 0,-1-1 0 0 0,0 1 0 0 0,1-1 1 0 0,0 1-1 0 0,0-1 0 0 0,0 1 0 0 0,0-1 0 0 0,0 1 0 0 0,0-1 0 0 0,1 1 0 0 0,-1-1 0 0 0,1 1 0 0 0,0-1 0 0 0,-1 1 0 0 0,1 0 0 0 0,2-3 1 0 0,3-9-113 0 0,0 0 1 0 0,1 0 0 0 0,18-24 0 0 0,-24 36 102 0 0,47-60-425 0 0,3 2 0 0 0,2 3 0 0 0,64-55 0 0 0,-60 60 230 0 0,-2-2-1 0 0,-3-2 0 0 0,60-83 1 0 0,-104 128 206 0 0,46-77 92 0 0,-48 77-80 0 0,0-1-1 0 0,-1 1 1 0 0,-1-1-1 0 0,0 0 1 0 0,5-25-1 0 0,-8 35 33 0 0,-1 0 0 0 0,0 0 0 0 0,1 0 1 0 0,-1 0-1 0 0,0 0 0 0 0,0 1 0 0 0,0-1 0 0 0,0 0 0 0 0,-1 0 0 0 0,1 0 1 0 0,0 0-1 0 0,-1 0 0 0 0,1 0 0 0 0,-1 0 0 0 0,0 1 0 0 0,0-1 0 0 0,1 0 1 0 0,-1 0-1 0 0,0 1 0 0 0,-1-1 0 0 0,1 1 0 0 0,0-1 0 0 0,0 1 1 0 0,-1-1-1 0 0,1 1 0 0 0,0 0 0 0 0,-1-1 0 0 0,0 1 0 0 0,1 0 0 0 0,-1 0 1 0 0,0 0-1 0 0,1 1 0 0 0,-1-1 0 0 0,0 0 0 0 0,0 1 0 0 0,0-1 0 0 0,0 1 1 0 0,0-1-1 0 0,1 1 0 0 0,-1 0 0 0 0,0 0 0 0 0,-4 0 0 0 0,-7 0 193 0 0,-1 1-1 0 0,1 1 0 0 0,-1 0 0 0 0,-23 7 1 0 0,34-8-279 0 0,-157 48 88 0 0,97-28-80 0 0,0-2 0 0 0,-110 17 0 0 0,162-38 425 0 0,25-5-183 0 0,29-9-72 0 0,942-262-5519 0 0,-939 265 5169 0 0,-15 4 25 0 0,0 1 0 0 0,1 1 0 0 0,0 2 0 0 0,39-2-1 0 0,-70 7 185 0 0,1-1 0 0 0,-1 1 0 0 0,1 0-1 0 0,-1 0 1 0 0,1 0 0 0 0,-1 0 0 0 0,1 1-1 0 0,-1-1 1 0 0,1 0 0 0 0,-1 1 0 0 0,1-1-1 0 0,-1 1 1 0 0,0-1 0 0 0,1 1 0 0 0,-1 0 0 0 0,0-1-1 0 0,1 1 1 0 0,-1 0 0 0 0,2 1 0 0 0,-3-1-13 0 0,0 0 1 0 0,0 0-1 0 0,0 0 1 0 0,1-1 0 0 0,-1 1-1 0 0,0 0 1 0 0,0 0 0 0 0,-1 0-1 0 0,1 0 1 0 0,0-1-1 0 0,0 1 1 0 0,0 0 0 0 0,0 0-1 0 0,-1 0 1 0 0,1-1 0 0 0,0 1-1 0 0,-1 0 1 0 0,1 0-1 0 0,-1-1 1 0 0,1 1 0 0 0,-1 0-1 0 0,1-1 1 0 0,-1 1 0 0 0,0 0-1 0 0,-8 8-204 0 0,0 0 1 0 0,0-1-1 0 0,-14 9 0 0 0,19-14 227 0 0,-176 125 447 0 0,-229 179 1029 0 0,384-286-1275 0 0,-37 41 0 0 0,55-54-195 0 0,0 0 0 0 0,1 1 1 0 0,0 0-1 0 0,0 0 0 0 0,1 0 0 0 0,1 1 1 0 0,-1 0-1 0 0,1 0 0 0 0,-2 12 0 0 0,5-19-37 0 0,0 1 0 0 0,1 0 0 0 0,0 0 0 0 0,0-1-1 0 0,0 1 1 0 0,0 0 0 0 0,1 0 0 0 0,-1 0-1 0 0,1-1 1 0 0,0 1 0 0 0,0-1 0 0 0,0 1-1 0 0,1 0 1 0 0,-1-1 0 0 0,1 0 0 0 0,0 1-1 0 0,0-1 1 0 0,0 0 0 0 0,1 0 0 0 0,-1 0 0 0 0,0 0-1 0 0,1-1 1 0 0,0 1 0 0 0,0-1 0 0 0,0 1-1 0 0,0-1 1 0 0,0 0 0 0 0,7 3 0 0 0,5 3-89 0 0,1-1 0 0 0,-1-1 0 0 0,1 0 1 0 0,1-1-1 0 0,17 3 0 0 0,30 3 137 0 0,-1-2-1 0 0,120 1 0 0 0,132-23 1009 0 0,-297 11-1013 0 0,497-53 885 0 0,0-28-283 0 0,-48 7-234 0 0,-281 48-251 0 0,290-38 134 0 0,463-2-719 0 0,-535 70-601 0 0,-286 5 1114 0 0,161 31 0 0 0,-275-37 32 0 0,45 12 393 0 0,-48-13-407 0 0,0 0 1 0 0,0 1-1 0 0,0-1 1 0 0,0 0-1 0 0,0 1 1 0 0,0-1-1 0 0,0 0 1 0 0,0 1-1 0 0,0 0 1 0 0,0-1-1 0 0,0 1 1 0 0,0-1-1 0 0,0 1 1 0 0,-1 0-1 0 0,1 0 1 0 0,0 0-1 0 0,0-1 1 0 0,-1 1-1 0 0,1 0 1 0 0,0 0-1 0 0,-1 0 1 0 0,1 0-1 0 0,-1 0 1 0 0,1 0-1 0 0,-1 0 1 0 0,0 0-1 0 0,1 0 1 0 0,-1 0 0 0 0,0 0-1 0 0,0 1 1 0 0,0-1-1 0 0,0 0 1 0 0,0 0-1 0 0,0 0 1 0 0,0 0-1 0 0,-1 2 1 0 0,0-1 83 0 0,0 0 0 0 0,0-1 0 0 0,-1 1 0 0 0,1-1 0 0 0,-1 1 0 0 0,1-1 0 0 0,-1 0 0 0 0,0 1 0 0 0,0-1 0 0 0,1 0 0 0 0,-1 0 0 0 0,0 0 0 0 0,0-1 0 0 0,0 1 0 0 0,0 0 0 0 0,0-1 0 0 0,-4 1 0 0 0,-41 6 975 0 0,38-6-892 0 0,3-1-225 0 0,2 1-38 0 0,0 0 0 0 0,1-1 0 0 0,-1 0-1 0 0,0 1 1 0 0,0-1 0 0 0,0-1 0 0 0,1 1-1 0 0,-1-1 1 0 0,0 1 0 0 0,1-1 0 0 0,-5-2-1 0 0,8 3 3 0 0,-1 0 0 0 0,1 0-1 0 0,0 0 1 0 0,0-1-1 0 0,0 1 1 0 0,0 0-1 0 0,0 0 1 0 0,0 0-1 0 0,0-1 1 0 0,0 1-1 0 0,0 0 1 0 0,0 0-1 0 0,0-1 1 0 0,0 1-1 0 0,1 0 1 0 0,-1 0 0 0 0,0 0-1 0 0,0-1 1 0 0,0 1-1 0 0,0 0 1 0 0,0 0-1 0 0,0 0 1 0 0,0-1-1 0 0,0 1 1 0 0,1 0-1 0 0,-1 0 1 0 0,0 0-1 0 0,0 0 1 0 0,0-1-1 0 0,0 1 1 0 0,1 0 0 0 0,-1 0-1 0 0,0 0 1 0 0,0 0-1 0 0,0 0 1 0 0,1 0-1 0 0,-1 0 1 0 0,0 0-1 0 0,0 0 1 0 0,1-1-1 0 0,-1 1 1 0 0,0 0-1 0 0,0 0 1 0 0,0 0 0 0 0,1 0-1 0 0,-1 0 1 0 0,0 0-1 0 0,1 1 1 0 0,15-6-275 0 0,-14 4 181 0 0,288-57-2526 0 0,-206 46 2811 0 0,-1-4-1 0 0,116-39 1 0 0,-112 20 89 0 0,-45 17-79 0 0,67-19 0 0 0,-94 36-421 0 0,-26 11-141 0 0,-25 10-591 0 0,-48 17-693 0 0,-129 38 0 0 0,-105 7 5372 0 0,339-82-2941 0 0,36-6-697 0 0,388-79-2016 0 0,-424 80 1784 0 0,8-2-187 0 0,0 1 0 0 0,1 1 0 0 0,-1 2 0 0 0,56 0 0 0 0,-85 2 336 0 0,0 1 1 0 0,0 0-1 0 0,1 0 0 0 0,-1 0 0 0 0,0 0 1 0 0,1 0-1 0 0,-1 0 0 0 0,0 0 1 0 0,0 0-1 0 0,1 0 0 0 0,-1 0 1 0 0,0 1-1 0 0,1-1 0 0 0,-1 0 0 0 0,0 0 1 0 0,0 0-1 0 0,1 0 0 0 0,-1 0 1 0 0,0 0-1 0 0,0 1 0 0 0,1-1 1 0 0,-1 0-1 0 0,0 0 0 0 0,0 0 0 0 0,0 0 1 0 0,1 1-1 0 0,-1-1 0 0 0,0 0 1 0 0,0 0-1 0 0,0 1 0 0 0,0-1 1 0 0,1 0-1 0 0,-1 0 0 0 0,0 1 0 0 0,0-1 1 0 0,0 0-1 0 0,0 1 0 0 0,-7 9-224 0 0,-17 6 251 0 0,-108 58 321 0 0,-235 152 1219 0 0,365-225-1554 0 0,-14 11 95 0 0,0 1-1 0 0,-15 15 1 0 0,28-25-84 0 0,-1 1 0 0 0,1 0 0 0 0,0 0 0 0 0,0 0 1 0 0,0 0-1 0 0,1 0 0 0 0,-1 0 0 0 0,1 1 1 0 0,0 0-1 0 0,0-1 0 0 0,1 1 0 0 0,0 0 0 0 0,-1 0 1 0 0,1 5-1 0 0,1-8-46 0 0,0 1 0 0 0,1 0 0 0 0,-1-1 0 0 0,1 1 0 0 0,0-1 1 0 0,0 1-1 0 0,0-1 0 0 0,0 1 0 0 0,0-1 0 0 0,0 1 0 0 0,1-1 0 0 0,-1 0 0 0 0,1 0 0 0 0,-1 0 1 0 0,1 1-1 0 0,0-2 0 0 0,0 1 0 0 0,0 0 0 0 0,0 0 0 0 0,0-1 0 0 0,1 1 0 0 0,-1-1 0 0 0,0 0 0 0 0,4 2 1 0 0,7 3-35 0 0,1 0-1 0 0,-1-1 1 0 0,16 4 0 0 0,-27-9 62 0 0,51 13 256 0 0,0-2 1 0 0,1-3-1 0 0,63 2 1 0 0,166-10 1073 0 0,-214-1-1066 0 0,87-4 444 0 0,-25 0 380 0 0,180 15 0 0 0,-288-7-949 0 0,0 0-1 0 0,0 2 1 0 0,-1 0 0 0 0,30 12 0 0 0,-45-14-118 0 0,0 0 1 0 0,0 1 0 0 0,-1 0 0 0 0,1 0-1 0 0,-1 0 1 0 0,0 1 0 0 0,8 8-1 0 0,-11-10-32 0 0,0 0 0 0 0,-1 0 0 0 0,0 1-1 0 0,1-1 1 0 0,-1 1 0 0 0,0 0 0 0 0,-1-1-1 0 0,1 1 1 0 0,-1 0 0 0 0,1 0 0 0 0,-1 0-1 0 0,0 0 1 0 0,-1 0 0 0 0,1 8 0 0 0,-1-7-79 0 0,0 0 0 0 0,-1 0 0 0 0,0 1 0 0 0,0-1 0 0 0,0 0 0 0 0,-1 0 0 0 0,0 0 0 0 0,0 0 0 0 0,0-1 0 0 0,0 1 0 0 0,-1 0 0 0 0,0-1 0 0 0,0 0 0 0 0,0 1 0 0 0,-1-1 0 0 0,1-1 0 0 0,-1 1 0 0 0,0 0 1 0 0,0-1-1 0 0,0 0 0 0 0,0 0 0 0 0,-1 0 0 0 0,-6 3 0 0 0,-8 4-63 0 0,0-1 1 0 0,-1 0 0 0 0,0-2 0 0 0,-28 7-1 0 0,11-6 337 0 0,-47 4 0 0 0,54-8 241 0 0,0 0 0 0 0,0 2-1 0 0,-30 9 1 0 0,59-15-398 0 0,0 1 1 0 0,-1-1 0 0 0,1 0-1 0 0,0 1 1 0 0,0-1 0 0 0,0 1-1 0 0,-1-1 1 0 0,1 1 0 0 0,0 0-1 0 0,0-1 1 0 0,0 1-1 0 0,0 0 1 0 0,0 0 0 0 0,0-1-1 0 0,0 1 1 0 0,1 0 0 0 0,-1 0-1 0 0,0 0 1 0 0,0 0 0 0 0,1 0-1 0 0,-1 1 1 0 0,0-1 0 0 0,1 0-1 0 0,-1 0 1 0 0,1 2-1 0 0,0-2-32 0 0,0 1 0 0 0,0-1-1 0 0,1 1 1 0 0,-1-1 0 0 0,1 0-1 0 0,-1 1 1 0 0,1-1-1 0 0,0 1 1 0 0,0-1 0 0 0,-1 0-1 0 0,1 0 1 0 0,0 0-1 0 0,0 1 1 0 0,0-1 0 0 0,0 0-1 0 0,1 0 1 0 0,0 1-1 0 0,8 5-309 0 0,0 0 0 0 0,-1-1 0 0 0,2 0 0 0 0,11 4 0 0 0,-9-5 80 0 0,-9-5 188 0 0,-1 1 0 0 0,1 0 0 0 0,-1 0 0 0 0,0 1 0 0 0,1-1 0 0 0,-1 1 0 0 0,0 0 0 0 0,0-1 0 0 0,4 4 0 0 0,-36 1-216 0 0,-153 7-978 0 0,-2-8 1 0 0,-211-20-1 0 0,-16-20 679 0 0,-193-13-691 0 0,326 36 18 0 0,-180-13-324 0 0,416 21 1848 0 0,21 3 164 0 0,0-1 1 0 0,-1-1-1 0 0,1-1 0 0 0,-33-10 1 0 0,53 13-444 0 0,0 1 1 0 0,0 0 0 0 0,1 0-1 0 0,-1-1 1 0 0,0 1 0 0 0,0 0-1 0 0,1-1 1 0 0,-1 1 0 0 0,0-1-1 0 0,1 1 1 0 0,-1-1 0 0 0,0 1-1 0 0,1-1 1 0 0,-1 0 0 0 0,1 1 0 0 0,-1-1-1 0 0,1 0 1 0 0,-1 1 0 0 0,1-1-1 0 0,-1 0 1 0 0,1 1 0 0 0,0-1-1 0 0,-1 0 1 0 0,1 0 0 0 0,0 0-1 0 0,0 1 1 0 0,0-1 0 0 0,-1 0-1 0 0,1 0 1 0 0,0-1 0 0 0,1 0 13 0 0,-1 0 0 0 0,1 1 0 0 0,0-1 1 0 0,0 0-1 0 0,-1 0 0 0 0,1 0 1 0 0,0 0-1 0 0,1 1 0 0 0,-1-1 0 0 0,0 0 1 0 0,0 1-1 0 0,2-2 0 0 0,6-6 180 0 0,1 1 0 0 0,19-13 0 0 0,-29 21-195 0 0,55-30 414 0 0,-42 25-288 0 0,-1-1 1 0 0,1-1 0 0 0,18-14-1 0 0,-31 21-117 0 0,1 0 0 0 0,-1-1 0 0 0,0 1-1 0 0,1 0 1 0 0,-1 0 0 0 0,0-1 0 0 0,1 1-1 0 0,-1 0 1 0 0,0-1 0 0 0,1 1-1 0 0,-1 0 1 0 0,0-1 0 0 0,0 1 0 0 0,1 0-1 0 0,-1-1 1 0 0,0 1 0 0 0,0-1 0 0 0,0 1-1 0 0,0 0 1 0 0,1-1 0 0 0,-1 1 0 0 0,0-1-1 0 0,0 1 1 0 0,0-1 0 0 0,0 1-1 0 0,0 0 1 0 0,0-1 0 0 0,0 1 0 0 0,0-1-1 0 0,0 1 1 0 0,-1-1 0 0 0,1 1 0 0 0,0 0-1 0 0,0-1 1 0 0,0 1 0 0 0,0-1 0 0 0,0 1-1 0 0,-1 0 1 0 0,1-1 0 0 0,-20-10 520 0 0,-27 1 434 0 0,3 7-865 0 0,1 2 0 0 0,-52 6 1 0 0,56-2 86 0 0,-1-1-1 0 0,1-2 1 0 0,-48-7 0 0 0,23-4 798 0 0,28 4-592 0 0,-1 1-1 0 0,0 2 1 0 0,0 1-1 0 0,-58 3 1 0 0,26 10-1027 0 0,1 3 1 0 0,-107 34-1 0 0,160-40 345 0 0,21-5 202 0 0,26-4 139 0 0,-2-4-339 0 0,0 2-1 0 0,1 2 0 0 0,0 0 1 0 0,0 2-1 0 0,-1 2 1 0 0,1 0-1 0 0,43 10 1 0 0,-31-2-385 0 0</inkml:trace>
</inkml:ink>
</file>

<file path=ppt/ink/ink3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5T22:51:40.094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1 272 3225 0 0,'66'-8'382'0'0,"1"-3"-1"0"0,120-36 1 0 0,14-20 1086 0 0,136-42 3486 0 0,-325 106-4798 0 0,72-18 1015 0 0,-75 19-1004 0 0,1 1 1 0 0,-1 0-1 0 0,0 0 1 0 0,1 1-1 0 0,-1 0 0 0 0,17 3 1 0 0,-26-3-169 0 0,0 0 0 0 0,0 0 0 0 0,1 0 0 0 0,-1 0 0 0 0,0 0 0 0 0,0 0 0 0 0,0 0 0 0 0,0 0 0 0 0,1 0 0 0 0,-1 0 1 0 0,0 0-1 0 0,0 0 0 0 0,0 0 0 0 0,0 0 0 0 0,1 0 0 0 0,-1 0 0 0 0,0 0 0 0 0,0 0 0 0 0,0 0 0 0 0,0 0 0 0 0,1 1 0 0 0,-1-1 0 0 0,0 0 0 0 0,0 0 0 0 0,0 0 0 0 0,0 0 0 0 0,0 0 1 0 0,0 1-1 0 0,1-1 0 0 0,-1 0 0 0 0,0 0 0 0 0,0 0 0 0 0,0 0 0 0 0,0 1 0 0 0,0-1 0 0 0,0 0 0 0 0,0 0 0 0 0,0 0 0 0 0,0 0 0 0 0,0 1 0 0 0,0-1 0 0 0,0 0 0 0 0,0 0 1 0 0,-8 7-213 0 0,-13 2-215 0 0,-46 8-823 0 0,-1-3 0 0 0,-105 9-1 0 0,141-21 927 0 0</inkml:trace>
</inkml:ink>
</file>

<file path=ppt/ink/ink3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3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3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3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3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3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3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3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3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3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3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3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3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3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3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3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3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3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3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3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3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3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3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3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3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3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3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3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3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3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3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3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3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3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3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3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3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3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3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3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3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3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3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3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3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3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3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3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3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3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3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3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3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3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3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3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3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3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3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3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3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3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3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3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3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3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3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3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3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3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3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3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3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3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3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3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3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3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3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3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3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3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3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3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3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3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3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3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3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3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3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3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3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3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3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3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3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3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3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3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3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3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3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3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3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3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3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3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3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3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3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3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3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3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3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3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3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3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3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3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3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3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3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3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3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3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3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3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3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3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3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3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3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3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3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3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3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3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3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3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3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3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3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3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3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3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3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3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3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3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3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3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3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3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3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3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3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3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3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3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3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3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3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3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3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3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3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3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3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3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3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3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3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3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3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3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3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3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3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3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3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3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3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3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3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3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3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3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3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3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3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3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3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3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3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3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3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3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3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3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3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3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3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3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3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3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3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3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3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3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3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3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3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3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3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3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3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3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3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3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3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3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3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3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3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3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3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3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3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3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3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3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3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3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3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3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3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3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3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3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3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3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3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3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3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3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3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3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3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3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3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3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3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3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3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3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3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3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3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3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3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3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3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3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3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3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3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3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3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3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3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3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3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3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3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3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3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3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3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3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3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3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3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3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3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3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3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3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3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3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3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3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3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3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3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3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3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3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3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3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3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3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3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3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3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3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3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3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3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3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3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3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3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3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3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3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3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3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3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3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3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3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3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3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3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3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3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3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3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3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3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3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3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3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3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3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3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3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3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3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3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3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3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3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3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3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3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3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3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3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3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3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3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3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3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3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3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3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3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3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3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3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3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3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3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3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3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3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3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3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3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3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3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3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3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3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3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3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3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3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3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3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3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3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3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3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3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3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3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3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3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3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3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3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3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3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3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3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3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3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3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3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3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3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3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3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3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3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3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3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3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3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3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3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3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3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3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3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3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3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3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3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3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3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3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3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3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3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3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3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3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3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3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3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3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3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3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3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3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3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3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3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3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3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3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3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3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3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3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3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3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3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3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3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3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3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3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3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3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3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3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3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3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3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3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3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3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3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3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3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3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3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3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3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3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3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3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3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3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3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3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3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3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3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3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3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3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3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3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3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3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3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3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3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3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3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3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3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3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3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299" Type="http://schemas.openxmlformats.org/officeDocument/2006/relationships/customXml" Target="../ink/ink149.xml"/><Relationship Id="rId21" Type="http://schemas.openxmlformats.org/officeDocument/2006/relationships/customXml" Target="../ink/ink10.xml"/><Relationship Id="rId63" Type="http://schemas.openxmlformats.org/officeDocument/2006/relationships/customXml" Target="../ink/ink31.xml"/><Relationship Id="rId159" Type="http://schemas.openxmlformats.org/officeDocument/2006/relationships/customXml" Target="../ink/ink79.xml"/><Relationship Id="rId324" Type="http://schemas.openxmlformats.org/officeDocument/2006/relationships/image" Target="../media/image156.png"/><Relationship Id="rId170" Type="http://schemas.openxmlformats.org/officeDocument/2006/relationships/image" Target="../media/image79.png"/><Relationship Id="rId226" Type="http://schemas.openxmlformats.org/officeDocument/2006/relationships/image" Target="../media/image107.png"/><Relationship Id="rId268" Type="http://schemas.openxmlformats.org/officeDocument/2006/relationships/image" Target="../media/image128.png"/><Relationship Id="rId32" Type="http://schemas.openxmlformats.org/officeDocument/2006/relationships/image" Target="../media/image10.png"/><Relationship Id="rId74" Type="http://schemas.openxmlformats.org/officeDocument/2006/relationships/image" Target="../media/image31.png"/><Relationship Id="rId128" Type="http://schemas.openxmlformats.org/officeDocument/2006/relationships/image" Target="../media/image58.png"/><Relationship Id="rId335" Type="http://schemas.openxmlformats.org/officeDocument/2006/relationships/customXml" Target="../ink/ink167.xml"/><Relationship Id="rId5" Type="http://schemas.openxmlformats.org/officeDocument/2006/relationships/customXml" Target="../ink/ink2.xml"/><Relationship Id="rId181" Type="http://schemas.openxmlformats.org/officeDocument/2006/relationships/customXml" Target="../ink/ink90.xml"/><Relationship Id="rId237" Type="http://schemas.openxmlformats.org/officeDocument/2006/relationships/customXml" Target="../ink/ink118.xml"/><Relationship Id="rId279" Type="http://schemas.openxmlformats.org/officeDocument/2006/relationships/customXml" Target="../ink/ink139.xml"/><Relationship Id="rId43" Type="http://schemas.openxmlformats.org/officeDocument/2006/relationships/customXml" Target="../ink/ink21.xml"/><Relationship Id="rId139" Type="http://schemas.openxmlformats.org/officeDocument/2006/relationships/customXml" Target="../ink/ink69.xml"/><Relationship Id="rId290" Type="http://schemas.openxmlformats.org/officeDocument/2006/relationships/image" Target="../media/image139.png"/><Relationship Id="rId304" Type="http://schemas.openxmlformats.org/officeDocument/2006/relationships/image" Target="../media/image146.png"/><Relationship Id="rId346" Type="http://schemas.openxmlformats.org/officeDocument/2006/relationships/image" Target="../media/image167.png"/><Relationship Id="rId85" Type="http://schemas.openxmlformats.org/officeDocument/2006/relationships/customXml" Target="../ink/ink42.xml"/><Relationship Id="rId150" Type="http://schemas.openxmlformats.org/officeDocument/2006/relationships/image" Target="../media/image69.png"/><Relationship Id="rId192" Type="http://schemas.openxmlformats.org/officeDocument/2006/relationships/image" Target="../media/image90.png"/><Relationship Id="rId206" Type="http://schemas.openxmlformats.org/officeDocument/2006/relationships/image" Target="../media/image97.png"/><Relationship Id="rId248" Type="http://schemas.openxmlformats.org/officeDocument/2006/relationships/image" Target="../media/image118.png"/><Relationship Id="rId12" Type="http://schemas.openxmlformats.org/officeDocument/2006/relationships/image" Target="../media/image7460.png"/><Relationship Id="rId108" Type="http://schemas.openxmlformats.org/officeDocument/2006/relationships/image" Target="../media/image48.png"/><Relationship Id="rId315" Type="http://schemas.openxmlformats.org/officeDocument/2006/relationships/customXml" Target="../ink/ink157.xml"/><Relationship Id="rId357" Type="http://schemas.openxmlformats.org/officeDocument/2006/relationships/customXml" Target="../ink/ink178.xml"/><Relationship Id="rId54" Type="http://schemas.openxmlformats.org/officeDocument/2006/relationships/image" Target="../media/image21.png"/><Relationship Id="rId96" Type="http://schemas.openxmlformats.org/officeDocument/2006/relationships/image" Target="../media/image42.png"/><Relationship Id="rId161" Type="http://schemas.openxmlformats.org/officeDocument/2006/relationships/customXml" Target="../ink/ink80.xml"/><Relationship Id="rId217" Type="http://schemas.openxmlformats.org/officeDocument/2006/relationships/customXml" Target="../ink/ink108.xml"/><Relationship Id="rId259" Type="http://schemas.openxmlformats.org/officeDocument/2006/relationships/customXml" Target="../ink/ink129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270" Type="http://schemas.openxmlformats.org/officeDocument/2006/relationships/image" Target="../media/image129.png"/><Relationship Id="rId326" Type="http://schemas.openxmlformats.org/officeDocument/2006/relationships/image" Target="../media/image157.png"/><Relationship Id="rId65" Type="http://schemas.openxmlformats.org/officeDocument/2006/relationships/customXml" Target="../ink/ink32.xml"/><Relationship Id="rId130" Type="http://schemas.openxmlformats.org/officeDocument/2006/relationships/image" Target="../media/image59.png"/><Relationship Id="rId172" Type="http://schemas.openxmlformats.org/officeDocument/2006/relationships/image" Target="../media/image80.png"/><Relationship Id="rId228" Type="http://schemas.openxmlformats.org/officeDocument/2006/relationships/image" Target="../media/image108.png"/><Relationship Id="rId281" Type="http://schemas.openxmlformats.org/officeDocument/2006/relationships/customXml" Target="../ink/ink140.xml"/><Relationship Id="rId337" Type="http://schemas.openxmlformats.org/officeDocument/2006/relationships/customXml" Target="../ink/ink168.xml"/><Relationship Id="rId34" Type="http://schemas.openxmlformats.org/officeDocument/2006/relationships/image" Target="../media/image11.png"/><Relationship Id="rId76" Type="http://schemas.openxmlformats.org/officeDocument/2006/relationships/image" Target="../media/image32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183" Type="http://schemas.openxmlformats.org/officeDocument/2006/relationships/customXml" Target="../ink/ink91.xml"/><Relationship Id="rId239" Type="http://schemas.openxmlformats.org/officeDocument/2006/relationships/customXml" Target="../ink/ink119.xml"/><Relationship Id="rId250" Type="http://schemas.openxmlformats.org/officeDocument/2006/relationships/image" Target="../media/image119.png"/><Relationship Id="rId292" Type="http://schemas.openxmlformats.org/officeDocument/2006/relationships/image" Target="../media/image140.png"/><Relationship Id="rId306" Type="http://schemas.openxmlformats.org/officeDocument/2006/relationships/image" Target="../media/image147.png"/><Relationship Id="rId45" Type="http://schemas.openxmlformats.org/officeDocument/2006/relationships/customXml" Target="../ink/ink22.xml"/><Relationship Id="rId87" Type="http://schemas.openxmlformats.org/officeDocument/2006/relationships/customXml" Target="../ink/ink43.xml"/><Relationship Id="rId110" Type="http://schemas.openxmlformats.org/officeDocument/2006/relationships/image" Target="../media/image49.png"/><Relationship Id="rId348" Type="http://schemas.openxmlformats.org/officeDocument/2006/relationships/image" Target="../media/image168.png"/><Relationship Id="rId152" Type="http://schemas.openxmlformats.org/officeDocument/2006/relationships/image" Target="../media/image70.png"/><Relationship Id="rId194" Type="http://schemas.openxmlformats.org/officeDocument/2006/relationships/image" Target="../media/image91.png"/><Relationship Id="rId208" Type="http://schemas.openxmlformats.org/officeDocument/2006/relationships/image" Target="../media/image98.png"/><Relationship Id="rId261" Type="http://schemas.openxmlformats.org/officeDocument/2006/relationships/customXml" Target="../ink/ink130.xml"/><Relationship Id="rId14" Type="http://schemas.openxmlformats.org/officeDocument/2006/relationships/image" Target="../media/image7470.png"/><Relationship Id="rId56" Type="http://schemas.openxmlformats.org/officeDocument/2006/relationships/image" Target="../media/image22.png"/><Relationship Id="rId317" Type="http://schemas.openxmlformats.org/officeDocument/2006/relationships/customXml" Target="../ink/ink158.xml"/><Relationship Id="rId98" Type="http://schemas.openxmlformats.org/officeDocument/2006/relationships/image" Target="../media/image43.png"/><Relationship Id="rId121" Type="http://schemas.openxmlformats.org/officeDocument/2006/relationships/customXml" Target="../ink/ink60.xml"/><Relationship Id="rId163" Type="http://schemas.openxmlformats.org/officeDocument/2006/relationships/customXml" Target="../ink/ink81.xml"/><Relationship Id="rId219" Type="http://schemas.openxmlformats.org/officeDocument/2006/relationships/customXml" Target="../ink/ink109.xml"/><Relationship Id="rId230" Type="http://schemas.openxmlformats.org/officeDocument/2006/relationships/image" Target="../media/image109.png"/><Relationship Id="rId25" Type="http://schemas.openxmlformats.org/officeDocument/2006/relationships/customXml" Target="../ink/ink12.xml"/><Relationship Id="rId46" Type="http://schemas.openxmlformats.org/officeDocument/2006/relationships/image" Target="../media/image17.png"/><Relationship Id="rId67" Type="http://schemas.openxmlformats.org/officeDocument/2006/relationships/customXml" Target="../ink/ink33.xml"/><Relationship Id="rId272" Type="http://schemas.openxmlformats.org/officeDocument/2006/relationships/image" Target="../media/image130.png"/><Relationship Id="rId293" Type="http://schemas.openxmlformats.org/officeDocument/2006/relationships/customXml" Target="../ink/ink146.xml"/><Relationship Id="rId307" Type="http://schemas.openxmlformats.org/officeDocument/2006/relationships/customXml" Target="../ink/ink153.xml"/><Relationship Id="rId328" Type="http://schemas.openxmlformats.org/officeDocument/2006/relationships/image" Target="../media/image158.png"/><Relationship Id="rId349" Type="http://schemas.openxmlformats.org/officeDocument/2006/relationships/customXml" Target="../ink/ink174.xml"/><Relationship Id="rId88" Type="http://schemas.openxmlformats.org/officeDocument/2006/relationships/image" Target="../media/image38.png"/><Relationship Id="rId111" Type="http://schemas.openxmlformats.org/officeDocument/2006/relationships/customXml" Target="../ink/ink55.xml"/><Relationship Id="rId132" Type="http://schemas.openxmlformats.org/officeDocument/2006/relationships/image" Target="../media/image60.png"/><Relationship Id="rId153" Type="http://schemas.openxmlformats.org/officeDocument/2006/relationships/customXml" Target="../ink/ink76.xml"/><Relationship Id="rId174" Type="http://schemas.openxmlformats.org/officeDocument/2006/relationships/image" Target="../media/image81.png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220" Type="http://schemas.openxmlformats.org/officeDocument/2006/relationships/image" Target="../media/image104.png"/><Relationship Id="rId241" Type="http://schemas.openxmlformats.org/officeDocument/2006/relationships/customXml" Target="../ink/ink120.xml"/><Relationship Id="rId15" Type="http://schemas.openxmlformats.org/officeDocument/2006/relationships/customXml" Target="../ink/ink7.xml"/><Relationship Id="rId36" Type="http://schemas.openxmlformats.org/officeDocument/2006/relationships/image" Target="../media/image12.png"/><Relationship Id="rId57" Type="http://schemas.openxmlformats.org/officeDocument/2006/relationships/customXml" Target="../ink/ink28.xml"/><Relationship Id="rId262" Type="http://schemas.openxmlformats.org/officeDocument/2006/relationships/image" Target="../media/image125.png"/><Relationship Id="rId283" Type="http://schemas.openxmlformats.org/officeDocument/2006/relationships/customXml" Target="../ink/ink141.xml"/><Relationship Id="rId318" Type="http://schemas.openxmlformats.org/officeDocument/2006/relationships/image" Target="../media/image153.png"/><Relationship Id="rId339" Type="http://schemas.openxmlformats.org/officeDocument/2006/relationships/customXml" Target="../ink/ink169.xml"/><Relationship Id="rId78" Type="http://schemas.openxmlformats.org/officeDocument/2006/relationships/image" Target="../media/image33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55.png"/><Relationship Id="rId143" Type="http://schemas.openxmlformats.org/officeDocument/2006/relationships/customXml" Target="../ink/ink71.xml"/><Relationship Id="rId164" Type="http://schemas.openxmlformats.org/officeDocument/2006/relationships/image" Target="../media/image76.png"/><Relationship Id="rId185" Type="http://schemas.openxmlformats.org/officeDocument/2006/relationships/customXml" Target="../ink/ink92.xml"/><Relationship Id="rId350" Type="http://schemas.openxmlformats.org/officeDocument/2006/relationships/image" Target="../media/image169.png"/><Relationship Id="rId9" Type="http://schemas.openxmlformats.org/officeDocument/2006/relationships/customXml" Target="../ink/ink4.xml"/><Relationship Id="rId210" Type="http://schemas.openxmlformats.org/officeDocument/2006/relationships/image" Target="../media/image99.png"/><Relationship Id="rId26" Type="http://schemas.openxmlformats.org/officeDocument/2006/relationships/image" Target="../media/image7.png"/><Relationship Id="rId231" Type="http://schemas.openxmlformats.org/officeDocument/2006/relationships/customXml" Target="../ink/ink115.xml"/><Relationship Id="rId252" Type="http://schemas.openxmlformats.org/officeDocument/2006/relationships/image" Target="../media/image120.png"/><Relationship Id="rId273" Type="http://schemas.openxmlformats.org/officeDocument/2006/relationships/customXml" Target="../ink/ink136.xml"/><Relationship Id="rId294" Type="http://schemas.openxmlformats.org/officeDocument/2006/relationships/image" Target="../media/image141.png"/><Relationship Id="rId308" Type="http://schemas.openxmlformats.org/officeDocument/2006/relationships/image" Target="../media/image148.png"/><Relationship Id="rId329" Type="http://schemas.openxmlformats.org/officeDocument/2006/relationships/customXml" Target="../ink/ink164.xml"/><Relationship Id="rId47" Type="http://schemas.openxmlformats.org/officeDocument/2006/relationships/customXml" Target="../ink/ink23.xml"/><Relationship Id="rId68" Type="http://schemas.openxmlformats.org/officeDocument/2006/relationships/image" Target="../media/image28.png"/><Relationship Id="rId89" Type="http://schemas.openxmlformats.org/officeDocument/2006/relationships/customXml" Target="../ink/ink44.xml"/><Relationship Id="rId112" Type="http://schemas.openxmlformats.org/officeDocument/2006/relationships/image" Target="../media/image50.png"/><Relationship Id="rId133" Type="http://schemas.openxmlformats.org/officeDocument/2006/relationships/customXml" Target="../ink/ink66.xml"/><Relationship Id="rId154" Type="http://schemas.openxmlformats.org/officeDocument/2006/relationships/image" Target="../media/image71.png"/><Relationship Id="rId175" Type="http://schemas.openxmlformats.org/officeDocument/2006/relationships/customXml" Target="../ink/ink87.xml"/><Relationship Id="rId340" Type="http://schemas.openxmlformats.org/officeDocument/2006/relationships/image" Target="../media/image164.png"/><Relationship Id="rId196" Type="http://schemas.openxmlformats.org/officeDocument/2006/relationships/image" Target="../media/image92.png"/><Relationship Id="rId200" Type="http://schemas.openxmlformats.org/officeDocument/2006/relationships/image" Target="../media/image94.png"/><Relationship Id="rId16" Type="http://schemas.openxmlformats.org/officeDocument/2006/relationships/image" Target="../media/image7480.png"/><Relationship Id="rId221" Type="http://schemas.openxmlformats.org/officeDocument/2006/relationships/customXml" Target="../ink/ink110.xml"/><Relationship Id="rId242" Type="http://schemas.openxmlformats.org/officeDocument/2006/relationships/image" Target="../media/image115.png"/><Relationship Id="rId263" Type="http://schemas.openxmlformats.org/officeDocument/2006/relationships/customXml" Target="../ink/ink131.xml"/><Relationship Id="rId284" Type="http://schemas.openxmlformats.org/officeDocument/2006/relationships/image" Target="../media/image136.png"/><Relationship Id="rId319" Type="http://schemas.openxmlformats.org/officeDocument/2006/relationships/customXml" Target="../ink/ink159.xml"/><Relationship Id="rId37" Type="http://schemas.openxmlformats.org/officeDocument/2006/relationships/customXml" Target="../ink/ink18.xml"/><Relationship Id="rId58" Type="http://schemas.openxmlformats.org/officeDocument/2006/relationships/image" Target="../media/image23.png"/><Relationship Id="rId79" Type="http://schemas.openxmlformats.org/officeDocument/2006/relationships/customXml" Target="../ink/ink39.xml"/><Relationship Id="rId102" Type="http://schemas.openxmlformats.org/officeDocument/2006/relationships/image" Target="../media/image45.png"/><Relationship Id="rId123" Type="http://schemas.openxmlformats.org/officeDocument/2006/relationships/customXml" Target="../ink/ink61.xml"/><Relationship Id="rId144" Type="http://schemas.openxmlformats.org/officeDocument/2006/relationships/image" Target="../media/image66.png"/><Relationship Id="rId330" Type="http://schemas.openxmlformats.org/officeDocument/2006/relationships/image" Target="../media/image159.png"/><Relationship Id="rId90" Type="http://schemas.openxmlformats.org/officeDocument/2006/relationships/image" Target="../media/image39.png"/><Relationship Id="rId165" Type="http://schemas.openxmlformats.org/officeDocument/2006/relationships/customXml" Target="../ink/ink82.xml"/><Relationship Id="rId186" Type="http://schemas.openxmlformats.org/officeDocument/2006/relationships/image" Target="../media/image87.png"/><Relationship Id="rId351" Type="http://schemas.openxmlformats.org/officeDocument/2006/relationships/customXml" Target="../ink/ink175.xml"/><Relationship Id="rId211" Type="http://schemas.openxmlformats.org/officeDocument/2006/relationships/customXml" Target="../ink/ink105.xml"/><Relationship Id="rId232" Type="http://schemas.openxmlformats.org/officeDocument/2006/relationships/image" Target="../media/image110.png"/><Relationship Id="rId253" Type="http://schemas.openxmlformats.org/officeDocument/2006/relationships/customXml" Target="../ink/ink126.xml"/><Relationship Id="rId274" Type="http://schemas.openxmlformats.org/officeDocument/2006/relationships/image" Target="../media/image131.png"/><Relationship Id="rId295" Type="http://schemas.openxmlformats.org/officeDocument/2006/relationships/customXml" Target="../ink/ink147.xml"/><Relationship Id="rId309" Type="http://schemas.openxmlformats.org/officeDocument/2006/relationships/customXml" Target="../ink/ink154.xml"/><Relationship Id="rId27" Type="http://schemas.openxmlformats.org/officeDocument/2006/relationships/customXml" Target="../ink/ink13.xml"/><Relationship Id="rId48" Type="http://schemas.openxmlformats.org/officeDocument/2006/relationships/image" Target="../media/image18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34" Type="http://schemas.openxmlformats.org/officeDocument/2006/relationships/image" Target="../media/image61.png"/><Relationship Id="rId320" Type="http://schemas.openxmlformats.org/officeDocument/2006/relationships/image" Target="../media/image154.png"/><Relationship Id="rId80" Type="http://schemas.openxmlformats.org/officeDocument/2006/relationships/image" Target="../media/image34.png"/><Relationship Id="rId155" Type="http://schemas.openxmlformats.org/officeDocument/2006/relationships/customXml" Target="../ink/ink77.xml"/><Relationship Id="rId176" Type="http://schemas.openxmlformats.org/officeDocument/2006/relationships/image" Target="../media/image82.png"/><Relationship Id="rId197" Type="http://schemas.openxmlformats.org/officeDocument/2006/relationships/customXml" Target="../ink/ink98.xml"/><Relationship Id="rId341" Type="http://schemas.openxmlformats.org/officeDocument/2006/relationships/customXml" Target="../ink/ink170.xml"/><Relationship Id="rId201" Type="http://schemas.openxmlformats.org/officeDocument/2006/relationships/customXml" Target="../ink/ink100.xml"/><Relationship Id="rId222" Type="http://schemas.openxmlformats.org/officeDocument/2006/relationships/image" Target="../media/image105.png"/><Relationship Id="rId243" Type="http://schemas.openxmlformats.org/officeDocument/2006/relationships/customXml" Target="../ink/ink121.xml"/><Relationship Id="rId264" Type="http://schemas.openxmlformats.org/officeDocument/2006/relationships/image" Target="../media/image126.png"/><Relationship Id="rId285" Type="http://schemas.openxmlformats.org/officeDocument/2006/relationships/customXml" Target="../ink/ink142.xml"/><Relationship Id="rId17" Type="http://schemas.openxmlformats.org/officeDocument/2006/relationships/customXml" Target="../ink/ink8.xml"/><Relationship Id="rId38" Type="http://schemas.openxmlformats.org/officeDocument/2006/relationships/image" Target="../media/image13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24" Type="http://schemas.openxmlformats.org/officeDocument/2006/relationships/image" Target="../media/image56.png"/><Relationship Id="rId310" Type="http://schemas.openxmlformats.org/officeDocument/2006/relationships/image" Target="../media/image149.png"/><Relationship Id="rId70" Type="http://schemas.openxmlformats.org/officeDocument/2006/relationships/image" Target="../media/image29.png"/><Relationship Id="rId91" Type="http://schemas.openxmlformats.org/officeDocument/2006/relationships/customXml" Target="../ink/ink45.xml"/><Relationship Id="rId145" Type="http://schemas.openxmlformats.org/officeDocument/2006/relationships/customXml" Target="../ink/ink72.xml"/><Relationship Id="rId166" Type="http://schemas.openxmlformats.org/officeDocument/2006/relationships/image" Target="../media/image77.png"/><Relationship Id="rId187" Type="http://schemas.openxmlformats.org/officeDocument/2006/relationships/customXml" Target="../ink/ink93.xml"/><Relationship Id="rId331" Type="http://schemas.openxmlformats.org/officeDocument/2006/relationships/customXml" Target="../ink/ink165.xml"/><Relationship Id="rId35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0.png"/><Relationship Id="rId233" Type="http://schemas.openxmlformats.org/officeDocument/2006/relationships/customXml" Target="../ink/ink116.xml"/><Relationship Id="rId254" Type="http://schemas.openxmlformats.org/officeDocument/2006/relationships/image" Target="../media/image121.png"/><Relationship Id="rId28" Type="http://schemas.openxmlformats.org/officeDocument/2006/relationships/image" Target="../media/image8.png"/><Relationship Id="rId49" Type="http://schemas.openxmlformats.org/officeDocument/2006/relationships/customXml" Target="../ink/ink24.xml"/><Relationship Id="rId114" Type="http://schemas.openxmlformats.org/officeDocument/2006/relationships/image" Target="../media/image51.png"/><Relationship Id="rId275" Type="http://schemas.openxmlformats.org/officeDocument/2006/relationships/customXml" Target="../ink/ink137.xml"/><Relationship Id="rId296" Type="http://schemas.openxmlformats.org/officeDocument/2006/relationships/image" Target="../media/image142.png"/><Relationship Id="rId300" Type="http://schemas.openxmlformats.org/officeDocument/2006/relationships/image" Target="../media/image144.png"/><Relationship Id="rId60" Type="http://schemas.openxmlformats.org/officeDocument/2006/relationships/image" Target="../media/image24.png"/><Relationship Id="rId81" Type="http://schemas.openxmlformats.org/officeDocument/2006/relationships/customXml" Target="../ink/ink40.xml"/><Relationship Id="rId135" Type="http://schemas.openxmlformats.org/officeDocument/2006/relationships/customXml" Target="../ink/ink67.xml"/><Relationship Id="rId156" Type="http://schemas.openxmlformats.org/officeDocument/2006/relationships/image" Target="../media/image72.png"/><Relationship Id="rId177" Type="http://schemas.openxmlformats.org/officeDocument/2006/relationships/customXml" Target="../ink/ink88.xml"/><Relationship Id="rId198" Type="http://schemas.openxmlformats.org/officeDocument/2006/relationships/image" Target="../media/image93.png"/><Relationship Id="rId321" Type="http://schemas.openxmlformats.org/officeDocument/2006/relationships/customXml" Target="../ink/ink160.xml"/><Relationship Id="rId342" Type="http://schemas.openxmlformats.org/officeDocument/2006/relationships/image" Target="../media/image165.png"/><Relationship Id="rId202" Type="http://schemas.openxmlformats.org/officeDocument/2006/relationships/image" Target="../media/image95.png"/><Relationship Id="rId223" Type="http://schemas.openxmlformats.org/officeDocument/2006/relationships/customXml" Target="../ink/ink111.xml"/><Relationship Id="rId244" Type="http://schemas.openxmlformats.org/officeDocument/2006/relationships/image" Target="../media/image116.png"/><Relationship Id="rId18" Type="http://schemas.openxmlformats.org/officeDocument/2006/relationships/image" Target="../media/image3.png"/><Relationship Id="rId39" Type="http://schemas.openxmlformats.org/officeDocument/2006/relationships/customXml" Target="../ink/ink19.xml"/><Relationship Id="rId265" Type="http://schemas.openxmlformats.org/officeDocument/2006/relationships/customXml" Target="../ink/ink132.xml"/><Relationship Id="rId286" Type="http://schemas.openxmlformats.org/officeDocument/2006/relationships/image" Target="../media/image137.png"/><Relationship Id="rId50" Type="http://schemas.openxmlformats.org/officeDocument/2006/relationships/image" Target="../media/image19.png"/><Relationship Id="rId104" Type="http://schemas.openxmlformats.org/officeDocument/2006/relationships/image" Target="../media/image46.png"/><Relationship Id="rId125" Type="http://schemas.openxmlformats.org/officeDocument/2006/relationships/customXml" Target="../ink/ink62.xml"/><Relationship Id="rId146" Type="http://schemas.openxmlformats.org/officeDocument/2006/relationships/image" Target="../media/image67.png"/><Relationship Id="rId167" Type="http://schemas.openxmlformats.org/officeDocument/2006/relationships/customXml" Target="../ink/ink83.xml"/><Relationship Id="rId188" Type="http://schemas.openxmlformats.org/officeDocument/2006/relationships/image" Target="../media/image88.png"/><Relationship Id="rId311" Type="http://schemas.openxmlformats.org/officeDocument/2006/relationships/customXml" Target="../ink/ink155.xml"/><Relationship Id="rId332" Type="http://schemas.openxmlformats.org/officeDocument/2006/relationships/image" Target="../media/image160.png"/><Relationship Id="rId353" Type="http://schemas.openxmlformats.org/officeDocument/2006/relationships/customXml" Target="../ink/ink176.xml"/><Relationship Id="rId71" Type="http://schemas.openxmlformats.org/officeDocument/2006/relationships/customXml" Target="../ink/ink35.xml"/><Relationship Id="rId92" Type="http://schemas.openxmlformats.org/officeDocument/2006/relationships/image" Target="../media/image40.png"/><Relationship Id="rId213" Type="http://schemas.openxmlformats.org/officeDocument/2006/relationships/customXml" Target="../ink/ink106.xml"/><Relationship Id="rId234" Type="http://schemas.openxmlformats.org/officeDocument/2006/relationships/image" Target="../media/image111.png"/><Relationship Id="rId2" Type="http://schemas.openxmlformats.org/officeDocument/2006/relationships/image" Target="../media/image2.png"/><Relationship Id="rId29" Type="http://schemas.openxmlformats.org/officeDocument/2006/relationships/customXml" Target="../ink/ink14.xml"/><Relationship Id="rId255" Type="http://schemas.openxmlformats.org/officeDocument/2006/relationships/customXml" Target="../ink/ink127.xml"/><Relationship Id="rId276" Type="http://schemas.openxmlformats.org/officeDocument/2006/relationships/image" Target="../media/image132.png"/><Relationship Id="rId297" Type="http://schemas.openxmlformats.org/officeDocument/2006/relationships/customXml" Target="../ink/ink148.xml"/><Relationship Id="rId40" Type="http://schemas.openxmlformats.org/officeDocument/2006/relationships/image" Target="../media/image14.png"/><Relationship Id="rId115" Type="http://schemas.openxmlformats.org/officeDocument/2006/relationships/customXml" Target="../ink/ink57.xml"/><Relationship Id="rId136" Type="http://schemas.openxmlformats.org/officeDocument/2006/relationships/image" Target="../media/image62.png"/><Relationship Id="rId157" Type="http://schemas.openxmlformats.org/officeDocument/2006/relationships/customXml" Target="../ink/ink78.xml"/><Relationship Id="rId178" Type="http://schemas.openxmlformats.org/officeDocument/2006/relationships/image" Target="../media/image83.png"/><Relationship Id="rId301" Type="http://schemas.openxmlformats.org/officeDocument/2006/relationships/customXml" Target="../ink/ink150.xml"/><Relationship Id="rId322" Type="http://schemas.openxmlformats.org/officeDocument/2006/relationships/image" Target="../media/image155.png"/><Relationship Id="rId343" Type="http://schemas.openxmlformats.org/officeDocument/2006/relationships/customXml" Target="../ink/ink171.xml"/><Relationship Id="rId61" Type="http://schemas.openxmlformats.org/officeDocument/2006/relationships/customXml" Target="../ink/ink30.xml"/><Relationship Id="rId82" Type="http://schemas.openxmlformats.org/officeDocument/2006/relationships/image" Target="../media/image35.png"/><Relationship Id="rId199" Type="http://schemas.openxmlformats.org/officeDocument/2006/relationships/customXml" Target="../ink/ink99.xml"/><Relationship Id="rId203" Type="http://schemas.openxmlformats.org/officeDocument/2006/relationships/customXml" Target="../ink/ink101.xml"/><Relationship Id="rId19" Type="http://schemas.openxmlformats.org/officeDocument/2006/relationships/customXml" Target="../ink/ink9.xml"/><Relationship Id="rId224" Type="http://schemas.openxmlformats.org/officeDocument/2006/relationships/image" Target="../media/image106.png"/><Relationship Id="rId245" Type="http://schemas.openxmlformats.org/officeDocument/2006/relationships/customXml" Target="../ink/ink122.xml"/><Relationship Id="rId266" Type="http://schemas.openxmlformats.org/officeDocument/2006/relationships/image" Target="../media/image127.png"/><Relationship Id="rId287" Type="http://schemas.openxmlformats.org/officeDocument/2006/relationships/customXml" Target="../ink/ink143.xml"/><Relationship Id="rId30" Type="http://schemas.openxmlformats.org/officeDocument/2006/relationships/image" Target="../media/image9.png"/><Relationship Id="rId105" Type="http://schemas.openxmlformats.org/officeDocument/2006/relationships/customXml" Target="../ink/ink52.xml"/><Relationship Id="rId126" Type="http://schemas.openxmlformats.org/officeDocument/2006/relationships/image" Target="../media/image57.png"/><Relationship Id="rId147" Type="http://schemas.openxmlformats.org/officeDocument/2006/relationships/customXml" Target="../ink/ink73.xml"/><Relationship Id="rId168" Type="http://schemas.openxmlformats.org/officeDocument/2006/relationships/image" Target="../media/image78.png"/><Relationship Id="rId312" Type="http://schemas.openxmlformats.org/officeDocument/2006/relationships/image" Target="../media/image150.png"/><Relationship Id="rId333" Type="http://schemas.openxmlformats.org/officeDocument/2006/relationships/customXml" Target="../ink/ink166.xml"/><Relationship Id="rId354" Type="http://schemas.openxmlformats.org/officeDocument/2006/relationships/image" Target="../media/image171.png"/><Relationship Id="rId51" Type="http://schemas.openxmlformats.org/officeDocument/2006/relationships/customXml" Target="../ink/ink25.xml"/><Relationship Id="rId72" Type="http://schemas.openxmlformats.org/officeDocument/2006/relationships/image" Target="../media/image30.png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" Type="http://schemas.openxmlformats.org/officeDocument/2006/relationships/customXml" Target="../ink/ink1.xml"/><Relationship Id="rId214" Type="http://schemas.openxmlformats.org/officeDocument/2006/relationships/image" Target="../media/image101.png"/><Relationship Id="rId235" Type="http://schemas.openxmlformats.org/officeDocument/2006/relationships/customXml" Target="../ink/ink117.xml"/><Relationship Id="rId256" Type="http://schemas.openxmlformats.org/officeDocument/2006/relationships/image" Target="../media/image122.png"/><Relationship Id="rId277" Type="http://schemas.openxmlformats.org/officeDocument/2006/relationships/customXml" Target="../ink/ink138.xml"/><Relationship Id="rId298" Type="http://schemas.openxmlformats.org/officeDocument/2006/relationships/image" Target="../media/image143.png"/><Relationship Id="rId116" Type="http://schemas.openxmlformats.org/officeDocument/2006/relationships/image" Target="../media/image52.png"/><Relationship Id="rId137" Type="http://schemas.openxmlformats.org/officeDocument/2006/relationships/customXml" Target="../ink/ink68.xml"/><Relationship Id="rId158" Type="http://schemas.openxmlformats.org/officeDocument/2006/relationships/image" Target="../media/image73.png"/><Relationship Id="rId302" Type="http://schemas.openxmlformats.org/officeDocument/2006/relationships/image" Target="../media/image145.png"/><Relationship Id="rId323" Type="http://schemas.openxmlformats.org/officeDocument/2006/relationships/customXml" Target="../ink/ink161.xml"/><Relationship Id="rId344" Type="http://schemas.openxmlformats.org/officeDocument/2006/relationships/image" Target="../media/image166.png"/><Relationship Id="rId20" Type="http://schemas.openxmlformats.org/officeDocument/2006/relationships/image" Target="../media/image4.png"/><Relationship Id="rId41" Type="http://schemas.openxmlformats.org/officeDocument/2006/relationships/customXml" Target="../ink/ink20.xml"/><Relationship Id="rId62" Type="http://schemas.openxmlformats.org/officeDocument/2006/relationships/image" Target="../media/image25.png"/><Relationship Id="rId83" Type="http://schemas.openxmlformats.org/officeDocument/2006/relationships/customXml" Target="../ink/ink41.xml"/><Relationship Id="rId179" Type="http://schemas.openxmlformats.org/officeDocument/2006/relationships/customXml" Target="../ink/ink89.xml"/><Relationship Id="rId190" Type="http://schemas.openxmlformats.org/officeDocument/2006/relationships/image" Target="../media/image89.png"/><Relationship Id="rId204" Type="http://schemas.openxmlformats.org/officeDocument/2006/relationships/image" Target="../media/image96.png"/><Relationship Id="rId225" Type="http://schemas.openxmlformats.org/officeDocument/2006/relationships/customXml" Target="../ink/ink112.xml"/><Relationship Id="rId246" Type="http://schemas.openxmlformats.org/officeDocument/2006/relationships/image" Target="../media/image117.png"/><Relationship Id="rId267" Type="http://schemas.openxmlformats.org/officeDocument/2006/relationships/customXml" Target="../ink/ink133.xml"/><Relationship Id="rId288" Type="http://schemas.openxmlformats.org/officeDocument/2006/relationships/image" Target="../media/image138.png"/><Relationship Id="rId106" Type="http://schemas.openxmlformats.org/officeDocument/2006/relationships/image" Target="../media/image47.png"/><Relationship Id="rId127" Type="http://schemas.openxmlformats.org/officeDocument/2006/relationships/customXml" Target="../ink/ink63.xml"/><Relationship Id="rId313" Type="http://schemas.openxmlformats.org/officeDocument/2006/relationships/customXml" Target="../ink/ink156.xml"/><Relationship Id="rId10" Type="http://schemas.openxmlformats.org/officeDocument/2006/relationships/image" Target="../media/image7450.png"/><Relationship Id="rId31" Type="http://schemas.openxmlformats.org/officeDocument/2006/relationships/customXml" Target="../ink/ink15.xml"/><Relationship Id="rId52" Type="http://schemas.openxmlformats.org/officeDocument/2006/relationships/image" Target="../media/image20.png"/><Relationship Id="rId73" Type="http://schemas.openxmlformats.org/officeDocument/2006/relationships/customXml" Target="../ink/ink36.xml"/><Relationship Id="rId94" Type="http://schemas.openxmlformats.org/officeDocument/2006/relationships/image" Target="../media/image41.png"/><Relationship Id="rId148" Type="http://schemas.openxmlformats.org/officeDocument/2006/relationships/image" Target="../media/image68.png"/><Relationship Id="rId169" Type="http://schemas.openxmlformats.org/officeDocument/2006/relationships/customXml" Target="../ink/ink84.xml"/><Relationship Id="rId334" Type="http://schemas.openxmlformats.org/officeDocument/2006/relationships/image" Target="../media/image161.png"/><Relationship Id="rId355" Type="http://schemas.openxmlformats.org/officeDocument/2006/relationships/customXml" Target="../ink/ink177.xml"/><Relationship Id="rId4" Type="http://schemas.openxmlformats.org/officeDocument/2006/relationships/image" Target="../media/image7420.png"/><Relationship Id="rId180" Type="http://schemas.openxmlformats.org/officeDocument/2006/relationships/image" Target="../media/image84.png"/><Relationship Id="rId215" Type="http://schemas.openxmlformats.org/officeDocument/2006/relationships/customXml" Target="../ink/ink107.xml"/><Relationship Id="rId236" Type="http://schemas.openxmlformats.org/officeDocument/2006/relationships/image" Target="../media/image112.png"/><Relationship Id="rId257" Type="http://schemas.openxmlformats.org/officeDocument/2006/relationships/customXml" Target="../ink/ink128.xml"/><Relationship Id="rId278" Type="http://schemas.openxmlformats.org/officeDocument/2006/relationships/image" Target="../media/image133.png"/><Relationship Id="rId303" Type="http://schemas.openxmlformats.org/officeDocument/2006/relationships/customXml" Target="../ink/ink151.xml"/><Relationship Id="rId42" Type="http://schemas.openxmlformats.org/officeDocument/2006/relationships/image" Target="../media/image15.png"/><Relationship Id="rId84" Type="http://schemas.openxmlformats.org/officeDocument/2006/relationships/image" Target="../media/image36.png"/><Relationship Id="rId138" Type="http://schemas.openxmlformats.org/officeDocument/2006/relationships/image" Target="../media/image63.png"/><Relationship Id="rId345" Type="http://schemas.openxmlformats.org/officeDocument/2006/relationships/customXml" Target="../ink/ink172.xml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247" Type="http://schemas.openxmlformats.org/officeDocument/2006/relationships/customXml" Target="../ink/ink123.xml"/><Relationship Id="rId107" Type="http://schemas.openxmlformats.org/officeDocument/2006/relationships/customXml" Target="../ink/ink53.xml"/><Relationship Id="rId289" Type="http://schemas.openxmlformats.org/officeDocument/2006/relationships/customXml" Target="../ink/ink144.xml"/><Relationship Id="rId11" Type="http://schemas.openxmlformats.org/officeDocument/2006/relationships/customXml" Target="../ink/ink5.xml"/><Relationship Id="rId53" Type="http://schemas.openxmlformats.org/officeDocument/2006/relationships/customXml" Target="../ink/ink26.xml"/><Relationship Id="rId149" Type="http://schemas.openxmlformats.org/officeDocument/2006/relationships/customXml" Target="../ink/ink74.xml"/><Relationship Id="rId314" Type="http://schemas.openxmlformats.org/officeDocument/2006/relationships/image" Target="../media/image151.png"/><Relationship Id="rId356" Type="http://schemas.openxmlformats.org/officeDocument/2006/relationships/image" Target="../media/image172.png"/><Relationship Id="rId95" Type="http://schemas.openxmlformats.org/officeDocument/2006/relationships/customXml" Target="../ink/ink47.xml"/><Relationship Id="rId160" Type="http://schemas.openxmlformats.org/officeDocument/2006/relationships/image" Target="../media/image74.png"/><Relationship Id="rId216" Type="http://schemas.openxmlformats.org/officeDocument/2006/relationships/image" Target="../media/image102.png"/><Relationship Id="rId258" Type="http://schemas.openxmlformats.org/officeDocument/2006/relationships/image" Target="../media/image123.png"/><Relationship Id="rId22" Type="http://schemas.openxmlformats.org/officeDocument/2006/relationships/image" Target="../media/image5.png"/><Relationship Id="rId64" Type="http://schemas.openxmlformats.org/officeDocument/2006/relationships/image" Target="../media/image26.png"/><Relationship Id="rId118" Type="http://schemas.openxmlformats.org/officeDocument/2006/relationships/image" Target="../media/image53.png"/><Relationship Id="rId325" Type="http://schemas.openxmlformats.org/officeDocument/2006/relationships/customXml" Target="../ink/ink162.xml"/><Relationship Id="rId171" Type="http://schemas.openxmlformats.org/officeDocument/2006/relationships/customXml" Target="../ink/ink85.xml"/><Relationship Id="rId227" Type="http://schemas.openxmlformats.org/officeDocument/2006/relationships/customXml" Target="../ink/ink113.xml"/><Relationship Id="rId269" Type="http://schemas.openxmlformats.org/officeDocument/2006/relationships/customXml" Target="../ink/ink134.xml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280" Type="http://schemas.openxmlformats.org/officeDocument/2006/relationships/image" Target="../media/image134.png"/><Relationship Id="rId336" Type="http://schemas.openxmlformats.org/officeDocument/2006/relationships/image" Target="../media/image162.png"/><Relationship Id="rId75" Type="http://schemas.openxmlformats.org/officeDocument/2006/relationships/customXml" Target="../ink/ink37.xml"/><Relationship Id="rId140" Type="http://schemas.openxmlformats.org/officeDocument/2006/relationships/image" Target="../media/image64.png"/><Relationship Id="rId182" Type="http://schemas.openxmlformats.org/officeDocument/2006/relationships/image" Target="../media/image85.png"/><Relationship Id="rId6" Type="http://schemas.openxmlformats.org/officeDocument/2006/relationships/image" Target="../media/image7430.png"/><Relationship Id="rId238" Type="http://schemas.openxmlformats.org/officeDocument/2006/relationships/image" Target="../media/image113.png"/><Relationship Id="rId291" Type="http://schemas.openxmlformats.org/officeDocument/2006/relationships/customXml" Target="../ink/ink145.xml"/><Relationship Id="rId305" Type="http://schemas.openxmlformats.org/officeDocument/2006/relationships/customXml" Target="../ink/ink152.xml"/><Relationship Id="rId347" Type="http://schemas.openxmlformats.org/officeDocument/2006/relationships/customXml" Target="../ink/ink173.xml"/><Relationship Id="rId44" Type="http://schemas.openxmlformats.org/officeDocument/2006/relationships/image" Target="../media/image16.png"/><Relationship Id="rId86" Type="http://schemas.openxmlformats.org/officeDocument/2006/relationships/image" Target="../media/image37.png"/><Relationship Id="rId151" Type="http://schemas.openxmlformats.org/officeDocument/2006/relationships/customXml" Target="../ink/ink75.xml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249" Type="http://schemas.openxmlformats.org/officeDocument/2006/relationships/customXml" Target="../ink/ink124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260" Type="http://schemas.openxmlformats.org/officeDocument/2006/relationships/image" Target="../media/image124.png"/><Relationship Id="rId316" Type="http://schemas.openxmlformats.org/officeDocument/2006/relationships/image" Target="../media/image152.png"/><Relationship Id="rId55" Type="http://schemas.openxmlformats.org/officeDocument/2006/relationships/customXml" Target="../ink/ink27.xml"/><Relationship Id="rId97" Type="http://schemas.openxmlformats.org/officeDocument/2006/relationships/customXml" Target="../ink/ink48.xml"/><Relationship Id="rId120" Type="http://schemas.openxmlformats.org/officeDocument/2006/relationships/image" Target="../media/image54.png"/><Relationship Id="rId358" Type="http://schemas.openxmlformats.org/officeDocument/2006/relationships/image" Target="../media/image173.png"/><Relationship Id="rId162" Type="http://schemas.openxmlformats.org/officeDocument/2006/relationships/image" Target="../media/image75.png"/><Relationship Id="rId218" Type="http://schemas.openxmlformats.org/officeDocument/2006/relationships/image" Target="../media/image103.png"/><Relationship Id="rId271" Type="http://schemas.openxmlformats.org/officeDocument/2006/relationships/customXml" Target="../ink/ink135.xml"/><Relationship Id="rId24" Type="http://schemas.openxmlformats.org/officeDocument/2006/relationships/image" Target="../media/image6.png"/><Relationship Id="rId66" Type="http://schemas.openxmlformats.org/officeDocument/2006/relationships/image" Target="../media/image27.png"/><Relationship Id="rId131" Type="http://schemas.openxmlformats.org/officeDocument/2006/relationships/customXml" Target="../ink/ink65.xml"/><Relationship Id="rId327" Type="http://schemas.openxmlformats.org/officeDocument/2006/relationships/customXml" Target="../ink/ink163.xml"/><Relationship Id="rId173" Type="http://schemas.openxmlformats.org/officeDocument/2006/relationships/customXml" Target="../ink/ink86.xml"/><Relationship Id="rId229" Type="http://schemas.openxmlformats.org/officeDocument/2006/relationships/customXml" Target="../ink/ink114.xml"/><Relationship Id="rId240" Type="http://schemas.openxmlformats.org/officeDocument/2006/relationships/image" Target="../media/image114.png"/><Relationship Id="rId35" Type="http://schemas.openxmlformats.org/officeDocument/2006/relationships/customXml" Target="../ink/ink17.xml"/><Relationship Id="rId77" Type="http://schemas.openxmlformats.org/officeDocument/2006/relationships/customXml" Target="../ink/ink38.xml"/><Relationship Id="rId100" Type="http://schemas.openxmlformats.org/officeDocument/2006/relationships/image" Target="../media/image44.png"/><Relationship Id="rId282" Type="http://schemas.openxmlformats.org/officeDocument/2006/relationships/image" Target="../media/image135.png"/><Relationship Id="rId338" Type="http://schemas.openxmlformats.org/officeDocument/2006/relationships/image" Target="../media/image163.png"/><Relationship Id="rId8" Type="http://schemas.openxmlformats.org/officeDocument/2006/relationships/image" Target="../media/image7440.png"/><Relationship Id="rId142" Type="http://schemas.openxmlformats.org/officeDocument/2006/relationships/image" Target="../media/image65.png"/><Relationship Id="rId184" Type="http://schemas.openxmlformats.org/officeDocument/2006/relationships/image" Target="../media/image86.png"/><Relationship Id="rId251" Type="http://schemas.openxmlformats.org/officeDocument/2006/relationships/customXml" Target="../ink/ink125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84.xml"/><Relationship Id="rId18" Type="http://schemas.openxmlformats.org/officeDocument/2006/relationships/image" Target="../media/image182.png"/><Relationship Id="rId26" Type="http://schemas.openxmlformats.org/officeDocument/2006/relationships/image" Target="../media/image186.png"/><Relationship Id="rId39" Type="http://schemas.openxmlformats.org/officeDocument/2006/relationships/customXml" Target="../ink/ink197.xml"/><Relationship Id="rId21" Type="http://schemas.openxmlformats.org/officeDocument/2006/relationships/customXml" Target="../ink/ink188.xml"/><Relationship Id="rId34" Type="http://schemas.openxmlformats.org/officeDocument/2006/relationships/image" Target="../media/image190.png"/><Relationship Id="rId42" Type="http://schemas.openxmlformats.org/officeDocument/2006/relationships/image" Target="../media/image194.png"/><Relationship Id="rId47" Type="http://schemas.openxmlformats.org/officeDocument/2006/relationships/customXml" Target="../ink/ink201.xml"/><Relationship Id="rId7" Type="http://schemas.openxmlformats.org/officeDocument/2006/relationships/customXml" Target="../ink/ink181.xml"/><Relationship Id="rId2" Type="http://schemas.openxmlformats.org/officeDocument/2006/relationships/image" Target="../media/image174.png"/><Relationship Id="rId16" Type="http://schemas.openxmlformats.org/officeDocument/2006/relationships/image" Target="../media/image181.png"/><Relationship Id="rId29" Type="http://schemas.openxmlformats.org/officeDocument/2006/relationships/customXml" Target="../ink/ink19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6.png"/><Relationship Id="rId11" Type="http://schemas.openxmlformats.org/officeDocument/2006/relationships/customXml" Target="../ink/ink183.xml"/><Relationship Id="rId24" Type="http://schemas.openxmlformats.org/officeDocument/2006/relationships/image" Target="../media/image185.png"/><Relationship Id="rId32" Type="http://schemas.openxmlformats.org/officeDocument/2006/relationships/image" Target="../media/image189.png"/><Relationship Id="rId37" Type="http://schemas.openxmlformats.org/officeDocument/2006/relationships/customXml" Target="../ink/ink196.xml"/><Relationship Id="rId40" Type="http://schemas.openxmlformats.org/officeDocument/2006/relationships/image" Target="../media/image193.png"/><Relationship Id="rId45" Type="http://schemas.openxmlformats.org/officeDocument/2006/relationships/customXml" Target="../ink/ink200.xml"/><Relationship Id="rId5" Type="http://schemas.openxmlformats.org/officeDocument/2006/relationships/customXml" Target="../ink/ink180.xml"/><Relationship Id="rId15" Type="http://schemas.openxmlformats.org/officeDocument/2006/relationships/customXml" Target="../ink/ink185.xml"/><Relationship Id="rId23" Type="http://schemas.openxmlformats.org/officeDocument/2006/relationships/customXml" Target="../ink/ink189.xml"/><Relationship Id="rId28" Type="http://schemas.openxmlformats.org/officeDocument/2006/relationships/image" Target="../media/image187.png"/><Relationship Id="rId36" Type="http://schemas.openxmlformats.org/officeDocument/2006/relationships/image" Target="../media/image191.png"/><Relationship Id="rId10" Type="http://schemas.openxmlformats.org/officeDocument/2006/relationships/image" Target="../media/image178.png"/><Relationship Id="rId19" Type="http://schemas.openxmlformats.org/officeDocument/2006/relationships/customXml" Target="../ink/ink187.xml"/><Relationship Id="rId31" Type="http://schemas.openxmlformats.org/officeDocument/2006/relationships/customXml" Target="../ink/ink193.xml"/><Relationship Id="rId44" Type="http://schemas.openxmlformats.org/officeDocument/2006/relationships/image" Target="../media/image195.png"/><Relationship Id="rId4" Type="http://schemas.openxmlformats.org/officeDocument/2006/relationships/image" Target="../media/image175.png"/><Relationship Id="rId9" Type="http://schemas.openxmlformats.org/officeDocument/2006/relationships/customXml" Target="../ink/ink182.xml"/><Relationship Id="rId14" Type="http://schemas.openxmlformats.org/officeDocument/2006/relationships/image" Target="../media/image180.png"/><Relationship Id="rId22" Type="http://schemas.openxmlformats.org/officeDocument/2006/relationships/image" Target="../media/image184.png"/><Relationship Id="rId27" Type="http://schemas.openxmlformats.org/officeDocument/2006/relationships/customXml" Target="../ink/ink191.xml"/><Relationship Id="rId30" Type="http://schemas.openxmlformats.org/officeDocument/2006/relationships/image" Target="../media/image188.png"/><Relationship Id="rId35" Type="http://schemas.openxmlformats.org/officeDocument/2006/relationships/customXml" Target="../ink/ink195.xml"/><Relationship Id="rId43" Type="http://schemas.openxmlformats.org/officeDocument/2006/relationships/customXml" Target="../ink/ink199.xml"/><Relationship Id="rId48" Type="http://schemas.openxmlformats.org/officeDocument/2006/relationships/image" Target="../media/image197.png"/><Relationship Id="rId8" Type="http://schemas.openxmlformats.org/officeDocument/2006/relationships/image" Target="../media/image177.png"/><Relationship Id="rId3" Type="http://schemas.openxmlformats.org/officeDocument/2006/relationships/customXml" Target="../ink/ink179.xml"/><Relationship Id="rId12" Type="http://schemas.openxmlformats.org/officeDocument/2006/relationships/image" Target="../media/image179.png"/><Relationship Id="rId17" Type="http://schemas.openxmlformats.org/officeDocument/2006/relationships/customXml" Target="../ink/ink186.xml"/><Relationship Id="rId25" Type="http://schemas.openxmlformats.org/officeDocument/2006/relationships/customXml" Target="../ink/ink190.xml"/><Relationship Id="rId33" Type="http://schemas.openxmlformats.org/officeDocument/2006/relationships/customXml" Target="../ink/ink194.xml"/><Relationship Id="rId38" Type="http://schemas.openxmlformats.org/officeDocument/2006/relationships/image" Target="../media/image192.png"/><Relationship Id="rId46" Type="http://schemas.openxmlformats.org/officeDocument/2006/relationships/image" Target="../media/image196.png"/><Relationship Id="rId20" Type="http://schemas.openxmlformats.org/officeDocument/2006/relationships/image" Target="../media/image183.png"/><Relationship Id="rId41" Type="http://schemas.openxmlformats.org/officeDocument/2006/relationships/customXml" Target="../ink/ink198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9.png"/><Relationship Id="rId21" Type="http://schemas.openxmlformats.org/officeDocument/2006/relationships/image" Target="../media/image7680.png"/><Relationship Id="rId42" Type="http://schemas.openxmlformats.org/officeDocument/2006/relationships/customXml" Target="../ink/ink221.xml"/><Relationship Id="rId63" Type="http://schemas.openxmlformats.org/officeDocument/2006/relationships/image" Target="../media/image202.png"/><Relationship Id="rId84" Type="http://schemas.openxmlformats.org/officeDocument/2006/relationships/customXml" Target="../ink/ink242.xml"/><Relationship Id="rId138" Type="http://schemas.openxmlformats.org/officeDocument/2006/relationships/customXml" Target="../ink/ink269.xml"/><Relationship Id="rId159" Type="http://schemas.openxmlformats.org/officeDocument/2006/relationships/image" Target="../media/image250.png"/><Relationship Id="rId170" Type="http://schemas.openxmlformats.org/officeDocument/2006/relationships/customXml" Target="../ink/ink285.xml"/><Relationship Id="rId107" Type="http://schemas.openxmlformats.org/officeDocument/2006/relationships/image" Target="../media/image224.png"/><Relationship Id="rId11" Type="http://schemas.openxmlformats.org/officeDocument/2006/relationships/image" Target="../media/image7630.png"/><Relationship Id="rId32" Type="http://schemas.openxmlformats.org/officeDocument/2006/relationships/customXml" Target="../ink/ink216.xml"/><Relationship Id="rId53" Type="http://schemas.openxmlformats.org/officeDocument/2006/relationships/image" Target="../media/image7840.png"/><Relationship Id="rId74" Type="http://schemas.openxmlformats.org/officeDocument/2006/relationships/customXml" Target="../ink/ink237.xml"/><Relationship Id="rId128" Type="http://schemas.openxmlformats.org/officeDocument/2006/relationships/customXml" Target="../ink/ink264.xml"/><Relationship Id="rId149" Type="http://schemas.openxmlformats.org/officeDocument/2006/relationships/image" Target="../media/image245.png"/><Relationship Id="rId5" Type="http://schemas.openxmlformats.org/officeDocument/2006/relationships/image" Target="../media/image7600.png"/><Relationship Id="rId95" Type="http://schemas.openxmlformats.org/officeDocument/2006/relationships/image" Target="../media/image218.png"/><Relationship Id="rId160" Type="http://schemas.openxmlformats.org/officeDocument/2006/relationships/customXml" Target="../ink/ink280.xml"/><Relationship Id="rId22" Type="http://schemas.openxmlformats.org/officeDocument/2006/relationships/customXml" Target="../ink/ink211.xml"/><Relationship Id="rId43" Type="http://schemas.openxmlformats.org/officeDocument/2006/relationships/image" Target="../media/image7790.png"/><Relationship Id="rId64" Type="http://schemas.openxmlformats.org/officeDocument/2006/relationships/customXml" Target="../ink/ink232.xml"/><Relationship Id="rId118" Type="http://schemas.openxmlformats.org/officeDocument/2006/relationships/customXml" Target="../ink/ink259.xml"/><Relationship Id="rId139" Type="http://schemas.openxmlformats.org/officeDocument/2006/relationships/image" Target="../media/image240.png"/><Relationship Id="rId85" Type="http://schemas.openxmlformats.org/officeDocument/2006/relationships/image" Target="../media/image213.png"/><Relationship Id="rId150" Type="http://schemas.openxmlformats.org/officeDocument/2006/relationships/customXml" Target="../ink/ink275.xml"/><Relationship Id="rId171" Type="http://schemas.openxmlformats.org/officeDocument/2006/relationships/image" Target="../media/image256.png"/><Relationship Id="rId12" Type="http://schemas.openxmlformats.org/officeDocument/2006/relationships/customXml" Target="../ink/ink206.xml"/><Relationship Id="rId33" Type="http://schemas.openxmlformats.org/officeDocument/2006/relationships/image" Target="../media/image7740.png"/><Relationship Id="rId108" Type="http://schemas.openxmlformats.org/officeDocument/2006/relationships/customXml" Target="../ink/ink254.xml"/><Relationship Id="rId129" Type="http://schemas.openxmlformats.org/officeDocument/2006/relationships/image" Target="../media/image235.png"/><Relationship Id="rId54" Type="http://schemas.openxmlformats.org/officeDocument/2006/relationships/customXml" Target="../ink/ink227.xml"/><Relationship Id="rId75" Type="http://schemas.openxmlformats.org/officeDocument/2006/relationships/image" Target="../media/image208.png"/><Relationship Id="rId96" Type="http://schemas.openxmlformats.org/officeDocument/2006/relationships/customXml" Target="../ink/ink248.xml"/><Relationship Id="rId140" Type="http://schemas.openxmlformats.org/officeDocument/2006/relationships/customXml" Target="../ink/ink270.xml"/><Relationship Id="rId161" Type="http://schemas.openxmlformats.org/officeDocument/2006/relationships/image" Target="../media/image251.png"/><Relationship Id="rId6" Type="http://schemas.openxmlformats.org/officeDocument/2006/relationships/customXml" Target="../ink/ink203.xml"/><Relationship Id="rId23" Type="http://schemas.openxmlformats.org/officeDocument/2006/relationships/image" Target="../media/image7690.png"/><Relationship Id="rId28" Type="http://schemas.openxmlformats.org/officeDocument/2006/relationships/customXml" Target="../ink/ink214.xml"/><Relationship Id="rId49" Type="http://schemas.openxmlformats.org/officeDocument/2006/relationships/image" Target="../media/image7820.png"/><Relationship Id="rId114" Type="http://schemas.openxmlformats.org/officeDocument/2006/relationships/customXml" Target="../ink/ink257.xml"/><Relationship Id="rId119" Type="http://schemas.openxmlformats.org/officeDocument/2006/relationships/image" Target="../media/image230.png"/><Relationship Id="rId44" Type="http://schemas.openxmlformats.org/officeDocument/2006/relationships/customXml" Target="../ink/ink222.xml"/><Relationship Id="rId60" Type="http://schemas.openxmlformats.org/officeDocument/2006/relationships/customXml" Target="../ink/ink230.xml"/><Relationship Id="rId65" Type="http://schemas.openxmlformats.org/officeDocument/2006/relationships/image" Target="../media/image203.png"/><Relationship Id="rId81" Type="http://schemas.openxmlformats.org/officeDocument/2006/relationships/image" Target="../media/image211.png"/><Relationship Id="rId86" Type="http://schemas.openxmlformats.org/officeDocument/2006/relationships/customXml" Target="../ink/ink243.xml"/><Relationship Id="rId130" Type="http://schemas.openxmlformats.org/officeDocument/2006/relationships/customXml" Target="../ink/ink265.xml"/><Relationship Id="rId135" Type="http://schemas.openxmlformats.org/officeDocument/2006/relationships/image" Target="../media/image238.png"/><Relationship Id="rId151" Type="http://schemas.openxmlformats.org/officeDocument/2006/relationships/image" Target="../media/image246.png"/><Relationship Id="rId156" Type="http://schemas.openxmlformats.org/officeDocument/2006/relationships/customXml" Target="../ink/ink278.xml"/><Relationship Id="rId177" Type="http://schemas.openxmlformats.org/officeDocument/2006/relationships/image" Target="../media/image259.png"/><Relationship Id="rId172" Type="http://schemas.openxmlformats.org/officeDocument/2006/relationships/customXml" Target="../ink/ink286.xml"/><Relationship Id="rId13" Type="http://schemas.openxmlformats.org/officeDocument/2006/relationships/image" Target="../media/image7640.png"/><Relationship Id="rId18" Type="http://schemas.openxmlformats.org/officeDocument/2006/relationships/customXml" Target="../ink/ink209.xml"/><Relationship Id="rId39" Type="http://schemas.openxmlformats.org/officeDocument/2006/relationships/image" Target="../media/image7770.png"/><Relationship Id="rId109" Type="http://schemas.openxmlformats.org/officeDocument/2006/relationships/image" Target="../media/image225.png"/><Relationship Id="rId34" Type="http://schemas.openxmlformats.org/officeDocument/2006/relationships/customXml" Target="../ink/ink217.xml"/><Relationship Id="rId50" Type="http://schemas.openxmlformats.org/officeDocument/2006/relationships/customXml" Target="../ink/ink225.xml"/><Relationship Id="rId55" Type="http://schemas.openxmlformats.org/officeDocument/2006/relationships/image" Target="../media/image7850.png"/><Relationship Id="rId76" Type="http://schemas.openxmlformats.org/officeDocument/2006/relationships/customXml" Target="../ink/ink238.xml"/><Relationship Id="rId97" Type="http://schemas.openxmlformats.org/officeDocument/2006/relationships/image" Target="../media/image219.png"/><Relationship Id="rId104" Type="http://schemas.openxmlformats.org/officeDocument/2006/relationships/customXml" Target="../ink/ink252.xml"/><Relationship Id="rId120" Type="http://schemas.openxmlformats.org/officeDocument/2006/relationships/customXml" Target="../ink/ink260.xml"/><Relationship Id="rId125" Type="http://schemas.openxmlformats.org/officeDocument/2006/relationships/image" Target="../media/image233.png"/><Relationship Id="rId141" Type="http://schemas.openxmlformats.org/officeDocument/2006/relationships/image" Target="../media/image241.png"/><Relationship Id="rId146" Type="http://schemas.openxmlformats.org/officeDocument/2006/relationships/customXml" Target="../ink/ink273.xml"/><Relationship Id="rId167" Type="http://schemas.openxmlformats.org/officeDocument/2006/relationships/image" Target="../media/image254.png"/><Relationship Id="rId7" Type="http://schemas.openxmlformats.org/officeDocument/2006/relationships/image" Target="../media/image7611.png"/><Relationship Id="rId71" Type="http://schemas.openxmlformats.org/officeDocument/2006/relationships/image" Target="../media/image206.png"/><Relationship Id="rId92" Type="http://schemas.openxmlformats.org/officeDocument/2006/relationships/customXml" Target="../ink/ink246.xml"/><Relationship Id="rId162" Type="http://schemas.openxmlformats.org/officeDocument/2006/relationships/customXml" Target="../ink/ink281.xml"/><Relationship Id="rId2" Type="http://schemas.openxmlformats.org/officeDocument/2006/relationships/image" Target="../media/image198.png"/><Relationship Id="rId29" Type="http://schemas.openxmlformats.org/officeDocument/2006/relationships/image" Target="../media/image7720.png"/><Relationship Id="rId24" Type="http://schemas.openxmlformats.org/officeDocument/2006/relationships/customXml" Target="../ink/ink212.xml"/><Relationship Id="rId40" Type="http://schemas.openxmlformats.org/officeDocument/2006/relationships/customXml" Target="../ink/ink220.xml"/><Relationship Id="rId45" Type="http://schemas.openxmlformats.org/officeDocument/2006/relationships/image" Target="../media/image7800.png"/><Relationship Id="rId66" Type="http://schemas.openxmlformats.org/officeDocument/2006/relationships/customXml" Target="../ink/ink233.xml"/><Relationship Id="rId87" Type="http://schemas.openxmlformats.org/officeDocument/2006/relationships/image" Target="../media/image214.png"/><Relationship Id="rId110" Type="http://schemas.openxmlformats.org/officeDocument/2006/relationships/customXml" Target="../ink/ink255.xml"/><Relationship Id="rId115" Type="http://schemas.openxmlformats.org/officeDocument/2006/relationships/image" Target="../media/image228.png"/><Relationship Id="rId131" Type="http://schemas.openxmlformats.org/officeDocument/2006/relationships/image" Target="../media/image236.png"/><Relationship Id="rId136" Type="http://schemas.openxmlformats.org/officeDocument/2006/relationships/customXml" Target="../ink/ink268.xml"/><Relationship Id="rId157" Type="http://schemas.openxmlformats.org/officeDocument/2006/relationships/image" Target="../media/image249.png"/><Relationship Id="rId178" Type="http://schemas.openxmlformats.org/officeDocument/2006/relationships/customXml" Target="../ink/ink289.xml"/><Relationship Id="rId61" Type="http://schemas.openxmlformats.org/officeDocument/2006/relationships/image" Target="../media/image201.png"/><Relationship Id="rId82" Type="http://schemas.openxmlformats.org/officeDocument/2006/relationships/customXml" Target="../ink/ink241.xml"/><Relationship Id="rId152" Type="http://schemas.openxmlformats.org/officeDocument/2006/relationships/customXml" Target="../ink/ink276.xml"/><Relationship Id="rId173" Type="http://schemas.openxmlformats.org/officeDocument/2006/relationships/image" Target="../media/image257.png"/><Relationship Id="rId19" Type="http://schemas.openxmlformats.org/officeDocument/2006/relationships/image" Target="../media/image7670.png"/><Relationship Id="rId14" Type="http://schemas.openxmlformats.org/officeDocument/2006/relationships/customXml" Target="../ink/ink207.xml"/><Relationship Id="rId30" Type="http://schemas.openxmlformats.org/officeDocument/2006/relationships/customXml" Target="../ink/ink215.xml"/><Relationship Id="rId35" Type="http://schemas.openxmlformats.org/officeDocument/2006/relationships/image" Target="../media/image7750.png"/><Relationship Id="rId56" Type="http://schemas.openxmlformats.org/officeDocument/2006/relationships/customXml" Target="../ink/ink228.xml"/><Relationship Id="rId77" Type="http://schemas.openxmlformats.org/officeDocument/2006/relationships/image" Target="../media/image209.png"/><Relationship Id="rId100" Type="http://schemas.openxmlformats.org/officeDocument/2006/relationships/customXml" Target="../ink/ink250.xml"/><Relationship Id="rId105" Type="http://schemas.openxmlformats.org/officeDocument/2006/relationships/image" Target="../media/image223.png"/><Relationship Id="rId126" Type="http://schemas.openxmlformats.org/officeDocument/2006/relationships/customXml" Target="../ink/ink263.xml"/><Relationship Id="rId147" Type="http://schemas.openxmlformats.org/officeDocument/2006/relationships/image" Target="../media/image244.png"/><Relationship Id="rId168" Type="http://schemas.openxmlformats.org/officeDocument/2006/relationships/customXml" Target="../ink/ink284.xml"/><Relationship Id="rId8" Type="http://schemas.openxmlformats.org/officeDocument/2006/relationships/customXml" Target="../ink/ink204.xml"/><Relationship Id="rId51" Type="http://schemas.openxmlformats.org/officeDocument/2006/relationships/image" Target="../media/image7830.png"/><Relationship Id="rId72" Type="http://schemas.openxmlformats.org/officeDocument/2006/relationships/customXml" Target="../ink/ink236.xml"/><Relationship Id="rId93" Type="http://schemas.openxmlformats.org/officeDocument/2006/relationships/image" Target="../media/image217.png"/><Relationship Id="rId98" Type="http://schemas.openxmlformats.org/officeDocument/2006/relationships/customXml" Target="../ink/ink249.xml"/><Relationship Id="rId121" Type="http://schemas.openxmlformats.org/officeDocument/2006/relationships/image" Target="../media/image231.png"/><Relationship Id="rId142" Type="http://schemas.openxmlformats.org/officeDocument/2006/relationships/customXml" Target="../ink/ink271.xml"/><Relationship Id="rId163" Type="http://schemas.openxmlformats.org/officeDocument/2006/relationships/image" Target="../media/image252.png"/><Relationship Id="rId3" Type="http://schemas.openxmlformats.org/officeDocument/2006/relationships/image" Target="../media/image199.png"/><Relationship Id="rId25" Type="http://schemas.openxmlformats.org/officeDocument/2006/relationships/image" Target="../media/image7700.png"/><Relationship Id="rId46" Type="http://schemas.openxmlformats.org/officeDocument/2006/relationships/customXml" Target="../ink/ink223.xml"/><Relationship Id="rId67" Type="http://schemas.openxmlformats.org/officeDocument/2006/relationships/image" Target="../media/image204.png"/><Relationship Id="rId116" Type="http://schemas.openxmlformats.org/officeDocument/2006/relationships/customXml" Target="../ink/ink258.xml"/><Relationship Id="rId137" Type="http://schemas.openxmlformats.org/officeDocument/2006/relationships/image" Target="../media/image239.png"/><Relationship Id="rId158" Type="http://schemas.openxmlformats.org/officeDocument/2006/relationships/customXml" Target="../ink/ink279.xml"/><Relationship Id="rId20" Type="http://schemas.openxmlformats.org/officeDocument/2006/relationships/customXml" Target="../ink/ink210.xml"/><Relationship Id="rId41" Type="http://schemas.openxmlformats.org/officeDocument/2006/relationships/image" Target="../media/image7780.png"/><Relationship Id="rId62" Type="http://schemas.openxmlformats.org/officeDocument/2006/relationships/customXml" Target="../ink/ink231.xml"/><Relationship Id="rId83" Type="http://schemas.openxmlformats.org/officeDocument/2006/relationships/image" Target="../media/image212.png"/><Relationship Id="rId88" Type="http://schemas.openxmlformats.org/officeDocument/2006/relationships/customXml" Target="../ink/ink244.xml"/><Relationship Id="rId111" Type="http://schemas.openxmlformats.org/officeDocument/2006/relationships/image" Target="../media/image226.png"/><Relationship Id="rId132" Type="http://schemas.openxmlformats.org/officeDocument/2006/relationships/customXml" Target="../ink/ink266.xml"/><Relationship Id="rId153" Type="http://schemas.openxmlformats.org/officeDocument/2006/relationships/image" Target="../media/image247.png"/><Relationship Id="rId174" Type="http://schemas.openxmlformats.org/officeDocument/2006/relationships/customXml" Target="../ink/ink287.xml"/><Relationship Id="rId179" Type="http://schemas.openxmlformats.org/officeDocument/2006/relationships/image" Target="../media/image260.png"/><Relationship Id="rId15" Type="http://schemas.openxmlformats.org/officeDocument/2006/relationships/image" Target="../media/image7650.png"/><Relationship Id="rId36" Type="http://schemas.openxmlformats.org/officeDocument/2006/relationships/customXml" Target="../ink/ink218.xml"/><Relationship Id="rId57" Type="http://schemas.openxmlformats.org/officeDocument/2006/relationships/image" Target="../media/image7860.png"/><Relationship Id="rId106" Type="http://schemas.openxmlformats.org/officeDocument/2006/relationships/customXml" Target="../ink/ink253.xml"/><Relationship Id="rId127" Type="http://schemas.openxmlformats.org/officeDocument/2006/relationships/image" Target="../media/image234.png"/><Relationship Id="rId10" Type="http://schemas.openxmlformats.org/officeDocument/2006/relationships/customXml" Target="../ink/ink205.xml"/><Relationship Id="rId31" Type="http://schemas.openxmlformats.org/officeDocument/2006/relationships/image" Target="../media/image7730.png"/><Relationship Id="rId52" Type="http://schemas.openxmlformats.org/officeDocument/2006/relationships/customXml" Target="../ink/ink226.xml"/><Relationship Id="rId73" Type="http://schemas.openxmlformats.org/officeDocument/2006/relationships/image" Target="../media/image207.png"/><Relationship Id="rId78" Type="http://schemas.openxmlformats.org/officeDocument/2006/relationships/customXml" Target="../ink/ink239.xml"/><Relationship Id="rId94" Type="http://schemas.openxmlformats.org/officeDocument/2006/relationships/customXml" Target="../ink/ink247.xml"/><Relationship Id="rId99" Type="http://schemas.openxmlformats.org/officeDocument/2006/relationships/image" Target="../media/image220.png"/><Relationship Id="rId101" Type="http://schemas.openxmlformats.org/officeDocument/2006/relationships/image" Target="../media/image221.png"/><Relationship Id="rId122" Type="http://schemas.openxmlformats.org/officeDocument/2006/relationships/customXml" Target="../ink/ink261.xml"/><Relationship Id="rId143" Type="http://schemas.openxmlformats.org/officeDocument/2006/relationships/image" Target="../media/image242.png"/><Relationship Id="rId148" Type="http://schemas.openxmlformats.org/officeDocument/2006/relationships/customXml" Target="../ink/ink274.xml"/><Relationship Id="rId164" Type="http://schemas.openxmlformats.org/officeDocument/2006/relationships/customXml" Target="../ink/ink282.xml"/><Relationship Id="rId169" Type="http://schemas.openxmlformats.org/officeDocument/2006/relationships/image" Target="../media/image255.png"/><Relationship Id="rId4" Type="http://schemas.openxmlformats.org/officeDocument/2006/relationships/customXml" Target="../ink/ink202.xml"/><Relationship Id="rId9" Type="http://schemas.openxmlformats.org/officeDocument/2006/relationships/image" Target="../media/image7620.png"/><Relationship Id="rId26" Type="http://schemas.openxmlformats.org/officeDocument/2006/relationships/customXml" Target="../ink/ink213.xml"/><Relationship Id="rId47" Type="http://schemas.openxmlformats.org/officeDocument/2006/relationships/image" Target="../media/image7811.png"/><Relationship Id="rId68" Type="http://schemas.openxmlformats.org/officeDocument/2006/relationships/customXml" Target="../ink/ink234.xml"/><Relationship Id="rId89" Type="http://schemas.openxmlformats.org/officeDocument/2006/relationships/image" Target="../media/image215.png"/><Relationship Id="rId112" Type="http://schemas.openxmlformats.org/officeDocument/2006/relationships/customXml" Target="../ink/ink256.xml"/><Relationship Id="rId133" Type="http://schemas.openxmlformats.org/officeDocument/2006/relationships/image" Target="../media/image237.png"/><Relationship Id="rId154" Type="http://schemas.openxmlformats.org/officeDocument/2006/relationships/customXml" Target="../ink/ink277.xml"/><Relationship Id="rId175" Type="http://schemas.openxmlformats.org/officeDocument/2006/relationships/image" Target="../media/image258.png"/><Relationship Id="rId16" Type="http://schemas.openxmlformats.org/officeDocument/2006/relationships/customXml" Target="../ink/ink208.xml"/><Relationship Id="rId37" Type="http://schemas.openxmlformats.org/officeDocument/2006/relationships/image" Target="../media/image7760.png"/><Relationship Id="rId58" Type="http://schemas.openxmlformats.org/officeDocument/2006/relationships/customXml" Target="../ink/ink229.xml"/><Relationship Id="rId79" Type="http://schemas.openxmlformats.org/officeDocument/2006/relationships/image" Target="../media/image210.png"/><Relationship Id="rId102" Type="http://schemas.openxmlformats.org/officeDocument/2006/relationships/customXml" Target="../ink/ink251.xml"/><Relationship Id="rId123" Type="http://schemas.openxmlformats.org/officeDocument/2006/relationships/image" Target="../media/image232.png"/><Relationship Id="rId144" Type="http://schemas.openxmlformats.org/officeDocument/2006/relationships/customXml" Target="../ink/ink272.xml"/><Relationship Id="rId90" Type="http://schemas.openxmlformats.org/officeDocument/2006/relationships/customXml" Target="../ink/ink245.xml"/><Relationship Id="rId165" Type="http://schemas.openxmlformats.org/officeDocument/2006/relationships/image" Target="../media/image253.png"/><Relationship Id="rId27" Type="http://schemas.openxmlformats.org/officeDocument/2006/relationships/image" Target="../media/image7711.png"/><Relationship Id="rId48" Type="http://schemas.openxmlformats.org/officeDocument/2006/relationships/customXml" Target="../ink/ink224.xml"/><Relationship Id="rId69" Type="http://schemas.openxmlformats.org/officeDocument/2006/relationships/image" Target="../media/image205.png"/><Relationship Id="rId113" Type="http://schemas.openxmlformats.org/officeDocument/2006/relationships/image" Target="../media/image227.png"/><Relationship Id="rId134" Type="http://schemas.openxmlformats.org/officeDocument/2006/relationships/customXml" Target="../ink/ink267.xml"/><Relationship Id="rId80" Type="http://schemas.openxmlformats.org/officeDocument/2006/relationships/customXml" Target="../ink/ink240.xml"/><Relationship Id="rId155" Type="http://schemas.openxmlformats.org/officeDocument/2006/relationships/image" Target="../media/image248.png"/><Relationship Id="rId176" Type="http://schemas.openxmlformats.org/officeDocument/2006/relationships/customXml" Target="../ink/ink288.xml"/><Relationship Id="rId17" Type="http://schemas.openxmlformats.org/officeDocument/2006/relationships/image" Target="../media/image7660.png"/><Relationship Id="rId38" Type="http://schemas.openxmlformats.org/officeDocument/2006/relationships/customXml" Target="../ink/ink219.xml"/><Relationship Id="rId59" Type="http://schemas.openxmlformats.org/officeDocument/2006/relationships/image" Target="../media/image200.png"/><Relationship Id="rId103" Type="http://schemas.openxmlformats.org/officeDocument/2006/relationships/image" Target="../media/image222.png"/><Relationship Id="rId124" Type="http://schemas.openxmlformats.org/officeDocument/2006/relationships/customXml" Target="../ink/ink262.xml"/><Relationship Id="rId70" Type="http://schemas.openxmlformats.org/officeDocument/2006/relationships/customXml" Target="../ink/ink235.xml"/><Relationship Id="rId91" Type="http://schemas.openxmlformats.org/officeDocument/2006/relationships/image" Target="../media/image216.png"/><Relationship Id="rId145" Type="http://schemas.openxmlformats.org/officeDocument/2006/relationships/image" Target="../media/image243.png"/><Relationship Id="rId166" Type="http://schemas.openxmlformats.org/officeDocument/2006/relationships/customXml" Target="../ink/ink28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18.png"/><Relationship Id="rId299" Type="http://schemas.openxmlformats.org/officeDocument/2006/relationships/image" Target="../media/image408.png"/><Relationship Id="rId21" Type="http://schemas.openxmlformats.org/officeDocument/2006/relationships/image" Target="../media/image270.png"/><Relationship Id="rId63" Type="http://schemas.openxmlformats.org/officeDocument/2006/relationships/image" Target="../media/image291.png"/><Relationship Id="rId159" Type="http://schemas.openxmlformats.org/officeDocument/2006/relationships/image" Target="../media/image339.png"/><Relationship Id="rId324" Type="http://schemas.openxmlformats.org/officeDocument/2006/relationships/customXml" Target="../ink/ink451.xml"/><Relationship Id="rId366" Type="http://schemas.openxmlformats.org/officeDocument/2006/relationships/customXml" Target="../ink/ink472.xml"/><Relationship Id="rId170" Type="http://schemas.openxmlformats.org/officeDocument/2006/relationships/customXml" Target="../ink/ink374.xml"/><Relationship Id="rId226" Type="http://schemas.openxmlformats.org/officeDocument/2006/relationships/customXml" Target="../ink/ink402.xml"/><Relationship Id="rId268" Type="http://schemas.openxmlformats.org/officeDocument/2006/relationships/customXml" Target="../ink/ink423.xml"/><Relationship Id="rId32" Type="http://schemas.openxmlformats.org/officeDocument/2006/relationships/customXml" Target="../ink/ink305.xml"/><Relationship Id="rId74" Type="http://schemas.openxmlformats.org/officeDocument/2006/relationships/customXml" Target="../ink/ink326.xml"/><Relationship Id="rId128" Type="http://schemas.openxmlformats.org/officeDocument/2006/relationships/customXml" Target="../ink/ink353.xml"/><Relationship Id="rId335" Type="http://schemas.openxmlformats.org/officeDocument/2006/relationships/image" Target="../media/image426.png"/><Relationship Id="rId377" Type="http://schemas.openxmlformats.org/officeDocument/2006/relationships/image" Target="../media/image447.png"/><Relationship Id="rId5" Type="http://schemas.openxmlformats.org/officeDocument/2006/relationships/image" Target="../media/image262.png"/><Relationship Id="rId181" Type="http://schemas.openxmlformats.org/officeDocument/2006/relationships/image" Target="../media/image350.png"/><Relationship Id="rId237" Type="http://schemas.openxmlformats.org/officeDocument/2006/relationships/image" Target="../media/image377.png"/><Relationship Id="rId402" Type="http://schemas.openxmlformats.org/officeDocument/2006/relationships/customXml" Target="../ink/ink490.xml"/><Relationship Id="rId279" Type="http://schemas.openxmlformats.org/officeDocument/2006/relationships/image" Target="../media/image398.png"/><Relationship Id="rId43" Type="http://schemas.openxmlformats.org/officeDocument/2006/relationships/image" Target="../media/image281.png"/><Relationship Id="rId139" Type="http://schemas.openxmlformats.org/officeDocument/2006/relationships/image" Target="../media/image329.png"/><Relationship Id="rId290" Type="http://schemas.openxmlformats.org/officeDocument/2006/relationships/customXml" Target="../ink/ink434.xml"/><Relationship Id="rId304" Type="http://schemas.openxmlformats.org/officeDocument/2006/relationships/customXml" Target="../ink/ink441.xml"/><Relationship Id="rId346" Type="http://schemas.openxmlformats.org/officeDocument/2006/relationships/customXml" Target="../ink/ink462.xml"/><Relationship Id="rId388" Type="http://schemas.openxmlformats.org/officeDocument/2006/relationships/customXml" Target="../ink/ink483.xml"/><Relationship Id="rId85" Type="http://schemas.openxmlformats.org/officeDocument/2006/relationships/image" Target="../media/image302.png"/><Relationship Id="rId150" Type="http://schemas.openxmlformats.org/officeDocument/2006/relationships/customXml" Target="../ink/ink364.xml"/><Relationship Id="rId192" Type="http://schemas.openxmlformats.org/officeDocument/2006/relationships/customXml" Target="../ink/ink385.xml"/><Relationship Id="rId206" Type="http://schemas.openxmlformats.org/officeDocument/2006/relationships/customXml" Target="../ink/ink392.xml"/><Relationship Id="rId413" Type="http://schemas.openxmlformats.org/officeDocument/2006/relationships/image" Target="../media/image465.png"/><Relationship Id="rId248" Type="http://schemas.openxmlformats.org/officeDocument/2006/relationships/customXml" Target="../ink/ink413.xml"/><Relationship Id="rId12" Type="http://schemas.openxmlformats.org/officeDocument/2006/relationships/customXml" Target="../ink/ink295.xml"/><Relationship Id="rId108" Type="http://schemas.openxmlformats.org/officeDocument/2006/relationships/customXml" Target="../ink/ink343.xml"/><Relationship Id="rId315" Type="http://schemas.openxmlformats.org/officeDocument/2006/relationships/image" Target="../media/image416.png"/><Relationship Id="rId357" Type="http://schemas.openxmlformats.org/officeDocument/2006/relationships/image" Target="../media/image437.png"/><Relationship Id="rId54" Type="http://schemas.openxmlformats.org/officeDocument/2006/relationships/customXml" Target="../ink/ink316.xml"/><Relationship Id="rId96" Type="http://schemas.openxmlformats.org/officeDocument/2006/relationships/customXml" Target="../ink/ink337.xml"/><Relationship Id="rId161" Type="http://schemas.openxmlformats.org/officeDocument/2006/relationships/image" Target="../media/image340.png"/><Relationship Id="rId217" Type="http://schemas.openxmlformats.org/officeDocument/2006/relationships/image" Target="../media/image367.png"/><Relationship Id="rId399" Type="http://schemas.openxmlformats.org/officeDocument/2006/relationships/image" Target="../media/image458.png"/><Relationship Id="rId259" Type="http://schemas.openxmlformats.org/officeDocument/2006/relationships/image" Target="../media/image388.png"/><Relationship Id="rId424" Type="http://schemas.openxmlformats.org/officeDocument/2006/relationships/customXml" Target="../ink/ink501.xml"/><Relationship Id="rId23" Type="http://schemas.openxmlformats.org/officeDocument/2006/relationships/image" Target="../media/image271.png"/><Relationship Id="rId119" Type="http://schemas.openxmlformats.org/officeDocument/2006/relationships/image" Target="../media/image319.png"/><Relationship Id="rId270" Type="http://schemas.openxmlformats.org/officeDocument/2006/relationships/customXml" Target="../ink/ink424.xml"/><Relationship Id="rId326" Type="http://schemas.openxmlformats.org/officeDocument/2006/relationships/customXml" Target="../ink/ink452.xml"/><Relationship Id="rId65" Type="http://schemas.openxmlformats.org/officeDocument/2006/relationships/image" Target="../media/image292.png"/><Relationship Id="rId130" Type="http://schemas.openxmlformats.org/officeDocument/2006/relationships/customXml" Target="../ink/ink354.xml"/><Relationship Id="rId368" Type="http://schemas.openxmlformats.org/officeDocument/2006/relationships/customXml" Target="../ink/ink473.xml"/><Relationship Id="rId172" Type="http://schemas.openxmlformats.org/officeDocument/2006/relationships/customXml" Target="../ink/ink375.xml"/><Relationship Id="rId228" Type="http://schemas.openxmlformats.org/officeDocument/2006/relationships/customXml" Target="../ink/ink403.xml"/><Relationship Id="rId281" Type="http://schemas.openxmlformats.org/officeDocument/2006/relationships/image" Target="../media/image399.png"/><Relationship Id="rId337" Type="http://schemas.openxmlformats.org/officeDocument/2006/relationships/image" Target="../media/image427.png"/><Relationship Id="rId34" Type="http://schemas.openxmlformats.org/officeDocument/2006/relationships/customXml" Target="../ink/ink306.xml"/><Relationship Id="rId76" Type="http://schemas.openxmlformats.org/officeDocument/2006/relationships/customXml" Target="../ink/ink327.xml"/><Relationship Id="rId141" Type="http://schemas.openxmlformats.org/officeDocument/2006/relationships/image" Target="../media/image330.png"/><Relationship Id="rId379" Type="http://schemas.openxmlformats.org/officeDocument/2006/relationships/image" Target="../media/image448.png"/><Relationship Id="rId7" Type="http://schemas.openxmlformats.org/officeDocument/2006/relationships/image" Target="../media/image263.png"/><Relationship Id="rId183" Type="http://schemas.openxmlformats.org/officeDocument/2006/relationships/image" Target="../media/image351.png"/><Relationship Id="rId239" Type="http://schemas.openxmlformats.org/officeDocument/2006/relationships/image" Target="../media/image378.png"/><Relationship Id="rId390" Type="http://schemas.openxmlformats.org/officeDocument/2006/relationships/customXml" Target="../ink/ink484.xml"/><Relationship Id="rId404" Type="http://schemas.openxmlformats.org/officeDocument/2006/relationships/customXml" Target="../ink/ink491.xml"/><Relationship Id="rId250" Type="http://schemas.openxmlformats.org/officeDocument/2006/relationships/customXml" Target="../ink/ink414.xml"/><Relationship Id="rId292" Type="http://schemas.openxmlformats.org/officeDocument/2006/relationships/customXml" Target="../ink/ink435.xml"/><Relationship Id="rId306" Type="http://schemas.openxmlformats.org/officeDocument/2006/relationships/customXml" Target="../ink/ink442.xml"/><Relationship Id="rId45" Type="http://schemas.openxmlformats.org/officeDocument/2006/relationships/image" Target="../media/image282.png"/><Relationship Id="rId87" Type="http://schemas.openxmlformats.org/officeDocument/2006/relationships/image" Target="../media/image303.png"/><Relationship Id="rId110" Type="http://schemas.openxmlformats.org/officeDocument/2006/relationships/customXml" Target="../ink/ink344.xml"/><Relationship Id="rId348" Type="http://schemas.openxmlformats.org/officeDocument/2006/relationships/customXml" Target="../ink/ink463.xml"/><Relationship Id="rId152" Type="http://schemas.openxmlformats.org/officeDocument/2006/relationships/customXml" Target="../ink/ink365.xml"/><Relationship Id="rId194" Type="http://schemas.openxmlformats.org/officeDocument/2006/relationships/customXml" Target="../ink/ink386.xml"/><Relationship Id="rId208" Type="http://schemas.openxmlformats.org/officeDocument/2006/relationships/customXml" Target="../ink/ink393.xml"/><Relationship Id="rId415" Type="http://schemas.openxmlformats.org/officeDocument/2006/relationships/image" Target="../media/image466.png"/><Relationship Id="rId261" Type="http://schemas.openxmlformats.org/officeDocument/2006/relationships/image" Target="../media/image389.png"/><Relationship Id="rId14" Type="http://schemas.openxmlformats.org/officeDocument/2006/relationships/customXml" Target="../ink/ink296.xml"/><Relationship Id="rId56" Type="http://schemas.openxmlformats.org/officeDocument/2006/relationships/customXml" Target="../ink/ink317.xml"/><Relationship Id="rId317" Type="http://schemas.openxmlformats.org/officeDocument/2006/relationships/image" Target="../media/image417.png"/><Relationship Id="rId359" Type="http://schemas.openxmlformats.org/officeDocument/2006/relationships/image" Target="../media/image438.png"/><Relationship Id="rId98" Type="http://schemas.openxmlformats.org/officeDocument/2006/relationships/customXml" Target="../ink/ink338.xml"/><Relationship Id="rId121" Type="http://schemas.openxmlformats.org/officeDocument/2006/relationships/image" Target="../media/image320.png"/><Relationship Id="rId163" Type="http://schemas.openxmlformats.org/officeDocument/2006/relationships/image" Target="../media/image341.png"/><Relationship Id="rId219" Type="http://schemas.openxmlformats.org/officeDocument/2006/relationships/image" Target="../media/image368.png"/><Relationship Id="rId370" Type="http://schemas.openxmlformats.org/officeDocument/2006/relationships/customXml" Target="../ink/ink474.xml"/><Relationship Id="rId426" Type="http://schemas.openxmlformats.org/officeDocument/2006/relationships/customXml" Target="../ink/ink502.xml"/><Relationship Id="rId230" Type="http://schemas.openxmlformats.org/officeDocument/2006/relationships/customXml" Target="../ink/ink404.xml"/><Relationship Id="rId25" Type="http://schemas.openxmlformats.org/officeDocument/2006/relationships/image" Target="../media/image272.png"/><Relationship Id="rId67" Type="http://schemas.openxmlformats.org/officeDocument/2006/relationships/image" Target="../media/image293.png"/><Relationship Id="rId272" Type="http://schemas.openxmlformats.org/officeDocument/2006/relationships/customXml" Target="../ink/ink425.xml"/><Relationship Id="rId328" Type="http://schemas.openxmlformats.org/officeDocument/2006/relationships/customXml" Target="../ink/ink453.xml"/><Relationship Id="rId132" Type="http://schemas.openxmlformats.org/officeDocument/2006/relationships/customXml" Target="../ink/ink355.xml"/><Relationship Id="rId174" Type="http://schemas.openxmlformats.org/officeDocument/2006/relationships/customXml" Target="../ink/ink376.xml"/><Relationship Id="rId381" Type="http://schemas.openxmlformats.org/officeDocument/2006/relationships/image" Target="../media/image449.png"/><Relationship Id="rId241" Type="http://schemas.openxmlformats.org/officeDocument/2006/relationships/image" Target="../media/image379.png"/><Relationship Id="rId36" Type="http://schemas.openxmlformats.org/officeDocument/2006/relationships/customXml" Target="../ink/ink307.xml"/><Relationship Id="rId283" Type="http://schemas.openxmlformats.org/officeDocument/2006/relationships/image" Target="../media/image400.png"/><Relationship Id="rId339" Type="http://schemas.openxmlformats.org/officeDocument/2006/relationships/image" Target="../media/image428.png"/><Relationship Id="rId78" Type="http://schemas.openxmlformats.org/officeDocument/2006/relationships/customXml" Target="../ink/ink328.xml"/><Relationship Id="rId101" Type="http://schemas.openxmlformats.org/officeDocument/2006/relationships/image" Target="../media/image310.png"/><Relationship Id="rId143" Type="http://schemas.openxmlformats.org/officeDocument/2006/relationships/image" Target="../media/image331.png"/><Relationship Id="rId185" Type="http://schemas.openxmlformats.org/officeDocument/2006/relationships/image" Target="../media/image352.png"/><Relationship Id="rId350" Type="http://schemas.openxmlformats.org/officeDocument/2006/relationships/customXml" Target="../ink/ink464.xml"/><Relationship Id="rId406" Type="http://schemas.openxmlformats.org/officeDocument/2006/relationships/customXml" Target="../ink/ink492.xml"/><Relationship Id="rId9" Type="http://schemas.openxmlformats.org/officeDocument/2006/relationships/image" Target="../media/image264.png"/><Relationship Id="rId210" Type="http://schemas.openxmlformats.org/officeDocument/2006/relationships/customXml" Target="../ink/ink394.xml"/><Relationship Id="rId392" Type="http://schemas.openxmlformats.org/officeDocument/2006/relationships/customXml" Target="../ink/ink485.xml"/><Relationship Id="rId252" Type="http://schemas.openxmlformats.org/officeDocument/2006/relationships/customXml" Target="../ink/ink415.xml"/><Relationship Id="rId294" Type="http://schemas.openxmlformats.org/officeDocument/2006/relationships/customXml" Target="../ink/ink436.xml"/><Relationship Id="rId308" Type="http://schemas.openxmlformats.org/officeDocument/2006/relationships/customXml" Target="../ink/ink443.xml"/><Relationship Id="rId47" Type="http://schemas.openxmlformats.org/officeDocument/2006/relationships/image" Target="../media/image283.png"/><Relationship Id="rId89" Type="http://schemas.openxmlformats.org/officeDocument/2006/relationships/image" Target="../media/image304.png"/><Relationship Id="rId112" Type="http://schemas.openxmlformats.org/officeDocument/2006/relationships/customXml" Target="../ink/ink345.xml"/><Relationship Id="rId154" Type="http://schemas.openxmlformats.org/officeDocument/2006/relationships/customXml" Target="../ink/ink366.xml"/><Relationship Id="rId361" Type="http://schemas.openxmlformats.org/officeDocument/2006/relationships/image" Target="../media/image439.png"/><Relationship Id="rId196" Type="http://schemas.openxmlformats.org/officeDocument/2006/relationships/customXml" Target="../ink/ink387.xml"/><Relationship Id="rId417" Type="http://schemas.openxmlformats.org/officeDocument/2006/relationships/image" Target="../media/image467.png"/><Relationship Id="rId16" Type="http://schemas.openxmlformats.org/officeDocument/2006/relationships/customXml" Target="../ink/ink297.xml"/><Relationship Id="rId221" Type="http://schemas.openxmlformats.org/officeDocument/2006/relationships/image" Target="../media/image369.png"/><Relationship Id="rId263" Type="http://schemas.openxmlformats.org/officeDocument/2006/relationships/image" Target="../media/image390.png"/><Relationship Id="rId319" Type="http://schemas.openxmlformats.org/officeDocument/2006/relationships/image" Target="../media/image418.png"/><Relationship Id="rId58" Type="http://schemas.openxmlformats.org/officeDocument/2006/relationships/customXml" Target="../ink/ink318.xml"/><Relationship Id="rId123" Type="http://schemas.openxmlformats.org/officeDocument/2006/relationships/image" Target="../media/image321.png"/><Relationship Id="rId330" Type="http://schemas.openxmlformats.org/officeDocument/2006/relationships/customXml" Target="../ink/ink454.xml"/><Relationship Id="rId165" Type="http://schemas.openxmlformats.org/officeDocument/2006/relationships/image" Target="../media/image342.png"/><Relationship Id="rId372" Type="http://schemas.openxmlformats.org/officeDocument/2006/relationships/customXml" Target="../ink/ink475.xml"/><Relationship Id="rId428" Type="http://schemas.openxmlformats.org/officeDocument/2006/relationships/customXml" Target="../ink/ink503.xml"/><Relationship Id="rId232" Type="http://schemas.openxmlformats.org/officeDocument/2006/relationships/customXml" Target="../ink/ink405.xml"/><Relationship Id="rId274" Type="http://schemas.openxmlformats.org/officeDocument/2006/relationships/customXml" Target="../ink/ink426.xml"/><Relationship Id="rId27" Type="http://schemas.openxmlformats.org/officeDocument/2006/relationships/image" Target="../media/image273.png"/><Relationship Id="rId69" Type="http://schemas.openxmlformats.org/officeDocument/2006/relationships/image" Target="../media/image294.png"/><Relationship Id="rId134" Type="http://schemas.openxmlformats.org/officeDocument/2006/relationships/customXml" Target="../ink/ink356.xml"/><Relationship Id="rId80" Type="http://schemas.openxmlformats.org/officeDocument/2006/relationships/customXml" Target="../ink/ink329.xml"/><Relationship Id="rId176" Type="http://schemas.openxmlformats.org/officeDocument/2006/relationships/customXml" Target="../ink/ink377.xml"/><Relationship Id="rId341" Type="http://schemas.openxmlformats.org/officeDocument/2006/relationships/image" Target="../media/image429.png"/><Relationship Id="rId383" Type="http://schemas.openxmlformats.org/officeDocument/2006/relationships/image" Target="../media/image450.png"/><Relationship Id="rId201" Type="http://schemas.openxmlformats.org/officeDocument/2006/relationships/image" Target="../media/image359.png"/><Relationship Id="rId243" Type="http://schemas.openxmlformats.org/officeDocument/2006/relationships/image" Target="../media/image380.png"/><Relationship Id="rId285" Type="http://schemas.openxmlformats.org/officeDocument/2006/relationships/image" Target="../media/image401.png"/><Relationship Id="rId38" Type="http://schemas.openxmlformats.org/officeDocument/2006/relationships/customXml" Target="../ink/ink308.xml"/><Relationship Id="rId103" Type="http://schemas.openxmlformats.org/officeDocument/2006/relationships/image" Target="../media/image311.png"/><Relationship Id="rId310" Type="http://schemas.openxmlformats.org/officeDocument/2006/relationships/customXml" Target="../ink/ink444.xml"/><Relationship Id="rId91" Type="http://schemas.openxmlformats.org/officeDocument/2006/relationships/image" Target="../media/image305.png"/><Relationship Id="rId145" Type="http://schemas.openxmlformats.org/officeDocument/2006/relationships/image" Target="../media/image332.png"/><Relationship Id="rId187" Type="http://schemas.openxmlformats.org/officeDocument/2006/relationships/image" Target="../media/image353.png"/><Relationship Id="rId352" Type="http://schemas.openxmlformats.org/officeDocument/2006/relationships/customXml" Target="../ink/ink465.xml"/><Relationship Id="rId394" Type="http://schemas.openxmlformats.org/officeDocument/2006/relationships/customXml" Target="../ink/ink486.xml"/><Relationship Id="rId408" Type="http://schemas.openxmlformats.org/officeDocument/2006/relationships/customXml" Target="../ink/ink493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95.xml"/><Relationship Id="rId233" Type="http://schemas.openxmlformats.org/officeDocument/2006/relationships/image" Target="../media/image375.png"/><Relationship Id="rId254" Type="http://schemas.openxmlformats.org/officeDocument/2006/relationships/customXml" Target="../ink/ink416.xml"/><Relationship Id="rId28" Type="http://schemas.openxmlformats.org/officeDocument/2006/relationships/customXml" Target="../ink/ink303.xml"/><Relationship Id="rId49" Type="http://schemas.openxmlformats.org/officeDocument/2006/relationships/image" Target="../media/image284.png"/><Relationship Id="rId114" Type="http://schemas.openxmlformats.org/officeDocument/2006/relationships/customXml" Target="../ink/ink346.xml"/><Relationship Id="rId275" Type="http://schemas.openxmlformats.org/officeDocument/2006/relationships/image" Target="../media/image396.png"/><Relationship Id="rId296" Type="http://schemas.openxmlformats.org/officeDocument/2006/relationships/customXml" Target="../ink/ink437.xml"/><Relationship Id="rId300" Type="http://schemas.openxmlformats.org/officeDocument/2006/relationships/customXml" Target="../ink/ink439.xml"/><Relationship Id="rId60" Type="http://schemas.openxmlformats.org/officeDocument/2006/relationships/customXml" Target="../ink/ink319.xml"/><Relationship Id="rId81" Type="http://schemas.openxmlformats.org/officeDocument/2006/relationships/image" Target="../media/image300.png"/><Relationship Id="rId135" Type="http://schemas.openxmlformats.org/officeDocument/2006/relationships/image" Target="../media/image327.png"/><Relationship Id="rId156" Type="http://schemas.openxmlformats.org/officeDocument/2006/relationships/customXml" Target="../ink/ink367.xml"/><Relationship Id="rId177" Type="http://schemas.openxmlformats.org/officeDocument/2006/relationships/image" Target="../media/image348.png"/><Relationship Id="rId198" Type="http://schemas.openxmlformats.org/officeDocument/2006/relationships/customXml" Target="../ink/ink388.xml"/><Relationship Id="rId321" Type="http://schemas.openxmlformats.org/officeDocument/2006/relationships/image" Target="../media/image419.png"/><Relationship Id="rId342" Type="http://schemas.openxmlformats.org/officeDocument/2006/relationships/customXml" Target="../ink/ink460.xml"/><Relationship Id="rId363" Type="http://schemas.openxmlformats.org/officeDocument/2006/relationships/image" Target="../media/image440.png"/><Relationship Id="rId384" Type="http://schemas.openxmlformats.org/officeDocument/2006/relationships/customXml" Target="../ink/ink481.xml"/><Relationship Id="rId419" Type="http://schemas.openxmlformats.org/officeDocument/2006/relationships/image" Target="../media/image468.png"/><Relationship Id="rId202" Type="http://schemas.openxmlformats.org/officeDocument/2006/relationships/customXml" Target="../ink/ink390.xml"/><Relationship Id="rId223" Type="http://schemas.openxmlformats.org/officeDocument/2006/relationships/image" Target="../media/image370.png"/><Relationship Id="rId244" Type="http://schemas.openxmlformats.org/officeDocument/2006/relationships/customXml" Target="../ink/ink411.xml"/><Relationship Id="rId18" Type="http://schemas.openxmlformats.org/officeDocument/2006/relationships/customXml" Target="../ink/ink298.xml"/><Relationship Id="rId39" Type="http://schemas.openxmlformats.org/officeDocument/2006/relationships/image" Target="../media/image279.png"/><Relationship Id="rId265" Type="http://schemas.openxmlformats.org/officeDocument/2006/relationships/image" Target="../media/image391.png"/><Relationship Id="rId286" Type="http://schemas.openxmlformats.org/officeDocument/2006/relationships/customXml" Target="../ink/ink432.xml"/><Relationship Id="rId50" Type="http://schemas.openxmlformats.org/officeDocument/2006/relationships/customXml" Target="../ink/ink314.xml"/><Relationship Id="rId104" Type="http://schemas.openxmlformats.org/officeDocument/2006/relationships/customXml" Target="../ink/ink341.xml"/><Relationship Id="rId125" Type="http://schemas.openxmlformats.org/officeDocument/2006/relationships/image" Target="../media/image322.png"/><Relationship Id="rId146" Type="http://schemas.openxmlformats.org/officeDocument/2006/relationships/customXml" Target="../ink/ink362.xml"/><Relationship Id="rId167" Type="http://schemas.openxmlformats.org/officeDocument/2006/relationships/image" Target="../media/image343.png"/><Relationship Id="rId188" Type="http://schemas.openxmlformats.org/officeDocument/2006/relationships/customXml" Target="../ink/ink383.xml"/><Relationship Id="rId311" Type="http://schemas.openxmlformats.org/officeDocument/2006/relationships/image" Target="../media/image414.png"/><Relationship Id="rId332" Type="http://schemas.openxmlformats.org/officeDocument/2006/relationships/customXml" Target="../ink/ink455.xml"/><Relationship Id="rId353" Type="http://schemas.openxmlformats.org/officeDocument/2006/relationships/image" Target="../media/image435.png"/><Relationship Id="rId374" Type="http://schemas.openxmlformats.org/officeDocument/2006/relationships/customXml" Target="../ink/ink476.xml"/><Relationship Id="rId395" Type="http://schemas.openxmlformats.org/officeDocument/2006/relationships/image" Target="../media/image456.png"/><Relationship Id="rId409" Type="http://schemas.openxmlformats.org/officeDocument/2006/relationships/image" Target="../media/image463.png"/><Relationship Id="rId71" Type="http://schemas.openxmlformats.org/officeDocument/2006/relationships/image" Target="../media/image295.png"/><Relationship Id="rId92" Type="http://schemas.openxmlformats.org/officeDocument/2006/relationships/customXml" Target="../ink/ink335.xml"/><Relationship Id="rId213" Type="http://schemas.openxmlformats.org/officeDocument/2006/relationships/image" Target="../media/image365.png"/><Relationship Id="rId234" Type="http://schemas.openxmlformats.org/officeDocument/2006/relationships/customXml" Target="../ink/ink406.xml"/><Relationship Id="rId420" Type="http://schemas.openxmlformats.org/officeDocument/2006/relationships/customXml" Target="../ink/ink499.xml"/><Relationship Id="rId2" Type="http://schemas.openxmlformats.org/officeDocument/2006/relationships/customXml" Target="../ink/ink290.xml"/><Relationship Id="rId29" Type="http://schemas.openxmlformats.org/officeDocument/2006/relationships/image" Target="../media/image274.png"/><Relationship Id="rId255" Type="http://schemas.openxmlformats.org/officeDocument/2006/relationships/image" Target="../media/image386.png"/><Relationship Id="rId276" Type="http://schemas.openxmlformats.org/officeDocument/2006/relationships/customXml" Target="../ink/ink427.xml"/><Relationship Id="rId297" Type="http://schemas.openxmlformats.org/officeDocument/2006/relationships/image" Target="../media/image407.png"/><Relationship Id="rId40" Type="http://schemas.openxmlformats.org/officeDocument/2006/relationships/customXml" Target="../ink/ink309.xml"/><Relationship Id="rId115" Type="http://schemas.openxmlformats.org/officeDocument/2006/relationships/image" Target="../media/image317.png"/><Relationship Id="rId136" Type="http://schemas.openxmlformats.org/officeDocument/2006/relationships/customXml" Target="../ink/ink357.xml"/><Relationship Id="rId157" Type="http://schemas.openxmlformats.org/officeDocument/2006/relationships/image" Target="../media/image338.png"/><Relationship Id="rId178" Type="http://schemas.openxmlformats.org/officeDocument/2006/relationships/customXml" Target="../ink/ink378.xml"/><Relationship Id="rId301" Type="http://schemas.openxmlformats.org/officeDocument/2006/relationships/image" Target="../media/image409.png"/><Relationship Id="rId322" Type="http://schemas.openxmlformats.org/officeDocument/2006/relationships/customXml" Target="../ink/ink450.xml"/><Relationship Id="rId343" Type="http://schemas.openxmlformats.org/officeDocument/2006/relationships/image" Target="../media/image430.png"/><Relationship Id="rId364" Type="http://schemas.openxmlformats.org/officeDocument/2006/relationships/customXml" Target="../ink/ink471.xml"/><Relationship Id="rId61" Type="http://schemas.openxmlformats.org/officeDocument/2006/relationships/image" Target="../media/image290.png"/><Relationship Id="rId82" Type="http://schemas.openxmlformats.org/officeDocument/2006/relationships/customXml" Target="../ink/ink330.xml"/><Relationship Id="rId199" Type="http://schemas.openxmlformats.org/officeDocument/2006/relationships/image" Target="../media/image358.png"/><Relationship Id="rId203" Type="http://schemas.openxmlformats.org/officeDocument/2006/relationships/image" Target="../media/image360.png"/><Relationship Id="rId385" Type="http://schemas.openxmlformats.org/officeDocument/2006/relationships/image" Target="../media/image451.png"/><Relationship Id="rId19" Type="http://schemas.openxmlformats.org/officeDocument/2006/relationships/image" Target="../media/image269.png"/><Relationship Id="rId224" Type="http://schemas.openxmlformats.org/officeDocument/2006/relationships/customXml" Target="../ink/ink401.xml"/><Relationship Id="rId245" Type="http://schemas.openxmlformats.org/officeDocument/2006/relationships/image" Target="../media/image381.png"/><Relationship Id="rId266" Type="http://schemas.openxmlformats.org/officeDocument/2006/relationships/customXml" Target="../ink/ink422.xml"/><Relationship Id="rId287" Type="http://schemas.openxmlformats.org/officeDocument/2006/relationships/image" Target="../media/image402.png"/><Relationship Id="rId410" Type="http://schemas.openxmlformats.org/officeDocument/2006/relationships/customXml" Target="../ink/ink494.xml"/><Relationship Id="rId30" Type="http://schemas.openxmlformats.org/officeDocument/2006/relationships/customXml" Target="../ink/ink304.xml"/><Relationship Id="rId105" Type="http://schemas.openxmlformats.org/officeDocument/2006/relationships/image" Target="../media/image312.png"/><Relationship Id="rId126" Type="http://schemas.openxmlformats.org/officeDocument/2006/relationships/customXml" Target="../ink/ink352.xml"/><Relationship Id="rId147" Type="http://schemas.openxmlformats.org/officeDocument/2006/relationships/image" Target="../media/image333.png"/><Relationship Id="rId168" Type="http://schemas.openxmlformats.org/officeDocument/2006/relationships/customXml" Target="../ink/ink373.xml"/><Relationship Id="rId312" Type="http://schemas.openxmlformats.org/officeDocument/2006/relationships/customXml" Target="../ink/ink445.xml"/><Relationship Id="rId333" Type="http://schemas.openxmlformats.org/officeDocument/2006/relationships/image" Target="../media/image425.png"/><Relationship Id="rId354" Type="http://schemas.openxmlformats.org/officeDocument/2006/relationships/customXml" Target="../ink/ink466.xml"/><Relationship Id="rId51" Type="http://schemas.openxmlformats.org/officeDocument/2006/relationships/image" Target="../media/image285.png"/><Relationship Id="rId72" Type="http://schemas.openxmlformats.org/officeDocument/2006/relationships/customXml" Target="../ink/ink325.xml"/><Relationship Id="rId93" Type="http://schemas.openxmlformats.org/officeDocument/2006/relationships/image" Target="../media/image306.png"/><Relationship Id="rId189" Type="http://schemas.openxmlformats.org/officeDocument/2006/relationships/image" Target="../media/image354.png"/><Relationship Id="rId375" Type="http://schemas.openxmlformats.org/officeDocument/2006/relationships/image" Target="../media/image446.png"/><Relationship Id="rId396" Type="http://schemas.openxmlformats.org/officeDocument/2006/relationships/customXml" Target="../ink/ink487.xml"/><Relationship Id="rId3" Type="http://schemas.openxmlformats.org/officeDocument/2006/relationships/image" Target="../media/image261.png"/><Relationship Id="rId214" Type="http://schemas.openxmlformats.org/officeDocument/2006/relationships/customXml" Target="../ink/ink396.xml"/><Relationship Id="rId235" Type="http://schemas.openxmlformats.org/officeDocument/2006/relationships/image" Target="../media/image376.png"/><Relationship Id="rId256" Type="http://schemas.openxmlformats.org/officeDocument/2006/relationships/customXml" Target="../ink/ink417.xml"/><Relationship Id="rId277" Type="http://schemas.openxmlformats.org/officeDocument/2006/relationships/image" Target="../media/image397.png"/><Relationship Id="rId298" Type="http://schemas.openxmlformats.org/officeDocument/2006/relationships/customXml" Target="../ink/ink438.xml"/><Relationship Id="rId400" Type="http://schemas.openxmlformats.org/officeDocument/2006/relationships/customXml" Target="../ink/ink489.xml"/><Relationship Id="rId421" Type="http://schemas.openxmlformats.org/officeDocument/2006/relationships/image" Target="../media/image469.png"/><Relationship Id="rId116" Type="http://schemas.openxmlformats.org/officeDocument/2006/relationships/customXml" Target="../ink/ink347.xml"/><Relationship Id="rId137" Type="http://schemas.openxmlformats.org/officeDocument/2006/relationships/image" Target="../media/image328.png"/><Relationship Id="rId158" Type="http://schemas.openxmlformats.org/officeDocument/2006/relationships/customXml" Target="../ink/ink368.xml"/><Relationship Id="rId302" Type="http://schemas.openxmlformats.org/officeDocument/2006/relationships/customXml" Target="../ink/ink440.xml"/><Relationship Id="rId323" Type="http://schemas.openxmlformats.org/officeDocument/2006/relationships/image" Target="../media/image420.png"/><Relationship Id="rId344" Type="http://schemas.openxmlformats.org/officeDocument/2006/relationships/customXml" Target="../ink/ink461.xml"/><Relationship Id="rId20" Type="http://schemas.openxmlformats.org/officeDocument/2006/relationships/customXml" Target="../ink/ink299.xml"/><Relationship Id="rId41" Type="http://schemas.openxmlformats.org/officeDocument/2006/relationships/image" Target="../media/image280.png"/><Relationship Id="rId62" Type="http://schemas.openxmlformats.org/officeDocument/2006/relationships/customXml" Target="../ink/ink320.xml"/><Relationship Id="rId83" Type="http://schemas.openxmlformats.org/officeDocument/2006/relationships/image" Target="../media/image301.png"/><Relationship Id="rId179" Type="http://schemas.openxmlformats.org/officeDocument/2006/relationships/image" Target="../media/image349.png"/><Relationship Id="rId365" Type="http://schemas.openxmlformats.org/officeDocument/2006/relationships/image" Target="../media/image441.png"/><Relationship Id="rId386" Type="http://schemas.openxmlformats.org/officeDocument/2006/relationships/customXml" Target="../ink/ink482.xml"/><Relationship Id="rId190" Type="http://schemas.openxmlformats.org/officeDocument/2006/relationships/customXml" Target="../ink/ink384.xml"/><Relationship Id="rId204" Type="http://schemas.openxmlformats.org/officeDocument/2006/relationships/customXml" Target="../ink/ink391.xml"/><Relationship Id="rId225" Type="http://schemas.openxmlformats.org/officeDocument/2006/relationships/image" Target="../media/image371.png"/><Relationship Id="rId246" Type="http://schemas.openxmlformats.org/officeDocument/2006/relationships/customXml" Target="../ink/ink412.xml"/><Relationship Id="rId267" Type="http://schemas.openxmlformats.org/officeDocument/2006/relationships/image" Target="../media/image392.png"/><Relationship Id="rId288" Type="http://schemas.openxmlformats.org/officeDocument/2006/relationships/customXml" Target="../ink/ink433.xml"/><Relationship Id="rId411" Type="http://schemas.openxmlformats.org/officeDocument/2006/relationships/image" Target="../media/image464.png"/><Relationship Id="rId106" Type="http://schemas.openxmlformats.org/officeDocument/2006/relationships/customXml" Target="../ink/ink342.xml"/><Relationship Id="rId127" Type="http://schemas.openxmlformats.org/officeDocument/2006/relationships/image" Target="../media/image323.png"/><Relationship Id="rId313" Type="http://schemas.openxmlformats.org/officeDocument/2006/relationships/image" Target="../media/image415.png"/><Relationship Id="rId10" Type="http://schemas.openxmlformats.org/officeDocument/2006/relationships/customXml" Target="../ink/ink294.xml"/><Relationship Id="rId31" Type="http://schemas.openxmlformats.org/officeDocument/2006/relationships/image" Target="../media/image275.png"/><Relationship Id="rId52" Type="http://schemas.openxmlformats.org/officeDocument/2006/relationships/customXml" Target="../ink/ink315.xml"/><Relationship Id="rId73" Type="http://schemas.openxmlformats.org/officeDocument/2006/relationships/image" Target="../media/image296.png"/><Relationship Id="rId94" Type="http://schemas.openxmlformats.org/officeDocument/2006/relationships/customXml" Target="../ink/ink336.xml"/><Relationship Id="rId148" Type="http://schemas.openxmlformats.org/officeDocument/2006/relationships/customXml" Target="../ink/ink363.xml"/><Relationship Id="rId169" Type="http://schemas.openxmlformats.org/officeDocument/2006/relationships/image" Target="../media/image344.png"/><Relationship Id="rId334" Type="http://schemas.openxmlformats.org/officeDocument/2006/relationships/customXml" Target="../ink/ink456.xml"/><Relationship Id="rId355" Type="http://schemas.openxmlformats.org/officeDocument/2006/relationships/image" Target="../media/image436.png"/><Relationship Id="rId376" Type="http://schemas.openxmlformats.org/officeDocument/2006/relationships/customXml" Target="../ink/ink477.xml"/><Relationship Id="rId397" Type="http://schemas.openxmlformats.org/officeDocument/2006/relationships/image" Target="../media/image457.png"/><Relationship Id="rId4" Type="http://schemas.openxmlformats.org/officeDocument/2006/relationships/customXml" Target="../ink/ink291.xml"/><Relationship Id="rId180" Type="http://schemas.openxmlformats.org/officeDocument/2006/relationships/customXml" Target="../ink/ink379.xml"/><Relationship Id="rId215" Type="http://schemas.openxmlformats.org/officeDocument/2006/relationships/image" Target="../media/image366.png"/><Relationship Id="rId236" Type="http://schemas.openxmlformats.org/officeDocument/2006/relationships/customXml" Target="../ink/ink407.xml"/><Relationship Id="rId257" Type="http://schemas.openxmlformats.org/officeDocument/2006/relationships/image" Target="../media/image387.png"/><Relationship Id="rId278" Type="http://schemas.openxmlformats.org/officeDocument/2006/relationships/customXml" Target="../ink/ink428.xml"/><Relationship Id="rId401" Type="http://schemas.openxmlformats.org/officeDocument/2006/relationships/image" Target="../media/image459.png"/><Relationship Id="rId422" Type="http://schemas.openxmlformats.org/officeDocument/2006/relationships/customXml" Target="../ink/ink500.xml"/><Relationship Id="rId303" Type="http://schemas.openxmlformats.org/officeDocument/2006/relationships/image" Target="../media/image410.png"/><Relationship Id="rId42" Type="http://schemas.openxmlformats.org/officeDocument/2006/relationships/customXml" Target="../ink/ink310.xml"/><Relationship Id="rId84" Type="http://schemas.openxmlformats.org/officeDocument/2006/relationships/customXml" Target="../ink/ink331.xml"/><Relationship Id="rId138" Type="http://schemas.openxmlformats.org/officeDocument/2006/relationships/customXml" Target="../ink/ink358.xml"/><Relationship Id="rId345" Type="http://schemas.openxmlformats.org/officeDocument/2006/relationships/image" Target="../media/image431.png"/><Relationship Id="rId387" Type="http://schemas.openxmlformats.org/officeDocument/2006/relationships/image" Target="../media/image452.png"/><Relationship Id="rId191" Type="http://schemas.openxmlformats.org/officeDocument/2006/relationships/image" Target="../media/image355.png"/><Relationship Id="rId205" Type="http://schemas.openxmlformats.org/officeDocument/2006/relationships/image" Target="../media/image361.png"/><Relationship Id="rId247" Type="http://schemas.openxmlformats.org/officeDocument/2006/relationships/image" Target="../media/image382.png"/><Relationship Id="rId412" Type="http://schemas.openxmlformats.org/officeDocument/2006/relationships/customXml" Target="../ink/ink495.xml"/><Relationship Id="rId107" Type="http://schemas.openxmlformats.org/officeDocument/2006/relationships/image" Target="../media/image313.png"/><Relationship Id="rId289" Type="http://schemas.openxmlformats.org/officeDocument/2006/relationships/image" Target="../media/image403.png"/><Relationship Id="rId11" Type="http://schemas.openxmlformats.org/officeDocument/2006/relationships/image" Target="../media/image265.png"/><Relationship Id="rId53" Type="http://schemas.openxmlformats.org/officeDocument/2006/relationships/image" Target="../media/image286.png"/><Relationship Id="rId149" Type="http://schemas.openxmlformats.org/officeDocument/2006/relationships/image" Target="../media/image334.png"/><Relationship Id="rId314" Type="http://schemas.openxmlformats.org/officeDocument/2006/relationships/customXml" Target="../ink/ink446.xml"/><Relationship Id="rId356" Type="http://schemas.openxmlformats.org/officeDocument/2006/relationships/customXml" Target="../ink/ink467.xml"/><Relationship Id="rId398" Type="http://schemas.openxmlformats.org/officeDocument/2006/relationships/customXml" Target="../ink/ink488.xml"/><Relationship Id="rId95" Type="http://schemas.openxmlformats.org/officeDocument/2006/relationships/image" Target="../media/image307.png"/><Relationship Id="rId160" Type="http://schemas.openxmlformats.org/officeDocument/2006/relationships/customXml" Target="../ink/ink369.xml"/><Relationship Id="rId216" Type="http://schemas.openxmlformats.org/officeDocument/2006/relationships/customXml" Target="../ink/ink397.xml"/><Relationship Id="rId423" Type="http://schemas.openxmlformats.org/officeDocument/2006/relationships/image" Target="../media/image470.png"/><Relationship Id="rId258" Type="http://schemas.openxmlformats.org/officeDocument/2006/relationships/customXml" Target="../ink/ink418.xml"/><Relationship Id="rId22" Type="http://schemas.openxmlformats.org/officeDocument/2006/relationships/customXml" Target="../ink/ink300.xml"/><Relationship Id="rId64" Type="http://schemas.openxmlformats.org/officeDocument/2006/relationships/customXml" Target="../ink/ink321.xml"/><Relationship Id="rId118" Type="http://schemas.openxmlformats.org/officeDocument/2006/relationships/customXml" Target="../ink/ink348.xml"/><Relationship Id="rId325" Type="http://schemas.openxmlformats.org/officeDocument/2006/relationships/image" Target="../media/image421.png"/><Relationship Id="rId367" Type="http://schemas.openxmlformats.org/officeDocument/2006/relationships/image" Target="../media/image442.png"/><Relationship Id="rId171" Type="http://schemas.openxmlformats.org/officeDocument/2006/relationships/image" Target="../media/image345.png"/><Relationship Id="rId227" Type="http://schemas.openxmlformats.org/officeDocument/2006/relationships/image" Target="../media/image372.png"/><Relationship Id="rId269" Type="http://schemas.openxmlformats.org/officeDocument/2006/relationships/image" Target="../media/image393.png"/><Relationship Id="rId33" Type="http://schemas.openxmlformats.org/officeDocument/2006/relationships/image" Target="../media/image276.png"/><Relationship Id="rId129" Type="http://schemas.openxmlformats.org/officeDocument/2006/relationships/image" Target="../media/image324.png"/><Relationship Id="rId280" Type="http://schemas.openxmlformats.org/officeDocument/2006/relationships/customXml" Target="../ink/ink429.xml"/><Relationship Id="rId336" Type="http://schemas.openxmlformats.org/officeDocument/2006/relationships/customXml" Target="../ink/ink457.xml"/><Relationship Id="rId75" Type="http://schemas.openxmlformats.org/officeDocument/2006/relationships/image" Target="../media/image297.png"/><Relationship Id="rId140" Type="http://schemas.openxmlformats.org/officeDocument/2006/relationships/customXml" Target="../ink/ink359.xml"/><Relationship Id="rId182" Type="http://schemas.openxmlformats.org/officeDocument/2006/relationships/customXml" Target="../ink/ink380.xml"/><Relationship Id="rId378" Type="http://schemas.openxmlformats.org/officeDocument/2006/relationships/customXml" Target="../ink/ink478.xml"/><Relationship Id="rId403" Type="http://schemas.openxmlformats.org/officeDocument/2006/relationships/image" Target="../media/image460.png"/><Relationship Id="rId6" Type="http://schemas.openxmlformats.org/officeDocument/2006/relationships/customXml" Target="../ink/ink292.xml"/><Relationship Id="rId238" Type="http://schemas.openxmlformats.org/officeDocument/2006/relationships/customXml" Target="../ink/ink408.xml"/><Relationship Id="rId291" Type="http://schemas.openxmlformats.org/officeDocument/2006/relationships/image" Target="../media/image404.png"/><Relationship Id="rId305" Type="http://schemas.openxmlformats.org/officeDocument/2006/relationships/image" Target="../media/image411.png"/><Relationship Id="rId347" Type="http://schemas.openxmlformats.org/officeDocument/2006/relationships/image" Target="../media/image432.png"/><Relationship Id="rId44" Type="http://schemas.openxmlformats.org/officeDocument/2006/relationships/customXml" Target="../ink/ink311.xml"/><Relationship Id="rId86" Type="http://schemas.openxmlformats.org/officeDocument/2006/relationships/customXml" Target="../ink/ink332.xml"/><Relationship Id="rId151" Type="http://schemas.openxmlformats.org/officeDocument/2006/relationships/image" Target="../media/image335.png"/><Relationship Id="rId389" Type="http://schemas.openxmlformats.org/officeDocument/2006/relationships/image" Target="../media/image453.png"/><Relationship Id="rId193" Type="http://schemas.openxmlformats.org/officeDocument/2006/relationships/image" Target="../media/image77.png"/><Relationship Id="rId207" Type="http://schemas.openxmlformats.org/officeDocument/2006/relationships/image" Target="../media/image362.png"/><Relationship Id="rId249" Type="http://schemas.openxmlformats.org/officeDocument/2006/relationships/image" Target="../media/image383.png"/><Relationship Id="rId414" Type="http://schemas.openxmlformats.org/officeDocument/2006/relationships/customXml" Target="../ink/ink496.xml"/><Relationship Id="rId13" Type="http://schemas.openxmlformats.org/officeDocument/2006/relationships/image" Target="../media/image266.png"/><Relationship Id="rId109" Type="http://schemas.openxmlformats.org/officeDocument/2006/relationships/image" Target="../media/image314.png"/><Relationship Id="rId260" Type="http://schemas.openxmlformats.org/officeDocument/2006/relationships/customXml" Target="../ink/ink419.xml"/><Relationship Id="rId316" Type="http://schemas.openxmlformats.org/officeDocument/2006/relationships/customXml" Target="../ink/ink447.xml"/><Relationship Id="rId55" Type="http://schemas.openxmlformats.org/officeDocument/2006/relationships/image" Target="../media/image287.png"/><Relationship Id="rId97" Type="http://schemas.openxmlformats.org/officeDocument/2006/relationships/image" Target="../media/image308.png"/><Relationship Id="rId120" Type="http://schemas.openxmlformats.org/officeDocument/2006/relationships/customXml" Target="../ink/ink349.xml"/><Relationship Id="rId358" Type="http://schemas.openxmlformats.org/officeDocument/2006/relationships/customXml" Target="../ink/ink468.xml"/><Relationship Id="rId162" Type="http://schemas.openxmlformats.org/officeDocument/2006/relationships/customXml" Target="../ink/ink370.xml"/><Relationship Id="rId218" Type="http://schemas.openxmlformats.org/officeDocument/2006/relationships/customXml" Target="../ink/ink398.xml"/><Relationship Id="rId425" Type="http://schemas.openxmlformats.org/officeDocument/2006/relationships/image" Target="../media/image471.png"/><Relationship Id="rId271" Type="http://schemas.openxmlformats.org/officeDocument/2006/relationships/image" Target="../media/image394.png"/><Relationship Id="rId24" Type="http://schemas.openxmlformats.org/officeDocument/2006/relationships/customXml" Target="../ink/ink301.xml"/><Relationship Id="rId66" Type="http://schemas.openxmlformats.org/officeDocument/2006/relationships/customXml" Target="../ink/ink322.xml"/><Relationship Id="rId131" Type="http://schemas.openxmlformats.org/officeDocument/2006/relationships/image" Target="../media/image325.png"/><Relationship Id="rId327" Type="http://schemas.openxmlformats.org/officeDocument/2006/relationships/image" Target="../media/image422.png"/><Relationship Id="rId369" Type="http://schemas.openxmlformats.org/officeDocument/2006/relationships/image" Target="../media/image443.png"/><Relationship Id="rId173" Type="http://schemas.openxmlformats.org/officeDocument/2006/relationships/image" Target="../media/image346.png"/><Relationship Id="rId229" Type="http://schemas.openxmlformats.org/officeDocument/2006/relationships/image" Target="../media/image373.png"/><Relationship Id="rId380" Type="http://schemas.openxmlformats.org/officeDocument/2006/relationships/customXml" Target="../ink/ink479.xml"/><Relationship Id="rId240" Type="http://schemas.openxmlformats.org/officeDocument/2006/relationships/customXml" Target="../ink/ink409.xml"/><Relationship Id="rId35" Type="http://schemas.openxmlformats.org/officeDocument/2006/relationships/image" Target="../media/image277.png"/><Relationship Id="rId77" Type="http://schemas.openxmlformats.org/officeDocument/2006/relationships/image" Target="../media/image298.png"/><Relationship Id="rId100" Type="http://schemas.openxmlformats.org/officeDocument/2006/relationships/customXml" Target="../ink/ink339.xml"/><Relationship Id="rId282" Type="http://schemas.openxmlformats.org/officeDocument/2006/relationships/customXml" Target="../ink/ink430.xml"/><Relationship Id="rId338" Type="http://schemas.openxmlformats.org/officeDocument/2006/relationships/customXml" Target="../ink/ink458.xml"/><Relationship Id="rId8" Type="http://schemas.openxmlformats.org/officeDocument/2006/relationships/customXml" Target="../ink/ink293.xml"/><Relationship Id="rId142" Type="http://schemas.openxmlformats.org/officeDocument/2006/relationships/customXml" Target="../ink/ink360.xml"/><Relationship Id="rId184" Type="http://schemas.openxmlformats.org/officeDocument/2006/relationships/customXml" Target="../ink/ink381.xml"/><Relationship Id="rId391" Type="http://schemas.openxmlformats.org/officeDocument/2006/relationships/image" Target="../media/image454.png"/><Relationship Id="rId405" Type="http://schemas.openxmlformats.org/officeDocument/2006/relationships/image" Target="../media/image461.png"/><Relationship Id="rId251" Type="http://schemas.openxmlformats.org/officeDocument/2006/relationships/image" Target="../media/image384.png"/><Relationship Id="rId46" Type="http://schemas.openxmlformats.org/officeDocument/2006/relationships/customXml" Target="../ink/ink312.xml"/><Relationship Id="rId293" Type="http://schemas.openxmlformats.org/officeDocument/2006/relationships/image" Target="../media/image405.png"/><Relationship Id="rId307" Type="http://schemas.openxmlformats.org/officeDocument/2006/relationships/image" Target="../media/image412.png"/><Relationship Id="rId349" Type="http://schemas.openxmlformats.org/officeDocument/2006/relationships/image" Target="../media/image433.png"/><Relationship Id="rId88" Type="http://schemas.openxmlformats.org/officeDocument/2006/relationships/customXml" Target="../ink/ink333.xml"/><Relationship Id="rId111" Type="http://schemas.openxmlformats.org/officeDocument/2006/relationships/image" Target="../media/image315.png"/><Relationship Id="rId153" Type="http://schemas.openxmlformats.org/officeDocument/2006/relationships/image" Target="../media/image336.png"/><Relationship Id="rId195" Type="http://schemas.openxmlformats.org/officeDocument/2006/relationships/image" Target="../media/image356.png"/><Relationship Id="rId209" Type="http://schemas.openxmlformats.org/officeDocument/2006/relationships/image" Target="../media/image363.png"/><Relationship Id="rId360" Type="http://schemas.openxmlformats.org/officeDocument/2006/relationships/customXml" Target="../ink/ink469.xml"/><Relationship Id="rId416" Type="http://schemas.openxmlformats.org/officeDocument/2006/relationships/customXml" Target="../ink/ink497.xml"/><Relationship Id="rId220" Type="http://schemas.openxmlformats.org/officeDocument/2006/relationships/customXml" Target="../ink/ink399.xml"/><Relationship Id="rId15" Type="http://schemas.openxmlformats.org/officeDocument/2006/relationships/image" Target="../media/image267.png"/><Relationship Id="rId57" Type="http://schemas.openxmlformats.org/officeDocument/2006/relationships/image" Target="../media/image288.png"/><Relationship Id="rId262" Type="http://schemas.openxmlformats.org/officeDocument/2006/relationships/customXml" Target="../ink/ink420.xml"/><Relationship Id="rId318" Type="http://schemas.openxmlformats.org/officeDocument/2006/relationships/customXml" Target="../ink/ink448.xml"/><Relationship Id="rId99" Type="http://schemas.openxmlformats.org/officeDocument/2006/relationships/image" Target="../media/image309.png"/><Relationship Id="rId122" Type="http://schemas.openxmlformats.org/officeDocument/2006/relationships/customXml" Target="../ink/ink350.xml"/><Relationship Id="rId164" Type="http://schemas.openxmlformats.org/officeDocument/2006/relationships/customXml" Target="../ink/ink371.xml"/><Relationship Id="rId371" Type="http://schemas.openxmlformats.org/officeDocument/2006/relationships/image" Target="../media/image444.png"/><Relationship Id="rId427" Type="http://schemas.openxmlformats.org/officeDocument/2006/relationships/image" Target="../media/image472.png"/><Relationship Id="rId26" Type="http://schemas.openxmlformats.org/officeDocument/2006/relationships/customXml" Target="../ink/ink302.xml"/><Relationship Id="rId231" Type="http://schemas.openxmlformats.org/officeDocument/2006/relationships/image" Target="../media/image374.png"/><Relationship Id="rId273" Type="http://schemas.openxmlformats.org/officeDocument/2006/relationships/image" Target="../media/image395.png"/><Relationship Id="rId329" Type="http://schemas.openxmlformats.org/officeDocument/2006/relationships/image" Target="../media/image423.png"/><Relationship Id="rId68" Type="http://schemas.openxmlformats.org/officeDocument/2006/relationships/customXml" Target="../ink/ink323.xml"/><Relationship Id="rId133" Type="http://schemas.openxmlformats.org/officeDocument/2006/relationships/image" Target="../media/image326.png"/><Relationship Id="rId175" Type="http://schemas.openxmlformats.org/officeDocument/2006/relationships/image" Target="../media/image347.png"/><Relationship Id="rId340" Type="http://schemas.openxmlformats.org/officeDocument/2006/relationships/customXml" Target="../ink/ink459.xml"/><Relationship Id="rId200" Type="http://schemas.openxmlformats.org/officeDocument/2006/relationships/customXml" Target="../ink/ink389.xml"/><Relationship Id="rId382" Type="http://schemas.openxmlformats.org/officeDocument/2006/relationships/customXml" Target="../ink/ink480.xml"/><Relationship Id="rId242" Type="http://schemas.openxmlformats.org/officeDocument/2006/relationships/customXml" Target="../ink/ink410.xml"/><Relationship Id="rId284" Type="http://schemas.openxmlformats.org/officeDocument/2006/relationships/customXml" Target="../ink/ink431.xml"/><Relationship Id="rId37" Type="http://schemas.openxmlformats.org/officeDocument/2006/relationships/image" Target="../media/image278.png"/><Relationship Id="rId79" Type="http://schemas.openxmlformats.org/officeDocument/2006/relationships/image" Target="../media/image299.png"/><Relationship Id="rId102" Type="http://schemas.openxmlformats.org/officeDocument/2006/relationships/customXml" Target="../ink/ink340.xml"/><Relationship Id="rId144" Type="http://schemas.openxmlformats.org/officeDocument/2006/relationships/customXml" Target="../ink/ink361.xml"/><Relationship Id="rId90" Type="http://schemas.openxmlformats.org/officeDocument/2006/relationships/customXml" Target="../ink/ink334.xml"/><Relationship Id="rId186" Type="http://schemas.openxmlformats.org/officeDocument/2006/relationships/customXml" Target="../ink/ink382.xml"/><Relationship Id="rId351" Type="http://schemas.openxmlformats.org/officeDocument/2006/relationships/image" Target="../media/image434.png"/><Relationship Id="rId393" Type="http://schemas.openxmlformats.org/officeDocument/2006/relationships/image" Target="../media/image455.png"/><Relationship Id="rId407" Type="http://schemas.openxmlformats.org/officeDocument/2006/relationships/image" Target="../media/image462.png"/><Relationship Id="rId211" Type="http://schemas.openxmlformats.org/officeDocument/2006/relationships/image" Target="../media/image364.png"/><Relationship Id="rId253" Type="http://schemas.openxmlformats.org/officeDocument/2006/relationships/image" Target="../media/image385.png"/><Relationship Id="rId295" Type="http://schemas.openxmlformats.org/officeDocument/2006/relationships/image" Target="../media/image406.png"/><Relationship Id="rId309" Type="http://schemas.openxmlformats.org/officeDocument/2006/relationships/image" Target="../media/image413.png"/><Relationship Id="rId48" Type="http://schemas.openxmlformats.org/officeDocument/2006/relationships/customXml" Target="../ink/ink313.xml"/><Relationship Id="rId113" Type="http://schemas.openxmlformats.org/officeDocument/2006/relationships/image" Target="../media/image316.png"/><Relationship Id="rId320" Type="http://schemas.openxmlformats.org/officeDocument/2006/relationships/customXml" Target="../ink/ink449.xml"/><Relationship Id="rId155" Type="http://schemas.openxmlformats.org/officeDocument/2006/relationships/image" Target="../media/image337.png"/><Relationship Id="rId197" Type="http://schemas.openxmlformats.org/officeDocument/2006/relationships/image" Target="../media/image357.png"/><Relationship Id="rId362" Type="http://schemas.openxmlformats.org/officeDocument/2006/relationships/customXml" Target="../ink/ink470.xml"/><Relationship Id="rId418" Type="http://schemas.openxmlformats.org/officeDocument/2006/relationships/customXml" Target="../ink/ink498.xml"/><Relationship Id="rId222" Type="http://schemas.openxmlformats.org/officeDocument/2006/relationships/customXml" Target="../ink/ink400.xml"/><Relationship Id="rId264" Type="http://schemas.openxmlformats.org/officeDocument/2006/relationships/customXml" Target="../ink/ink421.xml"/><Relationship Id="rId17" Type="http://schemas.openxmlformats.org/officeDocument/2006/relationships/image" Target="../media/image268.png"/><Relationship Id="rId59" Type="http://schemas.openxmlformats.org/officeDocument/2006/relationships/image" Target="../media/image289.png"/><Relationship Id="rId124" Type="http://schemas.openxmlformats.org/officeDocument/2006/relationships/customXml" Target="../ink/ink351.xml"/><Relationship Id="rId70" Type="http://schemas.openxmlformats.org/officeDocument/2006/relationships/customXml" Target="../ink/ink324.xml"/><Relationship Id="rId166" Type="http://schemas.openxmlformats.org/officeDocument/2006/relationships/customXml" Target="../ink/ink372.xml"/><Relationship Id="rId331" Type="http://schemas.openxmlformats.org/officeDocument/2006/relationships/image" Target="../media/image424.png"/><Relationship Id="rId373" Type="http://schemas.openxmlformats.org/officeDocument/2006/relationships/image" Target="../media/image445.png"/><Relationship Id="rId429" Type="http://schemas.openxmlformats.org/officeDocument/2006/relationships/image" Target="../media/image473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61.xml"/><Relationship Id="rId21" Type="http://schemas.openxmlformats.org/officeDocument/2006/relationships/customXml" Target="../ink/ink513.xml"/><Relationship Id="rId42" Type="http://schemas.openxmlformats.org/officeDocument/2006/relationships/image" Target="../media/image8070.png"/><Relationship Id="rId63" Type="http://schemas.openxmlformats.org/officeDocument/2006/relationships/customXml" Target="../ink/ink534.xml"/><Relationship Id="rId84" Type="http://schemas.openxmlformats.org/officeDocument/2006/relationships/image" Target="../media/image8280.png"/><Relationship Id="rId138" Type="http://schemas.openxmlformats.org/officeDocument/2006/relationships/image" Target="../media/image497.png"/><Relationship Id="rId159" Type="http://schemas.openxmlformats.org/officeDocument/2006/relationships/customXml" Target="../ink/ink582.xml"/><Relationship Id="rId170" Type="http://schemas.openxmlformats.org/officeDocument/2006/relationships/image" Target="../media/image513.png"/><Relationship Id="rId107" Type="http://schemas.openxmlformats.org/officeDocument/2006/relationships/customXml" Target="../ink/ink556.xml"/><Relationship Id="rId11" Type="http://schemas.openxmlformats.org/officeDocument/2006/relationships/customXml" Target="../ink/ink508.xml"/><Relationship Id="rId32" Type="http://schemas.openxmlformats.org/officeDocument/2006/relationships/image" Target="../media/image8020.png"/><Relationship Id="rId53" Type="http://schemas.openxmlformats.org/officeDocument/2006/relationships/customXml" Target="../ink/ink529.xml"/><Relationship Id="rId74" Type="http://schemas.openxmlformats.org/officeDocument/2006/relationships/image" Target="../media/image8230.png"/><Relationship Id="rId128" Type="http://schemas.openxmlformats.org/officeDocument/2006/relationships/image" Target="../media/image492.png"/><Relationship Id="rId149" Type="http://schemas.openxmlformats.org/officeDocument/2006/relationships/customXml" Target="../ink/ink577.xml"/><Relationship Id="rId5" Type="http://schemas.openxmlformats.org/officeDocument/2006/relationships/customXml" Target="../ink/ink505.xml"/><Relationship Id="rId95" Type="http://schemas.openxmlformats.org/officeDocument/2006/relationships/customXml" Target="../ink/ink550.xml"/><Relationship Id="rId160" Type="http://schemas.openxmlformats.org/officeDocument/2006/relationships/image" Target="../media/image508.png"/><Relationship Id="rId22" Type="http://schemas.openxmlformats.org/officeDocument/2006/relationships/image" Target="../media/image7970.png"/><Relationship Id="rId43" Type="http://schemas.openxmlformats.org/officeDocument/2006/relationships/customXml" Target="../ink/ink524.xml"/><Relationship Id="rId64" Type="http://schemas.openxmlformats.org/officeDocument/2006/relationships/image" Target="../media/image8180.png"/><Relationship Id="rId118" Type="http://schemas.openxmlformats.org/officeDocument/2006/relationships/image" Target="../media/image487.png"/><Relationship Id="rId139" Type="http://schemas.openxmlformats.org/officeDocument/2006/relationships/customXml" Target="../ink/ink572.xml"/><Relationship Id="rId85" Type="http://schemas.openxmlformats.org/officeDocument/2006/relationships/customXml" Target="../ink/ink545.xml"/><Relationship Id="rId150" Type="http://schemas.openxmlformats.org/officeDocument/2006/relationships/image" Target="../media/image503.png"/><Relationship Id="rId12" Type="http://schemas.openxmlformats.org/officeDocument/2006/relationships/image" Target="../media/image7920.png"/><Relationship Id="rId33" Type="http://schemas.openxmlformats.org/officeDocument/2006/relationships/customXml" Target="../ink/ink519.xml"/><Relationship Id="rId108" Type="http://schemas.openxmlformats.org/officeDocument/2006/relationships/image" Target="../media/image482.png"/><Relationship Id="rId129" Type="http://schemas.openxmlformats.org/officeDocument/2006/relationships/customXml" Target="../ink/ink567.xml"/><Relationship Id="rId54" Type="http://schemas.openxmlformats.org/officeDocument/2006/relationships/image" Target="../media/image8130.png"/><Relationship Id="rId70" Type="http://schemas.openxmlformats.org/officeDocument/2006/relationships/image" Target="../media/image8211.png"/><Relationship Id="rId75" Type="http://schemas.openxmlformats.org/officeDocument/2006/relationships/customXml" Target="../ink/ink540.xml"/><Relationship Id="rId91" Type="http://schemas.openxmlformats.org/officeDocument/2006/relationships/customXml" Target="../ink/ink548.xml"/><Relationship Id="rId96" Type="http://schemas.openxmlformats.org/officeDocument/2006/relationships/image" Target="../media/image476.png"/><Relationship Id="rId140" Type="http://schemas.openxmlformats.org/officeDocument/2006/relationships/image" Target="../media/image498.png"/><Relationship Id="rId145" Type="http://schemas.openxmlformats.org/officeDocument/2006/relationships/customXml" Target="../ink/ink575.xml"/><Relationship Id="rId161" Type="http://schemas.openxmlformats.org/officeDocument/2006/relationships/customXml" Target="../ink/ink583.xml"/><Relationship Id="rId166" Type="http://schemas.openxmlformats.org/officeDocument/2006/relationships/image" Target="../media/image5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90.png"/><Relationship Id="rId23" Type="http://schemas.openxmlformats.org/officeDocument/2006/relationships/customXml" Target="../ink/ink514.xml"/><Relationship Id="rId28" Type="http://schemas.openxmlformats.org/officeDocument/2006/relationships/image" Target="../media/image8000.png"/><Relationship Id="rId49" Type="http://schemas.openxmlformats.org/officeDocument/2006/relationships/customXml" Target="../ink/ink527.xml"/><Relationship Id="rId114" Type="http://schemas.openxmlformats.org/officeDocument/2006/relationships/image" Target="../media/image485.png"/><Relationship Id="rId119" Type="http://schemas.openxmlformats.org/officeDocument/2006/relationships/customXml" Target="../ink/ink562.xml"/><Relationship Id="rId44" Type="http://schemas.openxmlformats.org/officeDocument/2006/relationships/image" Target="../media/image8080.png"/><Relationship Id="rId60" Type="http://schemas.openxmlformats.org/officeDocument/2006/relationships/image" Target="../media/image8160.png"/><Relationship Id="rId65" Type="http://schemas.openxmlformats.org/officeDocument/2006/relationships/customXml" Target="../ink/ink535.xml"/><Relationship Id="rId81" Type="http://schemas.openxmlformats.org/officeDocument/2006/relationships/customXml" Target="../ink/ink543.xml"/><Relationship Id="rId86" Type="http://schemas.openxmlformats.org/officeDocument/2006/relationships/image" Target="../media/image8290.png"/><Relationship Id="rId130" Type="http://schemas.openxmlformats.org/officeDocument/2006/relationships/image" Target="../media/image493.png"/><Relationship Id="rId135" Type="http://schemas.openxmlformats.org/officeDocument/2006/relationships/customXml" Target="../ink/ink570.xml"/><Relationship Id="rId151" Type="http://schemas.openxmlformats.org/officeDocument/2006/relationships/customXml" Target="../ink/ink578.xml"/><Relationship Id="rId156" Type="http://schemas.openxmlformats.org/officeDocument/2006/relationships/image" Target="../media/image506.png"/><Relationship Id="rId13" Type="http://schemas.openxmlformats.org/officeDocument/2006/relationships/customXml" Target="../ink/ink509.xml"/><Relationship Id="rId18" Type="http://schemas.openxmlformats.org/officeDocument/2006/relationships/image" Target="../media/image7950.png"/><Relationship Id="rId39" Type="http://schemas.openxmlformats.org/officeDocument/2006/relationships/customXml" Target="../ink/ink522.xml"/><Relationship Id="rId109" Type="http://schemas.openxmlformats.org/officeDocument/2006/relationships/customXml" Target="../ink/ink557.xml"/><Relationship Id="rId34" Type="http://schemas.openxmlformats.org/officeDocument/2006/relationships/image" Target="../media/image8030.png"/><Relationship Id="rId50" Type="http://schemas.openxmlformats.org/officeDocument/2006/relationships/image" Target="../media/image8111.png"/><Relationship Id="rId55" Type="http://schemas.openxmlformats.org/officeDocument/2006/relationships/customXml" Target="../ink/ink530.xml"/><Relationship Id="rId76" Type="http://schemas.openxmlformats.org/officeDocument/2006/relationships/image" Target="../media/image8240.png"/><Relationship Id="rId97" Type="http://schemas.openxmlformats.org/officeDocument/2006/relationships/customXml" Target="../ink/ink551.xml"/><Relationship Id="rId104" Type="http://schemas.openxmlformats.org/officeDocument/2006/relationships/image" Target="../media/image480.png"/><Relationship Id="rId120" Type="http://schemas.openxmlformats.org/officeDocument/2006/relationships/image" Target="../media/image488.png"/><Relationship Id="rId125" Type="http://schemas.openxmlformats.org/officeDocument/2006/relationships/customXml" Target="../ink/ink565.xml"/><Relationship Id="rId141" Type="http://schemas.openxmlformats.org/officeDocument/2006/relationships/customXml" Target="../ink/ink573.xml"/><Relationship Id="rId146" Type="http://schemas.openxmlformats.org/officeDocument/2006/relationships/image" Target="../media/image501.png"/><Relationship Id="rId167" Type="http://schemas.openxmlformats.org/officeDocument/2006/relationships/customXml" Target="../ink/ink586.xml"/><Relationship Id="rId7" Type="http://schemas.openxmlformats.org/officeDocument/2006/relationships/customXml" Target="../ink/ink506.xml"/><Relationship Id="rId71" Type="http://schemas.openxmlformats.org/officeDocument/2006/relationships/customXml" Target="../ink/ink538.xml"/><Relationship Id="rId92" Type="http://schemas.openxmlformats.org/officeDocument/2006/relationships/image" Target="../media/image8320.png"/><Relationship Id="rId162" Type="http://schemas.openxmlformats.org/officeDocument/2006/relationships/image" Target="../media/image509.png"/><Relationship Id="rId2" Type="http://schemas.openxmlformats.org/officeDocument/2006/relationships/image" Target="../media/image474.png"/><Relationship Id="rId29" Type="http://schemas.openxmlformats.org/officeDocument/2006/relationships/customXml" Target="../ink/ink517.xml"/><Relationship Id="rId24" Type="http://schemas.openxmlformats.org/officeDocument/2006/relationships/image" Target="../media/image7980.png"/><Relationship Id="rId40" Type="http://schemas.openxmlformats.org/officeDocument/2006/relationships/image" Target="../media/image8060.png"/><Relationship Id="rId45" Type="http://schemas.openxmlformats.org/officeDocument/2006/relationships/customXml" Target="../ink/ink525.xml"/><Relationship Id="rId66" Type="http://schemas.openxmlformats.org/officeDocument/2006/relationships/image" Target="../media/image8190.png"/><Relationship Id="rId87" Type="http://schemas.openxmlformats.org/officeDocument/2006/relationships/customXml" Target="../ink/ink546.xml"/><Relationship Id="rId110" Type="http://schemas.openxmlformats.org/officeDocument/2006/relationships/image" Target="../media/image483.png"/><Relationship Id="rId115" Type="http://schemas.openxmlformats.org/officeDocument/2006/relationships/customXml" Target="../ink/ink560.xml"/><Relationship Id="rId131" Type="http://schemas.openxmlformats.org/officeDocument/2006/relationships/customXml" Target="../ink/ink568.xml"/><Relationship Id="rId136" Type="http://schemas.openxmlformats.org/officeDocument/2006/relationships/image" Target="../media/image496.png"/><Relationship Id="rId157" Type="http://schemas.openxmlformats.org/officeDocument/2006/relationships/customXml" Target="../ink/ink581.xml"/><Relationship Id="rId61" Type="http://schemas.openxmlformats.org/officeDocument/2006/relationships/customXml" Target="../ink/ink533.xml"/><Relationship Id="rId82" Type="http://schemas.openxmlformats.org/officeDocument/2006/relationships/image" Target="../media/image8270.png"/><Relationship Id="rId152" Type="http://schemas.openxmlformats.org/officeDocument/2006/relationships/image" Target="../media/image504.png"/><Relationship Id="rId19" Type="http://schemas.openxmlformats.org/officeDocument/2006/relationships/customXml" Target="../ink/ink512.xml"/><Relationship Id="rId14" Type="http://schemas.openxmlformats.org/officeDocument/2006/relationships/image" Target="../media/image7930.png"/><Relationship Id="rId30" Type="http://schemas.openxmlformats.org/officeDocument/2006/relationships/image" Target="../media/image8011.png"/><Relationship Id="rId35" Type="http://schemas.openxmlformats.org/officeDocument/2006/relationships/customXml" Target="../ink/ink520.xml"/><Relationship Id="rId56" Type="http://schemas.openxmlformats.org/officeDocument/2006/relationships/image" Target="../media/image8140.png"/><Relationship Id="rId77" Type="http://schemas.openxmlformats.org/officeDocument/2006/relationships/customXml" Target="../ink/ink541.xml"/><Relationship Id="rId100" Type="http://schemas.openxmlformats.org/officeDocument/2006/relationships/image" Target="../media/image478.png"/><Relationship Id="rId105" Type="http://schemas.openxmlformats.org/officeDocument/2006/relationships/customXml" Target="../ink/ink555.xml"/><Relationship Id="rId126" Type="http://schemas.openxmlformats.org/officeDocument/2006/relationships/image" Target="../media/image491.png"/><Relationship Id="rId147" Type="http://schemas.openxmlformats.org/officeDocument/2006/relationships/customXml" Target="../ink/ink576.xml"/><Relationship Id="rId168" Type="http://schemas.openxmlformats.org/officeDocument/2006/relationships/image" Target="../media/image512.png"/><Relationship Id="rId8" Type="http://schemas.openxmlformats.org/officeDocument/2006/relationships/image" Target="../media/image7900.png"/><Relationship Id="rId51" Type="http://schemas.openxmlformats.org/officeDocument/2006/relationships/customXml" Target="../ink/ink528.xml"/><Relationship Id="rId72" Type="http://schemas.openxmlformats.org/officeDocument/2006/relationships/image" Target="../media/image8220.png"/><Relationship Id="rId93" Type="http://schemas.openxmlformats.org/officeDocument/2006/relationships/customXml" Target="../ink/ink549.xml"/><Relationship Id="rId98" Type="http://schemas.openxmlformats.org/officeDocument/2006/relationships/image" Target="../media/image477.png"/><Relationship Id="rId121" Type="http://schemas.openxmlformats.org/officeDocument/2006/relationships/customXml" Target="../ink/ink563.xml"/><Relationship Id="rId142" Type="http://schemas.openxmlformats.org/officeDocument/2006/relationships/image" Target="../media/image499.png"/><Relationship Id="rId163" Type="http://schemas.openxmlformats.org/officeDocument/2006/relationships/customXml" Target="../ink/ink584.xml"/><Relationship Id="rId3" Type="http://schemas.openxmlformats.org/officeDocument/2006/relationships/customXml" Target="../ink/ink504.xml"/><Relationship Id="rId25" Type="http://schemas.openxmlformats.org/officeDocument/2006/relationships/customXml" Target="../ink/ink515.xml"/><Relationship Id="rId46" Type="http://schemas.openxmlformats.org/officeDocument/2006/relationships/image" Target="../media/image8090.png"/><Relationship Id="rId67" Type="http://schemas.openxmlformats.org/officeDocument/2006/relationships/customXml" Target="../ink/ink536.xml"/><Relationship Id="rId116" Type="http://schemas.openxmlformats.org/officeDocument/2006/relationships/image" Target="../media/image486.png"/><Relationship Id="rId137" Type="http://schemas.openxmlformats.org/officeDocument/2006/relationships/customXml" Target="../ink/ink571.xml"/><Relationship Id="rId158" Type="http://schemas.openxmlformats.org/officeDocument/2006/relationships/image" Target="../media/image507.png"/><Relationship Id="rId20" Type="http://schemas.openxmlformats.org/officeDocument/2006/relationships/image" Target="../media/image7960.png"/><Relationship Id="rId41" Type="http://schemas.openxmlformats.org/officeDocument/2006/relationships/customXml" Target="../ink/ink523.xml"/><Relationship Id="rId62" Type="http://schemas.openxmlformats.org/officeDocument/2006/relationships/image" Target="../media/image8170.png"/><Relationship Id="rId83" Type="http://schemas.openxmlformats.org/officeDocument/2006/relationships/customXml" Target="../ink/ink544.xml"/><Relationship Id="rId88" Type="http://schemas.openxmlformats.org/officeDocument/2006/relationships/image" Target="../media/image8300.png"/><Relationship Id="rId111" Type="http://schemas.openxmlformats.org/officeDocument/2006/relationships/customXml" Target="../ink/ink558.xml"/><Relationship Id="rId132" Type="http://schemas.openxmlformats.org/officeDocument/2006/relationships/image" Target="../media/image494.png"/><Relationship Id="rId153" Type="http://schemas.openxmlformats.org/officeDocument/2006/relationships/customXml" Target="../ink/ink579.xml"/><Relationship Id="rId15" Type="http://schemas.openxmlformats.org/officeDocument/2006/relationships/customXml" Target="../ink/ink510.xml"/><Relationship Id="rId36" Type="http://schemas.openxmlformats.org/officeDocument/2006/relationships/image" Target="../media/image8040.png"/><Relationship Id="rId57" Type="http://schemas.openxmlformats.org/officeDocument/2006/relationships/customXml" Target="../ink/ink531.xml"/><Relationship Id="rId106" Type="http://schemas.openxmlformats.org/officeDocument/2006/relationships/image" Target="../media/image481.png"/><Relationship Id="rId127" Type="http://schemas.openxmlformats.org/officeDocument/2006/relationships/customXml" Target="../ink/ink566.xml"/><Relationship Id="rId10" Type="http://schemas.openxmlformats.org/officeDocument/2006/relationships/image" Target="../media/image7911.png"/><Relationship Id="rId31" Type="http://schemas.openxmlformats.org/officeDocument/2006/relationships/customXml" Target="../ink/ink518.xml"/><Relationship Id="rId52" Type="http://schemas.openxmlformats.org/officeDocument/2006/relationships/image" Target="../media/image8120.png"/><Relationship Id="rId73" Type="http://schemas.openxmlformats.org/officeDocument/2006/relationships/customXml" Target="../ink/ink539.xml"/><Relationship Id="rId78" Type="http://schemas.openxmlformats.org/officeDocument/2006/relationships/image" Target="../media/image8250.png"/><Relationship Id="rId94" Type="http://schemas.openxmlformats.org/officeDocument/2006/relationships/image" Target="../media/image475.png"/><Relationship Id="rId99" Type="http://schemas.openxmlformats.org/officeDocument/2006/relationships/customXml" Target="../ink/ink552.xml"/><Relationship Id="rId101" Type="http://schemas.openxmlformats.org/officeDocument/2006/relationships/customXml" Target="../ink/ink553.xml"/><Relationship Id="rId122" Type="http://schemas.openxmlformats.org/officeDocument/2006/relationships/image" Target="../media/image489.png"/><Relationship Id="rId143" Type="http://schemas.openxmlformats.org/officeDocument/2006/relationships/customXml" Target="../ink/ink574.xml"/><Relationship Id="rId148" Type="http://schemas.openxmlformats.org/officeDocument/2006/relationships/image" Target="../media/image502.png"/><Relationship Id="rId164" Type="http://schemas.openxmlformats.org/officeDocument/2006/relationships/image" Target="../media/image510.png"/><Relationship Id="rId169" Type="http://schemas.openxmlformats.org/officeDocument/2006/relationships/customXml" Target="../ink/ink587.xml"/><Relationship Id="rId4" Type="http://schemas.openxmlformats.org/officeDocument/2006/relationships/image" Target="../media/image7880.png"/><Relationship Id="rId9" Type="http://schemas.openxmlformats.org/officeDocument/2006/relationships/customXml" Target="../ink/ink507.xml"/><Relationship Id="rId26" Type="http://schemas.openxmlformats.org/officeDocument/2006/relationships/image" Target="../media/image7990.png"/><Relationship Id="rId47" Type="http://schemas.openxmlformats.org/officeDocument/2006/relationships/customXml" Target="../ink/ink526.xml"/><Relationship Id="rId68" Type="http://schemas.openxmlformats.org/officeDocument/2006/relationships/image" Target="../media/image8200.png"/><Relationship Id="rId89" Type="http://schemas.openxmlformats.org/officeDocument/2006/relationships/customXml" Target="../ink/ink547.xml"/><Relationship Id="rId112" Type="http://schemas.openxmlformats.org/officeDocument/2006/relationships/image" Target="../media/image484.png"/><Relationship Id="rId133" Type="http://schemas.openxmlformats.org/officeDocument/2006/relationships/customXml" Target="../ink/ink569.xml"/><Relationship Id="rId154" Type="http://schemas.openxmlformats.org/officeDocument/2006/relationships/image" Target="../media/image505.png"/><Relationship Id="rId16" Type="http://schemas.openxmlformats.org/officeDocument/2006/relationships/image" Target="../media/image7940.png"/><Relationship Id="rId37" Type="http://schemas.openxmlformats.org/officeDocument/2006/relationships/customXml" Target="../ink/ink521.xml"/><Relationship Id="rId58" Type="http://schemas.openxmlformats.org/officeDocument/2006/relationships/image" Target="../media/image8150.png"/><Relationship Id="rId79" Type="http://schemas.openxmlformats.org/officeDocument/2006/relationships/customXml" Target="../ink/ink542.xml"/><Relationship Id="rId102" Type="http://schemas.openxmlformats.org/officeDocument/2006/relationships/image" Target="../media/image479.png"/><Relationship Id="rId123" Type="http://schemas.openxmlformats.org/officeDocument/2006/relationships/customXml" Target="../ink/ink564.xml"/><Relationship Id="rId144" Type="http://schemas.openxmlformats.org/officeDocument/2006/relationships/image" Target="../media/image500.png"/><Relationship Id="rId90" Type="http://schemas.openxmlformats.org/officeDocument/2006/relationships/image" Target="../media/image8311.png"/><Relationship Id="rId165" Type="http://schemas.openxmlformats.org/officeDocument/2006/relationships/customXml" Target="../ink/ink585.xml"/><Relationship Id="rId27" Type="http://schemas.openxmlformats.org/officeDocument/2006/relationships/customXml" Target="../ink/ink516.xml"/><Relationship Id="rId48" Type="http://schemas.openxmlformats.org/officeDocument/2006/relationships/image" Target="../media/image8100.png"/><Relationship Id="rId69" Type="http://schemas.openxmlformats.org/officeDocument/2006/relationships/customXml" Target="../ink/ink537.xml"/><Relationship Id="rId113" Type="http://schemas.openxmlformats.org/officeDocument/2006/relationships/customXml" Target="../ink/ink559.xml"/><Relationship Id="rId134" Type="http://schemas.openxmlformats.org/officeDocument/2006/relationships/image" Target="../media/image495.png"/><Relationship Id="rId80" Type="http://schemas.openxmlformats.org/officeDocument/2006/relationships/image" Target="../media/image8260.png"/><Relationship Id="rId155" Type="http://schemas.openxmlformats.org/officeDocument/2006/relationships/customXml" Target="../ink/ink580.xml"/><Relationship Id="rId17" Type="http://schemas.openxmlformats.org/officeDocument/2006/relationships/customXml" Target="../ink/ink511.xml"/><Relationship Id="rId38" Type="http://schemas.openxmlformats.org/officeDocument/2006/relationships/image" Target="../media/image8050.png"/><Relationship Id="rId59" Type="http://schemas.openxmlformats.org/officeDocument/2006/relationships/customXml" Target="../ink/ink532.xml"/><Relationship Id="rId103" Type="http://schemas.openxmlformats.org/officeDocument/2006/relationships/customXml" Target="../ink/ink554.xml"/><Relationship Id="rId124" Type="http://schemas.openxmlformats.org/officeDocument/2006/relationships/image" Target="../media/image490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45.xml"/><Relationship Id="rId21" Type="http://schemas.openxmlformats.org/officeDocument/2006/relationships/customXml" Target="../ink/ink597.xml"/><Relationship Id="rId63" Type="http://schemas.openxmlformats.org/officeDocument/2006/relationships/customXml" Target="../ink/ink618.xml"/><Relationship Id="rId159" Type="http://schemas.openxmlformats.org/officeDocument/2006/relationships/customXml" Target="../ink/ink666.xml"/><Relationship Id="rId170" Type="http://schemas.openxmlformats.org/officeDocument/2006/relationships/image" Target="../media/image597.png"/><Relationship Id="rId226" Type="http://schemas.openxmlformats.org/officeDocument/2006/relationships/image" Target="../media/image625.png"/><Relationship Id="rId268" Type="http://schemas.openxmlformats.org/officeDocument/2006/relationships/image" Target="../media/image646.png"/><Relationship Id="rId32" Type="http://schemas.openxmlformats.org/officeDocument/2006/relationships/image" Target="../media/image528.png"/><Relationship Id="rId74" Type="http://schemas.openxmlformats.org/officeDocument/2006/relationships/image" Target="../media/image549.png"/><Relationship Id="rId128" Type="http://schemas.openxmlformats.org/officeDocument/2006/relationships/image" Target="../media/image576.png"/><Relationship Id="rId5" Type="http://schemas.openxmlformats.org/officeDocument/2006/relationships/customXml" Target="../ink/ink589.xml"/><Relationship Id="rId95" Type="http://schemas.openxmlformats.org/officeDocument/2006/relationships/customXml" Target="../ink/ink634.xml"/><Relationship Id="rId160" Type="http://schemas.openxmlformats.org/officeDocument/2006/relationships/image" Target="../media/image592.png"/><Relationship Id="rId181" Type="http://schemas.openxmlformats.org/officeDocument/2006/relationships/customXml" Target="../ink/ink677.xml"/><Relationship Id="rId216" Type="http://schemas.openxmlformats.org/officeDocument/2006/relationships/image" Target="../media/image620.png"/><Relationship Id="rId237" Type="http://schemas.openxmlformats.org/officeDocument/2006/relationships/customXml" Target="../ink/ink705.xml"/><Relationship Id="rId258" Type="http://schemas.openxmlformats.org/officeDocument/2006/relationships/image" Target="../media/image641.png"/><Relationship Id="rId22" Type="http://schemas.openxmlformats.org/officeDocument/2006/relationships/image" Target="../media/image523.png"/><Relationship Id="rId43" Type="http://schemas.openxmlformats.org/officeDocument/2006/relationships/customXml" Target="../ink/ink608.xml"/><Relationship Id="rId64" Type="http://schemas.openxmlformats.org/officeDocument/2006/relationships/image" Target="../media/image544.png"/><Relationship Id="rId118" Type="http://schemas.openxmlformats.org/officeDocument/2006/relationships/image" Target="../media/image571.png"/><Relationship Id="rId139" Type="http://schemas.openxmlformats.org/officeDocument/2006/relationships/customXml" Target="../ink/ink656.xml"/><Relationship Id="rId85" Type="http://schemas.openxmlformats.org/officeDocument/2006/relationships/customXml" Target="../ink/ink629.xml"/><Relationship Id="rId150" Type="http://schemas.openxmlformats.org/officeDocument/2006/relationships/image" Target="../media/image587.png"/><Relationship Id="rId171" Type="http://schemas.openxmlformats.org/officeDocument/2006/relationships/customXml" Target="../ink/ink672.xml"/><Relationship Id="rId192" Type="http://schemas.openxmlformats.org/officeDocument/2006/relationships/image" Target="../media/image608.png"/><Relationship Id="rId206" Type="http://schemas.openxmlformats.org/officeDocument/2006/relationships/image" Target="../media/image615.png"/><Relationship Id="rId227" Type="http://schemas.openxmlformats.org/officeDocument/2006/relationships/customXml" Target="../ink/ink700.xml"/><Relationship Id="rId248" Type="http://schemas.openxmlformats.org/officeDocument/2006/relationships/image" Target="../media/image636.png"/><Relationship Id="rId269" Type="http://schemas.openxmlformats.org/officeDocument/2006/relationships/customXml" Target="../ink/ink721.xml"/><Relationship Id="rId12" Type="http://schemas.openxmlformats.org/officeDocument/2006/relationships/image" Target="../media/image518.png"/><Relationship Id="rId33" Type="http://schemas.openxmlformats.org/officeDocument/2006/relationships/customXml" Target="../ink/ink603.xml"/><Relationship Id="rId108" Type="http://schemas.openxmlformats.org/officeDocument/2006/relationships/image" Target="../media/image566.png"/><Relationship Id="rId129" Type="http://schemas.openxmlformats.org/officeDocument/2006/relationships/customXml" Target="../ink/ink651.xml"/><Relationship Id="rId54" Type="http://schemas.openxmlformats.org/officeDocument/2006/relationships/image" Target="../media/image539.png"/><Relationship Id="rId75" Type="http://schemas.openxmlformats.org/officeDocument/2006/relationships/customXml" Target="../ink/ink624.xml"/><Relationship Id="rId96" Type="http://schemas.openxmlformats.org/officeDocument/2006/relationships/image" Target="../media/image560.png"/><Relationship Id="rId140" Type="http://schemas.openxmlformats.org/officeDocument/2006/relationships/image" Target="../media/image582.png"/><Relationship Id="rId161" Type="http://schemas.openxmlformats.org/officeDocument/2006/relationships/customXml" Target="../ink/ink667.xml"/><Relationship Id="rId182" Type="http://schemas.openxmlformats.org/officeDocument/2006/relationships/image" Target="../media/image603.png"/><Relationship Id="rId217" Type="http://schemas.openxmlformats.org/officeDocument/2006/relationships/customXml" Target="../ink/ink695.xml"/><Relationship Id="rId6" Type="http://schemas.openxmlformats.org/officeDocument/2006/relationships/image" Target="../media/image515.png"/><Relationship Id="rId238" Type="http://schemas.openxmlformats.org/officeDocument/2006/relationships/image" Target="../media/image631.png"/><Relationship Id="rId259" Type="http://schemas.openxmlformats.org/officeDocument/2006/relationships/customXml" Target="../ink/ink716.xml"/><Relationship Id="rId23" Type="http://schemas.openxmlformats.org/officeDocument/2006/relationships/customXml" Target="../ink/ink598.xml"/><Relationship Id="rId119" Type="http://schemas.openxmlformats.org/officeDocument/2006/relationships/customXml" Target="../ink/ink646.xml"/><Relationship Id="rId270" Type="http://schemas.openxmlformats.org/officeDocument/2006/relationships/image" Target="../media/image647.png"/><Relationship Id="rId44" Type="http://schemas.openxmlformats.org/officeDocument/2006/relationships/image" Target="../media/image534.png"/><Relationship Id="rId65" Type="http://schemas.openxmlformats.org/officeDocument/2006/relationships/customXml" Target="../ink/ink619.xml"/><Relationship Id="rId86" Type="http://schemas.openxmlformats.org/officeDocument/2006/relationships/image" Target="../media/image555.png"/><Relationship Id="rId130" Type="http://schemas.openxmlformats.org/officeDocument/2006/relationships/image" Target="../media/image577.png"/><Relationship Id="rId151" Type="http://schemas.openxmlformats.org/officeDocument/2006/relationships/customXml" Target="../ink/ink662.xml"/><Relationship Id="rId172" Type="http://schemas.openxmlformats.org/officeDocument/2006/relationships/image" Target="../media/image598.png"/><Relationship Id="rId193" Type="http://schemas.openxmlformats.org/officeDocument/2006/relationships/customXml" Target="../ink/ink683.xml"/><Relationship Id="rId207" Type="http://schemas.openxmlformats.org/officeDocument/2006/relationships/customXml" Target="../ink/ink690.xml"/><Relationship Id="rId228" Type="http://schemas.openxmlformats.org/officeDocument/2006/relationships/image" Target="../media/image626.png"/><Relationship Id="rId249" Type="http://schemas.openxmlformats.org/officeDocument/2006/relationships/customXml" Target="../ink/ink711.xml"/><Relationship Id="rId13" Type="http://schemas.openxmlformats.org/officeDocument/2006/relationships/customXml" Target="../ink/ink593.xml"/><Relationship Id="rId109" Type="http://schemas.openxmlformats.org/officeDocument/2006/relationships/customXml" Target="../ink/ink641.xml"/><Relationship Id="rId260" Type="http://schemas.openxmlformats.org/officeDocument/2006/relationships/image" Target="../media/image642.png"/><Relationship Id="rId34" Type="http://schemas.openxmlformats.org/officeDocument/2006/relationships/image" Target="../media/image529.png"/><Relationship Id="rId55" Type="http://schemas.openxmlformats.org/officeDocument/2006/relationships/customXml" Target="../ink/ink614.xml"/><Relationship Id="rId76" Type="http://schemas.openxmlformats.org/officeDocument/2006/relationships/image" Target="../media/image550.png"/><Relationship Id="rId97" Type="http://schemas.openxmlformats.org/officeDocument/2006/relationships/customXml" Target="../ink/ink635.xml"/><Relationship Id="rId120" Type="http://schemas.openxmlformats.org/officeDocument/2006/relationships/image" Target="../media/image572.png"/><Relationship Id="rId141" Type="http://schemas.openxmlformats.org/officeDocument/2006/relationships/customXml" Target="../ink/ink657.xml"/><Relationship Id="rId7" Type="http://schemas.openxmlformats.org/officeDocument/2006/relationships/customXml" Target="../ink/ink590.xml"/><Relationship Id="rId162" Type="http://schemas.openxmlformats.org/officeDocument/2006/relationships/image" Target="../media/image593.png"/><Relationship Id="rId183" Type="http://schemas.openxmlformats.org/officeDocument/2006/relationships/customXml" Target="../ink/ink678.xml"/><Relationship Id="rId218" Type="http://schemas.openxmlformats.org/officeDocument/2006/relationships/image" Target="../media/image621.png"/><Relationship Id="rId239" Type="http://schemas.openxmlformats.org/officeDocument/2006/relationships/customXml" Target="../ink/ink706.xml"/><Relationship Id="rId250" Type="http://schemas.openxmlformats.org/officeDocument/2006/relationships/image" Target="../media/image637.png"/><Relationship Id="rId271" Type="http://schemas.openxmlformats.org/officeDocument/2006/relationships/customXml" Target="../ink/ink722.xml"/><Relationship Id="rId24" Type="http://schemas.openxmlformats.org/officeDocument/2006/relationships/image" Target="../media/image524.png"/><Relationship Id="rId45" Type="http://schemas.openxmlformats.org/officeDocument/2006/relationships/customXml" Target="../ink/ink609.xml"/><Relationship Id="rId66" Type="http://schemas.openxmlformats.org/officeDocument/2006/relationships/image" Target="../media/image545.png"/><Relationship Id="rId87" Type="http://schemas.openxmlformats.org/officeDocument/2006/relationships/customXml" Target="../ink/ink630.xml"/><Relationship Id="rId110" Type="http://schemas.openxmlformats.org/officeDocument/2006/relationships/image" Target="../media/image567.png"/><Relationship Id="rId131" Type="http://schemas.openxmlformats.org/officeDocument/2006/relationships/customXml" Target="../ink/ink652.xml"/><Relationship Id="rId152" Type="http://schemas.openxmlformats.org/officeDocument/2006/relationships/image" Target="../media/image588.png"/><Relationship Id="rId173" Type="http://schemas.openxmlformats.org/officeDocument/2006/relationships/customXml" Target="../ink/ink673.xml"/><Relationship Id="rId194" Type="http://schemas.openxmlformats.org/officeDocument/2006/relationships/image" Target="../media/image609.png"/><Relationship Id="rId208" Type="http://schemas.openxmlformats.org/officeDocument/2006/relationships/image" Target="../media/image616.png"/><Relationship Id="rId229" Type="http://schemas.openxmlformats.org/officeDocument/2006/relationships/customXml" Target="../ink/ink701.xml"/><Relationship Id="rId240" Type="http://schemas.openxmlformats.org/officeDocument/2006/relationships/image" Target="../media/image632.png"/><Relationship Id="rId261" Type="http://schemas.openxmlformats.org/officeDocument/2006/relationships/customXml" Target="../ink/ink717.xml"/><Relationship Id="rId14" Type="http://schemas.openxmlformats.org/officeDocument/2006/relationships/image" Target="../media/image519.png"/><Relationship Id="rId35" Type="http://schemas.openxmlformats.org/officeDocument/2006/relationships/customXml" Target="../ink/ink604.xml"/><Relationship Id="rId56" Type="http://schemas.openxmlformats.org/officeDocument/2006/relationships/image" Target="../media/image540.png"/><Relationship Id="rId77" Type="http://schemas.openxmlformats.org/officeDocument/2006/relationships/customXml" Target="../ink/ink625.xml"/><Relationship Id="rId100" Type="http://schemas.openxmlformats.org/officeDocument/2006/relationships/image" Target="../media/image562.png"/><Relationship Id="rId8" Type="http://schemas.openxmlformats.org/officeDocument/2006/relationships/image" Target="../media/image516.png"/><Relationship Id="rId98" Type="http://schemas.openxmlformats.org/officeDocument/2006/relationships/image" Target="../media/image561.png"/><Relationship Id="rId121" Type="http://schemas.openxmlformats.org/officeDocument/2006/relationships/customXml" Target="../ink/ink647.xml"/><Relationship Id="rId142" Type="http://schemas.openxmlformats.org/officeDocument/2006/relationships/image" Target="../media/image583.png"/><Relationship Id="rId163" Type="http://schemas.openxmlformats.org/officeDocument/2006/relationships/customXml" Target="../ink/ink668.xml"/><Relationship Id="rId184" Type="http://schemas.openxmlformats.org/officeDocument/2006/relationships/image" Target="../media/image604.png"/><Relationship Id="rId219" Type="http://schemas.openxmlformats.org/officeDocument/2006/relationships/customXml" Target="../ink/ink696.xml"/><Relationship Id="rId230" Type="http://schemas.openxmlformats.org/officeDocument/2006/relationships/image" Target="../media/image627.png"/><Relationship Id="rId251" Type="http://schemas.openxmlformats.org/officeDocument/2006/relationships/customXml" Target="../ink/ink712.xml"/><Relationship Id="rId25" Type="http://schemas.openxmlformats.org/officeDocument/2006/relationships/customXml" Target="../ink/ink599.xml"/><Relationship Id="rId46" Type="http://schemas.openxmlformats.org/officeDocument/2006/relationships/image" Target="../media/image535.png"/><Relationship Id="rId67" Type="http://schemas.openxmlformats.org/officeDocument/2006/relationships/customXml" Target="../ink/ink620.xml"/><Relationship Id="rId272" Type="http://schemas.openxmlformats.org/officeDocument/2006/relationships/image" Target="../media/image648.png"/><Relationship Id="rId88" Type="http://schemas.openxmlformats.org/officeDocument/2006/relationships/image" Target="../media/image556.png"/><Relationship Id="rId111" Type="http://schemas.openxmlformats.org/officeDocument/2006/relationships/customXml" Target="../ink/ink642.xml"/><Relationship Id="rId132" Type="http://schemas.openxmlformats.org/officeDocument/2006/relationships/image" Target="../media/image578.png"/><Relationship Id="rId153" Type="http://schemas.openxmlformats.org/officeDocument/2006/relationships/customXml" Target="../ink/ink663.xml"/><Relationship Id="rId174" Type="http://schemas.openxmlformats.org/officeDocument/2006/relationships/image" Target="../media/image599.png"/><Relationship Id="rId195" Type="http://schemas.openxmlformats.org/officeDocument/2006/relationships/customXml" Target="../ink/ink684.xml"/><Relationship Id="rId209" Type="http://schemas.openxmlformats.org/officeDocument/2006/relationships/customXml" Target="../ink/ink691.xml"/><Relationship Id="rId220" Type="http://schemas.openxmlformats.org/officeDocument/2006/relationships/image" Target="../media/image622.png"/><Relationship Id="rId241" Type="http://schemas.openxmlformats.org/officeDocument/2006/relationships/customXml" Target="../ink/ink707.xml"/><Relationship Id="rId15" Type="http://schemas.openxmlformats.org/officeDocument/2006/relationships/customXml" Target="../ink/ink594.xml"/><Relationship Id="rId36" Type="http://schemas.openxmlformats.org/officeDocument/2006/relationships/image" Target="../media/image530.png"/><Relationship Id="rId57" Type="http://schemas.openxmlformats.org/officeDocument/2006/relationships/customXml" Target="../ink/ink615.xml"/><Relationship Id="rId262" Type="http://schemas.openxmlformats.org/officeDocument/2006/relationships/image" Target="../media/image643.png"/><Relationship Id="rId78" Type="http://schemas.openxmlformats.org/officeDocument/2006/relationships/image" Target="../media/image551.png"/><Relationship Id="rId99" Type="http://schemas.openxmlformats.org/officeDocument/2006/relationships/customXml" Target="../ink/ink636.xml"/><Relationship Id="rId101" Type="http://schemas.openxmlformats.org/officeDocument/2006/relationships/customXml" Target="../ink/ink637.xml"/><Relationship Id="rId122" Type="http://schemas.openxmlformats.org/officeDocument/2006/relationships/image" Target="../media/image573.png"/><Relationship Id="rId143" Type="http://schemas.openxmlformats.org/officeDocument/2006/relationships/customXml" Target="../ink/ink658.xml"/><Relationship Id="rId164" Type="http://schemas.openxmlformats.org/officeDocument/2006/relationships/image" Target="../media/image594.png"/><Relationship Id="rId185" Type="http://schemas.openxmlformats.org/officeDocument/2006/relationships/customXml" Target="../ink/ink679.xml"/><Relationship Id="rId9" Type="http://schemas.openxmlformats.org/officeDocument/2006/relationships/customXml" Target="../ink/ink591.xml"/><Relationship Id="rId210" Type="http://schemas.openxmlformats.org/officeDocument/2006/relationships/image" Target="../media/image617.png"/><Relationship Id="rId26" Type="http://schemas.openxmlformats.org/officeDocument/2006/relationships/image" Target="../media/image525.png"/><Relationship Id="rId231" Type="http://schemas.openxmlformats.org/officeDocument/2006/relationships/customXml" Target="../ink/ink702.xml"/><Relationship Id="rId252" Type="http://schemas.openxmlformats.org/officeDocument/2006/relationships/image" Target="../media/image638.png"/><Relationship Id="rId273" Type="http://schemas.openxmlformats.org/officeDocument/2006/relationships/customXml" Target="../ink/ink723.xml"/><Relationship Id="rId47" Type="http://schemas.openxmlformats.org/officeDocument/2006/relationships/customXml" Target="../ink/ink610.xml"/><Relationship Id="rId68" Type="http://schemas.openxmlformats.org/officeDocument/2006/relationships/image" Target="../media/image546.png"/><Relationship Id="rId89" Type="http://schemas.openxmlformats.org/officeDocument/2006/relationships/customXml" Target="../ink/ink631.xml"/><Relationship Id="rId112" Type="http://schemas.openxmlformats.org/officeDocument/2006/relationships/image" Target="../media/image568.png"/><Relationship Id="rId133" Type="http://schemas.openxmlformats.org/officeDocument/2006/relationships/customXml" Target="../ink/ink653.xml"/><Relationship Id="rId154" Type="http://schemas.openxmlformats.org/officeDocument/2006/relationships/image" Target="../media/image589.png"/><Relationship Id="rId175" Type="http://schemas.openxmlformats.org/officeDocument/2006/relationships/customXml" Target="../ink/ink674.xml"/><Relationship Id="rId196" Type="http://schemas.openxmlformats.org/officeDocument/2006/relationships/image" Target="../media/image610.png"/><Relationship Id="rId200" Type="http://schemas.openxmlformats.org/officeDocument/2006/relationships/image" Target="../media/image612.png"/><Relationship Id="rId16" Type="http://schemas.openxmlformats.org/officeDocument/2006/relationships/image" Target="../media/image520.png"/><Relationship Id="rId221" Type="http://schemas.openxmlformats.org/officeDocument/2006/relationships/customXml" Target="../ink/ink697.xml"/><Relationship Id="rId242" Type="http://schemas.openxmlformats.org/officeDocument/2006/relationships/image" Target="../media/image633.png"/><Relationship Id="rId263" Type="http://schemas.openxmlformats.org/officeDocument/2006/relationships/customXml" Target="../ink/ink718.xml"/><Relationship Id="rId37" Type="http://schemas.openxmlformats.org/officeDocument/2006/relationships/customXml" Target="../ink/ink605.xml"/><Relationship Id="rId58" Type="http://schemas.openxmlformats.org/officeDocument/2006/relationships/image" Target="../media/image541.png"/><Relationship Id="rId79" Type="http://schemas.openxmlformats.org/officeDocument/2006/relationships/customXml" Target="../ink/ink626.xml"/><Relationship Id="rId102" Type="http://schemas.openxmlformats.org/officeDocument/2006/relationships/image" Target="../media/image563.png"/><Relationship Id="rId123" Type="http://schemas.openxmlformats.org/officeDocument/2006/relationships/customXml" Target="../ink/ink648.xml"/><Relationship Id="rId144" Type="http://schemas.openxmlformats.org/officeDocument/2006/relationships/image" Target="../media/image584.png"/><Relationship Id="rId90" Type="http://schemas.openxmlformats.org/officeDocument/2006/relationships/image" Target="../media/image557.png"/><Relationship Id="rId165" Type="http://schemas.openxmlformats.org/officeDocument/2006/relationships/customXml" Target="../ink/ink669.xml"/><Relationship Id="rId186" Type="http://schemas.openxmlformats.org/officeDocument/2006/relationships/image" Target="../media/image605.png"/><Relationship Id="rId211" Type="http://schemas.openxmlformats.org/officeDocument/2006/relationships/customXml" Target="../ink/ink692.xml"/><Relationship Id="rId232" Type="http://schemas.openxmlformats.org/officeDocument/2006/relationships/image" Target="../media/image628.png"/><Relationship Id="rId253" Type="http://schemas.openxmlformats.org/officeDocument/2006/relationships/customXml" Target="../ink/ink713.xml"/><Relationship Id="rId274" Type="http://schemas.openxmlformats.org/officeDocument/2006/relationships/image" Target="../media/image649.png"/><Relationship Id="rId27" Type="http://schemas.openxmlformats.org/officeDocument/2006/relationships/customXml" Target="../ink/ink600.xml"/><Relationship Id="rId48" Type="http://schemas.openxmlformats.org/officeDocument/2006/relationships/image" Target="../media/image536.png"/><Relationship Id="rId69" Type="http://schemas.openxmlformats.org/officeDocument/2006/relationships/customXml" Target="../ink/ink621.xml"/><Relationship Id="rId113" Type="http://schemas.openxmlformats.org/officeDocument/2006/relationships/customXml" Target="../ink/ink643.xml"/><Relationship Id="rId134" Type="http://schemas.openxmlformats.org/officeDocument/2006/relationships/image" Target="../media/image579.png"/><Relationship Id="rId80" Type="http://schemas.openxmlformats.org/officeDocument/2006/relationships/image" Target="../media/image552.png"/><Relationship Id="rId155" Type="http://schemas.openxmlformats.org/officeDocument/2006/relationships/customXml" Target="../ink/ink664.xml"/><Relationship Id="rId176" Type="http://schemas.openxmlformats.org/officeDocument/2006/relationships/image" Target="../media/image600.png"/><Relationship Id="rId197" Type="http://schemas.openxmlformats.org/officeDocument/2006/relationships/customXml" Target="../ink/ink685.xml"/><Relationship Id="rId201" Type="http://schemas.openxmlformats.org/officeDocument/2006/relationships/customXml" Target="../ink/ink687.xml"/><Relationship Id="rId222" Type="http://schemas.openxmlformats.org/officeDocument/2006/relationships/image" Target="../media/image623.png"/><Relationship Id="rId243" Type="http://schemas.openxmlformats.org/officeDocument/2006/relationships/customXml" Target="../ink/ink708.xml"/><Relationship Id="rId264" Type="http://schemas.openxmlformats.org/officeDocument/2006/relationships/image" Target="../media/image644.png"/><Relationship Id="rId17" Type="http://schemas.openxmlformats.org/officeDocument/2006/relationships/customXml" Target="../ink/ink595.xml"/><Relationship Id="rId38" Type="http://schemas.openxmlformats.org/officeDocument/2006/relationships/image" Target="../media/image531.png"/><Relationship Id="rId59" Type="http://schemas.openxmlformats.org/officeDocument/2006/relationships/customXml" Target="../ink/ink616.xml"/><Relationship Id="rId103" Type="http://schemas.openxmlformats.org/officeDocument/2006/relationships/customXml" Target="../ink/ink638.xml"/><Relationship Id="rId124" Type="http://schemas.openxmlformats.org/officeDocument/2006/relationships/image" Target="../media/image574.png"/><Relationship Id="rId70" Type="http://schemas.openxmlformats.org/officeDocument/2006/relationships/image" Target="../media/image547.png"/><Relationship Id="rId91" Type="http://schemas.openxmlformats.org/officeDocument/2006/relationships/customXml" Target="../ink/ink632.xml"/><Relationship Id="rId145" Type="http://schemas.openxmlformats.org/officeDocument/2006/relationships/customXml" Target="../ink/ink659.xml"/><Relationship Id="rId166" Type="http://schemas.openxmlformats.org/officeDocument/2006/relationships/image" Target="../media/image595.png"/><Relationship Id="rId187" Type="http://schemas.openxmlformats.org/officeDocument/2006/relationships/customXml" Target="../ink/ink680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618.png"/><Relationship Id="rId233" Type="http://schemas.openxmlformats.org/officeDocument/2006/relationships/customXml" Target="../ink/ink703.xml"/><Relationship Id="rId254" Type="http://schemas.openxmlformats.org/officeDocument/2006/relationships/image" Target="../media/image639.png"/><Relationship Id="rId28" Type="http://schemas.openxmlformats.org/officeDocument/2006/relationships/image" Target="../media/image526.png"/><Relationship Id="rId49" Type="http://schemas.openxmlformats.org/officeDocument/2006/relationships/customXml" Target="../ink/ink611.xml"/><Relationship Id="rId114" Type="http://schemas.openxmlformats.org/officeDocument/2006/relationships/image" Target="../media/image569.png"/><Relationship Id="rId275" Type="http://schemas.openxmlformats.org/officeDocument/2006/relationships/customXml" Target="../ink/ink724.xml"/><Relationship Id="rId60" Type="http://schemas.openxmlformats.org/officeDocument/2006/relationships/image" Target="../media/image542.png"/><Relationship Id="rId81" Type="http://schemas.openxmlformats.org/officeDocument/2006/relationships/customXml" Target="../ink/ink627.xml"/><Relationship Id="rId135" Type="http://schemas.openxmlformats.org/officeDocument/2006/relationships/customXml" Target="../ink/ink654.xml"/><Relationship Id="rId156" Type="http://schemas.openxmlformats.org/officeDocument/2006/relationships/image" Target="../media/image590.png"/><Relationship Id="rId177" Type="http://schemas.openxmlformats.org/officeDocument/2006/relationships/customXml" Target="../ink/ink675.xml"/><Relationship Id="rId198" Type="http://schemas.openxmlformats.org/officeDocument/2006/relationships/image" Target="../media/image611.png"/><Relationship Id="rId202" Type="http://schemas.openxmlformats.org/officeDocument/2006/relationships/image" Target="../media/image613.png"/><Relationship Id="rId223" Type="http://schemas.openxmlformats.org/officeDocument/2006/relationships/customXml" Target="../ink/ink698.xml"/><Relationship Id="rId244" Type="http://schemas.openxmlformats.org/officeDocument/2006/relationships/image" Target="../media/image634.png"/><Relationship Id="rId18" Type="http://schemas.openxmlformats.org/officeDocument/2006/relationships/image" Target="../media/image521.png"/><Relationship Id="rId39" Type="http://schemas.openxmlformats.org/officeDocument/2006/relationships/customXml" Target="../ink/ink606.xml"/><Relationship Id="rId265" Type="http://schemas.openxmlformats.org/officeDocument/2006/relationships/customXml" Target="../ink/ink719.xml"/><Relationship Id="rId50" Type="http://schemas.openxmlformats.org/officeDocument/2006/relationships/image" Target="../media/image537.png"/><Relationship Id="rId104" Type="http://schemas.openxmlformats.org/officeDocument/2006/relationships/image" Target="../media/image564.png"/><Relationship Id="rId125" Type="http://schemas.openxmlformats.org/officeDocument/2006/relationships/customXml" Target="../ink/ink649.xml"/><Relationship Id="rId146" Type="http://schemas.openxmlformats.org/officeDocument/2006/relationships/image" Target="../media/image585.png"/><Relationship Id="rId167" Type="http://schemas.openxmlformats.org/officeDocument/2006/relationships/customXml" Target="../ink/ink670.xml"/><Relationship Id="rId188" Type="http://schemas.openxmlformats.org/officeDocument/2006/relationships/image" Target="../media/image606.png"/><Relationship Id="rId71" Type="http://schemas.openxmlformats.org/officeDocument/2006/relationships/customXml" Target="../ink/ink622.xml"/><Relationship Id="rId92" Type="http://schemas.openxmlformats.org/officeDocument/2006/relationships/image" Target="../media/image558.png"/><Relationship Id="rId213" Type="http://schemas.openxmlformats.org/officeDocument/2006/relationships/customXml" Target="../ink/ink693.xml"/><Relationship Id="rId234" Type="http://schemas.openxmlformats.org/officeDocument/2006/relationships/image" Target="../media/image629.png"/><Relationship Id="rId2" Type="http://schemas.openxmlformats.org/officeDocument/2006/relationships/image" Target="../media/image474.png"/><Relationship Id="rId29" Type="http://schemas.openxmlformats.org/officeDocument/2006/relationships/customXml" Target="../ink/ink601.xml"/><Relationship Id="rId255" Type="http://schemas.openxmlformats.org/officeDocument/2006/relationships/customXml" Target="../ink/ink714.xml"/><Relationship Id="rId276" Type="http://schemas.openxmlformats.org/officeDocument/2006/relationships/image" Target="../media/image650.png"/><Relationship Id="rId40" Type="http://schemas.openxmlformats.org/officeDocument/2006/relationships/image" Target="../media/image532.png"/><Relationship Id="rId115" Type="http://schemas.openxmlformats.org/officeDocument/2006/relationships/customXml" Target="../ink/ink644.xml"/><Relationship Id="rId136" Type="http://schemas.openxmlformats.org/officeDocument/2006/relationships/image" Target="../media/image580.png"/><Relationship Id="rId157" Type="http://schemas.openxmlformats.org/officeDocument/2006/relationships/customXml" Target="../ink/ink665.xml"/><Relationship Id="rId178" Type="http://schemas.openxmlformats.org/officeDocument/2006/relationships/image" Target="../media/image601.png"/><Relationship Id="rId61" Type="http://schemas.openxmlformats.org/officeDocument/2006/relationships/customXml" Target="../ink/ink617.xml"/><Relationship Id="rId82" Type="http://schemas.openxmlformats.org/officeDocument/2006/relationships/image" Target="../media/image553.png"/><Relationship Id="rId199" Type="http://schemas.openxmlformats.org/officeDocument/2006/relationships/customXml" Target="../ink/ink686.xml"/><Relationship Id="rId203" Type="http://schemas.openxmlformats.org/officeDocument/2006/relationships/customXml" Target="../ink/ink688.xml"/><Relationship Id="rId19" Type="http://schemas.openxmlformats.org/officeDocument/2006/relationships/customXml" Target="../ink/ink596.xml"/><Relationship Id="rId224" Type="http://schemas.openxmlformats.org/officeDocument/2006/relationships/image" Target="../media/image624.png"/><Relationship Id="rId245" Type="http://schemas.openxmlformats.org/officeDocument/2006/relationships/customXml" Target="../ink/ink709.xml"/><Relationship Id="rId266" Type="http://schemas.openxmlformats.org/officeDocument/2006/relationships/image" Target="../media/image645.png"/><Relationship Id="rId30" Type="http://schemas.openxmlformats.org/officeDocument/2006/relationships/image" Target="../media/image527.png"/><Relationship Id="rId105" Type="http://schemas.openxmlformats.org/officeDocument/2006/relationships/customXml" Target="../ink/ink639.xml"/><Relationship Id="rId126" Type="http://schemas.openxmlformats.org/officeDocument/2006/relationships/image" Target="../media/image575.png"/><Relationship Id="rId147" Type="http://schemas.openxmlformats.org/officeDocument/2006/relationships/customXml" Target="../ink/ink660.xml"/><Relationship Id="rId168" Type="http://schemas.openxmlformats.org/officeDocument/2006/relationships/image" Target="../media/image596.png"/><Relationship Id="rId51" Type="http://schemas.openxmlformats.org/officeDocument/2006/relationships/customXml" Target="../ink/ink612.xml"/><Relationship Id="rId72" Type="http://schemas.openxmlformats.org/officeDocument/2006/relationships/image" Target="../media/image548.png"/><Relationship Id="rId93" Type="http://schemas.openxmlformats.org/officeDocument/2006/relationships/customXml" Target="../ink/ink633.xml"/><Relationship Id="rId189" Type="http://schemas.openxmlformats.org/officeDocument/2006/relationships/customXml" Target="../ink/ink681.xml"/><Relationship Id="rId3" Type="http://schemas.openxmlformats.org/officeDocument/2006/relationships/customXml" Target="../ink/ink588.xml"/><Relationship Id="rId214" Type="http://schemas.openxmlformats.org/officeDocument/2006/relationships/image" Target="../media/image619.png"/><Relationship Id="rId235" Type="http://schemas.openxmlformats.org/officeDocument/2006/relationships/customXml" Target="../ink/ink704.xml"/><Relationship Id="rId256" Type="http://schemas.openxmlformats.org/officeDocument/2006/relationships/image" Target="../media/image640.png"/><Relationship Id="rId116" Type="http://schemas.openxmlformats.org/officeDocument/2006/relationships/image" Target="../media/image570.png"/><Relationship Id="rId137" Type="http://schemas.openxmlformats.org/officeDocument/2006/relationships/customXml" Target="../ink/ink655.xml"/><Relationship Id="rId158" Type="http://schemas.openxmlformats.org/officeDocument/2006/relationships/image" Target="../media/image591.png"/><Relationship Id="rId20" Type="http://schemas.openxmlformats.org/officeDocument/2006/relationships/image" Target="../media/image522.png"/><Relationship Id="rId41" Type="http://schemas.openxmlformats.org/officeDocument/2006/relationships/customXml" Target="../ink/ink607.xml"/><Relationship Id="rId62" Type="http://schemas.openxmlformats.org/officeDocument/2006/relationships/image" Target="../media/image543.png"/><Relationship Id="rId83" Type="http://schemas.openxmlformats.org/officeDocument/2006/relationships/customXml" Target="../ink/ink628.xml"/><Relationship Id="rId179" Type="http://schemas.openxmlformats.org/officeDocument/2006/relationships/customXml" Target="../ink/ink676.xml"/><Relationship Id="rId190" Type="http://schemas.openxmlformats.org/officeDocument/2006/relationships/image" Target="../media/image607.png"/><Relationship Id="rId204" Type="http://schemas.openxmlformats.org/officeDocument/2006/relationships/image" Target="../media/image614.png"/><Relationship Id="rId225" Type="http://schemas.openxmlformats.org/officeDocument/2006/relationships/customXml" Target="../ink/ink699.xml"/><Relationship Id="rId246" Type="http://schemas.openxmlformats.org/officeDocument/2006/relationships/image" Target="../media/image635.png"/><Relationship Id="rId267" Type="http://schemas.openxmlformats.org/officeDocument/2006/relationships/customXml" Target="../ink/ink720.xml"/><Relationship Id="rId106" Type="http://schemas.openxmlformats.org/officeDocument/2006/relationships/image" Target="../media/image565.png"/><Relationship Id="rId127" Type="http://schemas.openxmlformats.org/officeDocument/2006/relationships/customXml" Target="../ink/ink650.xml"/><Relationship Id="rId10" Type="http://schemas.openxmlformats.org/officeDocument/2006/relationships/image" Target="../media/image517.png"/><Relationship Id="rId31" Type="http://schemas.openxmlformats.org/officeDocument/2006/relationships/customXml" Target="../ink/ink602.xml"/><Relationship Id="rId52" Type="http://schemas.openxmlformats.org/officeDocument/2006/relationships/image" Target="../media/image538.png"/><Relationship Id="rId73" Type="http://schemas.openxmlformats.org/officeDocument/2006/relationships/customXml" Target="../ink/ink623.xml"/><Relationship Id="rId94" Type="http://schemas.openxmlformats.org/officeDocument/2006/relationships/image" Target="../media/image559.png"/><Relationship Id="rId148" Type="http://schemas.openxmlformats.org/officeDocument/2006/relationships/image" Target="../media/image586.png"/><Relationship Id="rId169" Type="http://schemas.openxmlformats.org/officeDocument/2006/relationships/customXml" Target="../ink/ink671.xml"/><Relationship Id="rId4" Type="http://schemas.openxmlformats.org/officeDocument/2006/relationships/image" Target="../media/image514.png"/><Relationship Id="rId180" Type="http://schemas.openxmlformats.org/officeDocument/2006/relationships/image" Target="../media/image602.png"/><Relationship Id="rId215" Type="http://schemas.openxmlformats.org/officeDocument/2006/relationships/customXml" Target="../ink/ink694.xml"/><Relationship Id="rId236" Type="http://schemas.openxmlformats.org/officeDocument/2006/relationships/image" Target="../media/image630.png"/><Relationship Id="rId257" Type="http://schemas.openxmlformats.org/officeDocument/2006/relationships/customXml" Target="../ink/ink715.xml"/><Relationship Id="rId42" Type="http://schemas.openxmlformats.org/officeDocument/2006/relationships/image" Target="../media/image533.png"/><Relationship Id="rId84" Type="http://schemas.openxmlformats.org/officeDocument/2006/relationships/image" Target="../media/image554.png"/><Relationship Id="rId138" Type="http://schemas.openxmlformats.org/officeDocument/2006/relationships/image" Target="../media/image581.png"/><Relationship Id="rId191" Type="http://schemas.openxmlformats.org/officeDocument/2006/relationships/customXml" Target="../ink/ink682.xml"/><Relationship Id="rId205" Type="http://schemas.openxmlformats.org/officeDocument/2006/relationships/customXml" Target="../ink/ink689.xml"/><Relationship Id="rId247" Type="http://schemas.openxmlformats.org/officeDocument/2006/relationships/customXml" Target="../ink/ink710.xml"/><Relationship Id="rId107" Type="http://schemas.openxmlformats.org/officeDocument/2006/relationships/customXml" Target="../ink/ink640.xml"/><Relationship Id="rId11" Type="http://schemas.openxmlformats.org/officeDocument/2006/relationships/customXml" Target="../ink/ink592.xml"/><Relationship Id="rId53" Type="http://schemas.openxmlformats.org/officeDocument/2006/relationships/customXml" Target="../ink/ink613.xml"/><Relationship Id="rId149" Type="http://schemas.openxmlformats.org/officeDocument/2006/relationships/customXml" Target="../ink/ink661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82.xml"/><Relationship Id="rId299" Type="http://schemas.openxmlformats.org/officeDocument/2006/relationships/customXml" Target="../ink/ink873.xml"/><Relationship Id="rId21" Type="http://schemas.openxmlformats.org/officeDocument/2006/relationships/customXml" Target="../ink/ink734.xml"/><Relationship Id="rId63" Type="http://schemas.openxmlformats.org/officeDocument/2006/relationships/customXml" Target="../ink/ink755.xml"/><Relationship Id="rId159" Type="http://schemas.openxmlformats.org/officeDocument/2006/relationships/customXml" Target="../ink/ink803.xml"/><Relationship Id="rId324" Type="http://schemas.openxmlformats.org/officeDocument/2006/relationships/image" Target="../media/image809.png"/><Relationship Id="rId170" Type="http://schemas.openxmlformats.org/officeDocument/2006/relationships/image" Target="../media/image732.png"/><Relationship Id="rId226" Type="http://schemas.openxmlformats.org/officeDocument/2006/relationships/image" Target="../media/image760.png"/><Relationship Id="rId268" Type="http://schemas.openxmlformats.org/officeDocument/2006/relationships/image" Target="../media/image781.png"/><Relationship Id="rId32" Type="http://schemas.openxmlformats.org/officeDocument/2006/relationships/image" Target="../media/image664.png"/><Relationship Id="rId74" Type="http://schemas.openxmlformats.org/officeDocument/2006/relationships/image" Target="../media/image684.png"/><Relationship Id="rId128" Type="http://schemas.openxmlformats.org/officeDocument/2006/relationships/image" Target="../media/image711.png"/><Relationship Id="rId5" Type="http://schemas.openxmlformats.org/officeDocument/2006/relationships/customXml" Target="../ink/ink726.xml"/><Relationship Id="rId181" Type="http://schemas.openxmlformats.org/officeDocument/2006/relationships/customXml" Target="../ink/ink814.xml"/><Relationship Id="rId237" Type="http://schemas.openxmlformats.org/officeDocument/2006/relationships/customXml" Target="../ink/ink842.xml"/><Relationship Id="rId279" Type="http://schemas.openxmlformats.org/officeDocument/2006/relationships/customXml" Target="../ink/ink863.xml"/><Relationship Id="rId43" Type="http://schemas.openxmlformats.org/officeDocument/2006/relationships/customXml" Target="../ink/ink745.xml"/><Relationship Id="rId139" Type="http://schemas.openxmlformats.org/officeDocument/2006/relationships/customXml" Target="../ink/ink793.xml"/><Relationship Id="rId290" Type="http://schemas.openxmlformats.org/officeDocument/2006/relationships/image" Target="../media/image792.png"/><Relationship Id="rId304" Type="http://schemas.openxmlformats.org/officeDocument/2006/relationships/image" Target="../media/image799.png"/><Relationship Id="rId85" Type="http://schemas.openxmlformats.org/officeDocument/2006/relationships/customXml" Target="../ink/ink766.xml"/><Relationship Id="rId150" Type="http://schemas.openxmlformats.org/officeDocument/2006/relationships/image" Target="../media/image722.png"/><Relationship Id="rId192" Type="http://schemas.openxmlformats.org/officeDocument/2006/relationships/image" Target="../media/image743.png"/><Relationship Id="rId206" Type="http://schemas.openxmlformats.org/officeDocument/2006/relationships/image" Target="../media/image750.png"/><Relationship Id="rId248" Type="http://schemas.openxmlformats.org/officeDocument/2006/relationships/image" Target="../media/image771.png"/><Relationship Id="rId12" Type="http://schemas.openxmlformats.org/officeDocument/2006/relationships/image" Target="../media/image654.png"/><Relationship Id="rId108" Type="http://schemas.openxmlformats.org/officeDocument/2006/relationships/image" Target="../media/image701.png"/><Relationship Id="rId315" Type="http://schemas.openxmlformats.org/officeDocument/2006/relationships/customXml" Target="../ink/ink881.xml"/><Relationship Id="rId54" Type="http://schemas.openxmlformats.org/officeDocument/2006/relationships/image" Target="../media/image674.png"/><Relationship Id="rId96" Type="http://schemas.openxmlformats.org/officeDocument/2006/relationships/image" Target="../media/image695.png"/><Relationship Id="rId161" Type="http://schemas.openxmlformats.org/officeDocument/2006/relationships/customXml" Target="../ink/ink804.xml"/><Relationship Id="rId217" Type="http://schemas.openxmlformats.org/officeDocument/2006/relationships/customXml" Target="../ink/ink832.xml"/><Relationship Id="rId259" Type="http://schemas.openxmlformats.org/officeDocument/2006/relationships/customXml" Target="../ink/ink853.xml"/><Relationship Id="rId23" Type="http://schemas.openxmlformats.org/officeDocument/2006/relationships/customXml" Target="../ink/ink735.xml"/><Relationship Id="rId119" Type="http://schemas.openxmlformats.org/officeDocument/2006/relationships/customXml" Target="../ink/ink783.xml"/><Relationship Id="rId270" Type="http://schemas.openxmlformats.org/officeDocument/2006/relationships/image" Target="../media/image782.png"/><Relationship Id="rId326" Type="http://schemas.openxmlformats.org/officeDocument/2006/relationships/image" Target="../media/image810.png"/><Relationship Id="rId65" Type="http://schemas.openxmlformats.org/officeDocument/2006/relationships/customXml" Target="../ink/ink756.xml"/><Relationship Id="rId130" Type="http://schemas.openxmlformats.org/officeDocument/2006/relationships/image" Target="../media/image712.png"/><Relationship Id="rId172" Type="http://schemas.openxmlformats.org/officeDocument/2006/relationships/image" Target="../media/image733.png"/><Relationship Id="rId228" Type="http://schemas.openxmlformats.org/officeDocument/2006/relationships/image" Target="../media/image761.png"/><Relationship Id="rId281" Type="http://schemas.openxmlformats.org/officeDocument/2006/relationships/customXml" Target="../ink/ink864.xml"/><Relationship Id="rId34" Type="http://schemas.openxmlformats.org/officeDocument/2006/relationships/image" Target="../media/image665.png"/><Relationship Id="rId76" Type="http://schemas.openxmlformats.org/officeDocument/2006/relationships/image" Target="../media/image685.png"/><Relationship Id="rId141" Type="http://schemas.openxmlformats.org/officeDocument/2006/relationships/customXml" Target="../ink/ink794.xml"/><Relationship Id="rId7" Type="http://schemas.openxmlformats.org/officeDocument/2006/relationships/customXml" Target="../ink/ink727.xml"/><Relationship Id="rId162" Type="http://schemas.openxmlformats.org/officeDocument/2006/relationships/image" Target="../media/image728.png"/><Relationship Id="rId183" Type="http://schemas.openxmlformats.org/officeDocument/2006/relationships/customXml" Target="../ink/ink815.xml"/><Relationship Id="rId218" Type="http://schemas.openxmlformats.org/officeDocument/2006/relationships/image" Target="../media/image756.png"/><Relationship Id="rId239" Type="http://schemas.openxmlformats.org/officeDocument/2006/relationships/customXml" Target="../ink/ink843.xml"/><Relationship Id="rId250" Type="http://schemas.openxmlformats.org/officeDocument/2006/relationships/image" Target="../media/image772.png"/><Relationship Id="rId271" Type="http://schemas.openxmlformats.org/officeDocument/2006/relationships/customXml" Target="../ink/ink859.xml"/><Relationship Id="rId292" Type="http://schemas.openxmlformats.org/officeDocument/2006/relationships/image" Target="../media/image793.png"/><Relationship Id="rId306" Type="http://schemas.openxmlformats.org/officeDocument/2006/relationships/image" Target="../media/image800.png"/><Relationship Id="rId24" Type="http://schemas.openxmlformats.org/officeDocument/2006/relationships/image" Target="../media/image660.png"/><Relationship Id="rId45" Type="http://schemas.openxmlformats.org/officeDocument/2006/relationships/customXml" Target="../ink/ink746.xml"/><Relationship Id="rId66" Type="http://schemas.openxmlformats.org/officeDocument/2006/relationships/image" Target="../media/image680.png"/><Relationship Id="rId87" Type="http://schemas.openxmlformats.org/officeDocument/2006/relationships/customXml" Target="../ink/ink767.xml"/><Relationship Id="rId110" Type="http://schemas.openxmlformats.org/officeDocument/2006/relationships/image" Target="../media/image702.png"/><Relationship Id="rId131" Type="http://schemas.openxmlformats.org/officeDocument/2006/relationships/customXml" Target="../ink/ink789.xml"/><Relationship Id="rId152" Type="http://schemas.openxmlformats.org/officeDocument/2006/relationships/image" Target="../media/image723.png"/><Relationship Id="rId173" Type="http://schemas.openxmlformats.org/officeDocument/2006/relationships/customXml" Target="../ink/ink810.xml"/><Relationship Id="rId194" Type="http://schemas.openxmlformats.org/officeDocument/2006/relationships/image" Target="../media/image744.png"/><Relationship Id="rId208" Type="http://schemas.openxmlformats.org/officeDocument/2006/relationships/image" Target="../media/image751.png"/><Relationship Id="rId229" Type="http://schemas.openxmlformats.org/officeDocument/2006/relationships/customXml" Target="../ink/ink838.xml"/><Relationship Id="rId240" Type="http://schemas.openxmlformats.org/officeDocument/2006/relationships/image" Target="../media/image767.png"/><Relationship Id="rId261" Type="http://schemas.openxmlformats.org/officeDocument/2006/relationships/customXml" Target="../ink/ink854.xml"/><Relationship Id="rId14" Type="http://schemas.openxmlformats.org/officeDocument/2006/relationships/image" Target="../media/image655.png"/><Relationship Id="rId35" Type="http://schemas.openxmlformats.org/officeDocument/2006/relationships/customXml" Target="../ink/ink741.xml"/><Relationship Id="rId56" Type="http://schemas.openxmlformats.org/officeDocument/2006/relationships/image" Target="../media/image675.png"/><Relationship Id="rId77" Type="http://schemas.openxmlformats.org/officeDocument/2006/relationships/customXml" Target="../ink/ink762.xml"/><Relationship Id="rId100" Type="http://schemas.openxmlformats.org/officeDocument/2006/relationships/image" Target="../media/image697.png"/><Relationship Id="rId282" Type="http://schemas.openxmlformats.org/officeDocument/2006/relationships/image" Target="../media/image788.png"/><Relationship Id="rId317" Type="http://schemas.openxmlformats.org/officeDocument/2006/relationships/customXml" Target="../ink/ink882.xml"/><Relationship Id="rId8" Type="http://schemas.openxmlformats.org/officeDocument/2006/relationships/image" Target="../media/image652.png"/><Relationship Id="rId98" Type="http://schemas.openxmlformats.org/officeDocument/2006/relationships/image" Target="../media/image696.png"/><Relationship Id="rId121" Type="http://schemas.openxmlformats.org/officeDocument/2006/relationships/customXml" Target="../ink/ink784.xml"/><Relationship Id="rId142" Type="http://schemas.openxmlformats.org/officeDocument/2006/relationships/image" Target="../media/image718.png"/><Relationship Id="rId163" Type="http://schemas.openxmlformats.org/officeDocument/2006/relationships/customXml" Target="../ink/ink805.xml"/><Relationship Id="rId184" Type="http://schemas.openxmlformats.org/officeDocument/2006/relationships/image" Target="../media/image739.png"/><Relationship Id="rId219" Type="http://schemas.openxmlformats.org/officeDocument/2006/relationships/customXml" Target="../ink/ink833.xml"/><Relationship Id="rId230" Type="http://schemas.openxmlformats.org/officeDocument/2006/relationships/image" Target="../media/image762.png"/><Relationship Id="rId251" Type="http://schemas.openxmlformats.org/officeDocument/2006/relationships/customXml" Target="../ink/ink849.xml"/><Relationship Id="rId25" Type="http://schemas.openxmlformats.org/officeDocument/2006/relationships/customXml" Target="../ink/ink736.xml"/><Relationship Id="rId46" Type="http://schemas.openxmlformats.org/officeDocument/2006/relationships/image" Target="../media/image671.png"/><Relationship Id="rId67" Type="http://schemas.openxmlformats.org/officeDocument/2006/relationships/customXml" Target="../ink/ink757.xml"/><Relationship Id="rId272" Type="http://schemas.openxmlformats.org/officeDocument/2006/relationships/image" Target="../media/image783.png"/><Relationship Id="rId293" Type="http://schemas.openxmlformats.org/officeDocument/2006/relationships/customXml" Target="../ink/ink870.xml"/><Relationship Id="rId307" Type="http://schemas.openxmlformats.org/officeDocument/2006/relationships/customXml" Target="../ink/ink877.xml"/><Relationship Id="rId88" Type="http://schemas.openxmlformats.org/officeDocument/2006/relationships/image" Target="../media/image691.png"/><Relationship Id="rId111" Type="http://schemas.openxmlformats.org/officeDocument/2006/relationships/customXml" Target="../ink/ink779.xml"/><Relationship Id="rId132" Type="http://schemas.openxmlformats.org/officeDocument/2006/relationships/image" Target="../media/image713.png"/><Relationship Id="rId153" Type="http://schemas.openxmlformats.org/officeDocument/2006/relationships/customXml" Target="../ink/ink800.xml"/><Relationship Id="rId174" Type="http://schemas.openxmlformats.org/officeDocument/2006/relationships/image" Target="../media/image734.png"/><Relationship Id="rId195" Type="http://schemas.openxmlformats.org/officeDocument/2006/relationships/customXml" Target="../ink/ink821.xml"/><Relationship Id="rId209" Type="http://schemas.openxmlformats.org/officeDocument/2006/relationships/customXml" Target="../ink/ink828.xml"/><Relationship Id="rId220" Type="http://schemas.openxmlformats.org/officeDocument/2006/relationships/image" Target="../media/image757.png"/><Relationship Id="rId241" Type="http://schemas.openxmlformats.org/officeDocument/2006/relationships/customXml" Target="../ink/ink844.xml"/><Relationship Id="rId15" Type="http://schemas.openxmlformats.org/officeDocument/2006/relationships/customXml" Target="../ink/ink731.xml"/><Relationship Id="rId36" Type="http://schemas.openxmlformats.org/officeDocument/2006/relationships/image" Target="../media/image666.png"/><Relationship Id="rId57" Type="http://schemas.openxmlformats.org/officeDocument/2006/relationships/customXml" Target="../ink/ink752.xml"/><Relationship Id="rId262" Type="http://schemas.openxmlformats.org/officeDocument/2006/relationships/image" Target="../media/image778.png"/><Relationship Id="rId283" Type="http://schemas.openxmlformats.org/officeDocument/2006/relationships/customXml" Target="../ink/ink865.xml"/><Relationship Id="rId318" Type="http://schemas.openxmlformats.org/officeDocument/2006/relationships/image" Target="../media/image806.png"/><Relationship Id="rId78" Type="http://schemas.openxmlformats.org/officeDocument/2006/relationships/image" Target="../media/image686.png"/><Relationship Id="rId99" Type="http://schemas.openxmlformats.org/officeDocument/2006/relationships/customXml" Target="../ink/ink773.xml"/><Relationship Id="rId101" Type="http://schemas.openxmlformats.org/officeDocument/2006/relationships/customXml" Target="../ink/ink774.xml"/><Relationship Id="rId122" Type="http://schemas.openxmlformats.org/officeDocument/2006/relationships/image" Target="../media/image708.png"/><Relationship Id="rId143" Type="http://schemas.openxmlformats.org/officeDocument/2006/relationships/customXml" Target="../ink/ink795.xml"/><Relationship Id="rId164" Type="http://schemas.openxmlformats.org/officeDocument/2006/relationships/image" Target="../media/image729.png"/><Relationship Id="rId185" Type="http://schemas.openxmlformats.org/officeDocument/2006/relationships/customXml" Target="../ink/ink816.xml"/><Relationship Id="rId9" Type="http://schemas.openxmlformats.org/officeDocument/2006/relationships/customXml" Target="../ink/ink728.xml"/><Relationship Id="rId210" Type="http://schemas.openxmlformats.org/officeDocument/2006/relationships/image" Target="../media/image752.png"/><Relationship Id="rId26" Type="http://schemas.openxmlformats.org/officeDocument/2006/relationships/image" Target="../media/image661.png"/><Relationship Id="rId231" Type="http://schemas.openxmlformats.org/officeDocument/2006/relationships/customXml" Target="../ink/ink839.xml"/><Relationship Id="rId252" Type="http://schemas.openxmlformats.org/officeDocument/2006/relationships/image" Target="../media/image773.png"/><Relationship Id="rId273" Type="http://schemas.openxmlformats.org/officeDocument/2006/relationships/customXml" Target="../ink/ink860.xml"/><Relationship Id="rId294" Type="http://schemas.openxmlformats.org/officeDocument/2006/relationships/image" Target="../media/image794.png"/><Relationship Id="rId308" Type="http://schemas.openxmlformats.org/officeDocument/2006/relationships/image" Target="../media/image801.png"/><Relationship Id="rId47" Type="http://schemas.openxmlformats.org/officeDocument/2006/relationships/customXml" Target="../ink/ink747.xml"/><Relationship Id="rId68" Type="http://schemas.openxmlformats.org/officeDocument/2006/relationships/image" Target="../media/image681.png"/><Relationship Id="rId89" Type="http://schemas.openxmlformats.org/officeDocument/2006/relationships/customXml" Target="../ink/ink768.xml"/><Relationship Id="rId112" Type="http://schemas.openxmlformats.org/officeDocument/2006/relationships/image" Target="../media/image703.png"/><Relationship Id="rId133" Type="http://schemas.openxmlformats.org/officeDocument/2006/relationships/customXml" Target="../ink/ink790.xml"/><Relationship Id="rId154" Type="http://schemas.openxmlformats.org/officeDocument/2006/relationships/image" Target="../media/image724.png"/><Relationship Id="rId175" Type="http://schemas.openxmlformats.org/officeDocument/2006/relationships/customXml" Target="../ink/ink811.xml"/><Relationship Id="rId196" Type="http://schemas.openxmlformats.org/officeDocument/2006/relationships/image" Target="../media/image745.png"/><Relationship Id="rId200" Type="http://schemas.openxmlformats.org/officeDocument/2006/relationships/image" Target="../media/image747.png"/><Relationship Id="rId16" Type="http://schemas.openxmlformats.org/officeDocument/2006/relationships/image" Target="../media/image656.png"/><Relationship Id="rId221" Type="http://schemas.openxmlformats.org/officeDocument/2006/relationships/customXml" Target="../ink/ink834.xml"/><Relationship Id="rId242" Type="http://schemas.openxmlformats.org/officeDocument/2006/relationships/image" Target="../media/image768.png"/><Relationship Id="rId263" Type="http://schemas.openxmlformats.org/officeDocument/2006/relationships/customXml" Target="../ink/ink855.xml"/><Relationship Id="rId284" Type="http://schemas.openxmlformats.org/officeDocument/2006/relationships/image" Target="../media/image789.png"/><Relationship Id="rId319" Type="http://schemas.openxmlformats.org/officeDocument/2006/relationships/customXml" Target="../ink/ink883.xml"/><Relationship Id="rId37" Type="http://schemas.openxmlformats.org/officeDocument/2006/relationships/customXml" Target="../ink/ink742.xml"/><Relationship Id="rId58" Type="http://schemas.openxmlformats.org/officeDocument/2006/relationships/image" Target="../media/image676.png"/><Relationship Id="rId79" Type="http://schemas.openxmlformats.org/officeDocument/2006/relationships/customXml" Target="../ink/ink763.xml"/><Relationship Id="rId102" Type="http://schemas.openxmlformats.org/officeDocument/2006/relationships/image" Target="../media/image698.png"/><Relationship Id="rId123" Type="http://schemas.openxmlformats.org/officeDocument/2006/relationships/customXml" Target="../ink/ink785.xml"/><Relationship Id="rId144" Type="http://schemas.openxmlformats.org/officeDocument/2006/relationships/image" Target="../media/image719.png"/><Relationship Id="rId90" Type="http://schemas.openxmlformats.org/officeDocument/2006/relationships/image" Target="../media/image692.png"/><Relationship Id="rId165" Type="http://schemas.openxmlformats.org/officeDocument/2006/relationships/customXml" Target="../ink/ink806.xml"/><Relationship Id="rId186" Type="http://schemas.openxmlformats.org/officeDocument/2006/relationships/image" Target="../media/image740.png"/><Relationship Id="rId211" Type="http://schemas.openxmlformats.org/officeDocument/2006/relationships/customXml" Target="../ink/ink829.xml"/><Relationship Id="rId232" Type="http://schemas.openxmlformats.org/officeDocument/2006/relationships/image" Target="../media/image763.png"/><Relationship Id="rId253" Type="http://schemas.openxmlformats.org/officeDocument/2006/relationships/customXml" Target="../ink/ink850.xml"/><Relationship Id="rId274" Type="http://schemas.openxmlformats.org/officeDocument/2006/relationships/image" Target="../media/image784.png"/><Relationship Id="rId295" Type="http://schemas.openxmlformats.org/officeDocument/2006/relationships/customXml" Target="../ink/ink871.xml"/><Relationship Id="rId309" Type="http://schemas.openxmlformats.org/officeDocument/2006/relationships/customXml" Target="../ink/ink878.xml"/><Relationship Id="rId27" Type="http://schemas.openxmlformats.org/officeDocument/2006/relationships/customXml" Target="../ink/ink737.xml"/><Relationship Id="rId48" Type="http://schemas.openxmlformats.org/officeDocument/2006/relationships/image" Target="../media/image575.png"/><Relationship Id="rId69" Type="http://schemas.openxmlformats.org/officeDocument/2006/relationships/customXml" Target="../ink/ink758.xml"/><Relationship Id="rId113" Type="http://schemas.openxmlformats.org/officeDocument/2006/relationships/customXml" Target="../ink/ink780.xml"/><Relationship Id="rId134" Type="http://schemas.openxmlformats.org/officeDocument/2006/relationships/image" Target="../media/image714.png"/><Relationship Id="rId320" Type="http://schemas.openxmlformats.org/officeDocument/2006/relationships/image" Target="../media/image807.png"/><Relationship Id="rId80" Type="http://schemas.openxmlformats.org/officeDocument/2006/relationships/image" Target="../media/image687.png"/><Relationship Id="rId155" Type="http://schemas.openxmlformats.org/officeDocument/2006/relationships/customXml" Target="../ink/ink801.xml"/><Relationship Id="rId176" Type="http://schemas.openxmlformats.org/officeDocument/2006/relationships/image" Target="../media/image735.png"/><Relationship Id="rId197" Type="http://schemas.openxmlformats.org/officeDocument/2006/relationships/customXml" Target="../ink/ink822.xml"/><Relationship Id="rId201" Type="http://schemas.openxmlformats.org/officeDocument/2006/relationships/customXml" Target="../ink/ink824.xml"/><Relationship Id="rId222" Type="http://schemas.openxmlformats.org/officeDocument/2006/relationships/image" Target="../media/image758.png"/><Relationship Id="rId243" Type="http://schemas.openxmlformats.org/officeDocument/2006/relationships/customXml" Target="../ink/ink845.xml"/><Relationship Id="rId264" Type="http://schemas.openxmlformats.org/officeDocument/2006/relationships/image" Target="../media/image779.png"/><Relationship Id="rId285" Type="http://schemas.openxmlformats.org/officeDocument/2006/relationships/customXml" Target="../ink/ink866.xml"/><Relationship Id="rId17" Type="http://schemas.openxmlformats.org/officeDocument/2006/relationships/customXml" Target="../ink/ink732.xml"/><Relationship Id="rId38" Type="http://schemas.openxmlformats.org/officeDocument/2006/relationships/image" Target="../media/image667.png"/><Relationship Id="rId59" Type="http://schemas.openxmlformats.org/officeDocument/2006/relationships/customXml" Target="../ink/ink753.xml"/><Relationship Id="rId103" Type="http://schemas.openxmlformats.org/officeDocument/2006/relationships/customXml" Target="../ink/ink775.xml"/><Relationship Id="rId124" Type="http://schemas.openxmlformats.org/officeDocument/2006/relationships/image" Target="../media/image709.png"/><Relationship Id="rId310" Type="http://schemas.openxmlformats.org/officeDocument/2006/relationships/image" Target="../media/image802.png"/><Relationship Id="rId70" Type="http://schemas.openxmlformats.org/officeDocument/2006/relationships/image" Target="../media/image682.png"/><Relationship Id="rId91" Type="http://schemas.openxmlformats.org/officeDocument/2006/relationships/customXml" Target="../ink/ink769.xml"/><Relationship Id="rId145" Type="http://schemas.openxmlformats.org/officeDocument/2006/relationships/customXml" Target="../ink/ink796.xml"/><Relationship Id="rId166" Type="http://schemas.openxmlformats.org/officeDocument/2006/relationships/image" Target="../media/image730.png"/><Relationship Id="rId187" Type="http://schemas.openxmlformats.org/officeDocument/2006/relationships/customXml" Target="../ink/ink817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753.png"/><Relationship Id="rId233" Type="http://schemas.openxmlformats.org/officeDocument/2006/relationships/customXml" Target="../ink/ink840.xml"/><Relationship Id="rId254" Type="http://schemas.openxmlformats.org/officeDocument/2006/relationships/image" Target="../media/image774.png"/><Relationship Id="rId28" Type="http://schemas.openxmlformats.org/officeDocument/2006/relationships/image" Target="../media/image662.png"/><Relationship Id="rId49" Type="http://schemas.openxmlformats.org/officeDocument/2006/relationships/customXml" Target="../ink/ink748.xml"/><Relationship Id="rId114" Type="http://schemas.openxmlformats.org/officeDocument/2006/relationships/image" Target="../media/image704.png"/><Relationship Id="rId275" Type="http://schemas.openxmlformats.org/officeDocument/2006/relationships/customXml" Target="../ink/ink861.xml"/><Relationship Id="rId296" Type="http://schemas.openxmlformats.org/officeDocument/2006/relationships/image" Target="../media/image795.png"/><Relationship Id="rId300" Type="http://schemas.openxmlformats.org/officeDocument/2006/relationships/image" Target="../media/image797.png"/><Relationship Id="rId60" Type="http://schemas.openxmlformats.org/officeDocument/2006/relationships/image" Target="../media/image677.png"/><Relationship Id="rId81" Type="http://schemas.openxmlformats.org/officeDocument/2006/relationships/customXml" Target="../ink/ink764.xml"/><Relationship Id="rId135" Type="http://schemas.openxmlformats.org/officeDocument/2006/relationships/customXml" Target="../ink/ink791.xml"/><Relationship Id="rId156" Type="http://schemas.openxmlformats.org/officeDocument/2006/relationships/image" Target="../media/image725.png"/><Relationship Id="rId177" Type="http://schemas.openxmlformats.org/officeDocument/2006/relationships/customXml" Target="../ink/ink812.xml"/><Relationship Id="rId198" Type="http://schemas.openxmlformats.org/officeDocument/2006/relationships/image" Target="../media/image746.png"/><Relationship Id="rId321" Type="http://schemas.openxmlformats.org/officeDocument/2006/relationships/customXml" Target="../ink/ink884.xml"/><Relationship Id="rId202" Type="http://schemas.openxmlformats.org/officeDocument/2006/relationships/image" Target="../media/image748.png"/><Relationship Id="rId223" Type="http://schemas.openxmlformats.org/officeDocument/2006/relationships/customXml" Target="../ink/ink835.xml"/><Relationship Id="rId244" Type="http://schemas.openxmlformats.org/officeDocument/2006/relationships/image" Target="../media/image769.png"/><Relationship Id="rId18" Type="http://schemas.openxmlformats.org/officeDocument/2006/relationships/image" Target="../media/image657.png"/><Relationship Id="rId39" Type="http://schemas.openxmlformats.org/officeDocument/2006/relationships/customXml" Target="../ink/ink743.xml"/><Relationship Id="rId265" Type="http://schemas.openxmlformats.org/officeDocument/2006/relationships/customXml" Target="../ink/ink856.xml"/><Relationship Id="rId286" Type="http://schemas.openxmlformats.org/officeDocument/2006/relationships/image" Target="../media/image790.png"/><Relationship Id="rId50" Type="http://schemas.openxmlformats.org/officeDocument/2006/relationships/image" Target="../media/image672.png"/><Relationship Id="rId104" Type="http://schemas.openxmlformats.org/officeDocument/2006/relationships/image" Target="../media/image699.png"/><Relationship Id="rId125" Type="http://schemas.openxmlformats.org/officeDocument/2006/relationships/customXml" Target="../ink/ink786.xml"/><Relationship Id="rId146" Type="http://schemas.openxmlformats.org/officeDocument/2006/relationships/image" Target="../media/image720.png"/><Relationship Id="rId167" Type="http://schemas.openxmlformats.org/officeDocument/2006/relationships/customXml" Target="../ink/ink807.xml"/><Relationship Id="rId188" Type="http://schemas.openxmlformats.org/officeDocument/2006/relationships/image" Target="../media/image741.png"/><Relationship Id="rId311" Type="http://schemas.openxmlformats.org/officeDocument/2006/relationships/customXml" Target="../ink/ink879.xml"/><Relationship Id="rId71" Type="http://schemas.openxmlformats.org/officeDocument/2006/relationships/customXml" Target="../ink/ink759.xml"/><Relationship Id="rId92" Type="http://schemas.openxmlformats.org/officeDocument/2006/relationships/image" Target="../media/image693.png"/><Relationship Id="rId213" Type="http://schemas.openxmlformats.org/officeDocument/2006/relationships/customXml" Target="../ink/ink830.xml"/><Relationship Id="rId234" Type="http://schemas.openxmlformats.org/officeDocument/2006/relationships/image" Target="../media/image764.png"/><Relationship Id="rId2" Type="http://schemas.openxmlformats.org/officeDocument/2006/relationships/image" Target="../media/image474.png"/><Relationship Id="rId29" Type="http://schemas.openxmlformats.org/officeDocument/2006/relationships/customXml" Target="../ink/ink738.xml"/><Relationship Id="rId255" Type="http://schemas.openxmlformats.org/officeDocument/2006/relationships/customXml" Target="../ink/ink851.xml"/><Relationship Id="rId276" Type="http://schemas.openxmlformats.org/officeDocument/2006/relationships/image" Target="../media/image785.png"/><Relationship Id="rId297" Type="http://schemas.openxmlformats.org/officeDocument/2006/relationships/customXml" Target="../ink/ink872.xml"/><Relationship Id="rId40" Type="http://schemas.openxmlformats.org/officeDocument/2006/relationships/image" Target="../media/image668.png"/><Relationship Id="rId115" Type="http://schemas.openxmlformats.org/officeDocument/2006/relationships/customXml" Target="../ink/ink781.xml"/><Relationship Id="rId136" Type="http://schemas.openxmlformats.org/officeDocument/2006/relationships/image" Target="../media/image715.png"/><Relationship Id="rId157" Type="http://schemas.openxmlformats.org/officeDocument/2006/relationships/customXml" Target="../ink/ink802.xml"/><Relationship Id="rId178" Type="http://schemas.openxmlformats.org/officeDocument/2006/relationships/image" Target="../media/image736.png"/><Relationship Id="rId301" Type="http://schemas.openxmlformats.org/officeDocument/2006/relationships/customXml" Target="../ink/ink874.xml"/><Relationship Id="rId322" Type="http://schemas.openxmlformats.org/officeDocument/2006/relationships/image" Target="../media/image808.png"/><Relationship Id="rId61" Type="http://schemas.openxmlformats.org/officeDocument/2006/relationships/customXml" Target="../ink/ink754.xml"/><Relationship Id="rId82" Type="http://schemas.openxmlformats.org/officeDocument/2006/relationships/image" Target="../media/image688.png"/><Relationship Id="rId199" Type="http://schemas.openxmlformats.org/officeDocument/2006/relationships/customXml" Target="../ink/ink823.xml"/><Relationship Id="rId203" Type="http://schemas.openxmlformats.org/officeDocument/2006/relationships/customXml" Target="../ink/ink825.xml"/><Relationship Id="rId19" Type="http://schemas.openxmlformats.org/officeDocument/2006/relationships/customXml" Target="../ink/ink733.xml"/><Relationship Id="rId224" Type="http://schemas.openxmlformats.org/officeDocument/2006/relationships/image" Target="../media/image759.png"/><Relationship Id="rId245" Type="http://schemas.openxmlformats.org/officeDocument/2006/relationships/customXml" Target="../ink/ink846.xml"/><Relationship Id="rId266" Type="http://schemas.openxmlformats.org/officeDocument/2006/relationships/image" Target="../media/image780.png"/><Relationship Id="rId287" Type="http://schemas.openxmlformats.org/officeDocument/2006/relationships/customXml" Target="../ink/ink867.xml"/><Relationship Id="rId30" Type="http://schemas.openxmlformats.org/officeDocument/2006/relationships/image" Target="../media/image663.png"/><Relationship Id="rId105" Type="http://schemas.openxmlformats.org/officeDocument/2006/relationships/customXml" Target="../ink/ink776.xml"/><Relationship Id="rId126" Type="http://schemas.openxmlformats.org/officeDocument/2006/relationships/image" Target="../media/image710.png"/><Relationship Id="rId147" Type="http://schemas.openxmlformats.org/officeDocument/2006/relationships/customXml" Target="../ink/ink797.xml"/><Relationship Id="rId168" Type="http://schemas.openxmlformats.org/officeDocument/2006/relationships/image" Target="../media/image731.png"/><Relationship Id="rId312" Type="http://schemas.openxmlformats.org/officeDocument/2006/relationships/image" Target="../media/image803.png"/><Relationship Id="rId51" Type="http://schemas.openxmlformats.org/officeDocument/2006/relationships/customXml" Target="../ink/ink749.xml"/><Relationship Id="rId72" Type="http://schemas.openxmlformats.org/officeDocument/2006/relationships/image" Target="../media/image683.png"/><Relationship Id="rId93" Type="http://schemas.openxmlformats.org/officeDocument/2006/relationships/customXml" Target="../ink/ink770.xml"/><Relationship Id="rId189" Type="http://schemas.openxmlformats.org/officeDocument/2006/relationships/customXml" Target="../ink/ink818.xml"/><Relationship Id="rId3" Type="http://schemas.openxmlformats.org/officeDocument/2006/relationships/customXml" Target="../ink/ink725.xml"/><Relationship Id="rId214" Type="http://schemas.openxmlformats.org/officeDocument/2006/relationships/image" Target="../media/image754.png"/><Relationship Id="rId235" Type="http://schemas.openxmlformats.org/officeDocument/2006/relationships/customXml" Target="../ink/ink841.xml"/><Relationship Id="rId256" Type="http://schemas.openxmlformats.org/officeDocument/2006/relationships/image" Target="../media/image775.png"/><Relationship Id="rId277" Type="http://schemas.openxmlformats.org/officeDocument/2006/relationships/customXml" Target="../ink/ink862.xml"/><Relationship Id="rId298" Type="http://schemas.openxmlformats.org/officeDocument/2006/relationships/image" Target="../media/image796.png"/><Relationship Id="rId116" Type="http://schemas.openxmlformats.org/officeDocument/2006/relationships/image" Target="../media/image705.png"/><Relationship Id="rId137" Type="http://schemas.openxmlformats.org/officeDocument/2006/relationships/customXml" Target="../ink/ink792.xml"/><Relationship Id="rId158" Type="http://schemas.openxmlformats.org/officeDocument/2006/relationships/image" Target="../media/image726.png"/><Relationship Id="rId302" Type="http://schemas.openxmlformats.org/officeDocument/2006/relationships/image" Target="../media/image798.png"/><Relationship Id="rId323" Type="http://schemas.openxmlformats.org/officeDocument/2006/relationships/customXml" Target="../ink/ink885.xml"/><Relationship Id="rId20" Type="http://schemas.openxmlformats.org/officeDocument/2006/relationships/image" Target="../media/image658.png"/><Relationship Id="rId41" Type="http://schemas.openxmlformats.org/officeDocument/2006/relationships/customXml" Target="../ink/ink744.xml"/><Relationship Id="rId62" Type="http://schemas.openxmlformats.org/officeDocument/2006/relationships/image" Target="../media/image678.png"/><Relationship Id="rId83" Type="http://schemas.openxmlformats.org/officeDocument/2006/relationships/customXml" Target="../ink/ink765.xml"/><Relationship Id="rId179" Type="http://schemas.openxmlformats.org/officeDocument/2006/relationships/customXml" Target="../ink/ink813.xml"/><Relationship Id="rId190" Type="http://schemas.openxmlformats.org/officeDocument/2006/relationships/image" Target="../media/image742.png"/><Relationship Id="rId204" Type="http://schemas.openxmlformats.org/officeDocument/2006/relationships/image" Target="../media/image749.png"/><Relationship Id="rId225" Type="http://schemas.openxmlformats.org/officeDocument/2006/relationships/customXml" Target="../ink/ink836.xml"/><Relationship Id="rId246" Type="http://schemas.openxmlformats.org/officeDocument/2006/relationships/image" Target="../media/image770.png"/><Relationship Id="rId267" Type="http://schemas.openxmlformats.org/officeDocument/2006/relationships/customXml" Target="../ink/ink857.xml"/><Relationship Id="rId288" Type="http://schemas.openxmlformats.org/officeDocument/2006/relationships/image" Target="../media/image791.png"/><Relationship Id="rId106" Type="http://schemas.openxmlformats.org/officeDocument/2006/relationships/image" Target="../media/image700.png"/><Relationship Id="rId127" Type="http://schemas.openxmlformats.org/officeDocument/2006/relationships/customXml" Target="../ink/ink787.xml"/><Relationship Id="rId313" Type="http://schemas.openxmlformats.org/officeDocument/2006/relationships/customXml" Target="../ink/ink880.xml"/><Relationship Id="rId10" Type="http://schemas.openxmlformats.org/officeDocument/2006/relationships/image" Target="../media/image653.png"/><Relationship Id="rId31" Type="http://schemas.openxmlformats.org/officeDocument/2006/relationships/customXml" Target="../ink/ink739.xml"/><Relationship Id="rId52" Type="http://schemas.openxmlformats.org/officeDocument/2006/relationships/image" Target="../media/image673.png"/><Relationship Id="rId73" Type="http://schemas.openxmlformats.org/officeDocument/2006/relationships/customXml" Target="../ink/ink760.xml"/><Relationship Id="rId94" Type="http://schemas.openxmlformats.org/officeDocument/2006/relationships/image" Target="../media/image694.png"/><Relationship Id="rId148" Type="http://schemas.openxmlformats.org/officeDocument/2006/relationships/image" Target="../media/image721.png"/><Relationship Id="rId169" Type="http://schemas.openxmlformats.org/officeDocument/2006/relationships/customXml" Target="../ink/ink808.xml"/><Relationship Id="rId4" Type="http://schemas.openxmlformats.org/officeDocument/2006/relationships/image" Target="../media/image514.png"/><Relationship Id="rId180" Type="http://schemas.openxmlformats.org/officeDocument/2006/relationships/image" Target="../media/image737.png"/><Relationship Id="rId215" Type="http://schemas.openxmlformats.org/officeDocument/2006/relationships/customXml" Target="../ink/ink831.xml"/><Relationship Id="rId236" Type="http://schemas.openxmlformats.org/officeDocument/2006/relationships/image" Target="../media/image765.png"/><Relationship Id="rId257" Type="http://schemas.openxmlformats.org/officeDocument/2006/relationships/customXml" Target="../ink/ink852.xml"/><Relationship Id="rId278" Type="http://schemas.openxmlformats.org/officeDocument/2006/relationships/image" Target="../media/image786.png"/><Relationship Id="rId303" Type="http://schemas.openxmlformats.org/officeDocument/2006/relationships/customXml" Target="../ink/ink875.xml"/><Relationship Id="rId42" Type="http://schemas.openxmlformats.org/officeDocument/2006/relationships/image" Target="../media/image669.png"/><Relationship Id="rId84" Type="http://schemas.openxmlformats.org/officeDocument/2006/relationships/image" Target="../media/image689.png"/><Relationship Id="rId138" Type="http://schemas.openxmlformats.org/officeDocument/2006/relationships/image" Target="../media/image716.png"/><Relationship Id="rId191" Type="http://schemas.openxmlformats.org/officeDocument/2006/relationships/customXml" Target="../ink/ink819.xml"/><Relationship Id="rId205" Type="http://schemas.openxmlformats.org/officeDocument/2006/relationships/customXml" Target="../ink/ink826.xml"/><Relationship Id="rId247" Type="http://schemas.openxmlformats.org/officeDocument/2006/relationships/customXml" Target="../ink/ink847.xml"/><Relationship Id="rId107" Type="http://schemas.openxmlformats.org/officeDocument/2006/relationships/customXml" Target="../ink/ink777.xml"/><Relationship Id="rId289" Type="http://schemas.openxmlformats.org/officeDocument/2006/relationships/customXml" Target="../ink/ink868.xml"/><Relationship Id="rId11" Type="http://schemas.openxmlformats.org/officeDocument/2006/relationships/customXml" Target="../ink/ink729.xml"/><Relationship Id="rId53" Type="http://schemas.openxmlformats.org/officeDocument/2006/relationships/customXml" Target="../ink/ink750.xml"/><Relationship Id="rId149" Type="http://schemas.openxmlformats.org/officeDocument/2006/relationships/customXml" Target="../ink/ink798.xml"/><Relationship Id="rId314" Type="http://schemas.openxmlformats.org/officeDocument/2006/relationships/image" Target="../media/image804.png"/><Relationship Id="rId95" Type="http://schemas.openxmlformats.org/officeDocument/2006/relationships/customXml" Target="../ink/ink771.xml"/><Relationship Id="rId160" Type="http://schemas.openxmlformats.org/officeDocument/2006/relationships/image" Target="../media/image727.png"/><Relationship Id="rId216" Type="http://schemas.openxmlformats.org/officeDocument/2006/relationships/image" Target="../media/image755.png"/><Relationship Id="rId258" Type="http://schemas.openxmlformats.org/officeDocument/2006/relationships/image" Target="../media/image776.png"/><Relationship Id="rId22" Type="http://schemas.openxmlformats.org/officeDocument/2006/relationships/image" Target="../media/image659.png"/><Relationship Id="rId64" Type="http://schemas.openxmlformats.org/officeDocument/2006/relationships/image" Target="../media/image679.png"/><Relationship Id="rId118" Type="http://schemas.openxmlformats.org/officeDocument/2006/relationships/image" Target="../media/image706.png"/><Relationship Id="rId325" Type="http://schemas.openxmlformats.org/officeDocument/2006/relationships/customXml" Target="../ink/ink886.xml"/><Relationship Id="rId171" Type="http://schemas.openxmlformats.org/officeDocument/2006/relationships/customXml" Target="../ink/ink809.xml"/><Relationship Id="rId227" Type="http://schemas.openxmlformats.org/officeDocument/2006/relationships/customXml" Target="../ink/ink837.xml"/><Relationship Id="rId269" Type="http://schemas.openxmlformats.org/officeDocument/2006/relationships/customXml" Target="../ink/ink858.xml"/><Relationship Id="rId33" Type="http://schemas.openxmlformats.org/officeDocument/2006/relationships/customXml" Target="../ink/ink740.xml"/><Relationship Id="rId129" Type="http://schemas.openxmlformats.org/officeDocument/2006/relationships/customXml" Target="../ink/ink788.xml"/><Relationship Id="rId280" Type="http://schemas.openxmlformats.org/officeDocument/2006/relationships/image" Target="../media/image787.png"/><Relationship Id="rId75" Type="http://schemas.openxmlformats.org/officeDocument/2006/relationships/customXml" Target="../ink/ink761.xml"/><Relationship Id="rId140" Type="http://schemas.openxmlformats.org/officeDocument/2006/relationships/image" Target="../media/image717.png"/><Relationship Id="rId182" Type="http://schemas.openxmlformats.org/officeDocument/2006/relationships/image" Target="../media/image738.png"/><Relationship Id="rId6" Type="http://schemas.openxmlformats.org/officeDocument/2006/relationships/image" Target="../media/image651.png"/><Relationship Id="rId238" Type="http://schemas.openxmlformats.org/officeDocument/2006/relationships/image" Target="../media/image766.png"/><Relationship Id="rId291" Type="http://schemas.openxmlformats.org/officeDocument/2006/relationships/customXml" Target="../ink/ink869.xml"/><Relationship Id="rId305" Type="http://schemas.openxmlformats.org/officeDocument/2006/relationships/customXml" Target="../ink/ink876.xml"/><Relationship Id="rId44" Type="http://schemas.openxmlformats.org/officeDocument/2006/relationships/image" Target="../media/image670.png"/><Relationship Id="rId86" Type="http://schemas.openxmlformats.org/officeDocument/2006/relationships/image" Target="../media/image690.png"/><Relationship Id="rId151" Type="http://schemas.openxmlformats.org/officeDocument/2006/relationships/customXml" Target="../ink/ink799.xml"/><Relationship Id="rId193" Type="http://schemas.openxmlformats.org/officeDocument/2006/relationships/customXml" Target="../ink/ink820.xml"/><Relationship Id="rId207" Type="http://schemas.openxmlformats.org/officeDocument/2006/relationships/customXml" Target="../ink/ink827.xml"/><Relationship Id="rId249" Type="http://schemas.openxmlformats.org/officeDocument/2006/relationships/customXml" Target="../ink/ink848.xml"/><Relationship Id="rId13" Type="http://schemas.openxmlformats.org/officeDocument/2006/relationships/customXml" Target="../ink/ink730.xml"/><Relationship Id="rId109" Type="http://schemas.openxmlformats.org/officeDocument/2006/relationships/customXml" Target="../ink/ink778.xml"/><Relationship Id="rId260" Type="http://schemas.openxmlformats.org/officeDocument/2006/relationships/image" Target="../media/image777.png"/><Relationship Id="rId316" Type="http://schemas.openxmlformats.org/officeDocument/2006/relationships/image" Target="../media/image805.png"/><Relationship Id="rId55" Type="http://schemas.openxmlformats.org/officeDocument/2006/relationships/customXml" Target="../ink/ink751.xml"/><Relationship Id="rId97" Type="http://schemas.openxmlformats.org/officeDocument/2006/relationships/customXml" Target="../ink/ink772.xml"/><Relationship Id="rId120" Type="http://schemas.openxmlformats.org/officeDocument/2006/relationships/image" Target="../media/image707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98.xml"/><Relationship Id="rId21" Type="http://schemas.openxmlformats.org/officeDocument/2006/relationships/image" Target="../media/image8420.png"/><Relationship Id="rId42" Type="http://schemas.openxmlformats.org/officeDocument/2006/relationships/customXml" Target="../ink/ink906.xml"/><Relationship Id="rId47" Type="http://schemas.openxmlformats.org/officeDocument/2006/relationships/image" Target="../media/image8550.png"/><Relationship Id="rId63" Type="http://schemas.openxmlformats.org/officeDocument/2006/relationships/image" Target="../media/image8630.png"/><Relationship Id="rId68" Type="http://schemas.openxmlformats.org/officeDocument/2006/relationships/customXml" Target="../ink/ink919.xml"/><Relationship Id="rId84" Type="http://schemas.openxmlformats.org/officeDocument/2006/relationships/customXml" Target="../ink/ink927.xml"/><Relationship Id="rId89" Type="http://schemas.openxmlformats.org/officeDocument/2006/relationships/image" Target="../media/image8760.png"/><Relationship Id="rId16" Type="http://schemas.openxmlformats.org/officeDocument/2006/relationships/customXml" Target="../ink/ink893.xml"/><Relationship Id="rId11" Type="http://schemas.openxmlformats.org/officeDocument/2006/relationships/image" Target="../media/image8370.png"/><Relationship Id="rId32" Type="http://schemas.openxmlformats.org/officeDocument/2006/relationships/customXml" Target="../ink/ink901.xml"/><Relationship Id="rId37" Type="http://schemas.openxmlformats.org/officeDocument/2006/relationships/image" Target="../media/image8500.png"/><Relationship Id="rId53" Type="http://schemas.openxmlformats.org/officeDocument/2006/relationships/image" Target="../media/image8580.png"/><Relationship Id="rId58" Type="http://schemas.openxmlformats.org/officeDocument/2006/relationships/customXml" Target="../ink/ink914.xml"/><Relationship Id="rId74" Type="http://schemas.openxmlformats.org/officeDocument/2006/relationships/customXml" Target="../ink/ink922.xml"/><Relationship Id="rId79" Type="http://schemas.openxmlformats.org/officeDocument/2006/relationships/image" Target="../media/image8711.png"/><Relationship Id="rId5" Type="http://schemas.openxmlformats.org/officeDocument/2006/relationships/image" Target="../media/image8340.png"/><Relationship Id="rId90" Type="http://schemas.openxmlformats.org/officeDocument/2006/relationships/customXml" Target="../ink/ink930.xml"/><Relationship Id="rId95" Type="http://schemas.openxmlformats.org/officeDocument/2006/relationships/image" Target="../media/image8790.png"/><Relationship Id="rId22" Type="http://schemas.openxmlformats.org/officeDocument/2006/relationships/customXml" Target="../ink/ink896.xml"/><Relationship Id="rId27" Type="http://schemas.openxmlformats.org/officeDocument/2006/relationships/image" Target="../media/image8450.png"/><Relationship Id="rId43" Type="http://schemas.openxmlformats.org/officeDocument/2006/relationships/image" Target="../media/image8530.png"/><Relationship Id="rId48" Type="http://schemas.openxmlformats.org/officeDocument/2006/relationships/customXml" Target="../ink/ink909.xml"/><Relationship Id="rId64" Type="http://schemas.openxmlformats.org/officeDocument/2006/relationships/customXml" Target="../ink/ink917.xml"/><Relationship Id="rId69" Type="http://schemas.openxmlformats.org/officeDocument/2006/relationships/image" Target="../media/image8660.png"/><Relationship Id="rId8" Type="http://schemas.openxmlformats.org/officeDocument/2006/relationships/customXml" Target="../ink/ink889.xml"/><Relationship Id="rId51" Type="http://schemas.openxmlformats.org/officeDocument/2006/relationships/image" Target="../media/image8570.png"/><Relationship Id="rId72" Type="http://schemas.openxmlformats.org/officeDocument/2006/relationships/customXml" Target="../ink/ink921.xml"/><Relationship Id="rId80" Type="http://schemas.openxmlformats.org/officeDocument/2006/relationships/customXml" Target="../ink/ink925.xml"/><Relationship Id="rId85" Type="http://schemas.openxmlformats.org/officeDocument/2006/relationships/image" Target="../media/image8740.png"/><Relationship Id="rId93" Type="http://schemas.openxmlformats.org/officeDocument/2006/relationships/image" Target="../media/image8780.png"/><Relationship Id="rId3" Type="http://schemas.openxmlformats.org/officeDocument/2006/relationships/image" Target="../media/image474.png"/><Relationship Id="rId12" Type="http://schemas.openxmlformats.org/officeDocument/2006/relationships/customXml" Target="../ink/ink891.xml"/><Relationship Id="rId17" Type="http://schemas.openxmlformats.org/officeDocument/2006/relationships/image" Target="../media/image8400.png"/><Relationship Id="rId25" Type="http://schemas.openxmlformats.org/officeDocument/2006/relationships/image" Target="../media/image8440.png"/><Relationship Id="rId33" Type="http://schemas.openxmlformats.org/officeDocument/2006/relationships/image" Target="../media/image8480.png"/><Relationship Id="rId38" Type="http://schemas.openxmlformats.org/officeDocument/2006/relationships/customXml" Target="../ink/ink904.xml"/><Relationship Id="rId46" Type="http://schemas.openxmlformats.org/officeDocument/2006/relationships/customXml" Target="../ink/ink908.xml"/><Relationship Id="rId59" Type="http://schemas.openxmlformats.org/officeDocument/2006/relationships/image" Target="../media/image8611.png"/><Relationship Id="rId67" Type="http://schemas.openxmlformats.org/officeDocument/2006/relationships/image" Target="../media/image8650.png"/><Relationship Id="rId20" Type="http://schemas.openxmlformats.org/officeDocument/2006/relationships/customXml" Target="../ink/ink895.xml"/><Relationship Id="rId41" Type="http://schemas.openxmlformats.org/officeDocument/2006/relationships/image" Target="../media/image8520.png"/><Relationship Id="rId54" Type="http://schemas.openxmlformats.org/officeDocument/2006/relationships/customXml" Target="../ink/ink912.xml"/><Relationship Id="rId62" Type="http://schemas.openxmlformats.org/officeDocument/2006/relationships/customXml" Target="../ink/ink916.xml"/><Relationship Id="rId70" Type="http://schemas.openxmlformats.org/officeDocument/2006/relationships/customXml" Target="../ink/ink920.xml"/><Relationship Id="rId75" Type="http://schemas.openxmlformats.org/officeDocument/2006/relationships/image" Target="../media/image8690.png"/><Relationship Id="rId83" Type="http://schemas.openxmlformats.org/officeDocument/2006/relationships/image" Target="../media/image8730.png"/><Relationship Id="rId88" Type="http://schemas.openxmlformats.org/officeDocument/2006/relationships/customXml" Target="../ink/ink929.xml"/><Relationship Id="rId91" Type="http://schemas.openxmlformats.org/officeDocument/2006/relationships/image" Target="../media/image877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88.xml"/><Relationship Id="rId15" Type="http://schemas.openxmlformats.org/officeDocument/2006/relationships/image" Target="../media/image8390.png"/><Relationship Id="rId23" Type="http://schemas.openxmlformats.org/officeDocument/2006/relationships/image" Target="../media/image8430.png"/><Relationship Id="rId28" Type="http://schemas.openxmlformats.org/officeDocument/2006/relationships/customXml" Target="../ink/ink899.xml"/><Relationship Id="rId36" Type="http://schemas.openxmlformats.org/officeDocument/2006/relationships/customXml" Target="../ink/ink903.xml"/><Relationship Id="rId49" Type="http://schemas.openxmlformats.org/officeDocument/2006/relationships/image" Target="../media/image8560.png"/><Relationship Id="rId57" Type="http://schemas.openxmlformats.org/officeDocument/2006/relationships/image" Target="../media/image8600.png"/><Relationship Id="rId10" Type="http://schemas.openxmlformats.org/officeDocument/2006/relationships/customXml" Target="../ink/ink890.xml"/><Relationship Id="rId31" Type="http://schemas.openxmlformats.org/officeDocument/2006/relationships/image" Target="../media/image8470.png"/><Relationship Id="rId44" Type="http://schemas.openxmlformats.org/officeDocument/2006/relationships/customXml" Target="../ink/ink907.xml"/><Relationship Id="rId52" Type="http://schemas.openxmlformats.org/officeDocument/2006/relationships/customXml" Target="../ink/ink911.xml"/><Relationship Id="rId60" Type="http://schemas.openxmlformats.org/officeDocument/2006/relationships/customXml" Target="../ink/ink915.xml"/><Relationship Id="rId65" Type="http://schemas.openxmlformats.org/officeDocument/2006/relationships/image" Target="../media/image8640.png"/><Relationship Id="rId73" Type="http://schemas.openxmlformats.org/officeDocument/2006/relationships/image" Target="../media/image8680.png"/><Relationship Id="rId78" Type="http://schemas.openxmlformats.org/officeDocument/2006/relationships/customXml" Target="../ink/ink924.xml"/><Relationship Id="rId81" Type="http://schemas.openxmlformats.org/officeDocument/2006/relationships/image" Target="../media/image8720.png"/><Relationship Id="rId86" Type="http://schemas.openxmlformats.org/officeDocument/2006/relationships/customXml" Target="../ink/ink928.xml"/><Relationship Id="rId94" Type="http://schemas.openxmlformats.org/officeDocument/2006/relationships/customXml" Target="../ink/ink932.xml"/><Relationship Id="rId4" Type="http://schemas.openxmlformats.org/officeDocument/2006/relationships/customXml" Target="../ink/ink887.xml"/><Relationship Id="rId9" Type="http://schemas.openxmlformats.org/officeDocument/2006/relationships/image" Target="../media/image8360.png"/><Relationship Id="rId13" Type="http://schemas.openxmlformats.org/officeDocument/2006/relationships/image" Target="../media/image8380.png"/><Relationship Id="rId18" Type="http://schemas.openxmlformats.org/officeDocument/2006/relationships/customXml" Target="../ink/ink894.xml"/><Relationship Id="rId39" Type="http://schemas.openxmlformats.org/officeDocument/2006/relationships/image" Target="../media/image8511.png"/><Relationship Id="rId34" Type="http://schemas.openxmlformats.org/officeDocument/2006/relationships/customXml" Target="../ink/ink902.xml"/><Relationship Id="rId50" Type="http://schemas.openxmlformats.org/officeDocument/2006/relationships/customXml" Target="../ink/ink910.xml"/><Relationship Id="rId55" Type="http://schemas.openxmlformats.org/officeDocument/2006/relationships/image" Target="../media/image8590.png"/><Relationship Id="rId76" Type="http://schemas.openxmlformats.org/officeDocument/2006/relationships/customXml" Target="../ink/ink923.xml"/><Relationship Id="rId7" Type="http://schemas.openxmlformats.org/officeDocument/2006/relationships/image" Target="../media/image8350.png"/><Relationship Id="rId71" Type="http://schemas.openxmlformats.org/officeDocument/2006/relationships/image" Target="../media/image8670.png"/><Relationship Id="rId92" Type="http://schemas.openxmlformats.org/officeDocument/2006/relationships/customXml" Target="../ink/ink931.xml"/><Relationship Id="rId2" Type="http://schemas.openxmlformats.org/officeDocument/2006/relationships/image" Target="../media/image811.png"/><Relationship Id="rId29" Type="http://schemas.openxmlformats.org/officeDocument/2006/relationships/image" Target="../media/image8460.png"/><Relationship Id="rId24" Type="http://schemas.openxmlformats.org/officeDocument/2006/relationships/customXml" Target="../ink/ink897.xml"/><Relationship Id="rId40" Type="http://schemas.openxmlformats.org/officeDocument/2006/relationships/customXml" Target="../ink/ink905.xml"/><Relationship Id="rId45" Type="http://schemas.openxmlformats.org/officeDocument/2006/relationships/image" Target="../media/image8540.png"/><Relationship Id="rId66" Type="http://schemas.openxmlformats.org/officeDocument/2006/relationships/customXml" Target="../ink/ink918.xml"/><Relationship Id="rId87" Type="http://schemas.openxmlformats.org/officeDocument/2006/relationships/image" Target="../media/image8750.png"/><Relationship Id="rId61" Type="http://schemas.openxmlformats.org/officeDocument/2006/relationships/image" Target="../media/image8620.png"/><Relationship Id="rId82" Type="http://schemas.openxmlformats.org/officeDocument/2006/relationships/customXml" Target="../ink/ink926.xml"/><Relationship Id="rId19" Type="http://schemas.openxmlformats.org/officeDocument/2006/relationships/image" Target="../media/image8411.png"/><Relationship Id="rId14" Type="http://schemas.openxmlformats.org/officeDocument/2006/relationships/customXml" Target="../ink/ink892.xml"/><Relationship Id="rId30" Type="http://schemas.openxmlformats.org/officeDocument/2006/relationships/customXml" Target="../ink/ink900.xml"/><Relationship Id="rId35" Type="http://schemas.openxmlformats.org/officeDocument/2006/relationships/image" Target="../media/image8490.png"/><Relationship Id="rId56" Type="http://schemas.openxmlformats.org/officeDocument/2006/relationships/customXml" Target="../ink/ink913.xml"/><Relationship Id="rId77" Type="http://schemas.openxmlformats.org/officeDocument/2006/relationships/image" Target="../media/image8700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70.png"/><Relationship Id="rId21" Type="http://schemas.openxmlformats.org/officeDocument/2006/relationships/image" Target="../media/image8890.png"/><Relationship Id="rId63" Type="http://schemas.openxmlformats.org/officeDocument/2006/relationships/image" Target="../media/image9100.png"/><Relationship Id="rId159" Type="http://schemas.openxmlformats.org/officeDocument/2006/relationships/image" Target="../media/image9580.png"/><Relationship Id="rId170" Type="http://schemas.openxmlformats.org/officeDocument/2006/relationships/customXml" Target="../ink/ink1016.xml"/><Relationship Id="rId226" Type="http://schemas.openxmlformats.org/officeDocument/2006/relationships/customXml" Target="../ink/ink1044.xml"/><Relationship Id="rId268" Type="http://schemas.openxmlformats.org/officeDocument/2006/relationships/customXml" Target="../ink/ink1065.xml"/><Relationship Id="rId32" Type="http://schemas.openxmlformats.org/officeDocument/2006/relationships/customXml" Target="../ink/ink947.xml"/><Relationship Id="rId74" Type="http://schemas.openxmlformats.org/officeDocument/2006/relationships/customXml" Target="../ink/ink968.xml"/><Relationship Id="rId128" Type="http://schemas.openxmlformats.org/officeDocument/2006/relationships/customXml" Target="../ink/ink995.xml"/><Relationship Id="rId5" Type="http://schemas.openxmlformats.org/officeDocument/2006/relationships/image" Target="../media/image8811.png"/><Relationship Id="rId181" Type="http://schemas.openxmlformats.org/officeDocument/2006/relationships/image" Target="../media/image969.png"/><Relationship Id="rId237" Type="http://schemas.openxmlformats.org/officeDocument/2006/relationships/image" Target="../media/image997.png"/><Relationship Id="rId279" Type="http://schemas.openxmlformats.org/officeDocument/2006/relationships/image" Target="../media/image1018.png"/><Relationship Id="rId22" Type="http://schemas.openxmlformats.org/officeDocument/2006/relationships/customXml" Target="../ink/ink942.xml"/><Relationship Id="rId43" Type="http://schemas.openxmlformats.org/officeDocument/2006/relationships/image" Target="../media/image9000.png"/><Relationship Id="rId64" Type="http://schemas.openxmlformats.org/officeDocument/2006/relationships/customXml" Target="../ink/ink963.xml"/><Relationship Id="rId118" Type="http://schemas.openxmlformats.org/officeDocument/2006/relationships/customXml" Target="../ink/ink990.xml"/><Relationship Id="rId139" Type="http://schemas.openxmlformats.org/officeDocument/2006/relationships/image" Target="../media/image9480.png"/><Relationship Id="rId85" Type="http://schemas.openxmlformats.org/officeDocument/2006/relationships/image" Target="../media/image9211.png"/><Relationship Id="rId150" Type="http://schemas.openxmlformats.org/officeDocument/2006/relationships/customXml" Target="../ink/ink1006.xml"/><Relationship Id="rId171" Type="http://schemas.openxmlformats.org/officeDocument/2006/relationships/image" Target="../media/image964.png"/><Relationship Id="rId192" Type="http://schemas.openxmlformats.org/officeDocument/2006/relationships/customXml" Target="../ink/ink1027.xml"/><Relationship Id="rId206" Type="http://schemas.openxmlformats.org/officeDocument/2006/relationships/customXml" Target="../ink/ink1034.xml"/><Relationship Id="rId227" Type="http://schemas.openxmlformats.org/officeDocument/2006/relationships/image" Target="../media/image992.png"/><Relationship Id="rId248" Type="http://schemas.openxmlformats.org/officeDocument/2006/relationships/customXml" Target="../ink/ink1055.xml"/><Relationship Id="rId269" Type="http://schemas.openxmlformats.org/officeDocument/2006/relationships/image" Target="../media/image1013.png"/><Relationship Id="rId12" Type="http://schemas.openxmlformats.org/officeDocument/2006/relationships/customXml" Target="../ink/ink937.xml"/><Relationship Id="rId33" Type="http://schemas.openxmlformats.org/officeDocument/2006/relationships/image" Target="../media/image8950.png"/><Relationship Id="rId108" Type="http://schemas.openxmlformats.org/officeDocument/2006/relationships/customXml" Target="../ink/ink985.xml"/><Relationship Id="rId129" Type="http://schemas.openxmlformats.org/officeDocument/2006/relationships/image" Target="../media/image9430.png"/><Relationship Id="rId280" Type="http://schemas.openxmlformats.org/officeDocument/2006/relationships/customXml" Target="../ink/ink1071.xml"/><Relationship Id="rId54" Type="http://schemas.openxmlformats.org/officeDocument/2006/relationships/customXml" Target="../ink/ink958.xml"/><Relationship Id="rId75" Type="http://schemas.openxmlformats.org/officeDocument/2006/relationships/image" Target="../media/image9160.png"/><Relationship Id="rId96" Type="http://schemas.openxmlformats.org/officeDocument/2006/relationships/customXml" Target="../ink/ink979.xml"/><Relationship Id="rId140" Type="http://schemas.openxmlformats.org/officeDocument/2006/relationships/customXml" Target="../ink/ink1001.xml"/><Relationship Id="rId161" Type="http://schemas.openxmlformats.org/officeDocument/2006/relationships/image" Target="../media/image9590.png"/><Relationship Id="rId182" Type="http://schemas.openxmlformats.org/officeDocument/2006/relationships/customXml" Target="../ink/ink1022.xml"/><Relationship Id="rId217" Type="http://schemas.openxmlformats.org/officeDocument/2006/relationships/image" Target="../media/image987.png"/><Relationship Id="rId6" Type="http://schemas.openxmlformats.org/officeDocument/2006/relationships/customXml" Target="../ink/ink934.xml"/><Relationship Id="rId238" Type="http://schemas.openxmlformats.org/officeDocument/2006/relationships/customXml" Target="../ink/ink1050.xml"/><Relationship Id="rId259" Type="http://schemas.openxmlformats.org/officeDocument/2006/relationships/image" Target="../media/image1008.png"/><Relationship Id="rId23" Type="http://schemas.openxmlformats.org/officeDocument/2006/relationships/image" Target="../media/image8900.png"/><Relationship Id="rId119" Type="http://schemas.openxmlformats.org/officeDocument/2006/relationships/image" Target="../media/image9380.png"/><Relationship Id="rId270" Type="http://schemas.openxmlformats.org/officeDocument/2006/relationships/customXml" Target="../ink/ink1066.xml"/><Relationship Id="rId44" Type="http://schemas.openxmlformats.org/officeDocument/2006/relationships/customXml" Target="../ink/ink953.xml"/><Relationship Id="rId65" Type="http://schemas.openxmlformats.org/officeDocument/2006/relationships/image" Target="../media/image9111.png"/><Relationship Id="rId86" Type="http://schemas.openxmlformats.org/officeDocument/2006/relationships/customXml" Target="../ink/ink974.xml"/><Relationship Id="rId130" Type="http://schemas.openxmlformats.org/officeDocument/2006/relationships/customXml" Target="../ink/ink996.xml"/><Relationship Id="rId151" Type="http://schemas.openxmlformats.org/officeDocument/2006/relationships/image" Target="../media/image9540.png"/><Relationship Id="rId172" Type="http://schemas.openxmlformats.org/officeDocument/2006/relationships/customXml" Target="../ink/ink1017.xml"/><Relationship Id="rId193" Type="http://schemas.openxmlformats.org/officeDocument/2006/relationships/image" Target="../media/image975.png"/><Relationship Id="rId207" Type="http://schemas.openxmlformats.org/officeDocument/2006/relationships/image" Target="../media/image982.png"/><Relationship Id="rId228" Type="http://schemas.openxmlformats.org/officeDocument/2006/relationships/customXml" Target="../ink/ink1045.xml"/><Relationship Id="rId249" Type="http://schemas.openxmlformats.org/officeDocument/2006/relationships/image" Target="../media/image1003.png"/><Relationship Id="rId13" Type="http://schemas.openxmlformats.org/officeDocument/2006/relationships/image" Target="../media/image8850.png"/><Relationship Id="rId109" Type="http://schemas.openxmlformats.org/officeDocument/2006/relationships/image" Target="../media/image9330.png"/><Relationship Id="rId260" Type="http://schemas.openxmlformats.org/officeDocument/2006/relationships/customXml" Target="../ink/ink1061.xml"/><Relationship Id="rId281" Type="http://schemas.openxmlformats.org/officeDocument/2006/relationships/image" Target="../media/image1019.png"/><Relationship Id="rId34" Type="http://schemas.openxmlformats.org/officeDocument/2006/relationships/customXml" Target="../ink/ink948.xml"/><Relationship Id="rId55" Type="http://schemas.openxmlformats.org/officeDocument/2006/relationships/image" Target="../media/image9060.png"/><Relationship Id="rId76" Type="http://schemas.openxmlformats.org/officeDocument/2006/relationships/customXml" Target="../ink/ink969.xml"/><Relationship Id="rId97" Type="http://schemas.openxmlformats.org/officeDocument/2006/relationships/image" Target="../media/image9270.png"/><Relationship Id="rId120" Type="http://schemas.openxmlformats.org/officeDocument/2006/relationships/customXml" Target="../ink/ink991.xml"/><Relationship Id="rId141" Type="http://schemas.openxmlformats.org/officeDocument/2006/relationships/image" Target="../media/image9490.png"/><Relationship Id="rId7" Type="http://schemas.openxmlformats.org/officeDocument/2006/relationships/image" Target="../media/image8820.png"/><Relationship Id="rId162" Type="http://schemas.openxmlformats.org/officeDocument/2006/relationships/customXml" Target="../ink/ink1012.xml"/><Relationship Id="rId183" Type="http://schemas.openxmlformats.org/officeDocument/2006/relationships/image" Target="../media/image970.png"/><Relationship Id="rId218" Type="http://schemas.openxmlformats.org/officeDocument/2006/relationships/customXml" Target="../ink/ink1040.xml"/><Relationship Id="rId239" Type="http://schemas.openxmlformats.org/officeDocument/2006/relationships/image" Target="../media/image998.png"/><Relationship Id="rId250" Type="http://schemas.openxmlformats.org/officeDocument/2006/relationships/customXml" Target="../ink/ink1056.xml"/><Relationship Id="rId271" Type="http://schemas.openxmlformats.org/officeDocument/2006/relationships/image" Target="../media/image1014.png"/><Relationship Id="rId24" Type="http://schemas.openxmlformats.org/officeDocument/2006/relationships/customXml" Target="../ink/ink943.xml"/><Relationship Id="rId45" Type="http://schemas.openxmlformats.org/officeDocument/2006/relationships/image" Target="../media/image9011.png"/><Relationship Id="rId66" Type="http://schemas.openxmlformats.org/officeDocument/2006/relationships/customXml" Target="../ink/ink964.xml"/><Relationship Id="rId87" Type="http://schemas.openxmlformats.org/officeDocument/2006/relationships/image" Target="../media/image9220.png"/><Relationship Id="rId110" Type="http://schemas.openxmlformats.org/officeDocument/2006/relationships/customXml" Target="../ink/ink986.xml"/><Relationship Id="rId131" Type="http://schemas.openxmlformats.org/officeDocument/2006/relationships/image" Target="../media/image9440.png"/><Relationship Id="rId152" Type="http://schemas.openxmlformats.org/officeDocument/2006/relationships/customXml" Target="../ink/ink1007.xml"/><Relationship Id="rId173" Type="http://schemas.openxmlformats.org/officeDocument/2006/relationships/image" Target="../media/image965.png"/><Relationship Id="rId194" Type="http://schemas.openxmlformats.org/officeDocument/2006/relationships/customXml" Target="../ink/ink1028.xml"/><Relationship Id="rId208" Type="http://schemas.openxmlformats.org/officeDocument/2006/relationships/customXml" Target="../ink/ink1035.xml"/><Relationship Id="rId229" Type="http://schemas.openxmlformats.org/officeDocument/2006/relationships/image" Target="../media/image993.png"/><Relationship Id="rId240" Type="http://schemas.openxmlformats.org/officeDocument/2006/relationships/customXml" Target="../ink/ink1051.xml"/><Relationship Id="rId261" Type="http://schemas.openxmlformats.org/officeDocument/2006/relationships/image" Target="../media/image1009.png"/><Relationship Id="rId14" Type="http://schemas.openxmlformats.org/officeDocument/2006/relationships/customXml" Target="../ink/ink938.xml"/><Relationship Id="rId35" Type="http://schemas.openxmlformats.org/officeDocument/2006/relationships/image" Target="../media/image8960.png"/><Relationship Id="rId56" Type="http://schemas.openxmlformats.org/officeDocument/2006/relationships/customXml" Target="../ink/ink959.xml"/><Relationship Id="rId77" Type="http://schemas.openxmlformats.org/officeDocument/2006/relationships/image" Target="../media/image9170.png"/><Relationship Id="rId100" Type="http://schemas.openxmlformats.org/officeDocument/2006/relationships/customXml" Target="../ink/ink981.xml"/><Relationship Id="rId282" Type="http://schemas.openxmlformats.org/officeDocument/2006/relationships/customXml" Target="../ink/ink1072.xml"/><Relationship Id="rId8" Type="http://schemas.openxmlformats.org/officeDocument/2006/relationships/customXml" Target="../ink/ink935.xml"/><Relationship Id="rId98" Type="http://schemas.openxmlformats.org/officeDocument/2006/relationships/customXml" Target="../ink/ink980.xml"/><Relationship Id="rId121" Type="http://schemas.openxmlformats.org/officeDocument/2006/relationships/image" Target="../media/image9390.png"/><Relationship Id="rId142" Type="http://schemas.openxmlformats.org/officeDocument/2006/relationships/customXml" Target="../ink/ink1002.xml"/><Relationship Id="rId163" Type="http://schemas.openxmlformats.org/officeDocument/2006/relationships/image" Target="../media/image9600.png"/><Relationship Id="rId184" Type="http://schemas.openxmlformats.org/officeDocument/2006/relationships/customXml" Target="../ink/ink1023.xml"/><Relationship Id="rId219" Type="http://schemas.openxmlformats.org/officeDocument/2006/relationships/image" Target="../media/image988.png"/><Relationship Id="rId230" Type="http://schemas.openxmlformats.org/officeDocument/2006/relationships/customXml" Target="../ink/ink1046.xml"/><Relationship Id="rId251" Type="http://schemas.openxmlformats.org/officeDocument/2006/relationships/image" Target="../media/image1004.png"/><Relationship Id="rId25" Type="http://schemas.openxmlformats.org/officeDocument/2006/relationships/image" Target="../media/image8911.png"/><Relationship Id="rId46" Type="http://schemas.openxmlformats.org/officeDocument/2006/relationships/customXml" Target="../ink/ink954.xml"/><Relationship Id="rId67" Type="http://schemas.openxmlformats.org/officeDocument/2006/relationships/image" Target="../media/image9120.png"/><Relationship Id="rId272" Type="http://schemas.openxmlformats.org/officeDocument/2006/relationships/customXml" Target="../ink/ink1067.xml"/><Relationship Id="rId88" Type="http://schemas.openxmlformats.org/officeDocument/2006/relationships/customXml" Target="../ink/ink975.xml"/><Relationship Id="rId111" Type="http://schemas.openxmlformats.org/officeDocument/2006/relationships/image" Target="../media/image9340.png"/><Relationship Id="rId132" Type="http://schemas.openxmlformats.org/officeDocument/2006/relationships/customXml" Target="../ink/ink997.xml"/><Relationship Id="rId153" Type="http://schemas.openxmlformats.org/officeDocument/2006/relationships/image" Target="../media/image9550.png"/><Relationship Id="rId174" Type="http://schemas.openxmlformats.org/officeDocument/2006/relationships/customXml" Target="../ink/ink1018.xml"/><Relationship Id="rId195" Type="http://schemas.openxmlformats.org/officeDocument/2006/relationships/image" Target="../media/image976.png"/><Relationship Id="rId209" Type="http://schemas.openxmlformats.org/officeDocument/2006/relationships/image" Target="../media/image983.png"/><Relationship Id="rId220" Type="http://schemas.openxmlformats.org/officeDocument/2006/relationships/customXml" Target="../ink/ink1041.xml"/><Relationship Id="rId241" Type="http://schemas.openxmlformats.org/officeDocument/2006/relationships/image" Target="../media/image999.png"/><Relationship Id="rId15" Type="http://schemas.openxmlformats.org/officeDocument/2006/relationships/image" Target="../media/image8860.png"/><Relationship Id="rId36" Type="http://schemas.openxmlformats.org/officeDocument/2006/relationships/customXml" Target="../ink/ink949.xml"/><Relationship Id="rId57" Type="http://schemas.openxmlformats.org/officeDocument/2006/relationships/image" Target="../media/image9070.png"/><Relationship Id="rId262" Type="http://schemas.openxmlformats.org/officeDocument/2006/relationships/customXml" Target="../ink/ink1062.xml"/><Relationship Id="rId283" Type="http://schemas.openxmlformats.org/officeDocument/2006/relationships/image" Target="../media/image1020.png"/><Relationship Id="rId78" Type="http://schemas.openxmlformats.org/officeDocument/2006/relationships/customXml" Target="../ink/ink970.xml"/><Relationship Id="rId99" Type="http://schemas.openxmlformats.org/officeDocument/2006/relationships/image" Target="../media/image9280.png"/><Relationship Id="rId101" Type="http://schemas.openxmlformats.org/officeDocument/2006/relationships/image" Target="../media/image9290.png"/><Relationship Id="rId122" Type="http://schemas.openxmlformats.org/officeDocument/2006/relationships/customXml" Target="../ink/ink992.xml"/><Relationship Id="rId143" Type="http://schemas.openxmlformats.org/officeDocument/2006/relationships/image" Target="../media/image9500.png"/><Relationship Id="rId164" Type="http://schemas.openxmlformats.org/officeDocument/2006/relationships/customXml" Target="../ink/ink1013.xml"/><Relationship Id="rId185" Type="http://schemas.openxmlformats.org/officeDocument/2006/relationships/image" Target="../media/image971.png"/><Relationship Id="rId9" Type="http://schemas.openxmlformats.org/officeDocument/2006/relationships/image" Target="../media/image8830.png"/><Relationship Id="rId210" Type="http://schemas.openxmlformats.org/officeDocument/2006/relationships/customXml" Target="../ink/ink1036.xml"/><Relationship Id="rId26" Type="http://schemas.openxmlformats.org/officeDocument/2006/relationships/customXml" Target="../ink/ink944.xml"/><Relationship Id="rId231" Type="http://schemas.openxmlformats.org/officeDocument/2006/relationships/image" Target="../media/image994.png"/><Relationship Id="rId252" Type="http://schemas.openxmlformats.org/officeDocument/2006/relationships/customXml" Target="../ink/ink1057.xml"/><Relationship Id="rId273" Type="http://schemas.openxmlformats.org/officeDocument/2006/relationships/image" Target="../media/image1015.png"/><Relationship Id="rId47" Type="http://schemas.openxmlformats.org/officeDocument/2006/relationships/image" Target="../media/image9020.png"/><Relationship Id="rId68" Type="http://schemas.openxmlformats.org/officeDocument/2006/relationships/customXml" Target="../ink/ink965.xml"/><Relationship Id="rId89" Type="http://schemas.openxmlformats.org/officeDocument/2006/relationships/image" Target="../media/image9230.png"/><Relationship Id="rId112" Type="http://schemas.openxmlformats.org/officeDocument/2006/relationships/customXml" Target="../ink/ink987.xml"/><Relationship Id="rId133" Type="http://schemas.openxmlformats.org/officeDocument/2006/relationships/image" Target="../media/image9450.png"/><Relationship Id="rId154" Type="http://schemas.openxmlformats.org/officeDocument/2006/relationships/customXml" Target="../ink/ink1008.xml"/><Relationship Id="rId175" Type="http://schemas.openxmlformats.org/officeDocument/2006/relationships/image" Target="../media/image966.png"/><Relationship Id="rId196" Type="http://schemas.openxmlformats.org/officeDocument/2006/relationships/customXml" Target="../ink/ink1029.xml"/><Relationship Id="rId200" Type="http://schemas.openxmlformats.org/officeDocument/2006/relationships/customXml" Target="../ink/ink1031.xml"/><Relationship Id="rId16" Type="http://schemas.openxmlformats.org/officeDocument/2006/relationships/customXml" Target="../ink/ink939.xml"/><Relationship Id="rId221" Type="http://schemas.openxmlformats.org/officeDocument/2006/relationships/image" Target="../media/image989.png"/><Relationship Id="rId242" Type="http://schemas.openxmlformats.org/officeDocument/2006/relationships/customXml" Target="../ink/ink1052.xml"/><Relationship Id="rId263" Type="http://schemas.openxmlformats.org/officeDocument/2006/relationships/image" Target="../media/image1010.png"/><Relationship Id="rId37" Type="http://schemas.openxmlformats.org/officeDocument/2006/relationships/image" Target="../media/image8970.png"/><Relationship Id="rId58" Type="http://schemas.openxmlformats.org/officeDocument/2006/relationships/customXml" Target="../ink/ink960.xml"/><Relationship Id="rId79" Type="http://schemas.openxmlformats.org/officeDocument/2006/relationships/image" Target="../media/image9180.png"/><Relationship Id="rId102" Type="http://schemas.openxmlformats.org/officeDocument/2006/relationships/customXml" Target="../ink/ink982.xml"/><Relationship Id="rId123" Type="http://schemas.openxmlformats.org/officeDocument/2006/relationships/image" Target="../media/image9400.png"/><Relationship Id="rId144" Type="http://schemas.openxmlformats.org/officeDocument/2006/relationships/customXml" Target="../ink/ink1003.xml"/><Relationship Id="rId90" Type="http://schemas.openxmlformats.org/officeDocument/2006/relationships/customXml" Target="../ink/ink976.xml"/><Relationship Id="rId165" Type="http://schemas.openxmlformats.org/officeDocument/2006/relationships/image" Target="../media/image9611.png"/><Relationship Id="rId186" Type="http://schemas.openxmlformats.org/officeDocument/2006/relationships/customXml" Target="../ink/ink1024.xml"/><Relationship Id="rId211" Type="http://schemas.openxmlformats.org/officeDocument/2006/relationships/image" Target="../media/image984.png"/><Relationship Id="rId232" Type="http://schemas.openxmlformats.org/officeDocument/2006/relationships/customXml" Target="../ink/ink1047.xml"/><Relationship Id="rId253" Type="http://schemas.openxmlformats.org/officeDocument/2006/relationships/image" Target="../media/image1005.png"/><Relationship Id="rId274" Type="http://schemas.openxmlformats.org/officeDocument/2006/relationships/customXml" Target="../ink/ink1068.xml"/><Relationship Id="rId27" Type="http://schemas.openxmlformats.org/officeDocument/2006/relationships/image" Target="../media/image8920.png"/><Relationship Id="rId48" Type="http://schemas.openxmlformats.org/officeDocument/2006/relationships/customXml" Target="../ink/ink955.xml"/><Relationship Id="rId69" Type="http://schemas.openxmlformats.org/officeDocument/2006/relationships/image" Target="../media/image9130.png"/><Relationship Id="rId113" Type="http://schemas.openxmlformats.org/officeDocument/2006/relationships/image" Target="../media/image9350.png"/><Relationship Id="rId134" Type="http://schemas.openxmlformats.org/officeDocument/2006/relationships/customXml" Target="../ink/ink998.xml"/><Relationship Id="rId80" Type="http://schemas.openxmlformats.org/officeDocument/2006/relationships/customXml" Target="../ink/ink971.xml"/><Relationship Id="rId155" Type="http://schemas.openxmlformats.org/officeDocument/2006/relationships/image" Target="../media/image9560.png"/><Relationship Id="rId176" Type="http://schemas.openxmlformats.org/officeDocument/2006/relationships/customXml" Target="../ink/ink1019.xml"/><Relationship Id="rId197" Type="http://schemas.openxmlformats.org/officeDocument/2006/relationships/image" Target="../media/image977.png"/><Relationship Id="rId201" Type="http://schemas.openxmlformats.org/officeDocument/2006/relationships/image" Target="../media/image979.png"/><Relationship Id="rId222" Type="http://schemas.openxmlformats.org/officeDocument/2006/relationships/customXml" Target="../ink/ink1042.xml"/><Relationship Id="rId243" Type="http://schemas.openxmlformats.org/officeDocument/2006/relationships/image" Target="../media/image1000.png"/><Relationship Id="rId264" Type="http://schemas.openxmlformats.org/officeDocument/2006/relationships/customXml" Target="../ink/ink1063.xml"/><Relationship Id="rId17" Type="http://schemas.openxmlformats.org/officeDocument/2006/relationships/image" Target="../media/image8870.png"/><Relationship Id="rId38" Type="http://schemas.openxmlformats.org/officeDocument/2006/relationships/customXml" Target="../ink/ink950.xml"/><Relationship Id="rId59" Type="http://schemas.openxmlformats.org/officeDocument/2006/relationships/image" Target="../media/image9080.png"/><Relationship Id="rId103" Type="http://schemas.openxmlformats.org/officeDocument/2006/relationships/image" Target="../media/image9300.png"/><Relationship Id="rId124" Type="http://schemas.openxmlformats.org/officeDocument/2006/relationships/customXml" Target="../ink/ink993.xml"/><Relationship Id="rId70" Type="http://schemas.openxmlformats.org/officeDocument/2006/relationships/customXml" Target="../ink/ink966.xml"/><Relationship Id="rId91" Type="http://schemas.openxmlformats.org/officeDocument/2006/relationships/image" Target="../media/image9240.png"/><Relationship Id="rId145" Type="http://schemas.openxmlformats.org/officeDocument/2006/relationships/image" Target="../media/image9511.png"/><Relationship Id="rId166" Type="http://schemas.openxmlformats.org/officeDocument/2006/relationships/customXml" Target="../ink/ink1014.xml"/><Relationship Id="rId187" Type="http://schemas.openxmlformats.org/officeDocument/2006/relationships/image" Target="../media/image97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37.xml"/><Relationship Id="rId233" Type="http://schemas.openxmlformats.org/officeDocument/2006/relationships/image" Target="../media/image995.png"/><Relationship Id="rId254" Type="http://schemas.openxmlformats.org/officeDocument/2006/relationships/customXml" Target="../ink/ink1058.xml"/><Relationship Id="rId28" Type="http://schemas.openxmlformats.org/officeDocument/2006/relationships/customXml" Target="../ink/ink945.xml"/><Relationship Id="rId49" Type="http://schemas.openxmlformats.org/officeDocument/2006/relationships/image" Target="../media/image9030.png"/><Relationship Id="rId114" Type="http://schemas.openxmlformats.org/officeDocument/2006/relationships/customXml" Target="../ink/ink988.xml"/><Relationship Id="rId275" Type="http://schemas.openxmlformats.org/officeDocument/2006/relationships/image" Target="../media/image1016.png"/><Relationship Id="rId60" Type="http://schemas.openxmlformats.org/officeDocument/2006/relationships/customXml" Target="../ink/ink961.xml"/><Relationship Id="rId81" Type="http://schemas.openxmlformats.org/officeDocument/2006/relationships/image" Target="../media/image9190.png"/><Relationship Id="rId135" Type="http://schemas.openxmlformats.org/officeDocument/2006/relationships/image" Target="../media/image9460.png"/><Relationship Id="rId156" Type="http://schemas.openxmlformats.org/officeDocument/2006/relationships/customXml" Target="../ink/ink1009.xml"/><Relationship Id="rId177" Type="http://schemas.openxmlformats.org/officeDocument/2006/relationships/image" Target="../media/image967.png"/><Relationship Id="rId198" Type="http://schemas.openxmlformats.org/officeDocument/2006/relationships/customXml" Target="../ink/ink1030.xml"/><Relationship Id="rId202" Type="http://schemas.openxmlformats.org/officeDocument/2006/relationships/customXml" Target="../ink/ink1032.xml"/><Relationship Id="rId223" Type="http://schemas.openxmlformats.org/officeDocument/2006/relationships/image" Target="../media/image990.png"/><Relationship Id="rId244" Type="http://schemas.openxmlformats.org/officeDocument/2006/relationships/customXml" Target="../ink/ink1053.xml"/><Relationship Id="rId18" Type="http://schemas.openxmlformats.org/officeDocument/2006/relationships/customXml" Target="../ink/ink940.xml"/><Relationship Id="rId39" Type="http://schemas.openxmlformats.org/officeDocument/2006/relationships/image" Target="../media/image8980.png"/><Relationship Id="rId265" Type="http://schemas.openxmlformats.org/officeDocument/2006/relationships/image" Target="../media/image1011.png"/><Relationship Id="rId50" Type="http://schemas.openxmlformats.org/officeDocument/2006/relationships/customXml" Target="../ink/ink956.xml"/><Relationship Id="rId104" Type="http://schemas.openxmlformats.org/officeDocument/2006/relationships/customXml" Target="../ink/ink983.xml"/><Relationship Id="rId125" Type="http://schemas.openxmlformats.org/officeDocument/2006/relationships/image" Target="../media/image9411.png"/><Relationship Id="rId146" Type="http://schemas.openxmlformats.org/officeDocument/2006/relationships/customXml" Target="../ink/ink1004.xml"/><Relationship Id="rId167" Type="http://schemas.openxmlformats.org/officeDocument/2006/relationships/image" Target="../media/image962.png"/><Relationship Id="rId188" Type="http://schemas.openxmlformats.org/officeDocument/2006/relationships/customXml" Target="../ink/ink1025.xml"/><Relationship Id="rId71" Type="http://schemas.openxmlformats.org/officeDocument/2006/relationships/image" Target="../media/image9140.png"/><Relationship Id="rId92" Type="http://schemas.openxmlformats.org/officeDocument/2006/relationships/customXml" Target="../ink/ink977.xml"/><Relationship Id="rId213" Type="http://schemas.openxmlformats.org/officeDocument/2006/relationships/image" Target="../media/image985.png"/><Relationship Id="rId234" Type="http://schemas.openxmlformats.org/officeDocument/2006/relationships/customXml" Target="../ink/ink1048.xml"/><Relationship Id="rId2" Type="http://schemas.openxmlformats.org/officeDocument/2006/relationships/image" Target="../media/image812.png"/><Relationship Id="rId29" Type="http://schemas.openxmlformats.org/officeDocument/2006/relationships/image" Target="../media/image8930.png"/><Relationship Id="rId255" Type="http://schemas.openxmlformats.org/officeDocument/2006/relationships/image" Target="../media/image1006.png"/><Relationship Id="rId276" Type="http://schemas.openxmlformats.org/officeDocument/2006/relationships/customXml" Target="../ink/ink1069.xml"/><Relationship Id="rId40" Type="http://schemas.openxmlformats.org/officeDocument/2006/relationships/customXml" Target="../ink/ink951.xml"/><Relationship Id="rId115" Type="http://schemas.openxmlformats.org/officeDocument/2006/relationships/image" Target="../media/image9360.png"/><Relationship Id="rId136" Type="http://schemas.openxmlformats.org/officeDocument/2006/relationships/customXml" Target="../ink/ink999.xml"/><Relationship Id="rId157" Type="http://schemas.openxmlformats.org/officeDocument/2006/relationships/image" Target="../media/image9570.png"/><Relationship Id="rId178" Type="http://schemas.openxmlformats.org/officeDocument/2006/relationships/customXml" Target="../ink/ink1020.xml"/><Relationship Id="rId61" Type="http://schemas.openxmlformats.org/officeDocument/2006/relationships/image" Target="../media/image9090.png"/><Relationship Id="rId82" Type="http://schemas.openxmlformats.org/officeDocument/2006/relationships/customXml" Target="../ink/ink972.xml"/><Relationship Id="rId199" Type="http://schemas.openxmlformats.org/officeDocument/2006/relationships/image" Target="../media/image978.png"/><Relationship Id="rId203" Type="http://schemas.openxmlformats.org/officeDocument/2006/relationships/image" Target="../media/image980.png"/><Relationship Id="rId19" Type="http://schemas.openxmlformats.org/officeDocument/2006/relationships/image" Target="../media/image8880.png"/><Relationship Id="rId224" Type="http://schemas.openxmlformats.org/officeDocument/2006/relationships/customXml" Target="../ink/ink1043.xml"/><Relationship Id="rId245" Type="http://schemas.openxmlformats.org/officeDocument/2006/relationships/image" Target="../media/image1001.png"/><Relationship Id="rId266" Type="http://schemas.openxmlformats.org/officeDocument/2006/relationships/customXml" Target="../ink/ink1064.xml"/><Relationship Id="rId30" Type="http://schemas.openxmlformats.org/officeDocument/2006/relationships/customXml" Target="../ink/ink946.xml"/><Relationship Id="rId105" Type="http://schemas.openxmlformats.org/officeDocument/2006/relationships/image" Target="../media/image9311.png"/><Relationship Id="rId126" Type="http://schemas.openxmlformats.org/officeDocument/2006/relationships/customXml" Target="../ink/ink994.xml"/><Relationship Id="rId147" Type="http://schemas.openxmlformats.org/officeDocument/2006/relationships/image" Target="../media/image9520.png"/><Relationship Id="rId168" Type="http://schemas.openxmlformats.org/officeDocument/2006/relationships/customXml" Target="../ink/ink1015.xml"/><Relationship Id="rId51" Type="http://schemas.openxmlformats.org/officeDocument/2006/relationships/image" Target="../media/image9040.png"/><Relationship Id="rId72" Type="http://schemas.openxmlformats.org/officeDocument/2006/relationships/customXml" Target="../ink/ink967.xml"/><Relationship Id="rId93" Type="http://schemas.openxmlformats.org/officeDocument/2006/relationships/image" Target="../media/image9250.png"/><Relationship Id="rId189" Type="http://schemas.openxmlformats.org/officeDocument/2006/relationships/image" Target="../media/image973.png"/><Relationship Id="rId3" Type="http://schemas.openxmlformats.org/officeDocument/2006/relationships/image" Target="../media/image474.png"/><Relationship Id="rId214" Type="http://schemas.openxmlformats.org/officeDocument/2006/relationships/customXml" Target="../ink/ink1038.xml"/><Relationship Id="rId235" Type="http://schemas.openxmlformats.org/officeDocument/2006/relationships/image" Target="../media/image996.png"/><Relationship Id="rId256" Type="http://schemas.openxmlformats.org/officeDocument/2006/relationships/customXml" Target="../ink/ink1059.xml"/><Relationship Id="rId277" Type="http://schemas.openxmlformats.org/officeDocument/2006/relationships/image" Target="../media/image1017.png"/><Relationship Id="rId116" Type="http://schemas.openxmlformats.org/officeDocument/2006/relationships/customXml" Target="../ink/ink989.xml"/><Relationship Id="rId137" Type="http://schemas.openxmlformats.org/officeDocument/2006/relationships/image" Target="../media/image9470.png"/><Relationship Id="rId158" Type="http://schemas.openxmlformats.org/officeDocument/2006/relationships/customXml" Target="../ink/ink1010.xml"/><Relationship Id="rId20" Type="http://schemas.openxmlformats.org/officeDocument/2006/relationships/customXml" Target="../ink/ink941.xml"/><Relationship Id="rId41" Type="http://schemas.openxmlformats.org/officeDocument/2006/relationships/image" Target="../media/image8990.png"/><Relationship Id="rId62" Type="http://schemas.openxmlformats.org/officeDocument/2006/relationships/customXml" Target="../ink/ink962.xml"/><Relationship Id="rId83" Type="http://schemas.openxmlformats.org/officeDocument/2006/relationships/image" Target="../media/image9200.png"/><Relationship Id="rId179" Type="http://schemas.openxmlformats.org/officeDocument/2006/relationships/image" Target="../media/image968.png"/><Relationship Id="rId190" Type="http://schemas.openxmlformats.org/officeDocument/2006/relationships/customXml" Target="../ink/ink1026.xml"/><Relationship Id="rId204" Type="http://schemas.openxmlformats.org/officeDocument/2006/relationships/customXml" Target="../ink/ink1033.xml"/><Relationship Id="rId225" Type="http://schemas.openxmlformats.org/officeDocument/2006/relationships/image" Target="../media/image991.png"/><Relationship Id="rId246" Type="http://schemas.openxmlformats.org/officeDocument/2006/relationships/customXml" Target="../ink/ink1054.xml"/><Relationship Id="rId267" Type="http://schemas.openxmlformats.org/officeDocument/2006/relationships/image" Target="../media/image1012.png"/><Relationship Id="rId106" Type="http://schemas.openxmlformats.org/officeDocument/2006/relationships/customXml" Target="../ink/ink984.xml"/><Relationship Id="rId127" Type="http://schemas.openxmlformats.org/officeDocument/2006/relationships/image" Target="../media/image9420.png"/><Relationship Id="rId10" Type="http://schemas.openxmlformats.org/officeDocument/2006/relationships/customXml" Target="../ink/ink936.xml"/><Relationship Id="rId31" Type="http://schemas.openxmlformats.org/officeDocument/2006/relationships/image" Target="../media/image8940.png"/><Relationship Id="rId52" Type="http://schemas.openxmlformats.org/officeDocument/2006/relationships/customXml" Target="../ink/ink957.xml"/><Relationship Id="rId73" Type="http://schemas.openxmlformats.org/officeDocument/2006/relationships/image" Target="../media/image9150.png"/><Relationship Id="rId94" Type="http://schemas.openxmlformats.org/officeDocument/2006/relationships/customXml" Target="../ink/ink978.xml"/><Relationship Id="rId148" Type="http://schemas.openxmlformats.org/officeDocument/2006/relationships/customXml" Target="../ink/ink1005.xml"/><Relationship Id="rId169" Type="http://schemas.openxmlformats.org/officeDocument/2006/relationships/image" Target="../media/image963.png"/><Relationship Id="rId4" Type="http://schemas.openxmlformats.org/officeDocument/2006/relationships/customXml" Target="../ink/ink933.xml"/><Relationship Id="rId180" Type="http://schemas.openxmlformats.org/officeDocument/2006/relationships/customXml" Target="../ink/ink1021.xml"/><Relationship Id="rId215" Type="http://schemas.openxmlformats.org/officeDocument/2006/relationships/image" Target="../media/image986.png"/><Relationship Id="rId236" Type="http://schemas.openxmlformats.org/officeDocument/2006/relationships/customXml" Target="../ink/ink1049.xml"/><Relationship Id="rId257" Type="http://schemas.openxmlformats.org/officeDocument/2006/relationships/image" Target="../media/image1007.png"/><Relationship Id="rId278" Type="http://schemas.openxmlformats.org/officeDocument/2006/relationships/customXml" Target="../ink/ink1070.xml"/><Relationship Id="rId42" Type="http://schemas.openxmlformats.org/officeDocument/2006/relationships/customXml" Target="../ink/ink952.xml"/><Relationship Id="rId84" Type="http://schemas.openxmlformats.org/officeDocument/2006/relationships/customXml" Target="../ink/ink973.xml"/><Relationship Id="rId138" Type="http://schemas.openxmlformats.org/officeDocument/2006/relationships/customXml" Target="../ink/ink1000.xml"/><Relationship Id="rId191" Type="http://schemas.openxmlformats.org/officeDocument/2006/relationships/image" Target="../media/image974.png"/><Relationship Id="rId205" Type="http://schemas.openxmlformats.org/officeDocument/2006/relationships/image" Target="../media/image981.png"/><Relationship Id="rId247" Type="http://schemas.openxmlformats.org/officeDocument/2006/relationships/image" Target="../media/image1002.png"/><Relationship Id="rId107" Type="http://schemas.openxmlformats.org/officeDocument/2006/relationships/image" Target="../media/image9320.png"/><Relationship Id="rId11" Type="http://schemas.openxmlformats.org/officeDocument/2006/relationships/image" Target="../media/image8840.png"/><Relationship Id="rId53" Type="http://schemas.openxmlformats.org/officeDocument/2006/relationships/image" Target="../media/image9050.png"/><Relationship Id="rId149" Type="http://schemas.openxmlformats.org/officeDocument/2006/relationships/image" Target="../media/image9530.png"/><Relationship Id="rId95" Type="http://schemas.openxmlformats.org/officeDocument/2006/relationships/image" Target="../media/image9260.png"/><Relationship Id="rId160" Type="http://schemas.openxmlformats.org/officeDocument/2006/relationships/customXml" Target="../ink/ink1011.xml"/><Relationship Id="rId216" Type="http://schemas.openxmlformats.org/officeDocument/2006/relationships/customXml" Target="../ink/ink1039.xml"/><Relationship Id="rId258" Type="http://schemas.openxmlformats.org/officeDocument/2006/relationships/customXml" Target="../ink/ink106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4.png"/><Relationship Id="rId2" Type="http://schemas.openxmlformats.org/officeDocument/2006/relationships/image" Target="../media/image8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4.png"/><Relationship Id="rId2" Type="http://schemas.openxmlformats.org/officeDocument/2006/relationships/image" Target="../media/image8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27.png"/><Relationship Id="rId21" Type="http://schemas.openxmlformats.org/officeDocument/2006/relationships/image" Target="../media/image3410.png"/><Relationship Id="rId42" Type="http://schemas.openxmlformats.org/officeDocument/2006/relationships/customXml" Target="../ink/ink1093.xml"/><Relationship Id="rId63" Type="http://schemas.openxmlformats.org/officeDocument/2006/relationships/image" Target="../media/image5510.png"/><Relationship Id="rId84" Type="http://schemas.openxmlformats.org/officeDocument/2006/relationships/customXml" Target="../ink/ink1114.xml"/><Relationship Id="rId138" Type="http://schemas.openxmlformats.org/officeDocument/2006/relationships/customXml" Target="../ink/ink1141.xml"/><Relationship Id="rId159" Type="http://schemas.openxmlformats.org/officeDocument/2006/relationships/image" Target="../media/image848.png"/><Relationship Id="rId170" Type="http://schemas.openxmlformats.org/officeDocument/2006/relationships/customXml" Target="../ink/ink1157.xml"/><Relationship Id="rId191" Type="http://schemas.openxmlformats.org/officeDocument/2006/relationships/image" Target="../media/image864.png"/><Relationship Id="rId205" Type="http://schemas.openxmlformats.org/officeDocument/2006/relationships/image" Target="../media/image871.png"/><Relationship Id="rId226" Type="http://schemas.openxmlformats.org/officeDocument/2006/relationships/customXml" Target="../ink/ink1185.xml"/><Relationship Id="rId107" Type="http://schemas.openxmlformats.org/officeDocument/2006/relationships/image" Target="../media/image822.png"/><Relationship Id="rId11" Type="http://schemas.openxmlformats.org/officeDocument/2006/relationships/image" Target="../media/image2910.png"/><Relationship Id="rId32" Type="http://schemas.openxmlformats.org/officeDocument/2006/relationships/customXml" Target="../ink/ink1088.xml"/><Relationship Id="rId53" Type="http://schemas.openxmlformats.org/officeDocument/2006/relationships/image" Target="../media/image5010.png"/><Relationship Id="rId74" Type="http://schemas.openxmlformats.org/officeDocument/2006/relationships/customXml" Target="../ink/ink1109.xml"/><Relationship Id="rId128" Type="http://schemas.openxmlformats.org/officeDocument/2006/relationships/customXml" Target="../ink/ink1136.xml"/><Relationship Id="rId149" Type="http://schemas.openxmlformats.org/officeDocument/2006/relationships/image" Target="../media/image843.png"/><Relationship Id="rId5" Type="http://schemas.openxmlformats.org/officeDocument/2006/relationships/image" Target="../media/image2610.png"/><Relationship Id="rId95" Type="http://schemas.openxmlformats.org/officeDocument/2006/relationships/image" Target="../media/image816.png"/><Relationship Id="rId160" Type="http://schemas.openxmlformats.org/officeDocument/2006/relationships/customXml" Target="../ink/ink1152.xml"/><Relationship Id="rId181" Type="http://schemas.openxmlformats.org/officeDocument/2006/relationships/image" Target="../media/image859.png"/><Relationship Id="rId216" Type="http://schemas.openxmlformats.org/officeDocument/2006/relationships/customXml" Target="../ink/ink1180.xml"/><Relationship Id="rId22" Type="http://schemas.openxmlformats.org/officeDocument/2006/relationships/customXml" Target="../ink/ink1083.xml"/><Relationship Id="rId43" Type="http://schemas.openxmlformats.org/officeDocument/2006/relationships/image" Target="../media/image4510.png"/><Relationship Id="rId64" Type="http://schemas.openxmlformats.org/officeDocument/2006/relationships/customXml" Target="../ink/ink1104.xml"/><Relationship Id="rId118" Type="http://schemas.openxmlformats.org/officeDocument/2006/relationships/customXml" Target="../ink/ink1131.xml"/><Relationship Id="rId139" Type="http://schemas.openxmlformats.org/officeDocument/2006/relationships/image" Target="../media/image838.png"/><Relationship Id="rId85" Type="http://schemas.openxmlformats.org/officeDocument/2006/relationships/image" Target="../media/image6610.png"/><Relationship Id="rId150" Type="http://schemas.openxmlformats.org/officeDocument/2006/relationships/customXml" Target="../ink/ink1147.xml"/><Relationship Id="rId171" Type="http://schemas.openxmlformats.org/officeDocument/2006/relationships/image" Target="../media/image854.png"/><Relationship Id="rId192" Type="http://schemas.openxmlformats.org/officeDocument/2006/relationships/customXml" Target="../ink/ink1168.xml"/><Relationship Id="rId206" Type="http://schemas.openxmlformats.org/officeDocument/2006/relationships/customXml" Target="../ink/ink1175.xml"/><Relationship Id="rId227" Type="http://schemas.openxmlformats.org/officeDocument/2006/relationships/image" Target="../media/image882.png"/><Relationship Id="rId12" Type="http://schemas.openxmlformats.org/officeDocument/2006/relationships/customXml" Target="../ink/ink1078.xml"/><Relationship Id="rId33" Type="http://schemas.openxmlformats.org/officeDocument/2006/relationships/image" Target="../media/image4010.png"/><Relationship Id="rId108" Type="http://schemas.openxmlformats.org/officeDocument/2006/relationships/customXml" Target="../ink/ink1126.xml"/><Relationship Id="rId129" Type="http://schemas.openxmlformats.org/officeDocument/2006/relationships/image" Target="../media/image833.png"/><Relationship Id="rId54" Type="http://schemas.openxmlformats.org/officeDocument/2006/relationships/customXml" Target="../ink/ink1099.xml"/><Relationship Id="rId75" Type="http://schemas.openxmlformats.org/officeDocument/2006/relationships/image" Target="../media/image6110.png"/><Relationship Id="rId96" Type="http://schemas.openxmlformats.org/officeDocument/2006/relationships/customXml" Target="../ink/ink1120.xml"/><Relationship Id="rId140" Type="http://schemas.openxmlformats.org/officeDocument/2006/relationships/customXml" Target="../ink/ink1142.xml"/><Relationship Id="rId161" Type="http://schemas.openxmlformats.org/officeDocument/2006/relationships/image" Target="../media/image849.png"/><Relationship Id="rId182" Type="http://schemas.openxmlformats.org/officeDocument/2006/relationships/customXml" Target="../ink/ink1163.xml"/><Relationship Id="rId217" Type="http://schemas.openxmlformats.org/officeDocument/2006/relationships/image" Target="../media/image877.png"/><Relationship Id="rId6" Type="http://schemas.openxmlformats.org/officeDocument/2006/relationships/customXml" Target="../ink/ink1075.xml"/><Relationship Id="rId23" Type="http://schemas.openxmlformats.org/officeDocument/2006/relationships/image" Target="../media/image3510.png"/><Relationship Id="rId119" Type="http://schemas.openxmlformats.org/officeDocument/2006/relationships/image" Target="../media/image828.png"/><Relationship Id="rId44" Type="http://schemas.openxmlformats.org/officeDocument/2006/relationships/customXml" Target="../ink/ink1094.xml"/><Relationship Id="rId65" Type="http://schemas.openxmlformats.org/officeDocument/2006/relationships/image" Target="../media/image5610.png"/><Relationship Id="rId86" Type="http://schemas.openxmlformats.org/officeDocument/2006/relationships/customXml" Target="../ink/ink1115.xml"/><Relationship Id="rId130" Type="http://schemas.openxmlformats.org/officeDocument/2006/relationships/customXml" Target="../ink/ink1137.xml"/><Relationship Id="rId151" Type="http://schemas.openxmlformats.org/officeDocument/2006/relationships/image" Target="../media/image844.png"/><Relationship Id="rId172" Type="http://schemas.openxmlformats.org/officeDocument/2006/relationships/customXml" Target="../ink/ink1158.xml"/><Relationship Id="rId193" Type="http://schemas.openxmlformats.org/officeDocument/2006/relationships/image" Target="../media/image865.png"/><Relationship Id="rId207" Type="http://schemas.openxmlformats.org/officeDocument/2006/relationships/image" Target="../media/image872.png"/><Relationship Id="rId13" Type="http://schemas.openxmlformats.org/officeDocument/2006/relationships/image" Target="../media/image3010.png"/><Relationship Id="rId109" Type="http://schemas.openxmlformats.org/officeDocument/2006/relationships/image" Target="../media/image823.png"/><Relationship Id="rId34" Type="http://schemas.openxmlformats.org/officeDocument/2006/relationships/customXml" Target="../ink/ink1089.xml"/><Relationship Id="rId55" Type="http://schemas.openxmlformats.org/officeDocument/2006/relationships/image" Target="../media/image5110.png"/><Relationship Id="rId76" Type="http://schemas.openxmlformats.org/officeDocument/2006/relationships/customXml" Target="../ink/ink1110.xml"/><Relationship Id="rId97" Type="http://schemas.openxmlformats.org/officeDocument/2006/relationships/image" Target="../media/image817.png"/><Relationship Id="rId120" Type="http://schemas.openxmlformats.org/officeDocument/2006/relationships/customXml" Target="../ink/ink1132.xml"/><Relationship Id="rId141" Type="http://schemas.openxmlformats.org/officeDocument/2006/relationships/image" Target="../media/image839.png"/><Relationship Id="rId7" Type="http://schemas.openxmlformats.org/officeDocument/2006/relationships/image" Target="../media/image2710.png"/><Relationship Id="rId162" Type="http://schemas.openxmlformats.org/officeDocument/2006/relationships/customXml" Target="../ink/ink1153.xml"/><Relationship Id="rId183" Type="http://schemas.openxmlformats.org/officeDocument/2006/relationships/image" Target="../media/image860.png"/><Relationship Id="rId218" Type="http://schemas.openxmlformats.org/officeDocument/2006/relationships/customXml" Target="../ink/ink1181.xml"/><Relationship Id="rId24" Type="http://schemas.openxmlformats.org/officeDocument/2006/relationships/customXml" Target="../ink/ink1084.xml"/><Relationship Id="rId45" Type="http://schemas.openxmlformats.org/officeDocument/2006/relationships/image" Target="../media/image4610.png"/><Relationship Id="rId66" Type="http://schemas.openxmlformats.org/officeDocument/2006/relationships/customXml" Target="../ink/ink1105.xml"/><Relationship Id="rId87" Type="http://schemas.openxmlformats.org/officeDocument/2006/relationships/image" Target="../media/image6710.png"/><Relationship Id="rId110" Type="http://schemas.openxmlformats.org/officeDocument/2006/relationships/customXml" Target="../ink/ink1127.xml"/><Relationship Id="rId131" Type="http://schemas.openxmlformats.org/officeDocument/2006/relationships/image" Target="../media/image834.png"/><Relationship Id="rId152" Type="http://schemas.openxmlformats.org/officeDocument/2006/relationships/customXml" Target="../ink/ink1148.xml"/><Relationship Id="rId173" Type="http://schemas.openxmlformats.org/officeDocument/2006/relationships/image" Target="../media/image855.png"/><Relationship Id="rId194" Type="http://schemas.openxmlformats.org/officeDocument/2006/relationships/customXml" Target="../ink/ink1169.xml"/><Relationship Id="rId208" Type="http://schemas.openxmlformats.org/officeDocument/2006/relationships/customXml" Target="../ink/ink1176.xml"/><Relationship Id="rId14" Type="http://schemas.openxmlformats.org/officeDocument/2006/relationships/customXml" Target="../ink/ink1079.xml"/><Relationship Id="rId35" Type="http://schemas.openxmlformats.org/officeDocument/2006/relationships/image" Target="../media/image4110.png"/><Relationship Id="rId56" Type="http://schemas.openxmlformats.org/officeDocument/2006/relationships/customXml" Target="../ink/ink1100.xml"/><Relationship Id="rId77" Type="http://schemas.openxmlformats.org/officeDocument/2006/relationships/image" Target="../media/image6210.png"/><Relationship Id="rId100" Type="http://schemas.openxmlformats.org/officeDocument/2006/relationships/customXml" Target="../ink/ink1122.xml"/><Relationship Id="rId8" Type="http://schemas.openxmlformats.org/officeDocument/2006/relationships/customXml" Target="../ink/ink1076.xml"/><Relationship Id="rId98" Type="http://schemas.openxmlformats.org/officeDocument/2006/relationships/customXml" Target="../ink/ink1121.xml"/><Relationship Id="rId121" Type="http://schemas.openxmlformats.org/officeDocument/2006/relationships/image" Target="../media/image829.png"/><Relationship Id="rId142" Type="http://schemas.openxmlformats.org/officeDocument/2006/relationships/customXml" Target="../ink/ink1143.xml"/><Relationship Id="rId163" Type="http://schemas.openxmlformats.org/officeDocument/2006/relationships/image" Target="../media/image850.png"/><Relationship Id="rId184" Type="http://schemas.openxmlformats.org/officeDocument/2006/relationships/customXml" Target="../ink/ink1164.xml"/><Relationship Id="rId219" Type="http://schemas.openxmlformats.org/officeDocument/2006/relationships/image" Target="../media/image878.png"/><Relationship Id="rId3" Type="http://schemas.openxmlformats.org/officeDocument/2006/relationships/image" Target="../media/image2510.png"/><Relationship Id="rId214" Type="http://schemas.openxmlformats.org/officeDocument/2006/relationships/customXml" Target="../ink/ink1179.xml"/><Relationship Id="rId25" Type="http://schemas.openxmlformats.org/officeDocument/2006/relationships/image" Target="../media/image3610.png"/><Relationship Id="rId46" Type="http://schemas.openxmlformats.org/officeDocument/2006/relationships/customXml" Target="../ink/ink1095.xml"/><Relationship Id="rId67" Type="http://schemas.openxmlformats.org/officeDocument/2006/relationships/image" Target="../media/image5710.png"/><Relationship Id="rId116" Type="http://schemas.openxmlformats.org/officeDocument/2006/relationships/customXml" Target="../ink/ink1130.xml"/><Relationship Id="rId137" Type="http://schemas.openxmlformats.org/officeDocument/2006/relationships/image" Target="../media/image837.png"/><Relationship Id="rId158" Type="http://schemas.openxmlformats.org/officeDocument/2006/relationships/customXml" Target="../ink/ink1151.xml"/><Relationship Id="rId20" Type="http://schemas.openxmlformats.org/officeDocument/2006/relationships/customXml" Target="../ink/ink1082.xml"/><Relationship Id="rId41" Type="http://schemas.openxmlformats.org/officeDocument/2006/relationships/image" Target="../media/image4410.png"/><Relationship Id="rId62" Type="http://schemas.openxmlformats.org/officeDocument/2006/relationships/customXml" Target="../ink/ink1103.xml"/><Relationship Id="rId83" Type="http://schemas.openxmlformats.org/officeDocument/2006/relationships/image" Target="../media/image6510.png"/><Relationship Id="rId88" Type="http://schemas.openxmlformats.org/officeDocument/2006/relationships/customXml" Target="../ink/ink1116.xml"/><Relationship Id="rId111" Type="http://schemas.openxmlformats.org/officeDocument/2006/relationships/image" Target="../media/image824.png"/><Relationship Id="rId132" Type="http://schemas.openxmlformats.org/officeDocument/2006/relationships/customXml" Target="../ink/ink1138.xml"/><Relationship Id="rId153" Type="http://schemas.openxmlformats.org/officeDocument/2006/relationships/image" Target="../media/image845.png"/><Relationship Id="rId174" Type="http://schemas.openxmlformats.org/officeDocument/2006/relationships/customXml" Target="../ink/ink1159.xml"/><Relationship Id="rId179" Type="http://schemas.openxmlformats.org/officeDocument/2006/relationships/image" Target="../media/image858.png"/><Relationship Id="rId195" Type="http://schemas.openxmlformats.org/officeDocument/2006/relationships/image" Target="../media/image866.png"/><Relationship Id="rId209" Type="http://schemas.openxmlformats.org/officeDocument/2006/relationships/image" Target="../media/image873.png"/><Relationship Id="rId190" Type="http://schemas.openxmlformats.org/officeDocument/2006/relationships/customXml" Target="../ink/ink1167.xml"/><Relationship Id="rId204" Type="http://schemas.openxmlformats.org/officeDocument/2006/relationships/customXml" Target="../ink/ink1174.xml"/><Relationship Id="rId220" Type="http://schemas.openxmlformats.org/officeDocument/2006/relationships/customXml" Target="../ink/ink1182.xml"/><Relationship Id="rId225" Type="http://schemas.openxmlformats.org/officeDocument/2006/relationships/image" Target="../media/image881.png"/><Relationship Id="rId15" Type="http://schemas.openxmlformats.org/officeDocument/2006/relationships/image" Target="../media/image3110.png"/><Relationship Id="rId36" Type="http://schemas.openxmlformats.org/officeDocument/2006/relationships/customXml" Target="../ink/ink1090.xml"/><Relationship Id="rId57" Type="http://schemas.openxmlformats.org/officeDocument/2006/relationships/image" Target="../media/image5210.png"/><Relationship Id="rId106" Type="http://schemas.openxmlformats.org/officeDocument/2006/relationships/customXml" Target="../ink/ink1125.xml"/><Relationship Id="rId127" Type="http://schemas.openxmlformats.org/officeDocument/2006/relationships/image" Target="../media/image832.png"/><Relationship Id="rId10" Type="http://schemas.openxmlformats.org/officeDocument/2006/relationships/customXml" Target="../ink/ink1077.xml"/><Relationship Id="rId31" Type="http://schemas.openxmlformats.org/officeDocument/2006/relationships/image" Target="../media/image3910.png"/><Relationship Id="rId52" Type="http://schemas.openxmlformats.org/officeDocument/2006/relationships/customXml" Target="../ink/ink1098.xml"/><Relationship Id="rId73" Type="http://schemas.openxmlformats.org/officeDocument/2006/relationships/image" Target="../media/image6010.png"/><Relationship Id="rId78" Type="http://schemas.openxmlformats.org/officeDocument/2006/relationships/customXml" Target="../ink/ink1111.xml"/><Relationship Id="rId94" Type="http://schemas.openxmlformats.org/officeDocument/2006/relationships/customXml" Target="../ink/ink1119.xml"/><Relationship Id="rId99" Type="http://schemas.openxmlformats.org/officeDocument/2006/relationships/image" Target="../media/image818.png"/><Relationship Id="rId101" Type="http://schemas.openxmlformats.org/officeDocument/2006/relationships/image" Target="../media/image819.png"/><Relationship Id="rId122" Type="http://schemas.openxmlformats.org/officeDocument/2006/relationships/customXml" Target="../ink/ink1133.xml"/><Relationship Id="rId143" Type="http://schemas.openxmlformats.org/officeDocument/2006/relationships/image" Target="../media/image840.png"/><Relationship Id="rId148" Type="http://schemas.openxmlformats.org/officeDocument/2006/relationships/customXml" Target="../ink/ink1146.xml"/><Relationship Id="rId164" Type="http://schemas.openxmlformats.org/officeDocument/2006/relationships/customXml" Target="../ink/ink1154.xml"/><Relationship Id="rId169" Type="http://schemas.openxmlformats.org/officeDocument/2006/relationships/image" Target="../media/image853.png"/><Relationship Id="rId185" Type="http://schemas.openxmlformats.org/officeDocument/2006/relationships/image" Target="../media/image861.png"/><Relationship Id="rId4" Type="http://schemas.openxmlformats.org/officeDocument/2006/relationships/customXml" Target="../ink/ink1074.xml"/><Relationship Id="rId9" Type="http://schemas.openxmlformats.org/officeDocument/2006/relationships/image" Target="../media/image2810.png"/><Relationship Id="rId180" Type="http://schemas.openxmlformats.org/officeDocument/2006/relationships/customXml" Target="../ink/ink1162.xml"/><Relationship Id="rId210" Type="http://schemas.openxmlformats.org/officeDocument/2006/relationships/customXml" Target="../ink/ink1177.xml"/><Relationship Id="rId215" Type="http://schemas.openxmlformats.org/officeDocument/2006/relationships/image" Target="../media/image876.png"/><Relationship Id="rId26" Type="http://schemas.openxmlformats.org/officeDocument/2006/relationships/customXml" Target="../ink/ink1085.xml"/><Relationship Id="rId47" Type="http://schemas.openxmlformats.org/officeDocument/2006/relationships/image" Target="../media/image4710.png"/><Relationship Id="rId68" Type="http://schemas.openxmlformats.org/officeDocument/2006/relationships/customXml" Target="../ink/ink1106.xml"/><Relationship Id="rId89" Type="http://schemas.openxmlformats.org/officeDocument/2006/relationships/image" Target="../media/image6810.png"/><Relationship Id="rId112" Type="http://schemas.openxmlformats.org/officeDocument/2006/relationships/customXml" Target="../ink/ink1128.xml"/><Relationship Id="rId133" Type="http://schemas.openxmlformats.org/officeDocument/2006/relationships/image" Target="../media/image835.png"/><Relationship Id="rId154" Type="http://schemas.openxmlformats.org/officeDocument/2006/relationships/customXml" Target="../ink/ink1149.xml"/><Relationship Id="rId175" Type="http://schemas.openxmlformats.org/officeDocument/2006/relationships/image" Target="../media/image856.png"/><Relationship Id="rId196" Type="http://schemas.openxmlformats.org/officeDocument/2006/relationships/customXml" Target="../ink/ink1170.xml"/><Relationship Id="rId200" Type="http://schemas.openxmlformats.org/officeDocument/2006/relationships/customXml" Target="../ink/ink1172.xml"/><Relationship Id="rId16" Type="http://schemas.openxmlformats.org/officeDocument/2006/relationships/customXml" Target="../ink/ink1080.xml"/><Relationship Id="rId221" Type="http://schemas.openxmlformats.org/officeDocument/2006/relationships/image" Target="../media/image879.png"/><Relationship Id="rId37" Type="http://schemas.openxmlformats.org/officeDocument/2006/relationships/image" Target="../media/image4210.png"/><Relationship Id="rId58" Type="http://schemas.openxmlformats.org/officeDocument/2006/relationships/customXml" Target="../ink/ink1101.xml"/><Relationship Id="rId79" Type="http://schemas.openxmlformats.org/officeDocument/2006/relationships/image" Target="../media/image6310.png"/><Relationship Id="rId102" Type="http://schemas.openxmlformats.org/officeDocument/2006/relationships/customXml" Target="../ink/ink1123.xml"/><Relationship Id="rId123" Type="http://schemas.openxmlformats.org/officeDocument/2006/relationships/image" Target="../media/image830.png"/><Relationship Id="rId144" Type="http://schemas.openxmlformats.org/officeDocument/2006/relationships/customXml" Target="../ink/ink1144.xml"/><Relationship Id="rId90" Type="http://schemas.openxmlformats.org/officeDocument/2006/relationships/customXml" Target="../ink/ink1117.xml"/><Relationship Id="rId165" Type="http://schemas.openxmlformats.org/officeDocument/2006/relationships/image" Target="../media/image851.png"/><Relationship Id="rId186" Type="http://schemas.openxmlformats.org/officeDocument/2006/relationships/customXml" Target="../ink/ink1165.xml"/><Relationship Id="rId211" Type="http://schemas.openxmlformats.org/officeDocument/2006/relationships/image" Target="../media/image874.png"/><Relationship Id="rId27" Type="http://schemas.openxmlformats.org/officeDocument/2006/relationships/image" Target="../media/image3710.png"/><Relationship Id="rId48" Type="http://schemas.openxmlformats.org/officeDocument/2006/relationships/customXml" Target="../ink/ink1096.xml"/><Relationship Id="rId69" Type="http://schemas.openxmlformats.org/officeDocument/2006/relationships/image" Target="../media/image5810.png"/><Relationship Id="rId113" Type="http://schemas.openxmlformats.org/officeDocument/2006/relationships/image" Target="../media/image825.png"/><Relationship Id="rId134" Type="http://schemas.openxmlformats.org/officeDocument/2006/relationships/customXml" Target="../ink/ink1139.xml"/><Relationship Id="rId80" Type="http://schemas.openxmlformats.org/officeDocument/2006/relationships/customXml" Target="../ink/ink1112.xml"/><Relationship Id="rId155" Type="http://schemas.openxmlformats.org/officeDocument/2006/relationships/image" Target="../media/image846.png"/><Relationship Id="rId176" Type="http://schemas.openxmlformats.org/officeDocument/2006/relationships/customXml" Target="../ink/ink1160.xml"/><Relationship Id="rId197" Type="http://schemas.openxmlformats.org/officeDocument/2006/relationships/image" Target="../media/image867.png"/><Relationship Id="rId201" Type="http://schemas.openxmlformats.org/officeDocument/2006/relationships/image" Target="../media/image869.png"/><Relationship Id="rId222" Type="http://schemas.openxmlformats.org/officeDocument/2006/relationships/customXml" Target="../ink/ink1183.xml"/><Relationship Id="rId17" Type="http://schemas.openxmlformats.org/officeDocument/2006/relationships/image" Target="../media/image3210.png"/><Relationship Id="rId38" Type="http://schemas.openxmlformats.org/officeDocument/2006/relationships/customXml" Target="../ink/ink1091.xml"/><Relationship Id="rId59" Type="http://schemas.openxmlformats.org/officeDocument/2006/relationships/image" Target="../media/image5310.png"/><Relationship Id="rId103" Type="http://schemas.openxmlformats.org/officeDocument/2006/relationships/image" Target="../media/image820.png"/><Relationship Id="rId124" Type="http://schemas.openxmlformats.org/officeDocument/2006/relationships/customXml" Target="../ink/ink1134.xml"/><Relationship Id="rId70" Type="http://schemas.openxmlformats.org/officeDocument/2006/relationships/customXml" Target="../ink/ink1107.xml"/><Relationship Id="rId91" Type="http://schemas.openxmlformats.org/officeDocument/2006/relationships/image" Target="../media/image6910.png"/><Relationship Id="rId145" Type="http://schemas.openxmlformats.org/officeDocument/2006/relationships/image" Target="../media/image841.png"/><Relationship Id="rId166" Type="http://schemas.openxmlformats.org/officeDocument/2006/relationships/customXml" Target="../ink/ink1155.xml"/><Relationship Id="rId187" Type="http://schemas.openxmlformats.org/officeDocument/2006/relationships/image" Target="../media/image86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78.xml"/><Relationship Id="rId28" Type="http://schemas.openxmlformats.org/officeDocument/2006/relationships/customXml" Target="../ink/ink1086.xml"/><Relationship Id="rId49" Type="http://schemas.openxmlformats.org/officeDocument/2006/relationships/image" Target="../media/image4810.png"/><Relationship Id="rId114" Type="http://schemas.openxmlformats.org/officeDocument/2006/relationships/customXml" Target="../ink/ink1129.xml"/><Relationship Id="rId60" Type="http://schemas.openxmlformats.org/officeDocument/2006/relationships/customXml" Target="../ink/ink1102.xml"/><Relationship Id="rId81" Type="http://schemas.openxmlformats.org/officeDocument/2006/relationships/image" Target="../media/image6410.png"/><Relationship Id="rId135" Type="http://schemas.openxmlformats.org/officeDocument/2006/relationships/image" Target="../media/image836.png"/><Relationship Id="rId156" Type="http://schemas.openxmlformats.org/officeDocument/2006/relationships/customXml" Target="../ink/ink1150.xml"/><Relationship Id="rId177" Type="http://schemas.openxmlformats.org/officeDocument/2006/relationships/image" Target="../media/image857.png"/><Relationship Id="rId198" Type="http://schemas.openxmlformats.org/officeDocument/2006/relationships/customXml" Target="../ink/ink1171.xml"/><Relationship Id="rId202" Type="http://schemas.openxmlformats.org/officeDocument/2006/relationships/customXml" Target="../ink/ink1173.xml"/><Relationship Id="rId223" Type="http://schemas.openxmlformats.org/officeDocument/2006/relationships/image" Target="../media/image880.png"/><Relationship Id="rId18" Type="http://schemas.openxmlformats.org/officeDocument/2006/relationships/customXml" Target="../ink/ink1081.xml"/><Relationship Id="rId39" Type="http://schemas.openxmlformats.org/officeDocument/2006/relationships/image" Target="../media/image4310.png"/><Relationship Id="rId50" Type="http://schemas.openxmlformats.org/officeDocument/2006/relationships/customXml" Target="../ink/ink1097.xml"/><Relationship Id="rId104" Type="http://schemas.openxmlformats.org/officeDocument/2006/relationships/customXml" Target="../ink/ink1124.xml"/><Relationship Id="rId125" Type="http://schemas.openxmlformats.org/officeDocument/2006/relationships/image" Target="../media/image831.png"/><Relationship Id="rId146" Type="http://schemas.openxmlformats.org/officeDocument/2006/relationships/customXml" Target="../ink/ink1145.xml"/><Relationship Id="rId167" Type="http://schemas.openxmlformats.org/officeDocument/2006/relationships/image" Target="../media/image852.png"/><Relationship Id="rId188" Type="http://schemas.openxmlformats.org/officeDocument/2006/relationships/customXml" Target="../ink/ink1166.xml"/><Relationship Id="rId71" Type="http://schemas.openxmlformats.org/officeDocument/2006/relationships/image" Target="../media/image5910.png"/><Relationship Id="rId92" Type="http://schemas.openxmlformats.org/officeDocument/2006/relationships/customXml" Target="../ink/ink1118.xml"/><Relationship Id="rId213" Type="http://schemas.openxmlformats.org/officeDocument/2006/relationships/image" Target="../media/image875.png"/><Relationship Id="rId2" Type="http://schemas.openxmlformats.org/officeDocument/2006/relationships/customXml" Target="../ink/ink1073.xml"/><Relationship Id="rId29" Type="http://schemas.openxmlformats.org/officeDocument/2006/relationships/image" Target="../media/image3810.png"/><Relationship Id="rId40" Type="http://schemas.openxmlformats.org/officeDocument/2006/relationships/customXml" Target="../ink/ink1092.xml"/><Relationship Id="rId115" Type="http://schemas.openxmlformats.org/officeDocument/2006/relationships/image" Target="../media/image826.png"/><Relationship Id="rId136" Type="http://schemas.openxmlformats.org/officeDocument/2006/relationships/customXml" Target="../ink/ink1140.xml"/><Relationship Id="rId157" Type="http://schemas.openxmlformats.org/officeDocument/2006/relationships/image" Target="../media/image847.png"/><Relationship Id="rId178" Type="http://schemas.openxmlformats.org/officeDocument/2006/relationships/customXml" Target="../ink/ink1161.xml"/><Relationship Id="rId61" Type="http://schemas.openxmlformats.org/officeDocument/2006/relationships/image" Target="../media/image5410.png"/><Relationship Id="rId82" Type="http://schemas.openxmlformats.org/officeDocument/2006/relationships/customXml" Target="../ink/ink1113.xml"/><Relationship Id="rId199" Type="http://schemas.openxmlformats.org/officeDocument/2006/relationships/image" Target="../media/image868.png"/><Relationship Id="rId203" Type="http://schemas.openxmlformats.org/officeDocument/2006/relationships/image" Target="../media/image870.png"/><Relationship Id="rId19" Type="http://schemas.openxmlformats.org/officeDocument/2006/relationships/image" Target="../media/image3310.png"/><Relationship Id="rId224" Type="http://schemas.openxmlformats.org/officeDocument/2006/relationships/customXml" Target="../ink/ink1184.xml"/><Relationship Id="rId30" Type="http://schemas.openxmlformats.org/officeDocument/2006/relationships/customXml" Target="../ink/ink1087.xml"/><Relationship Id="rId105" Type="http://schemas.openxmlformats.org/officeDocument/2006/relationships/image" Target="../media/image821.png"/><Relationship Id="rId126" Type="http://schemas.openxmlformats.org/officeDocument/2006/relationships/customXml" Target="../ink/ink1135.xml"/><Relationship Id="rId147" Type="http://schemas.openxmlformats.org/officeDocument/2006/relationships/image" Target="../media/image842.png"/><Relationship Id="rId168" Type="http://schemas.openxmlformats.org/officeDocument/2006/relationships/customXml" Target="../ink/ink1156.xml"/><Relationship Id="rId51" Type="http://schemas.openxmlformats.org/officeDocument/2006/relationships/image" Target="../media/image4910.png"/><Relationship Id="rId72" Type="http://schemas.openxmlformats.org/officeDocument/2006/relationships/customXml" Target="../ink/ink1108.xml"/><Relationship Id="rId93" Type="http://schemas.openxmlformats.org/officeDocument/2006/relationships/image" Target="../media/image815.png"/><Relationship Id="rId189" Type="http://schemas.openxmlformats.org/officeDocument/2006/relationships/image" Target="../media/image863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30.png"/><Relationship Id="rId21" Type="http://schemas.openxmlformats.org/officeDocument/2006/relationships/image" Target="../media/image7710.png"/><Relationship Id="rId42" Type="http://schemas.openxmlformats.org/officeDocument/2006/relationships/customXml" Target="../ink/ink1206.xml"/><Relationship Id="rId63" Type="http://schemas.openxmlformats.org/officeDocument/2006/relationships/image" Target="../media/image9710.png"/><Relationship Id="rId84" Type="http://schemas.openxmlformats.org/officeDocument/2006/relationships/customXml" Target="../ink/ink1227.xml"/><Relationship Id="rId138" Type="http://schemas.openxmlformats.org/officeDocument/2006/relationships/customXml" Target="../ink/ink1254.xml"/><Relationship Id="rId159" Type="http://schemas.openxmlformats.org/officeDocument/2006/relationships/image" Target="../media/image1440.png"/><Relationship Id="rId170" Type="http://schemas.openxmlformats.org/officeDocument/2006/relationships/customXml" Target="../ink/ink1270.xml"/><Relationship Id="rId107" Type="http://schemas.openxmlformats.org/officeDocument/2006/relationships/image" Target="../media/image1180.png"/><Relationship Id="rId11" Type="http://schemas.openxmlformats.org/officeDocument/2006/relationships/image" Target="../media/image7210.png"/><Relationship Id="rId32" Type="http://schemas.openxmlformats.org/officeDocument/2006/relationships/customXml" Target="../ink/ink1201.xml"/><Relationship Id="rId53" Type="http://schemas.openxmlformats.org/officeDocument/2006/relationships/image" Target="../media/image9310.png"/><Relationship Id="rId74" Type="http://schemas.openxmlformats.org/officeDocument/2006/relationships/customXml" Target="../ink/ink1222.xml"/><Relationship Id="rId128" Type="http://schemas.openxmlformats.org/officeDocument/2006/relationships/customXml" Target="../ink/ink1249.xml"/><Relationship Id="rId149" Type="http://schemas.openxmlformats.org/officeDocument/2006/relationships/image" Target="../media/image1390.png"/><Relationship Id="rId5" Type="http://schemas.openxmlformats.org/officeDocument/2006/relationships/image" Target="../media/image7010.png"/><Relationship Id="rId95" Type="http://schemas.openxmlformats.org/officeDocument/2006/relationships/image" Target="../media/image1122.png"/><Relationship Id="rId160" Type="http://schemas.openxmlformats.org/officeDocument/2006/relationships/customXml" Target="../ink/ink1265.xml"/><Relationship Id="rId181" Type="http://schemas.openxmlformats.org/officeDocument/2006/relationships/image" Target="../media/image1550.png"/><Relationship Id="rId22" Type="http://schemas.openxmlformats.org/officeDocument/2006/relationships/customXml" Target="../ink/ink1196.xml"/><Relationship Id="rId43" Type="http://schemas.openxmlformats.org/officeDocument/2006/relationships/image" Target="../media/image8810.png"/><Relationship Id="rId64" Type="http://schemas.openxmlformats.org/officeDocument/2006/relationships/customXml" Target="../ink/ink1217.xml"/><Relationship Id="rId118" Type="http://schemas.openxmlformats.org/officeDocument/2006/relationships/customXml" Target="../ink/ink1244.xml"/><Relationship Id="rId139" Type="http://schemas.openxmlformats.org/officeDocument/2006/relationships/image" Target="../media/image1340.png"/><Relationship Id="rId85" Type="http://schemas.openxmlformats.org/officeDocument/2006/relationships/image" Target="../media/image10710.png"/><Relationship Id="rId150" Type="http://schemas.openxmlformats.org/officeDocument/2006/relationships/customXml" Target="../ink/ink1260.xml"/><Relationship Id="rId171" Type="http://schemas.openxmlformats.org/officeDocument/2006/relationships/image" Target="../media/image1500.png"/><Relationship Id="rId12" Type="http://schemas.openxmlformats.org/officeDocument/2006/relationships/customXml" Target="../ink/ink1191.xml"/><Relationship Id="rId33" Type="http://schemas.openxmlformats.org/officeDocument/2006/relationships/image" Target="../media/image8310.png"/><Relationship Id="rId108" Type="http://schemas.openxmlformats.org/officeDocument/2006/relationships/customXml" Target="../ink/ink1239.xml"/><Relationship Id="rId129" Type="http://schemas.openxmlformats.org/officeDocument/2006/relationships/image" Target="../media/image1290.png"/><Relationship Id="rId54" Type="http://schemas.openxmlformats.org/officeDocument/2006/relationships/customXml" Target="../ink/ink1212.xml"/><Relationship Id="rId75" Type="http://schemas.openxmlformats.org/officeDocument/2006/relationships/image" Target="../media/image10211.png"/><Relationship Id="rId96" Type="http://schemas.openxmlformats.org/officeDocument/2006/relationships/customXml" Target="../ink/ink1233.xml"/><Relationship Id="rId140" Type="http://schemas.openxmlformats.org/officeDocument/2006/relationships/customXml" Target="../ink/ink1255.xml"/><Relationship Id="rId161" Type="http://schemas.openxmlformats.org/officeDocument/2006/relationships/image" Target="../media/image1450.png"/><Relationship Id="rId6" Type="http://schemas.openxmlformats.org/officeDocument/2006/relationships/customXml" Target="../ink/ink1188.xml"/><Relationship Id="rId23" Type="http://schemas.openxmlformats.org/officeDocument/2006/relationships/image" Target="../media/image7810.png"/><Relationship Id="rId119" Type="http://schemas.openxmlformats.org/officeDocument/2006/relationships/image" Target="../media/image1240.png"/><Relationship Id="rId44" Type="http://schemas.openxmlformats.org/officeDocument/2006/relationships/customXml" Target="../ink/ink1207.xml"/><Relationship Id="rId60" Type="http://schemas.openxmlformats.org/officeDocument/2006/relationships/customXml" Target="../ink/ink1215.xml"/><Relationship Id="rId65" Type="http://schemas.openxmlformats.org/officeDocument/2006/relationships/image" Target="../media/image9810.png"/><Relationship Id="rId81" Type="http://schemas.openxmlformats.org/officeDocument/2006/relationships/image" Target="../media/image10510.png"/><Relationship Id="rId86" Type="http://schemas.openxmlformats.org/officeDocument/2006/relationships/customXml" Target="../ink/ink1228.xml"/><Relationship Id="rId130" Type="http://schemas.openxmlformats.org/officeDocument/2006/relationships/customXml" Target="../ink/ink1250.xml"/><Relationship Id="rId135" Type="http://schemas.openxmlformats.org/officeDocument/2006/relationships/image" Target="../media/image1320.png"/><Relationship Id="rId151" Type="http://schemas.openxmlformats.org/officeDocument/2006/relationships/image" Target="../media/image1400.png"/><Relationship Id="rId156" Type="http://schemas.openxmlformats.org/officeDocument/2006/relationships/customXml" Target="../ink/ink1263.xml"/><Relationship Id="rId177" Type="http://schemas.openxmlformats.org/officeDocument/2006/relationships/image" Target="../media/image1530.png"/><Relationship Id="rId172" Type="http://schemas.openxmlformats.org/officeDocument/2006/relationships/customXml" Target="../ink/ink1271.xml"/><Relationship Id="rId13" Type="http://schemas.openxmlformats.org/officeDocument/2006/relationships/image" Target="../media/image7310.png"/><Relationship Id="rId18" Type="http://schemas.openxmlformats.org/officeDocument/2006/relationships/customXml" Target="../ink/ink1194.xml"/><Relationship Id="rId39" Type="http://schemas.openxmlformats.org/officeDocument/2006/relationships/image" Target="../media/image8610.png"/><Relationship Id="rId109" Type="http://schemas.openxmlformats.org/officeDocument/2006/relationships/image" Target="../media/image1190.png"/><Relationship Id="rId34" Type="http://schemas.openxmlformats.org/officeDocument/2006/relationships/customXml" Target="../ink/ink1202.xml"/><Relationship Id="rId50" Type="http://schemas.openxmlformats.org/officeDocument/2006/relationships/customXml" Target="../ink/ink1210.xml"/><Relationship Id="rId55" Type="http://schemas.openxmlformats.org/officeDocument/2006/relationships/image" Target="../media/image9410.png"/><Relationship Id="rId76" Type="http://schemas.openxmlformats.org/officeDocument/2006/relationships/customXml" Target="../ink/ink1223.xml"/><Relationship Id="rId97" Type="http://schemas.openxmlformats.org/officeDocument/2006/relationships/image" Target="../media/image1130.png"/><Relationship Id="rId104" Type="http://schemas.openxmlformats.org/officeDocument/2006/relationships/customXml" Target="../ink/ink1237.xml"/><Relationship Id="rId120" Type="http://schemas.openxmlformats.org/officeDocument/2006/relationships/customXml" Target="../ink/ink1245.xml"/><Relationship Id="rId125" Type="http://schemas.openxmlformats.org/officeDocument/2006/relationships/image" Target="../media/image1270.png"/><Relationship Id="rId141" Type="http://schemas.openxmlformats.org/officeDocument/2006/relationships/image" Target="../media/image1350.png"/><Relationship Id="rId146" Type="http://schemas.openxmlformats.org/officeDocument/2006/relationships/customXml" Target="../ink/ink1258.xml"/><Relationship Id="rId167" Type="http://schemas.openxmlformats.org/officeDocument/2006/relationships/image" Target="../media/image1480.png"/><Relationship Id="rId7" Type="http://schemas.openxmlformats.org/officeDocument/2006/relationships/image" Target="../media/image7110.png"/><Relationship Id="rId71" Type="http://schemas.openxmlformats.org/officeDocument/2006/relationships/image" Target="../media/image5910.png"/><Relationship Id="rId92" Type="http://schemas.openxmlformats.org/officeDocument/2006/relationships/customXml" Target="../ink/ink1231.xml"/><Relationship Id="rId162" Type="http://schemas.openxmlformats.org/officeDocument/2006/relationships/customXml" Target="../ink/ink1266.xml"/><Relationship Id="rId2" Type="http://schemas.openxmlformats.org/officeDocument/2006/relationships/customXml" Target="../ink/ink1186.xml"/><Relationship Id="rId29" Type="http://schemas.openxmlformats.org/officeDocument/2006/relationships/image" Target="../media/image8110.png"/><Relationship Id="rId24" Type="http://schemas.openxmlformats.org/officeDocument/2006/relationships/customXml" Target="../ink/ink1197.xml"/><Relationship Id="rId40" Type="http://schemas.openxmlformats.org/officeDocument/2006/relationships/customXml" Target="../ink/ink1205.xml"/><Relationship Id="rId45" Type="http://schemas.openxmlformats.org/officeDocument/2006/relationships/image" Target="../media/image8910.png"/><Relationship Id="rId66" Type="http://schemas.openxmlformats.org/officeDocument/2006/relationships/customXml" Target="../ink/ink1218.xml"/><Relationship Id="rId87" Type="http://schemas.openxmlformats.org/officeDocument/2006/relationships/image" Target="../media/image10810.png"/><Relationship Id="rId110" Type="http://schemas.openxmlformats.org/officeDocument/2006/relationships/customXml" Target="../ink/ink1240.xml"/><Relationship Id="rId115" Type="http://schemas.openxmlformats.org/officeDocument/2006/relationships/image" Target="../media/image1220.png"/><Relationship Id="rId131" Type="http://schemas.openxmlformats.org/officeDocument/2006/relationships/image" Target="../media/image1300.png"/><Relationship Id="rId136" Type="http://schemas.openxmlformats.org/officeDocument/2006/relationships/customXml" Target="../ink/ink1253.xml"/><Relationship Id="rId157" Type="http://schemas.openxmlformats.org/officeDocument/2006/relationships/image" Target="../media/image1430.png"/><Relationship Id="rId178" Type="http://schemas.openxmlformats.org/officeDocument/2006/relationships/customXml" Target="../ink/ink1274.xml"/><Relationship Id="rId61" Type="http://schemas.openxmlformats.org/officeDocument/2006/relationships/image" Target="../media/image9610.png"/><Relationship Id="rId82" Type="http://schemas.openxmlformats.org/officeDocument/2006/relationships/customXml" Target="../ink/ink1226.xml"/><Relationship Id="rId152" Type="http://schemas.openxmlformats.org/officeDocument/2006/relationships/customXml" Target="../ink/ink1261.xml"/><Relationship Id="rId173" Type="http://schemas.openxmlformats.org/officeDocument/2006/relationships/image" Target="../media/image1511.png"/><Relationship Id="rId19" Type="http://schemas.openxmlformats.org/officeDocument/2006/relationships/image" Target="../media/image7610.png"/><Relationship Id="rId14" Type="http://schemas.openxmlformats.org/officeDocument/2006/relationships/customXml" Target="../ink/ink1192.xml"/><Relationship Id="rId30" Type="http://schemas.openxmlformats.org/officeDocument/2006/relationships/customXml" Target="../ink/ink1200.xml"/><Relationship Id="rId35" Type="http://schemas.openxmlformats.org/officeDocument/2006/relationships/image" Target="../media/image8410.png"/><Relationship Id="rId56" Type="http://schemas.openxmlformats.org/officeDocument/2006/relationships/customXml" Target="../ink/ink1213.xml"/><Relationship Id="rId77" Type="http://schemas.openxmlformats.org/officeDocument/2006/relationships/image" Target="../media/image10310.png"/><Relationship Id="rId100" Type="http://schemas.openxmlformats.org/officeDocument/2006/relationships/customXml" Target="../ink/ink1235.xml"/><Relationship Id="rId105" Type="http://schemas.openxmlformats.org/officeDocument/2006/relationships/image" Target="../media/image1170.png"/><Relationship Id="rId126" Type="http://schemas.openxmlformats.org/officeDocument/2006/relationships/customXml" Target="../ink/ink1248.xml"/><Relationship Id="rId147" Type="http://schemas.openxmlformats.org/officeDocument/2006/relationships/image" Target="../media/image1380.png"/><Relationship Id="rId168" Type="http://schemas.openxmlformats.org/officeDocument/2006/relationships/customXml" Target="../ink/ink1269.xml"/><Relationship Id="rId8" Type="http://schemas.openxmlformats.org/officeDocument/2006/relationships/customXml" Target="../ink/ink1189.xml"/><Relationship Id="rId51" Type="http://schemas.openxmlformats.org/officeDocument/2006/relationships/image" Target="../media/image9210.png"/><Relationship Id="rId72" Type="http://schemas.openxmlformats.org/officeDocument/2006/relationships/customXml" Target="../ink/ink1221.xml"/><Relationship Id="rId93" Type="http://schemas.openxmlformats.org/officeDocument/2006/relationships/image" Target="../media/image11110.png"/><Relationship Id="rId98" Type="http://schemas.openxmlformats.org/officeDocument/2006/relationships/customXml" Target="../ink/ink1234.xml"/><Relationship Id="rId121" Type="http://schemas.openxmlformats.org/officeDocument/2006/relationships/image" Target="../media/image1250.png"/><Relationship Id="rId142" Type="http://schemas.openxmlformats.org/officeDocument/2006/relationships/customXml" Target="../ink/ink1256.xml"/><Relationship Id="rId163" Type="http://schemas.openxmlformats.org/officeDocument/2006/relationships/image" Target="../media/image1460.png"/><Relationship Id="rId3" Type="http://schemas.openxmlformats.org/officeDocument/2006/relationships/image" Target="../media/image2510.png"/><Relationship Id="rId25" Type="http://schemas.openxmlformats.org/officeDocument/2006/relationships/image" Target="../media/image7910.png"/><Relationship Id="rId46" Type="http://schemas.openxmlformats.org/officeDocument/2006/relationships/customXml" Target="../ink/ink1208.xml"/><Relationship Id="rId67" Type="http://schemas.openxmlformats.org/officeDocument/2006/relationships/image" Target="../media/image9910.png"/><Relationship Id="rId116" Type="http://schemas.openxmlformats.org/officeDocument/2006/relationships/customXml" Target="../ink/ink1243.xml"/><Relationship Id="rId137" Type="http://schemas.openxmlformats.org/officeDocument/2006/relationships/image" Target="../media/image1330.png"/><Relationship Id="rId158" Type="http://schemas.openxmlformats.org/officeDocument/2006/relationships/customXml" Target="../ink/ink1264.xml"/><Relationship Id="rId20" Type="http://schemas.openxmlformats.org/officeDocument/2006/relationships/customXml" Target="../ink/ink1195.xml"/><Relationship Id="rId41" Type="http://schemas.openxmlformats.org/officeDocument/2006/relationships/image" Target="../media/image8710.png"/><Relationship Id="rId62" Type="http://schemas.openxmlformats.org/officeDocument/2006/relationships/customXml" Target="../ink/ink1216.xml"/><Relationship Id="rId83" Type="http://schemas.openxmlformats.org/officeDocument/2006/relationships/image" Target="../media/image10610.png"/><Relationship Id="rId88" Type="http://schemas.openxmlformats.org/officeDocument/2006/relationships/customXml" Target="../ink/ink1229.xml"/><Relationship Id="rId111" Type="http://schemas.openxmlformats.org/officeDocument/2006/relationships/image" Target="../media/image1200.png"/><Relationship Id="rId132" Type="http://schemas.openxmlformats.org/officeDocument/2006/relationships/customXml" Target="../ink/ink1251.xml"/><Relationship Id="rId153" Type="http://schemas.openxmlformats.org/officeDocument/2006/relationships/image" Target="../media/image1411.png"/><Relationship Id="rId174" Type="http://schemas.openxmlformats.org/officeDocument/2006/relationships/customXml" Target="../ink/ink1272.xml"/><Relationship Id="rId179" Type="http://schemas.openxmlformats.org/officeDocument/2006/relationships/image" Target="../media/image1540.png"/><Relationship Id="rId15" Type="http://schemas.openxmlformats.org/officeDocument/2006/relationships/image" Target="../media/image7410.png"/><Relationship Id="rId36" Type="http://schemas.openxmlformats.org/officeDocument/2006/relationships/customXml" Target="../ink/ink1203.xml"/><Relationship Id="rId57" Type="http://schemas.openxmlformats.org/officeDocument/2006/relationships/image" Target="../media/image9510.png"/><Relationship Id="rId106" Type="http://schemas.openxmlformats.org/officeDocument/2006/relationships/customXml" Target="../ink/ink1238.xml"/><Relationship Id="rId127" Type="http://schemas.openxmlformats.org/officeDocument/2006/relationships/image" Target="../media/image1280.png"/><Relationship Id="rId10" Type="http://schemas.openxmlformats.org/officeDocument/2006/relationships/customXml" Target="../ink/ink1190.xml"/><Relationship Id="rId31" Type="http://schemas.openxmlformats.org/officeDocument/2006/relationships/image" Target="../media/image8210.png"/><Relationship Id="rId52" Type="http://schemas.openxmlformats.org/officeDocument/2006/relationships/customXml" Target="../ink/ink1211.xml"/><Relationship Id="rId73" Type="http://schemas.openxmlformats.org/officeDocument/2006/relationships/image" Target="../media/image10110.png"/><Relationship Id="rId78" Type="http://schemas.openxmlformats.org/officeDocument/2006/relationships/customXml" Target="../ink/ink1224.xml"/><Relationship Id="rId94" Type="http://schemas.openxmlformats.org/officeDocument/2006/relationships/customXml" Target="../ink/ink1232.xml"/><Relationship Id="rId99" Type="http://schemas.openxmlformats.org/officeDocument/2006/relationships/image" Target="../media/image1140.png"/><Relationship Id="rId101" Type="http://schemas.openxmlformats.org/officeDocument/2006/relationships/image" Target="../media/image1150.png"/><Relationship Id="rId122" Type="http://schemas.openxmlformats.org/officeDocument/2006/relationships/customXml" Target="../ink/ink1246.xml"/><Relationship Id="rId143" Type="http://schemas.openxmlformats.org/officeDocument/2006/relationships/image" Target="../media/image1360.png"/><Relationship Id="rId148" Type="http://schemas.openxmlformats.org/officeDocument/2006/relationships/customXml" Target="../ink/ink1259.xml"/><Relationship Id="rId164" Type="http://schemas.openxmlformats.org/officeDocument/2006/relationships/customXml" Target="../ink/ink1267.xml"/><Relationship Id="rId169" Type="http://schemas.openxmlformats.org/officeDocument/2006/relationships/image" Target="../media/image1490.png"/><Relationship Id="rId4" Type="http://schemas.openxmlformats.org/officeDocument/2006/relationships/customXml" Target="../ink/ink1187.xml"/><Relationship Id="rId9" Type="http://schemas.openxmlformats.org/officeDocument/2006/relationships/image" Target="../media/image2810.png"/><Relationship Id="rId180" Type="http://schemas.openxmlformats.org/officeDocument/2006/relationships/customXml" Target="../ink/ink1275.xml"/><Relationship Id="rId26" Type="http://schemas.openxmlformats.org/officeDocument/2006/relationships/customXml" Target="../ink/ink1198.xml"/><Relationship Id="rId47" Type="http://schemas.openxmlformats.org/officeDocument/2006/relationships/image" Target="../media/image9010.png"/><Relationship Id="rId68" Type="http://schemas.openxmlformats.org/officeDocument/2006/relationships/customXml" Target="../ink/ink1219.xml"/><Relationship Id="rId89" Type="http://schemas.openxmlformats.org/officeDocument/2006/relationships/image" Target="../media/image10910.png"/><Relationship Id="rId112" Type="http://schemas.openxmlformats.org/officeDocument/2006/relationships/customXml" Target="../ink/ink1241.xml"/><Relationship Id="rId133" Type="http://schemas.openxmlformats.org/officeDocument/2006/relationships/image" Target="../media/image1311.png"/><Relationship Id="rId154" Type="http://schemas.openxmlformats.org/officeDocument/2006/relationships/customXml" Target="../ink/ink1262.xml"/><Relationship Id="rId175" Type="http://schemas.openxmlformats.org/officeDocument/2006/relationships/image" Target="../media/image1520.png"/><Relationship Id="rId16" Type="http://schemas.openxmlformats.org/officeDocument/2006/relationships/customXml" Target="../ink/ink1193.xml"/><Relationship Id="rId37" Type="http://schemas.openxmlformats.org/officeDocument/2006/relationships/image" Target="../media/image8510.png"/><Relationship Id="rId58" Type="http://schemas.openxmlformats.org/officeDocument/2006/relationships/customXml" Target="../ink/ink1214.xml"/><Relationship Id="rId79" Type="http://schemas.openxmlformats.org/officeDocument/2006/relationships/image" Target="../media/image10410.png"/><Relationship Id="rId102" Type="http://schemas.openxmlformats.org/officeDocument/2006/relationships/customXml" Target="../ink/ink1236.xml"/><Relationship Id="rId123" Type="http://schemas.openxmlformats.org/officeDocument/2006/relationships/image" Target="../media/image1260.png"/><Relationship Id="rId144" Type="http://schemas.openxmlformats.org/officeDocument/2006/relationships/customXml" Target="../ink/ink1257.xml"/><Relationship Id="rId90" Type="http://schemas.openxmlformats.org/officeDocument/2006/relationships/customXml" Target="../ink/ink1230.xml"/><Relationship Id="rId165" Type="http://schemas.openxmlformats.org/officeDocument/2006/relationships/image" Target="../media/image1470.png"/><Relationship Id="rId27" Type="http://schemas.openxmlformats.org/officeDocument/2006/relationships/image" Target="../media/image8010.png"/><Relationship Id="rId48" Type="http://schemas.openxmlformats.org/officeDocument/2006/relationships/customXml" Target="../ink/ink1209.xml"/><Relationship Id="rId69" Type="http://schemas.openxmlformats.org/officeDocument/2006/relationships/image" Target="../media/image10010.png"/><Relationship Id="rId113" Type="http://schemas.openxmlformats.org/officeDocument/2006/relationships/image" Target="../media/image1211.png"/><Relationship Id="rId134" Type="http://schemas.openxmlformats.org/officeDocument/2006/relationships/customXml" Target="../ink/ink1252.xml"/><Relationship Id="rId80" Type="http://schemas.openxmlformats.org/officeDocument/2006/relationships/customXml" Target="../ink/ink1225.xml"/><Relationship Id="rId155" Type="http://schemas.openxmlformats.org/officeDocument/2006/relationships/image" Target="../media/image1420.png"/><Relationship Id="rId176" Type="http://schemas.openxmlformats.org/officeDocument/2006/relationships/customXml" Target="../ink/ink1273.xml"/><Relationship Id="rId17" Type="http://schemas.openxmlformats.org/officeDocument/2006/relationships/image" Target="../media/image7510.png"/><Relationship Id="rId38" Type="http://schemas.openxmlformats.org/officeDocument/2006/relationships/customXml" Target="../ink/ink1204.xml"/><Relationship Id="rId59" Type="http://schemas.openxmlformats.org/officeDocument/2006/relationships/image" Target="../media/image5310.png"/><Relationship Id="rId103" Type="http://schemas.openxmlformats.org/officeDocument/2006/relationships/image" Target="../media/image1160.png"/><Relationship Id="rId124" Type="http://schemas.openxmlformats.org/officeDocument/2006/relationships/customXml" Target="../ink/ink1247.xml"/><Relationship Id="rId70" Type="http://schemas.openxmlformats.org/officeDocument/2006/relationships/customXml" Target="../ink/ink1220.xml"/><Relationship Id="rId91" Type="http://schemas.openxmlformats.org/officeDocument/2006/relationships/image" Target="../media/image1108.png"/><Relationship Id="rId145" Type="http://schemas.openxmlformats.org/officeDocument/2006/relationships/image" Target="../media/image1370.png"/><Relationship Id="rId166" Type="http://schemas.openxmlformats.org/officeDocument/2006/relationships/customXml" Target="../ink/ink1268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199.xml"/><Relationship Id="rId49" Type="http://schemas.openxmlformats.org/officeDocument/2006/relationships/image" Target="../media/image9110.png"/><Relationship Id="rId114" Type="http://schemas.openxmlformats.org/officeDocument/2006/relationships/customXml" Target="../ink/ink1242.xml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42" Type="http://schemas.openxmlformats.org/officeDocument/2006/relationships/customXml" Target="../ink/ink1296.xml"/><Relationship Id="rId63" Type="http://schemas.openxmlformats.org/officeDocument/2006/relationships/image" Target="../media/image9710.png"/><Relationship Id="rId84" Type="http://schemas.openxmlformats.org/officeDocument/2006/relationships/customXml" Target="../ink/ink1317.xml"/><Relationship Id="rId138" Type="http://schemas.openxmlformats.org/officeDocument/2006/relationships/customXml" Target="../ink/ink1344.xml"/><Relationship Id="rId159" Type="http://schemas.openxmlformats.org/officeDocument/2006/relationships/image" Target="../media/image1880.png"/><Relationship Id="rId170" Type="http://schemas.openxmlformats.org/officeDocument/2006/relationships/customXml" Target="../ink/ink1360.xml"/><Relationship Id="rId191" Type="http://schemas.openxmlformats.org/officeDocument/2006/relationships/image" Target="../media/image2040.png"/><Relationship Id="rId205" Type="http://schemas.openxmlformats.org/officeDocument/2006/relationships/image" Target="../media/image2111.png"/><Relationship Id="rId226" Type="http://schemas.openxmlformats.org/officeDocument/2006/relationships/customXml" Target="../ink/ink1388.xml"/><Relationship Id="rId247" Type="http://schemas.openxmlformats.org/officeDocument/2006/relationships/customXml" Target="../ink/ink1399.xml"/><Relationship Id="rId107" Type="http://schemas.openxmlformats.org/officeDocument/2006/relationships/image" Target="../media/image1630.png"/><Relationship Id="rId11" Type="http://schemas.openxmlformats.org/officeDocument/2006/relationships/image" Target="../media/image7210.png"/><Relationship Id="rId32" Type="http://schemas.openxmlformats.org/officeDocument/2006/relationships/customXml" Target="../ink/ink1291.xml"/><Relationship Id="rId53" Type="http://schemas.openxmlformats.org/officeDocument/2006/relationships/image" Target="../media/image9310.png"/><Relationship Id="rId74" Type="http://schemas.openxmlformats.org/officeDocument/2006/relationships/customXml" Target="../ink/ink1312.xml"/><Relationship Id="rId128" Type="http://schemas.openxmlformats.org/officeDocument/2006/relationships/customXml" Target="../ink/ink1339.xml"/><Relationship Id="rId149" Type="http://schemas.openxmlformats.org/officeDocument/2006/relationships/image" Target="../media/image1830.png"/><Relationship Id="rId5" Type="http://schemas.openxmlformats.org/officeDocument/2006/relationships/image" Target="../media/image7010.png"/><Relationship Id="rId95" Type="http://schemas.openxmlformats.org/officeDocument/2006/relationships/image" Target="../media/image1570.png"/><Relationship Id="rId160" Type="http://schemas.openxmlformats.org/officeDocument/2006/relationships/customXml" Target="../ink/ink1355.xml"/><Relationship Id="rId181" Type="http://schemas.openxmlformats.org/officeDocument/2006/relationships/image" Target="../media/image1990.png"/><Relationship Id="rId216" Type="http://schemas.openxmlformats.org/officeDocument/2006/relationships/customXml" Target="../ink/ink1383.xml"/><Relationship Id="rId237" Type="http://schemas.openxmlformats.org/officeDocument/2006/relationships/customXml" Target="../ink/ink1394.xml"/><Relationship Id="rId22" Type="http://schemas.openxmlformats.org/officeDocument/2006/relationships/customXml" Target="../ink/ink1286.xml"/><Relationship Id="rId43" Type="http://schemas.openxmlformats.org/officeDocument/2006/relationships/image" Target="../media/image8810.png"/><Relationship Id="rId64" Type="http://schemas.openxmlformats.org/officeDocument/2006/relationships/customXml" Target="../ink/ink1307.xml"/><Relationship Id="rId118" Type="http://schemas.openxmlformats.org/officeDocument/2006/relationships/customXml" Target="../ink/ink1334.xml"/><Relationship Id="rId139" Type="http://schemas.openxmlformats.org/officeDocument/2006/relationships/image" Target="../media/image1780.png"/><Relationship Id="rId85" Type="http://schemas.openxmlformats.org/officeDocument/2006/relationships/image" Target="../media/image10710.png"/><Relationship Id="rId150" Type="http://schemas.openxmlformats.org/officeDocument/2006/relationships/customXml" Target="../ink/ink1350.xml"/><Relationship Id="rId171" Type="http://schemas.openxmlformats.org/officeDocument/2006/relationships/image" Target="../media/image1940.png"/><Relationship Id="rId192" Type="http://schemas.openxmlformats.org/officeDocument/2006/relationships/customXml" Target="../ink/ink1371.xml"/><Relationship Id="rId206" Type="http://schemas.openxmlformats.org/officeDocument/2006/relationships/customXml" Target="../ink/ink1378.xml"/><Relationship Id="rId227" Type="http://schemas.openxmlformats.org/officeDocument/2006/relationships/customXml" Target="../ink/ink1389.xml"/><Relationship Id="rId248" Type="http://schemas.openxmlformats.org/officeDocument/2006/relationships/image" Target="../media/image2320.png"/><Relationship Id="rId12" Type="http://schemas.openxmlformats.org/officeDocument/2006/relationships/customXml" Target="../ink/ink1281.xml"/><Relationship Id="rId33" Type="http://schemas.openxmlformats.org/officeDocument/2006/relationships/image" Target="../media/image8310.png"/><Relationship Id="rId108" Type="http://schemas.openxmlformats.org/officeDocument/2006/relationships/customXml" Target="../ink/ink1329.xml"/><Relationship Id="rId129" Type="http://schemas.openxmlformats.org/officeDocument/2006/relationships/image" Target="../media/image1290.png"/><Relationship Id="rId54" Type="http://schemas.openxmlformats.org/officeDocument/2006/relationships/customXml" Target="../ink/ink1302.xml"/><Relationship Id="rId75" Type="http://schemas.openxmlformats.org/officeDocument/2006/relationships/image" Target="../media/image10211.png"/><Relationship Id="rId96" Type="http://schemas.openxmlformats.org/officeDocument/2006/relationships/customXml" Target="../ink/ink1323.xml"/><Relationship Id="rId140" Type="http://schemas.openxmlformats.org/officeDocument/2006/relationships/customXml" Target="../ink/ink1345.xml"/><Relationship Id="rId161" Type="http://schemas.openxmlformats.org/officeDocument/2006/relationships/image" Target="../media/image1890.png"/><Relationship Id="rId182" Type="http://schemas.openxmlformats.org/officeDocument/2006/relationships/customXml" Target="../ink/ink1366.xml"/><Relationship Id="rId217" Type="http://schemas.openxmlformats.org/officeDocument/2006/relationships/image" Target="../media/image2170.png"/><Relationship Id="rId6" Type="http://schemas.openxmlformats.org/officeDocument/2006/relationships/customXml" Target="../ink/ink1278.xml"/><Relationship Id="rId238" Type="http://schemas.openxmlformats.org/officeDocument/2006/relationships/image" Target="../media/image227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44" Type="http://schemas.openxmlformats.org/officeDocument/2006/relationships/customXml" Target="../ink/ink1297.xml"/><Relationship Id="rId65" Type="http://schemas.openxmlformats.org/officeDocument/2006/relationships/image" Target="../media/image9810.png"/><Relationship Id="rId86" Type="http://schemas.openxmlformats.org/officeDocument/2006/relationships/customXml" Target="../ink/ink1318.xml"/><Relationship Id="rId130" Type="http://schemas.openxmlformats.org/officeDocument/2006/relationships/customXml" Target="../ink/ink1340.xml"/><Relationship Id="rId151" Type="http://schemas.openxmlformats.org/officeDocument/2006/relationships/image" Target="../media/image1840.png"/><Relationship Id="rId172" Type="http://schemas.openxmlformats.org/officeDocument/2006/relationships/customXml" Target="../ink/ink1361.xml"/><Relationship Id="rId193" Type="http://schemas.openxmlformats.org/officeDocument/2006/relationships/image" Target="../media/image2050.png"/><Relationship Id="rId207" Type="http://schemas.openxmlformats.org/officeDocument/2006/relationships/image" Target="../media/image2120.png"/><Relationship Id="rId228" Type="http://schemas.openxmlformats.org/officeDocument/2006/relationships/image" Target="../media/image2220.png"/><Relationship Id="rId249" Type="http://schemas.openxmlformats.org/officeDocument/2006/relationships/customXml" Target="../ink/ink1400.xml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34" Type="http://schemas.openxmlformats.org/officeDocument/2006/relationships/customXml" Target="../ink/ink1292.xml"/><Relationship Id="rId55" Type="http://schemas.openxmlformats.org/officeDocument/2006/relationships/image" Target="../media/image9410.png"/><Relationship Id="rId76" Type="http://schemas.openxmlformats.org/officeDocument/2006/relationships/customXml" Target="../ink/ink1313.xml"/><Relationship Id="rId97" Type="http://schemas.openxmlformats.org/officeDocument/2006/relationships/image" Target="../media/image1580.png"/><Relationship Id="rId120" Type="http://schemas.openxmlformats.org/officeDocument/2006/relationships/customXml" Target="../ink/ink1335.xml"/><Relationship Id="rId141" Type="http://schemas.openxmlformats.org/officeDocument/2006/relationships/image" Target="../media/image1790.png"/><Relationship Id="rId7" Type="http://schemas.openxmlformats.org/officeDocument/2006/relationships/image" Target="../media/image7110.png"/><Relationship Id="rId162" Type="http://schemas.openxmlformats.org/officeDocument/2006/relationships/customXml" Target="../ink/ink1356.xml"/><Relationship Id="rId183" Type="http://schemas.openxmlformats.org/officeDocument/2006/relationships/image" Target="../media/image2000.png"/><Relationship Id="rId218" Type="http://schemas.openxmlformats.org/officeDocument/2006/relationships/customXml" Target="../ink/ink1384.xml"/><Relationship Id="rId239" Type="http://schemas.openxmlformats.org/officeDocument/2006/relationships/customXml" Target="../ink/ink1395.xml"/><Relationship Id="rId250" Type="http://schemas.openxmlformats.org/officeDocument/2006/relationships/image" Target="../media/image2330.png"/><Relationship Id="rId24" Type="http://schemas.openxmlformats.org/officeDocument/2006/relationships/customXml" Target="../ink/ink1287.xml"/><Relationship Id="rId45" Type="http://schemas.openxmlformats.org/officeDocument/2006/relationships/image" Target="../media/image8910.png"/><Relationship Id="rId66" Type="http://schemas.openxmlformats.org/officeDocument/2006/relationships/customXml" Target="../ink/ink1308.xml"/><Relationship Id="rId87" Type="http://schemas.openxmlformats.org/officeDocument/2006/relationships/image" Target="../media/image10810.png"/><Relationship Id="rId110" Type="http://schemas.openxmlformats.org/officeDocument/2006/relationships/customXml" Target="../ink/ink1330.xml"/><Relationship Id="rId131" Type="http://schemas.openxmlformats.org/officeDocument/2006/relationships/image" Target="../media/image1740.png"/><Relationship Id="rId152" Type="http://schemas.openxmlformats.org/officeDocument/2006/relationships/customXml" Target="../ink/ink1351.xml"/><Relationship Id="rId173" Type="http://schemas.openxmlformats.org/officeDocument/2006/relationships/image" Target="../media/image1950.png"/><Relationship Id="rId194" Type="http://schemas.openxmlformats.org/officeDocument/2006/relationships/customXml" Target="../ink/ink1372.xml"/><Relationship Id="rId208" Type="http://schemas.openxmlformats.org/officeDocument/2006/relationships/customXml" Target="../ink/ink1379.xml"/><Relationship Id="rId229" Type="http://schemas.openxmlformats.org/officeDocument/2006/relationships/customXml" Target="../ink/ink1390.xml"/><Relationship Id="rId240" Type="http://schemas.openxmlformats.org/officeDocument/2006/relationships/image" Target="../media/image2280.png"/><Relationship Id="rId14" Type="http://schemas.openxmlformats.org/officeDocument/2006/relationships/customXml" Target="../ink/ink1282.xml"/><Relationship Id="rId35" Type="http://schemas.openxmlformats.org/officeDocument/2006/relationships/image" Target="../media/image8410.png"/><Relationship Id="rId56" Type="http://schemas.openxmlformats.org/officeDocument/2006/relationships/customXml" Target="../ink/ink1303.xml"/><Relationship Id="rId77" Type="http://schemas.openxmlformats.org/officeDocument/2006/relationships/image" Target="../media/image10310.png"/><Relationship Id="rId100" Type="http://schemas.openxmlformats.org/officeDocument/2006/relationships/customXml" Target="../ink/ink1325.xml"/><Relationship Id="rId8" Type="http://schemas.openxmlformats.org/officeDocument/2006/relationships/customXml" Target="../ink/ink1279.xml"/><Relationship Id="rId98" Type="http://schemas.openxmlformats.org/officeDocument/2006/relationships/customXml" Target="../ink/ink1324.xml"/><Relationship Id="rId121" Type="http://schemas.openxmlformats.org/officeDocument/2006/relationships/image" Target="../media/image1700.png"/><Relationship Id="rId142" Type="http://schemas.openxmlformats.org/officeDocument/2006/relationships/customXml" Target="../ink/ink1346.xml"/><Relationship Id="rId163" Type="http://schemas.openxmlformats.org/officeDocument/2006/relationships/image" Target="../media/image1900.png"/><Relationship Id="rId184" Type="http://schemas.openxmlformats.org/officeDocument/2006/relationships/customXml" Target="../ink/ink1367.xml"/><Relationship Id="rId219" Type="http://schemas.openxmlformats.org/officeDocument/2006/relationships/image" Target="../media/image2180.png"/><Relationship Id="rId230" Type="http://schemas.openxmlformats.org/officeDocument/2006/relationships/image" Target="../media/image2230.png"/><Relationship Id="rId25" Type="http://schemas.openxmlformats.org/officeDocument/2006/relationships/image" Target="../media/image7910.png"/><Relationship Id="rId46" Type="http://schemas.openxmlformats.org/officeDocument/2006/relationships/customXml" Target="../ink/ink1298.xml"/><Relationship Id="rId67" Type="http://schemas.openxmlformats.org/officeDocument/2006/relationships/image" Target="../media/image9910.png"/><Relationship Id="rId88" Type="http://schemas.openxmlformats.org/officeDocument/2006/relationships/customXml" Target="../ink/ink1319.xml"/><Relationship Id="rId111" Type="http://schemas.openxmlformats.org/officeDocument/2006/relationships/image" Target="../media/image1650.png"/><Relationship Id="rId132" Type="http://schemas.openxmlformats.org/officeDocument/2006/relationships/customXml" Target="../ink/ink1341.xml"/><Relationship Id="rId153" Type="http://schemas.openxmlformats.org/officeDocument/2006/relationships/image" Target="../media/image1850.png"/><Relationship Id="rId174" Type="http://schemas.openxmlformats.org/officeDocument/2006/relationships/customXml" Target="../ink/ink1362.xml"/><Relationship Id="rId195" Type="http://schemas.openxmlformats.org/officeDocument/2006/relationships/image" Target="../media/image2060.png"/><Relationship Id="rId209" Type="http://schemas.openxmlformats.org/officeDocument/2006/relationships/image" Target="../media/image2130.png"/><Relationship Id="rId220" Type="http://schemas.openxmlformats.org/officeDocument/2006/relationships/customXml" Target="../ink/ink1385.xml"/><Relationship Id="rId241" Type="http://schemas.openxmlformats.org/officeDocument/2006/relationships/customXml" Target="../ink/ink1396.xml"/><Relationship Id="rId15" Type="http://schemas.openxmlformats.org/officeDocument/2006/relationships/image" Target="../media/image7410.png"/><Relationship Id="rId36" Type="http://schemas.openxmlformats.org/officeDocument/2006/relationships/customXml" Target="../ink/ink1293.xml"/><Relationship Id="rId57" Type="http://schemas.openxmlformats.org/officeDocument/2006/relationships/image" Target="../media/image9510.png"/><Relationship Id="rId78" Type="http://schemas.openxmlformats.org/officeDocument/2006/relationships/customXml" Target="../ink/ink1314.xml"/><Relationship Id="rId99" Type="http://schemas.openxmlformats.org/officeDocument/2006/relationships/image" Target="../media/image1590.png"/><Relationship Id="rId101" Type="http://schemas.openxmlformats.org/officeDocument/2006/relationships/image" Target="../media/image1600.png"/><Relationship Id="rId122" Type="http://schemas.openxmlformats.org/officeDocument/2006/relationships/customXml" Target="../ink/ink1336.xml"/><Relationship Id="rId143" Type="http://schemas.openxmlformats.org/officeDocument/2006/relationships/image" Target="../media/image1800.png"/><Relationship Id="rId164" Type="http://schemas.openxmlformats.org/officeDocument/2006/relationships/customXml" Target="../ink/ink1357.xml"/><Relationship Id="rId185" Type="http://schemas.openxmlformats.org/officeDocument/2006/relationships/image" Target="../media/image2010.png"/><Relationship Id="rId4" Type="http://schemas.openxmlformats.org/officeDocument/2006/relationships/customXml" Target="../ink/ink1277.xml"/><Relationship Id="rId9" Type="http://schemas.openxmlformats.org/officeDocument/2006/relationships/image" Target="../media/image2810.png"/><Relationship Id="rId180" Type="http://schemas.openxmlformats.org/officeDocument/2006/relationships/customXml" Target="../ink/ink1365.xml"/><Relationship Id="rId210" Type="http://schemas.openxmlformats.org/officeDocument/2006/relationships/customXml" Target="../ink/ink1380.xml"/><Relationship Id="rId215" Type="http://schemas.openxmlformats.org/officeDocument/2006/relationships/image" Target="../media/image2160.png"/><Relationship Id="rId236" Type="http://schemas.openxmlformats.org/officeDocument/2006/relationships/image" Target="../media/image2260.png"/><Relationship Id="rId26" Type="http://schemas.openxmlformats.org/officeDocument/2006/relationships/customXml" Target="../ink/ink1288.xml"/><Relationship Id="rId231" Type="http://schemas.openxmlformats.org/officeDocument/2006/relationships/customXml" Target="../ink/ink1391.xml"/><Relationship Id="rId47" Type="http://schemas.openxmlformats.org/officeDocument/2006/relationships/image" Target="../media/image9010.png"/><Relationship Id="rId68" Type="http://schemas.openxmlformats.org/officeDocument/2006/relationships/customXml" Target="../ink/ink1309.xml"/><Relationship Id="rId89" Type="http://schemas.openxmlformats.org/officeDocument/2006/relationships/image" Target="../media/image10910.png"/><Relationship Id="rId112" Type="http://schemas.openxmlformats.org/officeDocument/2006/relationships/customXml" Target="../ink/ink1331.xml"/><Relationship Id="rId133" Type="http://schemas.openxmlformats.org/officeDocument/2006/relationships/image" Target="../media/image1750.png"/><Relationship Id="rId154" Type="http://schemas.openxmlformats.org/officeDocument/2006/relationships/customXml" Target="../ink/ink1352.xml"/><Relationship Id="rId175" Type="http://schemas.openxmlformats.org/officeDocument/2006/relationships/image" Target="../media/image1960.png"/><Relationship Id="rId196" Type="http://schemas.openxmlformats.org/officeDocument/2006/relationships/customXml" Target="../ink/ink1373.xml"/><Relationship Id="rId200" Type="http://schemas.openxmlformats.org/officeDocument/2006/relationships/customXml" Target="../ink/ink1375.xml"/><Relationship Id="rId16" Type="http://schemas.openxmlformats.org/officeDocument/2006/relationships/customXml" Target="../ink/ink1283.xml"/><Relationship Id="rId221" Type="http://schemas.openxmlformats.org/officeDocument/2006/relationships/image" Target="../media/image2190.png"/><Relationship Id="rId242" Type="http://schemas.openxmlformats.org/officeDocument/2006/relationships/image" Target="../media/image2290.png"/><Relationship Id="rId37" Type="http://schemas.openxmlformats.org/officeDocument/2006/relationships/image" Target="../media/image8510.png"/><Relationship Id="rId58" Type="http://schemas.openxmlformats.org/officeDocument/2006/relationships/customXml" Target="../ink/ink1304.xml"/><Relationship Id="rId79" Type="http://schemas.openxmlformats.org/officeDocument/2006/relationships/image" Target="../media/image10410.png"/><Relationship Id="rId102" Type="http://schemas.openxmlformats.org/officeDocument/2006/relationships/customXml" Target="../ink/ink1326.xml"/><Relationship Id="rId123" Type="http://schemas.openxmlformats.org/officeDocument/2006/relationships/image" Target="../media/image1711.png"/><Relationship Id="rId144" Type="http://schemas.openxmlformats.org/officeDocument/2006/relationships/customXml" Target="../ink/ink1347.xml"/><Relationship Id="rId90" Type="http://schemas.openxmlformats.org/officeDocument/2006/relationships/customXml" Target="../ink/ink1320.xml"/><Relationship Id="rId165" Type="http://schemas.openxmlformats.org/officeDocument/2006/relationships/image" Target="../media/image1911.png"/><Relationship Id="rId186" Type="http://schemas.openxmlformats.org/officeDocument/2006/relationships/customXml" Target="../ink/ink1368.xml"/><Relationship Id="rId211" Type="http://schemas.openxmlformats.org/officeDocument/2006/relationships/image" Target="../media/image2140.png"/><Relationship Id="rId232" Type="http://schemas.openxmlformats.org/officeDocument/2006/relationships/image" Target="../media/image2240.png"/><Relationship Id="rId27" Type="http://schemas.openxmlformats.org/officeDocument/2006/relationships/image" Target="../media/image8010.png"/><Relationship Id="rId48" Type="http://schemas.openxmlformats.org/officeDocument/2006/relationships/customXml" Target="../ink/ink1299.xml"/><Relationship Id="rId69" Type="http://schemas.openxmlformats.org/officeDocument/2006/relationships/image" Target="../media/image10010.png"/><Relationship Id="rId113" Type="http://schemas.openxmlformats.org/officeDocument/2006/relationships/image" Target="../media/image1660.png"/><Relationship Id="rId134" Type="http://schemas.openxmlformats.org/officeDocument/2006/relationships/customXml" Target="../ink/ink1342.xml"/><Relationship Id="rId80" Type="http://schemas.openxmlformats.org/officeDocument/2006/relationships/customXml" Target="../ink/ink1315.xml"/><Relationship Id="rId155" Type="http://schemas.openxmlformats.org/officeDocument/2006/relationships/image" Target="../media/image1860.png"/><Relationship Id="rId176" Type="http://schemas.openxmlformats.org/officeDocument/2006/relationships/customXml" Target="../ink/ink1363.xml"/><Relationship Id="rId197" Type="http://schemas.openxmlformats.org/officeDocument/2006/relationships/image" Target="../media/image2070.png"/><Relationship Id="rId201" Type="http://schemas.openxmlformats.org/officeDocument/2006/relationships/image" Target="../media/image2090.png"/><Relationship Id="rId222" Type="http://schemas.openxmlformats.org/officeDocument/2006/relationships/customXml" Target="../ink/ink1386.xml"/><Relationship Id="rId243" Type="http://schemas.openxmlformats.org/officeDocument/2006/relationships/customXml" Target="../ink/ink1397.xml"/><Relationship Id="rId17" Type="http://schemas.openxmlformats.org/officeDocument/2006/relationships/image" Target="../media/image7510.png"/><Relationship Id="rId38" Type="http://schemas.openxmlformats.org/officeDocument/2006/relationships/customXml" Target="../ink/ink1294.xml"/><Relationship Id="rId59" Type="http://schemas.openxmlformats.org/officeDocument/2006/relationships/image" Target="../media/image5310.png"/><Relationship Id="rId103" Type="http://schemas.openxmlformats.org/officeDocument/2006/relationships/image" Target="../media/image1611.png"/><Relationship Id="rId124" Type="http://schemas.openxmlformats.org/officeDocument/2006/relationships/customXml" Target="../ink/ink1337.xml"/><Relationship Id="rId70" Type="http://schemas.openxmlformats.org/officeDocument/2006/relationships/customXml" Target="../ink/ink1310.xml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66" Type="http://schemas.openxmlformats.org/officeDocument/2006/relationships/customXml" Target="../ink/ink1358.xml"/><Relationship Id="rId187" Type="http://schemas.openxmlformats.org/officeDocument/2006/relationships/image" Target="../media/image202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381.xml"/><Relationship Id="rId233" Type="http://schemas.openxmlformats.org/officeDocument/2006/relationships/customXml" Target="../ink/ink1392.xml"/><Relationship Id="rId28" Type="http://schemas.openxmlformats.org/officeDocument/2006/relationships/customXml" Target="../ink/ink1289.xml"/><Relationship Id="rId49" Type="http://schemas.openxmlformats.org/officeDocument/2006/relationships/image" Target="../media/image9110.png"/><Relationship Id="rId114" Type="http://schemas.openxmlformats.org/officeDocument/2006/relationships/customXml" Target="../ink/ink1332.xml"/><Relationship Id="rId60" Type="http://schemas.openxmlformats.org/officeDocument/2006/relationships/customXml" Target="../ink/ink1305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1353.xml"/><Relationship Id="rId177" Type="http://schemas.openxmlformats.org/officeDocument/2006/relationships/image" Target="../media/image1970.png"/><Relationship Id="rId198" Type="http://schemas.openxmlformats.org/officeDocument/2006/relationships/customXml" Target="../ink/ink1374.xml"/><Relationship Id="rId202" Type="http://schemas.openxmlformats.org/officeDocument/2006/relationships/customXml" Target="../ink/ink1376.xml"/><Relationship Id="rId223" Type="http://schemas.openxmlformats.org/officeDocument/2006/relationships/image" Target="../media/image2200.png"/><Relationship Id="rId244" Type="http://schemas.openxmlformats.org/officeDocument/2006/relationships/image" Target="../media/image2300.png"/><Relationship Id="rId18" Type="http://schemas.openxmlformats.org/officeDocument/2006/relationships/customXml" Target="../ink/ink1284.xml"/><Relationship Id="rId39" Type="http://schemas.openxmlformats.org/officeDocument/2006/relationships/image" Target="../media/image8610.png"/><Relationship Id="rId50" Type="http://schemas.openxmlformats.org/officeDocument/2006/relationships/customXml" Target="../ink/ink1300.xml"/><Relationship Id="rId104" Type="http://schemas.openxmlformats.org/officeDocument/2006/relationships/customXml" Target="../ink/ink1327.xml"/><Relationship Id="rId125" Type="http://schemas.openxmlformats.org/officeDocument/2006/relationships/image" Target="../media/image1720.png"/><Relationship Id="rId146" Type="http://schemas.openxmlformats.org/officeDocument/2006/relationships/customXml" Target="../ink/ink1348.xml"/><Relationship Id="rId167" Type="http://schemas.openxmlformats.org/officeDocument/2006/relationships/image" Target="../media/image1920.png"/><Relationship Id="rId188" Type="http://schemas.openxmlformats.org/officeDocument/2006/relationships/customXml" Target="../ink/ink1369.xml"/><Relationship Id="rId71" Type="http://schemas.openxmlformats.org/officeDocument/2006/relationships/image" Target="../media/image5910.png"/><Relationship Id="rId92" Type="http://schemas.openxmlformats.org/officeDocument/2006/relationships/customXml" Target="../ink/ink1321.xml"/><Relationship Id="rId213" Type="http://schemas.openxmlformats.org/officeDocument/2006/relationships/image" Target="../media/image2150.png"/><Relationship Id="rId234" Type="http://schemas.openxmlformats.org/officeDocument/2006/relationships/image" Target="../media/image2250.png"/><Relationship Id="rId2" Type="http://schemas.openxmlformats.org/officeDocument/2006/relationships/customXml" Target="../ink/ink1276.xml"/><Relationship Id="rId29" Type="http://schemas.openxmlformats.org/officeDocument/2006/relationships/image" Target="../media/image8110.png"/><Relationship Id="rId40" Type="http://schemas.openxmlformats.org/officeDocument/2006/relationships/customXml" Target="../ink/ink1295.xml"/><Relationship Id="rId115" Type="http://schemas.openxmlformats.org/officeDocument/2006/relationships/image" Target="../media/image1670.png"/><Relationship Id="rId136" Type="http://schemas.openxmlformats.org/officeDocument/2006/relationships/customXml" Target="../ink/ink1343.xml"/><Relationship Id="rId157" Type="http://schemas.openxmlformats.org/officeDocument/2006/relationships/image" Target="../media/image1870.png"/><Relationship Id="rId178" Type="http://schemas.openxmlformats.org/officeDocument/2006/relationships/customXml" Target="../ink/ink1364.xml"/><Relationship Id="rId61" Type="http://schemas.openxmlformats.org/officeDocument/2006/relationships/image" Target="../media/image9610.png"/><Relationship Id="rId82" Type="http://schemas.openxmlformats.org/officeDocument/2006/relationships/customXml" Target="../ink/ink1316.xml"/><Relationship Id="rId199" Type="http://schemas.openxmlformats.org/officeDocument/2006/relationships/image" Target="../media/image2080.png"/><Relationship Id="rId203" Type="http://schemas.openxmlformats.org/officeDocument/2006/relationships/image" Target="../media/image2100.png"/><Relationship Id="rId19" Type="http://schemas.openxmlformats.org/officeDocument/2006/relationships/image" Target="../media/image7610.png"/><Relationship Id="rId224" Type="http://schemas.openxmlformats.org/officeDocument/2006/relationships/customXml" Target="../ink/ink1387.xml"/><Relationship Id="rId245" Type="http://schemas.openxmlformats.org/officeDocument/2006/relationships/customXml" Target="../ink/ink1398.xml"/><Relationship Id="rId30" Type="http://schemas.openxmlformats.org/officeDocument/2006/relationships/customXml" Target="../ink/ink1290.xml"/><Relationship Id="rId105" Type="http://schemas.openxmlformats.org/officeDocument/2006/relationships/image" Target="../media/image1620.png"/><Relationship Id="rId126" Type="http://schemas.openxmlformats.org/officeDocument/2006/relationships/customXml" Target="../ink/ink1338.xml"/><Relationship Id="rId147" Type="http://schemas.openxmlformats.org/officeDocument/2006/relationships/image" Target="../media/image1820.png"/><Relationship Id="rId168" Type="http://schemas.openxmlformats.org/officeDocument/2006/relationships/customXml" Target="../ink/ink1359.xml"/><Relationship Id="rId51" Type="http://schemas.openxmlformats.org/officeDocument/2006/relationships/image" Target="../media/image9210.png"/><Relationship Id="rId72" Type="http://schemas.openxmlformats.org/officeDocument/2006/relationships/customXml" Target="../ink/ink1311.xml"/><Relationship Id="rId93" Type="http://schemas.openxmlformats.org/officeDocument/2006/relationships/image" Target="../media/image1560.png"/><Relationship Id="rId189" Type="http://schemas.openxmlformats.org/officeDocument/2006/relationships/image" Target="../media/image2030.png"/><Relationship Id="rId3" Type="http://schemas.openxmlformats.org/officeDocument/2006/relationships/image" Target="../media/image2510.png"/><Relationship Id="rId214" Type="http://schemas.openxmlformats.org/officeDocument/2006/relationships/customXml" Target="../ink/ink1382.xml"/><Relationship Id="rId235" Type="http://schemas.openxmlformats.org/officeDocument/2006/relationships/customXml" Target="../ink/ink1393.xml"/><Relationship Id="rId116" Type="http://schemas.openxmlformats.org/officeDocument/2006/relationships/customXml" Target="../ink/ink1333.xml"/><Relationship Id="rId137" Type="http://schemas.openxmlformats.org/officeDocument/2006/relationships/image" Target="../media/image1770.png"/><Relationship Id="rId158" Type="http://schemas.openxmlformats.org/officeDocument/2006/relationships/customXml" Target="../ink/ink1354.xml"/><Relationship Id="rId20" Type="http://schemas.openxmlformats.org/officeDocument/2006/relationships/customXml" Target="../ink/ink1285.xml"/><Relationship Id="rId41" Type="http://schemas.openxmlformats.org/officeDocument/2006/relationships/image" Target="../media/image8710.png"/><Relationship Id="rId62" Type="http://schemas.openxmlformats.org/officeDocument/2006/relationships/customXml" Target="../ink/ink1306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190" Type="http://schemas.openxmlformats.org/officeDocument/2006/relationships/customXml" Target="../ink/ink1370.xml"/><Relationship Id="rId204" Type="http://schemas.openxmlformats.org/officeDocument/2006/relationships/customXml" Target="../ink/ink1377.xml"/><Relationship Id="rId225" Type="http://schemas.openxmlformats.org/officeDocument/2006/relationships/image" Target="../media/image2211.png"/><Relationship Id="rId246" Type="http://schemas.openxmlformats.org/officeDocument/2006/relationships/image" Target="../media/image2311.png"/><Relationship Id="rId106" Type="http://schemas.openxmlformats.org/officeDocument/2006/relationships/customXml" Target="../ink/ink1328.xml"/><Relationship Id="rId127" Type="http://schemas.openxmlformats.org/officeDocument/2006/relationships/image" Target="../media/image1730.png"/><Relationship Id="rId10" Type="http://schemas.openxmlformats.org/officeDocument/2006/relationships/customXml" Target="../ink/ink1280.xml"/><Relationship Id="rId31" Type="http://schemas.openxmlformats.org/officeDocument/2006/relationships/image" Target="../media/image8210.png"/><Relationship Id="rId52" Type="http://schemas.openxmlformats.org/officeDocument/2006/relationships/customXml" Target="../ink/ink1301.xml"/><Relationship Id="rId73" Type="http://schemas.openxmlformats.org/officeDocument/2006/relationships/image" Target="../media/image10110.png"/><Relationship Id="rId94" Type="http://schemas.openxmlformats.org/officeDocument/2006/relationships/customXml" Target="../ink/ink1322.xml"/><Relationship Id="rId148" Type="http://schemas.openxmlformats.org/officeDocument/2006/relationships/customXml" Target="../ink/ink1349.xml"/><Relationship Id="rId169" Type="http://schemas.openxmlformats.org/officeDocument/2006/relationships/image" Target="../media/image1930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324" Type="http://schemas.openxmlformats.org/officeDocument/2006/relationships/image" Target="../media/image3030.png"/><Relationship Id="rId531" Type="http://schemas.openxmlformats.org/officeDocument/2006/relationships/customXml" Target="../ink/ink1666.xml"/><Relationship Id="rId170" Type="http://schemas.openxmlformats.org/officeDocument/2006/relationships/customXml" Target="../ink/ink1485.xml"/><Relationship Id="rId268" Type="http://schemas.openxmlformats.org/officeDocument/2006/relationships/image" Target="../media/image2750.png"/><Relationship Id="rId475" Type="http://schemas.openxmlformats.org/officeDocument/2006/relationships/customXml" Target="../ink/ink1638.xml"/><Relationship Id="rId32" Type="http://schemas.openxmlformats.org/officeDocument/2006/relationships/customXml" Target="../ink/ink1416.xml"/><Relationship Id="rId128" Type="http://schemas.openxmlformats.org/officeDocument/2006/relationships/customXml" Target="../ink/ink1464.xml"/><Relationship Id="rId335" Type="http://schemas.openxmlformats.org/officeDocument/2006/relationships/customXml" Target="../ink/ink1568.xml"/><Relationship Id="rId542" Type="http://schemas.openxmlformats.org/officeDocument/2006/relationships/image" Target="../media/image1084.png"/><Relationship Id="rId181" Type="http://schemas.openxmlformats.org/officeDocument/2006/relationships/image" Target="../media/image1990.png"/><Relationship Id="rId402" Type="http://schemas.openxmlformats.org/officeDocument/2006/relationships/image" Target="../media/image3420.png"/><Relationship Id="rId279" Type="http://schemas.openxmlformats.org/officeDocument/2006/relationships/customXml" Target="../ink/ink1540.xml"/><Relationship Id="rId486" Type="http://schemas.openxmlformats.org/officeDocument/2006/relationships/image" Target="../media/image1056.png"/><Relationship Id="rId43" Type="http://schemas.openxmlformats.org/officeDocument/2006/relationships/image" Target="../media/image8810.png"/><Relationship Id="rId139" Type="http://schemas.openxmlformats.org/officeDocument/2006/relationships/image" Target="../media/image1780.png"/><Relationship Id="rId346" Type="http://schemas.openxmlformats.org/officeDocument/2006/relationships/image" Target="../media/image3140.png"/><Relationship Id="rId553" Type="http://schemas.openxmlformats.org/officeDocument/2006/relationships/customXml" Target="../ink/ink1677.xml"/><Relationship Id="rId192" Type="http://schemas.openxmlformats.org/officeDocument/2006/relationships/customXml" Target="../ink/ink1496.xml"/><Relationship Id="rId206" Type="http://schemas.openxmlformats.org/officeDocument/2006/relationships/customXml" Target="../ink/ink1503.xml"/><Relationship Id="rId413" Type="http://schemas.openxmlformats.org/officeDocument/2006/relationships/customXml" Target="../ink/ink1607.xml"/><Relationship Id="rId497" Type="http://schemas.openxmlformats.org/officeDocument/2006/relationships/customXml" Target="../ink/ink1649.xml"/><Relationship Id="rId357" Type="http://schemas.openxmlformats.org/officeDocument/2006/relationships/customXml" Target="../ink/ink1579.xml"/><Relationship Id="rId54" Type="http://schemas.openxmlformats.org/officeDocument/2006/relationships/customXml" Target="../ink/ink1427.xml"/><Relationship Id="rId217" Type="http://schemas.openxmlformats.org/officeDocument/2006/relationships/image" Target="../media/image2500.png"/><Relationship Id="rId259" Type="http://schemas.openxmlformats.org/officeDocument/2006/relationships/customXml" Target="../ink/ink1530.xml"/><Relationship Id="rId424" Type="http://schemas.openxmlformats.org/officeDocument/2006/relationships/image" Target="../media/image1025.png"/><Relationship Id="rId466" Type="http://schemas.openxmlformats.org/officeDocument/2006/relationships/image" Target="../media/image1046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270" Type="http://schemas.openxmlformats.org/officeDocument/2006/relationships/image" Target="../media/image2760.png"/><Relationship Id="rId326" Type="http://schemas.openxmlformats.org/officeDocument/2006/relationships/image" Target="../media/image3040.png"/><Relationship Id="rId533" Type="http://schemas.openxmlformats.org/officeDocument/2006/relationships/customXml" Target="../ink/ink1667.xml"/><Relationship Id="rId65" Type="http://schemas.openxmlformats.org/officeDocument/2006/relationships/image" Target="../media/image9810.png"/><Relationship Id="rId130" Type="http://schemas.openxmlformats.org/officeDocument/2006/relationships/customXml" Target="../ink/ink1465.xml"/><Relationship Id="rId368" Type="http://schemas.openxmlformats.org/officeDocument/2006/relationships/image" Target="../media/image3250.png"/><Relationship Id="rId172" Type="http://schemas.openxmlformats.org/officeDocument/2006/relationships/customXml" Target="../ink/ink1486.xml"/><Relationship Id="rId228" Type="http://schemas.openxmlformats.org/officeDocument/2006/relationships/image" Target="../media/image2550.png"/><Relationship Id="rId435" Type="http://schemas.openxmlformats.org/officeDocument/2006/relationships/customXml" Target="../ink/ink1618.xml"/><Relationship Id="rId477" Type="http://schemas.openxmlformats.org/officeDocument/2006/relationships/customXml" Target="../ink/ink1639.xml"/><Relationship Id="rId281" Type="http://schemas.openxmlformats.org/officeDocument/2006/relationships/customXml" Target="../ink/ink1541.xml"/><Relationship Id="rId337" Type="http://schemas.openxmlformats.org/officeDocument/2006/relationships/customXml" Target="../ink/ink1569.xml"/><Relationship Id="rId502" Type="http://schemas.openxmlformats.org/officeDocument/2006/relationships/image" Target="../media/image1064.png"/><Relationship Id="rId34" Type="http://schemas.openxmlformats.org/officeDocument/2006/relationships/customXml" Target="../ink/ink1417.xml"/><Relationship Id="rId76" Type="http://schemas.openxmlformats.org/officeDocument/2006/relationships/customXml" Target="../ink/ink1438.xml"/><Relationship Id="rId141" Type="http://schemas.openxmlformats.org/officeDocument/2006/relationships/image" Target="../media/image1790.png"/><Relationship Id="rId379" Type="http://schemas.openxmlformats.org/officeDocument/2006/relationships/customXml" Target="../ink/ink1590.xml"/><Relationship Id="rId544" Type="http://schemas.openxmlformats.org/officeDocument/2006/relationships/image" Target="../media/image1085.png"/><Relationship Id="rId7" Type="http://schemas.openxmlformats.org/officeDocument/2006/relationships/image" Target="../media/image7110.png"/><Relationship Id="rId183" Type="http://schemas.openxmlformats.org/officeDocument/2006/relationships/image" Target="../media/image2000.png"/><Relationship Id="rId239" Type="http://schemas.openxmlformats.org/officeDocument/2006/relationships/customXml" Target="../ink/ink1520.xml"/><Relationship Id="rId390" Type="http://schemas.openxmlformats.org/officeDocument/2006/relationships/image" Target="../media/image3360.png"/><Relationship Id="rId404" Type="http://schemas.openxmlformats.org/officeDocument/2006/relationships/image" Target="../media/image3430.png"/><Relationship Id="rId446" Type="http://schemas.openxmlformats.org/officeDocument/2006/relationships/image" Target="../media/image1036.png"/><Relationship Id="rId250" Type="http://schemas.openxmlformats.org/officeDocument/2006/relationships/image" Target="../media/image2660.png"/><Relationship Id="rId292" Type="http://schemas.openxmlformats.org/officeDocument/2006/relationships/image" Target="../media/image2870.png"/><Relationship Id="rId306" Type="http://schemas.openxmlformats.org/officeDocument/2006/relationships/image" Target="../media/image2940.png"/><Relationship Id="rId488" Type="http://schemas.openxmlformats.org/officeDocument/2006/relationships/image" Target="../media/image1057.png"/><Relationship Id="rId45" Type="http://schemas.openxmlformats.org/officeDocument/2006/relationships/image" Target="../media/image8910.png"/><Relationship Id="rId87" Type="http://schemas.openxmlformats.org/officeDocument/2006/relationships/image" Target="../media/image10810.png"/><Relationship Id="rId110" Type="http://schemas.openxmlformats.org/officeDocument/2006/relationships/customXml" Target="../ink/ink1455.xml"/><Relationship Id="rId348" Type="http://schemas.openxmlformats.org/officeDocument/2006/relationships/image" Target="../media/image3150.png"/><Relationship Id="rId513" Type="http://schemas.openxmlformats.org/officeDocument/2006/relationships/customXml" Target="../ink/ink1657.xml"/><Relationship Id="rId555" Type="http://schemas.openxmlformats.org/officeDocument/2006/relationships/customXml" Target="../ink/ink1678.xml"/><Relationship Id="rId152" Type="http://schemas.openxmlformats.org/officeDocument/2006/relationships/customXml" Target="../ink/ink1476.xml"/><Relationship Id="rId194" Type="http://schemas.openxmlformats.org/officeDocument/2006/relationships/customXml" Target="../ink/ink1497.xml"/><Relationship Id="rId208" Type="http://schemas.openxmlformats.org/officeDocument/2006/relationships/customXml" Target="../ink/ink1504.xml"/><Relationship Id="rId415" Type="http://schemas.openxmlformats.org/officeDocument/2006/relationships/customXml" Target="../ink/ink1608.xml"/><Relationship Id="rId457" Type="http://schemas.openxmlformats.org/officeDocument/2006/relationships/customXml" Target="../ink/ink1629.xml"/><Relationship Id="rId261" Type="http://schemas.openxmlformats.org/officeDocument/2006/relationships/customXml" Target="../ink/ink1531.xml"/><Relationship Id="rId499" Type="http://schemas.openxmlformats.org/officeDocument/2006/relationships/customXml" Target="../ink/ink1650.xml"/><Relationship Id="rId14" Type="http://schemas.openxmlformats.org/officeDocument/2006/relationships/customXml" Target="../ink/ink1407.xml"/><Relationship Id="rId56" Type="http://schemas.openxmlformats.org/officeDocument/2006/relationships/customXml" Target="../ink/ink1428.xml"/><Relationship Id="rId317" Type="http://schemas.openxmlformats.org/officeDocument/2006/relationships/customXml" Target="../ink/ink1559.xml"/><Relationship Id="rId359" Type="http://schemas.openxmlformats.org/officeDocument/2006/relationships/customXml" Target="../ink/ink1580.xml"/><Relationship Id="rId524" Type="http://schemas.openxmlformats.org/officeDocument/2006/relationships/image" Target="../media/image1075.png"/><Relationship Id="rId98" Type="http://schemas.openxmlformats.org/officeDocument/2006/relationships/customXml" Target="../ink/ink1449.xml"/><Relationship Id="rId121" Type="http://schemas.openxmlformats.org/officeDocument/2006/relationships/image" Target="../media/image1700.png"/><Relationship Id="rId163" Type="http://schemas.openxmlformats.org/officeDocument/2006/relationships/image" Target="../media/image1900.png"/><Relationship Id="rId219" Type="http://schemas.openxmlformats.org/officeDocument/2006/relationships/image" Target="../media/image2511.png"/><Relationship Id="rId370" Type="http://schemas.openxmlformats.org/officeDocument/2006/relationships/image" Target="../media/image3260.png"/><Relationship Id="rId426" Type="http://schemas.openxmlformats.org/officeDocument/2006/relationships/image" Target="../media/image1026.png"/><Relationship Id="rId230" Type="http://schemas.openxmlformats.org/officeDocument/2006/relationships/image" Target="../media/image2560.png"/><Relationship Id="rId468" Type="http://schemas.openxmlformats.org/officeDocument/2006/relationships/image" Target="../media/image1047.png"/><Relationship Id="rId25" Type="http://schemas.openxmlformats.org/officeDocument/2006/relationships/image" Target="../media/image7910.png"/><Relationship Id="rId67" Type="http://schemas.openxmlformats.org/officeDocument/2006/relationships/image" Target="../media/image9910.png"/><Relationship Id="rId272" Type="http://schemas.openxmlformats.org/officeDocument/2006/relationships/image" Target="../media/image2770.png"/><Relationship Id="rId328" Type="http://schemas.openxmlformats.org/officeDocument/2006/relationships/image" Target="../media/image3050.png"/><Relationship Id="rId535" Type="http://schemas.openxmlformats.org/officeDocument/2006/relationships/customXml" Target="../ink/ink1668.xml"/><Relationship Id="rId132" Type="http://schemas.openxmlformats.org/officeDocument/2006/relationships/customXml" Target="../ink/ink1466.xml"/><Relationship Id="rId174" Type="http://schemas.openxmlformats.org/officeDocument/2006/relationships/customXml" Target="../ink/ink1487.xml"/><Relationship Id="rId381" Type="http://schemas.openxmlformats.org/officeDocument/2006/relationships/customXml" Target="../ink/ink1591.xml"/><Relationship Id="rId241" Type="http://schemas.openxmlformats.org/officeDocument/2006/relationships/customXml" Target="../ink/ink1521.xml"/><Relationship Id="rId437" Type="http://schemas.openxmlformats.org/officeDocument/2006/relationships/customXml" Target="../ink/ink1619.xml"/><Relationship Id="rId479" Type="http://schemas.openxmlformats.org/officeDocument/2006/relationships/customXml" Target="../ink/ink1640.xml"/><Relationship Id="rId36" Type="http://schemas.openxmlformats.org/officeDocument/2006/relationships/customXml" Target="../ink/ink1418.xml"/><Relationship Id="rId283" Type="http://schemas.openxmlformats.org/officeDocument/2006/relationships/customXml" Target="../ink/ink1542.xml"/><Relationship Id="rId339" Type="http://schemas.openxmlformats.org/officeDocument/2006/relationships/customXml" Target="../ink/ink1570.xml"/><Relationship Id="rId490" Type="http://schemas.openxmlformats.org/officeDocument/2006/relationships/image" Target="../media/image1058.png"/><Relationship Id="rId504" Type="http://schemas.openxmlformats.org/officeDocument/2006/relationships/image" Target="../media/image1065.png"/><Relationship Id="rId546" Type="http://schemas.openxmlformats.org/officeDocument/2006/relationships/image" Target="../media/image1086.png"/><Relationship Id="rId78" Type="http://schemas.openxmlformats.org/officeDocument/2006/relationships/customXml" Target="../ink/ink1439.xml"/><Relationship Id="rId101" Type="http://schemas.openxmlformats.org/officeDocument/2006/relationships/image" Target="../media/image1600.png"/><Relationship Id="rId143" Type="http://schemas.openxmlformats.org/officeDocument/2006/relationships/image" Target="../media/image1800.png"/><Relationship Id="rId185" Type="http://schemas.openxmlformats.org/officeDocument/2006/relationships/image" Target="../media/image2340.png"/><Relationship Id="rId350" Type="http://schemas.openxmlformats.org/officeDocument/2006/relationships/image" Target="../media/image3160.png"/><Relationship Id="rId406" Type="http://schemas.openxmlformats.org/officeDocument/2006/relationships/image" Target="../media/image3440.png"/><Relationship Id="rId9" Type="http://schemas.openxmlformats.org/officeDocument/2006/relationships/image" Target="../media/image2810.png"/><Relationship Id="rId210" Type="http://schemas.openxmlformats.org/officeDocument/2006/relationships/customXml" Target="../ink/ink1505.xml"/><Relationship Id="rId392" Type="http://schemas.openxmlformats.org/officeDocument/2006/relationships/image" Target="../media/image3370.png"/><Relationship Id="rId448" Type="http://schemas.openxmlformats.org/officeDocument/2006/relationships/image" Target="../media/image1037.png"/><Relationship Id="rId252" Type="http://schemas.openxmlformats.org/officeDocument/2006/relationships/image" Target="../media/image2670.png"/><Relationship Id="rId294" Type="http://schemas.openxmlformats.org/officeDocument/2006/relationships/image" Target="../media/image2880.png"/><Relationship Id="rId308" Type="http://schemas.openxmlformats.org/officeDocument/2006/relationships/image" Target="../media/image2950.png"/><Relationship Id="rId515" Type="http://schemas.openxmlformats.org/officeDocument/2006/relationships/customXml" Target="../ink/ink1658.xml"/><Relationship Id="rId47" Type="http://schemas.openxmlformats.org/officeDocument/2006/relationships/image" Target="../media/image9010.png"/><Relationship Id="rId89" Type="http://schemas.openxmlformats.org/officeDocument/2006/relationships/image" Target="../media/image10910.png"/><Relationship Id="rId112" Type="http://schemas.openxmlformats.org/officeDocument/2006/relationships/customXml" Target="../ink/ink1456.xml"/><Relationship Id="rId154" Type="http://schemas.openxmlformats.org/officeDocument/2006/relationships/customXml" Target="../ink/ink1477.xml"/><Relationship Id="rId361" Type="http://schemas.openxmlformats.org/officeDocument/2006/relationships/customXml" Target="../ink/ink1581.xml"/><Relationship Id="rId557" Type="http://schemas.openxmlformats.org/officeDocument/2006/relationships/customXml" Target="../ink/ink1679.xml"/><Relationship Id="rId196" Type="http://schemas.openxmlformats.org/officeDocument/2006/relationships/customXml" Target="../ink/ink1498.xml"/><Relationship Id="rId417" Type="http://schemas.openxmlformats.org/officeDocument/2006/relationships/customXml" Target="../ink/ink1609.xml"/><Relationship Id="rId459" Type="http://schemas.openxmlformats.org/officeDocument/2006/relationships/customXml" Target="../ink/ink1630.xml"/><Relationship Id="rId16" Type="http://schemas.openxmlformats.org/officeDocument/2006/relationships/customXml" Target="../ink/ink1408.xml"/><Relationship Id="rId221" Type="http://schemas.openxmlformats.org/officeDocument/2006/relationships/image" Target="../media/image2520.png"/><Relationship Id="rId263" Type="http://schemas.openxmlformats.org/officeDocument/2006/relationships/customXml" Target="../ink/ink1532.xml"/><Relationship Id="rId319" Type="http://schemas.openxmlformats.org/officeDocument/2006/relationships/customXml" Target="../ink/ink1560.xml"/><Relationship Id="rId470" Type="http://schemas.openxmlformats.org/officeDocument/2006/relationships/image" Target="../media/image1048.png"/><Relationship Id="rId526" Type="http://schemas.openxmlformats.org/officeDocument/2006/relationships/image" Target="../media/image1076.png"/><Relationship Id="rId58" Type="http://schemas.openxmlformats.org/officeDocument/2006/relationships/customXml" Target="../ink/ink1429.xml"/><Relationship Id="rId123" Type="http://schemas.openxmlformats.org/officeDocument/2006/relationships/image" Target="../media/image1711.png"/><Relationship Id="rId330" Type="http://schemas.openxmlformats.org/officeDocument/2006/relationships/image" Target="../media/image3060.png"/><Relationship Id="rId165" Type="http://schemas.openxmlformats.org/officeDocument/2006/relationships/image" Target="../media/image1911.png"/><Relationship Id="rId372" Type="http://schemas.openxmlformats.org/officeDocument/2006/relationships/image" Target="../media/image3270.png"/><Relationship Id="rId428" Type="http://schemas.openxmlformats.org/officeDocument/2006/relationships/image" Target="../media/image1027.png"/><Relationship Id="rId232" Type="http://schemas.openxmlformats.org/officeDocument/2006/relationships/image" Target="../media/image2570.png"/><Relationship Id="rId274" Type="http://schemas.openxmlformats.org/officeDocument/2006/relationships/image" Target="../media/image2780.png"/><Relationship Id="rId481" Type="http://schemas.openxmlformats.org/officeDocument/2006/relationships/customXml" Target="../ink/ink1641.xml"/><Relationship Id="rId27" Type="http://schemas.openxmlformats.org/officeDocument/2006/relationships/image" Target="../media/image8010.png"/><Relationship Id="rId69" Type="http://schemas.openxmlformats.org/officeDocument/2006/relationships/image" Target="../media/image10010.png"/><Relationship Id="rId134" Type="http://schemas.openxmlformats.org/officeDocument/2006/relationships/customXml" Target="../ink/ink1467.xml"/><Relationship Id="rId537" Type="http://schemas.openxmlformats.org/officeDocument/2006/relationships/customXml" Target="../ink/ink1669.xml"/><Relationship Id="rId80" Type="http://schemas.openxmlformats.org/officeDocument/2006/relationships/customXml" Target="../ink/ink1440.xml"/><Relationship Id="rId176" Type="http://schemas.openxmlformats.org/officeDocument/2006/relationships/customXml" Target="../ink/ink1488.xml"/><Relationship Id="rId341" Type="http://schemas.openxmlformats.org/officeDocument/2006/relationships/customXml" Target="../ink/ink1571.xml"/><Relationship Id="rId383" Type="http://schemas.openxmlformats.org/officeDocument/2006/relationships/customXml" Target="../ink/ink1592.xml"/><Relationship Id="rId439" Type="http://schemas.openxmlformats.org/officeDocument/2006/relationships/customXml" Target="../ink/ink1620.xml"/><Relationship Id="rId201" Type="http://schemas.openxmlformats.org/officeDocument/2006/relationships/image" Target="../media/image2420.png"/><Relationship Id="rId243" Type="http://schemas.openxmlformats.org/officeDocument/2006/relationships/customXml" Target="../ink/ink1522.xml"/><Relationship Id="rId285" Type="http://schemas.openxmlformats.org/officeDocument/2006/relationships/customXml" Target="../ink/ink1543.xml"/><Relationship Id="rId450" Type="http://schemas.openxmlformats.org/officeDocument/2006/relationships/image" Target="../media/image1038.png"/><Relationship Id="rId506" Type="http://schemas.openxmlformats.org/officeDocument/2006/relationships/image" Target="../media/image1066.png"/><Relationship Id="rId38" Type="http://schemas.openxmlformats.org/officeDocument/2006/relationships/customXml" Target="../ink/ink1419.xml"/><Relationship Id="rId103" Type="http://schemas.openxmlformats.org/officeDocument/2006/relationships/image" Target="../media/image1611.png"/><Relationship Id="rId310" Type="http://schemas.openxmlformats.org/officeDocument/2006/relationships/image" Target="../media/image2960.png"/><Relationship Id="rId492" Type="http://schemas.openxmlformats.org/officeDocument/2006/relationships/image" Target="../media/image1059.png"/><Relationship Id="rId548" Type="http://schemas.openxmlformats.org/officeDocument/2006/relationships/image" Target="../media/image1087.png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87" Type="http://schemas.openxmlformats.org/officeDocument/2006/relationships/image" Target="../media/image2350.png"/><Relationship Id="rId352" Type="http://schemas.openxmlformats.org/officeDocument/2006/relationships/image" Target="../media/image3170.png"/><Relationship Id="rId394" Type="http://schemas.openxmlformats.org/officeDocument/2006/relationships/image" Target="../media/image3380.png"/><Relationship Id="rId408" Type="http://schemas.openxmlformats.org/officeDocument/2006/relationships/image" Target="../media/image3450.png"/><Relationship Id="rId212" Type="http://schemas.openxmlformats.org/officeDocument/2006/relationships/customXml" Target="../ink/ink1506.xml"/><Relationship Id="rId254" Type="http://schemas.openxmlformats.org/officeDocument/2006/relationships/image" Target="../media/image2680.png"/><Relationship Id="rId49" Type="http://schemas.openxmlformats.org/officeDocument/2006/relationships/image" Target="../media/image9110.png"/><Relationship Id="rId114" Type="http://schemas.openxmlformats.org/officeDocument/2006/relationships/customXml" Target="../ink/ink1457.xml"/><Relationship Id="rId296" Type="http://schemas.openxmlformats.org/officeDocument/2006/relationships/image" Target="../media/image2890.png"/><Relationship Id="rId461" Type="http://schemas.openxmlformats.org/officeDocument/2006/relationships/customXml" Target="../ink/ink1631.xml"/><Relationship Id="rId517" Type="http://schemas.openxmlformats.org/officeDocument/2006/relationships/customXml" Target="../ink/ink1659.xml"/><Relationship Id="rId559" Type="http://schemas.openxmlformats.org/officeDocument/2006/relationships/customXml" Target="../ink/ink1680.xml"/><Relationship Id="rId60" Type="http://schemas.openxmlformats.org/officeDocument/2006/relationships/customXml" Target="../ink/ink1430.xml"/><Relationship Id="rId156" Type="http://schemas.openxmlformats.org/officeDocument/2006/relationships/customXml" Target="../ink/ink1478.xml"/><Relationship Id="rId198" Type="http://schemas.openxmlformats.org/officeDocument/2006/relationships/customXml" Target="../ink/ink1499.xml"/><Relationship Id="rId321" Type="http://schemas.openxmlformats.org/officeDocument/2006/relationships/customXml" Target="../ink/ink1561.xml"/><Relationship Id="rId363" Type="http://schemas.openxmlformats.org/officeDocument/2006/relationships/customXml" Target="../ink/ink1582.xml"/><Relationship Id="rId419" Type="http://schemas.openxmlformats.org/officeDocument/2006/relationships/customXml" Target="../ink/ink1610.xml"/><Relationship Id="rId223" Type="http://schemas.openxmlformats.org/officeDocument/2006/relationships/image" Target="../media/image2530.png"/><Relationship Id="rId430" Type="http://schemas.openxmlformats.org/officeDocument/2006/relationships/image" Target="../media/image1028.png"/><Relationship Id="rId18" Type="http://schemas.openxmlformats.org/officeDocument/2006/relationships/customXml" Target="../ink/ink1409.xml"/><Relationship Id="rId265" Type="http://schemas.openxmlformats.org/officeDocument/2006/relationships/customXml" Target="../ink/ink1533.xml"/><Relationship Id="rId472" Type="http://schemas.openxmlformats.org/officeDocument/2006/relationships/image" Target="../media/image1049.png"/><Relationship Id="rId528" Type="http://schemas.openxmlformats.org/officeDocument/2006/relationships/image" Target="../media/image1077.png"/><Relationship Id="rId125" Type="http://schemas.openxmlformats.org/officeDocument/2006/relationships/image" Target="../media/image1720.png"/><Relationship Id="rId167" Type="http://schemas.openxmlformats.org/officeDocument/2006/relationships/image" Target="../media/image1920.png"/><Relationship Id="rId332" Type="http://schemas.openxmlformats.org/officeDocument/2006/relationships/image" Target="../media/image3070.png"/><Relationship Id="rId374" Type="http://schemas.openxmlformats.org/officeDocument/2006/relationships/image" Target="../media/image3280.png"/><Relationship Id="rId71" Type="http://schemas.openxmlformats.org/officeDocument/2006/relationships/image" Target="../media/image5910.png"/><Relationship Id="rId234" Type="http://schemas.openxmlformats.org/officeDocument/2006/relationships/image" Target="../media/image2580.png"/><Relationship Id="rId2" Type="http://schemas.openxmlformats.org/officeDocument/2006/relationships/customXml" Target="../ink/ink1401.xml"/><Relationship Id="rId29" Type="http://schemas.openxmlformats.org/officeDocument/2006/relationships/image" Target="../media/image8110.png"/><Relationship Id="rId276" Type="http://schemas.openxmlformats.org/officeDocument/2006/relationships/image" Target="../media/image2790.png"/><Relationship Id="rId441" Type="http://schemas.openxmlformats.org/officeDocument/2006/relationships/customXml" Target="../ink/ink1621.xml"/><Relationship Id="rId483" Type="http://schemas.openxmlformats.org/officeDocument/2006/relationships/customXml" Target="../ink/ink1642.xml"/><Relationship Id="rId539" Type="http://schemas.openxmlformats.org/officeDocument/2006/relationships/customXml" Target="../ink/ink1670.xml"/><Relationship Id="rId40" Type="http://schemas.openxmlformats.org/officeDocument/2006/relationships/customXml" Target="../ink/ink1420.xml"/><Relationship Id="rId136" Type="http://schemas.openxmlformats.org/officeDocument/2006/relationships/customXml" Target="../ink/ink1468.xml"/><Relationship Id="rId178" Type="http://schemas.openxmlformats.org/officeDocument/2006/relationships/customXml" Target="../ink/ink1489.xml"/><Relationship Id="rId301" Type="http://schemas.openxmlformats.org/officeDocument/2006/relationships/customXml" Target="../ink/ink1551.xml"/><Relationship Id="rId343" Type="http://schemas.openxmlformats.org/officeDocument/2006/relationships/customXml" Target="../ink/ink1572.xml"/><Relationship Id="rId550" Type="http://schemas.openxmlformats.org/officeDocument/2006/relationships/image" Target="../media/image1088.png"/><Relationship Id="rId82" Type="http://schemas.openxmlformats.org/officeDocument/2006/relationships/customXml" Target="../ink/ink1441.xml"/><Relationship Id="rId203" Type="http://schemas.openxmlformats.org/officeDocument/2006/relationships/image" Target="../media/image2430.png"/><Relationship Id="rId385" Type="http://schemas.openxmlformats.org/officeDocument/2006/relationships/customXml" Target="../ink/ink1593.xml"/><Relationship Id="rId245" Type="http://schemas.openxmlformats.org/officeDocument/2006/relationships/customXml" Target="../ink/ink1523.xml"/><Relationship Id="rId287" Type="http://schemas.openxmlformats.org/officeDocument/2006/relationships/customXml" Target="../ink/ink1544.xml"/><Relationship Id="rId410" Type="http://schemas.openxmlformats.org/officeDocument/2006/relationships/image" Target="../media/image3460.png"/><Relationship Id="rId452" Type="http://schemas.openxmlformats.org/officeDocument/2006/relationships/image" Target="../media/image1039.png"/><Relationship Id="rId494" Type="http://schemas.openxmlformats.org/officeDocument/2006/relationships/image" Target="../media/image1060.png"/><Relationship Id="rId508" Type="http://schemas.openxmlformats.org/officeDocument/2006/relationships/image" Target="../media/image1067.png"/><Relationship Id="rId105" Type="http://schemas.openxmlformats.org/officeDocument/2006/relationships/image" Target="../media/image1620.png"/><Relationship Id="rId147" Type="http://schemas.openxmlformats.org/officeDocument/2006/relationships/image" Target="../media/image1820.png"/><Relationship Id="rId312" Type="http://schemas.openxmlformats.org/officeDocument/2006/relationships/image" Target="../media/image2970.png"/><Relationship Id="rId354" Type="http://schemas.openxmlformats.org/officeDocument/2006/relationships/image" Target="../media/image3180.png"/><Relationship Id="rId51" Type="http://schemas.openxmlformats.org/officeDocument/2006/relationships/image" Target="../media/image9210.png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96" Type="http://schemas.openxmlformats.org/officeDocument/2006/relationships/image" Target="../media/image3390.png"/><Relationship Id="rId214" Type="http://schemas.openxmlformats.org/officeDocument/2006/relationships/customXml" Target="../ink/ink1507.xml"/><Relationship Id="rId256" Type="http://schemas.openxmlformats.org/officeDocument/2006/relationships/image" Target="../media/image2690.png"/><Relationship Id="rId298" Type="http://schemas.openxmlformats.org/officeDocument/2006/relationships/image" Target="../media/image2900.png"/><Relationship Id="rId421" Type="http://schemas.openxmlformats.org/officeDocument/2006/relationships/customXml" Target="../ink/ink1611.xml"/><Relationship Id="rId463" Type="http://schemas.openxmlformats.org/officeDocument/2006/relationships/customXml" Target="../ink/ink1632.xml"/><Relationship Id="rId519" Type="http://schemas.openxmlformats.org/officeDocument/2006/relationships/customXml" Target="../ink/ink1660.xml"/><Relationship Id="rId116" Type="http://schemas.openxmlformats.org/officeDocument/2006/relationships/customXml" Target="../ink/ink1458.xml"/><Relationship Id="rId158" Type="http://schemas.openxmlformats.org/officeDocument/2006/relationships/customXml" Target="../ink/ink1479.xml"/><Relationship Id="rId323" Type="http://schemas.openxmlformats.org/officeDocument/2006/relationships/customXml" Target="../ink/ink1562.xml"/><Relationship Id="rId530" Type="http://schemas.openxmlformats.org/officeDocument/2006/relationships/image" Target="../media/image1078.png"/><Relationship Id="rId20" Type="http://schemas.openxmlformats.org/officeDocument/2006/relationships/customXml" Target="../ink/ink1410.xml"/><Relationship Id="rId62" Type="http://schemas.openxmlformats.org/officeDocument/2006/relationships/customXml" Target="../ink/ink1431.xml"/><Relationship Id="rId365" Type="http://schemas.openxmlformats.org/officeDocument/2006/relationships/customXml" Target="../ink/ink1583.xml"/><Relationship Id="rId225" Type="http://schemas.openxmlformats.org/officeDocument/2006/relationships/image" Target="../media/image2540.png"/><Relationship Id="rId267" Type="http://schemas.openxmlformats.org/officeDocument/2006/relationships/customXml" Target="../ink/ink1534.xml"/><Relationship Id="rId432" Type="http://schemas.openxmlformats.org/officeDocument/2006/relationships/image" Target="../media/image1029.png"/><Relationship Id="rId474" Type="http://schemas.openxmlformats.org/officeDocument/2006/relationships/image" Target="../media/image1050.png"/><Relationship Id="rId127" Type="http://schemas.openxmlformats.org/officeDocument/2006/relationships/image" Target="../media/image1730.png"/><Relationship Id="rId31" Type="http://schemas.openxmlformats.org/officeDocument/2006/relationships/image" Target="../media/image8210.png"/><Relationship Id="rId73" Type="http://schemas.openxmlformats.org/officeDocument/2006/relationships/image" Target="../media/image10110.png"/><Relationship Id="rId169" Type="http://schemas.openxmlformats.org/officeDocument/2006/relationships/image" Target="../media/image1930.png"/><Relationship Id="rId334" Type="http://schemas.openxmlformats.org/officeDocument/2006/relationships/image" Target="../media/image3080.png"/><Relationship Id="rId376" Type="http://schemas.openxmlformats.org/officeDocument/2006/relationships/image" Target="../media/image3290.png"/><Relationship Id="rId541" Type="http://schemas.openxmlformats.org/officeDocument/2006/relationships/customXml" Target="../ink/ink1671.xml"/><Relationship Id="rId4" Type="http://schemas.openxmlformats.org/officeDocument/2006/relationships/customXml" Target="../ink/ink1402.xml"/><Relationship Id="rId180" Type="http://schemas.openxmlformats.org/officeDocument/2006/relationships/customXml" Target="../ink/ink1490.xml"/><Relationship Id="rId236" Type="http://schemas.openxmlformats.org/officeDocument/2006/relationships/image" Target="../media/image2590.png"/><Relationship Id="rId278" Type="http://schemas.openxmlformats.org/officeDocument/2006/relationships/image" Target="../media/image2800.png"/><Relationship Id="rId401" Type="http://schemas.openxmlformats.org/officeDocument/2006/relationships/customXml" Target="../ink/ink1601.xml"/><Relationship Id="rId443" Type="http://schemas.openxmlformats.org/officeDocument/2006/relationships/customXml" Target="../ink/ink1622.xml"/><Relationship Id="rId303" Type="http://schemas.openxmlformats.org/officeDocument/2006/relationships/customXml" Target="../ink/ink1552.xml"/><Relationship Id="rId485" Type="http://schemas.openxmlformats.org/officeDocument/2006/relationships/customXml" Target="../ink/ink1643.xml"/><Relationship Id="rId42" Type="http://schemas.openxmlformats.org/officeDocument/2006/relationships/customXml" Target="../ink/ink1421.xml"/><Relationship Id="rId84" Type="http://schemas.openxmlformats.org/officeDocument/2006/relationships/customXml" Target="../ink/ink1442.xml"/><Relationship Id="rId138" Type="http://schemas.openxmlformats.org/officeDocument/2006/relationships/customXml" Target="../ink/ink1469.xml"/><Relationship Id="rId345" Type="http://schemas.openxmlformats.org/officeDocument/2006/relationships/customXml" Target="../ink/ink1573.xml"/><Relationship Id="rId387" Type="http://schemas.openxmlformats.org/officeDocument/2006/relationships/customXml" Target="../ink/ink1594.xml"/><Relationship Id="rId510" Type="http://schemas.openxmlformats.org/officeDocument/2006/relationships/image" Target="../media/image1068.png"/><Relationship Id="rId552" Type="http://schemas.openxmlformats.org/officeDocument/2006/relationships/image" Target="../media/image1089.png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47" Type="http://schemas.openxmlformats.org/officeDocument/2006/relationships/customXml" Target="../ink/ink1524.xml"/><Relationship Id="rId412" Type="http://schemas.openxmlformats.org/officeDocument/2006/relationships/image" Target="../media/image3470.png"/><Relationship Id="rId107" Type="http://schemas.openxmlformats.org/officeDocument/2006/relationships/image" Target="../media/image1630.png"/><Relationship Id="rId289" Type="http://schemas.openxmlformats.org/officeDocument/2006/relationships/customXml" Target="../ink/ink1545.xml"/><Relationship Id="rId454" Type="http://schemas.openxmlformats.org/officeDocument/2006/relationships/image" Target="../media/image1040.png"/><Relationship Id="rId496" Type="http://schemas.openxmlformats.org/officeDocument/2006/relationships/image" Target="../media/image1061.png"/><Relationship Id="rId11" Type="http://schemas.openxmlformats.org/officeDocument/2006/relationships/image" Target="../media/image7210.png"/><Relationship Id="rId53" Type="http://schemas.openxmlformats.org/officeDocument/2006/relationships/image" Target="../media/image9310.png"/><Relationship Id="rId149" Type="http://schemas.openxmlformats.org/officeDocument/2006/relationships/image" Target="../media/image1830.png"/><Relationship Id="rId314" Type="http://schemas.openxmlformats.org/officeDocument/2006/relationships/image" Target="../media/image2980.png"/><Relationship Id="rId356" Type="http://schemas.openxmlformats.org/officeDocument/2006/relationships/image" Target="../media/image3190.png"/><Relationship Id="rId398" Type="http://schemas.openxmlformats.org/officeDocument/2006/relationships/image" Target="../media/image3400.png"/><Relationship Id="rId521" Type="http://schemas.openxmlformats.org/officeDocument/2006/relationships/customXml" Target="../ink/ink1661.xml"/><Relationship Id="rId95" Type="http://schemas.openxmlformats.org/officeDocument/2006/relationships/image" Target="../media/image1570.png"/><Relationship Id="rId160" Type="http://schemas.openxmlformats.org/officeDocument/2006/relationships/customXml" Target="../ink/ink1480.xml"/><Relationship Id="rId216" Type="http://schemas.openxmlformats.org/officeDocument/2006/relationships/customXml" Target="../ink/ink1508.xml"/><Relationship Id="rId423" Type="http://schemas.openxmlformats.org/officeDocument/2006/relationships/customXml" Target="../ink/ink1612.xml"/><Relationship Id="rId258" Type="http://schemas.openxmlformats.org/officeDocument/2006/relationships/image" Target="../media/image2700.png"/><Relationship Id="rId465" Type="http://schemas.openxmlformats.org/officeDocument/2006/relationships/customXml" Target="../ink/ink1633.xml"/><Relationship Id="rId22" Type="http://schemas.openxmlformats.org/officeDocument/2006/relationships/customXml" Target="../ink/ink1411.xml"/><Relationship Id="rId64" Type="http://schemas.openxmlformats.org/officeDocument/2006/relationships/customXml" Target="../ink/ink1432.xml"/><Relationship Id="rId118" Type="http://schemas.openxmlformats.org/officeDocument/2006/relationships/customXml" Target="../ink/ink1459.xml"/><Relationship Id="rId325" Type="http://schemas.openxmlformats.org/officeDocument/2006/relationships/customXml" Target="../ink/ink1563.xml"/><Relationship Id="rId367" Type="http://schemas.openxmlformats.org/officeDocument/2006/relationships/customXml" Target="../ink/ink1584.xml"/><Relationship Id="rId532" Type="http://schemas.openxmlformats.org/officeDocument/2006/relationships/image" Target="../media/image1079.png"/><Relationship Id="rId171" Type="http://schemas.openxmlformats.org/officeDocument/2006/relationships/image" Target="../media/image1940.png"/><Relationship Id="rId227" Type="http://schemas.openxmlformats.org/officeDocument/2006/relationships/customXml" Target="../ink/ink1514.xml"/><Relationship Id="rId269" Type="http://schemas.openxmlformats.org/officeDocument/2006/relationships/customXml" Target="../ink/ink1535.xml"/><Relationship Id="rId434" Type="http://schemas.openxmlformats.org/officeDocument/2006/relationships/image" Target="../media/image1030.png"/><Relationship Id="rId476" Type="http://schemas.openxmlformats.org/officeDocument/2006/relationships/image" Target="../media/image1051.png"/><Relationship Id="rId33" Type="http://schemas.openxmlformats.org/officeDocument/2006/relationships/image" Target="../media/image8310.png"/><Relationship Id="rId129" Type="http://schemas.openxmlformats.org/officeDocument/2006/relationships/image" Target="../media/image1290.png"/><Relationship Id="rId280" Type="http://schemas.openxmlformats.org/officeDocument/2006/relationships/image" Target="../media/image2811.png"/><Relationship Id="rId336" Type="http://schemas.openxmlformats.org/officeDocument/2006/relationships/image" Target="../media/image3090.png"/><Relationship Id="rId501" Type="http://schemas.openxmlformats.org/officeDocument/2006/relationships/customXml" Target="../ink/ink1651.xml"/><Relationship Id="rId543" Type="http://schemas.openxmlformats.org/officeDocument/2006/relationships/customXml" Target="../ink/ink1672.xml"/><Relationship Id="rId75" Type="http://schemas.openxmlformats.org/officeDocument/2006/relationships/image" Target="../media/image10211.png"/><Relationship Id="rId140" Type="http://schemas.openxmlformats.org/officeDocument/2006/relationships/customXml" Target="../ink/ink1470.xml"/><Relationship Id="rId182" Type="http://schemas.openxmlformats.org/officeDocument/2006/relationships/customXml" Target="../ink/ink1491.xml"/><Relationship Id="rId378" Type="http://schemas.openxmlformats.org/officeDocument/2006/relationships/image" Target="../media/image3300.png"/><Relationship Id="rId403" Type="http://schemas.openxmlformats.org/officeDocument/2006/relationships/customXml" Target="../ink/ink1602.xml"/><Relationship Id="rId6" Type="http://schemas.openxmlformats.org/officeDocument/2006/relationships/customXml" Target="../ink/ink1403.xml"/><Relationship Id="rId238" Type="http://schemas.openxmlformats.org/officeDocument/2006/relationships/image" Target="../media/image2600.png"/><Relationship Id="rId445" Type="http://schemas.openxmlformats.org/officeDocument/2006/relationships/customXml" Target="../ink/ink1623.xml"/><Relationship Id="rId487" Type="http://schemas.openxmlformats.org/officeDocument/2006/relationships/customXml" Target="../ink/ink1644.xml"/><Relationship Id="rId291" Type="http://schemas.openxmlformats.org/officeDocument/2006/relationships/customXml" Target="../ink/ink1546.xml"/><Relationship Id="rId305" Type="http://schemas.openxmlformats.org/officeDocument/2006/relationships/customXml" Target="../ink/ink1553.xml"/><Relationship Id="rId347" Type="http://schemas.openxmlformats.org/officeDocument/2006/relationships/customXml" Target="../ink/ink1574.xml"/><Relationship Id="rId512" Type="http://schemas.openxmlformats.org/officeDocument/2006/relationships/image" Target="../media/image1069.png"/><Relationship Id="rId44" Type="http://schemas.openxmlformats.org/officeDocument/2006/relationships/customXml" Target="../ink/ink1422.xml"/><Relationship Id="rId86" Type="http://schemas.openxmlformats.org/officeDocument/2006/relationships/customXml" Target="../ink/ink1443.xml"/><Relationship Id="rId151" Type="http://schemas.openxmlformats.org/officeDocument/2006/relationships/image" Target="../media/image1840.png"/><Relationship Id="rId389" Type="http://schemas.openxmlformats.org/officeDocument/2006/relationships/customXml" Target="../ink/ink1595.xml"/><Relationship Id="rId554" Type="http://schemas.openxmlformats.org/officeDocument/2006/relationships/image" Target="../media/image1090.png"/><Relationship Id="rId193" Type="http://schemas.openxmlformats.org/officeDocument/2006/relationships/image" Target="../media/image2380.png"/><Relationship Id="rId207" Type="http://schemas.openxmlformats.org/officeDocument/2006/relationships/image" Target="../media/image2450.png"/><Relationship Id="rId249" Type="http://schemas.openxmlformats.org/officeDocument/2006/relationships/customXml" Target="../ink/ink1525.xml"/><Relationship Id="rId414" Type="http://schemas.openxmlformats.org/officeDocument/2006/relationships/image" Target="../media/image3480.png"/><Relationship Id="rId456" Type="http://schemas.openxmlformats.org/officeDocument/2006/relationships/image" Target="../media/image1041.png"/><Relationship Id="rId498" Type="http://schemas.openxmlformats.org/officeDocument/2006/relationships/image" Target="../media/image1062.png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260" Type="http://schemas.openxmlformats.org/officeDocument/2006/relationships/image" Target="../media/image2711.png"/><Relationship Id="rId316" Type="http://schemas.openxmlformats.org/officeDocument/2006/relationships/image" Target="../media/image2990.png"/><Relationship Id="rId523" Type="http://schemas.openxmlformats.org/officeDocument/2006/relationships/customXml" Target="../ink/ink1662.xml"/><Relationship Id="rId55" Type="http://schemas.openxmlformats.org/officeDocument/2006/relationships/image" Target="../media/image9410.png"/><Relationship Id="rId97" Type="http://schemas.openxmlformats.org/officeDocument/2006/relationships/image" Target="../media/image1580.png"/><Relationship Id="rId120" Type="http://schemas.openxmlformats.org/officeDocument/2006/relationships/customXml" Target="../ink/ink1460.xml"/><Relationship Id="rId358" Type="http://schemas.openxmlformats.org/officeDocument/2006/relationships/image" Target="../media/image3200.png"/><Relationship Id="rId162" Type="http://schemas.openxmlformats.org/officeDocument/2006/relationships/customXml" Target="../ink/ink1481.xml"/><Relationship Id="rId218" Type="http://schemas.openxmlformats.org/officeDocument/2006/relationships/customXml" Target="../ink/ink1509.xml"/><Relationship Id="rId425" Type="http://schemas.openxmlformats.org/officeDocument/2006/relationships/customXml" Target="../ink/ink1613.xml"/><Relationship Id="rId467" Type="http://schemas.openxmlformats.org/officeDocument/2006/relationships/customXml" Target="../ink/ink1634.xml"/><Relationship Id="rId271" Type="http://schemas.openxmlformats.org/officeDocument/2006/relationships/customXml" Target="../ink/ink1536.xml"/><Relationship Id="rId24" Type="http://schemas.openxmlformats.org/officeDocument/2006/relationships/customXml" Target="../ink/ink1412.xml"/><Relationship Id="rId66" Type="http://schemas.openxmlformats.org/officeDocument/2006/relationships/customXml" Target="../ink/ink1433.xml"/><Relationship Id="rId131" Type="http://schemas.openxmlformats.org/officeDocument/2006/relationships/image" Target="../media/image1740.png"/><Relationship Id="rId327" Type="http://schemas.openxmlformats.org/officeDocument/2006/relationships/customXml" Target="../ink/ink1564.xml"/><Relationship Id="rId369" Type="http://schemas.openxmlformats.org/officeDocument/2006/relationships/customXml" Target="../ink/ink1585.xml"/><Relationship Id="rId534" Type="http://schemas.openxmlformats.org/officeDocument/2006/relationships/image" Target="../media/image1080.png"/><Relationship Id="rId173" Type="http://schemas.openxmlformats.org/officeDocument/2006/relationships/image" Target="../media/image1950.png"/><Relationship Id="rId229" Type="http://schemas.openxmlformats.org/officeDocument/2006/relationships/customXml" Target="../ink/ink1515.xml"/><Relationship Id="rId380" Type="http://schemas.openxmlformats.org/officeDocument/2006/relationships/image" Target="../media/image3311.png"/><Relationship Id="rId436" Type="http://schemas.openxmlformats.org/officeDocument/2006/relationships/image" Target="../media/image1031.png"/><Relationship Id="rId240" Type="http://schemas.openxmlformats.org/officeDocument/2006/relationships/image" Target="../media/image2611.png"/><Relationship Id="rId478" Type="http://schemas.openxmlformats.org/officeDocument/2006/relationships/image" Target="../media/image1052.png"/><Relationship Id="rId35" Type="http://schemas.openxmlformats.org/officeDocument/2006/relationships/image" Target="../media/image8410.png"/><Relationship Id="rId77" Type="http://schemas.openxmlformats.org/officeDocument/2006/relationships/image" Target="../media/image10310.png"/><Relationship Id="rId100" Type="http://schemas.openxmlformats.org/officeDocument/2006/relationships/customXml" Target="../ink/ink1450.xml"/><Relationship Id="rId282" Type="http://schemas.openxmlformats.org/officeDocument/2006/relationships/image" Target="../media/image2820.png"/><Relationship Id="rId338" Type="http://schemas.openxmlformats.org/officeDocument/2006/relationships/image" Target="../media/image3100.png"/><Relationship Id="rId503" Type="http://schemas.openxmlformats.org/officeDocument/2006/relationships/customXml" Target="../ink/ink1652.xml"/><Relationship Id="rId545" Type="http://schemas.openxmlformats.org/officeDocument/2006/relationships/customXml" Target="../ink/ink1673.xml"/><Relationship Id="rId8" Type="http://schemas.openxmlformats.org/officeDocument/2006/relationships/customXml" Target="../ink/ink1404.xml"/><Relationship Id="rId142" Type="http://schemas.openxmlformats.org/officeDocument/2006/relationships/customXml" Target="../ink/ink1471.xml"/><Relationship Id="rId184" Type="http://schemas.openxmlformats.org/officeDocument/2006/relationships/customXml" Target="../ink/ink1492.xml"/><Relationship Id="rId391" Type="http://schemas.openxmlformats.org/officeDocument/2006/relationships/customXml" Target="../ink/ink1596.xml"/><Relationship Id="rId405" Type="http://schemas.openxmlformats.org/officeDocument/2006/relationships/customXml" Target="../ink/ink1603.xml"/><Relationship Id="rId447" Type="http://schemas.openxmlformats.org/officeDocument/2006/relationships/customXml" Target="../ink/ink1624.xml"/><Relationship Id="rId251" Type="http://schemas.openxmlformats.org/officeDocument/2006/relationships/customXml" Target="../ink/ink1526.xml"/><Relationship Id="rId489" Type="http://schemas.openxmlformats.org/officeDocument/2006/relationships/customXml" Target="../ink/ink1645.xml"/><Relationship Id="rId46" Type="http://schemas.openxmlformats.org/officeDocument/2006/relationships/customXml" Target="../ink/ink1423.xml"/><Relationship Id="rId293" Type="http://schemas.openxmlformats.org/officeDocument/2006/relationships/customXml" Target="../ink/ink1547.xml"/><Relationship Id="rId307" Type="http://schemas.openxmlformats.org/officeDocument/2006/relationships/customXml" Target="../ink/ink1554.xml"/><Relationship Id="rId349" Type="http://schemas.openxmlformats.org/officeDocument/2006/relationships/customXml" Target="../ink/ink1575.xml"/><Relationship Id="rId514" Type="http://schemas.openxmlformats.org/officeDocument/2006/relationships/image" Target="../media/image1070.png"/><Relationship Id="rId556" Type="http://schemas.openxmlformats.org/officeDocument/2006/relationships/image" Target="../media/image1091.png"/><Relationship Id="rId88" Type="http://schemas.openxmlformats.org/officeDocument/2006/relationships/customXml" Target="../ink/ink1444.xml"/><Relationship Id="rId111" Type="http://schemas.openxmlformats.org/officeDocument/2006/relationships/image" Target="../media/image1650.png"/><Relationship Id="rId153" Type="http://schemas.openxmlformats.org/officeDocument/2006/relationships/image" Target="../media/image1850.png"/><Relationship Id="rId195" Type="http://schemas.openxmlformats.org/officeDocument/2006/relationships/image" Target="../media/image2390.png"/><Relationship Id="rId209" Type="http://schemas.openxmlformats.org/officeDocument/2006/relationships/image" Target="../media/image2460.png"/><Relationship Id="rId360" Type="http://schemas.openxmlformats.org/officeDocument/2006/relationships/image" Target="../media/image3211.png"/><Relationship Id="rId416" Type="http://schemas.openxmlformats.org/officeDocument/2006/relationships/image" Target="../media/image3490.png"/><Relationship Id="rId220" Type="http://schemas.openxmlformats.org/officeDocument/2006/relationships/customXml" Target="../ink/ink1510.xml"/><Relationship Id="rId458" Type="http://schemas.openxmlformats.org/officeDocument/2006/relationships/image" Target="../media/image1042.png"/><Relationship Id="rId15" Type="http://schemas.openxmlformats.org/officeDocument/2006/relationships/image" Target="../media/image7410.png"/><Relationship Id="rId57" Type="http://schemas.openxmlformats.org/officeDocument/2006/relationships/image" Target="../media/image9510.png"/><Relationship Id="rId262" Type="http://schemas.openxmlformats.org/officeDocument/2006/relationships/image" Target="../media/image2720.png"/><Relationship Id="rId318" Type="http://schemas.openxmlformats.org/officeDocument/2006/relationships/image" Target="../media/image3000.png"/><Relationship Id="rId525" Type="http://schemas.openxmlformats.org/officeDocument/2006/relationships/customXml" Target="../ink/ink1663.xml"/><Relationship Id="rId99" Type="http://schemas.openxmlformats.org/officeDocument/2006/relationships/image" Target="../media/image1590.png"/><Relationship Id="rId122" Type="http://schemas.openxmlformats.org/officeDocument/2006/relationships/customXml" Target="../ink/ink1461.xml"/><Relationship Id="rId164" Type="http://schemas.openxmlformats.org/officeDocument/2006/relationships/customXml" Target="../ink/ink1482.xml"/><Relationship Id="rId371" Type="http://schemas.openxmlformats.org/officeDocument/2006/relationships/customXml" Target="../ink/ink1586.xml"/><Relationship Id="rId427" Type="http://schemas.openxmlformats.org/officeDocument/2006/relationships/customXml" Target="../ink/ink1614.xml"/><Relationship Id="rId469" Type="http://schemas.openxmlformats.org/officeDocument/2006/relationships/customXml" Target="../ink/ink1635.xml"/><Relationship Id="rId26" Type="http://schemas.openxmlformats.org/officeDocument/2006/relationships/customXml" Target="../ink/ink1413.xml"/><Relationship Id="rId231" Type="http://schemas.openxmlformats.org/officeDocument/2006/relationships/customXml" Target="../ink/ink1516.xml"/><Relationship Id="rId273" Type="http://schemas.openxmlformats.org/officeDocument/2006/relationships/customXml" Target="../ink/ink1537.xml"/><Relationship Id="rId329" Type="http://schemas.openxmlformats.org/officeDocument/2006/relationships/customXml" Target="../ink/ink1565.xml"/><Relationship Id="rId480" Type="http://schemas.openxmlformats.org/officeDocument/2006/relationships/image" Target="../media/image1053.png"/><Relationship Id="rId536" Type="http://schemas.openxmlformats.org/officeDocument/2006/relationships/image" Target="../media/image1081.png"/><Relationship Id="rId68" Type="http://schemas.openxmlformats.org/officeDocument/2006/relationships/customXml" Target="../ink/ink1434.xml"/><Relationship Id="rId133" Type="http://schemas.openxmlformats.org/officeDocument/2006/relationships/image" Target="../media/image1750.png"/><Relationship Id="rId175" Type="http://schemas.openxmlformats.org/officeDocument/2006/relationships/image" Target="../media/image1960.png"/><Relationship Id="rId340" Type="http://schemas.openxmlformats.org/officeDocument/2006/relationships/image" Target="../media/image3111.png"/><Relationship Id="rId200" Type="http://schemas.openxmlformats.org/officeDocument/2006/relationships/customXml" Target="../ink/ink1500.xml"/><Relationship Id="rId382" Type="http://schemas.openxmlformats.org/officeDocument/2006/relationships/image" Target="../media/image3320.png"/><Relationship Id="rId438" Type="http://schemas.openxmlformats.org/officeDocument/2006/relationships/image" Target="../media/image1032.png"/><Relationship Id="rId242" Type="http://schemas.openxmlformats.org/officeDocument/2006/relationships/image" Target="../media/image2620.png"/><Relationship Id="rId284" Type="http://schemas.openxmlformats.org/officeDocument/2006/relationships/image" Target="../media/image2830.png"/><Relationship Id="rId491" Type="http://schemas.openxmlformats.org/officeDocument/2006/relationships/customXml" Target="../ink/ink1646.xml"/><Relationship Id="rId505" Type="http://schemas.openxmlformats.org/officeDocument/2006/relationships/customXml" Target="../ink/ink1653.xml"/><Relationship Id="rId37" Type="http://schemas.openxmlformats.org/officeDocument/2006/relationships/image" Target="../media/image8510.png"/><Relationship Id="rId79" Type="http://schemas.openxmlformats.org/officeDocument/2006/relationships/image" Target="../media/image10410.png"/><Relationship Id="rId102" Type="http://schemas.openxmlformats.org/officeDocument/2006/relationships/customXml" Target="../ink/ink1451.xml"/><Relationship Id="rId144" Type="http://schemas.openxmlformats.org/officeDocument/2006/relationships/customXml" Target="../ink/ink1472.xml"/><Relationship Id="rId547" Type="http://schemas.openxmlformats.org/officeDocument/2006/relationships/customXml" Target="../ink/ink1674.xml"/><Relationship Id="rId90" Type="http://schemas.openxmlformats.org/officeDocument/2006/relationships/customXml" Target="../ink/ink1445.xml"/><Relationship Id="rId186" Type="http://schemas.openxmlformats.org/officeDocument/2006/relationships/customXml" Target="../ink/ink1493.xml"/><Relationship Id="rId351" Type="http://schemas.openxmlformats.org/officeDocument/2006/relationships/customXml" Target="../ink/ink1576.xml"/><Relationship Id="rId393" Type="http://schemas.openxmlformats.org/officeDocument/2006/relationships/customXml" Target="../ink/ink1597.xml"/><Relationship Id="rId407" Type="http://schemas.openxmlformats.org/officeDocument/2006/relationships/customXml" Target="../ink/ink1604.xml"/><Relationship Id="rId449" Type="http://schemas.openxmlformats.org/officeDocument/2006/relationships/customXml" Target="../ink/ink1625.xml"/><Relationship Id="rId211" Type="http://schemas.openxmlformats.org/officeDocument/2006/relationships/image" Target="../media/image2470.png"/><Relationship Id="rId253" Type="http://schemas.openxmlformats.org/officeDocument/2006/relationships/customXml" Target="../ink/ink1527.xml"/><Relationship Id="rId295" Type="http://schemas.openxmlformats.org/officeDocument/2006/relationships/customXml" Target="../ink/ink1548.xml"/><Relationship Id="rId309" Type="http://schemas.openxmlformats.org/officeDocument/2006/relationships/customXml" Target="../ink/ink1555.xml"/><Relationship Id="rId460" Type="http://schemas.openxmlformats.org/officeDocument/2006/relationships/image" Target="../media/image1043.png"/><Relationship Id="rId516" Type="http://schemas.openxmlformats.org/officeDocument/2006/relationships/image" Target="../media/image1071.png"/><Relationship Id="rId48" Type="http://schemas.openxmlformats.org/officeDocument/2006/relationships/customXml" Target="../ink/ink1424.xml"/><Relationship Id="rId113" Type="http://schemas.openxmlformats.org/officeDocument/2006/relationships/image" Target="../media/image1660.png"/><Relationship Id="rId320" Type="http://schemas.openxmlformats.org/officeDocument/2006/relationships/image" Target="../media/image3011.png"/><Relationship Id="rId558" Type="http://schemas.openxmlformats.org/officeDocument/2006/relationships/image" Target="../media/image1092.png"/><Relationship Id="rId155" Type="http://schemas.openxmlformats.org/officeDocument/2006/relationships/image" Target="../media/image1860.png"/><Relationship Id="rId197" Type="http://schemas.openxmlformats.org/officeDocument/2006/relationships/image" Target="../media/image2400.png"/><Relationship Id="rId362" Type="http://schemas.openxmlformats.org/officeDocument/2006/relationships/image" Target="../media/image3220.png"/><Relationship Id="rId418" Type="http://schemas.openxmlformats.org/officeDocument/2006/relationships/image" Target="../media/image3500.png"/><Relationship Id="rId222" Type="http://schemas.openxmlformats.org/officeDocument/2006/relationships/customXml" Target="../ink/ink1511.xml"/><Relationship Id="rId264" Type="http://schemas.openxmlformats.org/officeDocument/2006/relationships/image" Target="../media/image2730.png"/><Relationship Id="rId471" Type="http://schemas.openxmlformats.org/officeDocument/2006/relationships/customXml" Target="../ink/ink1636.xml"/><Relationship Id="rId17" Type="http://schemas.openxmlformats.org/officeDocument/2006/relationships/image" Target="../media/image7510.png"/><Relationship Id="rId59" Type="http://schemas.openxmlformats.org/officeDocument/2006/relationships/image" Target="../media/image5310.png"/><Relationship Id="rId124" Type="http://schemas.openxmlformats.org/officeDocument/2006/relationships/customXml" Target="../ink/ink1462.xml"/><Relationship Id="rId527" Type="http://schemas.openxmlformats.org/officeDocument/2006/relationships/customXml" Target="../ink/ink1664.xml"/><Relationship Id="rId70" Type="http://schemas.openxmlformats.org/officeDocument/2006/relationships/customXml" Target="../ink/ink1435.xml"/><Relationship Id="rId166" Type="http://schemas.openxmlformats.org/officeDocument/2006/relationships/customXml" Target="../ink/ink1483.xml"/><Relationship Id="rId331" Type="http://schemas.openxmlformats.org/officeDocument/2006/relationships/customXml" Target="../ink/ink1566.xml"/><Relationship Id="rId373" Type="http://schemas.openxmlformats.org/officeDocument/2006/relationships/customXml" Target="../ink/ink1587.xml"/><Relationship Id="rId429" Type="http://schemas.openxmlformats.org/officeDocument/2006/relationships/customXml" Target="../ink/ink1615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1517.xml"/><Relationship Id="rId440" Type="http://schemas.openxmlformats.org/officeDocument/2006/relationships/image" Target="../media/image1033.png"/><Relationship Id="rId28" Type="http://schemas.openxmlformats.org/officeDocument/2006/relationships/customXml" Target="../ink/ink1414.xml"/><Relationship Id="rId275" Type="http://schemas.openxmlformats.org/officeDocument/2006/relationships/customXml" Target="../ink/ink1538.xml"/><Relationship Id="rId300" Type="http://schemas.openxmlformats.org/officeDocument/2006/relationships/image" Target="../media/image2911.png"/><Relationship Id="rId482" Type="http://schemas.openxmlformats.org/officeDocument/2006/relationships/image" Target="../media/image1054.png"/><Relationship Id="rId538" Type="http://schemas.openxmlformats.org/officeDocument/2006/relationships/image" Target="../media/image1082.png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77" Type="http://schemas.openxmlformats.org/officeDocument/2006/relationships/image" Target="../media/image1970.png"/><Relationship Id="rId342" Type="http://schemas.openxmlformats.org/officeDocument/2006/relationships/image" Target="../media/image3120.png"/><Relationship Id="rId384" Type="http://schemas.openxmlformats.org/officeDocument/2006/relationships/image" Target="../media/image3330.png"/><Relationship Id="rId202" Type="http://schemas.openxmlformats.org/officeDocument/2006/relationships/customXml" Target="../ink/ink1501.xml"/><Relationship Id="rId244" Type="http://schemas.openxmlformats.org/officeDocument/2006/relationships/image" Target="../media/image2630.png"/><Relationship Id="rId39" Type="http://schemas.openxmlformats.org/officeDocument/2006/relationships/image" Target="../media/image8610.png"/><Relationship Id="rId286" Type="http://schemas.openxmlformats.org/officeDocument/2006/relationships/image" Target="../media/image2840.png"/><Relationship Id="rId451" Type="http://schemas.openxmlformats.org/officeDocument/2006/relationships/customXml" Target="../ink/ink1626.xml"/><Relationship Id="rId493" Type="http://schemas.openxmlformats.org/officeDocument/2006/relationships/customXml" Target="../ink/ink1647.xml"/><Relationship Id="rId507" Type="http://schemas.openxmlformats.org/officeDocument/2006/relationships/customXml" Target="../ink/ink1654.xml"/><Relationship Id="rId549" Type="http://schemas.openxmlformats.org/officeDocument/2006/relationships/customXml" Target="../ink/ink1675.xml"/><Relationship Id="rId50" Type="http://schemas.openxmlformats.org/officeDocument/2006/relationships/customXml" Target="../ink/ink1425.xml"/><Relationship Id="rId104" Type="http://schemas.openxmlformats.org/officeDocument/2006/relationships/customXml" Target="../ink/ink1452.xml"/><Relationship Id="rId146" Type="http://schemas.openxmlformats.org/officeDocument/2006/relationships/customXml" Target="../ink/ink1473.xml"/><Relationship Id="rId188" Type="http://schemas.openxmlformats.org/officeDocument/2006/relationships/customXml" Target="../ink/ink1494.xml"/><Relationship Id="rId311" Type="http://schemas.openxmlformats.org/officeDocument/2006/relationships/customXml" Target="../ink/ink1556.xml"/><Relationship Id="rId353" Type="http://schemas.openxmlformats.org/officeDocument/2006/relationships/customXml" Target="../ink/ink1577.xml"/><Relationship Id="rId395" Type="http://schemas.openxmlformats.org/officeDocument/2006/relationships/customXml" Target="../ink/ink1598.xml"/><Relationship Id="rId409" Type="http://schemas.openxmlformats.org/officeDocument/2006/relationships/customXml" Target="../ink/ink1605.xml"/><Relationship Id="rId560" Type="http://schemas.openxmlformats.org/officeDocument/2006/relationships/image" Target="../media/image1093.png"/><Relationship Id="rId92" Type="http://schemas.openxmlformats.org/officeDocument/2006/relationships/customXml" Target="../ink/ink1446.xml"/><Relationship Id="rId213" Type="http://schemas.openxmlformats.org/officeDocument/2006/relationships/image" Target="../media/image2480.png"/><Relationship Id="rId420" Type="http://schemas.openxmlformats.org/officeDocument/2006/relationships/image" Target="../media/image1023.png"/><Relationship Id="rId255" Type="http://schemas.openxmlformats.org/officeDocument/2006/relationships/customXml" Target="../ink/ink1528.xml"/><Relationship Id="rId297" Type="http://schemas.openxmlformats.org/officeDocument/2006/relationships/customXml" Target="../ink/ink1549.xml"/><Relationship Id="rId462" Type="http://schemas.openxmlformats.org/officeDocument/2006/relationships/image" Target="../media/image1044.png"/><Relationship Id="rId518" Type="http://schemas.openxmlformats.org/officeDocument/2006/relationships/image" Target="../media/image1072.png"/><Relationship Id="rId115" Type="http://schemas.openxmlformats.org/officeDocument/2006/relationships/image" Target="../media/image1670.png"/><Relationship Id="rId157" Type="http://schemas.openxmlformats.org/officeDocument/2006/relationships/image" Target="../media/image1870.png"/><Relationship Id="rId322" Type="http://schemas.openxmlformats.org/officeDocument/2006/relationships/image" Target="../media/image3020.png"/><Relationship Id="rId364" Type="http://schemas.openxmlformats.org/officeDocument/2006/relationships/image" Target="../media/image3230.png"/><Relationship Id="rId61" Type="http://schemas.openxmlformats.org/officeDocument/2006/relationships/image" Target="../media/image9610.png"/><Relationship Id="rId199" Type="http://schemas.openxmlformats.org/officeDocument/2006/relationships/image" Target="../media/image2411.png"/><Relationship Id="rId19" Type="http://schemas.openxmlformats.org/officeDocument/2006/relationships/image" Target="../media/image7610.png"/><Relationship Id="rId224" Type="http://schemas.openxmlformats.org/officeDocument/2006/relationships/customXml" Target="../ink/ink1512.xml"/><Relationship Id="rId266" Type="http://schemas.openxmlformats.org/officeDocument/2006/relationships/image" Target="../media/image2740.png"/><Relationship Id="rId431" Type="http://schemas.openxmlformats.org/officeDocument/2006/relationships/customXml" Target="../ink/ink1616.xml"/><Relationship Id="rId473" Type="http://schemas.openxmlformats.org/officeDocument/2006/relationships/customXml" Target="../ink/ink1637.xml"/><Relationship Id="rId529" Type="http://schemas.openxmlformats.org/officeDocument/2006/relationships/customXml" Target="../ink/ink1665.xml"/><Relationship Id="rId30" Type="http://schemas.openxmlformats.org/officeDocument/2006/relationships/customXml" Target="../ink/ink1415.xml"/><Relationship Id="rId126" Type="http://schemas.openxmlformats.org/officeDocument/2006/relationships/customXml" Target="../ink/ink1463.xml"/><Relationship Id="rId168" Type="http://schemas.openxmlformats.org/officeDocument/2006/relationships/customXml" Target="../ink/ink1484.xml"/><Relationship Id="rId333" Type="http://schemas.openxmlformats.org/officeDocument/2006/relationships/customXml" Target="../ink/ink1567.xml"/><Relationship Id="rId540" Type="http://schemas.openxmlformats.org/officeDocument/2006/relationships/image" Target="../media/image1083.png"/><Relationship Id="rId72" Type="http://schemas.openxmlformats.org/officeDocument/2006/relationships/customXml" Target="../ink/ink1436.xml"/><Relationship Id="rId375" Type="http://schemas.openxmlformats.org/officeDocument/2006/relationships/customXml" Target="../ink/ink1588.xml"/><Relationship Id="rId3" Type="http://schemas.openxmlformats.org/officeDocument/2006/relationships/image" Target="../media/image2510.png"/><Relationship Id="rId235" Type="http://schemas.openxmlformats.org/officeDocument/2006/relationships/customXml" Target="../ink/ink1518.xml"/><Relationship Id="rId277" Type="http://schemas.openxmlformats.org/officeDocument/2006/relationships/customXml" Target="../ink/ink1539.xml"/><Relationship Id="rId400" Type="http://schemas.openxmlformats.org/officeDocument/2006/relationships/image" Target="../media/image3411.png"/><Relationship Id="rId442" Type="http://schemas.openxmlformats.org/officeDocument/2006/relationships/image" Target="../media/image1034.png"/><Relationship Id="rId484" Type="http://schemas.openxmlformats.org/officeDocument/2006/relationships/image" Target="../media/image1055.png"/><Relationship Id="rId137" Type="http://schemas.openxmlformats.org/officeDocument/2006/relationships/image" Target="../media/image1770.png"/><Relationship Id="rId302" Type="http://schemas.openxmlformats.org/officeDocument/2006/relationships/image" Target="../media/image2920.png"/><Relationship Id="rId344" Type="http://schemas.openxmlformats.org/officeDocument/2006/relationships/image" Target="../media/image3130.png"/><Relationship Id="rId41" Type="http://schemas.openxmlformats.org/officeDocument/2006/relationships/image" Target="../media/image8710.png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386" Type="http://schemas.openxmlformats.org/officeDocument/2006/relationships/image" Target="../media/image3340.png"/><Relationship Id="rId551" Type="http://schemas.openxmlformats.org/officeDocument/2006/relationships/customXml" Target="../ink/ink1676.xml"/><Relationship Id="rId190" Type="http://schemas.openxmlformats.org/officeDocument/2006/relationships/customXml" Target="../ink/ink1495.xml"/><Relationship Id="rId204" Type="http://schemas.openxmlformats.org/officeDocument/2006/relationships/customXml" Target="../ink/ink1502.xml"/><Relationship Id="rId246" Type="http://schemas.openxmlformats.org/officeDocument/2006/relationships/image" Target="../media/image2640.png"/><Relationship Id="rId288" Type="http://schemas.openxmlformats.org/officeDocument/2006/relationships/image" Target="../media/image2850.png"/><Relationship Id="rId411" Type="http://schemas.openxmlformats.org/officeDocument/2006/relationships/customXml" Target="../ink/ink1606.xml"/><Relationship Id="rId453" Type="http://schemas.openxmlformats.org/officeDocument/2006/relationships/customXml" Target="../ink/ink1627.xml"/><Relationship Id="rId509" Type="http://schemas.openxmlformats.org/officeDocument/2006/relationships/customXml" Target="../ink/ink1655.xml"/><Relationship Id="rId106" Type="http://schemas.openxmlformats.org/officeDocument/2006/relationships/customXml" Target="../ink/ink1453.xml"/><Relationship Id="rId313" Type="http://schemas.openxmlformats.org/officeDocument/2006/relationships/customXml" Target="../ink/ink1557.xml"/><Relationship Id="rId495" Type="http://schemas.openxmlformats.org/officeDocument/2006/relationships/customXml" Target="../ink/ink1648.xml"/><Relationship Id="rId10" Type="http://schemas.openxmlformats.org/officeDocument/2006/relationships/customXml" Target="../ink/ink1405.xml"/><Relationship Id="rId52" Type="http://schemas.openxmlformats.org/officeDocument/2006/relationships/customXml" Target="../ink/ink1426.xml"/><Relationship Id="rId94" Type="http://schemas.openxmlformats.org/officeDocument/2006/relationships/customXml" Target="../ink/ink1447.xml"/><Relationship Id="rId148" Type="http://schemas.openxmlformats.org/officeDocument/2006/relationships/customXml" Target="../ink/ink1474.xml"/><Relationship Id="rId355" Type="http://schemas.openxmlformats.org/officeDocument/2006/relationships/customXml" Target="../ink/ink1578.xml"/><Relationship Id="rId397" Type="http://schemas.openxmlformats.org/officeDocument/2006/relationships/customXml" Target="../ink/ink1599.xml"/><Relationship Id="rId520" Type="http://schemas.openxmlformats.org/officeDocument/2006/relationships/image" Target="../media/image1073.png"/><Relationship Id="rId215" Type="http://schemas.openxmlformats.org/officeDocument/2006/relationships/image" Target="../media/image2490.png"/><Relationship Id="rId257" Type="http://schemas.openxmlformats.org/officeDocument/2006/relationships/customXml" Target="../ink/ink1529.xml"/><Relationship Id="rId422" Type="http://schemas.openxmlformats.org/officeDocument/2006/relationships/image" Target="../media/image1024.png"/><Relationship Id="rId464" Type="http://schemas.openxmlformats.org/officeDocument/2006/relationships/image" Target="../media/image1045.png"/><Relationship Id="rId299" Type="http://schemas.openxmlformats.org/officeDocument/2006/relationships/customXml" Target="../ink/ink1550.xml"/><Relationship Id="rId63" Type="http://schemas.openxmlformats.org/officeDocument/2006/relationships/image" Target="../media/image9710.png"/><Relationship Id="rId159" Type="http://schemas.openxmlformats.org/officeDocument/2006/relationships/image" Target="../media/image1880.png"/><Relationship Id="rId366" Type="http://schemas.openxmlformats.org/officeDocument/2006/relationships/image" Target="../media/image3240.png"/><Relationship Id="rId226" Type="http://schemas.openxmlformats.org/officeDocument/2006/relationships/customXml" Target="../ink/ink1513.xml"/><Relationship Id="rId433" Type="http://schemas.openxmlformats.org/officeDocument/2006/relationships/customXml" Target="../ink/ink1617.xml"/><Relationship Id="rId74" Type="http://schemas.openxmlformats.org/officeDocument/2006/relationships/customXml" Target="../ink/ink1437.xml"/><Relationship Id="rId377" Type="http://schemas.openxmlformats.org/officeDocument/2006/relationships/customXml" Target="../ink/ink1589.xml"/><Relationship Id="rId500" Type="http://schemas.openxmlformats.org/officeDocument/2006/relationships/image" Target="../media/image1063.png"/><Relationship Id="rId5" Type="http://schemas.openxmlformats.org/officeDocument/2006/relationships/image" Target="../media/image7010.png"/><Relationship Id="rId237" Type="http://schemas.openxmlformats.org/officeDocument/2006/relationships/customXml" Target="../ink/ink1519.xml"/><Relationship Id="rId444" Type="http://schemas.openxmlformats.org/officeDocument/2006/relationships/image" Target="../media/image1035.png"/><Relationship Id="rId290" Type="http://schemas.openxmlformats.org/officeDocument/2006/relationships/image" Target="../media/image2860.png"/><Relationship Id="rId304" Type="http://schemas.openxmlformats.org/officeDocument/2006/relationships/image" Target="../media/image2930.png"/><Relationship Id="rId388" Type="http://schemas.openxmlformats.org/officeDocument/2006/relationships/image" Target="../media/image3350.png"/><Relationship Id="rId511" Type="http://schemas.openxmlformats.org/officeDocument/2006/relationships/customXml" Target="../ink/ink1656.xml"/><Relationship Id="rId85" Type="http://schemas.openxmlformats.org/officeDocument/2006/relationships/image" Target="../media/image10710.png"/><Relationship Id="rId150" Type="http://schemas.openxmlformats.org/officeDocument/2006/relationships/customXml" Target="../ink/ink1475.xml"/><Relationship Id="rId248" Type="http://schemas.openxmlformats.org/officeDocument/2006/relationships/image" Target="../media/image2650.png"/><Relationship Id="rId455" Type="http://schemas.openxmlformats.org/officeDocument/2006/relationships/customXml" Target="../ink/ink1628.xml"/><Relationship Id="rId12" Type="http://schemas.openxmlformats.org/officeDocument/2006/relationships/customXml" Target="../ink/ink1406.xml"/><Relationship Id="rId108" Type="http://schemas.openxmlformats.org/officeDocument/2006/relationships/customXml" Target="../ink/ink1454.xml"/><Relationship Id="rId315" Type="http://schemas.openxmlformats.org/officeDocument/2006/relationships/customXml" Target="../ink/ink1558.xml"/><Relationship Id="rId522" Type="http://schemas.openxmlformats.org/officeDocument/2006/relationships/image" Target="../media/image1074.png"/><Relationship Id="rId96" Type="http://schemas.openxmlformats.org/officeDocument/2006/relationships/customXml" Target="../ink/ink1448.xml"/><Relationship Id="rId161" Type="http://schemas.openxmlformats.org/officeDocument/2006/relationships/image" Target="../media/image1890.png"/><Relationship Id="rId399" Type="http://schemas.openxmlformats.org/officeDocument/2006/relationships/customXml" Target="../ink/ink1600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9.png"/><Relationship Id="rId21" Type="http://schemas.openxmlformats.org/officeDocument/2006/relationships/image" Target="../media/image891.png"/><Relationship Id="rId324" Type="http://schemas.openxmlformats.org/officeDocument/2006/relationships/image" Target="../media/image1177.png"/><Relationship Id="rId170" Type="http://schemas.openxmlformats.org/officeDocument/2006/relationships/customXml" Target="../ink/ink1765.xml"/><Relationship Id="rId268" Type="http://schemas.openxmlformats.org/officeDocument/2006/relationships/image" Target="../media/image1147.png"/><Relationship Id="rId475" Type="http://schemas.openxmlformats.org/officeDocument/2006/relationships/customXml" Target="../ink/ink1918.xml"/><Relationship Id="rId32" Type="http://schemas.openxmlformats.org/officeDocument/2006/relationships/customXml" Target="../ink/ink1696.xml"/><Relationship Id="rId74" Type="http://schemas.openxmlformats.org/officeDocument/2006/relationships/customXml" Target="../ink/ink1717.xml"/><Relationship Id="rId128" Type="http://schemas.openxmlformats.org/officeDocument/2006/relationships/customXml" Target="../ink/ink1744.xml"/><Relationship Id="rId335" Type="http://schemas.openxmlformats.org/officeDocument/2006/relationships/customXml" Target="../ink/ink1848.xml"/><Relationship Id="rId377" Type="http://schemas.openxmlformats.org/officeDocument/2006/relationships/customXml" Target="../ink/ink1869.xml"/><Relationship Id="rId500" Type="http://schemas.openxmlformats.org/officeDocument/2006/relationships/image" Target="../media/image1275.png"/><Relationship Id="rId5" Type="http://schemas.openxmlformats.org/officeDocument/2006/relationships/image" Target="../media/image884.png"/><Relationship Id="rId181" Type="http://schemas.openxmlformats.org/officeDocument/2006/relationships/image" Target="../media/image1101.png"/><Relationship Id="rId237" Type="http://schemas.openxmlformats.org/officeDocument/2006/relationships/customXml" Target="../ink/ink1799.xml"/><Relationship Id="rId402" Type="http://schemas.openxmlformats.org/officeDocument/2006/relationships/image" Target="../media/image1221.png"/><Relationship Id="rId279" Type="http://schemas.openxmlformats.org/officeDocument/2006/relationships/customXml" Target="../ink/ink1820.xml"/><Relationship Id="rId444" Type="http://schemas.openxmlformats.org/officeDocument/2006/relationships/image" Target="../media/image1244.png"/><Relationship Id="rId486" Type="http://schemas.openxmlformats.org/officeDocument/2006/relationships/image" Target="../media/image1267.png"/><Relationship Id="rId43" Type="http://schemas.openxmlformats.org/officeDocument/2006/relationships/image" Target="../media/image902.png"/><Relationship Id="rId139" Type="http://schemas.openxmlformats.org/officeDocument/2006/relationships/image" Target="../media/image950.png"/><Relationship Id="rId290" Type="http://schemas.openxmlformats.org/officeDocument/2006/relationships/image" Target="../media/image1159.png"/><Relationship Id="rId304" Type="http://schemas.openxmlformats.org/officeDocument/2006/relationships/image" Target="../media/image1167.png"/><Relationship Id="rId346" Type="http://schemas.openxmlformats.org/officeDocument/2006/relationships/image" Target="../media/image1189.png"/><Relationship Id="rId388" Type="http://schemas.openxmlformats.org/officeDocument/2006/relationships/image" Target="../media/image1213.png"/><Relationship Id="rId511" Type="http://schemas.openxmlformats.org/officeDocument/2006/relationships/customXml" Target="../ink/ink1936.xml"/><Relationship Id="rId85" Type="http://schemas.openxmlformats.org/officeDocument/2006/relationships/image" Target="../media/image923.png"/><Relationship Id="rId150" Type="http://schemas.openxmlformats.org/officeDocument/2006/relationships/customXml" Target="../ink/ink1755.xml"/><Relationship Id="rId192" Type="http://schemas.openxmlformats.org/officeDocument/2006/relationships/customXml" Target="../ink/ink1776.xml"/><Relationship Id="rId206" Type="http://schemas.openxmlformats.org/officeDocument/2006/relationships/customXml" Target="../ink/ink1783.xml"/><Relationship Id="rId413" Type="http://schemas.openxmlformats.org/officeDocument/2006/relationships/customXml" Target="../ink/ink1887.xml"/><Relationship Id="rId248" Type="http://schemas.openxmlformats.org/officeDocument/2006/relationships/image" Target="../media/image1136.png"/><Relationship Id="rId455" Type="http://schemas.openxmlformats.org/officeDocument/2006/relationships/customXml" Target="../ink/ink1908.xml"/><Relationship Id="rId497" Type="http://schemas.openxmlformats.org/officeDocument/2006/relationships/customXml" Target="../ink/ink1929.xml"/><Relationship Id="rId12" Type="http://schemas.openxmlformats.org/officeDocument/2006/relationships/customXml" Target="../ink/ink1686.xml"/><Relationship Id="rId108" Type="http://schemas.openxmlformats.org/officeDocument/2006/relationships/customXml" Target="../ink/ink1734.xml"/><Relationship Id="rId315" Type="http://schemas.openxmlformats.org/officeDocument/2006/relationships/customXml" Target="../ink/ink1838.xml"/><Relationship Id="rId357" Type="http://schemas.openxmlformats.org/officeDocument/2006/relationships/customXml" Target="../ink/ink1859.xml"/><Relationship Id="rId522" Type="http://schemas.openxmlformats.org/officeDocument/2006/relationships/image" Target="../media/image1287.png"/><Relationship Id="rId54" Type="http://schemas.openxmlformats.org/officeDocument/2006/relationships/customXml" Target="../ink/ink1707.xml"/><Relationship Id="rId96" Type="http://schemas.openxmlformats.org/officeDocument/2006/relationships/customXml" Target="../ink/ink1728.xml"/><Relationship Id="rId161" Type="http://schemas.openxmlformats.org/officeDocument/2006/relationships/image" Target="../media/image961.png"/><Relationship Id="rId217" Type="http://schemas.openxmlformats.org/officeDocument/2006/relationships/image" Target="../media/image1119.png"/><Relationship Id="rId399" Type="http://schemas.openxmlformats.org/officeDocument/2006/relationships/customXml" Target="../ink/ink1880.xml"/><Relationship Id="rId259" Type="http://schemas.openxmlformats.org/officeDocument/2006/relationships/customXml" Target="../ink/ink1810.xml"/><Relationship Id="rId424" Type="http://schemas.openxmlformats.org/officeDocument/2006/relationships/image" Target="../media/image1233.png"/><Relationship Id="rId466" Type="http://schemas.openxmlformats.org/officeDocument/2006/relationships/image" Target="../media/image1256.png"/><Relationship Id="rId23" Type="http://schemas.openxmlformats.org/officeDocument/2006/relationships/image" Target="../media/image892.png"/><Relationship Id="rId119" Type="http://schemas.openxmlformats.org/officeDocument/2006/relationships/image" Target="../media/image940.png"/><Relationship Id="rId270" Type="http://schemas.openxmlformats.org/officeDocument/2006/relationships/image" Target="../media/image1148.png"/><Relationship Id="rId326" Type="http://schemas.openxmlformats.org/officeDocument/2006/relationships/image" Target="../media/image1178.png"/><Relationship Id="rId65" Type="http://schemas.openxmlformats.org/officeDocument/2006/relationships/image" Target="../media/image913.png"/><Relationship Id="rId130" Type="http://schemas.openxmlformats.org/officeDocument/2006/relationships/customXml" Target="../ink/ink1745.xml"/><Relationship Id="rId368" Type="http://schemas.openxmlformats.org/officeDocument/2006/relationships/image" Target="../media/image1202.png"/><Relationship Id="rId172" Type="http://schemas.openxmlformats.org/officeDocument/2006/relationships/customXml" Target="../ink/ink1766.xml"/><Relationship Id="rId228" Type="http://schemas.openxmlformats.org/officeDocument/2006/relationships/image" Target="../media/image1125.png"/><Relationship Id="rId435" Type="http://schemas.openxmlformats.org/officeDocument/2006/relationships/customXml" Target="../ink/ink1898.xml"/><Relationship Id="rId477" Type="http://schemas.openxmlformats.org/officeDocument/2006/relationships/customXml" Target="../ink/ink1919.xml"/><Relationship Id="rId281" Type="http://schemas.openxmlformats.org/officeDocument/2006/relationships/customXml" Target="../ink/ink1821.xml"/><Relationship Id="rId337" Type="http://schemas.openxmlformats.org/officeDocument/2006/relationships/customXml" Target="../ink/ink1849.xml"/><Relationship Id="rId502" Type="http://schemas.openxmlformats.org/officeDocument/2006/relationships/image" Target="../media/image1276.png"/><Relationship Id="rId34" Type="http://schemas.openxmlformats.org/officeDocument/2006/relationships/customXml" Target="../ink/ink1697.xml"/><Relationship Id="rId76" Type="http://schemas.openxmlformats.org/officeDocument/2006/relationships/customXml" Target="../ink/ink1718.xml"/><Relationship Id="rId141" Type="http://schemas.openxmlformats.org/officeDocument/2006/relationships/image" Target="../media/image951.png"/><Relationship Id="rId379" Type="http://schemas.openxmlformats.org/officeDocument/2006/relationships/customXml" Target="../ink/ink1870.xml"/><Relationship Id="rId7" Type="http://schemas.openxmlformats.org/officeDocument/2006/relationships/image" Target="../media/image885.png"/><Relationship Id="rId183" Type="http://schemas.openxmlformats.org/officeDocument/2006/relationships/image" Target="../media/image243.png"/><Relationship Id="rId239" Type="http://schemas.openxmlformats.org/officeDocument/2006/relationships/customXml" Target="../ink/ink1800.xml"/><Relationship Id="rId390" Type="http://schemas.openxmlformats.org/officeDocument/2006/relationships/image" Target="../media/image1214.png"/><Relationship Id="rId404" Type="http://schemas.openxmlformats.org/officeDocument/2006/relationships/image" Target="../media/image1222.png"/><Relationship Id="rId446" Type="http://schemas.openxmlformats.org/officeDocument/2006/relationships/image" Target="../media/image1245.png"/><Relationship Id="rId250" Type="http://schemas.openxmlformats.org/officeDocument/2006/relationships/image" Target="../media/image1137.png"/><Relationship Id="rId292" Type="http://schemas.openxmlformats.org/officeDocument/2006/relationships/image" Target="../media/image1161.png"/><Relationship Id="rId306" Type="http://schemas.openxmlformats.org/officeDocument/2006/relationships/image" Target="../media/image1168.png"/><Relationship Id="rId488" Type="http://schemas.openxmlformats.org/officeDocument/2006/relationships/image" Target="../media/image1268.png"/><Relationship Id="rId45" Type="http://schemas.openxmlformats.org/officeDocument/2006/relationships/image" Target="../media/image903.png"/><Relationship Id="rId87" Type="http://schemas.openxmlformats.org/officeDocument/2006/relationships/image" Target="../media/image924.png"/><Relationship Id="rId110" Type="http://schemas.openxmlformats.org/officeDocument/2006/relationships/customXml" Target="../ink/ink1735.xml"/><Relationship Id="rId348" Type="http://schemas.openxmlformats.org/officeDocument/2006/relationships/image" Target="../media/image1191.png"/><Relationship Id="rId513" Type="http://schemas.openxmlformats.org/officeDocument/2006/relationships/customXml" Target="../ink/ink1937.xml"/><Relationship Id="rId152" Type="http://schemas.openxmlformats.org/officeDocument/2006/relationships/customXml" Target="../ink/ink1756.xml"/><Relationship Id="rId194" Type="http://schemas.openxmlformats.org/officeDocument/2006/relationships/customXml" Target="../ink/ink1777.xml"/><Relationship Id="rId208" Type="http://schemas.openxmlformats.org/officeDocument/2006/relationships/customXml" Target="../ink/ink1784.xml"/><Relationship Id="rId415" Type="http://schemas.openxmlformats.org/officeDocument/2006/relationships/customXml" Target="../ink/ink1888.xml"/><Relationship Id="rId457" Type="http://schemas.openxmlformats.org/officeDocument/2006/relationships/customXml" Target="../ink/ink1909.xml"/><Relationship Id="rId261" Type="http://schemas.openxmlformats.org/officeDocument/2006/relationships/customXml" Target="../ink/ink1811.xml"/><Relationship Id="rId499" Type="http://schemas.openxmlformats.org/officeDocument/2006/relationships/customXml" Target="../ink/ink1930.xml"/><Relationship Id="rId14" Type="http://schemas.openxmlformats.org/officeDocument/2006/relationships/customXml" Target="../ink/ink1687.xml"/><Relationship Id="rId56" Type="http://schemas.openxmlformats.org/officeDocument/2006/relationships/customXml" Target="../ink/ink1708.xml"/><Relationship Id="rId317" Type="http://schemas.openxmlformats.org/officeDocument/2006/relationships/customXml" Target="../ink/ink1839.xml"/><Relationship Id="rId359" Type="http://schemas.openxmlformats.org/officeDocument/2006/relationships/customXml" Target="../ink/ink1860.xml"/><Relationship Id="rId524" Type="http://schemas.openxmlformats.org/officeDocument/2006/relationships/image" Target="../media/image1288.png"/><Relationship Id="rId98" Type="http://schemas.openxmlformats.org/officeDocument/2006/relationships/customXml" Target="../ink/ink1729.xml"/><Relationship Id="rId121" Type="http://schemas.openxmlformats.org/officeDocument/2006/relationships/image" Target="../media/image941.png"/><Relationship Id="rId163" Type="http://schemas.openxmlformats.org/officeDocument/2006/relationships/image" Target="../media/image1021.png"/><Relationship Id="rId219" Type="http://schemas.openxmlformats.org/officeDocument/2006/relationships/image" Target="../media/image1120.png"/><Relationship Id="rId370" Type="http://schemas.openxmlformats.org/officeDocument/2006/relationships/image" Target="../media/image1203.png"/><Relationship Id="rId426" Type="http://schemas.openxmlformats.org/officeDocument/2006/relationships/image" Target="../media/image1234.png"/><Relationship Id="rId230" Type="http://schemas.openxmlformats.org/officeDocument/2006/relationships/image" Target="../media/image1126.png"/><Relationship Id="rId468" Type="http://schemas.openxmlformats.org/officeDocument/2006/relationships/image" Target="../media/image1257.png"/><Relationship Id="rId25" Type="http://schemas.openxmlformats.org/officeDocument/2006/relationships/image" Target="../media/image893.png"/><Relationship Id="rId67" Type="http://schemas.openxmlformats.org/officeDocument/2006/relationships/image" Target="../media/image914.png"/><Relationship Id="rId272" Type="http://schemas.openxmlformats.org/officeDocument/2006/relationships/image" Target="../media/image1149.png"/><Relationship Id="rId328" Type="http://schemas.openxmlformats.org/officeDocument/2006/relationships/image" Target="../media/image1179.png"/><Relationship Id="rId132" Type="http://schemas.openxmlformats.org/officeDocument/2006/relationships/customXml" Target="../ink/ink1746.xml"/><Relationship Id="rId174" Type="http://schemas.openxmlformats.org/officeDocument/2006/relationships/customXml" Target="../ink/ink1767.xml"/><Relationship Id="rId381" Type="http://schemas.openxmlformats.org/officeDocument/2006/relationships/customXml" Target="../ink/ink1871.xml"/><Relationship Id="rId241" Type="http://schemas.openxmlformats.org/officeDocument/2006/relationships/customXml" Target="../ink/ink1801.xml"/><Relationship Id="rId437" Type="http://schemas.openxmlformats.org/officeDocument/2006/relationships/customXml" Target="../ink/ink1899.xml"/><Relationship Id="rId479" Type="http://schemas.openxmlformats.org/officeDocument/2006/relationships/customXml" Target="../ink/ink1920.xml"/><Relationship Id="rId36" Type="http://schemas.openxmlformats.org/officeDocument/2006/relationships/customXml" Target="../ink/ink1698.xml"/><Relationship Id="rId283" Type="http://schemas.openxmlformats.org/officeDocument/2006/relationships/customXml" Target="../ink/ink1822.xml"/><Relationship Id="rId339" Type="http://schemas.openxmlformats.org/officeDocument/2006/relationships/customXml" Target="../ink/ink1850.xml"/><Relationship Id="rId490" Type="http://schemas.openxmlformats.org/officeDocument/2006/relationships/image" Target="../media/image1269.png"/><Relationship Id="rId504" Type="http://schemas.openxmlformats.org/officeDocument/2006/relationships/image" Target="../media/image1277.png"/><Relationship Id="rId78" Type="http://schemas.openxmlformats.org/officeDocument/2006/relationships/customXml" Target="../ink/ink1719.xml"/><Relationship Id="rId101" Type="http://schemas.openxmlformats.org/officeDocument/2006/relationships/image" Target="../media/image931.png"/><Relationship Id="rId143" Type="http://schemas.openxmlformats.org/officeDocument/2006/relationships/image" Target="../media/image952.png"/><Relationship Id="rId185" Type="http://schemas.openxmlformats.org/officeDocument/2006/relationships/image" Target="../media/image1102.png"/><Relationship Id="rId350" Type="http://schemas.openxmlformats.org/officeDocument/2006/relationships/image" Target="../media/image1192.png"/><Relationship Id="rId406" Type="http://schemas.openxmlformats.org/officeDocument/2006/relationships/image" Target="../media/image1223.png"/><Relationship Id="rId9" Type="http://schemas.openxmlformats.org/officeDocument/2006/relationships/image" Target="../media/image223.png"/><Relationship Id="rId210" Type="http://schemas.openxmlformats.org/officeDocument/2006/relationships/customXml" Target="../ink/ink1785.xml"/><Relationship Id="rId392" Type="http://schemas.openxmlformats.org/officeDocument/2006/relationships/image" Target="../media/image1215.png"/><Relationship Id="rId448" Type="http://schemas.openxmlformats.org/officeDocument/2006/relationships/image" Target="../media/image1246.png"/><Relationship Id="rId252" Type="http://schemas.openxmlformats.org/officeDocument/2006/relationships/image" Target="../media/image1138.png"/><Relationship Id="rId294" Type="http://schemas.openxmlformats.org/officeDocument/2006/relationships/image" Target="../media/image1162.png"/><Relationship Id="rId308" Type="http://schemas.openxmlformats.org/officeDocument/2006/relationships/image" Target="../media/image1169.png"/><Relationship Id="rId515" Type="http://schemas.openxmlformats.org/officeDocument/2006/relationships/customXml" Target="../ink/ink1938.xml"/><Relationship Id="rId47" Type="http://schemas.openxmlformats.org/officeDocument/2006/relationships/image" Target="../media/image904.png"/><Relationship Id="rId89" Type="http://schemas.openxmlformats.org/officeDocument/2006/relationships/image" Target="../media/image925.png"/><Relationship Id="rId112" Type="http://schemas.openxmlformats.org/officeDocument/2006/relationships/customXml" Target="../ink/ink1736.xml"/><Relationship Id="rId154" Type="http://schemas.openxmlformats.org/officeDocument/2006/relationships/customXml" Target="../ink/ink1757.xml"/><Relationship Id="rId361" Type="http://schemas.openxmlformats.org/officeDocument/2006/relationships/customXml" Target="../ink/ink1861.xml"/><Relationship Id="rId196" Type="http://schemas.openxmlformats.org/officeDocument/2006/relationships/customXml" Target="../ink/ink1778.xml"/><Relationship Id="rId417" Type="http://schemas.openxmlformats.org/officeDocument/2006/relationships/customXml" Target="../ink/ink1889.xml"/><Relationship Id="rId459" Type="http://schemas.openxmlformats.org/officeDocument/2006/relationships/customXml" Target="../ink/ink1910.xml"/><Relationship Id="rId16" Type="http://schemas.openxmlformats.org/officeDocument/2006/relationships/customXml" Target="../ink/ink1688.xml"/><Relationship Id="rId221" Type="http://schemas.openxmlformats.org/officeDocument/2006/relationships/image" Target="../media/image1121.png"/><Relationship Id="rId263" Type="http://schemas.openxmlformats.org/officeDocument/2006/relationships/customXml" Target="../ink/ink1812.xml"/><Relationship Id="rId319" Type="http://schemas.openxmlformats.org/officeDocument/2006/relationships/customXml" Target="../ink/ink1840.xml"/><Relationship Id="rId470" Type="http://schemas.openxmlformats.org/officeDocument/2006/relationships/image" Target="../media/image1258.png"/><Relationship Id="rId526" Type="http://schemas.openxmlformats.org/officeDocument/2006/relationships/image" Target="../media/image1289.png"/><Relationship Id="rId58" Type="http://schemas.openxmlformats.org/officeDocument/2006/relationships/customXml" Target="../ink/ink1709.xml"/><Relationship Id="rId123" Type="http://schemas.openxmlformats.org/officeDocument/2006/relationships/image" Target="../media/image942.png"/><Relationship Id="rId330" Type="http://schemas.openxmlformats.org/officeDocument/2006/relationships/image" Target="../media/image1181.png"/><Relationship Id="rId165" Type="http://schemas.openxmlformats.org/officeDocument/2006/relationships/image" Target="../media/image1022.png"/><Relationship Id="rId372" Type="http://schemas.openxmlformats.org/officeDocument/2006/relationships/image" Target="../media/image1204.png"/><Relationship Id="rId428" Type="http://schemas.openxmlformats.org/officeDocument/2006/relationships/image" Target="../media/image1235.png"/><Relationship Id="rId232" Type="http://schemas.openxmlformats.org/officeDocument/2006/relationships/image" Target="../media/image1127.png"/><Relationship Id="rId274" Type="http://schemas.openxmlformats.org/officeDocument/2006/relationships/image" Target="../media/image1151.png"/><Relationship Id="rId481" Type="http://schemas.openxmlformats.org/officeDocument/2006/relationships/customXml" Target="../ink/ink1921.xml"/><Relationship Id="rId27" Type="http://schemas.openxmlformats.org/officeDocument/2006/relationships/image" Target="../media/image894.png"/><Relationship Id="rId69" Type="http://schemas.openxmlformats.org/officeDocument/2006/relationships/image" Target="../media/image915.png"/><Relationship Id="rId134" Type="http://schemas.openxmlformats.org/officeDocument/2006/relationships/customXml" Target="../ink/ink1747.xml"/><Relationship Id="rId80" Type="http://schemas.openxmlformats.org/officeDocument/2006/relationships/customXml" Target="../ink/ink1720.xml"/><Relationship Id="rId176" Type="http://schemas.openxmlformats.org/officeDocument/2006/relationships/customXml" Target="../ink/ink1768.xml"/><Relationship Id="rId341" Type="http://schemas.openxmlformats.org/officeDocument/2006/relationships/customXml" Target="../ink/ink1851.xml"/><Relationship Id="rId383" Type="http://schemas.openxmlformats.org/officeDocument/2006/relationships/customXml" Target="../ink/ink1872.xml"/><Relationship Id="rId439" Type="http://schemas.openxmlformats.org/officeDocument/2006/relationships/customXml" Target="../ink/ink1900.xml"/><Relationship Id="rId201" Type="http://schemas.openxmlformats.org/officeDocument/2006/relationships/image" Target="../media/image1111.png"/><Relationship Id="rId243" Type="http://schemas.openxmlformats.org/officeDocument/2006/relationships/customXml" Target="../ink/ink1802.xml"/><Relationship Id="rId285" Type="http://schemas.openxmlformats.org/officeDocument/2006/relationships/customXml" Target="../ink/ink1823.xml"/><Relationship Id="rId450" Type="http://schemas.openxmlformats.org/officeDocument/2006/relationships/image" Target="../media/image1247.png"/><Relationship Id="rId506" Type="http://schemas.openxmlformats.org/officeDocument/2006/relationships/image" Target="../media/image1278.png"/><Relationship Id="rId38" Type="http://schemas.openxmlformats.org/officeDocument/2006/relationships/customXml" Target="../ink/ink1699.xml"/><Relationship Id="rId103" Type="http://schemas.openxmlformats.org/officeDocument/2006/relationships/image" Target="../media/image932.png"/><Relationship Id="rId310" Type="http://schemas.openxmlformats.org/officeDocument/2006/relationships/image" Target="../media/image1171.png"/><Relationship Id="rId492" Type="http://schemas.openxmlformats.org/officeDocument/2006/relationships/image" Target="../media/image1271.png"/><Relationship Id="rId91" Type="http://schemas.openxmlformats.org/officeDocument/2006/relationships/image" Target="../media/image926.png"/><Relationship Id="rId145" Type="http://schemas.openxmlformats.org/officeDocument/2006/relationships/image" Target="../media/image953.png"/><Relationship Id="rId187" Type="http://schemas.openxmlformats.org/officeDocument/2006/relationships/image" Target="../media/image1103.png"/><Relationship Id="rId352" Type="http://schemas.openxmlformats.org/officeDocument/2006/relationships/image" Target="../media/image1193.png"/><Relationship Id="rId394" Type="http://schemas.openxmlformats.org/officeDocument/2006/relationships/image" Target="../media/image1216.png"/><Relationship Id="rId408" Type="http://schemas.openxmlformats.org/officeDocument/2006/relationships/image" Target="../media/image1224.png"/><Relationship Id="rId212" Type="http://schemas.openxmlformats.org/officeDocument/2006/relationships/customXml" Target="../ink/ink1786.xml"/><Relationship Id="rId254" Type="http://schemas.openxmlformats.org/officeDocument/2006/relationships/image" Target="../media/image1139.png"/><Relationship Id="rId49" Type="http://schemas.openxmlformats.org/officeDocument/2006/relationships/image" Target="../media/image905.png"/><Relationship Id="rId114" Type="http://schemas.openxmlformats.org/officeDocument/2006/relationships/customXml" Target="../ink/ink1737.xml"/><Relationship Id="rId296" Type="http://schemas.openxmlformats.org/officeDocument/2006/relationships/image" Target="../media/image1163.png"/><Relationship Id="rId461" Type="http://schemas.openxmlformats.org/officeDocument/2006/relationships/customXml" Target="../ink/ink1911.xml"/><Relationship Id="rId517" Type="http://schemas.openxmlformats.org/officeDocument/2006/relationships/customXml" Target="../ink/ink1939.xml"/><Relationship Id="rId60" Type="http://schemas.openxmlformats.org/officeDocument/2006/relationships/customXml" Target="../ink/ink1710.xml"/><Relationship Id="rId156" Type="http://schemas.openxmlformats.org/officeDocument/2006/relationships/customXml" Target="../ink/ink1758.xml"/><Relationship Id="rId198" Type="http://schemas.openxmlformats.org/officeDocument/2006/relationships/customXml" Target="../ink/ink1779.xml"/><Relationship Id="rId321" Type="http://schemas.openxmlformats.org/officeDocument/2006/relationships/customXml" Target="../ink/ink1841.xml"/><Relationship Id="rId363" Type="http://schemas.openxmlformats.org/officeDocument/2006/relationships/customXml" Target="../ink/ink1862.xml"/><Relationship Id="rId419" Type="http://schemas.openxmlformats.org/officeDocument/2006/relationships/customXml" Target="../ink/ink1890.xml"/><Relationship Id="rId223" Type="http://schemas.openxmlformats.org/officeDocument/2006/relationships/image" Target="../media/image1123.png"/><Relationship Id="rId430" Type="http://schemas.openxmlformats.org/officeDocument/2006/relationships/image" Target="../media/image1236.png"/><Relationship Id="rId18" Type="http://schemas.openxmlformats.org/officeDocument/2006/relationships/customXml" Target="../ink/ink1689.xml"/><Relationship Id="rId265" Type="http://schemas.openxmlformats.org/officeDocument/2006/relationships/customXml" Target="../ink/ink1813.xml"/><Relationship Id="rId472" Type="http://schemas.openxmlformats.org/officeDocument/2006/relationships/image" Target="../media/image1259.png"/><Relationship Id="rId125" Type="http://schemas.openxmlformats.org/officeDocument/2006/relationships/image" Target="../media/image943.png"/><Relationship Id="rId167" Type="http://schemas.openxmlformats.org/officeDocument/2006/relationships/image" Target="../media/image1094.png"/><Relationship Id="rId332" Type="http://schemas.openxmlformats.org/officeDocument/2006/relationships/image" Target="../media/image1182.png"/><Relationship Id="rId374" Type="http://schemas.openxmlformats.org/officeDocument/2006/relationships/image" Target="../media/image1205.png"/><Relationship Id="rId71" Type="http://schemas.openxmlformats.org/officeDocument/2006/relationships/image" Target="../media/image916.png"/><Relationship Id="rId234" Type="http://schemas.openxmlformats.org/officeDocument/2006/relationships/image" Target="../media/image1128.png"/><Relationship Id="rId2" Type="http://schemas.openxmlformats.org/officeDocument/2006/relationships/customXml" Target="../ink/ink1681.xml"/><Relationship Id="rId29" Type="http://schemas.openxmlformats.org/officeDocument/2006/relationships/image" Target="../media/image895.png"/><Relationship Id="rId276" Type="http://schemas.openxmlformats.org/officeDocument/2006/relationships/image" Target="../media/image1152.png"/><Relationship Id="rId441" Type="http://schemas.openxmlformats.org/officeDocument/2006/relationships/customXml" Target="../ink/ink1901.xml"/><Relationship Id="rId483" Type="http://schemas.openxmlformats.org/officeDocument/2006/relationships/customXml" Target="../ink/ink1922.xml"/><Relationship Id="rId40" Type="http://schemas.openxmlformats.org/officeDocument/2006/relationships/customXml" Target="../ink/ink1700.xml"/><Relationship Id="rId136" Type="http://schemas.openxmlformats.org/officeDocument/2006/relationships/customXml" Target="../ink/ink1748.xml"/><Relationship Id="rId178" Type="http://schemas.openxmlformats.org/officeDocument/2006/relationships/customXml" Target="../ink/ink1769.xml"/><Relationship Id="rId301" Type="http://schemas.openxmlformats.org/officeDocument/2006/relationships/customXml" Target="../ink/ink1831.xml"/><Relationship Id="rId343" Type="http://schemas.openxmlformats.org/officeDocument/2006/relationships/customXml" Target="../ink/ink1852.xml"/><Relationship Id="rId82" Type="http://schemas.openxmlformats.org/officeDocument/2006/relationships/customXml" Target="../ink/ink1721.xml"/><Relationship Id="rId203" Type="http://schemas.openxmlformats.org/officeDocument/2006/relationships/image" Target="../media/image1112.png"/><Relationship Id="rId385" Type="http://schemas.openxmlformats.org/officeDocument/2006/relationships/customXml" Target="../ink/ink1873.xml"/><Relationship Id="rId245" Type="http://schemas.openxmlformats.org/officeDocument/2006/relationships/customXml" Target="../ink/ink1803.xml"/><Relationship Id="rId287" Type="http://schemas.openxmlformats.org/officeDocument/2006/relationships/customXml" Target="../ink/ink1824.xml"/><Relationship Id="rId410" Type="http://schemas.openxmlformats.org/officeDocument/2006/relationships/image" Target="../media/image1225.png"/><Relationship Id="rId452" Type="http://schemas.openxmlformats.org/officeDocument/2006/relationships/image" Target="../media/image1248.png"/><Relationship Id="rId494" Type="http://schemas.openxmlformats.org/officeDocument/2006/relationships/image" Target="../media/image1272.png"/><Relationship Id="rId508" Type="http://schemas.openxmlformats.org/officeDocument/2006/relationships/image" Target="../media/image1279.png"/><Relationship Id="rId105" Type="http://schemas.openxmlformats.org/officeDocument/2006/relationships/image" Target="../media/image933.png"/><Relationship Id="rId147" Type="http://schemas.openxmlformats.org/officeDocument/2006/relationships/image" Target="../media/image954.png"/><Relationship Id="rId312" Type="http://schemas.openxmlformats.org/officeDocument/2006/relationships/image" Target="../media/image1172.png"/><Relationship Id="rId354" Type="http://schemas.openxmlformats.org/officeDocument/2006/relationships/image" Target="../media/image1194.png"/><Relationship Id="rId51" Type="http://schemas.openxmlformats.org/officeDocument/2006/relationships/image" Target="../media/image906.png"/><Relationship Id="rId93" Type="http://schemas.openxmlformats.org/officeDocument/2006/relationships/image" Target="../media/image927.png"/><Relationship Id="rId189" Type="http://schemas.openxmlformats.org/officeDocument/2006/relationships/image" Target="../media/image1104.png"/><Relationship Id="rId396" Type="http://schemas.openxmlformats.org/officeDocument/2006/relationships/image" Target="../media/image1217.png"/><Relationship Id="rId214" Type="http://schemas.openxmlformats.org/officeDocument/2006/relationships/customXml" Target="../ink/ink1787.xml"/><Relationship Id="rId256" Type="http://schemas.openxmlformats.org/officeDocument/2006/relationships/image" Target="../media/image1141.png"/><Relationship Id="rId298" Type="http://schemas.openxmlformats.org/officeDocument/2006/relationships/image" Target="../media/image1164.png"/><Relationship Id="rId421" Type="http://schemas.openxmlformats.org/officeDocument/2006/relationships/customXml" Target="../ink/ink1891.xml"/><Relationship Id="rId463" Type="http://schemas.openxmlformats.org/officeDocument/2006/relationships/customXml" Target="../ink/ink1912.xml"/><Relationship Id="rId519" Type="http://schemas.openxmlformats.org/officeDocument/2006/relationships/customXml" Target="../ink/ink1940.xml"/><Relationship Id="rId116" Type="http://schemas.openxmlformats.org/officeDocument/2006/relationships/customXml" Target="../ink/ink1738.xml"/><Relationship Id="rId158" Type="http://schemas.openxmlformats.org/officeDocument/2006/relationships/customXml" Target="../ink/ink1759.xml"/><Relationship Id="rId323" Type="http://schemas.openxmlformats.org/officeDocument/2006/relationships/customXml" Target="../ink/ink1842.xml"/><Relationship Id="rId20" Type="http://schemas.openxmlformats.org/officeDocument/2006/relationships/customXml" Target="../ink/ink1690.xml"/><Relationship Id="rId62" Type="http://schemas.openxmlformats.org/officeDocument/2006/relationships/customXml" Target="../ink/ink1711.xml"/><Relationship Id="rId365" Type="http://schemas.openxmlformats.org/officeDocument/2006/relationships/customXml" Target="../ink/ink1863.xml"/><Relationship Id="rId225" Type="http://schemas.openxmlformats.org/officeDocument/2006/relationships/image" Target="../media/image1124.png"/><Relationship Id="rId267" Type="http://schemas.openxmlformats.org/officeDocument/2006/relationships/customXml" Target="../ink/ink1814.xml"/><Relationship Id="rId432" Type="http://schemas.openxmlformats.org/officeDocument/2006/relationships/image" Target="../media/image1237.png"/><Relationship Id="rId474" Type="http://schemas.openxmlformats.org/officeDocument/2006/relationships/image" Target="../media/image1261.png"/><Relationship Id="rId127" Type="http://schemas.openxmlformats.org/officeDocument/2006/relationships/image" Target="../media/image944.png"/><Relationship Id="rId31" Type="http://schemas.openxmlformats.org/officeDocument/2006/relationships/image" Target="../media/image896.png"/><Relationship Id="rId73" Type="http://schemas.openxmlformats.org/officeDocument/2006/relationships/image" Target="../media/image917.png"/><Relationship Id="rId169" Type="http://schemas.openxmlformats.org/officeDocument/2006/relationships/image" Target="../media/image1095.png"/><Relationship Id="rId334" Type="http://schemas.openxmlformats.org/officeDocument/2006/relationships/image" Target="../media/image1183.png"/><Relationship Id="rId376" Type="http://schemas.openxmlformats.org/officeDocument/2006/relationships/image" Target="../media/image1206.png"/><Relationship Id="rId4" Type="http://schemas.openxmlformats.org/officeDocument/2006/relationships/customXml" Target="../ink/ink1682.xml"/><Relationship Id="rId180" Type="http://schemas.openxmlformats.org/officeDocument/2006/relationships/customXml" Target="../ink/ink1770.xml"/><Relationship Id="rId236" Type="http://schemas.openxmlformats.org/officeDocument/2006/relationships/image" Target="../media/image1129.png"/><Relationship Id="rId278" Type="http://schemas.openxmlformats.org/officeDocument/2006/relationships/image" Target="../media/image1153.png"/><Relationship Id="rId401" Type="http://schemas.openxmlformats.org/officeDocument/2006/relationships/customXml" Target="../ink/ink1881.xml"/><Relationship Id="rId443" Type="http://schemas.openxmlformats.org/officeDocument/2006/relationships/customXml" Target="../ink/ink1902.xml"/><Relationship Id="rId303" Type="http://schemas.openxmlformats.org/officeDocument/2006/relationships/customXml" Target="../ink/ink1832.xml"/><Relationship Id="rId485" Type="http://schemas.openxmlformats.org/officeDocument/2006/relationships/customXml" Target="../ink/ink1923.xml"/><Relationship Id="rId42" Type="http://schemas.openxmlformats.org/officeDocument/2006/relationships/customXml" Target="../ink/ink1701.xml"/><Relationship Id="rId84" Type="http://schemas.openxmlformats.org/officeDocument/2006/relationships/customXml" Target="../ink/ink1722.xml"/><Relationship Id="rId138" Type="http://schemas.openxmlformats.org/officeDocument/2006/relationships/customXml" Target="../ink/ink1749.xml"/><Relationship Id="rId345" Type="http://schemas.openxmlformats.org/officeDocument/2006/relationships/customXml" Target="../ink/ink1853.xml"/><Relationship Id="rId387" Type="http://schemas.openxmlformats.org/officeDocument/2006/relationships/customXml" Target="../ink/ink1874.xml"/><Relationship Id="rId510" Type="http://schemas.openxmlformats.org/officeDocument/2006/relationships/image" Target="../media/image1281.png"/><Relationship Id="rId191" Type="http://schemas.openxmlformats.org/officeDocument/2006/relationships/image" Target="../media/image1105.png"/><Relationship Id="rId205" Type="http://schemas.openxmlformats.org/officeDocument/2006/relationships/image" Target="../media/image1113.png"/><Relationship Id="rId247" Type="http://schemas.openxmlformats.org/officeDocument/2006/relationships/customXml" Target="../ink/ink1804.xml"/><Relationship Id="rId412" Type="http://schemas.openxmlformats.org/officeDocument/2006/relationships/image" Target="../media/image1226.png"/><Relationship Id="rId107" Type="http://schemas.openxmlformats.org/officeDocument/2006/relationships/image" Target="../media/image934.png"/><Relationship Id="rId289" Type="http://schemas.openxmlformats.org/officeDocument/2006/relationships/customXml" Target="../ink/ink1825.xml"/><Relationship Id="rId454" Type="http://schemas.openxmlformats.org/officeDocument/2006/relationships/image" Target="../media/image1249.png"/><Relationship Id="rId496" Type="http://schemas.openxmlformats.org/officeDocument/2006/relationships/image" Target="../media/image1273.png"/><Relationship Id="rId11" Type="http://schemas.openxmlformats.org/officeDocument/2006/relationships/image" Target="../media/image886.png"/><Relationship Id="rId53" Type="http://schemas.openxmlformats.org/officeDocument/2006/relationships/image" Target="../media/image907.png"/><Relationship Id="rId149" Type="http://schemas.openxmlformats.org/officeDocument/2006/relationships/image" Target="../media/image955.png"/><Relationship Id="rId314" Type="http://schemas.openxmlformats.org/officeDocument/2006/relationships/image" Target="../media/image1173.png"/><Relationship Id="rId356" Type="http://schemas.openxmlformats.org/officeDocument/2006/relationships/image" Target="../media/image1195.png"/><Relationship Id="rId398" Type="http://schemas.openxmlformats.org/officeDocument/2006/relationships/image" Target="../media/image1218.png"/><Relationship Id="rId521" Type="http://schemas.openxmlformats.org/officeDocument/2006/relationships/customXml" Target="../ink/ink1941.xml"/><Relationship Id="rId95" Type="http://schemas.openxmlformats.org/officeDocument/2006/relationships/image" Target="../media/image928.png"/><Relationship Id="rId160" Type="http://schemas.openxmlformats.org/officeDocument/2006/relationships/customXml" Target="../ink/ink1760.xml"/><Relationship Id="rId216" Type="http://schemas.openxmlformats.org/officeDocument/2006/relationships/customXml" Target="../ink/ink1788.xml"/><Relationship Id="rId423" Type="http://schemas.openxmlformats.org/officeDocument/2006/relationships/customXml" Target="../ink/ink1892.xml"/><Relationship Id="rId258" Type="http://schemas.openxmlformats.org/officeDocument/2006/relationships/image" Target="../media/image1142.png"/><Relationship Id="rId465" Type="http://schemas.openxmlformats.org/officeDocument/2006/relationships/customXml" Target="../ink/ink1913.xml"/><Relationship Id="rId22" Type="http://schemas.openxmlformats.org/officeDocument/2006/relationships/customXml" Target="../ink/ink1691.xml"/><Relationship Id="rId64" Type="http://schemas.openxmlformats.org/officeDocument/2006/relationships/customXml" Target="../ink/ink1712.xml"/><Relationship Id="rId118" Type="http://schemas.openxmlformats.org/officeDocument/2006/relationships/customXml" Target="../ink/ink1739.xml"/><Relationship Id="rId325" Type="http://schemas.openxmlformats.org/officeDocument/2006/relationships/customXml" Target="../ink/ink1843.xml"/><Relationship Id="rId367" Type="http://schemas.openxmlformats.org/officeDocument/2006/relationships/customXml" Target="../ink/ink1864.xml"/><Relationship Id="rId171" Type="http://schemas.openxmlformats.org/officeDocument/2006/relationships/image" Target="../media/image1096.png"/><Relationship Id="rId227" Type="http://schemas.openxmlformats.org/officeDocument/2006/relationships/customXml" Target="../ink/ink1794.xml"/><Relationship Id="rId269" Type="http://schemas.openxmlformats.org/officeDocument/2006/relationships/customXml" Target="../ink/ink1815.xml"/><Relationship Id="rId434" Type="http://schemas.openxmlformats.org/officeDocument/2006/relationships/image" Target="../media/image1238.png"/><Relationship Id="rId476" Type="http://schemas.openxmlformats.org/officeDocument/2006/relationships/image" Target="../media/image1262.png"/><Relationship Id="rId33" Type="http://schemas.openxmlformats.org/officeDocument/2006/relationships/image" Target="../media/image897.png"/><Relationship Id="rId129" Type="http://schemas.openxmlformats.org/officeDocument/2006/relationships/image" Target="../media/image945.png"/><Relationship Id="rId280" Type="http://schemas.openxmlformats.org/officeDocument/2006/relationships/image" Target="../media/image1154.png"/><Relationship Id="rId336" Type="http://schemas.openxmlformats.org/officeDocument/2006/relationships/image" Target="../media/image1184.png"/><Relationship Id="rId501" Type="http://schemas.openxmlformats.org/officeDocument/2006/relationships/customXml" Target="../ink/ink1931.xml"/><Relationship Id="rId75" Type="http://schemas.openxmlformats.org/officeDocument/2006/relationships/image" Target="../media/image918.png"/><Relationship Id="rId140" Type="http://schemas.openxmlformats.org/officeDocument/2006/relationships/customXml" Target="../ink/ink1750.xml"/><Relationship Id="rId182" Type="http://schemas.openxmlformats.org/officeDocument/2006/relationships/customXml" Target="../ink/ink1771.xml"/><Relationship Id="rId378" Type="http://schemas.openxmlformats.org/officeDocument/2006/relationships/image" Target="../media/image1207.png"/><Relationship Id="rId403" Type="http://schemas.openxmlformats.org/officeDocument/2006/relationships/customXml" Target="../ink/ink1882.xml"/><Relationship Id="rId6" Type="http://schemas.openxmlformats.org/officeDocument/2006/relationships/customXml" Target="../ink/ink1683.xml"/><Relationship Id="rId238" Type="http://schemas.openxmlformats.org/officeDocument/2006/relationships/image" Target="../media/image1131.png"/><Relationship Id="rId445" Type="http://schemas.openxmlformats.org/officeDocument/2006/relationships/customXml" Target="../ink/ink1903.xml"/><Relationship Id="rId487" Type="http://schemas.openxmlformats.org/officeDocument/2006/relationships/customXml" Target="../ink/ink1924.xml"/><Relationship Id="rId291" Type="http://schemas.openxmlformats.org/officeDocument/2006/relationships/customXml" Target="../ink/ink1826.xml"/><Relationship Id="rId305" Type="http://schemas.openxmlformats.org/officeDocument/2006/relationships/customXml" Target="../ink/ink1833.xml"/><Relationship Id="rId347" Type="http://schemas.openxmlformats.org/officeDocument/2006/relationships/customXml" Target="../ink/ink1854.xml"/><Relationship Id="rId512" Type="http://schemas.openxmlformats.org/officeDocument/2006/relationships/image" Target="../media/image1282.png"/><Relationship Id="rId44" Type="http://schemas.openxmlformats.org/officeDocument/2006/relationships/customXml" Target="../ink/ink1702.xml"/><Relationship Id="rId86" Type="http://schemas.openxmlformats.org/officeDocument/2006/relationships/customXml" Target="../ink/ink1723.xml"/><Relationship Id="rId151" Type="http://schemas.openxmlformats.org/officeDocument/2006/relationships/image" Target="../media/image956.png"/><Relationship Id="rId389" Type="http://schemas.openxmlformats.org/officeDocument/2006/relationships/customXml" Target="../ink/ink1875.xml"/><Relationship Id="rId193" Type="http://schemas.openxmlformats.org/officeDocument/2006/relationships/image" Target="../media/image1106.png"/><Relationship Id="rId207" Type="http://schemas.openxmlformats.org/officeDocument/2006/relationships/image" Target="../media/image1114.png"/><Relationship Id="rId249" Type="http://schemas.openxmlformats.org/officeDocument/2006/relationships/customXml" Target="../ink/ink1805.xml"/><Relationship Id="rId414" Type="http://schemas.openxmlformats.org/officeDocument/2006/relationships/image" Target="../media/image1227.png"/><Relationship Id="rId456" Type="http://schemas.openxmlformats.org/officeDocument/2006/relationships/image" Target="../media/image1251.png"/><Relationship Id="rId498" Type="http://schemas.openxmlformats.org/officeDocument/2006/relationships/image" Target="../media/image1274.png"/><Relationship Id="rId13" Type="http://schemas.openxmlformats.org/officeDocument/2006/relationships/image" Target="../media/image887.png"/><Relationship Id="rId109" Type="http://schemas.openxmlformats.org/officeDocument/2006/relationships/image" Target="../media/image935.png"/><Relationship Id="rId260" Type="http://schemas.openxmlformats.org/officeDocument/2006/relationships/image" Target="../media/image1143.png"/><Relationship Id="rId316" Type="http://schemas.openxmlformats.org/officeDocument/2006/relationships/image" Target="../media/image1174.png"/><Relationship Id="rId523" Type="http://schemas.openxmlformats.org/officeDocument/2006/relationships/customXml" Target="../ink/ink1942.xml"/><Relationship Id="rId55" Type="http://schemas.openxmlformats.org/officeDocument/2006/relationships/image" Target="../media/image908.png"/><Relationship Id="rId97" Type="http://schemas.openxmlformats.org/officeDocument/2006/relationships/image" Target="../media/image929.png"/><Relationship Id="rId120" Type="http://schemas.openxmlformats.org/officeDocument/2006/relationships/customXml" Target="../ink/ink1740.xml"/><Relationship Id="rId358" Type="http://schemas.openxmlformats.org/officeDocument/2006/relationships/image" Target="../media/image1196.png"/><Relationship Id="rId162" Type="http://schemas.openxmlformats.org/officeDocument/2006/relationships/customXml" Target="../ink/ink1761.xml"/><Relationship Id="rId218" Type="http://schemas.openxmlformats.org/officeDocument/2006/relationships/customXml" Target="../ink/ink1789.xml"/><Relationship Id="rId425" Type="http://schemas.openxmlformats.org/officeDocument/2006/relationships/customXml" Target="../ink/ink1893.xml"/><Relationship Id="rId467" Type="http://schemas.openxmlformats.org/officeDocument/2006/relationships/customXml" Target="../ink/ink1914.xml"/><Relationship Id="rId271" Type="http://schemas.openxmlformats.org/officeDocument/2006/relationships/customXml" Target="../ink/ink1816.xml"/><Relationship Id="rId24" Type="http://schemas.openxmlformats.org/officeDocument/2006/relationships/customXml" Target="../ink/ink1692.xml"/><Relationship Id="rId66" Type="http://schemas.openxmlformats.org/officeDocument/2006/relationships/customXml" Target="../ink/ink1713.xml"/><Relationship Id="rId131" Type="http://schemas.openxmlformats.org/officeDocument/2006/relationships/image" Target="../media/image946.png"/><Relationship Id="rId327" Type="http://schemas.openxmlformats.org/officeDocument/2006/relationships/customXml" Target="../ink/ink1844.xml"/><Relationship Id="rId369" Type="http://schemas.openxmlformats.org/officeDocument/2006/relationships/customXml" Target="../ink/ink1865.xml"/><Relationship Id="rId173" Type="http://schemas.openxmlformats.org/officeDocument/2006/relationships/image" Target="../media/image1097.png"/><Relationship Id="rId229" Type="http://schemas.openxmlformats.org/officeDocument/2006/relationships/customXml" Target="../ink/ink1795.xml"/><Relationship Id="rId380" Type="http://schemas.openxmlformats.org/officeDocument/2006/relationships/image" Target="../media/image1208.png"/><Relationship Id="rId436" Type="http://schemas.openxmlformats.org/officeDocument/2006/relationships/image" Target="../media/image1239.png"/><Relationship Id="rId240" Type="http://schemas.openxmlformats.org/officeDocument/2006/relationships/image" Target="../media/image1132.png"/><Relationship Id="rId478" Type="http://schemas.openxmlformats.org/officeDocument/2006/relationships/image" Target="../media/image1263.png"/><Relationship Id="rId35" Type="http://schemas.openxmlformats.org/officeDocument/2006/relationships/image" Target="../media/image898.png"/><Relationship Id="rId77" Type="http://schemas.openxmlformats.org/officeDocument/2006/relationships/image" Target="../media/image919.png"/><Relationship Id="rId100" Type="http://schemas.openxmlformats.org/officeDocument/2006/relationships/customXml" Target="../ink/ink1730.xml"/><Relationship Id="rId282" Type="http://schemas.openxmlformats.org/officeDocument/2006/relationships/image" Target="../media/image1155.png"/><Relationship Id="rId338" Type="http://schemas.openxmlformats.org/officeDocument/2006/relationships/image" Target="../media/image1185.png"/><Relationship Id="rId503" Type="http://schemas.openxmlformats.org/officeDocument/2006/relationships/customXml" Target="../ink/ink1932.xml"/><Relationship Id="rId8" Type="http://schemas.openxmlformats.org/officeDocument/2006/relationships/customXml" Target="../ink/ink1684.xml"/><Relationship Id="rId142" Type="http://schemas.openxmlformats.org/officeDocument/2006/relationships/customXml" Target="../ink/ink1751.xml"/><Relationship Id="rId184" Type="http://schemas.openxmlformats.org/officeDocument/2006/relationships/customXml" Target="../ink/ink1772.xml"/><Relationship Id="rId391" Type="http://schemas.openxmlformats.org/officeDocument/2006/relationships/customXml" Target="../ink/ink1876.xml"/><Relationship Id="rId405" Type="http://schemas.openxmlformats.org/officeDocument/2006/relationships/customXml" Target="../ink/ink1883.xml"/><Relationship Id="rId447" Type="http://schemas.openxmlformats.org/officeDocument/2006/relationships/customXml" Target="../ink/ink1904.xml"/><Relationship Id="rId251" Type="http://schemas.openxmlformats.org/officeDocument/2006/relationships/customXml" Target="../ink/ink1806.xml"/><Relationship Id="rId489" Type="http://schemas.openxmlformats.org/officeDocument/2006/relationships/customXml" Target="../ink/ink1925.xml"/><Relationship Id="rId46" Type="http://schemas.openxmlformats.org/officeDocument/2006/relationships/customXml" Target="../ink/ink1703.xml"/><Relationship Id="rId293" Type="http://schemas.openxmlformats.org/officeDocument/2006/relationships/customXml" Target="../ink/ink1827.xml"/><Relationship Id="rId307" Type="http://schemas.openxmlformats.org/officeDocument/2006/relationships/customXml" Target="../ink/ink1834.xml"/><Relationship Id="rId349" Type="http://schemas.openxmlformats.org/officeDocument/2006/relationships/customXml" Target="../ink/ink1855.xml"/><Relationship Id="rId514" Type="http://schemas.openxmlformats.org/officeDocument/2006/relationships/image" Target="../media/image1283.png"/><Relationship Id="rId88" Type="http://schemas.openxmlformats.org/officeDocument/2006/relationships/customXml" Target="../ink/ink1724.xml"/><Relationship Id="rId111" Type="http://schemas.openxmlformats.org/officeDocument/2006/relationships/image" Target="../media/image936.png"/><Relationship Id="rId153" Type="http://schemas.openxmlformats.org/officeDocument/2006/relationships/image" Target="../media/image957.png"/><Relationship Id="rId195" Type="http://schemas.openxmlformats.org/officeDocument/2006/relationships/image" Target="../media/image1107.png"/><Relationship Id="rId209" Type="http://schemas.openxmlformats.org/officeDocument/2006/relationships/image" Target="../media/image1115.png"/><Relationship Id="rId360" Type="http://schemas.openxmlformats.org/officeDocument/2006/relationships/image" Target="../media/image1197.png"/><Relationship Id="rId416" Type="http://schemas.openxmlformats.org/officeDocument/2006/relationships/image" Target="../media/image1228.png"/><Relationship Id="rId220" Type="http://schemas.openxmlformats.org/officeDocument/2006/relationships/customXml" Target="../ink/ink1790.xml"/><Relationship Id="rId458" Type="http://schemas.openxmlformats.org/officeDocument/2006/relationships/image" Target="../media/image1252.png"/><Relationship Id="rId15" Type="http://schemas.openxmlformats.org/officeDocument/2006/relationships/image" Target="../media/image888.png"/><Relationship Id="rId57" Type="http://schemas.openxmlformats.org/officeDocument/2006/relationships/image" Target="../media/image909.png"/><Relationship Id="rId262" Type="http://schemas.openxmlformats.org/officeDocument/2006/relationships/image" Target="../media/image1144.png"/><Relationship Id="rId318" Type="http://schemas.openxmlformats.org/officeDocument/2006/relationships/image" Target="../media/image1175.png"/><Relationship Id="rId525" Type="http://schemas.openxmlformats.org/officeDocument/2006/relationships/customXml" Target="../ink/ink1943.xml"/><Relationship Id="rId99" Type="http://schemas.openxmlformats.org/officeDocument/2006/relationships/image" Target="../media/image930.png"/><Relationship Id="rId122" Type="http://schemas.openxmlformats.org/officeDocument/2006/relationships/customXml" Target="../ink/ink1741.xml"/><Relationship Id="rId164" Type="http://schemas.openxmlformats.org/officeDocument/2006/relationships/customXml" Target="../ink/ink1762.xml"/><Relationship Id="rId371" Type="http://schemas.openxmlformats.org/officeDocument/2006/relationships/customXml" Target="../ink/ink1866.xml"/><Relationship Id="rId427" Type="http://schemas.openxmlformats.org/officeDocument/2006/relationships/customXml" Target="../ink/ink1894.xml"/><Relationship Id="rId469" Type="http://schemas.openxmlformats.org/officeDocument/2006/relationships/customXml" Target="../ink/ink1915.xml"/><Relationship Id="rId26" Type="http://schemas.openxmlformats.org/officeDocument/2006/relationships/customXml" Target="../ink/ink1693.xml"/><Relationship Id="rId231" Type="http://schemas.openxmlformats.org/officeDocument/2006/relationships/customXml" Target="../ink/ink1796.xml"/><Relationship Id="rId273" Type="http://schemas.openxmlformats.org/officeDocument/2006/relationships/customXml" Target="../ink/ink1817.xml"/><Relationship Id="rId329" Type="http://schemas.openxmlformats.org/officeDocument/2006/relationships/customXml" Target="../ink/ink1845.xml"/><Relationship Id="rId480" Type="http://schemas.openxmlformats.org/officeDocument/2006/relationships/image" Target="../media/image1264.png"/><Relationship Id="rId68" Type="http://schemas.openxmlformats.org/officeDocument/2006/relationships/customXml" Target="../ink/ink1714.xml"/><Relationship Id="rId133" Type="http://schemas.openxmlformats.org/officeDocument/2006/relationships/image" Target="../media/image947.png"/><Relationship Id="rId175" Type="http://schemas.openxmlformats.org/officeDocument/2006/relationships/image" Target="../media/image1098.png"/><Relationship Id="rId340" Type="http://schemas.openxmlformats.org/officeDocument/2006/relationships/image" Target="../media/image1186.png"/><Relationship Id="rId200" Type="http://schemas.openxmlformats.org/officeDocument/2006/relationships/customXml" Target="../ink/ink1780.xml"/><Relationship Id="rId382" Type="http://schemas.openxmlformats.org/officeDocument/2006/relationships/image" Target="../media/image1209.png"/><Relationship Id="rId438" Type="http://schemas.openxmlformats.org/officeDocument/2006/relationships/image" Target="../media/image1241.png"/><Relationship Id="rId242" Type="http://schemas.openxmlformats.org/officeDocument/2006/relationships/image" Target="../media/image1133.png"/><Relationship Id="rId284" Type="http://schemas.openxmlformats.org/officeDocument/2006/relationships/image" Target="../media/image1156.png"/><Relationship Id="rId491" Type="http://schemas.openxmlformats.org/officeDocument/2006/relationships/customXml" Target="../ink/ink1926.xml"/><Relationship Id="rId505" Type="http://schemas.openxmlformats.org/officeDocument/2006/relationships/customXml" Target="../ink/ink1933.xml"/><Relationship Id="rId37" Type="http://schemas.openxmlformats.org/officeDocument/2006/relationships/image" Target="../media/image899.png"/><Relationship Id="rId79" Type="http://schemas.openxmlformats.org/officeDocument/2006/relationships/image" Target="../media/image920.png"/><Relationship Id="rId102" Type="http://schemas.openxmlformats.org/officeDocument/2006/relationships/customXml" Target="../ink/ink1731.xml"/><Relationship Id="rId144" Type="http://schemas.openxmlformats.org/officeDocument/2006/relationships/customXml" Target="../ink/ink1752.xml"/><Relationship Id="rId90" Type="http://schemas.openxmlformats.org/officeDocument/2006/relationships/customXml" Target="../ink/ink1725.xml"/><Relationship Id="rId186" Type="http://schemas.openxmlformats.org/officeDocument/2006/relationships/customXml" Target="../ink/ink1773.xml"/><Relationship Id="rId351" Type="http://schemas.openxmlformats.org/officeDocument/2006/relationships/customXml" Target="../ink/ink1856.xml"/><Relationship Id="rId393" Type="http://schemas.openxmlformats.org/officeDocument/2006/relationships/customXml" Target="../ink/ink1877.xml"/><Relationship Id="rId407" Type="http://schemas.openxmlformats.org/officeDocument/2006/relationships/customXml" Target="../ink/ink1884.xml"/><Relationship Id="rId449" Type="http://schemas.openxmlformats.org/officeDocument/2006/relationships/customXml" Target="../ink/ink1905.xml"/><Relationship Id="rId211" Type="http://schemas.openxmlformats.org/officeDocument/2006/relationships/image" Target="../media/image1116.png"/><Relationship Id="rId253" Type="http://schemas.openxmlformats.org/officeDocument/2006/relationships/customXml" Target="../ink/ink1807.xml"/><Relationship Id="rId295" Type="http://schemas.openxmlformats.org/officeDocument/2006/relationships/customXml" Target="../ink/ink1828.xml"/><Relationship Id="rId309" Type="http://schemas.openxmlformats.org/officeDocument/2006/relationships/customXml" Target="../ink/ink1835.xml"/><Relationship Id="rId460" Type="http://schemas.openxmlformats.org/officeDocument/2006/relationships/image" Target="../media/image1253.png"/><Relationship Id="rId516" Type="http://schemas.openxmlformats.org/officeDocument/2006/relationships/image" Target="../media/image1284.png"/><Relationship Id="rId48" Type="http://schemas.openxmlformats.org/officeDocument/2006/relationships/customXml" Target="../ink/ink1704.xml"/><Relationship Id="rId113" Type="http://schemas.openxmlformats.org/officeDocument/2006/relationships/image" Target="../media/image937.png"/><Relationship Id="rId320" Type="http://schemas.openxmlformats.org/officeDocument/2006/relationships/image" Target="../media/image163.png"/><Relationship Id="rId155" Type="http://schemas.openxmlformats.org/officeDocument/2006/relationships/image" Target="../media/image958.png"/><Relationship Id="rId197" Type="http://schemas.openxmlformats.org/officeDocument/2006/relationships/image" Target="../media/image1109.png"/><Relationship Id="rId362" Type="http://schemas.openxmlformats.org/officeDocument/2006/relationships/image" Target="../media/image1198.png"/><Relationship Id="rId418" Type="http://schemas.openxmlformats.org/officeDocument/2006/relationships/image" Target="../media/image1229.png"/><Relationship Id="rId222" Type="http://schemas.openxmlformats.org/officeDocument/2006/relationships/customXml" Target="../ink/ink1791.xml"/><Relationship Id="rId264" Type="http://schemas.openxmlformats.org/officeDocument/2006/relationships/image" Target="../media/image1145.png"/><Relationship Id="rId471" Type="http://schemas.openxmlformats.org/officeDocument/2006/relationships/customXml" Target="../ink/ink1916.xml"/><Relationship Id="rId17" Type="http://schemas.openxmlformats.org/officeDocument/2006/relationships/image" Target="../media/image889.png"/><Relationship Id="rId59" Type="http://schemas.openxmlformats.org/officeDocument/2006/relationships/image" Target="../media/image910.png"/><Relationship Id="rId124" Type="http://schemas.openxmlformats.org/officeDocument/2006/relationships/customXml" Target="../ink/ink1742.xml"/><Relationship Id="rId70" Type="http://schemas.openxmlformats.org/officeDocument/2006/relationships/customXml" Target="../ink/ink1715.xml"/><Relationship Id="rId166" Type="http://schemas.openxmlformats.org/officeDocument/2006/relationships/customXml" Target="../ink/ink1763.xml"/><Relationship Id="rId331" Type="http://schemas.openxmlformats.org/officeDocument/2006/relationships/customXml" Target="../ink/ink1846.xml"/><Relationship Id="rId373" Type="http://schemas.openxmlformats.org/officeDocument/2006/relationships/customXml" Target="../ink/ink1867.xml"/><Relationship Id="rId429" Type="http://schemas.openxmlformats.org/officeDocument/2006/relationships/customXml" Target="../ink/ink1895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1797.xml"/><Relationship Id="rId440" Type="http://schemas.openxmlformats.org/officeDocument/2006/relationships/image" Target="../media/image1242.png"/><Relationship Id="rId28" Type="http://schemas.openxmlformats.org/officeDocument/2006/relationships/customXml" Target="../ink/ink1694.xml"/><Relationship Id="rId275" Type="http://schemas.openxmlformats.org/officeDocument/2006/relationships/customXml" Target="../ink/ink1818.xml"/><Relationship Id="rId300" Type="http://schemas.openxmlformats.org/officeDocument/2006/relationships/image" Target="../media/image1165.png"/><Relationship Id="rId482" Type="http://schemas.openxmlformats.org/officeDocument/2006/relationships/image" Target="../media/image1265.png"/><Relationship Id="rId81" Type="http://schemas.openxmlformats.org/officeDocument/2006/relationships/image" Target="../media/image921.png"/><Relationship Id="rId135" Type="http://schemas.openxmlformats.org/officeDocument/2006/relationships/image" Target="../media/image948.png"/><Relationship Id="rId177" Type="http://schemas.openxmlformats.org/officeDocument/2006/relationships/image" Target="../media/image1099.png"/><Relationship Id="rId342" Type="http://schemas.openxmlformats.org/officeDocument/2006/relationships/image" Target="../media/image1187.png"/><Relationship Id="rId384" Type="http://schemas.openxmlformats.org/officeDocument/2006/relationships/image" Target="../media/image1210.png"/><Relationship Id="rId202" Type="http://schemas.openxmlformats.org/officeDocument/2006/relationships/customXml" Target="../ink/ink1781.xml"/><Relationship Id="rId244" Type="http://schemas.openxmlformats.org/officeDocument/2006/relationships/image" Target="../media/image1134.png"/><Relationship Id="rId39" Type="http://schemas.openxmlformats.org/officeDocument/2006/relationships/image" Target="../media/image900.png"/><Relationship Id="rId286" Type="http://schemas.openxmlformats.org/officeDocument/2006/relationships/image" Target="../media/image1157.png"/><Relationship Id="rId451" Type="http://schemas.openxmlformats.org/officeDocument/2006/relationships/customXml" Target="../ink/ink1906.xml"/><Relationship Id="rId493" Type="http://schemas.openxmlformats.org/officeDocument/2006/relationships/customXml" Target="../ink/ink1927.xml"/><Relationship Id="rId507" Type="http://schemas.openxmlformats.org/officeDocument/2006/relationships/customXml" Target="../ink/ink1934.xml"/><Relationship Id="rId50" Type="http://schemas.openxmlformats.org/officeDocument/2006/relationships/customXml" Target="../ink/ink1705.xml"/><Relationship Id="rId104" Type="http://schemas.openxmlformats.org/officeDocument/2006/relationships/customXml" Target="../ink/ink1732.xml"/><Relationship Id="rId146" Type="http://schemas.openxmlformats.org/officeDocument/2006/relationships/customXml" Target="../ink/ink1753.xml"/><Relationship Id="rId188" Type="http://schemas.openxmlformats.org/officeDocument/2006/relationships/customXml" Target="../ink/ink1774.xml"/><Relationship Id="rId311" Type="http://schemas.openxmlformats.org/officeDocument/2006/relationships/customXml" Target="../ink/ink1836.xml"/><Relationship Id="rId353" Type="http://schemas.openxmlformats.org/officeDocument/2006/relationships/customXml" Target="../ink/ink1857.xml"/><Relationship Id="rId395" Type="http://schemas.openxmlformats.org/officeDocument/2006/relationships/customXml" Target="../ink/ink1878.xml"/><Relationship Id="rId409" Type="http://schemas.openxmlformats.org/officeDocument/2006/relationships/customXml" Target="../ink/ink1885.xml"/><Relationship Id="rId92" Type="http://schemas.openxmlformats.org/officeDocument/2006/relationships/customXml" Target="../ink/ink1726.xml"/><Relationship Id="rId213" Type="http://schemas.openxmlformats.org/officeDocument/2006/relationships/image" Target="../media/image1117.png"/><Relationship Id="rId420" Type="http://schemas.openxmlformats.org/officeDocument/2006/relationships/image" Target="../media/image1231.png"/><Relationship Id="rId255" Type="http://schemas.openxmlformats.org/officeDocument/2006/relationships/customXml" Target="../ink/ink1808.xml"/><Relationship Id="rId297" Type="http://schemas.openxmlformats.org/officeDocument/2006/relationships/customXml" Target="../ink/ink1829.xml"/><Relationship Id="rId462" Type="http://schemas.openxmlformats.org/officeDocument/2006/relationships/image" Target="../media/image1254.png"/><Relationship Id="rId518" Type="http://schemas.openxmlformats.org/officeDocument/2006/relationships/image" Target="../media/image1285.png"/><Relationship Id="rId115" Type="http://schemas.openxmlformats.org/officeDocument/2006/relationships/image" Target="../media/image938.png"/><Relationship Id="rId157" Type="http://schemas.openxmlformats.org/officeDocument/2006/relationships/image" Target="../media/image959.png"/><Relationship Id="rId322" Type="http://schemas.openxmlformats.org/officeDocument/2006/relationships/image" Target="../media/image1176.png"/><Relationship Id="rId364" Type="http://schemas.openxmlformats.org/officeDocument/2006/relationships/image" Target="../media/image1199.png"/><Relationship Id="rId61" Type="http://schemas.openxmlformats.org/officeDocument/2006/relationships/image" Target="../media/image911.png"/><Relationship Id="rId199" Type="http://schemas.openxmlformats.org/officeDocument/2006/relationships/image" Target="../media/image1110.png"/><Relationship Id="rId19" Type="http://schemas.openxmlformats.org/officeDocument/2006/relationships/image" Target="../media/image890.png"/><Relationship Id="rId224" Type="http://schemas.openxmlformats.org/officeDocument/2006/relationships/customXml" Target="../ink/ink1792.xml"/><Relationship Id="rId266" Type="http://schemas.openxmlformats.org/officeDocument/2006/relationships/image" Target="../media/image1146.png"/><Relationship Id="rId431" Type="http://schemas.openxmlformats.org/officeDocument/2006/relationships/customXml" Target="../ink/ink1896.xml"/><Relationship Id="rId473" Type="http://schemas.openxmlformats.org/officeDocument/2006/relationships/customXml" Target="../ink/ink1917.xml"/><Relationship Id="rId30" Type="http://schemas.openxmlformats.org/officeDocument/2006/relationships/customXml" Target="../ink/ink1695.xml"/><Relationship Id="rId126" Type="http://schemas.openxmlformats.org/officeDocument/2006/relationships/customXml" Target="../ink/ink1743.xml"/><Relationship Id="rId168" Type="http://schemas.openxmlformats.org/officeDocument/2006/relationships/customXml" Target="../ink/ink1764.xml"/><Relationship Id="rId333" Type="http://schemas.openxmlformats.org/officeDocument/2006/relationships/customXml" Target="../ink/ink1847.xml"/><Relationship Id="rId72" Type="http://schemas.openxmlformats.org/officeDocument/2006/relationships/customXml" Target="../ink/ink1716.xml"/><Relationship Id="rId375" Type="http://schemas.openxmlformats.org/officeDocument/2006/relationships/customXml" Target="../ink/ink1868.xml"/><Relationship Id="rId3" Type="http://schemas.openxmlformats.org/officeDocument/2006/relationships/image" Target="../media/image883.png"/><Relationship Id="rId235" Type="http://schemas.openxmlformats.org/officeDocument/2006/relationships/customXml" Target="../ink/ink1798.xml"/><Relationship Id="rId277" Type="http://schemas.openxmlformats.org/officeDocument/2006/relationships/customXml" Target="../ink/ink1819.xml"/><Relationship Id="rId400" Type="http://schemas.openxmlformats.org/officeDocument/2006/relationships/image" Target="../media/image1219.png"/><Relationship Id="rId442" Type="http://schemas.openxmlformats.org/officeDocument/2006/relationships/image" Target="../media/image1243.png"/><Relationship Id="rId484" Type="http://schemas.openxmlformats.org/officeDocument/2006/relationships/image" Target="../media/image1266.png"/><Relationship Id="rId137" Type="http://schemas.openxmlformats.org/officeDocument/2006/relationships/image" Target="../media/image949.png"/><Relationship Id="rId302" Type="http://schemas.openxmlformats.org/officeDocument/2006/relationships/image" Target="../media/image1166.png"/><Relationship Id="rId344" Type="http://schemas.openxmlformats.org/officeDocument/2006/relationships/image" Target="../media/image1188.png"/><Relationship Id="rId41" Type="http://schemas.openxmlformats.org/officeDocument/2006/relationships/image" Target="../media/image901.png"/><Relationship Id="rId83" Type="http://schemas.openxmlformats.org/officeDocument/2006/relationships/image" Target="../media/image922.png"/><Relationship Id="rId179" Type="http://schemas.openxmlformats.org/officeDocument/2006/relationships/image" Target="../media/image1100.png"/><Relationship Id="rId386" Type="http://schemas.openxmlformats.org/officeDocument/2006/relationships/image" Target="../media/image1212.png"/><Relationship Id="rId190" Type="http://schemas.openxmlformats.org/officeDocument/2006/relationships/customXml" Target="../ink/ink1775.xml"/><Relationship Id="rId204" Type="http://schemas.openxmlformats.org/officeDocument/2006/relationships/customXml" Target="../ink/ink1782.xml"/><Relationship Id="rId246" Type="http://schemas.openxmlformats.org/officeDocument/2006/relationships/image" Target="../media/image1135.png"/><Relationship Id="rId288" Type="http://schemas.openxmlformats.org/officeDocument/2006/relationships/image" Target="../media/image1158.png"/><Relationship Id="rId411" Type="http://schemas.openxmlformats.org/officeDocument/2006/relationships/customXml" Target="../ink/ink1886.xml"/><Relationship Id="rId453" Type="http://schemas.openxmlformats.org/officeDocument/2006/relationships/customXml" Target="../ink/ink1907.xml"/><Relationship Id="rId509" Type="http://schemas.openxmlformats.org/officeDocument/2006/relationships/customXml" Target="../ink/ink1935.xml"/><Relationship Id="rId106" Type="http://schemas.openxmlformats.org/officeDocument/2006/relationships/customXml" Target="../ink/ink1733.xml"/><Relationship Id="rId313" Type="http://schemas.openxmlformats.org/officeDocument/2006/relationships/customXml" Target="../ink/ink1837.xml"/><Relationship Id="rId495" Type="http://schemas.openxmlformats.org/officeDocument/2006/relationships/customXml" Target="../ink/ink1928.xml"/><Relationship Id="rId10" Type="http://schemas.openxmlformats.org/officeDocument/2006/relationships/customXml" Target="../ink/ink1685.xml"/><Relationship Id="rId52" Type="http://schemas.openxmlformats.org/officeDocument/2006/relationships/customXml" Target="../ink/ink1706.xml"/><Relationship Id="rId94" Type="http://schemas.openxmlformats.org/officeDocument/2006/relationships/customXml" Target="../ink/ink1727.xml"/><Relationship Id="rId148" Type="http://schemas.openxmlformats.org/officeDocument/2006/relationships/customXml" Target="../ink/ink1754.xml"/><Relationship Id="rId355" Type="http://schemas.openxmlformats.org/officeDocument/2006/relationships/customXml" Target="../ink/ink1858.xml"/><Relationship Id="rId397" Type="http://schemas.openxmlformats.org/officeDocument/2006/relationships/customXml" Target="../ink/ink1879.xml"/><Relationship Id="rId520" Type="http://schemas.openxmlformats.org/officeDocument/2006/relationships/image" Target="../media/image1286.png"/><Relationship Id="rId215" Type="http://schemas.openxmlformats.org/officeDocument/2006/relationships/image" Target="../media/image1118.png"/><Relationship Id="rId257" Type="http://schemas.openxmlformats.org/officeDocument/2006/relationships/customXml" Target="../ink/ink1809.xml"/><Relationship Id="rId422" Type="http://schemas.openxmlformats.org/officeDocument/2006/relationships/image" Target="../media/image1232.png"/><Relationship Id="rId464" Type="http://schemas.openxmlformats.org/officeDocument/2006/relationships/image" Target="../media/image1255.png"/><Relationship Id="rId299" Type="http://schemas.openxmlformats.org/officeDocument/2006/relationships/customXml" Target="../ink/ink1830.xml"/><Relationship Id="rId63" Type="http://schemas.openxmlformats.org/officeDocument/2006/relationships/image" Target="../media/image912.png"/><Relationship Id="rId159" Type="http://schemas.openxmlformats.org/officeDocument/2006/relationships/image" Target="../media/image960.png"/><Relationship Id="rId366" Type="http://schemas.openxmlformats.org/officeDocument/2006/relationships/image" Target="../media/image1201.png"/><Relationship Id="rId226" Type="http://schemas.openxmlformats.org/officeDocument/2006/relationships/customXml" Target="../ink/ink1793.xml"/><Relationship Id="rId433" Type="http://schemas.openxmlformats.org/officeDocument/2006/relationships/customXml" Target="../ink/ink1897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324" Type="http://schemas.openxmlformats.org/officeDocument/2006/relationships/image" Target="../media/image3870.png"/><Relationship Id="rId170" Type="http://schemas.openxmlformats.org/officeDocument/2006/relationships/customXml" Target="../ink/ink2028.xml"/><Relationship Id="rId226" Type="http://schemas.openxmlformats.org/officeDocument/2006/relationships/customXml" Target="../ink/ink2056.xml"/><Relationship Id="rId433" Type="http://schemas.openxmlformats.org/officeDocument/2006/relationships/customXml" Target="../ink/ink2160.xml"/><Relationship Id="rId268" Type="http://schemas.openxmlformats.org/officeDocument/2006/relationships/image" Target="../media/image3590.png"/><Relationship Id="rId475" Type="http://schemas.openxmlformats.org/officeDocument/2006/relationships/customXml" Target="../ink/ink2181.xml"/><Relationship Id="rId32" Type="http://schemas.openxmlformats.org/officeDocument/2006/relationships/customXml" Target="../ink/ink1959.xml"/><Relationship Id="rId74" Type="http://schemas.openxmlformats.org/officeDocument/2006/relationships/customXml" Target="../ink/ink1980.xml"/><Relationship Id="rId128" Type="http://schemas.openxmlformats.org/officeDocument/2006/relationships/customXml" Target="../ink/ink2007.xml"/><Relationship Id="rId335" Type="http://schemas.openxmlformats.org/officeDocument/2006/relationships/customXml" Target="../ink/ink2111.xml"/><Relationship Id="rId377" Type="http://schemas.openxmlformats.org/officeDocument/2006/relationships/customXml" Target="../ink/ink2132.xml"/><Relationship Id="rId500" Type="http://schemas.openxmlformats.org/officeDocument/2006/relationships/image" Target="../media/image10970.png"/><Relationship Id="rId5" Type="http://schemas.openxmlformats.org/officeDocument/2006/relationships/image" Target="../media/image7010.png"/><Relationship Id="rId181" Type="http://schemas.openxmlformats.org/officeDocument/2006/relationships/image" Target="../media/image1990.png"/><Relationship Id="rId237" Type="http://schemas.openxmlformats.org/officeDocument/2006/relationships/customXml" Target="../ink/ink2062.xml"/><Relationship Id="rId402" Type="http://schemas.openxmlformats.org/officeDocument/2006/relationships/image" Target="../media/image4260.png"/><Relationship Id="rId279" Type="http://schemas.openxmlformats.org/officeDocument/2006/relationships/customXml" Target="../ink/ink2083.xml"/><Relationship Id="rId444" Type="http://schemas.openxmlformats.org/officeDocument/2006/relationships/image" Target="../media/image4470.png"/><Relationship Id="rId486" Type="http://schemas.openxmlformats.org/officeDocument/2006/relationships/image" Target="../media/image4680.png"/><Relationship Id="rId43" Type="http://schemas.openxmlformats.org/officeDocument/2006/relationships/image" Target="../media/image8810.png"/><Relationship Id="rId139" Type="http://schemas.openxmlformats.org/officeDocument/2006/relationships/image" Target="../media/image1780.png"/><Relationship Id="rId290" Type="http://schemas.openxmlformats.org/officeDocument/2006/relationships/image" Target="../media/image3700.png"/><Relationship Id="rId304" Type="http://schemas.openxmlformats.org/officeDocument/2006/relationships/image" Target="../media/image3770.png"/><Relationship Id="rId346" Type="http://schemas.openxmlformats.org/officeDocument/2006/relationships/image" Target="../media/image3980.png"/><Relationship Id="rId388" Type="http://schemas.openxmlformats.org/officeDocument/2006/relationships/image" Target="../media/image4190.png"/><Relationship Id="rId511" Type="http://schemas.openxmlformats.org/officeDocument/2006/relationships/customXml" Target="../ink/ink2199.xml"/><Relationship Id="rId85" Type="http://schemas.openxmlformats.org/officeDocument/2006/relationships/image" Target="../media/image10710.png"/><Relationship Id="rId150" Type="http://schemas.openxmlformats.org/officeDocument/2006/relationships/customXml" Target="../ink/ink2018.xml"/><Relationship Id="rId192" Type="http://schemas.openxmlformats.org/officeDocument/2006/relationships/customXml" Target="../ink/ink2039.xml"/><Relationship Id="rId206" Type="http://schemas.openxmlformats.org/officeDocument/2006/relationships/customXml" Target="../ink/ink2046.xml"/><Relationship Id="rId413" Type="http://schemas.openxmlformats.org/officeDocument/2006/relationships/customXml" Target="../ink/ink2150.xml"/><Relationship Id="rId248" Type="http://schemas.openxmlformats.org/officeDocument/2006/relationships/image" Target="../media/image2650.png"/><Relationship Id="rId455" Type="http://schemas.openxmlformats.org/officeDocument/2006/relationships/customXml" Target="../ink/ink2171.xml"/><Relationship Id="rId497" Type="http://schemas.openxmlformats.org/officeDocument/2006/relationships/customXml" Target="../ink/ink2192.xml"/><Relationship Id="rId12" Type="http://schemas.openxmlformats.org/officeDocument/2006/relationships/customXml" Target="../ink/ink1949.xml"/><Relationship Id="rId108" Type="http://schemas.openxmlformats.org/officeDocument/2006/relationships/customXml" Target="../ink/ink1997.xml"/><Relationship Id="rId315" Type="http://schemas.openxmlformats.org/officeDocument/2006/relationships/customXml" Target="../ink/ink2101.xml"/><Relationship Id="rId357" Type="http://schemas.openxmlformats.org/officeDocument/2006/relationships/customXml" Target="../ink/ink2122.xml"/><Relationship Id="rId54" Type="http://schemas.openxmlformats.org/officeDocument/2006/relationships/customXml" Target="../ink/ink1970.xml"/><Relationship Id="rId96" Type="http://schemas.openxmlformats.org/officeDocument/2006/relationships/customXml" Target="../ink/ink1991.xml"/><Relationship Id="rId161" Type="http://schemas.openxmlformats.org/officeDocument/2006/relationships/image" Target="../media/image1890.png"/><Relationship Id="rId217" Type="http://schemas.openxmlformats.org/officeDocument/2006/relationships/image" Target="../media/image2500.png"/><Relationship Id="rId399" Type="http://schemas.openxmlformats.org/officeDocument/2006/relationships/customXml" Target="../ink/ink2143.xml"/><Relationship Id="rId259" Type="http://schemas.openxmlformats.org/officeDocument/2006/relationships/customXml" Target="../ink/ink2073.xml"/><Relationship Id="rId424" Type="http://schemas.openxmlformats.org/officeDocument/2006/relationships/image" Target="../media/image4370.png"/><Relationship Id="rId466" Type="http://schemas.openxmlformats.org/officeDocument/2006/relationships/image" Target="../media/image458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270" Type="http://schemas.openxmlformats.org/officeDocument/2006/relationships/image" Target="../media/image3600.png"/><Relationship Id="rId326" Type="http://schemas.openxmlformats.org/officeDocument/2006/relationships/image" Target="../media/image3880.png"/><Relationship Id="rId65" Type="http://schemas.openxmlformats.org/officeDocument/2006/relationships/image" Target="../media/image9810.png"/><Relationship Id="rId130" Type="http://schemas.openxmlformats.org/officeDocument/2006/relationships/customXml" Target="../ink/ink2008.xml"/><Relationship Id="rId368" Type="http://schemas.openxmlformats.org/officeDocument/2006/relationships/image" Target="../media/image4090.png"/><Relationship Id="rId172" Type="http://schemas.openxmlformats.org/officeDocument/2006/relationships/customXml" Target="../ink/ink2029.xml"/><Relationship Id="rId228" Type="http://schemas.openxmlformats.org/officeDocument/2006/relationships/image" Target="../media/image2550.png"/><Relationship Id="rId435" Type="http://schemas.openxmlformats.org/officeDocument/2006/relationships/customXml" Target="../ink/ink2161.xml"/><Relationship Id="rId477" Type="http://schemas.openxmlformats.org/officeDocument/2006/relationships/customXml" Target="../ink/ink2182.xml"/><Relationship Id="rId281" Type="http://schemas.openxmlformats.org/officeDocument/2006/relationships/customXml" Target="../ink/ink2084.xml"/><Relationship Id="rId337" Type="http://schemas.openxmlformats.org/officeDocument/2006/relationships/customXml" Target="../ink/ink2112.xml"/><Relationship Id="rId502" Type="http://schemas.openxmlformats.org/officeDocument/2006/relationships/image" Target="../media/image10980.png"/><Relationship Id="rId34" Type="http://schemas.openxmlformats.org/officeDocument/2006/relationships/customXml" Target="../ink/ink1960.xml"/><Relationship Id="rId76" Type="http://schemas.openxmlformats.org/officeDocument/2006/relationships/customXml" Target="../ink/ink1981.xml"/><Relationship Id="rId141" Type="http://schemas.openxmlformats.org/officeDocument/2006/relationships/image" Target="../media/image1790.png"/><Relationship Id="rId379" Type="http://schemas.openxmlformats.org/officeDocument/2006/relationships/customXml" Target="../ink/ink2133.xml"/><Relationship Id="rId7" Type="http://schemas.openxmlformats.org/officeDocument/2006/relationships/image" Target="../media/image7110.png"/><Relationship Id="rId183" Type="http://schemas.openxmlformats.org/officeDocument/2006/relationships/image" Target="../media/image2000.png"/><Relationship Id="rId239" Type="http://schemas.openxmlformats.org/officeDocument/2006/relationships/customXml" Target="../ink/ink2063.xml"/><Relationship Id="rId390" Type="http://schemas.openxmlformats.org/officeDocument/2006/relationships/image" Target="../media/image4200.png"/><Relationship Id="rId404" Type="http://schemas.openxmlformats.org/officeDocument/2006/relationships/image" Target="../media/image4270.png"/><Relationship Id="rId446" Type="http://schemas.openxmlformats.org/officeDocument/2006/relationships/image" Target="../media/image4480.png"/><Relationship Id="rId250" Type="http://schemas.openxmlformats.org/officeDocument/2006/relationships/image" Target="../media/image2660.png"/><Relationship Id="rId292" Type="http://schemas.openxmlformats.org/officeDocument/2006/relationships/image" Target="../media/image3711.png"/><Relationship Id="rId306" Type="http://schemas.openxmlformats.org/officeDocument/2006/relationships/image" Target="../media/image3780.png"/><Relationship Id="rId488" Type="http://schemas.openxmlformats.org/officeDocument/2006/relationships/image" Target="../media/image4690.png"/><Relationship Id="rId45" Type="http://schemas.openxmlformats.org/officeDocument/2006/relationships/image" Target="../media/image8910.png"/><Relationship Id="rId87" Type="http://schemas.openxmlformats.org/officeDocument/2006/relationships/image" Target="../media/image10810.png"/><Relationship Id="rId110" Type="http://schemas.openxmlformats.org/officeDocument/2006/relationships/customXml" Target="../ink/ink1998.xml"/><Relationship Id="rId348" Type="http://schemas.openxmlformats.org/officeDocument/2006/relationships/image" Target="../media/image3990.png"/><Relationship Id="rId513" Type="http://schemas.openxmlformats.org/officeDocument/2006/relationships/customXml" Target="../ink/ink2200.xml"/><Relationship Id="rId152" Type="http://schemas.openxmlformats.org/officeDocument/2006/relationships/customXml" Target="../ink/ink2019.xml"/><Relationship Id="rId194" Type="http://schemas.openxmlformats.org/officeDocument/2006/relationships/customXml" Target="../ink/ink2040.xml"/><Relationship Id="rId208" Type="http://schemas.openxmlformats.org/officeDocument/2006/relationships/customXml" Target="../ink/ink2047.xml"/><Relationship Id="rId415" Type="http://schemas.openxmlformats.org/officeDocument/2006/relationships/customXml" Target="../ink/ink2151.xml"/><Relationship Id="rId457" Type="http://schemas.openxmlformats.org/officeDocument/2006/relationships/customXml" Target="../ink/ink2172.xml"/><Relationship Id="rId261" Type="http://schemas.openxmlformats.org/officeDocument/2006/relationships/customXml" Target="../ink/ink2074.xml"/><Relationship Id="rId499" Type="http://schemas.openxmlformats.org/officeDocument/2006/relationships/customXml" Target="../ink/ink2193.xml"/><Relationship Id="rId14" Type="http://schemas.openxmlformats.org/officeDocument/2006/relationships/customXml" Target="../ink/ink1950.xml"/><Relationship Id="rId56" Type="http://schemas.openxmlformats.org/officeDocument/2006/relationships/customXml" Target="../ink/ink1971.xml"/><Relationship Id="rId317" Type="http://schemas.openxmlformats.org/officeDocument/2006/relationships/customXml" Target="../ink/ink2102.xml"/><Relationship Id="rId359" Type="http://schemas.openxmlformats.org/officeDocument/2006/relationships/customXml" Target="../ink/ink2123.xml"/><Relationship Id="rId98" Type="http://schemas.openxmlformats.org/officeDocument/2006/relationships/customXml" Target="../ink/ink1992.xml"/><Relationship Id="rId121" Type="http://schemas.openxmlformats.org/officeDocument/2006/relationships/image" Target="../media/image1700.png"/><Relationship Id="rId163" Type="http://schemas.openxmlformats.org/officeDocument/2006/relationships/image" Target="../media/image1900.png"/><Relationship Id="rId219" Type="http://schemas.openxmlformats.org/officeDocument/2006/relationships/image" Target="../media/image2511.png"/><Relationship Id="rId370" Type="http://schemas.openxmlformats.org/officeDocument/2006/relationships/image" Target="../media/image4100.png"/><Relationship Id="rId426" Type="http://schemas.openxmlformats.org/officeDocument/2006/relationships/image" Target="../media/image4380.png"/><Relationship Id="rId230" Type="http://schemas.openxmlformats.org/officeDocument/2006/relationships/image" Target="../media/image2560.png"/><Relationship Id="rId468" Type="http://schemas.openxmlformats.org/officeDocument/2006/relationships/image" Target="../media/image4590.png"/><Relationship Id="rId25" Type="http://schemas.openxmlformats.org/officeDocument/2006/relationships/image" Target="../media/image7910.png"/><Relationship Id="rId67" Type="http://schemas.openxmlformats.org/officeDocument/2006/relationships/image" Target="../media/image9910.png"/><Relationship Id="rId272" Type="http://schemas.openxmlformats.org/officeDocument/2006/relationships/image" Target="../media/image3611.png"/><Relationship Id="rId328" Type="http://schemas.openxmlformats.org/officeDocument/2006/relationships/image" Target="../media/image3890.png"/><Relationship Id="rId132" Type="http://schemas.openxmlformats.org/officeDocument/2006/relationships/customXml" Target="../ink/ink2009.xml"/><Relationship Id="rId174" Type="http://schemas.openxmlformats.org/officeDocument/2006/relationships/customXml" Target="../ink/ink2030.xml"/><Relationship Id="rId381" Type="http://schemas.openxmlformats.org/officeDocument/2006/relationships/customXml" Target="../ink/ink2134.xml"/><Relationship Id="rId241" Type="http://schemas.openxmlformats.org/officeDocument/2006/relationships/customXml" Target="../ink/ink2064.xml"/><Relationship Id="rId437" Type="http://schemas.openxmlformats.org/officeDocument/2006/relationships/customXml" Target="../ink/ink2162.xml"/><Relationship Id="rId479" Type="http://schemas.openxmlformats.org/officeDocument/2006/relationships/customXml" Target="../ink/ink2183.xml"/><Relationship Id="rId36" Type="http://schemas.openxmlformats.org/officeDocument/2006/relationships/customXml" Target="../ink/ink1961.xml"/><Relationship Id="rId283" Type="http://schemas.openxmlformats.org/officeDocument/2006/relationships/customXml" Target="../ink/ink2085.xml"/><Relationship Id="rId339" Type="http://schemas.openxmlformats.org/officeDocument/2006/relationships/customXml" Target="../ink/ink2113.xml"/><Relationship Id="rId490" Type="http://schemas.openxmlformats.org/officeDocument/2006/relationships/image" Target="../media/image4700.png"/><Relationship Id="rId504" Type="http://schemas.openxmlformats.org/officeDocument/2006/relationships/image" Target="../media/image10990.png"/><Relationship Id="rId78" Type="http://schemas.openxmlformats.org/officeDocument/2006/relationships/customXml" Target="../ink/ink1982.xml"/><Relationship Id="rId101" Type="http://schemas.openxmlformats.org/officeDocument/2006/relationships/image" Target="../media/image1600.png"/><Relationship Id="rId143" Type="http://schemas.openxmlformats.org/officeDocument/2006/relationships/image" Target="../media/image1800.png"/><Relationship Id="rId185" Type="http://schemas.openxmlformats.org/officeDocument/2006/relationships/image" Target="../media/image2340.png"/><Relationship Id="rId350" Type="http://schemas.openxmlformats.org/officeDocument/2006/relationships/image" Target="../media/image4000.png"/><Relationship Id="rId406" Type="http://schemas.openxmlformats.org/officeDocument/2006/relationships/image" Target="../media/image4280.png"/><Relationship Id="rId9" Type="http://schemas.openxmlformats.org/officeDocument/2006/relationships/image" Target="../media/image2810.png"/><Relationship Id="rId210" Type="http://schemas.openxmlformats.org/officeDocument/2006/relationships/customXml" Target="../ink/ink2048.xml"/><Relationship Id="rId392" Type="http://schemas.openxmlformats.org/officeDocument/2006/relationships/image" Target="../media/image4211.png"/><Relationship Id="rId448" Type="http://schemas.openxmlformats.org/officeDocument/2006/relationships/image" Target="../media/image4490.png"/><Relationship Id="rId252" Type="http://schemas.openxmlformats.org/officeDocument/2006/relationships/image" Target="../media/image3511.png"/><Relationship Id="rId294" Type="http://schemas.openxmlformats.org/officeDocument/2006/relationships/image" Target="../media/image3720.png"/><Relationship Id="rId308" Type="http://schemas.openxmlformats.org/officeDocument/2006/relationships/image" Target="../media/image3790.png"/><Relationship Id="rId515" Type="http://schemas.openxmlformats.org/officeDocument/2006/relationships/customXml" Target="../ink/ink2201.xml"/><Relationship Id="rId47" Type="http://schemas.openxmlformats.org/officeDocument/2006/relationships/image" Target="../media/image9010.png"/><Relationship Id="rId89" Type="http://schemas.openxmlformats.org/officeDocument/2006/relationships/image" Target="../media/image10910.png"/><Relationship Id="rId112" Type="http://schemas.openxmlformats.org/officeDocument/2006/relationships/customXml" Target="../ink/ink1999.xml"/><Relationship Id="rId154" Type="http://schemas.openxmlformats.org/officeDocument/2006/relationships/customXml" Target="../ink/ink2020.xml"/><Relationship Id="rId361" Type="http://schemas.openxmlformats.org/officeDocument/2006/relationships/customXml" Target="../ink/ink2124.xml"/><Relationship Id="rId196" Type="http://schemas.openxmlformats.org/officeDocument/2006/relationships/customXml" Target="../ink/ink2041.xml"/><Relationship Id="rId417" Type="http://schemas.openxmlformats.org/officeDocument/2006/relationships/customXml" Target="../ink/ink2152.xml"/><Relationship Id="rId459" Type="http://schemas.openxmlformats.org/officeDocument/2006/relationships/customXml" Target="../ink/ink2173.xml"/><Relationship Id="rId16" Type="http://schemas.openxmlformats.org/officeDocument/2006/relationships/customXml" Target="../ink/ink1951.xml"/><Relationship Id="rId221" Type="http://schemas.openxmlformats.org/officeDocument/2006/relationships/image" Target="../media/image2520.png"/><Relationship Id="rId263" Type="http://schemas.openxmlformats.org/officeDocument/2006/relationships/customXml" Target="../ink/ink2075.xml"/><Relationship Id="rId319" Type="http://schemas.openxmlformats.org/officeDocument/2006/relationships/customXml" Target="../ink/ink2103.xml"/><Relationship Id="rId470" Type="http://schemas.openxmlformats.org/officeDocument/2006/relationships/image" Target="../media/image4600.png"/><Relationship Id="rId58" Type="http://schemas.openxmlformats.org/officeDocument/2006/relationships/customXml" Target="../ink/ink1972.xml"/><Relationship Id="rId123" Type="http://schemas.openxmlformats.org/officeDocument/2006/relationships/image" Target="../media/image1711.png"/><Relationship Id="rId330" Type="http://schemas.openxmlformats.org/officeDocument/2006/relationships/image" Target="../media/image3900.png"/><Relationship Id="rId165" Type="http://schemas.openxmlformats.org/officeDocument/2006/relationships/image" Target="../media/image1911.png"/><Relationship Id="rId372" Type="http://schemas.openxmlformats.org/officeDocument/2006/relationships/image" Target="../media/image4111.png"/><Relationship Id="rId428" Type="http://schemas.openxmlformats.org/officeDocument/2006/relationships/image" Target="../media/image4390.png"/><Relationship Id="rId232" Type="http://schemas.openxmlformats.org/officeDocument/2006/relationships/image" Target="../media/image2570.png"/><Relationship Id="rId274" Type="http://schemas.openxmlformats.org/officeDocument/2006/relationships/image" Target="../media/image3620.png"/><Relationship Id="rId481" Type="http://schemas.openxmlformats.org/officeDocument/2006/relationships/customXml" Target="../ink/ink2184.xml"/><Relationship Id="rId27" Type="http://schemas.openxmlformats.org/officeDocument/2006/relationships/image" Target="../media/image8010.png"/><Relationship Id="rId69" Type="http://schemas.openxmlformats.org/officeDocument/2006/relationships/image" Target="../media/image10010.png"/><Relationship Id="rId134" Type="http://schemas.openxmlformats.org/officeDocument/2006/relationships/customXml" Target="../ink/ink2010.xml"/><Relationship Id="rId80" Type="http://schemas.openxmlformats.org/officeDocument/2006/relationships/customXml" Target="../ink/ink1983.xml"/><Relationship Id="rId176" Type="http://schemas.openxmlformats.org/officeDocument/2006/relationships/customXml" Target="../ink/ink2031.xml"/><Relationship Id="rId341" Type="http://schemas.openxmlformats.org/officeDocument/2006/relationships/customXml" Target="../ink/ink2114.xml"/><Relationship Id="rId383" Type="http://schemas.openxmlformats.org/officeDocument/2006/relationships/customXml" Target="../ink/ink2135.xml"/><Relationship Id="rId439" Type="http://schemas.openxmlformats.org/officeDocument/2006/relationships/customXml" Target="../ink/ink2163.xml"/><Relationship Id="rId201" Type="http://schemas.openxmlformats.org/officeDocument/2006/relationships/image" Target="../media/image2420.png"/><Relationship Id="rId243" Type="http://schemas.openxmlformats.org/officeDocument/2006/relationships/customXml" Target="../ink/ink2065.xml"/><Relationship Id="rId285" Type="http://schemas.openxmlformats.org/officeDocument/2006/relationships/customXml" Target="../ink/ink2086.xml"/><Relationship Id="rId450" Type="http://schemas.openxmlformats.org/officeDocument/2006/relationships/image" Target="../media/image4500.png"/><Relationship Id="rId506" Type="http://schemas.openxmlformats.org/officeDocument/2006/relationships/image" Target="../media/image11000.png"/><Relationship Id="rId38" Type="http://schemas.openxmlformats.org/officeDocument/2006/relationships/customXml" Target="../ink/ink1962.xml"/><Relationship Id="rId103" Type="http://schemas.openxmlformats.org/officeDocument/2006/relationships/image" Target="../media/image1611.png"/><Relationship Id="rId310" Type="http://schemas.openxmlformats.org/officeDocument/2006/relationships/image" Target="../media/image3800.png"/><Relationship Id="rId492" Type="http://schemas.openxmlformats.org/officeDocument/2006/relationships/image" Target="../media/image4711.png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87" Type="http://schemas.openxmlformats.org/officeDocument/2006/relationships/image" Target="../media/image2350.png"/><Relationship Id="rId352" Type="http://schemas.openxmlformats.org/officeDocument/2006/relationships/image" Target="../media/image4011.png"/><Relationship Id="rId394" Type="http://schemas.openxmlformats.org/officeDocument/2006/relationships/image" Target="../media/image4220.png"/><Relationship Id="rId408" Type="http://schemas.openxmlformats.org/officeDocument/2006/relationships/image" Target="../media/image4290.png"/><Relationship Id="rId212" Type="http://schemas.openxmlformats.org/officeDocument/2006/relationships/customXml" Target="../ink/ink2049.xml"/><Relationship Id="rId254" Type="http://schemas.openxmlformats.org/officeDocument/2006/relationships/image" Target="../media/image3520.png"/><Relationship Id="rId49" Type="http://schemas.openxmlformats.org/officeDocument/2006/relationships/image" Target="../media/image9110.png"/><Relationship Id="rId114" Type="http://schemas.openxmlformats.org/officeDocument/2006/relationships/customXml" Target="../ink/ink2000.xml"/><Relationship Id="rId296" Type="http://schemas.openxmlformats.org/officeDocument/2006/relationships/image" Target="../media/image3730.png"/><Relationship Id="rId461" Type="http://schemas.openxmlformats.org/officeDocument/2006/relationships/customXml" Target="../ink/ink2174.xml"/><Relationship Id="rId517" Type="http://schemas.openxmlformats.org/officeDocument/2006/relationships/customXml" Target="../ink/ink2202.xml"/><Relationship Id="rId60" Type="http://schemas.openxmlformats.org/officeDocument/2006/relationships/customXml" Target="../ink/ink1973.xml"/><Relationship Id="rId156" Type="http://schemas.openxmlformats.org/officeDocument/2006/relationships/customXml" Target="../ink/ink2021.xml"/><Relationship Id="rId198" Type="http://schemas.openxmlformats.org/officeDocument/2006/relationships/customXml" Target="../ink/ink2042.xml"/><Relationship Id="rId321" Type="http://schemas.openxmlformats.org/officeDocument/2006/relationships/customXml" Target="../ink/ink2104.xml"/><Relationship Id="rId363" Type="http://schemas.openxmlformats.org/officeDocument/2006/relationships/customXml" Target="../ink/ink2125.xml"/><Relationship Id="rId419" Type="http://schemas.openxmlformats.org/officeDocument/2006/relationships/customXml" Target="../ink/ink2153.xml"/><Relationship Id="rId223" Type="http://schemas.openxmlformats.org/officeDocument/2006/relationships/image" Target="../media/image2530.png"/><Relationship Id="rId430" Type="http://schemas.openxmlformats.org/officeDocument/2006/relationships/image" Target="../media/image4400.png"/><Relationship Id="rId18" Type="http://schemas.openxmlformats.org/officeDocument/2006/relationships/customXml" Target="../ink/ink1952.xml"/><Relationship Id="rId265" Type="http://schemas.openxmlformats.org/officeDocument/2006/relationships/customXml" Target="../ink/ink2076.xml"/><Relationship Id="rId472" Type="http://schemas.openxmlformats.org/officeDocument/2006/relationships/image" Target="../media/image4611.png"/><Relationship Id="rId125" Type="http://schemas.openxmlformats.org/officeDocument/2006/relationships/image" Target="../media/image1720.png"/><Relationship Id="rId167" Type="http://schemas.openxmlformats.org/officeDocument/2006/relationships/image" Target="../media/image1920.png"/><Relationship Id="rId332" Type="http://schemas.openxmlformats.org/officeDocument/2006/relationships/image" Target="../media/image3911.png"/><Relationship Id="rId374" Type="http://schemas.openxmlformats.org/officeDocument/2006/relationships/image" Target="../media/image4120.png"/><Relationship Id="rId71" Type="http://schemas.openxmlformats.org/officeDocument/2006/relationships/image" Target="../media/image5910.png"/><Relationship Id="rId234" Type="http://schemas.openxmlformats.org/officeDocument/2006/relationships/image" Target="../media/image2580.png"/><Relationship Id="rId2" Type="http://schemas.openxmlformats.org/officeDocument/2006/relationships/customXml" Target="../ink/ink1944.xml"/><Relationship Id="rId29" Type="http://schemas.openxmlformats.org/officeDocument/2006/relationships/image" Target="../media/image8110.png"/><Relationship Id="rId276" Type="http://schemas.openxmlformats.org/officeDocument/2006/relationships/image" Target="../media/image3630.png"/><Relationship Id="rId441" Type="http://schemas.openxmlformats.org/officeDocument/2006/relationships/customXml" Target="../ink/ink2164.xml"/><Relationship Id="rId483" Type="http://schemas.openxmlformats.org/officeDocument/2006/relationships/customXml" Target="../ink/ink2185.xml"/><Relationship Id="rId40" Type="http://schemas.openxmlformats.org/officeDocument/2006/relationships/customXml" Target="../ink/ink1963.xml"/><Relationship Id="rId136" Type="http://schemas.openxmlformats.org/officeDocument/2006/relationships/customXml" Target="../ink/ink2011.xml"/><Relationship Id="rId178" Type="http://schemas.openxmlformats.org/officeDocument/2006/relationships/customXml" Target="../ink/ink2032.xml"/><Relationship Id="rId301" Type="http://schemas.openxmlformats.org/officeDocument/2006/relationships/customXml" Target="../ink/ink2094.xml"/><Relationship Id="rId343" Type="http://schemas.openxmlformats.org/officeDocument/2006/relationships/customXml" Target="../ink/ink2115.xml"/><Relationship Id="rId82" Type="http://schemas.openxmlformats.org/officeDocument/2006/relationships/customXml" Target="../ink/ink1984.xml"/><Relationship Id="rId203" Type="http://schemas.openxmlformats.org/officeDocument/2006/relationships/image" Target="../media/image2430.png"/><Relationship Id="rId385" Type="http://schemas.openxmlformats.org/officeDocument/2006/relationships/customXml" Target="../ink/ink2136.xml"/><Relationship Id="rId245" Type="http://schemas.openxmlformats.org/officeDocument/2006/relationships/customXml" Target="../ink/ink2066.xml"/><Relationship Id="rId287" Type="http://schemas.openxmlformats.org/officeDocument/2006/relationships/customXml" Target="../ink/ink2087.xml"/><Relationship Id="rId410" Type="http://schemas.openxmlformats.org/officeDocument/2006/relationships/image" Target="../media/image4300.png"/><Relationship Id="rId452" Type="http://schemas.openxmlformats.org/officeDocument/2006/relationships/image" Target="../media/image4511.png"/><Relationship Id="rId494" Type="http://schemas.openxmlformats.org/officeDocument/2006/relationships/image" Target="../media/image10940.png"/><Relationship Id="rId508" Type="http://schemas.openxmlformats.org/officeDocument/2006/relationships/image" Target="../media/image11010.png"/><Relationship Id="rId105" Type="http://schemas.openxmlformats.org/officeDocument/2006/relationships/image" Target="../media/image1620.png"/><Relationship Id="rId147" Type="http://schemas.openxmlformats.org/officeDocument/2006/relationships/image" Target="../media/image1820.png"/><Relationship Id="rId312" Type="http://schemas.openxmlformats.org/officeDocument/2006/relationships/image" Target="../media/image3811.png"/><Relationship Id="rId354" Type="http://schemas.openxmlformats.org/officeDocument/2006/relationships/image" Target="../media/image4020.png"/><Relationship Id="rId51" Type="http://schemas.openxmlformats.org/officeDocument/2006/relationships/image" Target="../media/image9210.png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96" Type="http://schemas.openxmlformats.org/officeDocument/2006/relationships/image" Target="../media/image4230.png"/><Relationship Id="rId214" Type="http://schemas.openxmlformats.org/officeDocument/2006/relationships/customXml" Target="../ink/ink2050.xml"/><Relationship Id="rId256" Type="http://schemas.openxmlformats.org/officeDocument/2006/relationships/image" Target="../media/image3530.png"/><Relationship Id="rId298" Type="http://schemas.openxmlformats.org/officeDocument/2006/relationships/image" Target="../media/image3740.png"/><Relationship Id="rId421" Type="http://schemas.openxmlformats.org/officeDocument/2006/relationships/customXml" Target="../ink/ink2154.xml"/><Relationship Id="rId463" Type="http://schemas.openxmlformats.org/officeDocument/2006/relationships/customXml" Target="../ink/ink2175.xml"/><Relationship Id="rId519" Type="http://schemas.openxmlformats.org/officeDocument/2006/relationships/customXml" Target="../ink/ink2203.xml"/><Relationship Id="rId116" Type="http://schemas.openxmlformats.org/officeDocument/2006/relationships/customXml" Target="../ink/ink2001.xml"/><Relationship Id="rId158" Type="http://schemas.openxmlformats.org/officeDocument/2006/relationships/customXml" Target="../ink/ink2022.xml"/><Relationship Id="rId323" Type="http://schemas.openxmlformats.org/officeDocument/2006/relationships/customXml" Target="../ink/ink2105.xml"/><Relationship Id="rId20" Type="http://schemas.openxmlformats.org/officeDocument/2006/relationships/customXml" Target="../ink/ink1953.xml"/><Relationship Id="rId62" Type="http://schemas.openxmlformats.org/officeDocument/2006/relationships/customXml" Target="../ink/ink1974.xml"/><Relationship Id="rId365" Type="http://schemas.openxmlformats.org/officeDocument/2006/relationships/customXml" Target="../ink/ink2126.xml"/><Relationship Id="rId225" Type="http://schemas.openxmlformats.org/officeDocument/2006/relationships/image" Target="../media/image2540.png"/><Relationship Id="rId267" Type="http://schemas.openxmlformats.org/officeDocument/2006/relationships/customXml" Target="../ink/ink2077.xml"/><Relationship Id="rId432" Type="http://schemas.openxmlformats.org/officeDocument/2006/relationships/image" Target="../media/image4411.png"/><Relationship Id="rId474" Type="http://schemas.openxmlformats.org/officeDocument/2006/relationships/image" Target="../media/image4620.png"/><Relationship Id="rId127" Type="http://schemas.openxmlformats.org/officeDocument/2006/relationships/image" Target="../media/image1730.png"/><Relationship Id="rId31" Type="http://schemas.openxmlformats.org/officeDocument/2006/relationships/image" Target="../media/image8210.png"/><Relationship Id="rId73" Type="http://schemas.openxmlformats.org/officeDocument/2006/relationships/image" Target="../media/image10110.png"/><Relationship Id="rId169" Type="http://schemas.openxmlformats.org/officeDocument/2006/relationships/image" Target="../media/image1930.png"/><Relationship Id="rId334" Type="http://schemas.openxmlformats.org/officeDocument/2006/relationships/image" Target="../media/image3920.png"/><Relationship Id="rId376" Type="http://schemas.openxmlformats.org/officeDocument/2006/relationships/image" Target="../media/image4130.png"/><Relationship Id="rId4" Type="http://schemas.openxmlformats.org/officeDocument/2006/relationships/customXml" Target="../ink/ink1945.xml"/><Relationship Id="rId180" Type="http://schemas.openxmlformats.org/officeDocument/2006/relationships/customXml" Target="../ink/ink2033.xml"/><Relationship Id="rId236" Type="http://schemas.openxmlformats.org/officeDocument/2006/relationships/image" Target="../media/image2590.png"/><Relationship Id="rId278" Type="http://schemas.openxmlformats.org/officeDocument/2006/relationships/image" Target="../media/image3640.png"/><Relationship Id="rId401" Type="http://schemas.openxmlformats.org/officeDocument/2006/relationships/customXml" Target="../ink/ink2144.xml"/><Relationship Id="rId443" Type="http://schemas.openxmlformats.org/officeDocument/2006/relationships/customXml" Target="../ink/ink2165.xml"/><Relationship Id="rId303" Type="http://schemas.openxmlformats.org/officeDocument/2006/relationships/customXml" Target="../ink/ink2095.xml"/><Relationship Id="rId485" Type="http://schemas.openxmlformats.org/officeDocument/2006/relationships/customXml" Target="../ink/ink2186.xml"/><Relationship Id="rId42" Type="http://schemas.openxmlformats.org/officeDocument/2006/relationships/customXml" Target="../ink/ink1964.xml"/><Relationship Id="rId84" Type="http://schemas.openxmlformats.org/officeDocument/2006/relationships/customXml" Target="../ink/ink1985.xml"/><Relationship Id="rId138" Type="http://schemas.openxmlformats.org/officeDocument/2006/relationships/customXml" Target="../ink/ink2012.xml"/><Relationship Id="rId345" Type="http://schemas.openxmlformats.org/officeDocument/2006/relationships/customXml" Target="../ink/ink2116.xml"/><Relationship Id="rId387" Type="http://schemas.openxmlformats.org/officeDocument/2006/relationships/customXml" Target="../ink/ink2137.xml"/><Relationship Id="rId510" Type="http://schemas.openxmlformats.org/officeDocument/2006/relationships/image" Target="../media/image11020.png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47" Type="http://schemas.openxmlformats.org/officeDocument/2006/relationships/customXml" Target="../ink/ink2067.xml"/><Relationship Id="rId412" Type="http://schemas.openxmlformats.org/officeDocument/2006/relationships/image" Target="../media/image4311.png"/><Relationship Id="rId107" Type="http://schemas.openxmlformats.org/officeDocument/2006/relationships/image" Target="../media/image1630.png"/><Relationship Id="rId289" Type="http://schemas.openxmlformats.org/officeDocument/2006/relationships/customXml" Target="../ink/ink2088.xml"/><Relationship Id="rId454" Type="http://schemas.openxmlformats.org/officeDocument/2006/relationships/image" Target="../media/image4520.png"/><Relationship Id="rId496" Type="http://schemas.openxmlformats.org/officeDocument/2006/relationships/image" Target="../media/image10950.png"/><Relationship Id="rId11" Type="http://schemas.openxmlformats.org/officeDocument/2006/relationships/image" Target="../media/image7210.png"/><Relationship Id="rId53" Type="http://schemas.openxmlformats.org/officeDocument/2006/relationships/image" Target="../media/image9310.png"/><Relationship Id="rId149" Type="http://schemas.openxmlformats.org/officeDocument/2006/relationships/image" Target="../media/image1830.png"/><Relationship Id="rId314" Type="http://schemas.openxmlformats.org/officeDocument/2006/relationships/image" Target="../media/image3820.png"/><Relationship Id="rId356" Type="http://schemas.openxmlformats.org/officeDocument/2006/relationships/image" Target="../media/image4030.png"/><Relationship Id="rId398" Type="http://schemas.openxmlformats.org/officeDocument/2006/relationships/image" Target="../media/image4240.png"/><Relationship Id="rId95" Type="http://schemas.openxmlformats.org/officeDocument/2006/relationships/image" Target="../media/image1570.png"/><Relationship Id="rId160" Type="http://schemas.openxmlformats.org/officeDocument/2006/relationships/customXml" Target="../ink/ink2023.xml"/><Relationship Id="rId216" Type="http://schemas.openxmlformats.org/officeDocument/2006/relationships/customXml" Target="../ink/ink2051.xml"/><Relationship Id="rId423" Type="http://schemas.openxmlformats.org/officeDocument/2006/relationships/customXml" Target="../ink/ink2155.xml"/><Relationship Id="rId258" Type="http://schemas.openxmlformats.org/officeDocument/2006/relationships/image" Target="../media/image3540.png"/><Relationship Id="rId465" Type="http://schemas.openxmlformats.org/officeDocument/2006/relationships/customXml" Target="../ink/ink2176.xml"/><Relationship Id="rId22" Type="http://schemas.openxmlformats.org/officeDocument/2006/relationships/customXml" Target="../ink/ink1954.xml"/><Relationship Id="rId64" Type="http://schemas.openxmlformats.org/officeDocument/2006/relationships/customXml" Target="../ink/ink1975.xml"/><Relationship Id="rId118" Type="http://schemas.openxmlformats.org/officeDocument/2006/relationships/customXml" Target="../ink/ink2002.xml"/><Relationship Id="rId325" Type="http://schemas.openxmlformats.org/officeDocument/2006/relationships/customXml" Target="../ink/ink2106.xml"/><Relationship Id="rId367" Type="http://schemas.openxmlformats.org/officeDocument/2006/relationships/customXml" Target="../ink/ink2127.xml"/><Relationship Id="rId171" Type="http://schemas.openxmlformats.org/officeDocument/2006/relationships/image" Target="../media/image1940.png"/><Relationship Id="rId227" Type="http://schemas.openxmlformats.org/officeDocument/2006/relationships/customXml" Target="../ink/ink2057.xml"/><Relationship Id="rId269" Type="http://schemas.openxmlformats.org/officeDocument/2006/relationships/customXml" Target="../ink/ink2078.xml"/><Relationship Id="rId434" Type="http://schemas.openxmlformats.org/officeDocument/2006/relationships/image" Target="../media/image4420.png"/><Relationship Id="rId476" Type="http://schemas.openxmlformats.org/officeDocument/2006/relationships/image" Target="../media/image4630.png"/><Relationship Id="rId33" Type="http://schemas.openxmlformats.org/officeDocument/2006/relationships/image" Target="../media/image8310.png"/><Relationship Id="rId129" Type="http://schemas.openxmlformats.org/officeDocument/2006/relationships/image" Target="../media/image1290.png"/><Relationship Id="rId280" Type="http://schemas.openxmlformats.org/officeDocument/2006/relationships/image" Target="../media/image3650.png"/><Relationship Id="rId336" Type="http://schemas.openxmlformats.org/officeDocument/2006/relationships/image" Target="../media/image3930.png"/><Relationship Id="rId501" Type="http://schemas.openxmlformats.org/officeDocument/2006/relationships/customXml" Target="../ink/ink2194.xml"/><Relationship Id="rId75" Type="http://schemas.openxmlformats.org/officeDocument/2006/relationships/image" Target="../media/image10211.png"/><Relationship Id="rId140" Type="http://schemas.openxmlformats.org/officeDocument/2006/relationships/customXml" Target="../ink/ink2013.xml"/><Relationship Id="rId182" Type="http://schemas.openxmlformats.org/officeDocument/2006/relationships/customXml" Target="../ink/ink2034.xml"/><Relationship Id="rId378" Type="http://schemas.openxmlformats.org/officeDocument/2006/relationships/image" Target="../media/image4140.png"/><Relationship Id="rId403" Type="http://schemas.openxmlformats.org/officeDocument/2006/relationships/customXml" Target="../ink/ink2145.xml"/><Relationship Id="rId6" Type="http://schemas.openxmlformats.org/officeDocument/2006/relationships/customXml" Target="../ink/ink1946.xml"/><Relationship Id="rId238" Type="http://schemas.openxmlformats.org/officeDocument/2006/relationships/image" Target="../media/image2600.png"/><Relationship Id="rId445" Type="http://schemas.openxmlformats.org/officeDocument/2006/relationships/customXml" Target="../ink/ink2166.xml"/><Relationship Id="rId487" Type="http://schemas.openxmlformats.org/officeDocument/2006/relationships/customXml" Target="../ink/ink2187.xml"/><Relationship Id="rId291" Type="http://schemas.openxmlformats.org/officeDocument/2006/relationships/customXml" Target="../ink/ink2089.xml"/><Relationship Id="rId305" Type="http://schemas.openxmlformats.org/officeDocument/2006/relationships/customXml" Target="../ink/ink2096.xml"/><Relationship Id="rId347" Type="http://schemas.openxmlformats.org/officeDocument/2006/relationships/customXml" Target="../ink/ink2117.xml"/><Relationship Id="rId512" Type="http://schemas.openxmlformats.org/officeDocument/2006/relationships/image" Target="../media/image11030.png"/><Relationship Id="rId44" Type="http://schemas.openxmlformats.org/officeDocument/2006/relationships/customXml" Target="../ink/ink1965.xml"/><Relationship Id="rId86" Type="http://schemas.openxmlformats.org/officeDocument/2006/relationships/customXml" Target="../ink/ink1986.xml"/><Relationship Id="rId151" Type="http://schemas.openxmlformats.org/officeDocument/2006/relationships/image" Target="../media/image1840.png"/><Relationship Id="rId389" Type="http://schemas.openxmlformats.org/officeDocument/2006/relationships/customXml" Target="../ink/ink2138.xml"/><Relationship Id="rId193" Type="http://schemas.openxmlformats.org/officeDocument/2006/relationships/image" Target="../media/image2380.png"/><Relationship Id="rId207" Type="http://schemas.openxmlformats.org/officeDocument/2006/relationships/image" Target="../media/image2450.png"/><Relationship Id="rId249" Type="http://schemas.openxmlformats.org/officeDocument/2006/relationships/customXml" Target="../ink/ink2068.xml"/><Relationship Id="rId414" Type="http://schemas.openxmlformats.org/officeDocument/2006/relationships/image" Target="../media/image4320.png"/><Relationship Id="rId456" Type="http://schemas.openxmlformats.org/officeDocument/2006/relationships/image" Target="../media/image4530.png"/><Relationship Id="rId498" Type="http://schemas.openxmlformats.org/officeDocument/2006/relationships/image" Target="../media/image10960.png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260" Type="http://schemas.openxmlformats.org/officeDocument/2006/relationships/image" Target="../media/image3550.png"/><Relationship Id="rId316" Type="http://schemas.openxmlformats.org/officeDocument/2006/relationships/image" Target="../media/image3830.png"/><Relationship Id="rId55" Type="http://schemas.openxmlformats.org/officeDocument/2006/relationships/image" Target="../media/image9410.png"/><Relationship Id="rId97" Type="http://schemas.openxmlformats.org/officeDocument/2006/relationships/image" Target="../media/image1580.png"/><Relationship Id="rId120" Type="http://schemas.openxmlformats.org/officeDocument/2006/relationships/customXml" Target="../ink/ink2003.xml"/><Relationship Id="rId358" Type="http://schemas.openxmlformats.org/officeDocument/2006/relationships/image" Target="../media/image4040.png"/><Relationship Id="rId162" Type="http://schemas.openxmlformats.org/officeDocument/2006/relationships/customXml" Target="../ink/ink2024.xml"/><Relationship Id="rId218" Type="http://schemas.openxmlformats.org/officeDocument/2006/relationships/customXml" Target="../ink/ink2052.xml"/><Relationship Id="rId425" Type="http://schemas.openxmlformats.org/officeDocument/2006/relationships/customXml" Target="../ink/ink2156.xml"/><Relationship Id="rId467" Type="http://schemas.openxmlformats.org/officeDocument/2006/relationships/customXml" Target="../ink/ink2177.xml"/><Relationship Id="rId271" Type="http://schemas.openxmlformats.org/officeDocument/2006/relationships/customXml" Target="../ink/ink2079.xml"/><Relationship Id="rId24" Type="http://schemas.openxmlformats.org/officeDocument/2006/relationships/customXml" Target="../ink/ink1955.xml"/><Relationship Id="rId66" Type="http://schemas.openxmlformats.org/officeDocument/2006/relationships/customXml" Target="../ink/ink1976.xml"/><Relationship Id="rId131" Type="http://schemas.openxmlformats.org/officeDocument/2006/relationships/image" Target="../media/image1740.png"/><Relationship Id="rId327" Type="http://schemas.openxmlformats.org/officeDocument/2006/relationships/customXml" Target="../ink/ink2107.xml"/><Relationship Id="rId369" Type="http://schemas.openxmlformats.org/officeDocument/2006/relationships/customXml" Target="../ink/ink2128.xml"/><Relationship Id="rId173" Type="http://schemas.openxmlformats.org/officeDocument/2006/relationships/image" Target="../media/image1950.png"/><Relationship Id="rId229" Type="http://schemas.openxmlformats.org/officeDocument/2006/relationships/customXml" Target="../ink/ink2058.xml"/><Relationship Id="rId380" Type="http://schemas.openxmlformats.org/officeDocument/2006/relationships/image" Target="../media/image4150.png"/><Relationship Id="rId436" Type="http://schemas.openxmlformats.org/officeDocument/2006/relationships/image" Target="../media/image4430.png"/><Relationship Id="rId240" Type="http://schemas.openxmlformats.org/officeDocument/2006/relationships/image" Target="../media/image2611.png"/><Relationship Id="rId478" Type="http://schemas.openxmlformats.org/officeDocument/2006/relationships/image" Target="../media/image4640.png"/><Relationship Id="rId35" Type="http://schemas.openxmlformats.org/officeDocument/2006/relationships/image" Target="../media/image8410.png"/><Relationship Id="rId77" Type="http://schemas.openxmlformats.org/officeDocument/2006/relationships/image" Target="../media/image10310.png"/><Relationship Id="rId100" Type="http://schemas.openxmlformats.org/officeDocument/2006/relationships/customXml" Target="../ink/ink1993.xml"/><Relationship Id="rId282" Type="http://schemas.openxmlformats.org/officeDocument/2006/relationships/image" Target="../media/image3660.png"/><Relationship Id="rId338" Type="http://schemas.openxmlformats.org/officeDocument/2006/relationships/image" Target="../media/image3940.png"/><Relationship Id="rId503" Type="http://schemas.openxmlformats.org/officeDocument/2006/relationships/customXml" Target="../ink/ink2195.xml"/><Relationship Id="rId8" Type="http://schemas.openxmlformats.org/officeDocument/2006/relationships/customXml" Target="../ink/ink1947.xml"/><Relationship Id="rId142" Type="http://schemas.openxmlformats.org/officeDocument/2006/relationships/customXml" Target="../ink/ink2014.xml"/><Relationship Id="rId184" Type="http://schemas.openxmlformats.org/officeDocument/2006/relationships/customXml" Target="../ink/ink2035.xml"/><Relationship Id="rId391" Type="http://schemas.openxmlformats.org/officeDocument/2006/relationships/customXml" Target="../ink/ink2139.xml"/><Relationship Id="rId405" Type="http://schemas.openxmlformats.org/officeDocument/2006/relationships/customXml" Target="../ink/ink2146.xml"/><Relationship Id="rId447" Type="http://schemas.openxmlformats.org/officeDocument/2006/relationships/customXml" Target="../ink/ink2167.xml"/><Relationship Id="rId251" Type="http://schemas.openxmlformats.org/officeDocument/2006/relationships/customXml" Target="../ink/ink2069.xml"/><Relationship Id="rId489" Type="http://schemas.openxmlformats.org/officeDocument/2006/relationships/customXml" Target="../ink/ink2188.xml"/><Relationship Id="rId46" Type="http://schemas.openxmlformats.org/officeDocument/2006/relationships/customXml" Target="../ink/ink1966.xml"/><Relationship Id="rId293" Type="http://schemas.openxmlformats.org/officeDocument/2006/relationships/customXml" Target="../ink/ink2090.xml"/><Relationship Id="rId307" Type="http://schemas.openxmlformats.org/officeDocument/2006/relationships/customXml" Target="../ink/ink2097.xml"/><Relationship Id="rId349" Type="http://schemas.openxmlformats.org/officeDocument/2006/relationships/customXml" Target="../ink/ink2118.xml"/><Relationship Id="rId514" Type="http://schemas.openxmlformats.org/officeDocument/2006/relationships/image" Target="../media/image11040.png"/><Relationship Id="rId88" Type="http://schemas.openxmlformats.org/officeDocument/2006/relationships/customXml" Target="../ink/ink1987.xml"/><Relationship Id="rId111" Type="http://schemas.openxmlformats.org/officeDocument/2006/relationships/image" Target="../media/image1650.png"/><Relationship Id="rId153" Type="http://schemas.openxmlformats.org/officeDocument/2006/relationships/image" Target="../media/image1850.png"/><Relationship Id="rId195" Type="http://schemas.openxmlformats.org/officeDocument/2006/relationships/image" Target="../media/image2390.png"/><Relationship Id="rId209" Type="http://schemas.openxmlformats.org/officeDocument/2006/relationships/image" Target="../media/image2460.png"/><Relationship Id="rId360" Type="http://schemas.openxmlformats.org/officeDocument/2006/relationships/image" Target="../media/image4050.png"/><Relationship Id="rId416" Type="http://schemas.openxmlformats.org/officeDocument/2006/relationships/image" Target="../media/image4330.png"/><Relationship Id="rId220" Type="http://schemas.openxmlformats.org/officeDocument/2006/relationships/customXml" Target="../ink/ink2053.xml"/><Relationship Id="rId458" Type="http://schemas.openxmlformats.org/officeDocument/2006/relationships/image" Target="../media/image4540.png"/><Relationship Id="rId15" Type="http://schemas.openxmlformats.org/officeDocument/2006/relationships/image" Target="../media/image7410.png"/><Relationship Id="rId57" Type="http://schemas.openxmlformats.org/officeDocument/2006/relationships/image" Target="../media/image9510.png"/><Relationship Id="rId262" Type="http://schemas.openxmlformats.org/officeDocument/2006/relationships/image" Target="../media/image3560.png"/><Relationship Id="rId318" Type="http://schemas.openxmlformats.org/officeDocument/2006/relationships/image" Target="../media/image3840.png"/><Relationship Id="rId99" Type="http://schemas.openxmlformats.org/officeDocument/2006/relationships/image" Target="../media/image1590.png"/><Relationship Id="rId122" Type="http://schemas.openxmlformats.org/officeDocument/2006/relationships/customXml" Target="../ink/ink2004.xml"/><Relationship Id="rId164" Type="http://schemas.openxmlformats.org/officeDocument/2006/relationships/customXml" Target="../ink/ink2025.xml"/><Relationship Id="rId371" Type="http://schemas.openxmlformats.org/officeDocument/2006/relationships/customXml" Target="../ink/ink2129.xml"/><Relationship Id="rId427" Type="http://schemas.openxmlformats.org/officeDocument/2006/relationships/customXml" Target="../ink/ink2157.xml"/><Relationship Id="rId469" Type="http://schemas.openxmlformats.org/officeDocument/2006/relationships/customXml" Target="../ink/ink2178.xml"/><Relationship Id="rId26" Type="http://schemas.openxmlformats.org/officeDocument/2006/relationships/customXml" Target="../ink/ink1956.xml"/><Relationship Id="rId231" Type="http://schemas.openxmlformats.org/officeDocument/2006/relationships/customXml" Target="../ink/ink2059.xml"/><Relationship Id="rId273" Type="http://schemas.openxmlformats.org/officeDocument/2006/relationships/customXml" Target="../ink/ink2080.xml"/><Relationship Id="rId329" Type="http://schemas.openxmlformats.org/officeDocument/2006/relationships/customXml" Target="../ink/ink2108.xml"/><Relationship Id="rId480" Type="http://schemas.openxmlformats.org/officeDocument/2006/relationships/image" Target="../media/image4650.png"/><Relationship Id="rId68" Type="http://schemas.openxmlformats.org/officeDocument/2006/relationships/customXml" Target="../ink/ink1977.xml"/><Relationship Id="rId133" Type="http://schemas.openxmlformats.org/officeDocument/2006/relationships/image" Target="../media/image1750.png"/><Relationship Id="rId175" Type="http://schemas.openxmlformats.org/officeDocument/2006/relationships/image" Target="../media/image1960.png"/><Relationship Id="rId340" Type="http://schemas.openxmlformats.org/officeDocument/2006/relationships/image" Target="../media/image3950.png"/><Relationship Id="rId200" Type="http://schemas.openxmlformats.org/officeDocument/2006/relationships/customXml" Target="../ink/ink2043.xml"/><Relationship Id="rId382" Type="http://schemas.openxmlformats.org/officeDocument/2006/relationships/image" Target="../media/image4160.png"/><Relationship Id="rId438" Type="http://schemas.openxmlformats.org/officeDocument/2006/relationships/image" Target="../media/image4440.png"/><Relationship Id="rId242" Type="http://schemas.openxmlformats.org/officeDocument/2006/relationships/image" Target="../media/image2620.png"/><Relationship Id="rId284" Type="http://schemas.openxmlformats.org/officeDocument/2006/relationships/image" Target="../media/image3670.png"/><Relationship Id="rId491" Type="http://schemas.openxmlformats.org/officeDocument/2006/relationships/customXml" Target="../ink/ink2189.xml"/><Relationship Id="rId505" Type="http://schemas.openxmlformats.org/officeDocument/2006/relationships/customXml" Target="../ink/ink2196.xml"/><Relationship Id="rId37" Type="http://schemas.openxmlformats.org/officeDocument/2006/relationships/image" Target="../media/image8510.png"/><Relationship Id="rId79" Type="http://schemas.openxmlformats.org/officeDocument/2006/relationships/image" Target="../media/image10410.png"/><Relationship Id="rId102" Type="http://schemas.openxmlformats.org/officeDocument/2006/relationships/customXml" Target="../ink/ink1994.xml"/><Relationship Id="rId144" Type="http://schemas.openxmlformats.org/officeDocument/2006/relationships/customXml" Target="../ink/ink2015.xml"/><Relationship Id="rId90" Type="http://schemas.openxmlformats.org/officeDocument/2006/relationships/customXml" Target="../ink/ink1988.xml"/><Relationship Id="rId186" Type="http://schemas.openxmlformats.org/officeDocument/2006/relationships/customXml" Target="../ink/ink2036.xml"/><Relationship Id="rId351" Type="http://schemas.openxmlformats.org/officeDocument/2006/relationships/customXml" Target="../ink/ink2119.xml"/><Relationship Id="rId393" Type="http://schemas.openxmlformats.org/officeDocument/2006/relationships/customXml" Target="../ink/ink2140.xml"/><Relationship Id="rId407" Type="http://schemas.openxmlformats.org/officeDocument/2006/relationships/customXml" Target="../ink/ink2147.xml"/><Relationship Id="rId449" Type="http://schemas.openxmlformats.org/officeDocument/2006/relationships/customXml" Target="../ink/ink2168.xml"/><Relationship Id="rId211" Type="http://schemas.openxmlformats.org/officeDocument/2006/relationships/image" Target="../media/image2470.png"/><Relationship Id="rId253" Type="http://schemas.openxmlformats.org/officeDocument/2006/relationships/customXml" Target="../ink/ink2070.xml"/><Relationship Id="rId295" Type="http://schemas.openxmlformats.org/officeDocument/2006/relationships/customXml" Target="../ink/ink2091.xml"/><Relationship Id="rId309" Type="http://schemas.openxmlformats.org/officeDocument/2006/relationships/customXml" Target="../ink/ink2098.xml"/><Relationship Id="rId460" Type="http://schemas.openxmlformats.org/officeDocument/2006/relationships/image" Target="../media/image4550.png"/><Relationship Id="rId516" Type="http://schemas.openxmlformats.org/officeDocument/2006/relationships/image" Target="../media/image11050.png"/><Relationship Id="rId48" Type="http://schemas.openxmlformats.org/officeDocument/2006/relationships/customXml" Target="../ink/ink1967.xml"/><Relationship Id="rId113" Type="http://schemas.openxmlformats.org/officeDocument/2006/relationships/image" Target="../media/image1660.png"/><Relationship Id="rId320" Type="http://schemas.openxmlformats.org/officeDocument/2006/relationships/image" Target="../media/image3850.png"/><Relationship Id="rId155" Type="http://schemas.openxmlformats.org/officeDocument/2006/relationships/image" Target="../media/image1860.png"/><Relationship Id="rId197" Type="http://schemas.openxmlformats.org/officeDocument/2006/relationships/image" Target="../media/image2400.png"/><Relationship Id="rId362" Type="http://schemas.openxmlformats.org/officeDocument/2006/relationships/image" Target="../media/image4060.png"/><Relationship Id="rId418" Type="http://schemas.openxmlformats.org/officeDocument/2006/relationships/image" Target="../media/image4340.png"/><Relationship Id="rId222" Type="http://schemas.openxmlformats.org/officeDocument/2006/relationships/customXml" Target="../ink/ink2054.xml"/><Relationship Id="rId264" Type="http://schemas.openxmlformats.org/officeDocument/2006/relationships/image" Target="../media/image3570.png"/><Relationship Id="rId471" Type="http://schemas.openxmlformats.org/officeDocument/2006/relationships/customXml" Target="../ink/ink2179.xml"/><Relationship Id="rId17" Type="http://schemas.openxmlformats.org/officeDocument/2006/relationships/image" Target="../media/image7510.png"/><Relationship Id="rId59" Type="http://schemas.openxmlformats.org/officeDocument/2006/relationships/image" Target="../media/image5310.png"/><Relationship Id="rId124" Type="http://schemas.openxmlformats.org/officeDocument/2006/relationships/customXml" Target="../ink/ink2005.xml"/><Relationship Id="rId70" Type="http://schemas.openxmlformats.org/officeDocument/2006/relationships/customXml" Target="../ink/ink1978.xml"/><Relationship Id="rId166" Type="http://schemas.openxmlformats.org/officeDocument/2006/relationships/customXml" Target="../ink/ink2026.xml"/><Relationship Id="rId331" Type="http://schemas.openxmlformats.org/officeDocument/2006/relationships/customXml" Target="../ink/ink2109.xml"/><Relationship Id="rId373" Type="http://schemas.openxmlformats.org/officeDocument/2006/relationships/customXml" Target="../ink/ink2130.xml"/><Relationship Id="rId429" Type="http://schemas.openxmlformats.org/officeDocument/2006/relationships/customXml" Target="../ink/ink2158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2060.xml"/><Relationship Id="rId440" Type="http://schemas.openxmlformats.org/officeDocument/2006/relationships/image" Target="../media/image4450.png"/><Relationship Id="rId28" Type="http://schemas.openxmlformats.org/officeDocument/2006/relationships/customXml" Target="../ink/ink1957.xml"/><Relationship Id="rId275" Type="http://schemas.openxmlformats.org/officeDocument/2006/relationships/customXml" Target="../ink/ink2081.xml"/><Relationship Id="rId300" Type="http://schemas.openxmlformats.org/officeDocument/2006/relationships/image" Target="../media/image3750.png"/><Relationship Id="rId482" Type="http://schemas.openxmlformats.org/officeDocument/2006/relationships/image" Target="../media/image4660.png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77" Type="http://schemas.openxmlformats.org/officeDocument/2006/relationships/image" Target="../media/image1970.png"/><Relationship Id="rId342" Type="http://schemas.openxmlformats.org/officeDocument/2006/relationships/image" Target="../media/image3960.png"/><Relationship Id="rId384" Type="http://schemas.openxmlformats.org/officeDocument/2006/relationships/image" Target="../media/image4170.png"/><Relationship Id="rId202" Type="http://schemas.openxmlformats.org/officeDocument/2006/relationships/customXml" Target="../ink/ink2044.xml"/><Relationship Id="rId244" Type="http://schemas.openxmlformats.org/officeDocument/2006/relationships/image" Target="../media/image2630.png"/><Relationship Id="rId39" Type="http://schemas.openxmlformats.org/officeDocument/2006/relationships/image" Target="../media/image8610.png"/><Relationship Id="rId286" Type="http://schemas.openxmlformats.org/officeDocument/2006/relationships/image" Target="../media/image3680.png"/><Relationship Id="rId451" Type="http://schemas.openxmlformats.org/officeDocument/2006/relationships/customXml" Target="../ink/ink2169.xml"/><Relationship Id="rId493" Type="http://schemas.openxmlformats.org/officeDocument/2006/relationships/customXml" Target="../ink/ink2190.xml"/><Relationship Id="rId507" Type="http://schemas.openxmlformats.org/officeDocument/2006/relationships/customXml" Target="../ink/ink2197.xml"/><Relationship Id="rId50" Type="http://schemas.openxmlformats.org/officeDocument/2006/relationships/customXml" Target="../ink/ink1968.xml"/><Relationship Id="rId104" Type="http://schemas.openxmlformats.org/officeDocument/2006/relationships/customXml" Target="../ink/ink1995.xml"/><Relationship Id="rId146" Type="http://schemas.openxmlformats.org/officeDocument/2006/relationships/customXml" Target="../ink/ink2016.xml"/><Relationship Id="rId188" Type="http://schemas.openxmlformats.org/officeDocument/2006/relationships/customXml" Target="../ink/ink2037.xml"/><Relationship Id="rId311" Type="http://schemas.openxmlformats.org/officeDocument/2006/relationships/customXml" Target="../ink/ink2099.xml"/><Relationship Id="rId353" Type="http://schemas.openxmlformats.org/officeDocument/2006/relationships/customXml" Target="../ink/ink2120.xml"/><Relationship Id="rId395" Type="http://schemas.openxmlformats.org/officeDocument/2006/relationships/customXml" Target="../ink/ink2141.xml"/><Relationship Id="rId409" Type="http://schemas.openxmlformats.org/officeDocument/2006/relationships/customXml" Target="../ink/ink2148.xml"/><Relationship Id="rId92" Type="http://schemas.openxmlformats.org/officeDocument/2006/relationships/customXml" Target="../ink/ink1989.xml"/><Relationship Id="rId213" Type="http://schemas.openxmlformats.org/officeDocument/2006/relationships/image" Target="../media/image2480.png"/><Relationship Id="rId420" Type="http://schemas.openxmlformats.org/officeDocument/2006/relationships/image" Target="../media/image4350.png"/><Relationship Id="rId255" Type="http://schemas.openxmlformats.org/officeDocument/2006/relationships/customXml" Target="../ink/ink2071.xml"/><Relationship Id="rId297" Type="http://schemas.openxmlformats.org/officeDocument/2006/relationships/customXml" Target="../ink/ink2092.xml"/><Relationship Id="rId462" Type="http://schemas.openxmlformats.org/officeDocument/2006/relationships/image" Target="../media/image4560.png"/><Relationship Id="rId518" Type="http://schemas.openxmlformats.org/officeDocument/2006/relationships/image" Target="../media/image11060.png"/><Relationship Id="rId115" Type="http://schemas.openxmlformats.org/officeDocument/2006/relationships/image" Target="../media/image1670.png"/><Relationship Id="rId157" Type="http://schemas.openxmlformats.org/officeDocument/2006/relationships/image" Target="../media/image1870.png"/><Relationship Id="rId322" Type="http://schemas.openxmlformats.org/officeDocument/2006/relationships/image" Target="../media/image3860.png"/><Relationship Id="rId364" Type="http://schemas.openxmlformats.org/officeDocument/2006/relationships/image" Target="../media/image4070.png"/><Relationship Id="rId61" Type="http://schemas.openxmlformats.org/officeDocument/2006/relationships/image" Target="../media/image9610.png"/><Relationship Id="rId199" Type="http://schemas.openxmlformats.org/officeDocument/2006/relationships/image" Target="../media/image2411.png"/><Relationship Id="rId19" Type="http://schemas.openxmlformats.org/officeDocument/2006/relationships/image" Target="../media/image7610.png"/><Relationship Id="rId224" Type="http://schemas.openxmlformats.org/officeDocument/2006/relationships/customXml" Target="../ink/ink2055.xml"/><Relationship Id="rId266" Type="http://schemas.openxmlformats.org/officeDocument/2006/relationships/image" Target="../media/image3580.png"/><Relationship Id="rId431" Type="http://schemas.openxmlformats.org/officeDocument/2006/relationships/customXml" Target="../ink/ink2159.xml"/><Relationship Id="rId473" Type="http://schemas.openxmlformats.org/officeDocument/2006/relationships/customXml" Target="../ink/ink2180.xml"/><Relationship Id="rId30" Type="http://schemas.openxmlformats.org/officeDocument/2006/relationships/customXml" Target="../ink/ink1958.xml"/><Relationship Id="rId126" Type="http://schemas.openxmlformats.org/officeDocument/2006/relationships/customXml" Target="../ink/ink2006.xml"/><Relationship Id="rId168" Type="http://schemas.openxmlformats.org/officeDocument/2006/relationships/customXml" Target="../ink/ink2027.xml"/><Relationship Id="rId333" Type="http://schemas.openxmlformats.org/officeDocument/2006/relationships/customXml" Target="../ink/ink2110.xml"/><Relationship Id="rId72" Type="http://schemas.openxmlformats.org/officeDocument/2006/relationships/customXml" Target="../ink/ink1979.xml"/><Relationship Id="rId375" Type="http://schemas.openxmlformats.org/officeDocument/2006/relationships/customXml" Target="../ink/ink2131.xml"/><Relationship Id="rId3" Type="http://schemas.openxmlformats.org/officeDocument/2006/relationships/image" Target="../media/image2510.png"/><Relationship Id="rId235" Type="http://schemas.openxmlformats.org/officeDocument/2006/relationships/customXml" Target="../ink/ink2061.xml"/><Relationship Id="rId277" Type="http://schemas.openxmlformats.org/officeDocument/2006/relationships/customXml" Target="../ink/ink2082.xml"/><Relationship Id="rId400" Type="http://schemas.openxmlformats.org/officeDocument/2006/relationships/image" Target="../media/image4250.png"/><Relationship Id="rId442" Type="http://schemas.openxmlformats.org/officeDocument/2006/relationships/image" Target="../media/image4460.png"/><Relationship Id="rId484" Type="http://schemas.openxmlformats.org/officeDocument/2006/relationships/image" Target="../media/image4670.png"/><Relationship Id="rId137" Type="http://schemas.openxmlformats.org/officeDocument/2006/relationships/image" Target="../media/image1770.png"/><Relationship Id="rId302" Type="http://schemas.openxmlformats.org/officeDocument/2006/relationships/image" Target="../media/image3760.png"/><Relationship Id="rId344" Type="http://schemas.openxmlformats.org/officeDocument/2006/relationships/image" Target="../media/image3970.png"/><Relationship Id="rId41" Type="http://schemas.openxmlformats.org/officeDocument/2006/relationships/image" Target="../media/image8710.png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386" Type="http://schemas.openxmlformats.org/officeDocument/2006/relationships/image" Target="../media/image4180.png"/><Relationship Id="rId190" Type="http://schemas.openxmlformats.org/officeDocument/2006/relationships/customXml" Target="../ink/ink2038.xml"/><Relationship Id="rId204" Type="http://schemas.openxmlformats.org/officeDocument/2006/relationships/customXml" Target="../ink/ink2045.xml"/><Relationship Id="rId246" Type="http://schemas.openxmlformats.org/officeDocument/2006/relationships/image" Target="../media/image2640.png"/><Relationship Id="rId288" Type="http://schemas.openxmlformats.org/officeDocument/2006/relationships/image" Target="../media/image3690.png"/><Relationship Id="rId411" Type="http://schemas.openxmlformats.org/officeDocument/2006/relationships/customXml" Target="../ink/ink2149.xml"/><Relationship Id="rId453" Type="http://schemas.openxmlformats.org/officeDocument/2006/relationships/customXml" Target="../ink/ink2170.xml"/><Relationship Id="rId509" Type="http://schemas.openxmlformats.org/officeDocument/2006/relationships/customXml" Target="../ink/ink2198.xml"/><Relationship Id="rId106" Type="http://schemas.openxmlformats.org/officeDocument/2006/relationships/customXml" Target="../ink/ink1996.xml"/><Relationship Id="rId313" Type="http://schemas.openxmlformats.org/officeDocument/2006/relationships/customXml" Target="../ink/ink2100.xml"/><Relationship Id="rId495" Type="http://schemas.openxmlformats.org/officeDocument/2006/relationships/customXml" Target="../ink/ink2191.xml"/><Relationship Id="rId10" Type="http://schemas.openxmlformats.org/officeDocument/2006/relationships/customXml" Target="../ink/ink1948.xml"/><Relationship Id="rId52" Type="http://schemas.openxmlformats.org/officeDocument/2006/relationships/customXml" Target="../ink/ink1969.xml"/><Relationship Id="rId94" Type="http://schemas.openxmlformats.org/officeDocument/2006/relationships/customXml" Target="../ink/ink1990.xml"/><Relationship Id="rId148" Type="http://schemas.openxmlformats.org/officeDocument/2006/relationships/customXml" Target="../ink/ink2017.xml"/><Relationship Id="rId355" Type="http://schemas.openxmlformats.org/officeDocument/2006/relationships/customXml" Target="../ink/ink2121.xml"/><Relationship Id="rId397" Type="http://schemas.openxmlformats.org/officeDocument/2006/relationships/customXml" Target="../ink/ink2142.xml"/><Relationship Id="rId520" Type="http://schemas.openxmlformats.org/officeDocument/2006/relationships/image" Target="../media/image11070.png"/><Relationship Id="rId215" Type="http://schemas.openxmlformats.org/officeDocument/2006/relationships/image" Target="../media/image2490.png"/><Relationship Id="rId257" Type="http://schemas.openxmlformats.org/officeDocument/2006/relationships/customXml" Target="../ink/ink2072.xml"/><Relationship Id="rId422" Type="http://schemas.openxmlformats.org/officeDocument/2006/relationships/image" Target="../media/image4360.png"/><Relationship Id="rId464" Type="http://schemas.openxmlformats.org/officeDocument/2006/relationships/image" Target="../media/image4570.png"/><Relationship Id="rId299" Type="http://schemas.openxmlformats.org/officeDocument/2006/relationships/customXml" Target="../ink/ink2093.xml"/><Relationship Id="rId63" Type="http://schemas.openxmlformats.org/officeDocument/2006/relationships/image" Target="../media/image9710.png"/><Relationship Id="rId159" Type="http://schemas.openxmlformats.org/officeDocument/2006/relationships/image" Target="../media/image1880.png"/><Relationship Id="rId366" Type="http://schemas.openxmlformats.org/officeDocument/2006/relationships/image" Target="../media/image4080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9.png"/><Relationship Id="rId21" Type="http://schemas.openxmlformats.org/officeDocument/2006/relationships/image" Target="../media/image891.png"/><Relationship Id="rId324" Type="http://schemas.openxmlformats.org/officeDocument/2006/relationships/image" Target="../media/image1318.png"/><Relationship Id="rId531" Type="http://schemas.openxmlformats.org/officeDocument/2006/relationships/customXml" Target="../ink/ink2469.xml"/><Relationship Id="rId170" Type="http://schemas.openxmlformats.org/officeDocument/2006/relationships/customXml" Target="../ink/ink2288.xml"/><Relationship Id="rId268" Type="http://schemas.openxmlformats.org/officeDocument/2006/relationships/image" Target="../media/image1147.png"/><Relationship Id="rId475" Type="http://schemas.openxmlformats.org/officeDocument/2006/relationships/customXml" Target="../ink/ink2441.xml"/><Relationship Id="rId32" Type="http://schemas.openxmlformats.org/officeDocument/2006/relationships/customXml" Target="../ink/ink2219.xml"/><Relationship Id="rId128" Type="http://schemas.openxmlformats.org/officeDocument/2006/relationships/customXml" Target="../ink/ink2267.xml"/><Relationship Id="rId335" Type="http://schemas.openxmlformats.org/officeDocument/2006/relationships/customXml" Target="../ink/ink2371.xml"/><Relationship Id="rId542" Type="http://schemas.openxmlformats.org/officeDocument/2006/relationships/image" Target="../media/image1439.png"/><Relationship Id="rId181" Type="http://schemas.openxmlformats.org/officeDocument/2006/relationships/image" Target="../media/image1101.png"/><Relationship Id="rId402" Type="http://schemas.openxmlformats.org/officeDocument/2006/relationships/image" Target="../media/image1362.png"/><Relationship Id="rId279" Type="http://schemas.openxmlformats.org/officeDocument/2006/relationships/customXml" Target="../ink/ink2343.xml"/><Relationship Id="rId486" Type="http://schemas.openxmlformats.org/officeDocument/2006/relationships/image" Target="../media/image1408.png"/><Relationship Id="rId43" Type="http://schemas.openxmlformats.org/officeDocument/2006/relationships/image" Target="../media/image902.png"/><Relationship Id="rId139" Type="http://schemas.openxmlformats.org/officeDocument/2006/relationships/image" Target="../media/image950.png"/><Relationship Id="rId346" Type="http://schemas.openxmlformats.org/officeDocument/2006/relationships/image" Target="../media/image1331.png"/><Relationship Id="rId553" Type="http://schemas.openxmlformats.org/officeDocument/2006/relationships/customXml" Target="../ink/ink2480.xml"/><Relationship Id="rId192" Type="http://schemas.openxmlformats.org/officeDocument/2006/relationships/customXml" Target="../ink/ink2299.xml"/><Relationship Id="rId206" Type="http://schemas.openxmlformats.org/officeDocument/2006/relationships/customXml" Target="../ink/ink2306.xml"/><Relationship Id="rId413" Type="http://schemas.openxmlformats.org/officeDocument/2006/relationships/customXml" Target="../ink/ink2410.xml"/><Relationship Id="rId497" Type="http://schemas.openxmlformats.org/officeDocument/2006/relationships/customXml" Target="../ink/ink2452.xml"/><Relationship Id="rId357" Type="http://schemas.openxmlformats.org/officeDocument/2006/relationships/customXml" Target="../ink/ink2382.xml"/><Relationship Id="rId54" Type="http://schemas.openxmlformats.org/officeDocument/2006/relationships/customXml" Target="../ink/ink2230.xml"/><Relationship Id="rId217" Type="http://schemas.openxmlformats.org/officeDocument/2006/relationships/image" Target="../media/image1119.png"/><Relationship Id="rId564" Type="http://schemas.openxmlformats.org/officeDocument/2006/relationships/image" Target="../media/image1452.png"/><Relationship Id="rId424" Type="http://schemas.openxmlformats.org/officeDocument/2006/relationships/image" Target="../media/image1374.png"/><Relationship Id="rId270" Type="http://schemas.openxmlformats.org/officeDocument/2006/relationships/image" Target="../media/image1148.png"/><Relationship Id="rId65" Type="http://schemas.openxmlformats.org/officeDocument/2006/relationships/image" Target="../media/image913.png"/><Relationship Id="rId130" Type="http://schemas.openxmlformats.org/officeDocument/2006/relationships/customXml" Target="../ink/ink2268.xml"/><Relationship Id="rId368" Type="http://schemas.openxmlformats.org/officeDocument/2006/relationships/image" Target="../media/image1343.png"/><Relationship Id="rId575" Type="http://schemas.openxmlformats.org/officeDocument/2006/relationships/customXml" Target="../ink/ink2491.xml"/><Relationship Id="rId228" Type="http://schemas.openxmlformats.org/officeDocument/2006/relationships/image" Target="../media/image1125.png"/><Relationship Id="rId435" Type="http://schemas.openxmlformats.org/officeDocument/2006/relationships/customXml" Target="../ink/ink2421.xml"/><Relationship Id="rId281" Type="http://schemas.openxmlformats.org/officeDocument/2006/relationships/customXml" Target="../ink/ink2344.xml"/><Relationship Id="rId502" Type="http://schemas.openxmlformats.org/officeDocument/2006/relationships/image" Target="../media/image1417.png"/><Relationship Id="rId76" Type="http://schemas.openxmlformats.org/officeDocument/2006/relationships/customXml" Target="../ink/ink2241.xml"/><Relationship Id="rId141" Type="http://schemas.openxmlformats.org/officeDocument/2006/relationships/image" Target="../media/image951.png"/><Relationship Id="rId379" Type="http://schemas.openxmlformats.org/officeDocument/2006/relationships/customXml" Target="../ink/ink2393.xml"/><Relationship Id="rId586" Type="http://schemas.openxmlformats.org/officeDocument/2006/relationships/image" Target="../media/image1464.png"/><Relationship Id="rId7" Type="http://schemas.openxmlformats.org/officeDocument/2006/relationships/image" Target="../media/image885.png"/><Relationship Id="rId239" Type="http://schemas.openxmlformats.org/officeDocument/2006/relationships/customXml" Target="../ink/ink2323.xml"/><Relationship Id="rId446" Type="http://schemas.openxmlformats.org/officeDocument/2006/relationships/image" Target="../media/image1386.png"/><Relationship Id="rId292" Type="http://schemas.openxmlformats.org/officeDocument/2006/relationships/image" Target="../media/image1301.png"/><Relationship Id="rId306" Type="http://schemas.openxmlformats.org/officeDocument/2006/relationships/image" Target="../media/image1308.png"/><Relationship Id="rId87" Type="http://schemas.openxmlformats.org/officeDocument/2006/relationships/image" Target="../media/image924.png"/><Relationship Id="rId513" Type="http://schemas.openxmlformats.org/officeDocument/2006/relationships/customXml" Target="../ink/ink2460.xml"/><Relationship Id="rId597" Type="http://schemas.openxmlformats.org/officeDocument/2006/relationships/customXml" Target="../ink/ink2502.xml"/><Relationship Id="rId152" Type="http://schemas.openxmlformats.org/officeDocument/2006/relationships/customXml" Target="../ink/ink2279.xml"/><Relationship Id="rId457" Type="http://schemas.openxmlformats.org/officeDocument/2006/relationships/customXml" Target="../ink/ink2432.xml"/><Relationship Id="rId261" Type="http://schemas.openxmlformats.org/officeDocument/2006/relationships/customXml" Target="../ink/ink2334.xml"/><Relationship Id="rId499" Type="http://schemas.openxmlformats.org/officeDocument/2006/relationships/customXml" Target="../ink/ink2453.xml"/><Relationship Id="rId14" Type="http://schemas.openxmlformats.org/officeDocument/2006/relationships/customXml" Target="../ink/ink2210.xml"/><Relationship Id="rId56" Type="http://schemas.openxmlformats.org/officeDocument/2006/relationships/customXml" Target="../ink/ink2231.xml"/><Relationship Id="rId317" Type="http://schemas.openxmlformats.org/officeDocument/2006/relationships/customXml" Target="../ink/ink2362.xml"/><Relationship Id="rId359" Type="http://schemas.openxmlformats.org/officeDocument/2006/relationships/customXml" Target="../ink/ink2383.xml"/><Relationship Id="rId524" Type="http://schemas.openxmlformats.org/officeDocument/2006/relationships/image" Target="../media/image1429.png"/><Relationship Id="rId566" Type="http://schemas.openxmlformats.org/officeDocument/2006/relationships/image" Target="../media/image1453.png"/><Relationship Id="rId98" Type="http://schemas.openxmlformats.org/officeDocument/2006/relationships/customXml" Target="../ink/ink2252.xml"/><Relationship Id="rId121" Type="http://schemas.openxmlformats.org/officeDocument/2006/relationships/image" Target="../media/image941.png"/><Relationship Id="rId163" Type="http://schemas.openxmlformats.org/officeDocument/2006/relationships/image" Target="../media/image1021.png"/><Relationship Id="rId219" Type="http://schemas.openxmlformats.org/officeDocument/2006/relationships/image" Target="../media/image1120.png"/><Relationship Id="rId370" Type="http://schemas.openxmlformats.org/officeDocument/2006/relationships/image" Target="../media/image1344.png"/><Relationship Id="rId426" Type="http://schemas.openxmlformats.org/officeDocument/2006/relationships/image" Target="../media/image1375.png"/><Relationship Id="rId230" Type="http://schemas.openxmlformats.org/officeDocument/2006/relationships/image" Target="../media/image1126.png"/><Relationship Id="rId468" Type="http://schemas.openxmlformats.org/officeDocument/2006/relationships/image" Target="../media/image1398.png"/><Relationship Id="rId25" Type="http://schemas.openxmlformats.org/officeDocument/2006/relationships/image" Target="../media/image893.png"/><Relationship Id="rId67" Type="http://schemas.openxmlformats.org/officeDocument/2006/relationships/image" Target="../media/image914.png"/><Relationship Id="rId272" Type="http://schemas.openxmlformats.org/officeDocument/2006/relationships/image" Target="../media/image1149.png"/><Relationship Id="rId328" Type="http://schemas.openxmlformats.org/officeDocument/2006/relationships/image" Target="../media/image1321.png"/><Relationship Id="rId535" Type="http://schemas.openxmlformats.org/officeDocument/2006/relationships/customXml" Target="../ink/ink2471.xml"/><Relationship Id="rId577" Type="http://schemas.openxmlformats.org/officeDocument/2006/relationships/customXml" Target="../ink/ink2492.xml"/><Relationship Id="rId132" Type="http://schemas.openxmlformats.org/officeDocument/2006/relationships/customXml" Target="../ink/ink2269.xml"/><Relationship Id="rId174" Type="http://schemas.openxmlformats.org/officeDocument/2006/relationships/customXml" Target="../ink/ink2290.xml"/><Relationship Id="rId381" Type="http://schemas.openxmlformats.org/officeDocument/2006/relationships/customXml" Target="../ink/ink2394.xml"/><Relationship Id="rId241" Type="http://schemas.openxmlformats.org/officeDocument/2006/relationships/customXml" Target="../ink/ink2324.xml"/><Relationship Id="rId437" Type="http://schemas.openxmlformats.org/officeDocument/2006/relationships/customXml" Target="../ink/ink2422.xml"/><Relationship Id="rId479" Type="http://schemas.openxmlformats.org/officeDocument/2006/relationships/customXml" Target="../ink/ink2443.xml"/><Relationship Id="rId36" Type="http://schemas.openxmlformats.org/officeDocument/2006/relationships/customXml" Target="../ink/ink2221.xml"/><Relationship Id="rId283" Type="http://schemas.openxmlformats.org/officeDocument/2006/relationships/customXml" Target="../ink/ink2345.xml"/><Relationship Id="rId339" Type="http://schemas.openxmlformats.org/officeDocument/2006/relationships/customXml" Target="../ink/ink2373.xml"/><Relationship Id="rId490" Type="http://schemas.openxmlformats.org/officeDocument/2006/relationships/image" Target="../media/image1410.png"/><Relationship Id="rId504" Type="http://schemas.openxmlformats.org/officeDocument/2006/relationships/image" Target="../media/image1418.png"/><Relationship Id="rId546" Type="http://schemas.openxmlformats.org/officeDocument/2006/relationships/image" Target="../media/image1442.png"/><Relationship Id="rId78" Type="http://schemas.openxmlformats.org/officeDocument/2006/relationships/customXml" Target="../ink/ink2242.xml"/><Relationship Id="rId101" Type="http://schemas.openxmlformats.org/officeDocument/2006/relationships/image" Target="../media/image931.png"/><Relationship Id="rId143" Type="http://schemas.openxmlformats.org/officeDocument/2006/relationships/image" Target="../media/image952.png"/><Relationship Id="rId185" Type="http://schemas.openxmlformats.org/officeDocument/2006/relationships/image" Target="../media/image1102.png"/><Relationship Id="rId350" Type="http://schemas.openxmlformats.org/officeDocument/2006/relationships/image" Target="../media/image1333.png"/><Relationship Id="rId406" Type="http://schemas.openxmlformats.org/officeDocument/2006/relationships/image" Target="../media/image1364.png"/><Relationship Id="rId588" Type="http://schemas.openxmlformats.org/officeDocument/2006/relationships/image" Target="../media/image1465.png"/><Relationship Id="rId9" Type="http://schemas.openxmlformats.org/officeDocument/2006/relationships/image" Target="../media/image223.png"/><Relationship Id="rId210" Type="http://schemas.openxmlformats.org/officeDocument/2006/relationships/customXml" Target="../ink/ink2308.xml"/><Relationship Id="rId392" Type="http://schemas.openxmlformats.org/officeDocument/2006/relationships/image" Target="../media/image1356.png"/><Relationship Id="rId448" Type="http://schemas.openxmlformats.org/officeDocument/2006/relationships/image" Target="../media/image1387.png"/><Relationship Id="rId252" Type="http://schemas.openxmlformats.org/officeDocument/2006/relationships/image" Target="../media/image1138.png"/><Relationship Id="rId294" Type="http://schemas.openxmlformats.org/officeDocument/2006/relationships/image" Target="../media/image1302.png"/><Relationship Id="rId308" Type="http://schemas.openxmlformats.org/officeDocument/2006/relationships/image" Target="../media/image1309.png"/><Relationship Id="rId515" Type="http://schemas.openxmlformats.org/officeDocument/2006/relationships/customXml" Target="../ink/ink2461.xml"/><Relationship Id="rId47" Type="http://schemas.openxmlformats.org/officeDocument/2006/relationships/image" Target="../media/image904.png"/><Relationship Id="rId89" Type="http://schemas.openxmlformats.org/officeDocument/2006/relationships/image" Target="../media/image925.png"/><Relationship Id="rId112" Type="http://schemas.openxmlformats.org/officeDocument/2006/relationships/customXml" Target="../ink/ink2259.xml"/><Relationship Id="rId154" Type="http://schemas.openxmlformats.org/officeDocument/2006/relationships/customXml" Target="../ink/ink2280.xml"/><Relationship Id="rId361" Type="http://schemas.openxmlformats.org/officeDocument/2006/relationships/customXml" Target="../ink/ink2384.xml"/><Relationship Id="rId557" Type="http://schemas.openxmlformats.org/officeDocument/2006/relationships/customXml" Target="../ink/ink2482.xml"/><Relationship Id="rId599" Type="http://schemas.openxmlformats.org/officeDocument/2006/relationships/customXml" Target="../ink/ink2503.xml"/><Relationship Id="rId196" Type="http://schemas.openxmlformats.org/officeDocument/2006/relationships/customXml" Target="../ink/ink2301.xml"/><Relationship Id="rId417" Type="http://schemas.openxmlformats.org/officeDocument/2006/relationships/customXml" Target="../ink/ink2412.xml"/><Relationship Id="rId459" Type="http://schemas.openxmlformats.org/officeDocument/2006/relationships/customXml" Target="../ink/ink2433.xml"/><Relationship Id="rId16" Type="http://schemas.openxmlformats.org/officeDocument/2006/relationships/customXml" Target="../ink/ink2211.xml"/><Relationship Id="rId221" Type="http://schemas.openxmlformats.org/officeDocument/2006/relationships/image" Target="../media/image1121.png"/><Relationship Id="rId263" Type="http://schemas.openxmlformats.org/officeDocument/2006/relationships/customXml" Target="../ink/ink2335.xml"/><Relationship Id="rId319" Type="http://schemas.openxmlformats.org/officeDocument/2006/relationships/customXml" Target="../ink/ink2363.xml"/><Relationship Id="rId470" Type="http://schemas.openxmlformats.org/officeDocument/2006/relationships/image" Target="../media/image1399.png"/><Relationship Id="rId526" Type="http://schemas.openxmlformats.org/officeDocument/2006/relationships/image" Target="../media/image1431.png"/><Relationship Id="rId58" Type="http://schemas.openxmlformats.org/officeDocument/2006/relationships/customXml" Target="../ink/ink2232.xml"/><Relationship Id="rId123" Type="http://schemas.openxmlformats.org/officeDocument/2006/relationships/image" Target="../media/image942.png"/><Relationship Id="rId330" Type="http://schemas.openxmlformats.org/officeDocument/2006/relationships/image" Target="../media/image1322.png"/><Relationship Id="rId568" Type="http://schemas.openxmlformats.org/officeDocument/2006/relationships/image" Target="../media/image1454.png"/><Relationship Id="rId165" Type="http://schemas.openxmlformats.org/officeDocument/2006/relationships/image" Target="../media/image1022.png"/><Relationship Id="rId372" Type="http://schemas.openxmlformats.org/officeDocument/2006/relationships/image" Target="../media/image1345.png"/><Relationship Id="rId428" Type="http://schemas.openxmlformats.org/officeDocument/2006/relationships/image" Target="../media/image1376.png"/><Relationship Id="rId232" Type="http://schemas.openxmlformats.org/officeDocument/2006/relationships/image" Target="../media/image1127.png"/><Relationship Id="rId274" Type="http://schemas.openxmlformats.org/officeDocument/2006/relationships/image" Target="../media/image1291.png"/><Relationship Id="rId481" Type="http://schemas.openxmlformats.org/officeDocument/2006/relationships/customXml" Target="../ink/ink2444.xml"/><Relationship Id="rId27" Type="http://schemas.openxmlformats.org/officeDocument/2006/relationships/image" Target="../media/image894.png"/><Relationship Id="rId69" Type="http://schemas.openxmlformats.org/officeDocument/2006/relationships/image" Target="../media/image915.png"/><Relationship Id="rId134" Type="http://schemas.openxmlformats.org/officeDocument/2006/relationships/customXml" Target="../ink/ink2270.xml"/><Relationship Id="rId537" Type="http://schemas.openxmlformats.org/officeDocument/2006/relationships/customXml" Target="../ink/ink2472.xml"/><Relationship Id="rId579" Type="http://schemas.openxmlformats.org/officeDocument/2006/relationships/customXml" Target="../ink/ink2493.xml"/><Relationship Id="rId80" Type="http://schemas.openxmlformats.org/officeDocument/2006/relationships/customXml" Target="../ink/ink2243.xml"/><Relationship Id="rId176" Type="http://schemas.openxmlformats.org/officeDocument/2006/relationships/customXml" Target="../ink/ink2291.xml"/><Relationship Id="rId341" Type="http://schemas.openxmlformats.org/officeDocument/2006/relationships/customXml" Target="../ink/ink2374.xml"/><Relationship Id="rId383" Type="http://schemas.openxmlformats.org/officeDocument/2006/relationships/customXml" Target="../ink/ink2395.xml"/><Relationship Id="rId439" Type="http://schemas.openxmlformats.org/officeDocument/2006/relationships/customXml" Target="../ink/ink2423.xml"/><Relationship Id="rId590" Type="http://schemas.openxmlformats.org/officeDocument/2006/relationships/image" Target="../media/image1466.png"/><Relationship Id="rId201" Type="http://schemas.openxmlformats.org/officeDocument/2006/relationships/image" Target="../media/image1111.png"/><Relationship Id="rId243" Type="http://schemas.openxmlformats.org/officeDocument/2006/relationships/customXml" Target="../ink/ink2325.xml"/><Relationship Id="rId285" Type="http://schemas.openxmlformats.org/officeDocument/2006/relationships/customXml" Target="../ink/ink2346.xml"/><Relationship Id="rId450" Type="http://schemas.openxmlformats.org/officeDocument/2006/relationships/image" Target="../media/image1388.png"/><Relationship Id="rId506" Type="http://schemas.openxmlformats.org/officeDocument/2006/relationships/image" Target="../media/image1419.png"/><Relationship Id="rId38" Type="http://schemas.openxmlformats.org/officeDocument/2006/relationships/customXml" Target="../ink/ink2222.xml"/><Relationship Id="rId103" Type="http://schemas.openxmlformats.org/officeDocument/2006/relationships/image" Target="../media/image932.png"/><Relationship Id="rId310" Type="http://schemas.openxmlformats.org/officeDocument/2006/relationships/image" Target="../media/image1310.png"/><Relationship Id="rId492" Type="http://schemas.openxmlformats.org/officeDocument/2006/relationships/image" Target="../media/image1412.png"/><Relationship Id="rId548" Type="http://schemas.openxmlformats.org/officeDocument/2006/relationships/image" Target="../media/image1443.png"/><Relationship Id="rId91" Type="http://schemas.openxmlformats.org/officeDocument/2006/relationships/image" Target="../media/image926.png"/><Relationship Id="rId145" Type="http://schemas.openxmlformats.org/officeDocument/2006/relationships/image" Target="../media/image953.png"/><Relationship Id="rId187" Type="http://schemas.openxmlformats.org/officeDocument/2006/relationships/image" Target="../media/image1103.png"/><Relationship Id="rId352" Type="http://schemas.openxmlformats.org/officeDocument/2006/relationships/image" Target="../media/image1334.png"/><Relationship Id="rId394" Type="http://schemas.openxmlformats.org/officeDocument/2006/relationships/image" Target="../media/image1357.png"/><Relationship Id="rId408" Type="http://schemas.openxmlformats.org/officeDocument/2006/relationships/image" Target="../media/image1365.png"/><Relationship Id="rId212" Type="http://schemas.openxmlformats.org/officeDocument/2006/relationships/customXml" Target="../ink/ink2309.xml"/><Relationship Id="rId254" Type="http://schemas.openxmlformats.org/officeDocument/2006/relationships/image" Target="../media/image1139.png"/><Relationship Id="rId49" Type="http://schemas.openxmlformats.org/officeDocument/2006/relationships/image" Target="../media/image905.png"/><Relationship Id="rId114" Type="http://schemas.openxmlformats.org/officeDocument/2006/relationships/customXml" Target="../ink/ink2260.xml"/><Relationship Id="rId296" Type="http://schemas.openxmlformats.org/officeDocument/2006/relationships/image" Target="../media/image1303.png"/><Relationship Id="rId461" Type="http://schemas.openxmlformats.org/officeDocument/2006/relationships/customXml" Target="../ink/ink2434.xml"/><Relationship Id="rId517" Type="http://schemas.openxmlformats.org/officeDocument/2006/relationships/customXml" Target="../ink/ink2462.xml"/><Relationship Id="rId559" Type="http://schemas.openxmlformats.org/officeDocument/2006/relationships/customXml" Target="../ink/ink2483.xml"/><Relationship Id="rId60" Type="http://schemas.openxmlformats.org/officeDocument/2006/relationships/customXml" Target="../ink/ink2233.xml"/><Relationship Id="rId156" Type="http://schemas.openxmlformats.org/officeDocument/2006/relationships/customXml" Target="../ink/ink2281.xml"/><Relationship Id="rId198" Type="http://schemas.openxmlformats.org/officeDocument/2006/relationships/customXml" Target="../ink/ink2302.xml"/><Relationship Id="rId321" Type="http://schemas.openxmlformats.org/officeDocument/2006/relationships/customXml" Target="../ink/ink2364.xml"/><Relationship Id="rId363" Type="http://schemas.openxmlformats.org/officeDocument/2006/relationships/customXml" Target="../ink/ink2385.xml"/><Relationship Id="rId419" Type="http://schemas.openxmlformats.org/officeDocument/2006/relationships/customXml" Target="../ink/ink2413.xml"/><Relationship Id="rId570" Type="http://schemas.openxmlformats.org/officeDocument/2006/relationships/image" Target="../media/image1455.png"/><Relationship Id="rId223" Type="http://schemas.openxmlformats.org/officeDocument/2006/relationships/image" Target="../media/image1123.png"/><Relationship Id="rId430" Type="http://schemas.openxmlformats.org/officeDocument/2006/relationships/image" Target="../media/image1377.png"/><Relationship Id="rId18" Type="http://schemas.openxmlformats.org/officeDocument/2006/relationships/customXml" Target="../ink/ink2212.xml"/><Relationship Id="rId265" Type="http://schemas.openxmlformats.org/officeDocument/2006/relationships/customXml" Target="../ink/ink2336.xml"/><Relationship Id="rId472" Type="http://schemas.openxmlformats.org/officeDocument/2006/relationships/image" Target="../media/image1401.png"/><Relationship Id="rId528" Type="http://schemas.openxmlformats.org/officeDocument/2006/relationships/image" Target="../media/image1432.png"/><Relationship Id="rId125" Type="http://schemas.openxmlformats.org/officeDocument/2006/relationships/image" Target="../media/image943.png"/><Relationship Id="rId167" Type="http://schemas.openxmlformats.org/officeDocument/2006/relationships/image" Target="../media/image1094.png"/><Relationship Id="rId332" Type="http://schemas.openxmlformats.org/officeDocument/2006/relationships/image" Target="../media/image1323.png"/><Relationship Id="rId374" Type="http://schemas.openxmlformats.org/officeDocument/2006/relationships/image" Target="../media/image1346.png"/><Relationship Id="rId581" Type="http://schemas.openxmlformats.org/officeDocument/2006/relationships/customXml" Target="../ink/ink2494.xml"/><Relationship Id="rId71" Type="http://schemas.openxmlformats.org/officeDocument/2006/relationships/image" Target="../media/image916.png"/><Relationship Id="rId234" Type="http://schemas.openxmlformats.org/officeDocument/2006/relationships/image" Target="../media/image1128.png"/><Relationship Id="rId2" Type="http://schemas.openxmlformats.org/officeDocument/2006/relationships/customXml" Target="../ink/ink2204.xml"/><Relationship Id="rId29" Type="http://schemas.openxmlformats.org/officeDocument/2006/relationships/image" Target="../media/image895.png"/><Relationship Id="rId276" Type="http://schemas.openxmlformats.org/officeDocument/2006/relationships/image" Target="../media/image1292.png"/><Relationship Id="rId441" Type="http://schemas.openxmlformats.org/officeDocument/2006/relationships/customXml" Target="../ink/ink2424.xml"/><Relationship Id="rId483" Type="http://schemas.openxmlformats.org/officeDocument/2006/relationships/customXml" Target="../ink/ink2445.xml"/><Relationship Id="rId539" Type="http://schemas.openxmlformats.org/officeDocument/2006/relationships/customXml" Target="../ink/ink2473.xml"/><Relationship Id="rId40" Type="http://schemas.openxmlformats.org/officeDocument/2006/relationships/customXml" Target="../ink/ink2223.xml"/><Relationship Id="rId136" Type="http://schemas.openxmlformats.org/officeDocument/2006/relationships/customXml" Target="../ink/ink2271.xml"/><Relationship Id="rId178" Type="http://schemas.openxmlformats.org/officeDocument/2006/relationships/customXml" Target="../ink/ink2292.xml"/><Relationship Id="rId301" Type="http://schemas.openxmlformats.org/officeDocument/2006/relationships/customXml" Target="../ink/ink2354.xml"/><Relationship Id="rId343" Type="http://schemas.openxmlformats.org/officeDocument/2006/relationships/customXml" Target="../ink/ink2375.xml"/><Relationship Id="rId550" Type="http://schemas.openxmlformats.org/officeDocument/2006/relationships/image" Target="../media/image1444.png"/><Relationship Id="rId82" Type="http://schemas.openxmlformats.org/officeDocument/2006/relationships/customXml" Target="../ink/ink2244.xml"/><Relationship Id="rId203" Type="http://schemas.openxmlformats.org/officeDocument/2006/relationships/image" Target="../media/image1112.png"/><Relationship Id="rId385" Type="http://schemas.openxmlformats.org/officeDocument/2006/relationships/customXml" Target="../ink/ink2396.xml"/><Relationship Id="rId592" Type="http://schemas.openxmlformats.org/officeDocument/2006/relationships/image" Target="../media/image1467.png"/><Relationship Id="rId245" Type="http://schemas.openxmlformats.org/officeDocument/2006/relationships/customXml" Target="../ink/ink2326.xml"/><Relationship Id="rId287" Type="http://schemas.openxmlformats.org/officeDocument/2006/relationships/customXml" Target="../ink/ink2347.xml"/><Relationship Id="rId410" Type="http://schemas.openxmlformats.org/officeDocument/2006/relationships/image" Target="../media/image1366.png"/><Relationship Id="rId452" Type="http://schemas.openxmlformats.org/officeDocument/2006/relationships/image" Target="../media/image1389.png"/><Relationship Id="rId494" Type="http://schemas.openxmlformats.org/officeDocument/2006/relationships/image" Target="../media/image1413.png"/><Relationship Id="rId508" Type="http://schemas.openxmlformats.org/officeDocument/2006/relationships/image" Target="../media/image1421.png"/><Relationship Id="rId105" Type="http://schemas.openxmlformats.org/officeDocument/2006/relationships/image" Target="../media/image933.png"/><Relationship Id="rId147" Type="http://schemas.openxmlformats.org/officeDocument/2006/relationships/image" Target="../media/image954.png"/><Relationship Id="rId312" Type="http://schemas.openxmlformats.org/officeDocument/2006/relationships/image" Target="../media/image1312.png"/><Relationship Id="rId354" Type="http://schemas.openxmlformats.org/officeDocument/2006/relationships/image" Target="../media/image1335.png"/><Relationship Id="rId51" Type="http://schemas.openxmlformats.org/officeDocument/2006/relationships/image" Target="../media/image906.png"/><Relationship Id="rId93" Type="http://schemas.openxmlformats.org/officeDocument/2006/relationships/image" Target="../media/image927.png"/><Relationship Id="rId189" Type="http://schemas.openxmlformats.org/officeDocument/2006/relationships/image" Target="../media/image1104.png"/><Relationship Id="rId396" Type="http://schemas.openxmlformats.org/officeDocument/2006/relationships/image" Target="../media/image1358.png"/><Relationship Id="rId561" Type="http://schemas.openxmlformats.org/officeDocument/2006/relationships/customXml" Target="../ink/ink2484.xml"/><Relationship Id="rId214" Type="http://schemas.openxmlformats.org/officeDocument/2006/relationships/customXml" Target="../ink/ink2310.xml"/><Relationship Id="rId256" Type="http://schemas.openxmlformats.org/officeDocument/2006/relationships/image" Target="../media/image1141.png"/><Relationship Id="rId298" Type="http://schemas.openxmlformats.org/officeDocument/2006/relationships/image" Target="../media/image1304.png"/><Relationship Id="rId421" Type="http://schemas.openxmlformats.org/officeDocument/2006/relationships/customXml" Target="../ink/ink2414.xml"/><Relationship Id="rId463" Type="http://schemas.openxmlformats.org/officeDocument/2006/relationships/customXml" Target="../ink/ink2435.xml"/><Relationship Id="rId519" Type="http://schemas.openxmlformats.org/officeDocument/2006/relationships/customXml" Target="../ink/ink2463.xml"/><Relationship Id="rId116" Type="http://schemas.openxmlformats.org/officeDocument/2006/relationships/customXml" Target="../ink/ink2261.xml"/><Relationship Id="rId158" Type="http://schemas.openxmlformats.org/officeDocument/2006/relationships/customXml" Target="../ink/ink2282.xml"/><Relationship Id="rId323" Type="http://schemas.openxmlformats.org/officeDocument/2006/relationships/customXml" Target="../ink/ink2365.xml"/><Relationship Id="rId530" Type="http://schemas.openxmlformats.org/officeDocument/2006/relationships/image" Target="../media/image1433.png"/><Relationship Id="rId20" Type="http://schemas.openxmlformats.org/officeDocument/2006/relationships/customXml" Target="../ink/ink2213.xml"/><Relationship Id="rId62" Type="http://schemas.openxmlformats.org/officeDocument/2006/relationships/customXml" Target="../ink/ink2234.xml"/><Relationship Id="rId365" Type="http://schemas.openxmlformats.org/officeDocument/2006/relationships/customXml" Target="../ink/ink2386.xml"/><Relationship Id="rId572" Type="http://schemas.openxmlformats.org/officeDocument/2006/relationships/image" Target="../media/image1456.png"/><Relationship Id="rId225" Type="http://schemas.openxmlformats.org/officeDocument/2006/relationships/image" Target="../media/image1124.png"/><Relationship Id="rId267" Type="http://schemas.openxmlformats.org/officeDocument/2006/relationships/customXml" Target="../ink/ink2337.xml"/><Relationship Id="rId432" Type="http://schemas.openxmlformats.org/officeDocument/2006/relationships/image" Target="../media/image1378.png"/><Relationship Id="rId474" Type="http://schemas.openxmlformats.org/officeDocument/2006/relationships/image" Target="../media/image1402.png"/><Relationship Id="rId127" Type="http://schemas.openxmlformats.org/officeDocument/2006/relationships/image" Target="../media/image944.png"/><Relationship Id="rId31" Type="http://schemas.openxmlformats.org/officeDocument/2006/relationships/image" Target="../media/image896.png"/><Relationship Id="rId73" Type="http://schemas.openxmlformats.org/officeDocument/2006/relationships/image" Target="../media/image917.png"/><Relationship Id="rId169" Type="http://schemas.openxmlformats.org/officeDocument/2006/relationships/image" Target="../media/image1095.png"/><Relationship Id="rId334" Type="http://schemas.openxmlformats.org/officeDocument/2006/relationships/image" Target="../media/image1324.png"/><Relationship Id="rId376" Type="http://schemas.openxmlformats.org/officeDocument/2006/relationships/image" Target="../media/image1347.png"/><Relationship Id="rId541" Type="http://schemas.openxmlformats.org/officeDocument/2006/relationships/customXml" Target="../ink/ink2474.xml"/><Relationship Id="rId583" Type="http://schemas.openxmlformats.org/officeDocument/2006/relationships/customXml" Target="../ink/ink2495.xml"/><Relationship Id="rId4" Type="http://schemas.openxmlformats.org/officeDocument/2006/relationships/customXml" Target="../ink/ink2205.xml"/><Relationship Id="rId180" Type="http://schemas.openxmlformats.org/officeDocument/2006/relationships/customXml" Target="../ink/ink2293.xml"/><Relationship Id="rId236" Type="http://schemas.openxmlformats.org/officeDocument/2006/relationships/image" Target="../media/image1129.png"/><Relationship Id="rId278" Type="http://schemas.openxmlformats.org/officeDocument/2006/relationships/image" Target="../media/image1293.png"/><Relationship Id="rId401" Type="http://schemas.openxmlformats.org/officeDocument/2006/relationships/customXml" Target="../ink/ink2404.xml"/><Relationship Id="rId443" Type="http://schemas.openxmlformats.org/officeDocument/2006/relationships/customXml" Target="../ink/ink2425.xml"/><Relationship Id="rId303" Type="http://schemas.openxmlformats.org/officeDocument/2006/relationships/customXml" Target="../ink/ink2355.xml"/><Relationship Id="rId485" Type="http://schemas.openxmlformats.org/officeDocument/2006/relationships/customXml" Target="../ink/ink2446.xml"/><Relationship Id="rId42" Type="http://schemas.openxmlformats.org/officeDocument/2006/relationships/customXml" Target="../ink/ink2224.xml"/><Relationship Id="rId84" Type="http://schemas.openxmlformats.org/officeDocument/2006/relationships/customXml" Target="../ink/ink2245.xml"/><Relationship Id="rId138" Type="http://schemas.openxmlformats.org/officeDocument/2006/relationships/customXml" Target="../ink/ink2272.xml"/><Relationship Id="rId345" Type="http://schemas.openxmlformats.org/officeDocument/2006/relationships/customXml" Target="../ink/ink2376.xml"/><Relationship Id="rId387" Type="http://schemas.openxmlformats.org/officeDocument/2006/relationships/customXml" Target="../ink/ink2397.xml"/><Relationship Id="rId510" Type="http://schemas.openxmlformats.org/officeDocument/2006/relationships/image" Target="../media/image1422.png"/><Relationship Id="rId552" Type="http://schemas.openxmlformats.org/officeDocument/2006/relationships/image" Target="../media/image1445.png"/><Relationship Id="rId594" Type="http://schemas.openxmlformats.org/officeDocument/2006/relationships/image" Target="../media/image1468.png"/><Relationship Id="rId191" Type="http://schemas.openxmlformats.org/officeDocument/2006/relationships/image" Target="../media/image1105.png"/><Relationship Id="rId205" Type="http://schemas.openxmlformats.org/officeDocument/2006/relationships/image" Target="../media/image1113.png"/><Relationship Id="rId247" Type="http://schemas.openxmlformats.org/officeDocument/2006/relationships/customXml" Target="../ink/ink2327.xml"/><Relationship Id="rId412" Type="http://schemas.openxmlformats.org/officeDocument/2006/relationships/image" Target="../media/image1367.png"/><Relationship Id="rId107" Type="http://schemas.openxmlformats.org/officeDocument/2006/relationships/image" Target="../media/image934.png"/><Relationship Id="rId289" Type="http://schemas.openxmlformats.org/officeDocument/2006/relationships/customXml" Target="../ink/ink2348.xml"/><Relationship Id="rId454" Type="http://schemas.openxmlformats.org/officeDocument/2006/relationships/image" Target="../media/image1391.png"/><Relationship Id="rId496" Type="http://schemas.openxmlformats.org/officeDocument/2006/relationships/image" Target="../media/image1414.png"/><Relationship Id="rId11" Type="http://schemas.openxmlformats.org/officeDocument/2006/relationships/image" Target="../media/image886.png"/><Relationship Id="rId53" Type="http://schemas.openxmlformats.org/officeDocument/2006/relationships/image" Target="../media/image907.png"/><Relationship Id="rId149" Type="http://schemas.openxmlformats.org/officeDocument/2006/relationships/image" Target="../media/image955.png"/><Relationship Id="rId314" Type="http://schemas.openxmlformats.org/officeDocument/2006/relationships/image" Target="../media/image1313.png"/><Relationship Id="rId356" Type="http://schemas.openxmlformats.org/officeDocument/2006/relationships/image" Target="../media/image1336.png"/><Relationship Id="rId398" Type="http://schemas.openxmlformats.org/officeDocument/2006/relationships/image" Target="../media/image1359.png"/><Relationship Id="rId521" Type="http://schemas.openxmlformats.org/officeDocument/2006/relationships/customXml" Target="../ink/ink2464.xml"/><Relationship Id="rId563" Type="http://schemas.openxmlformats.org/officeDocument/2006/relationships/customXml" Target="../ink/ink2485.xml"/><Relationship Id="rId95" Type="http://schemas.openxmlformats.org/officeDocument/2006/relationships/image" Target="../media/image928.png"/><Relationship Id="rId160" Type="http://schemas.openxmlformats.org/officeDocument/2006/relationships/customXml" Target="../ink/ink2283.xml"/><Relationship Id="rId216" Type="http://schemas.openxmlformats.org/officeDocument/2006/relationships/customXml" Target="../ink/ink2311.xml"/><Relationship Id="rId423" Type="http://schemas.openxmlformats.org/officeDocument/2006/relationships/customXml" Target="../ink/ink2415.xml"/><Relationship Id="rId258" Type="http://schemas.openxmlformats.org/officeDocument/2006/relationships/image" Target="../media/image1142.png"/><Relationship Id="rId465" Type="http://schemas.openxmlformats.org/officeDocument/2006/relationships/customXml" Target="../ink/ink2436.xml"/><Relationship Id="rId22" Type="http://schemas.openxmlformats.org/officeDocument/2006/relationships/customXml" Target="../ink/ink2214.xml"/><Relationship Id="rId64" Type="http://schemas.openxmlformats.org/officeDocument/2006/relationships/customXml" Target="../ink/ink2235.xml"/><Relationship Id="rId118" Type="http://schemas.openxmlformats.org/officeDocument/2006/relationships/customXml" Target="../ink/ink2262.xml"/><Relationship Id="rId325" Type="http://schemas.openxmlformats.org/officeDocument/2006/relationships/customXml" Target="../ink/ink2366.xml"/><Relationship Id="rId367" Type="http://schemas.openxmlformats.org/officeDocument/2006/relationships/customXml" Target="../ink/ink2387.xml"/><Relationship Id="rId532" Type="http://schemas.openxmlformats.org/officeDocument/2006/relationships/image" Target="../media/image1434.png"/><Relationship Id="rId574" Type="http://schemas.openxmlformats.org/officeDocument/2006/relationships/image" Target="../media/image1457.png"/><Relationship Id="rId171" Type="http://schemas.openxmlformats.org/officeDocument/2006/relationships/image" Target="../media/image1096.png"/><Relationship Id="rId227" Type="http://schemas.openxmlformats.org/officeDocument/2006/relationships/customXml" Target="../ink/ink2317.xml"/><Relationship Id="rId269" Type="http://schemas.openxmlformats.org/officeDocument/2006/relationships/customXml" Target="../ink/ink2338.xml"/><Relationship Id="rId434" Type="http://schemas.openxmlformats.org/officeDocument/2006/relationships/image" Target="../media/image1379.png"/><Relationship Id="rId476" Type="http://schemas.openxmlformats.org/officeDocument/2006/relationships/image" Target="../media/image1403.png"/><Relationship Id="rId33" Type="http://schemas.openxmlformats.org/officeDocument/2006/relationships/image" Target="../media/image897.png"/><Relationship Id="rId129" Type="http://schemas.openxmlformats.org/officeDocument/2006/relationships/image" Target="../media/image945.png"/><Relationship Id="rId280" Type="http://schemas.openxmlformats.org/officeDocument/2006/relationships/image" Target="../media/image1294.png"/><Relationship Id="rId336" Type="http://schemas.openxmlformats.org/officeDocument/2006/relationships/image" Target="../media/image1325.png"/><Relationship Id="rId501" Type="http://schemas.openxmlformats.org/officeDocument/2006/relationships/customXml" Target="../ink/ink2454.xml"/><Relationship Id="rId543" Type="http://schemas.openxmlformats.org/officeDocument/2006/relationships/customXml" Target="../ink/ink2475.xml"/><Relationship Id="rId75" Type="http://schemas.openxmlformats.org/officeDocument/2006/relationships/image" Target="../media/image918.png"/><Relationship Id="rId140" Type="http://schemas.openxmlformats.org/officeDocument/2006/relationships/customXml" Target="../ink/ink2273.xml"/><Relationship Id="rId182" Type="http://schemas.openxmlformats.org/officeDocument/2006/relationships/customXml" Target="../ink/ink2294.xml"/><Relationship Id="rId378" Type="http://schemas.openxmlformats.org/officeDocument/2006/relationships/image" Target="../media/image1348.png"/><Relationship Id="rId403" Type="http://schemas.openxmlformats.org/officeDocument/2006/relationships/customXml" Target="../ink/ink2405.xml"/><Relationship Id="rId585" Type="http://schemas.openxmlformats.org/officeDocument/2006/relationships/customXml" Target="../ink/ink2496.xml"/><Relationship Id="rId6" Type="http://schemas.openxmlformats.org/officeDocument/2006/relationships/customXml" Target="../ink/ink2206.xml"/><Relationship Id="rId238" Type="http://schemas.openxmlformats.org/officeDocument/2006/relationships/image" Target="../media/image1131.png"/><Relationship Id="rId445" Type="http://schemas.openxmlformats.org/officeDocument/2006/relationships/customXml" Target="../ink/ink2426.xml"/><Relationship Id="rId487" Type="http://schemas.openxmlformats.org/officeDocument/2006/relationships/customXml" Target="../ink/ink2447.xml"/><Relationship Id="rId291" Type="http://schemas.openxmlformats.org/officeDocument/2006/relationships/customXml" Target="../ink/ink2349.xml"/><Relationship Id="rId305" Type="http://schemas.openxmlformats.org/officeDocument/2006/relationships/customXml" Target="../ink/ink2356.xml"/><Relationship Id="rId347" Type="http://schemas.openxmlformats.org/officeDocument/2006/relationships/customXml" Target="../ink/ink2377.xml"/><Relationship Id="rId512" Type="http://schemas.openxmlformats.org/officeDocument/2006/relationships/image" Target="../media/image1423.png"/><Relationship Id="rId44" Type="http://schemas.openxmlformats.org/officeDocument/2006/relationships/customXml" Target="../ink/ink2225.xml"/><Relationship Id="rId86" Type="http://schemas.openxmlformats.org/officeDocument/2006/relationships/customXml" Target="../ink/ink2246.xml"/><Relationship Id="rId151" Type="http://schemas.openxmlformats.org/officeDocument/2006/relationships/image" Target="../media/image956.png"/><Relationship Id="rId389" Type="http://schemas.openxmlformats.org/officeDocument/2006/relationships/customXml" Target="../ink/ink2398.xml"/><Relationship Id="rId554" Type="http://schemas.openxmlformats.org/officeDocument/2006/relationships/image" Target="../media/image1446.png"/><Relationship Id="rId596" Type="http://schemas.openxmlformats.org/officeDocument/2006/relationships/image" Target="../media/image1469.png"/><Relationship Id="rId193" Type="http://schemas.openxmlformats.org/officeDocument/2006/relationships/image" Target="../media/image1106.png"/><Relationship Id="rId207" Type="http://schemas.openxmlformats.org/officeDocument/2006/relationships/image" Target="../media/image1114.png"/><Relationship Id="rId249" Type="http://schemas.openxmlformats.org/officeDocument/2006/relationships/customXml" Target="../ink/ink2328.xml"/><Relationship Id="rId414" Type="http://schemas.openxmlformats.org/officeDocument/2006/relationships/image" Target="../media/image1368.png"/><Relationship Id="rId456" Type="http://schemas.openxmlformats.org/officeDocument/2006/relationships/image" Target="../media/image1392.png"/><Relationship Id="rId498" Type="http://schemas.openxmlformats.org/officeDocument/2006/relationships/image" Target="../media/image1415.png"/><Relationship Id="rId13" Type="http://schemas.openxmlformats.org/officeDocument/2006/relationships/image" Target="../media/image887.png"/><Relationship Id="rId109" Type="http://schemas.openxmlformats.org/officeDocument/2006/relationships/image" Target="../media/image935.png"/><Relationship Id="rId260" Type="http://schemas.openxmlformats.org/officeDocument/2006/relationships/image" Target="../media/image1143.png"/><Relationship Id="rId316" Type="http://schemas.openxmlformats.org/officeDocument/2006/relationships/image" Target="../media/image1314.png"/><Relationship Id="rId523" Type="http://schemas.openxmlformats.org/officeDocument/2006/relationships/customXml" Target="../ink/ink2465.xml"/><Relationship Id="rId55" Type="http://schemas.openxmlformats.org/officeDocument/2006/relationships/image" Target="../media/image908.png"/><Relationship Id="rId97" Type="http://schemas.openxmlformats.org/officeDocument/2006/relationships/image" Target="../media/image929.png"/><Relationship Id="rId120" Type="http://schemas.openxmlformats.org/officeDocument/2006/relationships/customXml" Target="../ink/ink2263.xml"/><Relationship Id="rId358" Type="http://schemas.openxmlformats.org/officeDocument/2006/relationships/image" Target="../media/image1337.png"/><Relationship Id="rId565" Type="http://schemas.openxmlformats.org/officeDocument/2006/relationships/customXml" Target="../ink/ink2486.xml"/><Relationship Id="rId162" Type="http://schemas.openxmlformats.org/officeDocument/2006/relationships/customXml" Target="../ink/ink2284.xml"/><Relationship Id="rId218" Type="http://schemas.openxmlformats.org/officeDocument/2006/relationships/customXml" Target="../ink/ink2312.xml"/><Relationship Id="rId425" Type="http://schemas.openxmlformats.org/officeDocument/2006/relationships/customXml" Target="../ink/ink2416.xml"/><Relationship Id="rId467" Type="http://schemas.openxmlformats.org/officeDocument/2006/relationships/customXml" Target="../ink/ink2437.xml"/><Relationship Id="rId271" Type="http://schemas.openxmlformats.org/officeDocument/2006/relationships/customXml" Target="../ink/ink2339.xml"/><Relationship Id="rId24" Type="http://schemas.openxmlformats.org/officeDocument/2006/relationships/customXml" Target="../ink/ink2215.xml"/><Relationship Id="rId66" Type="http://schemas.openxmlformats.org/officeDocument/2006/relationships/customXml" Target="../ink/ink2236.xml"/><Relationship Id="rId131" Type="http://schemas.openxmlformats.org/officeDocument/2006/relationships/image" Target="../media/image946.png"/><Relationship Id="rId327" Type="http://schemas.openxmlformats.org/officeDocument/2006/relationships/customXml" Target="../ink/ink2367.xml"/><Relationship Id="rId369" Type="http://schemas.openxmlformats.org/officeDocument/2006/relationships/customXml" Target="../ink/ink2388.xml"/><Relationship Id="rId534" Type="http://schemas.openxmlformats.org/officeDocument/2006/relationships/image" Target="../media/image1435.png"/><Relationship Id="rId576" Type="http://schemas.openxmlformats.org/officeDocument/2006/relationships/image" Target="../media/image1458.png"/><Relationship Id="rId173" Type="http://schemas.openxmlformats.org/officeDocument/2006/relationships/image" Target="../media/image1097.png"/><Relationship Id="rId229" Type="http://schemas.openxmlformats.org/officeDocument/2006/relationships/customXml" Target="../ink/ink2318.xml"/><Relationship Id="rId380" Type="http://schemas.openxmlformats.org/officeDocument/2006/relationships/image" Target="../media/image1349.png"/><Relationship Id="rId436" Type="http://schemas.openxmlformats.org/officeDocument/2006/relationships/image" Target="../media/image1381.png"/><Relationship Id="rId240" Type="http://schemas.openxmlformats.org/officeDocument/2006/relationships/image" Target="../media/image1132.png"/><Relationship Id="rId478" Type="http://schemas.openxmlformats.org/officeDocument/2006/relationships/image" Target="../media/image1404.png"/><Relationship Id="rId35" Type="http://schemas.openxmlformats.org/officeDocument/2006/relationships/image" Target="../media/image898.png"/><Relationship Id="rId77" Type="http://schemas.openxmlformats.org/officeDocument/2006/relationships/image" Target="../media/image919.png"/><Relationship Id="rId100" Type="http://schemas.openxmlformats.org/officeDocument/2006/relationships/customXml" Target="../ink/ink2253.xml"/><Relationship Id="rId282" Type="http://schemas.openxmlformats.org/officeDocument/2006/relationships/image" Target="../media/image1295.png"/><Relationship Id="rId338" Type="http://schemas.openxmlformats.org/officeDocument/2006/relationships/image" Target="../media/image1326.png"/><Relationship Id="rId503" Type="http://schemas.openxmlformats.org/officeDocument/2006/relationships/customXml" Target="../ink/ink2455.xml"/><Relationship Id="rId545" Type="http://schemas.openxmlformats.org/officeDocument/2006/relationships/customXml" Target="../ink/ink2476.xml"/><Relationship Id="rId587" Type="http://schemas.openxmlformats.org/officeDocument/2006/relationships/customXml" Target="../ink/ink2497.xml"/><Relationship Id="rId8" Type="http://schemas.openxmlformats.org/officeDocument/2006/relationships/customXml" Target="../ink/ink2207.xml"/><Relationship Id="rId142" Type="http://schemas.openxmlformats.org/officeDocument/2006/relationships/customXml" Target="../ink/ink2274.xml"/><Relationship Id="rId184" Type="http://schemas.openxmlformats.org/officeDocument/2006/relationships/customXml" Target="../ink/ink2295.xml"/><Relationship Id="rId391" Type="http://schemas.openxmlformats.org/officeDocument/2006/relationships/customXml" Target="../ink/ink2399.xml"/><Relationship Id="rId405" Type="http://schemas.openxmlformats.org/officeDocument/2006/relationships/customXml" Target="../ink/ink2406.xml"/><Relationship Id="rId447" Type="http://schemas.openxmlformats.org/officeDocument/2006/relationships/customXml" Target="../ink/ink2427.xml"/><Relationship Id="rId251" Type="http://schemas.openxmlformats.org/officeDocument/2006/relationships/customXml" Target="../ink/ink2329.xml"/><Relationship Id="rId489" Type="http://schemas.openxmlformats.org/officeDocument/2006/relationships/customXml" Target="../ink/ink2448.xml"/><Relationship Id="rId46" Type="http://schemas.openxmlformats.org/officeDocument/2006/relationships/customXml" Target="../ink/ink2226.xml"/><Relationship Id="rId293" Type="http://schemas.openxmlformats.org/officeDocument/2006/relationships/customXml" Target="../ink/ink2350.xml"/><Relationship Id="rId307" Type="http://schemas.openxmlformats.org/officeDocument/2006/relationships/customXml" Target="../ink/ink2357.xml"/><Relationship Id="rId349" Type="http://schemas.openxmlformats.org/officeDocument/2006/relationships/customXml" Target="../ink/ink2378.xml"/><Relationship Id="rId514" Type="http://schemas.openxmlformats.org/officeDocument/2006/relationships/image" Target="../media/image1424.png"/><Relationship Id="rId556" Type="http://schemas.openxmlformats.org/officeDocument/2006/relationships/image" Target="../media/image1447.png"/><Relationship Id="rId88" Type="http://schemas.openxmlformats.org/officeDocument/2006/relationships/customXml" Target="../ink/ink2247.xml"/><Relationship Id="rId111" Type="http://schemas.openxmlformats.org/officeDocument/2006/relationships/image" Target="../media/image936.png"/><Relationship Id="rId153" Type="http://schemas.openxmlformats.org/officeDocument/2006/relationships/image" Target="../media/image957.png"/><Relationship Id="rId195" Type="http://schemas.openxmlformats.org/officeDocument/2006/relationships/image" Target="../media/image1107.png"/><Relationship Id="rId209" Type="http://schemas.openxmlformats.org/officeDocument/2006/relationships/image" Target="../media/image1115.png"/><Relationship Id="rId360" Type="http://schemas.openxmlformats.org/officeDocument/2006/relationships/image" Target="../media/image1338.png"/><Relationship Id="rId416" Type="http://schemas.openxmlformats.org/officeDocument/2006/relationships/image" Target="../media/image1369.png"/><Relationship Id="rId598" Type="http://schemas.openxmlformats.org/officeDocument/2006/relationships/image" Target="../media/image1471.png"/><Relationship Id="rId220" Type="http://schemas.openxmlformats.org/officeDocument/2006/relationships/customXml" Target="../ink/ink2313.xml"/><Relationship Id="rId458" Type="http://schemas.openxmlformats.org/officeDocument/2006/relationships/image" Target="../media/image1393.png"/><Relationship Id="rId15" Type="http://schemas.openxmlformats.org/officeDocument/2006/relationships/image" Target="../media/image888.png"/><Relationship Id="rId57" Type="http://schemas.openxmlformats.org/officeDocument/2006/relationships/image" Target="../media/image909.png"/><Relationship Id="rId262" Type="http://schemas.openxmlformats.org/officeDocument/2006/relationships/image" Target="../media/image1144.png"/><Relationship Id="rId318" Type="http://schemas.openxmlformats.org/officeDocument/2006/relationships/image" Target="../media/image1315.png"/><Relationship Id="rId525" Type="http://schemas.openxmlformats.org/officeDocument/2006/relationships/customXml" Target="../ink/ink2466.xml"/><Relationship Id="rId567" Type="http://schemas.openxmlformats.org/officeDocument/2006/relationships/customXml" Target="../ink/ink2487.xml"/><Relationship Id="rId99" Type="http://schemas.openxmlformats.org/officeDocument/2006/relationships/image" Target="../media/image930.png"/><Relationship Id="rId122" Type="http://schemas.openxmlformats.org/officeDocument/2006/relationships/customXml" Target="../ink/ink2264.xml"/><Relationship Id="rId164" Type="http://schemas.openxmlformats.org/officeDocument/2006/relationships/customXml" Target="../ink/ink2285.xml"/><Relationship Id="rId371" Type="http://schemas.openxmlformats.org/officeDocument/2006/relationships/customXml" Target="../ink/ink2389.xml"/><Relationship Id="rId427" Type="http://schemas.openxmlformats.org/officeDocument/2006/relationships/customXml" Target="../ink/ink2417.xml"/><Relationship Id="rId469" Type="http://schemas.openxmlformats.org/officeDocument/2006/relationships/customXml" Target="../ink/ink2438.xml"/><Relationship Id="rId26" Type="http://schemas.openxmlformats.org/officeDocument/2006/relationships/customXml" Target="../ink/ink2216.xml"/><Relationship Id="rId231" Type="http://schemas.openxmlformats.org/officeDocument/2006/relationships/customXml" Target="../ink/ink2319.xml"/><Relationship Id="rId273" Type="http://schemas.openxmlformats.org/officeDocument/2006/relationships/customXml" Target="../ink/ink2340.xml"/><Relationship Id="rId329" Type="http://schemas.openxmlformats.org/officeDocument/2006/relationships/customXml" Target="../ink/ink2368.xml"/><Relationship Id="rId480" Type="http://schemas.openxmlformats.org/officeDocument/2006/relationships/image" Target="../media/image1405.png"/><Relationship Id="rId536" Type="http://schemas.openxmlformats.org/officeDocument/2006/relationships/image" Target="../media/image1436.png"/><Relationship Id="rId68" Type="http://schemas.openxmlformats.org/officeDocument/2006/relationships/customXml" Target="../ink/ink2237.xml"/><Relationship Id="rId133" Type="http://schemas.openxmlformats.org/officeDocument/2006/relationships/image" Target="../media/image947.png"/><Relationship Id="rId175" Type="http://schemas.openxmlformats.org/officeDocument/2006/relationships/image" Target="../media/image1098.png"/><Relationship Id="rId340" Type="http://schemas.openxmlformats.org/officeDocument/2006/relationships/image" Target="../media/image1327.png"/><Relationship Id="rId578" Type="http://schemas.openxmlformats.org/officeDocument/2006/relationships/image" Target="../media/image1459.png"/><Relationship Id="rId200" Type="http://schemas.openxmlformats.org/officeDocument/2006/relationships/customXml" Target="../ink/ink2303.xml"/><Relationship Id="rId382" Type="http://schemas.openxmlformats.org/officeDocument/2006/relationships/image" Target="../media/image1351.png"/><Relationship Id="rId438" Type="http://schemas.openxmlformats.org/officeDocument/2006/relationships/image" Target="../media/image1382.png"/><Relationship Id="rId242" Type="http://schemas.openxmlformats.org/officeDocument/2006/relationships/image" Target="../media/image1133.png"/><Relationship Id="rId284" Type="http://schemas.openxmlformats.org/officeDocument/2006/relationships/image" Target="../media/image1296.png"/><Relationship Id="rId491" Type="http://schemas.openxmlformats.org/officeDocument/2006/relationships/customXml" Target="../ink/ink2449.xml"/><Relationship Id="rId505" Type="http://schemas.openxmlformats.org/officeDocument/2006/relationships/customXml" Target="../ink/ink2456.xml"/><Relationship Id="rId37" Type="http://schemas.openxmlformats.org/officeDocument/2006/relationships/image" Target="../media/image899.png"/><Relationship Id="rId79" Type="http://schemas.openxmlformats.org/officeDocument/2006/relationships/image" Target="../media/image920.png"/><Relationship Id="rId102" Type="http://schemas.openxmlformats.org/officeDocument/2006/relationships/customXml" Target="../ink/ink2254.xml"/><Relationship Id="rId144" Type="http://schemas.openxmlformats.org/officeDocument/2006/relationships/customXml" Target="../ink/ink2275.xml"/><Relationship Id="rId547" Type="http://schemas.openxmlformats.org/officeDocument/2006/relationships/customXml" Target="../ink/ink2477.xml"/><Relationship Id="rId589" Type="http://schemas.openxmlformats.org/officeDocument/2006/relationships/customXml" Target="../ink/ink2498.xml"/><Relationship Id="rId90" Type="http://schemas.openxmlformats.org/officeDocument/2006/relationships/customXml" Target="../ink/ink2248.xml"/><Relationship Id="rId186" Type="http://schemas.openxmlformats.org/officeDocument/2006/relationships/customXml" Target="../ink/ink2296.xml"/><Relationship Id="rId351" Type="http://schemas.openxmlformats.org/officeDocument/2006/relationships/customXml" Target="../ink/ink2379.xml"/><Relationship Id="rId393" Type="http://schemas.openxmlformats.org/officeDocument/2006/relationships/customXml" Target="../ink/ink2400.xml"/><Relationship Id="rId407" Type="http://schemas.openxmlformats.org/officeDocument/2006/relationships/customXml" Target="../ink/ink2407.xml"/><Relationship Id="rId449" Type="http://schemas.openxmlformats.org/officeDocument/2006/relationships/customXml" Target="../ink/ink2428.xml"/><Relationship Id="rId211" Type="http://schemas.openxmlformats.org/officeDocument/2006/relationships/image" Target="../media/image1116.png"/><Relationship Id="rId253" Type="http://schemas.openxmlformats.org/officeDocument/2006/relationships/customXml" Target="../ink/ink2330.xml"/><Relationship Id="rId295" Type="http://schemas.openxmlformats.org/officeDocument/2006/relationships/customXml" Target="../ink/ink2351.xml"/><Relationship Id="rId309" Type="http://schemas.openxmlformats.org/officeDocument/2006/relationships/customXml" Target="../ink/ink2358.xml"/><Relationship Id="rId460" Type="http://schemas.openxmlformats.org/officeDocument/2006/relationships/image" Target="../media/image1394.png"/><Relationship Id="rId516" Type="http://schemas.openxmlformats.org/officeDocument/2006/relationships/image" Target="../media/image1425.png"/><Relationship Id="rId48" Type="http://schemas.openxmlformats.org/officeDocument/2006/relationships/customXml" Target="../ink/ink2227.xml"/><Relationship Id="rId113" Type="http://schemas.openxmlformats.org/officeDocument/2006/relationships/image" Target="../media/image937.png"/><Relationship Id="rId320" Type="http://schemas.openxmlformats.org/officeDocument/2006/relationships/image" Target="../media/image1316.png"/><Relationship Id="rId558" Type="http://schemas.openxmlformats.org/officeDocument/2006/relationships/image" Target="../media/image1448.png"/><Relationship Id="rId155" Type="http://schemas.openxmlformats.org/officeDocument/2006/relationships/image" Target="../media/image958.png"/><Relationship Id="rId197" Type="http://schemas.openxmlformats.org/officeDocument/2006/relationships/image" Target="../media/image1109.png"/><Relationship Id="rId362" Type="http://schemas.openxmlformats.org/officeDocument/2006/relationships/image" Target="../media/image1339.png"/><Relationship Id="rId418" Type="http://schemas.openxmlformats.org/officeDocument/2006/relationships/image" Target="../media/image1371.png"/><Relationship Id="rId222" Type="http://schemas.openxmlformats.org/officeDocument/2006/relationships/customXml" Target="../ink/ink2314.xml"/><Relationship Id="rId264" Type="http://schemas.openxmlformats.org/officeDocument/2006/relationships/image" Target="../media/image1145.png"/><Relationship Id="rId471" Type="http://schemas.openxmlformats.org/officeDocument/2006/relationships/customXml" Target="../ink/ink2439.xml"/><Relationship Id="rId17" Type="http://schemas.openxmlformats.org/officeDocument/2006/relationships/image" Target="../media/image889.png"/><Relationship Id="rId59" Type="http://schemas.openxmlformats.org/officeDocument/2006/relationships/image" Target="../media/image910.png"/><Relationship Id="rId124" Type="http://schemas.openxmlformats.org/officeDocument/2006/relationships/customXml" Target="../ink/ink2265.xml"/><Relationship Id="rId527" Type="http://schemas.openxmlformats.org/officeDocument/2006/relationships/customXml" Target="../ink/ink2467.xml"/><Relationship Id="rId569" Type="http://schemas.openxmlformats.org/officeDocument/2006/relationships/customXml" Target="../ink/ink2488.xml"/><Relationship Id="rId70" Type="http://schemas.openxmlformats.org/officeDocument/2006/relationships/customXml" Target="../ink/ink2238.xml"/><Relationship Id="rId166" Type="http://schemas.openxmlformats.org/officeDocument/2006/relationships/customXml" Target="../ink/ink2286.xml"/><Relationship Id="rId331" Type="http://schemas.openxmlformats.org/officeDocument/2006/relationships/customXml" Target="../ink/ink2369.xml"/><Relationship Id="rId373" Type="http://schemas.openxmlformats.org/officeDocument/2006/relationships/customXml" Target="../ink/ink2390.xml"/><Relationship Id="rId429" Type="http://schemas.openxmlformats.org/officeDocument/2006/relationships/customXml" Target="../ink/ink2418.xml"/><Relationship Id="rId580" Type="http://schemas.openxmlformats.org/officeDocument/2006/relationships/image" Target="../media/image1461.png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2320.xml"/><Relationship Id="rId440" Type="http://schemas.openxmlformats.org/officeDocument/2006/relationships/image" Target="../media/image1383.png"/><Relationship Id="rId28" Type="http://schemas.openxmlformats.org/officeDocument/2006/relationships/customXml" Target="../ink/ink2217.xml"/><Relationship Id="rId275" Type="http://schemas.openxmlformats.org/officeDocument/2006/relationships/customXml" Target="../ink/ink2341.xml"/><Relationship Id="rId300" Type="http://schemas.openxmlformats.org/officeDocument/2006/relationships/image" Target="../media/image1305.png"/><Relationship Id="rId482" Type="http://schemas.openxmlformats.org/officeDocument/2006/relationships/image" Target="../media/image1406.png"/><Relationship Id="rId538" Type="http://schemas.openxmlformats.org/officeDocument/2006/relationships/image" Target="../media/image1437.png"/><Relationship Id="rId81" Type="http://schemas.openxmlformats.org/officeDocument/2006/relationships/image" Target="../media/image921.png"/><Relationship Id="rId135" Type="http://schemas.openxmlformats.org/officeDocument/2006/relationships/image" Target="../media/image948.png"/><Relationship Id="rId177" Type="http://schemas.openxmlformats.org/officeDocument/2006/relationships/image" Target="../media/image1099.png"/><Relationship Id="rId342" Type="http://schemas.openxmlformats.org/officeDocument/2006/relationships/image" Target="../media/image1328.png"/><Relationship Id="rId384" Type="http://schemas.openxmlformats.org/officeDocument/2006/relationships/image" Target="../media/image1352.png"/><Relationship Id="rId591" Type="http://schemas.openxmlformats.org/officeDocument/2006/relationships/customXml" Target="../ink/ink2499.xml"/><Relationship Id="rId202" Type="http://schemas.openxmlformats.org/officeDocument/2006/relationships/customXml" Target="../ink/ink2304.xml"/><Relationship Id="rId244" Type="http://schemas.openxmlformats.org/officeDocument/2006/relationships/image" Target="../media/image1134.png"/><Relationship Id="rId39" Type="http://schemas.openxmlformats.org/officeDocument/2006/relationships/image" Target="../media/image900.png"/><Relationship Id="rId286" Type="http://schemas.openxmlformats.org/officeDocument/2006/relationships/image" Target="../media/image1297.png"/><Relationship Id="rId451" Type="http://schemas.openxmlformats.org/officeDocument/2006/relationships/customXml" Target="../ink/ink2429.xml"/><Relationship Id="rId493" Type="http://schemas.openxmlformats.org/officeDocument/2006/relationships/customXml" Target="../ink/ink2450.xml"/><Relationship Id="rId507" Type="http://schemas.openxmlformats.org/officeDocument/2006/relationships/customXml" Target="../ink/ink2457.xml"/><Relationship Id="rId549" Type="http://schemas.openxmlformats.org/officeDocument/2006/relationships/customXml" Target="../ink/ink2478.xml"/><Relationship Id="rId50" Type="http://schemas.openxmlformats.org/officeDocument/2006/relationships/customXml" Target="../ink/ink2228.xml"/><Relationship Id="rId104" Type="http://schemas.openxmlformats.org/officeDocument/2006/relationships/customXml" Target="../ink/ink2255.xml"/><Relationship Id="rId146" Type="http://schemas.openxmlformats.org/officeDocument/2006/relationships/customXml" Target="../ink/ink2276.xml"/><Relationship Id="rId188" Type="http://schemas.openxmlformats.org/officeDocument/2006/relationships/customXml" Target="../ink/ink2297.xml"/><Relationship Id="rId311" Type="http://schemas.openxmlformats.org/officeDocument/2006/relationships/customXml" Target="../ink/ink2359.xml"/><Relationship Id="rId353" Type="http://schemas.openxmlformats.org/officeDocument/2006/relationships/customXml" Target="../ink/ink2380.xml"/><Relationship Id="rId395" Type="http://schemas.openxmlformats.org/officeDocument/2006/relationships/customXml" Target="../ink/ink2401.xml"/><Relationship Id="rId409" Type="http://schemas.openxmlformats.org/officeDocument/2006/relationships/customXml" Target="../ink/ink2408.xml"/><Relationship Id="rId560" Type="http://schemas.openxmlformats.org/officeDocument/2006/relationships/image" Target="../media/image1449.png"/><Relationship Id="rId92" Type="http://schemas.openxmlformats.org/officeDocument/2006/relationships/customXml" Target="../ink/ink2249.xml"/><Relationship Id="rId213" Type="http://schemas.openxmlformats.org/officeDocument/2006/relationships/image" Target="../media/image1117.png"/><Relationship Id="rId420" Type="http://schemas.openxmlformats.org/officeDocument/2006/relationships/image" Target="../media/image1372.png"/><Relationship Id="rId255" Type="http://schemas.openxmlformats.org/officeDocument/2006/relationships/customXml" Target="../ink/ink2331.xml"/><Relationship Id="rId297" Type="http://schemas.openxmlformats.org/officeDocument/2006/relationships/customXml" Target="../ink/ink2352.xml"/><Relationship Id="rId462" Type="http://schemas.openxmlformats.org/officeDocument/2006/relationships/image" Target="../media/image1395.png"/><Relationship Id="rId518" Type="http://schemas.openxmlformats.org/officeDocument/2006/relationships/image" Target="../media/image1426.png"/><Relationship Id="rId115" Type="http://schemas.openxmlformats.org/officeDocument/2006/relationships/image" Target="../media/image938.png"/><Relationship Id="rId157" Type="http://schemas.openxmlformats.org/officeDocument/2006/relationships/image" Target="../media/image959.png"/><Relationship Id="rId322" Type="http://schemas.openxmlformats.org/officeDocument/2006/relationships/image" Target="../media/image1317.png"/><Relationship Id="rId364" Type="http://schemas.openxmlformats.org/officeDocument/2006/relationships/image" Target="../media/image1341.png"/><Relationship Id="rId61" Type="http://schemas.openxmlformats.org/officeDocument/2006/relationships/image" Target="../media/image911.png"/><Relationship Id="rId199" Type="http://schemas.openxmlformats.org/officeDocument/2006/relationships/image" Target="../media/image1110.png"/><Relationship Id="rId571" Type="http://schemas.openxmlformats.org/officeDocument/2006/relationships/customXml" Target="../ink/ink2489.xml"/><Relationship Id="rId19" Type="http://schemas.openxmlformats.org/officeDocument/2006/relationships/image" Target="../media/image890.png"/><Relationship Id="rId224" Type="http://schemas.openxmlformats.org/officeDocument/2006/relationships/customXml" Target="../ink/ink2315.xml"/><Relationship Id="rId266" Type="http://schemas.openxmlformats.org/officeDocument/2006/relationships/image" Target="../media/image1146.png"/><Relationship Id="rId431" Type="http://schemas.openxmlformats.org/officeDocument/2006/relationships/customXml" Target="../ink/ink2419.xml"/><Relationship Id="rId473" Type="http://schemas.openxmlformats.org/officeDocument/2006/relationships/customXml" Target="../ink/ink2440.xml"/><Relationship Id="rId529" Type="http://schemas.openxmlformats.org/officeDocument/2006/relationships/customXml" Target="../ink/ink2468.xml"/><Relationship Id="rId30" Type="http://schemas.openxmlformats.org/officeDocument/2006/relationships/customXml" Target="../ink/ink2218.xml"/><Relationship Id="rId126" Type="http://schemas.openxmlformats.org/officeDocument/2006/relationships/customXml" Target="../ink/ink2266.xml"/><Relationship Id="rId168" Type="http://schemas.openxmlformats.org/officeDocument/2006/relationships/customXml" Target="../ink/ink2287.xml"/><Relationship Id="rId333" Type="http://schemas.openxmlformats.org/officeDocument/2006/relationships/customXml" Target="../ink/ink2370.xml"/><Relationship Id="rId540" Type="http://schemas.openxmlformats.org/officeDocument/2006/relationships/image" Target="../media/image1438.png"/><Relationship Id="rId72" Type="http://schemas.openxmlformats.org/officeDocument/2006/relationships/customXml" Target="../ink/ink2239.xml"/><Relationship Id="rId375" Type="http://schemas.openxmlformats.org/officeDocument/2006/relationships/customXml" Target="../ink/ink2391.xml"/><Relationship Id="rId582" Type="http://schemas.openxmlformats.org/officeDocument/2006/relationships/image" Target="../media/image1462.png"/><Relationship Id="rId3" Type="http://schemas.openxmlformats.org/officeDocument/2006/relationships/image" Target="../media/image883.png"/><Relationship Id="rId235" Type="http://schemas.openxmlformats.org/officeDocument/2006/relationships/customXml" Target="../ink/ink2321.xml"/><Relationship Id="rId277" Type="http://schemas.openxmlformats.org/officeDocument/2006/relationships/customXml" Target="../ink/ink2342.xml"/><Relationship Id="rId400" Type="http://schemas.openxmlformats.org/officeDocument/2006/relationships/image" Target="../media/image1361.png"/><Relationship Id="rId442" Type="http://schemas.openxmlformats.org/officeDocument/2006/relationships/image" Target="../media/image1384.png"/><Relationship Id="rId484" Type="http://schemas.openxmlformats.org/officeDocument/2006/relationships/image" Target="../media/image1407.png"/><Relationship Id="rId137" Type="http://schemas.openxmlformats.org/officeDocument/2006/relationships/image" Target="../media/image949.png"/><Relationship Id="rId302" Type="http://schemas.openxmlformats.org/officeDocument/2006/relationships/image" Target="../media/image1306.png"/><Relationship Id="rId344" Type="http://schemas.openxmlformats.org/officeDocument/2006/relationships/image" Target="../media/image1329.png"/><Relationship Id="rId41" Type="http://schemas.openxmlformats.org/officeDocument/2006/relationships/image" Target="../media/image901.png"/><Relationship Id="rId83" Type="http://schemas.openxmlformats.org/officeDocument/2006/relationships/image" Target="../media/image922.png"/><Relationship Id="rId179" Type="http://schemas.openxmlformats.org/officeDocument/2006/relationships/image" Target="../media/image1100.png"/><Relationship Id="rId386" Type="http://schemas.openxmlformats.org/officeDocument/2006/relationships/image" Target="../media/image1353.png"/><Relationship Id="rId551" Type="http://schemas.openxmlformats.org/officeDocument/2006/relationships/customXml" Target="../ink/ink2479.xml"/><Relationship Id="rId593" Type="http://schemas.openxmlformats.org/officeDocument/2006/relationships/customXml" Target="../ink/ink2500.xml"/><Relationship Id="rId190" Type="http://schemas.openxmlformats.org/officeDocument/2006/relationships/customXml" Target="../ink/ink2298.xml"/><Relationship Id="rId204" Type="http://schemas.openxmlformats.org/officeDocument/2006/relationships/customXml" Target="../ink/ink2305.xml"/><Relationship Id="rId246" Type="http://schemas.openxmlformats.org/officeDocument/2006/relationships/image" Target="../media/image1135.png"/><Relationship Id="rId288" Type="http://schemas.openxmlformats.org/officeDocument/2006/relationships/image" Target="../media/image1298.png"/><Relationship Id="rId411" Type="http://schemas.openxmlformats.org/officeDocument/2006/relationships/customXml" Target="../ink/ink2409.xml"/><Relationship Id="rId453" Type="http://schemas.openxmlformats.org/officeDocument/2006/relationships/customXml" Target="../ink/ink2430.xml"/><Relationship Id="rId509" Type="http://schemas.openxmlformats.org/officeDocument/2006/relationships/customXml" Target="../ink/ink2458.xml"/><Relationship Id="rId106" Type="http://schemas.openxmlformats.org/officeDocument/2006/relationships/customXml" Target="../ink/ink2256.xml"/><Relationship Id="rId313" Type="http://schemas.openxmlformats.org/officeDocument/2006/relationships/customXml" Target="../ink/ink2360.xml"/><Relationship Id="rId495" Type="http://schemas.openxmlformats.org/officeDocument/2006/relationships/customXml" Target="../ink/ink2451.xml"/><Relationship Id="rId10" Type="http://schemas.openxmlformats.org/officeDocument/2006/relationships/customXml" Target="../ink/ink2208.xml"/><Relationship Id="rId52" Type="http://schemas.openxmlformats.org/officeDocument/2006/relationships/customXml" Target="../ink/ink2229.xml"/><Relationship Id="rId94" Type="http://schemas.openxmlformats.org/officeDocument/2006/relationships/customXml" Target="../ink/ink2250.xml"/><Relationship Id="rId148" Type="http://schemas.openxmlformats.org/officeDocument/2006/relationships/customXml" Target="../ink/ink2277.xml"/><Relationship Id="rId355" Type="http://schemas.openxmlformats.org/officeDocument/2006/relationships/customXml" Target="../ink/ink2381.xml"/><Relationship Id="rId397" Type="http://schemas.openxmlformats.org/officeDocument/2006/relationships/customXml" Target="../ink/ink2402.xml"/><Relationship Id="rId520" Type="http://schemas.openxmlformats.org/officeDocument/2006/relationships/image" Target="../media/image1427.png"/><Relationship Id="rId562" Type="http://schemas.openxmlformats.org/officeDocument/2006/relationships/image" Target="../media/image1451.png"/><Relationship Id="rId215" Type="http://schemas.openxmlformats.org/officeDocument/2006/relationships/image" Target="../media/image1118.png"/><Relationship Id="rId257" Type="http://schemas.openxmlformats.org/officeDocument/2006/relationships/customXml" Target="../ink/ink2332.xml"/><Relationship Id="rId422" Type="http://schemas.openxmlformats.org/officeDocument/2006/relationships/image" Target="../media/image1373.png"/><Relationship Id="rId464" Type="http://schemas.openxmlformats.org/officeDocument/2006/relationships/image" Target="../media/image1396.png"/><Relationship Id="rId299" Type="http://schemas.openxmlformats.org/officeDocument/2006/relationships/customXml" Target="../ink/ink2353.xml"/><Relationship Id="rId63" Type="http://schemas.openxmlformats.org/officeDocument/2006/relationships/image" Target="../media/image912.png"/><Relationship Id="rId159" Type="http://schemas.openxmlformats.org/officeDocument/2006/relationships/image" Target="../media/image960.png"/><Relationship Id="rId366" Type="http://schemas.openxmlformats.org/officeDocument/2006/relationships/image" Target="../media/image1342.png"/><Relationship Id="rId573" Type="http://schemas.openxmlformats.org/officeDocument/2006/relationships/customXml" Target="../ink/ink2490.xml"/><Relationship Id="rId226" Type="http://schemas.openxmlformats.org/officeDocument/2006/relationships/customXml" Target="../ink/ink2316.xml"/><Relationship Id="rId433" Type="http://schemas.openxmlformats.org/officeDocument/2006/relationships/customXml" Target="../ink/ink2420.xml"/><Relationship Id="rId74" Type="http://schemas.openxmlformats.org/officeDocument/2006/relationships/customXml" Target="../ink/ink2240.xml"/><Relationship Id="rId377" Type="http://schemas.openxmlformats.org/officeDocument/2006/relationships/customXml" Target="../ink/ink2392.xml"/><Relationship Id="rId500" Type="http://schemas.openxmlformats.org/officeDocument/2006/relationships/image" Target="../media/image1416.png"/><Relationship Id="rId584" Type="http://schemas.openxmlformats.org/officeDocument/2006/relationships/image" Target="../media/image1463.png"/><Relationship Id="rId5" Type="http://schemas.openxmlformats.org/officeDocument/2006/relationships/image" Target="../media/image884.png"/><Relationship Id="rId237" Type="http://schemas.openxmlformats.org/officeDocument/2006/relationships/customXml" Target="../ink/ink2322.xml"/><Relationship Id="rId444" Type="http://schemas.openxmlformats.org/officeDocument/2006/relationships/image" Target="../media/image1385.png"/><Relationship Id="rId290" Type="http://schemas.openxmlformats.org/officeDocument/2006/relationships/image" Target="../media/image1299.png"/><Relationship Id="rId304" Type="http://schemas.openxmlformats.org/officeDocument/2006/relationships/image" Target="../media/image1307.png"/><Relationship Id="rId388" Type="http://schemas.openxmlformats.org/officeDocument/2006/relationships/image" Target="../media/image1354.png"/><Relationship Id="rId511" Type="http://schemas.openxmlformats.org/officeDocument/2006/relationships/customXml" Target="../ink/ink2459.xml"/><Relationship Id="rId85" Type="http://schemas.openxmlformats.org/officeDocument/2006/relationships/image" Target="../media/image923.png"/><Relationship Id="rId150" Type="http://schemas.openxmlformats.org/officeDocument/2006/relationships/customXml" Target="../ink/ink2278.xml"/><Relationship Id="rId595" Type="http://schemas.openxmlformats.org/officeDocument/2006/relationships/customXml" Target="../ink/ink2501.xml"/><Relationship Id="rId248" Type="http://schemas.openxmlformats.org/officeDocument/2006/relationships/image" Target="../media/image1136.png"/><Relationship Id="rId455" Type="http://schemas.openxmlformats.org/officeDocument/2006/relationships/customXml" Target="../ink/ink2431.xml"/><Relationship Id="rId12" Type="http://schemas.openxmlformats.org/officeDocument/2006/relationships/customXml" Target="../ink/ink2209.xml"/><Relationship Id="rId108" Type="http://schemas.openxmlformats.org/officeDocument/2006/relationships/customXml" Target="../ink/ink2257.xml"/><Relationship Id="rId315" Type="http://schemas.openxmlformats.org/officeDocument/2006/relationships/customXml" Target="../ink/ink2361.xml"/><Relationship Id="rId522" Type="http://schemas.openxmlformats.org/officeDocument/2006/relationships/image" Target="../media/image1428.png"/><Relationship Id="rId96" Type="http://schemas.openxmlformats.org/officeDocument/2006/relationships/customXml" Target="../ink/ink2251.xml"/><Relationship Id="rId161" Type="http://schemas.openxmlformats.org/officeDocument/2006/relationships/image" Target="../media/image961.png"/><Relationship Id="rId399" Type="http://schemas.openxmlformats.org/officeDocument/2006/relationships/customXml" Target="../ink/ink2403.xml"/><Relationship Id="rId259" Type="http://schemas.openxmlformats.org/officeDocument/2006/relationships/customXml" Target="../ink/ink2333.xml"/><Relationship Id="rId466" Type="http://schemas.openxmlformats.org/officeDocument/2006/relationships/image" Target="../media/image1397.png"/><Relationship Id="rId23" Type="http://schemas.openxmlformats.org/officeDocument/2006/relationships/image" Target="../media/image892.png"/><Relationship Id="rId119" Type="http://schemas.openxmlformats.org/officeDocument/2006/relationships/image" Target="../media/image940.png"/><Relationship Id="rId326" Type="http://schemas.openxmlformats.org/officeDocument/2006/relationships/image" Target="../media/image1319.png"/><Relationship Id="rId533" Type="http://schemas.openxmlformats.org/officeDocument/2006/relationships/customXml" Target="../ink/ink2470.xml"/><Relationship Id="rId172" Type="http://schemas.openxmlformats.org/officeDocument/2006/relationships/customXml" Target="../ink/ink2289.xml"/><Relationship Id="rId477" Type="http://schemas.openxmlformats.org/officeDocument/2006/relationships/customXml" Target="../ink/ink2442.xml"/><Relationship Id="rId600" Type="http://schemas.openxmlformats.org/officeDocument/2006/relationships/image" Target="../media/image1472.png"/><Relationship Id="rId337" Type="http://schemas.openxmlformats.org/officeDocument/2006/relationships/customXml" Target="../ink/ink2372.xml"/><Relationship Id="rId34" Type="http://schemas.openxmlformats.org/officeDocument/2006/relationships/customXml" Target="../ink/ink2220.xml"/><Relationship Id="rId544" Type="http://schemas.openxmlformats.org/officeDocument/2006/relationships/image" Target="../media/image1441.png"/><Relationship Id="rId183" Type="http://schemas.openxmlformats.org/officeDocument/2006/relationships/image" Target="../media/image243.png"/><Relationship Id="rId390" Type="http://schemas.openxmlformats.org/officeDocument/2006/relationships/image" Target="../media/image1355.png"/><Relationship Id="rId404" Type="http://schemas.openxmlformats.org/officeDocument/2006/relationships/image" Target="../media/image1363.png"/><Relationship Id="rId250" Type="http://schemas.openxmlformats.org/officeDocument/2006/relationships/image" Target="../media/image1137.png"/><Relationship Id="rId488" Type="http://schemas.openxmlformats.org/officeDocument/2006/relationships/image" Target="../media/image1409.png"/><Relationship Id="rId45" Type="http://schemas.openxmlformats.org/officeDocument/2006/relationships/image" Target="../media/image903.png"/><Relationship Id="rId110" Type="http://schemas.openxmlformats.org/officeDocument/2006/relationships/customXml" Target="../ink/ink2258.xml"/><Relationship Id="rId348" Type="http://schemas.openxmlformats.org/officeDocument/2006/relationships/image" Target="../media/image1332.png"/><Relationship Id="rId555" Type="http://schemas.openxmlformats.org/officeDocument/2006/relationships/customXml" Target="../ink/ink2481.xml"/><Relationship Id="rId194" Type="http://schemas.openxmlformats.org/officeDocument/2006/relationships/customXml" Target="../ink/ink2300.xml"/><Relationship Id="rId208" Type="http://schemas.openxmlformats.org/officeDocument/2006/relationships/customXml" Target="../ink/ink2307.xml"/><Relationship Id="rId415" Type="http://schemas.openxmlformats.org/officeDocument/2006/relationships/customXml" Target="../ink/ink2411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9.png"/><Relationship Id="rId21" Type="http://schemas.openxmlformats.org/officeDocument/2006/relationships/image" Target="../media/image891.png"/><Relationship Id="rId324" Type="http://schemas.openxmlformats.org/officeDocument/2006/relationships/image" Target="../media/image1318.png"/><Relationship Id="rId531" Type="http://schemas.openxmlformats.org/officeDocument/2006/relationships/customXml" Target="../ink/ink2769.xml"/><Relationship Id="rId170" Type="http://schemas.openxmlformats.org/officeDocument/2006/relationships/customXml" Target="../ink/ink2588.xml"/><Relationship Id="rId268" Type="http://schemas.openxmlformats.org/officeDocument/2006/relationships/image" Target="../media/image1147.png"/><Relationship Id="rId475" Type="http://schemas.openxmlformats.org/officeDocument/2006/relationships/customXml" Target="../ink/ink2741.xml"/><Relationship Id="rId32" Type="http://schemas.openxmlformats.org/officeDocument/2006/relationships/customXml" Target="../ink/ink2519.xml"/><Relationship Id="rId128" Type="http://schemas.openxmlformats.org/officeDocument/2006/relationships/customXml" Target="../ink/ink2567.xml"/><Relationship Id="rId335" Type="http://schemas.openxmlformats.org/officeDocument/2006/relationships/customXml" Target="../ink/ink2671.xml"/><Relationship Id="rId542" Type="http://schemas.openxmlformats.org/officeDocument/2006/relationships/image" Target="../media/image1523.png"/><Relationship Id="rId181" Type="http://schemas.openxmlformats.org/officeDocument/2006/relationships/image" Target="../media/image1101.png"/><Relationship Id="rId402" Type="http://schemas.openxmlformats.org/officeDocument/2006/relationships/image" Target="../media/image1362.png"/><Relationship Id="rId279" Type="http://schemas.openxmlformats.org/officeDocument/2006/relationships/customXml" Target="../ink/ink2643.xml"/><Relationship Id="rId486" Type="http://schemas.openxmlformats.org/officeDocument/2006/relationships/image" Target="../media/image1492.png"/><Relationship Id="rId43" Type="http://schemas.openxmlformats.org/officeDocument/2006/relationships/image" Target="../media/image902.png"/><Relationship Id="rId139" Type="http://schemas.openxmlformats.org/officeDocument/2006/relationships/image" Target="../media/image950.png"/><Relationship Id="rId346" Type="http://schemas.openxmlformats.org/officeDocument/2006/relationships/image" Target="../media/image1331.png"/><Relationship Id="rId553" Type="http://schemas.openxmlformats.org/officeDocument/2006/relationships/customXml" Target="../ink/ink2780.xml"/><Relationship Id="rId192" Type="http://schemas.openxmlformats.org/officeDocument/2006/relationships/customXml" Target="../ink/ink2599.xml"/><Relationship Id="rId206" Type="http://schemas.openxmlformats.org/officeDocument/2006/relationships/customXml" Target="../ink/ink2606.xml"/><Relationship Id="rId413" Type="http://schemas.openxmlformats.org/officeDocument/2006/relationships/customXml" Target="../ink/ink2710.xml"/><Relationship Id="rId497" Type="http://schemas.openxmlformats.org/officeDocument/2006/relationships/customXml" Target="../ink/ink2752.xml"/><Relationship Id="rId357" Type="http://schemas.openxmlformats.org/officeDocument/2006/relationships/customXml" Target="../ink/ink2682.xml"/><Relationship Id="rId54" Type="http://schemas.openxmlformats.org/officeDocument/2006/relationships/customXml" Target="../ink/ink2530.xml"/><Relationship Id="rId217" Type="http://schemas.openxmlformats.org/officeDocument/2006/relationships/image" Target="../media/image1119.png"/><Relationship Id="rId564" Type="http://schemas.openxmlformats.org/officeDocument/2006/relationships/image" Target="../media/image1535.png"/><Relationship Id="rId424" Type="http://schemas.openxmlformats.org/officeDocument/2006/relationships/image" Target="../media/image1395.png"/><Relationship Id="rId270" Type="http://schemas.openxmlformats.org/officeDocument/2006/relationships/image" Target="../media/image1148.png"/><Relationship Id="rId65" Type="http://schemas.openxmlformats.org/officeDocument/2006/relationships/image" Target="../media/image913.png"/><Relationship Id="rId130" Type="http://schemas.openxmlformats.org/officeDocument/2006/relationships/customXml" Target="../ink/ink2568.xml"/><Relationship Id="rId368" Type="http://schemas.openxmlformats.org/officeDocument/2006/relationships/image" Target="../media/image1343.png"/><Relationship Id="rId575" Type="http://schemas.openxmlformats.org/officeDocument/2006/relationships/customXml" Target="../ink/ink2791.xml"/><Relationship Id="rId228" Type="http://schemas.openxmlformats.org/officeDocument/2006/relationships/image" Target="../media/image1125.png"/><Relationship Id="rId435" Type="http://schemas.openxmlformats.org/officeDocument/2006/relationships/customXml" Target="../ink/ink2721.xml"/><Relationship Id="rId281" Type="http://schemas.openxmlformats.org/officeDocument/2006/relationships/customXml" Target="../ink/ink2644.xml"/><Relationship Id="rId502" Type="http://schemas.openxmlformats.org/officeDocument/2006/relationships/image" Target="../media/image1501.png"/><Relationship Id="rId76" Type="http://schemas.openxmlformats.org/officeDocument/2006/relationships/customXml" Target="../ink/ink2541.xml"/><Relationship Id="rId141" Type="http://schemas.openxmlformats.org/officeDocument/2006/relationships/image" Target="../media/image951.png"/><Relationship Id="rId379" Type="http://schemas.openxmlformats.org/officeDocument/2006/relationships/customXml" Target="../ink/ink2693.xml"/><Relationship Id="rId586" Type="http://schemas.openxmlformats.org/officeDocument/2006/relationships/image" Target="../media/image1547.png"/><Relationship Id="rId7" Type="http://schemas.openxmlformats.org/officeDocument/2006/relationships/image" Target="../media/image885.png"/><Relationship Id="rId239" Type="http://schemas.openxmlformats.org/officeDocument/2006/relationships/customXml" Target="../ink/ink2623.xml"/><Relationship Id="rId446" Type="http://schemas.openxmlformats.org/officeDocument/2006/relationships/image" Target="../media/image1424.png"/><Relationship Id="rId292" Type="http://schemas.openxmlformats.org/officeDocument/2006/relationships/image" Target="../media/image1301.png"/><Relationship Id="rId306" Type="http://schemas.openxmlformats.org/officeDocument/2006/relationships/image" Target="../media/image1308.png"/><Relationship Id="rId87" Type="http://schemas.openxmlformats.org/officeDocument/2006/relationships/image" Target="../media/image924.png"/><Relationship Id="rId513" Type="http://schemas.openxmlformats.org/officeDocument/2006/relationships/customXml" Target="../ink/ink2760.xml"/><Relationship Id="rId597" Type="http://schemas.openxmlformats.org/officeDocument/2006/relationships/customXml" Target="../ink/ink2802.xml"/><Relationship Id="rId152" Type="http://schemas.openxmlformats.org/officeDocument/2006/relationships/customXml" Target="../ink/ink2579.xml"/><Relationship Id="rId457" Type="http://schemas.openxmlformats.org/officeDocument/2006/relationships/customXml" Target="../ink/ink2732.xml"/><Relationship Id="rId14" Type="http://schemas.openxmlformats.org/officeDocument/2006/relationships/customXml" Target="../ink/ink2510.xml"/><Relationship Id="rId317" Type="http://schemas.openxmlformats.org/officeDocument/2006/relationships/customXml" Target="../ink/ink2662.xml"/><Relationship Id="rId524" Type="http://schemas.openxmlformats.org/officeDocument/2006/relationships/image" Target="../media/image1513.png"/><Relationship Id="rId98" Type="http://schemas.openxmlformats.org/officeDocument/2006/relationships/customXml" Target="../ink/ink2552.xml"/><Relationship Id="rId121" Type="http://schemas.openxmlformats.org/officeDocument/2006/relationships/image" Target="../media/image941.png"/><Relationship Id="rId163" Type="http://schemas.openxmlformats.org/officeDocument/2006/relationships/image" Target="../media/image1021.png"/><Relationship Id="rId219" Type="http://schemas.openxmlformats.org/officeDocument/2006/relationships/image" Target="../media/image1120.png"/><Relationship Id="rId370" Type="http://schemas.openxmlformats.org/officeDocument/2006/relationships/image" Target="../media/image1344.png"/><Relationship Id="rId426" Type="http://schemas.openxmlformats.org/officeDocument/2006/relationships/image" Target="../media/image1413.png"/><Relationship Id="rId230" Type="http://schemas.openxmlformats.org/officeDocument/2006/relationships/image" Target="../media/image1126.png"/><Relationship Id="rId468" Type="http://schemas.openxmlformats.org/officeDocument/2006/relationships/image" Target="../media/image1482.png"/><Relationship Id="rId25" Type="http://schemas.openxmlformats.org/officeDocument/2006/relationships/image" Target="../media/image893.png"/><Relationship Id="rId67" Type="http://schemas.openxmlformats.org/officeDocument/2006/relationships/image" Target="../media/image914.png"/><Relationship Id="rId272" Type="http://schemas.openxmlformats.org/officeDocument/2006/relationships/image" Target="../media/image1149.png"/><Relationship Id="rId328" Type="http://schemas.openxmlformats.org/officeDocument/2006/relationships/image" Target="../media/image1321.png"/><Relationship Id="rId535" Type="http://schemas.openxmlformats.org/officeDocument/2006/relationships/customXml" Target="../ink/ink2771.xml"/><Relationship Id="rId577" Type="http://schemas.openxmlformats.org/officeDocument/2006/relationships/customXml" Target="../ink/ink2792.xml"/><Relationship Id="rId132" Type="http://schemas.openxmlformats.org/officeDocument/2006/relationships/customXml" Target="../ink/ink2569.xml"/><Relationship Id="rId174" Type="http://schemas.openxmlformats.org/officeDocument/2006/relationships/customXml" Target="../ink/ink2590.xml"/><Relationship Id="rId381" Type="http://schemas.openxmlformats.org/officeDocument/2006/relationships/customXml" Target="../ink/ink2694.xml"/><Relationship Id="rId602" Type="http://schemas.openxmlformats.org/officeDocument/2006/relationships/image" Target="../media/image1556.png"/><Relationship Id="rId241" Type="http://schemas.openxmlformats.org/officeDocument/2006/relationships/customXml" Target="../ink/ink2624.xml"/><Relationship Id="rId437" Type="http://schemas.openxmlformats.org/officeDocument/2006/relationships/customXml" Target="../ink/ink2722.xml"/><Relationship Id="rId479" Type="http://schemas.openxmlformats.org/officeDocument/2006/relationships/customXml" Target="../ink/ink2743.xml"/><Relationship Id="rId36" Type="http://schemas.openxmlformats.org/officeDocument/2006/relationships/customXml" Target="../ink/ink2521.xml"/><Relationship Id="rId283" Type="http://schemas.openxmlformats.org/officeDocument/2006/relationships/customXml" Target="../ink/ink2645.xml"/><Relationship Id="rId339" Type="http://schemas.openxmlformats.org/officeDocument/2006/relationships/customXml" Target="../ink/ink2673.xml"/><Relationship Id="rId490" Type="http://schemas.openxmlformats.org/officeDocument/2006/relationships/image" Target="../media/image1494.png"/><Relationship Id="rId504" Type="http://schemas.openxmlformats.org/officeDocument/2006/relationships/image" Target="../media/image1502.png"/><Relationship Id="rId546" Type="http://schemas.openxmlformats.org/officeDocument/2006/relationships/image" Target="../media/image1525.png"/><Relationship Id="rId78" Type="http://schemas.openxmlformats.org/officeDocument/2006/relationships/customXml" Target="../ink/ink2542.xml"/><Relationship Id="rId101" Type="http://schemas.openxmlformats.org/officeDocument/2006/relationships/image" Target="../media/image931.png"/><Relationship Id="rId143" Type="http://schemas.openxmlformats.org/officeDocument/2006/relationships/image" Target="../media/image952.png"/><Relationship Id="rId185" Type="http://schemas.openxmlformats.org/officeDocument/2006/relationships/image" Target="../media/image1102.png"/><Relationship Id="rId350" Type="http://schemas.openxmlformats.org/officeDocument/2006/relationships/image" Target="../media/image1333.png"/><Relationship Id="rId406" Type="http://schemas.openxmlformats.org/officeDocument/2006/relationships/image" Target="../media/image1364.png"/><Relationship Id="rId588" Type="http://schemas.openxmlformats.org/officeDocument/2006/relationships/image" Target="../media/image1548.png"/><Relationship Id="rId9" Type="http://schemas.openxmlformats.org/officeDocument/2006/relationships/image" Target="../media/image223.png"/><Relationship Id="rId210" Type="http://schemas.openxmlformats.org/officeDocument/2006/relationships/customXml" Target="../ink/ink2608.xml"/><Relationship Id="rId392" Type="http://schemas.openxmlformats.org/officeDocument/2006/relationships/image" Target="../media/image1356.png"/><Relationship Id="rId448" Type="http://schemas.openxmlformats.org/officeDocument/2006/relationships/image" Target="../media/image1426.png"/><Relationship Id="rId252" Type="http://schemas.openxmlformats.org/officeDocument/2006/relationships/image" Target="../media/image1138.png"/><Relationship Id="rId294" Type="http://schemas.openxmlformats.org/officeDocument/2006/relationships/image" Target="../media/image1302.png"/><Relationship Id="rId308" Type="http://schemas.openxmlformats.org/officeDocument/2006/relationships/image" Target="../media/image1309.png"/><Relationship Id="rId515" Type="http://schemas.openxmlformats.org/officeDocument/2006/relationships/customXml" Target="../ink/ink2761.xml"/><Relationship Id="rId47" Type="http://schemas.openxmlformats.org/officeDocument/2006/relationships/image" Target="../media/image904.png"/><Relationship Id="rId89" Type="http://schemas.openxmlformats.org/officeDocument/2006/relationships/image" Target="../media/image925.png"/><Relationship Id="rId112" Type="http://schemas.openxmlformats.org/officeDocument/2006/relationships/customXml" Target="../ink/ink2559.xml"/><Relationship Id="rId154" Type="http://schemas.openxmlformats.org/officeDocument/2006/relationships/customXml" Target="../ink/ink2580.xml"/><Relationship Id="rId361" Type="http://schemas.openxmlformats.org/officeDocument/2006/relationships/customXml" Target="../ink/ink2684.xml"/><Relationship Id="rId557" Type="http://schemas.openxmlformats.org/officeDocument/2006/relationships/customXml" Target="../ink/ink2782.xml"/><Relationship Id="rId599" Type="http://schemas.openxmlformats.org/officeDocument/2006/relationships/customXml" Target="../ink/ink2803.xml"/><Relationship Id="rId196" Type="http://schemas.openxmlformats.org/officeDocument/2006/relationships/customXml" Target="../ink/ink2601.xml"/><Relationship Id="rId417" Type="http://schemas.openxmlformats.org/officeDocument/2006/relationships/customXml" Target="../ink/ink2712.xml"/><Relationship Id="rId459" Type="http://schemas.openxmlformats.org/officeDocument/2006/relationships/customXml" Target="../ink/ink2733.xml"/><Relationship Id="rId16" Type="http://schemas.openxmlformats.org/officeDocument/2006/relationships/customXml" Target="../ink/ink2511.xml"/><Relationship Id="rId221" Type="http://schemas.openxmlformats.org/officeDocument/2006/relationships/image" Target="../media/image1121.png"/><Relationship Id="rId263" Type="http://schemas.openxmlformats.org/officeDocument/2006/relationships/customXml" Target="../ink/ink2635.xml"/><Relationship Id="rId319" Type="http://schemas.openxmlformats.org/officeDocument/2006/relationships/customXml" Target="../ink/ink2663.xml"/><Relationship Id="rId470" Type="http://schemas.openxmlformats.org/officeDocument/2006/relationships/image" Target="../media/image1483.png"/><Relationship Id="rId526" Type="http://schemas.openxmlformats.org/officeDocument/2006/relationships/image" Target="../media/image1514.png"/><Relationship Id="rId58" Type="http://schemas.openxmlformats.org/officeDocument/2006/relationships/customXml" Target="../ink/ink2532.xml"/><Relationship Id="rId123" Type="http://schemas.openxmlformats.org/officeDocument/2006/relationships/image" Target="../media/image942.png"/><Relationship Id="rId330" Type="http://schemas.openxmlformats.org/officeDocument/2006/relationships/image" Target="../media/image1322.png"/><Relationship Id="rId568" Type="http://schemas.openxmlformats.org/officeDocument/2006/relationships/image" Target="../media/image1537.png"/><Relationship Id="rId165" Type="http://schemas.openxmlformats.org/officeDocument/2006/relationships/image" Target="../media/image1022.png"/><Relationship Id="rId372" Type="http://schemas.openxmlformats.org/officeDocument/2006/relationships/image" Target="../media/image1345.png"/><Relationship Id="rId428" Type="http://schemas.openxmlformats.org/officeDocument/2006/relationships/image" Target="../media/image1414.png"/><Relationship Id="rId232" Type="http://schemas.openxmlformats.org/officeDocument/2006/relationships/image" Target="../media/image1127.png"/><Relationship Id="rId274" Type="http://schemas.openxmlformats.org/officeDocument/2006/relationships/image" Target="../media/image1291.png"/><Relationship Id="rId481" Type="http://schemas.openxmlformats.org/officeDocument/2006/relationships/customXml" Target="../ink/ink2744.xml"/><Relationship Id="rId27" Type="http://schemas.openxmlformats.org/officeDocument/2006/relationships/image" Target="../media/image894.png"/><Relationship Id="rId69" Type="http://schemas.openxmlformats.org/officeDocument/2006/relationships/image" Target="../media/image915.png"/><Relationship Id="rId134" Type="http://schemas.openxmlformats.org/officeDocument/2006/relationships/customXml" Target="../ink/ink2570.xml"/><Relationship Id="rId537" Type="http://schemas.openxmlformats.org/officeDocument/2006/relationships/customXml" Target="../ink/ink2772.xml"/><Relationship Id="rId579" Type="http://schemas.openxmlformats.org/officeDocument/2006/relationships/customXml" Target="../ink/ink2793.xml"/><Relationship Id="rId80" Type="http://schemas.openxmlformats.org/officeDocument/2006/relationships/customXml" Target="../ink/ink2543.xml"/><Relationship Id="rId176" Type="http://schemas.openxmlformats.org/officeDocument/2006/relationships/customXml" Target="../ink/ink2591.xml"/><Relationship Id="rId341" Type="http://schemas.openxmlformats.org/officeDocument/2006/relationships/customXml" Target="../ink/ink2674.xml"/><Relationship Id="rId383" Type="http://schemas.openxmlformats.org/officeDocument/2006/relationships/customXml" Target="../ink/ink2695.xml"/><Relationship Id="rId439" Type="http://schemas.openxmlformats.org/officeDocument/2006/relationships/customXml" Target="../ink/ink2723.xml"/><Relationship Id="rId590" Type="http://schemas.openxmlformats.org/officeDocument/2006/relationships/image" Target="../media/image1549.png"/><Relationship Id="rId604" Type="http://schemas.openxmlformats.org/officeDocument/2006/relationships/image" Target="../media/image1557.png"/><Relationship Id="rId201" Type="http://schemas.openxmlformats.org/officeDocument/2006/relationships/image" Target="../media/image1111.png"/><Relationship Id="rId243" Type="http://schemas.openxmlformats.org/officeDocument/2006/relationships/customXml" Target="../ink/ink2625.xml"/><Relationship Id="rId285" Type="http://schemas.openxmlformats.org/officeDocument/2006/relationships/customXml" Target="../ink/ink2646.xml"/><Relationship Id="rId450" Type="http://schemas.openxmlformats.org/officeDocument/2006/relationships/image" Target="../media/image1427.png"/><Relationship Id="rId506" Type="http://schemas.openxmlformats.org/officeDocument/2006/relationships/image" Target="../media/image1503.png"/><Relationship Id="rId38" Type="http://schemas.openxmlformats.org/officeDocument/2006/relationships/customXml" Target="../ink/ink2522.xml"/><Relationship Id="rId103" Type="http://schemas.openxmlformats.org/officeDocument/2006/relationships/image" Target="../media/image932.png"/><Relationship Id="rId310" Type="http://schemas.openxmlformats.org/officeDocument/2006/relationships/image" Target="../media/image1310.png"/><Relationship Id="rId492" Type="http://schemas.openxmlformats.org/officeDocument/2006/relationships/image" Target="../media/image1495.png"/><Relationship Id="rId548" Type="http://schemas.openxmlformats.org/officeDocument/2006/relationships/image" Target="../media/image1526.png"/><Relationship Id="rId91" Type="http://schemas.openxmlformats.org/officeDocument/2006/relationships/image" Target="../media/image926.png"/><Relationship Id="rId145" Type="http://schemas.openxmlformats.org/officeDocument/2006/relationships/image" Target="../media/image953.png"/><Relationship Id="rId187" Type="http://schemas.openxmlformats.org/officeDocument/2006/relationships/image" Target="../media/image1103.png"/><Relationship Id="rId352" Type="http://schemas.openxmlformats.org/officeDocument/2006/relationships/image" Target="../media/image1334.png"/><Relationship Id="rId394" Type="http://schemas.openxmlformats.org/officeDocument/2006/relationships/image" Target="../media/image1357.png"/><Relationship Id="rId408" Type="http://schemas.openxmlformats.org/officeDocument/2006/relationships/image" Target="../media/image1365.png"/><Relationship Id="rId212" Type="http://schemas.openxmlformats.org/officeDocument/2006/relationships/customXml" Target="../ink/ink2609.xml"/><Relationship Id="rId254" Type="http://schemas.openxmlformats.org/officeDocument/2006/relationships/image" Target="../media/image1139.png"/><Relationship Id="rId49" Type="http://schemas.openxmlformats.org/officeDocument/2006/relationships/image" Target="../media/image905.png"/><Relationship Id="rId114" Type="http://schemas.openxmlformats.org/officeDocument/2006/relationships/customXml" Target="../ink/ink2560.xml"/><Relationship Id="rId296" Type="http://schemas.openxmlformats.org/officeDocument/2006/relationships/image" Target="../media/image1303.png"/><Relationship Id="rId461" Type="http://schemas.openxmlformats.org/officeDocument/2006/relationships/customXml" Target="../ink/ink2734.xml"/><Relationship Id="rId517" Type="http://schemas.openxmlformats.org/officeDocument/2006/relationships/customXml" Target="../ink/ink2762.xml"/><Relationship Id="rId559" Type="http://schemas.openxmlformats.org/officeDocument/2006/relationships/customXml" Target="../ink/ink2783.xml"/><Relationship Id="rId60" Type="http://schemas.openxmlformats.org/officeDocument/2006/relationships/customXml" Target="../ink/ink2533.xml"/><Relationship Id="rId156" Type="http://schemas.openxmlformats.org/officeDocument/2006/relationships/customXml" Target="../ink/ink2581.xml"/><Relationship Id="rId198" Type="http://schemas.openxmlformats.org/officeDocument/2006/relationships/customXml" Target="../ink/ink2602.xml"/><Relationship Id="rId321" Type="http://schemas.openxmlformats.org/officeDocument/2006/relationships/customXml" Target="../ink/ink2664.xml"/><Relationship Id="rId363" Type="http://schemas.openxmlformats.org/officeDocument/2006/relationships/customXml" Target="../ink/ink2685.xml"/><Relationship Id="rId419" Type="http://schemas.openxmlformats.org/officeDocument/2006/relationships/customXml" Target="../ink/ink2713.xml"/><Relationship Id="rId570" Type="http://schemas.openxmlformats.org/officeDocument/2006/relationships/image" Target="../media/image1538.png"/><Relationship Id="rId223" Type="http://schemas.openxmlformats.org/officeDocument/2006/relationships/image" Target="../media/image1123.png"/><Relationship Id="rId430" Type="http://schemas.openxmlformats.org/officeDocument/2006/relationships/image" Target="../media/image1415.png"/><Relationship Id="rId18" Type="http://schemas.openxmlformats.org/officeDocument/2006/relationships/customXml" Target="../ink/ink2512.xml"/><Relationship Id="rId265" Type="http://schemas.openxmlformats.org/officeDocument/2006/relationships/customXml" Target="../ink/ink2636.xml"/><Relationship Id="rId472" Type="http://schemas.openxmlformats.org/officeDocument/2006/relationships/image" Target="../media/image1484.png"/><Relationship Id="rId528" Type="http://schemas.openxmlformats.org/officeDocument/2006/relationships/image" Target="../media/image1515.png"/><Relationship Id="rId125" Type="http://schemas.openxmlformats.org/officeDocument/2006/relationships/image" Target="../media/image943.png"/><Relationship Id="rId167" Type="http://schemas.openxmlformats.org/officeDocument/2006/relationships/image" Target="../media/image1094.png"/><Relationship Id="rId332" Type="http://schemas.openxmlformats.org/officeDocument/2006/relationships/image" Target="../media/image1323.png"/><Relationship Id="rId374" Type="http://schemas.openxmlformats.org/officeDocument/2006/relationships/image" Target="../media/image1346.png"/><Relationship Id="rId581" Type="http://schemas.openxmlformats.org/officeDocument/2006/relationships/customXml" Target="../ink/ink2794.xml"/><Relationship Id="rId71" Type="http://schemas.openxmlformats.org/officeDocument/2006/relationships/image" Target="../media/image916.png"/><Relationship Id="rId234" Type="http://schemas.openxmlformats.org/officeDocument/2006/relationships/image" Target="../media/image1128.png"/><Relationship Id="rId2" Type="http://schemas.openxmlformats.org/officeDocument/2006/relationships/customXml" Target="../ink/ink2504.xml"/><Relationship Id="rId29" Type="http://schemas.openxmlformats.org/officeDocument/2006/relationships/image" Target="../media/image895.png"/><Relationship Id="rId276" Type="http://schemas.openxmlformats.org/officeDocument/2006/relationships/image" Target="../media/image1292.png"/><Relationship Id="rId441" Type="http://schemas.openxmlformats.org/officeDocument/2006/relationships/customXml" Target="../ink/ink2724.xml"/><Relationship Id="rId483" Type="http://schemas.openxmlformats.org/officeDocument/2006/relationships/customXml" Target="../ink/ink2745.xml"/><Relationship Id="rId539" Type="http://schemas.openxmlformats.org/officeDocument/2006/relationships/customXml" Target="../ink/ink2773.xml"/><Relationship Id="rId40" Type="http://schemas.openxmlformats.org/officeDocument/2006/relationships/customXml" Target="../ink/ink2523.xml"/><Relationship Id="rId136" Type="http://schemas.openxmlformats.org/officeDocument/2006/relationships/customXml" Target="../ink/ink2571.xml"/><Relationship Id="rId178" Type="http://schemas.openxmlformats.org/officeDocument/2006/relationships/customXml" Target="../ink/ink2592.xml"/><Relationship Id="rId301" Type="http://schemas.openxmlformats.org/officeDocument/2006/relationships/customXml" Target="../ink/ink2654.xml"/><Relationship Id="rId343" Type="http://schemas.openxmlformats.org/officeDocument/2006/relationships/customXml" Target="../ink/ink2675.xml"/><Relationship Id="rId550" Type="http://schemas.openxmlformats.org/officeDocument/2006/relationships/image" Target="../media/image1527.png"/><Relationship Id="rId82" Type="http://schemas.openxmlformats.org/officeDocument/2006/relationships/customXml" Target="../ink/ink2544.xml"/><Relationship Id="rId203" Type="http://schemas.openxmlformats.org/officeDocument/2006/relationships/image" Target="../media/image1112.png"/><Relationship Id="rId385" Type="http://schemas.openxmlformats.org/officeDocument/2006/relationships/customXml" Target="../ink/ink2696.xml"/><Relationship Id="rId592" Type="http://schemas.openxmlformats.org/officeDocument/2006/relationships/image" Target="../media/image1551.png"/><Relationship Id="rId606" Type="http://schemas.openxmlformats.org/officeDocument/2006/relationships/image" Target="../media/image1558.png"/><Relationship Id="rId245" Type="http://schemas.openxmlformats.org/officeDocument/2006/relationships/customXml" Target="../ink/ink2626.xml"/><Relationship Id="rId287" Type="http://schemas.openxmlformats.org/officeDocument/2006/relationships/customXml" Target="../ink/ink2647.xml"/><Relationship Id="rId410" Type="http://schemas.openxmlformats.org/officeDocument/2006/relationships/image" Target="../media/image1366.png"/><Relationship Id="rId452" Type="http://schemas.openxmlformats.org/officeDocument/2006/relationships/image" Target="../media/image1473.png"/><Relationship Id="rId494" Type="http://schemas.openxmlformats.org/officeDocument/2006/relationships/image" Target="../media/image1496.png"/><Relationship Id="rId508" Type="http://schemas.openxmlformats.org/officeDocument/2006/relationships/image" Target="../media/image1504.png"/><Relationship Id="rId105" Type="http://schemas.openxmlformats.org/officeDocument/2006/relationships/image" Target="../media/image933.png"/><Relationship Id="rId147" Type="http://schemas.openxmlformats.org/officeDocument/2006/relationships/image" Target="../media/image954.png"/><Relationship Id="rId312" Type="http://schemas.openxmlformats.org/officeDocument/2006/relationships/image" Target="../media/image1312.png"/><Relationship Id="rId354" Type="http://schemas.openxmlformats.org/officeDocument/2006/relationships/image" Target="../media/image1335.png"/><Relationship Id="rId51" Type="http://schemas.openxmlformats.org/officeDocument/2006/relationships/image" Target="../media/image906.png"/><Relationship Id="rId93" Type="http://schemas.openxmlformats.org/officeDocument/2006/relationships/image" Target="../media/image927.png"/><Relationship Id="rId189" Type="http://schemas.openxmlformats.org/officeDocument/2006/relationships/image" Target="../media/image1104.png"/><Relationship Id="rId396" Type="http://schemas.openxmlformats.org/officeDocument/2006/relationships/image" Target="../media/image1358.png"/><Relationship Id="rId561" Type="http://schemas.openxmlformats.org/officeDocument/2006/relationships/customXml" Target="../ink/ink2784.xml"/><Relationship Id="rId214" Type="http://schemas.openxmlformats.org/officeDocument/2006/relationships/customXml" Target="../ink/ink2610.xml"/><Relationship Id="rId256" Type="http://schemas.openxmlformats.org/officeDocument/2006/relationships/image" Target="../media/image1141.png"/><Relationship Id="rId298" Type="http://schemas.openxmlformats.org/officeDocument/2006/relationships/image" Target="../media/image1304.png"/><Relationship Id="rId421" Type="http://schemas.openxmlformats.org/officeDocument/2006/relationships/customXml" Target="../ink/ink2714.xml"/><Relationship Id="rId463" Type="http://schemas.openxmlformats.org/officeDocument/2006/relationships/customXml" Target="../ink/ink2735.xml"/><Relationship Id="rId519" Type="http://schemas.openxmlformats.org/officeDocument/2006/relationships/customXml" Target="../ink/ink2763.xml"/><Relationship Id="rId116" Type="http://schemas.openxmlformats.org/officeDocument/2006/relationships/customXml" Target="../ink/ink2561.xml"/><Relationship Id="rId158" Type="http://schemas.openxmlformats.org/officeDocument/2006/relationships/customXml" Target="../ink/ink2582.xml"/><Relationship Id="rId323" Type="http://schemas.openxmlformats.org/officeDocument/2006/relationships/customXml" Target="../ink/ink2665.xml"/><Relationship Id="rId530" Type="http://schemas.openxmlformats.org/officeDocument/2006/relationships/image" Target="../media/image1516.png"/><Relationship Id="rId20" Type="http://schemas.openxmlformats.org/officeDocument/2006/relationships/customXml" Target="../ink/ink2513.xml"/><Relationship Id="rId62" Type="http://schemas.openxmlformats.org/officeDocument/2006/relationships/customXml" Target="../ink/ink2534.xml"/><Relationship Id="rId365" Type="http://schemas.openxmlformats.org/officeDocument/2006/relationships/customXml" Target="../ink/ink2686.xml"/><Relationship Id="rId572" Type="http://schemas.openxmlformats.org/officeDocument/2006/relationships/image" Target="../media/image1539.png"/><Relationship Id="rId225" Type="http://schemas.openxmlformats.org/officeDocument/2006/relationships/image" Target="../media/image1124.png"/><Relationship Id="rId267" Type="http://schemas.openxmlformats.org/officeDocument/2006/relationships/customXml" Target="../ink/ink2637.xml"/><Relationship Id="rId432" Type="http://schemas.openxmlformats.org/officeDocument/2006/relationships/image" Target="../media/image1416.png"/><Relationship Id="rId474" Type="http://schemas.openxmlformats.org/officeDocument/2006/relationships/image" Target="../media/image1485.png"/><Relationship Id="rId127" Type="http://schemas.openxmlformats.org/officeDocument/2006/relationships/image" Target="../media/image944.png"/><Relationship Id="rId31" Type="http://schemas.openxmlformats.org/officeDocument/2006/relationships/image" Target="../media/image896.png"/><Relationship Id="rId73" Type="http://schemas.openxmlformats.org/officeDocument/2006/relationships/image" Target="../media/image917.png"/><Relationship Id="rId169" Type="http://schemas.openxmlformats.org/officeDocument/2006/relationships/image" Target="../media/image1095.png"/><Relationship Id="rId334" Type="http://schemas.openxmlformats.org/officeDocument/2006/relationships/image" Target="../media/image1324.png"/><Relationship Id="rId376" Type="http://schemas.openxmlformats.org/officeDocument/2006/relationships/image" Target="../media/image1347.png"/><Relationship Id="rId541" Type="http://schemas.openxmlformats.org/officeDocument/2006/relationships/customXml" Target="../ink/ink2774.xml"/><Relationship Id="rId583" Type="http://schemas.openxmlformats.org/officeDocument/2006/relationships/customXml" Target="../ink/ink2795.xml"/><Relationship Id="rId4" Type="http://schemas.openxmlformats.org/officeDocument/2006/relationships/customXml" Target="../ink/ink2505.xml"/><Relationship Id="rId180" Type="http://schemas.openxmlformats.org/officeDocument/2006/relationships/customXml" Target="../ink/ink2593.xml"/><Relationship Id="rId236" Type="http://schemas.openxmlformats.org/officeDocument/2006/relationships/image" Target="../media/image1129.png"/><Relationship Id="rId278" Type="http://schemas.openxmlformats.org/officeDocument/2006/relationships/image" Target="../media/image1293.png"/><Relationship Id="rId401" Type="http://schemas.openxmlformats.org/officeDocument/2006/relationships/customXml" Target="../ink/ink2704.xml"/><Relationship Id="rId443" Type="http://schemas.openxmlformats.org/officeDocument/2006/relationships/customXml" Target="../ink/ink2725.xml"/><Relationship Id="rId303" Type="http://schemas.openxmlformats.org/officeDocument/2006/relationships/customXml" Target="../ink/ink2655.xml"/><Relationship Id="rId485" Type="http://schemas.openxmlformats.org/officeDocument/2006/relationships/customXml" Target="../ink/ink2746.xml"/><Relationship Id="rId42" Type="http://schemas.openxmlformats.org/officeDocument/2006/relationships/customXml" Target="../ink/ink2524.xml"/><Relationship Id="rId84" Type="http://schemas.openxmlformats.org/officeDocument/2006/relationships/customXml" Target="../ink/ink2545.xml"/><Relationship Id="rId138" Type="http://schemas.openxmlformats.org/officeDocument/2006/relationships/customXml" Target="../ink/ink2572.xml"/><Relationship Id="rId345" Type="http://schemas.openxmlformats.org/officeDocument/2006/relationships/customXml" Target="../ink/ink2676.xml"/><Relationship Id="rId387" Type="http://schemas.openxmlformats.org/officeDocument/2006/relationships/customXml" Target="../ink/ink2697.xml"/><Relationship Id="rId510" Type="http://schemas.openxmlformats.org/officeDocument/2006/relationships/image" Target="../media/image1505.png"/><Relationship Id="rId552" Type="http://schemas.openxmlformats.org/officeDocument/2006/relationships/image" Target="../media/image1528.png"/><Relationship Id="rId594" Type="http://schemas.openxmlformats.org/officeDocument/2006/relationships/image" Target="../media/image1552.png"/><Relationship Id="rId608" Type="http://schemas.openxmlformats.org/officeDocument/2006/relationships/image" Target="../media/image1559.png"/><Relationship Id="rId191" Type="http://schemas.openxmlformats.org/officeDocument/2006/relationships/image" Target="../media/image1105.png"/><Relationship Id="rId205" Type="http://schemas.openxmlformats.org/officeDocument/2006/relationships/image" Target="../media/image1113.png"/><Relationship Id="rId247" Type="http://schemas.openxmlformats.org/officeDocument/2006/relationships/customXml" Target="../ink/ink2627.xml"/><Relationship Id="rId412" Type="http://schemas.openxmlformats.org/officeDocument/2006/relationships/image" Target="../media/image1367.png"/><Relationship Id="rId107" Type="http://schemas.openxmlformats.org/officeDocument/2006/relationships/image" Target="../media/image934.png"/><Relationship Id="rId289" Type="http://schemas.openxmlformats.org/officeDocument/2006/relationships/customXml" Target="../ink/ink2648.xml"/><Relationship Id="rId454" Type="http://schemas.openxmlformats.org/officeDocument/2006/relationships/image" Target="../media/image1474.png"/><Relationship Id="rId496" Type="http://schemas.openxmlformats.org/officeDocument/2006/relationships/image" Target="../media/image1497.png"/><Relationship Id="rId11" Type="http://schemas.openxmlformats.org/officeDocument/2006/relationships/image" Target="../media/image886.png"/><Relationship Id="rId53" Type="http://schemas.openxmlformats.org/officeDocument/2006/relationships/image" Target="../media/image907.png"/><Relationship Id="rId149" Type="http://schemas.openxmlformats.org/officeDocument/2006/relationships/image" Target="../media/image955.png"/><Relationship Id="rId314" Type="http://schemas.openxmlformats.org/officeDocument/2006/relationships/image" Target="../media/image1313.png"/><Relationship Id="rId356" Type="http://schemas.openxmlformats.org/officeDocument/2006/relationships/image" Target="../media/image1336.png"/><Relationship Id="rId398" Type="http://schemas.openxmlformats.org/officeDocument/2006/relationships/image" Target="../media/image1359.png"/><Relationship Id="rId521" Type="http://schemas.openxmlformats.org/officeDocument/2006/relationships/customXml" Target="../ink/ink2764.xml"/><Relationship Id="rId563" Type="http://schemas.openxmlformats.org/officeDocument/2006/relationships/customXml" Target="../ink/ink2785.xml"/><Relationship Id="rId95" Type="http://schemas.openxmlformats.org/officeDocument/2006/relationships/image" Target="../media/image928.png"/><Relationship Id="rId160" Type="http://schemas.openxmlformats.org/officeDocument/2006/relationships/customXml" Target="../ink/ink2583.xml"/><Relationship Id="rId216" Type="http://schemas.openxmlformats.org/officeDocument/2006/relationships/customXml" Target="../ink/ink2611.xml"/><Relationship Id="rId423" Type="http://schemas.openxmlformats.org/officeDocument/2006/relationships/customXml" Target="../ink/ink2715.xml"/><Relationship Id="rId258" Type="http://schemas.openxmlformats.org/officeDocument/2006/relationships/image" Target="../media/image1142.png"/><Relationship Id="rId465" Type="http://schemas.openxmlformats.org/officeDocument/2006/relationships/customXml" Target="../ink/ink2736.xml"/><Relationship Id="rId22" Type="http://schemas.openxmlformats.org/officeDocument/2006/relationships/customXml" Target="../ink/ink2514.xml"/><Relationship Id="rId64" Type="http://schemas.openxmlformats.org/officeDocument/2006/relationships/customXml" Target="../ink/ink2535.xml"/><Relationship Id="rId118" Type="http://schemas.openxmlformats.org/officeDocument/2006/relationships/customXml" Target="../ink/ink2562.xml"/><Relationship Id="rId325" Type="http://schemas.openxmlformats.org/officeDocument/2006/relationships/customXml" Target="../ink/ink2666.xml"/><Relationship Id="rId367" Type="http://schemas.openxmlformats.org/officeDocument/2006/relationships/customXml" Target="../ink/ink2687.xml"/><Relationship Id="rId532" Type="http://schemas.openxmlformats.org/officeDocument/2006/relationships/image" Target="../media/image1517.png"/><Relationship Id="rId574" Type="http://schemas.openxmlformats.org/officeDocument/2006/relationships/image" Target="../media/image1541.png"/><Relationship Id="rId171" Type="http://schemas.openxmlformats.org/officeDocument/2006/relationships/image" Target="../media/image1096.png"/><Relationship Id="rId227" Type="http://schemas.openxmlformats.org/officeDocument/2006/relationships/customXml" Target="../ink/ink2617.xml"/><Relationship Id="rId269" Type="http://schemas.openxmlformats.org/officeDocument/2006/relationships/customXml" Target="../ink/ink2638.xml"/><Relationship Id="rId434" Type="http://schemas.openxmlformats.org/officeDocument/2006/relationships/image" Target="../media/image1417.png"/><Relationship Id="rId476" Type="http://schemas.openxmlformats.org/officeDocument/2006/relationships/image" Target="../media/image1486.png"/><Relationship Id="rId33" Type="http://schemas.openxmlformats.org/officeDocument/2006/relationships/image" Target="../media/image897.png"/><Relationship Id="rId129" Type="http://schemas.openxmlformats.org/officeDocument/2006/relationships/image" Target="../media/image945.png"/><Relationship Id="rId280" Type="http://schemas.openxmlformats.org/officeDocument/2006/relationships/image" Target="../media/image1294.png"/><Relationship Id="rId336" Type="http://schemas.openxmlformats.org/officeDocument/2006/relationships/image" Target="../media/image1325.png"/><Relationship Id="rId501" Type="http://schemas.openxmlformats.org/officeDocument/2006/relationships/customXml" Target="../ink/ink2754.xml"/><Relationship Id="rId543" Type="http://schemas.openxmlformats.org/officeDocument/2006/relationships/customXml" Target="../ink/ink2775.xml"/><Relationship Id="rId75" Type="http://schemas.openxmlformats.org/officeDocument/2006/relationships/image" Target="../media/image918.png"/><Relationship Id="rId140" Type="http://schemas.openxmlformats.org/officeDocument/2006/relationships/customXml" Target="../ink/ink2573.xml"/><Relationship Id="rId182" Type="http://schemas.openxmlformats.org/officeDocument/2006/relationships/customXml" Target="../ink/ink2594.xml"/><Relationship Id="rId378" Type="http://schemas.openxmlformats.org/officeDocument/2006/relationships/image" Target="../media/image1348.png"/><Relationship Id="rId403" Type="http://schemas.openxmlformats.org/officeDocument/2006/relationships/customXml" Target="../ink/ink2705.xml"/><Relationship Id="rId585" Type="http://schemas.openxmlformats.org/officeDocument/2006/relationships/customXml" Target="../ink/ink2796.xml"/><Relationship Id="rId6" Type="http://schemas.openxmlformats.org/officeDocument/2006/relationships/customXml" Target="../ink/ink2506.xml"/><Relationship Id="rId238" Type="http://schemas.openxmlformats.org/officeDocument/2006/relationships/image" Target="../media/image1131.png"/><Relationship Id="rId445" Type="http://schemas.openxmlformats.org/officeDocument/2006/relationships/customXml" Target="../ink/ink2726.xml"/><Relationship Id="rId487" Type="http://schemas.openxmlformats.org/officeDocument/2006/relationships/customXml" Target="../ink/ink2747.xml"/><Relationship Id="rId291" Type="http://schemas.openxmlformats.org/officeDocument/2006/relationships/customXml" Target="../ink/ink2649.xml"/><Relationship Id="rId305" Type="http://schemas.openxmlformats.org/officeDocument/2006/relationships/customXml" Target="../ink/ink2656.xml"/><Relationship Id="rId347" Type="http://schemas.openxmlformats.org/officeDocument/2006/relationships/customXml" Target="../ink/ink2677.xml"/><Relationship Id="rId512" Type="http://schemas.openxmlformats.org/officeDocument/2006/relationships/image" Target="../media/image1506.png"/><Relationship Id="rId44" Type="http://schemas.openxmlformats.org/officeDocument/2006/relationships/customXml" Target="../ink/ink2525.xml"/><Relationship Id="rId86" Type="http://schemas.openxmlformats.org/officeDocument/2006/relationships/customXml" Target="../ink/ink2546.xml"/><Relationship Id="rId151" Type="http://schemas.openxmlformats.org/officeDocument/2006/relationships/image" Target="../media/image956.png"/><Relationship Id="rId389" Type="http://schemas.openxmlformats.org/officeDocument/2006/relationships/customXml" Target="../ink/ink2698.xml"/><Relationship Id="rId554" Type="http://schemas.openxmlformats.org/officeDocument/2006/relationships/image" Target="../media/image1529.png"/><Relationship Id="rId596" Type="http://schemas.openxmlformats.org/officeDocument/2006/relationships/image" Target="../media/image1553.png"/><Relationship Id="rId193" Type="http://schemas.openxmlformats.org/officeDocument/2006/relationships/image" Target="../media/image1106.png"/><Relationship Id="rId207" Type="http://schemas.openxmlformats.org/officeDocument/2006/relationships/image" Target="../media/image1114.png"/><Relationship Id="rId249" Type="http://schemas.openxmlformats.org/officeDocument/2006/relationships/customXml" Target="../ink/ink2628.xml"/><Relationship Id="rId414" Type="http://schemas.openxmlformats.org/officeDocument/2006/relationships/image" Target="../media/image1368.png"/><Relationship Id="rId456" Type="http://schemas.openxmlformats.org/officeDocument/2006/relationships/image" Target="../media/image1475.png"/><Relationship Id="rId498" Type="http://schemas.openxmlformats.org/officeDocument/2006/relationships/image" Target="../media/image1498.png"/><Relationship Id="rId13" Type="http://schemas.openxmlformats.org/officeDocument/2006/relationships/image" Target="../media/image887.png"/><Relationship Id="rId109" Type="http://schemas.openxmlformats.org/officeDocument/2006/relationships/image" Target="../media/image935.png"/><Relationship Id="rId260" Type="http://schemas.openxmlformats.org/officeDocument/2006/relationships/image" Target="../media/image1143.png"/><Relationship Id="rId316" Type="http://schemas.openxmlformats.org/officeDocument/2006/relationships/image" Target="../media/image1314.png"/><Relationship Id="rId523" Type="http://schemas.openxmlformats.org/officeDocument/2006/relationships/customXml" Target="../ink/ink2765.xml"/><Relationship Id="rId55" Type="http://schemas.openxmlformats.org/officeDocument/2006/relationships/image" Target="../media/image908.png"/><Relationship Id="rId97" Type="http://schemas.openxmlformats.org/officeDocument/2006/relationships/image" Target="../media/image929.png"/><Relationship Id="rId120" Type="http://schemas.openxmlformats.org/officeDocument/2006/relationships/customXml" Target="../ink/ink2563.xml"/><Relationship Id="rId358" Type="http://schemas.openxmlformats.org/officeDocument/2006/relationships/image" Target="../media/image1337.png"/><Relationship Id="rId565" Type="http://schemas.openxmlformats.org/officeDocument/2006/relationships/customXml" Target="../ink/ink2786.xml"/><Relationship Id="rId162" Type="http://schemas.openxmlformats.org/officeDocument/2006/relationships/customXml" Target="../ink/ink2584.xml"/><Relationship Id="rId218" Type="http://schemas.openxmlformats.org/officeDocument/2006/relationships/customXml" Target="../ink/ink2612.xml"/><Relationship Id="rId425" Type="http://schemas.openxmlformats.org/officeDocument/2006/relationships/customXml" Target="../ink/ink2716.xml"/><Relationship Id="rId467" Type="http://schemas.openxmlformats.org/officeDocument/2006/relationships/customXml" Target="../ink/ink2737.xml"/><Relationship Id="rId271" Type="http://schemas.openxmlformats.org/officeDocument/2006/relationships/customXml" Target="../ink/ink2639.xml"/><Relationship Id="rId24" Type="http://schemas.openxmlformats.org/officeDocument/2006/relationships/customXml" Target="../ink/ink2515.xml"/><Relationship Id="rId66" Type="http://schemas.openxmlformats.org/officeDocument/2006/relationships/customXml" Target="../ink/ink2536.xml"/><Relationship Id="rId131" Type="http://schemas.openxmlformats.org/officeDocument/2006/relationships/image" Target="../media/image946.png"/><Relationship Id="rId327" Type="http://schemas.openxmlformats.org/officeDocument/2006/relationships/customXml" Target="../ink/ink2667.xml"/><Relationship Id="rId369" Type="http://schemas.openxmlformats.org/officeDocument/2006/relationships/customXml" Target="../ink/ink2688.xml"/><Relationship Id="rId534" Type="http://schemas.openxmlformats.org/officeDocument/2006/relationships/image" Target="../media/image1518.png"/><Relationship Id="rId576" Type="http://schemas.openxmlformats.org/officeDocument/2006/relationships/image" Target="../media/image1542.png"/><Relationship Id="rId173" Type="http://schemas.openxmlformats.org/officeDocument/2006/relationships/image" Target="../media/image1097.png"/><Relationship Id="rId229" Type="http://schemas.openxmlformats.org/officeDocument/2006/relationships/customXml" Target="../ink/ink2618.xml"/><Relationship Id="rId380" Type="http://schemas.openxmlformats.org/officeDocument/2006/relationships/image" Target="../media/image1349.png"/><Relationship Id="rId436" Type="http://schemas.openxmlformats.org/officeDocument/2006/relationships/image" Target="../media/image1418.png"/><Relationship Id="rId601" Type="http://schemas.openxmlformats.org/officeDocument/2006/relationships/customXml" Target="../ink/ink2804.xml"/><Relationship Id="rId240" Type="http://schemas.openxmlformats.org/officeDocument/2006/relationships/image" Target="../media/image1132.png"/><Relationship Id="rId478" Type="http://schemas.openxmlformats.org/officeDocument/2006/relationships/image" Target="../media/image1487.png"/><Relationship Id="rId35" Type="http://schemas.openxmlformats.org/officeDocument/2006/relationships/image" Target="../media/image898.png"/><Relationship Id="rId77" Type="http://schemas.openxmlformats.org/officeDocument/2006/relationships/image" Target="../media/image919.png"/><Relationship Id="rId100" Type="http://schemas.openxmlformats.org/officeDocument/2006/relationships/customXml" Target="../ink/ink2553.xml"/><Relationship Id="rId282" Type="http://schemas.openxmlformats.org/officeDocument/2006/relationships/image" Target="../media/image1295.png"/><Relationship Id="rId338" Type="http://schemas.openxmlformats.org/officeDocument/2006/relationships/image" Target="../media/image1326.png"/><Relationship Id="rId503" Type="http://schemas.openxmlformats.org/officeDocument/2006/relationships/customXml" Target="../ink/ink2755.xml"/><Relationship Id="rId545" Type="http://schemas.openxmlformats.org/officeDocument/2006/relationships/customXml" Target="../ink/ink2776.xml"/><Relationship Id="rId587" Type="http://schemas.openxmlformats.org/officeDocument/2006/relationships/customXml" Target="../ink/ink2797.xml"/><Relationship Id="rId8" Type="http://schemas.openxmlformats.org/officeDocument/2006/relationships/customXml" Target="../ink/ink2507.xml"/><Relationship Id="rId142" Type="http://schemas.openxmlformats.org/officeDocument/2006/relationships/customXml" Target="../ink/ink2574.xml"/><Relationship Id="rId184" Type="http://schemas.openxmlformats.org/officeDocument/2006/relationships/customXml" Target="../ink/ink2595.xml"/><Relationship Id="rId391" Type="http://schemas.openxmlformats.org/officeDocument/2006/relationships/customXml" Target="../ink/ink2699.xml"/><Relationship Id="rId405" Type="http://schemas.openxmlformats.org/officeDocument/2006/relationships/customXml" Target="../ink/ink2706.xml"/><Relationship Id="rId447" Type="http://schemas.openxmlformats.org/officeDocument/2006/relationships/customXml" Target="../ink/ink2727.xml"/><Relationship Id="rId251" Type="http://schemas.openxmlformats.org/officeDocument/2006/relationships/customXml" Target="../ink/ink2629.xml"/><Relationship Id="rId489" Type="http://schemas.openxmlformats.org/officeDocument/2006/relationships/customXml" Target="../ink/ink2748.xml"/><Relationship Id="rId46" Type="http://schemas.openxmlformats.org/officeDocument/2006/relationships/customXml" Target="../ink/ink2526.xml"/><Relationship Id="rId293" Type="http://schemas.openxmlformats.org/officeDocument/2006/relationships/customXml" Target="../ink/ink2650.xml"/><Relationship Id="rId307" Type="http://schemas.openxmlformats.org/officeDocument/2006/relationships/customXml" Target="../ink/ink2657.xml"/><Relationship Id="rId349" Type="http://schemas.openxmlformats.org/officeDocument/2006/relationships/customXml" Target="../ink/ink2678.xml"/><Relationship Id="rId514" Type="http://schemas.openxmlformats.org/officeDocument/2006/relationships/image" Target="../media/image1507.png"/><Relationship Id="rId556" Type="http://schemas.openxmlformats.org/officeDocument/2006/relationships/image" Target="../media/image1531.png"/><Relationship Id="rId88" Type="http://schemas.openxmlformats.org/officeDocument/2006/relationships/customXml" Target="../ink/ink2547.xml"/><Relationship Id="rId111" Type="http://schemas.openxmlformats.org/officeDocument/2006/relationships/image" Target="../media/image936.png"/><Relationship Id="rId153" Type="http://schemas.openxmlformats.org/officeDocument/2006/relationships/image" Target="../media/image957.png"/><Relationship Id="rId195" Type="http://schemas.openxmlformats.org/officeDocument/2006/relationships/image" Target="../media/image1107.png"/><Relationship Id="rId209" Type="http://schemas.openxmlformats.org/officeDocument/2006/relationships/image" Target="../media/image1115.png"/><Relationship Id="rId360" Type="http://schemas.openxmlformats.org/officeDocument/2006/relationships/image" Target="../media/image1338.png"/><Relationship Id="rId416" Type="http://schemas.openxmlformats.org/officeDocument/2006/relationships/image" Target="../media/image1369.png"/><Relationship Id="rId598" Type="http://schemas.openxmlformats.org/officeDocument/2006/relationships/image" Target="../media/image1554.png"/><Relationship Id="rId220" Type="http://schemas.openxmlformats.org/officeDocument/2006/relationships/customXml" Target="../ink/ink2613.xml"/><Relationship Id="rId458" Type="http://schemas.openxmlformats.org/officeDocument/2006/relationships/image" Target="../media/image1476.png"/><Relationship Id="rId15" Type="http://schemas.openxmlformats.org/officeDocument/2006/relationships/image" Target="../media/image888.png"/><Relationship Id="rId57" Type="http://schemas.openxmlformats.org/officeDocument/2006/relationships/image" Target="../media/image909.png"/><Relationship Id="rId262" Type="http://schemas.openxmlformats.org/officeDocument/2006/relationships/image" Target="../media/image1144.png"/><Relationship Id="rId318" Type="http://schemas.openxmlformats.org/officeDocument/2006/relationships/image" Target="../media/image1315.png"/><Relationship Id="rId525" Type="http://schemas.openxmlformats.org/officeDocument/2006/relationships/customXml" Target="../ink/ink2766.xml"/><Relationship Id="rId567" Type="http://schemas.openxmlformats.org/officeDocument/2006/relationships/customXml" Target="../ink/ink2787.xml"/><Relationship Id="rId99" Type="http://schemas.openxmlformats.org/officeDocument/2006/relationships/image" Target="../media/image930.png"/><Relationship Id="rId122" Type="http://schemas.openxmlformats.org/officeDocument/2006/relationships/customXml" Target="../ink/ink2564.xml"/><Relationship Id="rId164" Type="http://schemas.openxmlformats.org/officeDocument/2006/relationships/customXml" Target="../ink/ink2585.xml"/><Relationship Id="rId371" Type="http://schemas.openxmlformats.org/officeDocument/2006/relationships/customXml" Target="../ink/ink2689.xml"/><Relationship Id="rId427" Type="http://schemas.openxmlformats.org/officeDocument/2006/relationships/customXml" Target="../ink/ink2717.xml"/><Relationship Id="rId469" Type="http://schemas.openxmlformats.org/officeDocument/2006/relationships/customXml" Target="../ink/ink2738.xml"/><Relationship Id="rId26" Type="http://schemas.openxmlformats.org/officeDocument/2006/relationships/customXml" Target="../ink/ink2516.xml"/><Relationship Id="rId231" Type="http://schemas.openxmlformats.org/officeDocument/2006/relationships/customXml" Target="../ink/ink2619.xml"/><Relationship Id="rId273" Type="http://schemas.openxmlformats.org/officeDocument/2006/relationships/customXml" Target="../ink/ink2640.xml"/><Relationship Id="rId329" Type="http://schemas.openxmlformats.org/officeDocument/2006/relationships/customXml" Target="../ink/ink2668.xml"/><Relationship Id="rId480" Type="http://schemas.openxmlformats.org/officeDocument/2006/relationships/image" Target="../media/image1488.png"/><Relationship Id="rId536" Type="http://schemas.openxmlformats.org/officeDocument/2006/relationships/image" Target="../media/image1519.png"/><Relationship Id="rId68" Type="http://schemas.openxmlformats.org/officeDocument/2006/relationships/customXml" Target="../ink/ink2537.xml"/><Relationship Id="rId133" Type="http://schemas.openxmlformats.org/officeDocument/2006/relationships/image" Target="../media/image947.png"/><Relationship Id="rId175" Type="http://schemas.openxmlformats.org/officeDocument/2006/relationships/image" Target="../media/image1098.png"/><Relationship Id="rId340" Type="http://schemas.openxmlformats.org/officeDocument/2006/relationships/image" Target="../media/image1327.png"/><Relationship Id="rId578" Type="http://schemas.openxmlformats.org/officeDocument/2006/relationships/image" Target="../media/image1543.png"/><Relationship Id="rId200" Type="http://schemas.openxmlformats.org/officeDocument/2006/relationships/customXml" Target="../ink/ink2603.xml"/><Relationship Id="rId382" Type="http://schemas.openxmlformats.org/officeDocument/2006/relationships/image" Target="../media/image1351.png"/><Relationship Id="rId438" Type="http://schemas.openxmlformats.org/officeDocument/2006/relationships/image" Target="../media/image1419.png"/><Relationship Id="rId603" Type="http://schemas.openxmlformats.org/officeDocument/2006/relationships/customXml" Target="../ink/ink2805.xml"/><Relationship Id="rId242" Type="http://schemas.openxmlformats.org/officeDocument/2006/relationships/image" Target="../media/image1133.png"/><Relationship Id="rId284" Type="http://schemas.openxmlformats.org/officeDocument/2006/relationships/image" Target="../media/image1296.png"/><Relationship Id="rId491" Type="http://schemas.openxmlformats.org/officeDocument/2006/relationships/customXml" Target="../ink/ink2749.xml"/><Relationship Id="rId505" Type="http://schemas.openxmlformats.org/officeDocument/2006/relationships/customXml" Target="../ink/ink2756.xml"/><Relationship Id="rId37" Type="http://schemas.openxmlformats.org/officeDocument/2006/relationships/image" Target="../media/image899.png"/><Relationship Id="rId79" Type="http://schemas.openxmlformats.org/officeDocument/2006/relationships/image" Target="../media/image920.png"/><Relationship Id="rId102" Type="http://schemas.openxmlformats.org/officeDocument/2006/relationships/customXml" Target="../ink/ink2554.xml"/><Relationship Id="rId144" Type="http://schemas.openxmlformats.org/officeDocument/2006/relationships/customXml" Target="../ink/ink2575.xml"/><Relationship Id="rId547" Type="http://schemas.openxmlformats.org/officeDocument/2006/relationships/customXml" Target="../ink/ink2777.xml"/><Relationship Id="rId589" Type="http://schemas.openxmlformats.org/officeDocument/2006/relationships/customXml" Target="../ink/ink2798.xml"/><Relationship Id="rId90" Type="http://schemas.openxmlformats.org/officeDocument/2006/relationships/customXml" Target="../ink/ink2548.xml"/><Relationship Id="rId186" Type="http://schemas.openxmlformats.org/officeDocument/2006/relationships/customXml" Target="../ink/ink2596.xml"/><Relationship Id="rId351" Type="http://schemas.openxmlformats.org/officeDocument/2006/relationships/customXml" Target="../ink/ink2679.xml"/><Relationship Id="rId393" Type="http://schemas.openxmlformats.org/officeDocument/2006/relationships/customXml" Target="../ink/ink2700.xml"/><Relationship Id="rId407" Type="http://schemas.openxmlformats.org/officeDocument/2006/relationships/customXml" Target="../ink/ink2707.xml"/><Relationship Id="rId449" Type="http://schemas.openxmlformats.org/officeDocument/2006/relationships/customXml" Target="../ink/ink2728.xml"/><Relationship Id="rId211" Type="http://schemas.openxmlformats.org/officeDocument/2006/relationships/image" Target="../media/image1116.png"/><Relationship Id="rId253" Type="http://schemas.openxmlformats.org/officeDocument/2006/relationships/customXml" Target="../ink/ink2630.xml"/><Relationship Id="rId295" Type="http://schemas.openxmlformats.org/officeDocument/2006/relationships/customXml" Target="../ink/ink2651.xml"/><Relationship Id="rId309" Type="http://schemas.openxmlformats.org/officeDocument/2006/relationships/customXml" Target="../ink/ink2658.xml"/><Relationship Id="rId460" Type="http://schemas.openxmlformats.org/officeDocument/2006/relationships/image" Target="../media/image1477.png"/><Relationship Id="rId516" Type="http://schemas.openxmlformats.org/officeDocument/2006/relationships/image" Target="../media/image1508.png"/><Relationship Id="rId48" Type="http://schemas.openxmlformats.org/officeDocument/2006/relationships/customXml" Target="../ink/ink2527.xml"/><Relationship Id="rId113" Type="http://schemas.openxmlformats.org/officeDocument/2006/relationships/image" Target="../media/image937.png"/><Relationship Id="rId320" Type="http://schemas.openxmlformats.org/officeDocument/2006/relationships/image" Target="../media/image1316.png"/><Relationship Id="rId558" Type="http://schemas.openxmlformats.org/officeDocument/2006/relationships/image" Target="../media/image1532.png"/><Relationship Id="rId155" Type="http://schemas.openxmlformats.org/officeDocument/2006/relationships/image" Target="../media/image958.png"/><Relationship Id="rId197" Type="http://schemas.openxmlformats.org/officeDocument/2006/relationships/image" Target="../media/image1109.png"/><Relationship Id="rId362" Type="http://schemas.openxmlformats.org/officeDocument/2006/relationships/image" Target="../media/image1339.png"/><Relationship Id="rId418" Type="http://schemas.openxmlformats.org/officeDocument/2006/relationships/image" Target="../media/image1371.png"/><Relationship Id="rId222" Type="http://schemas.openxmlformats.org/officeDocument/2006/relationships/customXml" Target="../ink/ink2614.xml"/><Relationship Id="rId264" Type="http://schemas.openxmlformats.org/officeDocument/2006/relationships/image" Target="../media/image1145.png"/><Relationship Id="rId471" Type="http://schemas.openxmlformats.org/officeDocument/2006/relationships/customXml" Target="../ink/ink2739.xml"/><Relationship Id="rId17" Type="http://schemas.openxmlformats.org/officeDocument/2006/relationships/image" Target="../media/image889.png"/><Relationship Id="rId59" Type="http://schemas.openxmlformats.org/officeDocument/2006/relationships/image" Target="../media/image910.png"/><Relationship Id="rId124" Type="http://schemas.openxmlformats.org/officeDocument/2006/relationships/customXml" Target="../ink/ink2565.xml"/><Relationship Id="rId527" Type="http://schemas.openxmlformats.org/officeDocument/2006/relationships/customXml" Target="../ink/ink2767.xml"/><Relationship Id="rId569" Type="http://schemas.openxmlformats.org/officeDocument/2006/relationships/customXml" Target="../ink/ink2788.xml"/><Relationship Id="rId70" Type="http://schemas.openxmlformats.org/officeDocument/2006/relationships/customXml" Target="../ink/ink2538.xml"/><Relationship Id="rId166" Type="http://schemas.openxmlformats.org/officeDocument/2006/relationships/customXml" Target="../ink/ink2586.xml"/><Relationship Id="rId331" Type="http://schemas.openxmlformats.org/officeDocument/2006/relationships/customXml" Target="../ink/ink2669.xml"/><Relationship Id="rId373" Type="http://schemas.openxmlformats.org/officeDocument/2006/relationships/customXml" Target="../ink/ink2690.xml"/><Relationship Id="rId429" Type="http://schemas.openxmlformats.org/officeDocument/2006/relationships/customXml" Target="../ink/ink2718.xml"/><Relationship Id="rId580" Type="http://schemas.openxmlformats.org/officeDocument/2006/relationships/image" Target="../media/image1544.png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2620.xml"/><Relationship Id="rId440" Type="http://schemas.openxmlformats.org/officeDocument/2006/relationships/image" Target="../media/image1421.png"/><Relationship Id="rId28" Type="http://schemas.openxmlformats.org/officeDocument/2006/relationships/customXml" Target="../ink/ink2517.xml"/><Relationship Id="rId275" Type="http://schemas.openxmlformats.org/officeDocument/2006/relationships/customXml" Target="../ink/ink2641.xml"/><Relationship Id="rId300" Type="http://schemas.openxmlformats.org/officeDocument/2006/relationships/image" Target="../media/image1305.png"/><Relationship Id="rId482" Type="http://schemas.openxmlformats.org/officeDocument/2006/relationships/image" Target="../media/image1489.png"/><Relationship Id="rId538" Type="http://schemas.openxmlformats.org/officeDocument/2006/relationships/image" Target="../media/image1521.png"/><Relationship Id="rId81" Type="http://schemas.openxmlformats.org/officeDocument/2006/relationships/image" Target="../media/image921.png"/><Relationship Id="rId135" Type="http://schemas.openxmlformats.org/officeDocument/2006/relationships/image" Target="../media/image948.png"/><Relationship Id="rId177" Type="http://schemas.openxmlformats.org/officeDocument/2006/relationships/image" Target="../media/image1099.png"/><Relationship Id="rId342" Type="http://schemas.openxmlformats.org/officeDocument/2006/relationships/image" Target="../media/image1328.png"/><Relationship Id="rId384" Type="http://schemas.openxmlformats.org/officeDocument/2006/relationships/image" Target="../media/image1352.png"/><Relationship Id="rId591" Type="http://schemas.openxmlformats.org/officeDocument/2006/relationships/customXml" Target="../ink/ink2799.xml"/><Relationship Id="rId605" Type="http://schemas.openxmlformats.org/officeDocument/2006/relationships/customXml" Target="../ink/ink2806.xml"/><Relationship Id="rId202" Type="http://schemas.openxmlformats.org/officeDocument/2006/relationships/customXml" Target="../ink/ink2604.xml"/><Relationship Id="rId244" Type="http://schemas.openxmlformats.org/officeDocument/2006/relationships/image" Target="../media/image1134.png"/><Relationship Id="rId39" Type="http://schemas.openxmlformats.org/officeDocument/2006/relationships/image" Target="../media/image900.png"/><Relationship Id="rId286" Type="http://schemas.openxmlformats.org/officeDocument/2006/relationships/image" Target="../media/image1297.png"/><Relationship Id="rId451" Type="http://schemas.openxmlformats.org/officeDocument/2006/relationships/customXml" Target="../ink/ink2729.xml"/><Relationship Id="rId493" Type="http://schemas.openxmlformats.org/officeDocument/2006/relationships/customXml" Target="../ink/ink2750.xml"/><Relationship Id="rId507" Type="http://schemas.openxmlformats.org/officeDocument/2006/relationships/customXml" Target="../ink/ink2757.xml"/><Relationship Id="rId549" Type="http://schemas.openxmlformats.org/officeDocument/2006/relationships/customXml" Target="../ink/ink2778.xml"/><Relationship Id="rId50" Type="http://schemas.openxmlformats.org/officeDocument/2006/relationships/customXml" Target="../ink/ink2528.xml"/><Relationship Id="rId104" Type="http://schemas.openxmlformats.org/officeDocument/2006/relationships/customXml" Target="../ink/ink2555.xml"/><Relationship Id="rId146" Type="http://schemas.openxmlformats.org/officeDocument/2006/relationships/customXml" Target="../ink/ink2576.xml"/><Relationship Id="rId188" Type="http://schemas.openxmlformats.org/officeDocument/2006/relationships/customXml" Target="../ink/ink2597.xml"/><Relationship Id="rId311" Type="http://schemas.openxmlformats.org/officeDocument/2006/relationships/customXml" Target="../ink/ink2659.xml"/><Relationship Id="rId353" Type="http://schemas.openxmlformats.org/officeDocument/2006/relationships/customXml" Target="../ink/ink2680.xml"/><Relationship Id="rId395" Type="http://schemas.openxmlformats.org/officeDocument/2006/relationships/customXml" Target="../ink/ink2701.xml"/><Relationship Id="rId409" Type="http://schemas.openxmlformats.org/officeDocument/2006/relationships/customXml" Target="../ink/ink2708.xml"/><Relationship Id="rId560" Type="http://schemas.openxmlformats.org/officeDocument/2006/relationships/image" Target="../media/image1533.png"/><Relationship Id="rId92" Type="http://schemas.openxmlformats.org/officeDocument/2006/relationships/customXml" Target="../ink/ink2549.xml"/><Relationship Id="rId213" Type="http://schemas.openxmlformats.org/officeDocument/2006/relationships/image" Target="../media/image1117.png"/><Relationship Id="rId420" Type="http://schemas.openxmlformats.org/officeDocument/2006/relationships/image" Target="../media/image1393.png"/><Relationship Id="rId255" Type="http://schemas.openxmlformats.org/officeDocument/2006/relationships/customXml" Target="../ink/ink2631.xml"/><Relationship Id="rId297" Type="http://schemas.openxmlformats.org/officeDocument/2006/relationships/customXml" Target="../ink/ink2652.xml"/><Relationship Id="rId462" Type="http://schemas.openxmlformats.org/officeDocument/2006/relationships/image" Target="../media/image1478.png"/><Relationship Id="rId518" Type="http://schemas.openxmlformats.org/officeDocument/2006/relationships/image" Target="../media/image1509.png"/><Relationship Id="rId115" Type="http://schemas.openxmlformats.org/officeDocument/2006/relationships/image" Target="../media/image938.png"/><Relationship Id="rId157" Type="http://schemas.openxmlformats.org/officeDocument/2006/relationships/image" Target="../media/image959.png"/><Relationship Id="rId322" Type="http://schemas.openxmlformats.org/officeDocument/2006/relationships/image" Target="../media/image1317.png"/><Relationship Id="rId364" Type="http://schemas.openxmlformats.org/officeDocument/2006/relationships/image" Target="../media/image1341.png"/><Relationship Id="rId61" Type="http://schemas.openxmlformats.org/officeDocument/2006/relationships/image" Target="../media/image911.png"/><Relationship Id="rId199" Type="http://schemas.openxmlformats.org/officeDocument/2006/relationships/image" Target="../media/image1110.png"/><Relationship Id="rId571" Type="http://schemas.openxmlformats.org/officeDocument/2006/relationships/customXml" Target="../ink/ink2789.xml"/><Relationship Id="rId19" Type="http://schemas.openxmlformats.org/officeDocument/2006/relationships/image" Target="../media/image890.png"/><Relationship Id="rId224" Type="http://schemas.openxmlformats.org/officeDocument/2006/relationships/customXml" Target="../ink/ink2615.xml"/><Relationship Id="rId266" Type="http://schemas.openxmlformats.org/officeDocument/2006/relationships/image" Target="../media/image1146.png"/><Relationship Id="rId431" Type="http://schemas.openxmlformats.org/officeDocument/2006/relationships/customXml" Target="../ink/ink2719.xml"/><Relationship Id="rId473" Type="http://schemas.openxmlformats.org/officeDocument/2006/relationships/customXml" Target="../ink/ink2740.xml"/><Relationship Id="rId529" Type="http://schemas.openxmlformats.org/officeDocument/2006/relationships/customXml" Target="../ink/ink2768.xml"/><Relationship Id="rId30" Type="http://schemas.openxmlformats.org/officeDocument/2006/relationships/customXml" Target="../ink/ink2518.xml"/><Relationship Id="rId126" Type="http://schemas.openxmlformats.org/officeDocument/2006/relationships/customXml" Target="../ink/ink2566.xml"/><Relationship Id="rId168" Type="http://schemas.openxmlformats.org/officeDocument/2006/relationships/customXml" Target="../ink/ink2587.xml"/><Relationship Id="rId333" Type="http://schemas.openxmlformats.org/officeDocument/2006/relationships/customXml" Target="../ink/ink2670.xml"/><Relationship Id="rId540" Type="http://schemas.openxmlformats.org/officeDocument/2006/relationships/image" Target="../media/image1522.png"/><Relationship Id="rId72" Type="http://schemas.openxmlformats.org/officeDocument/2006/relationships/customXml" Target="../ink/ink2539.xml"/><Relationship Id="rId375" Type="http://schemas.openxmlformats.org/officeDocument/2006/relationships/customXml" Target="../ink/ink2691.xml"/><Relationship Id="rId582" Type="http://schemas.openxmlformats.org/officeDocument/2006/relationships/image" Target="../media/image1545.png"/><Relationship Id="rId3" Type="http://schemas.openxmlformats.org/officeDocument/2006/relationships/image" Target="../media/image883.png"/><Relationship Id="rId235" Type="http://schemas.openxmlformats.org/officeDocument/2006/relationships/customXml" Target="../ink/ink2621.xml"/><Relationship Id="rId277" Type="http://schemas.openxmlformats.org/officeDocument/2006/relationships/customXml" Target="../ink/ink2642.xml"/><Relationship Id="rId400" Type="http://schemas.openxmlformats.org/officeDocument/2006/relationships/image" Target="../media/image1361.png"/><Relationship Id="rId442" Type="http://schemas.openxmlformats.org/officeDocument/2006/relationships/image" Target="../media/image1422.png"/><Relationship Id="rId484" Type="http://schemas.openxmlformats.org/officeDocument/2006/relationships/image" Target="../media/image1491.png"/><Relationship Id="rId137" Type="http://schemas.openxmlformats.org/officeDocument/2006/relationships/image" Target="../media/image949.png"/><Relationship Id="rId302" Type="http://schemas.openxmlformats.org/officeDocument/2006/relationships/image" Target="../media/image1306.png"/><Relationship Id="rId344" Type="http://schemas.openxmlformats.org/officeDocument/2006/relationships/image" Target="../media/image1329.png"/><Relationship Id="rId41" Type="http://schemas.openxmlformats.org/officeDocument/2006/relationships/image" Target="../media/image901.png"/><Relationship Id="rId83" Type="http://schemas.openxmlformats.org/officeDocument/2006/relationships/image" Target="../media/image922.png"/><Relationship Id="rId179" Type="http://schemas.openxmlformats.org/officeDocument/2006/relationships/image" Target="../media/image1100.png"/><Relationship Id="rId386" Type="http://schemas.openxmlformats.org/officeDocument/2006/relationships/image" Target="../media/image1353.png"/><Relationship Id="rId551" Type="http://schemas.openxmlformats.org/officeDocument/2006/relationships/customXml" Target="../ink/ink2779.xml"/><Relationship Id="rId593" Type="http://schemas.openxmlformats.org/officeDocument/2006/relationships/customXml" Target="../ink/ink2800.xml"/><Relationship Id="rId607" Type="http://schemas.openxmlformats.org/officeDocument/2006/relationships/customXml" Target="../ink/ink2807.xml"/><Relationship Id="rId190" Type="http://schemas.openxmlformats.org/officeDocument/2006/relationships/customXml" Target="../ink/ink2598.xml"/><Relationship Id="rId204" Type="http://schemas.openxmlformats.org/officeDocument/2006/relationships/customXml" Target="../ink/ink2605.xml"/><Relationship Id="rId246" Type="http://schemas.openxmlformats.org/officeDocument/2006/relationships/image" Target="../media/image1135.png"/><Relationship Id="rId288" Type="http://schemas.openxmlformats.org/officeDocument/2006/relationships/image" Target="../media/image1298.png"/><Relationship Id="rId411" Type="http://schemas.openxmlformats.org/officeDocument/2006/relationships/customXml" Target="../ink/ink2709.xml"/><Relationship Id="rId453" Type="http://schemas.openxmlformats.org/officeDocument/2006/relationships/customXml" Target="../ink/ink2730.xml"/><Relationship Id="rId509" Type="http://schemas.openxmlformats.org/officeDocument/2006/relationships/customXml" Target="../ink/ink2758.xml"/><Relationship Id="rId106" Type="http://schemas.openxmlformats.org/officeDocument/2006/relationships/customXml" Target="../ink/ink2556.xml"/><Relationship Id="rId313" Type="http://schemas.openxmlformats.org/officeDocument/2006/relationships/customXml" Target="../ink/ink2660.xml"/><Relationship Id="rId495" Type="http://schemas.openxmlformats.org/officeDocument/2006/relationships/customXml" Target="../ink/ink2751.xml"/><Relationship Id="rId10" Type="http://schemas.openxmlformats.org/officeDocument/2006/relationships/customXml" Target="../ink/ink2508.xml"/><Relationship Id="rId52" Type="http://schemas.openxmlformats.org/officeDocument/2006/relationships/customXml" Target="../ink/ink2529.xml"/><Relationship Id="rId94" Type="http://schemas.openxmlformats.org/officeDocument/2006/relationships/customXml" Target="../ink/ink2550.xml"/><Relationship Id="rId148" Type="http://schemas.openxmlformats.org/officeDocument/2006/relationships/customXml" Target="../ink/ink2577.xml"/><Relationship Id="rId355" Type="http://schemas.openxmlformats.org/officeDocument/2006/relationships/customXml" Target="../ink/ink2681.xml"/><Relationship Id="rId397" Type="http://schemas.openxmlformats.org/officeDocument/2006/relationships/customXml" Target="../ink/ink2702.xml"/><Relationship Id="rId520" Type="http://schemas.openxmlformats.org/officeDocument/2006/relationships/image" Target="../media/image1510.png"/><Relationship Id="rId562" Type="http://schemas.openxmlformats.org/officeDocument/2006/relationships/image" Target="../media/image1534.png"/><Relationship Id="rId215" Type="http://schemas.openxmlformats.org/officeDocument/2006/relationships/image" Target="../media/image1118.png"/><Relationship Id="rId257" Type="http://schemas.openxmlformats.org/officeDocument/2006/relationships/customXml" Target="../ink/ink2632.xml"/><Relationship Id="rId422" Type="http://schemas.openxmlformats.org/officeDocument/2006/relationships/image" Target="../media/image1394.png"/><Relationship Id="rId464" Type="http://schemas.openxmlformats.org/officeDocument/2006/relationships/image" Target="../media/image1479.png"/><Relationship Id="rId299" Type="http://schemas.openxmlformats.org/officeDocument/2006/relationships/customXml" Target="../ink/ink2653.xml"/><Relationship Id="rId63" Type="http://schemas.openxmlformats.org/officeDocument/2006/relationships/image" Target="../media/image912.png"/><Relationship Id="rId159" Type="http://schemas.openxmlformats.org/officeDocument/2006/relationships/image" Target="../media/image960.png"/><Relationship Id="rId366" Type="http://schemas.openxmlformats.org/officeDocument/2006/relationships/image" Target="../media/image1342.png"/><Relationship Id="rId573" Type="http://schemas.openxmlformats.org/officeDocument/2006/relationships/customXml" Target="../ink/ink2790.xml"/><Relationship Id="rId226" Type="http://schemas.openxmlformats.org/officeDocument/2006/relationships/customXml" Target="../ink/ink2616.xml"/><Relationship Id="rId433" Type="http://schemas.openxmlformats.org/officeDocument/2006/relationships/customXml" Target="../ink/ink2720.xml"/><Relationship Id="rId74" Type="http://schemas.openxmlformats.org/officeDocument/2006/relationships/customXml" Target="../ink/ink2540.xml"/><Relationship Id="rId377" Type="http://schemas.openxmlformats.org/officeDocument/2006/relationships/customXml" Target="../ink/ink2692.xml"/><Relationship Id="rId500" Type="http://schemas.openxmlformats.org/officeDocument/2006/relationships/image" Target="../media/image1499.png"/><Relationship Id="rId584" Type="http://schemas.openxmlformats.org/officeDocument/2006/relationships/image" Target="../media/image1546.png"/><Relationship Id="rId5" Type="http://schemas.openxmlformats.org/officeDocument/2006/relationships/image" Target="../media/image884.png"/><Relationship Id="rId237" Type="http://schemas.openxmlformats.org/officeDocument/2006/relationships/customXml" Target="../ink/ink2622.xml"/><Relationship Id="rId444" Type="http://schemas.openxmlformats.org/officeDocument/2006/relationships/image" Target="../media/image1423.png"/><Relationship Id="rId290" Type="http://schemas.openxmlformats.org/officeDocument/2006/relationships/image" Target="../media/image1299.png"/><Relationship Id="rId304" Type="http://schemas.openxmlformats.org/officeDocument/2006/relationships/image" Target="../media/image1307.png"/><Relationship Id="rId388" Type="http://schemas.openxmlformats.org/officeDocument/2006/relationships/image" Target="../media/image1354.png"/><Relationship Id="rId511" Type="http://schemas.openxmlformats.org/officeDocument/2006/relationships/customXml" Target="../ink/ink2759.xml"/><Relationship Id="rId85" Type="http://schemas.openxmlformats.org/officeDocument/2006/relationships/image" Target="../media/image923.png"/><Relationship Id="rId150" Type="http://schemas.openxmlformats.org/officeDocument/2006/relationships/customXml" Target="../ink/ink2578.xml"/><Relationship Id="rId595" Type="http://schemas.openxmlformats.org/officeDocument/2006/relationships/customXml" Target="../ink/ink2801.xml"/><Relationship Id="rId248" Type="http://schemas.openxmlformats.org/officeDocument/2006/relationships/image" Target="../media/image1136.png"/><Relationship Id="rId455" Type="http://schemas.openxmlformats.org/officeDocument/2006/relationships/customXml" Target="../ink/ink2731.xml"/><Relationship Id="rId12" Type="http://schemas.openxmlformats.org/officeDocument/2006/relationships/customXml" Target="../ink/ink2509.xml"/><Relationship Id="rId108" Type="http://schemas.openxmlformats.org/officeDocument/2006/relationships/customXml" Target="../ink/ink2557.xml"/><Relationship Id="rId315" Type="http://schemas.openxmlformats.org/officeDocument/2006/relationships/customXml" Target="../ink/ink2661.xml"/><Relationship Id="rId522" Type="http://schemas.openxmlformats.org/officeDocument/2006/relationships/image" Target="../media/image1512.png"/><Relationship Id="rId96" Type="http://schemas.openxmlformats.org/officeDocument/2006/relationships/customXml" Target="../ink/ink2551.xml"/><Relationship Id="rId161" Type="http://schemas.openxmlformats.org/officeDocument/2006/relationships/image" Target="../media/image961.png"/><Relationship Id="rId399" Type="http://schemas.openxmlformats.org/officeDocument/2006/relationships/customXml" Target="../ink/ink2703.xml"/><Relationship Id="rId259" Type="http://schemas.openxmlformats.org/officeDocument/2006/relationships/customXml" Target="../ink/ink2633.xml"/><Relationship Id="rId466" Type="http://schemas.openxmlformats.org/officeDocument/2006/relationships/image" Target="../media/image1481.png"/><Relationship Id="rId23" Type="http://schemas.openxmlformats.org/officeDocument/2006/relationships/image" Target="../media/image892.png"/><Relationship Id="rId119" Type="http://schemas.openxmlformats.org/officeDocument/2006/relationships/image" Target="../media/image940.png"/><Relationship Id="rId326" Type="http://schemas.openxmlformats.org/officeDocument/2006/relationships/image" Target="../media/image1319.png"/><Relationship Id="rId533" Type="http://schemas.openxmlformats.org/officeDocument/2006/relationships/customXml" Target="../ink/ink2770.xml"/><Relationship Id="rId172" Type="http://schemas.openxmlformats.org/officeDocument/2006/relationships/customXml" Target="../ink/ink2589.xml"/><Relationship Id="rId477" Type="http://schemas.openxmlformats.org/officeDocument/2006/relationships/customXml" Target="../ink/ink2742.xml"/><Relationship Id="rId600" Type="http://schemas.openxmlformats.org/officeDocument/2006/relationships/image" Target="../media/image1555.png"/><Relationship Id="rId337" Type="http://schemas.openxmlformats.org/officeDocument/2006/relationships/customXml" Target="../ink/ink2672.xml"/><Relationship Id="rId34" Type="http://schemas.openxmlformats.org/officeDocument/2006/relationships/customXml" Target="../ink/ink2520.xml"/><Relationship Id="rId544" Type="http://schemas.openxmlformats.org/officeDocument/2006/relationships/image" Target="../media/image1524.png"/><Relationship Id="rId183" Type="http://schemas.openxmlformats.org/officeDocument/2006/relationships/image" Target="../media/image243.png"/><Relationship Id="rId390" Type="http://schemas.openxmlformats.org/officeDocument/2006/relationships/image" Target="../media/image1355.png"/><Relationship Id="rId404" Type="http://schemas.openxmlformats.org/officeDocument/2006/relationships/image" Target="../media/image1363.png"/><Relationship Id="rId250" Type="http://schemas.openxmlformats.org/officeDocument/2006/relationships/image" Target="../media/image1137.png"/><Relationship Id="rId488" Type="http://schemas.openxmlformats.org/officeDocument/2006/relationships/image" Target="../media/image1493.png"/><Relationship Id="rId45" Type="http://schemas.openxmlformats.org/officeDocument/2006/relationships/image" Target="../media/image903.png"/><Relationship Id="rId110" Type="http://schemas.openxmlformats.org/officeDocument/2006/relationships/customXml" Target="../ink/ink2558.xml"/><Relationship Id="rId348" Type="http://schemas.openxmlformats.org/officeDocument/2006/relationships/image" Target="../media/image1332.png"/><Relationship Id="rId555" Type="http://schemas.openxmlformats.org/officeDocument/2006/relationships/customXml" Target="../ink/ink2781.xml"/><Relationship Id="rId194" Type="http://schemas.openxmlformats.org/officeDocument/2006/relationships/customXml" Target="../ink/ink2600.xml"/><Relationship Id="rId208" Type="http://schemas.openxmlformats.org/officeDocument/2006/relationships/customXml" Target="../ink/ink2607.xml"/><Relationship Id="rId415" Type="http://schemas.openxmlformats.org/officeDocument/2006/relationships/customXml" Target="../ink/ink2711.xml"/><Relationship Id="rId261" Type="http://schemas.openxmlformats.org/officeDocument/2006/relationships/customXml" Target="../ink/ink2634.xml"/><Relationship Id="rId499" Type="http://schemas.openxmlformats.org/officeDocument/2006/relationships/customXml" Target="../ink/ink2753.xml"/><Relationship Id="rId56" Type="http://schemas.openxmlformats.org/officeDocument/2006/relationships/customXml" Target="../ink/ink2531.xml"/><Relationship Id="rId359" Type="http://schemas.openxmlformats.org/officeDocument/2006/relationships/customXml" Target="../ink/ink2683.xml"/><Relationship Id="rId566" Type="http://schemas.openxmlformats.org/officeDocument/2006/relationships/image" Target="../media/image1536.png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9.png"/><Relationship Id="rId21" Type="http://schemas.openxmlformats.org/officeDocument/2006/relationships/image" Target="../media/image891.png"/><Relationship Id="rId324" Type="http://schemas.openxmlformats.org/officeDocument/2006/relationships/image" Target="../media/image1318.png"/><Relationship Id="rId531" Type="http://schemas.openxmlformats.org/officeDocument/2006/relationships/customXml" Target="../ink/ink3073.xml"/><Relationship Id="rId170" Type="http://schemas.openxmlformats.org/officeDocument/2006/relationships/customXml" Target="../ink/ink2892.xml"/><Relationship Id="rId268" Type="http://schemas.openxmlformats.org/officeDocument/2006/relationships/image" Target="../media/image1147.png"/><Relationship Id="rId475" Type="http://schemas.openxmlformats.org/officeDocument/2006/relationships/customXml" Target="../ink/ink3045.xml"/><Relationship Id="rId32" Type="http://schemas.openxmlformats.org/officeDocument/2006/relationships/customXml" Target="../ink/ink2823.xml"/><Relationship Id="rId128" Type="http://schemas.openxmlformats.org/officeDocument/2006/relationships/customXml" Target="../ink/ink2871.xml"/><Relationship Id="rId335" Type="http://schemas.openxmlformats.org/officeDocument/2006/relationships/customXml" Target="../ink/ink2975.xml"/><Relationship Id="rId542" Type="http://schemas.openxmlformats.org/officeDocument/2006/relationships/image" Target="../media/image1572.png"/><Relationship Id="rId181" Type="http://schemas.openxmlformats.org/officeDocument/2006/relationships/image" Target="../media/image1101.png"/><Relationship Id="rId402" Type="http://schemas.openxmlformats.org/officeDocument/2006/relationships/image" Target="../media/image1362.png"/><Relationship Id="rId279" Type="http://schemas.openxmlformats.org/officeDocument/2006/relationships/customXml" Target="../ink/ink2947.xml"/><Relationship Id="rId486" Type="http://schemas.openxmlformats.org/officeDocument/2006/relationships/image" Target="../media/image1408.png"/><Relationship Id="rId43" Type="http://schemas.openxmlformats.org/officeDocument/2006/relationships/image" Target="../media/image902.png"/><Relationship Id="rId139" Type="http://schemas.openxmlformats.org/officeDocument/2006/relationships/image" Target="../media/image950.png"/><Relationship Id="rId346" Type="http://schemas.openxmlformats.org/officeDocument/2006/relationships/image" Target="../media/image1331.png"/><Relationship Id="rId192" Type="http://schemas.openxmlformats.org/officeDocument/2006/relationships/customXml" Target="../ink/ink2903.xml"/><Relationship Id="rId206" Type="http://schemas.openxmlformats.org/officeDocument/2006/relationships/customXml" Target="../ink/ink2910.xml"/><Relationship Id="rId413" Type="http://schemas.openxmlformats.org/officeDocument/2006/relationships/customXml" Target="../ink/ink3014.xml"/><Relationship Id="rId497" Type="http://schemas.openxmlformats.org/officeDocument/2006/relationships/customXml" Target="../ink/ink3056.xml"/><Relationship Id="rId12" Type="http://schemas.openxmlformats.org/officeDocument/2006/relationships/customXml" Target="../ink/ink2813.xml"/><Relationship Id="rId108" Type="http://schemas.openxmlformats.org/officeDocument/2006/relationships/customXml" Target="../ink/ink2861.xml"/><Relationship Id="rId315" Type="http://schemas.openxmlformats.org/officeDocument/2006/relationships/customXml" Target="../ink/ink2965.xml"/><Relationship Id="rId357" Type="http://schemas.openxmlformats.org/officeDocument/2006/relationships/customXml" Target="../ink/ink2986.xml"/><Relationship Id="rId522" Type="http://schemas.openxmlformats.org/officeDocument/2006/relationships/image" Target="../media/image1561.png"/><Relationship Id="rId54" Type="http://schemas.openxmlformats.org/officeDocument/2006/relationships/customXml" Target="../ink/ink2834.xml"/><Relationship Id="rId96" Type="http://schemas.openxmlformats.org/officeDocument/2006/relationships/customXml" Target="../ink/ink2855.xml"/><Relationship Id="rId161" Type="http://schemas.openxmlformats.org/officeDocument/2006/relationships/image" Target="../media/image961.png"/><Relationship Id="rId217" Type="http://schemas.openxmlformats.org/officeDocument/2006/relationships/image" Target="../media/image1119.png"/><Relationship Id="rId399" Type="http://schemas.openxmlformats.org/officeDocument/2006/relationships/customXml" Target="../ink/ink3007.xml"/><Relationship Id="rId259" Type="http://schemas.openxmlformats.org/officeDocument/2006/relationships/customXml" Target="../ink/ink2937.xml"/><Relationship Id="rId424" Type="http://schemas.openxmlformats.org/officeDocument/2006/relationships/image" Target="../media/image1374.png"/><Relationship Id="rId466" Type="http://schemas.openxmlformats.org/officeDocument/2006/relationships/image" Target="../media/image1397.png"/><Relationship Id="rId23" Type="http://schemas.openxmlformats.org/officeDocument/2006/relationships/image" Target="../media/image892.png"/><Relationship Id="rId119" Type="http://schemas.openxmlformats.org/officeDocument/2006/relationships/image" Target="../media/image940.png"/><Relationship Id="rId270" Type="http://schemas.openxmlformats.org/officeDocument/2006/relationships/image" Target="../media/image1148.png"/><Relationship Id="rId326" Type="http://schemas.openxmlformats.org/officeDocument/2006/relationships/image" Target="../media/image1319.png"/><Relationship Id="rId533" Type="http://schemas.openxmlformats.org/officeDocument/2006/relationships/customXml" Target="../ink/ink3074.xml"/><Relationship Id="rId65" Type="http://schemas.openxmlformats.org/officeDocument/2006/relationships/image" Target="../media/image913.png"/><Relationship Id="rId130" Type="http://schemas.openxmlformats.org/officeDocument/2006/relationships/customXml" Target="../ink/ink2872.xml"/><Relationship Id="rId368" Type="http://schemas.openxmlformats.org/officeDocument/2006/relationships/image" Target="../media/image1343.png"/><Relationship Id="rId172" Type="http://schemas.openxmlformats.org/officeDocument/2006/relationships/customXml" Target="../ink/ink2893.xml"/><Relationship Id="rId228" Type="http://schemas.openxmlformats.org/officeDocument/2006/relationships/image" Target="../media/image1125.png"/><Relationship Id="rId435" Type="http://schemas.openxmlformats.org/officeDocument/2006/relationships/customXml" Target="../ink/ink3025.xml"/><Relationship Id="rId477" Type="http://schemas.openxmlformats.org/officeDocument/2006/relationships/customXml" Target="../ink/ink3046.xml"/><Relationship Id="rId281" Type="http://schemas.openxmlformats.org/officeDocument/2006/relationships/customXml" Target="../ink/ink2948.xml"/><Relationship Id="rId337" Type="http://schemas.openxmlformats.org/officeDocument/2006/relationships/customXml" Target="../ink/ink2976.xml"/><Relationship Id="rId502" Type="http://schemas.openxmlformats.org/officeDocument/2006/relationships/image" Target="../media/image1417.png"/><Relationship Id="rId34" Type="http://schemas.openxmlformats.org/officeDocument/2006/relationships/customXml" Target="../ink/ink2824.xml"/><Relationship Id="rId76" Type="http://schemas.openxmlformats.org/officeDocument/2006/relationships/customXml" Target="../ink/ink2845.xml"/><Relationship Id="rId141" Type="http://schemas.openxmlformats.org/officeDocument/2006/relationships/image" Target="../media/image951.png"/><Relationship Id="rId379" Type="http://schemas.openxmlformats.org/officeDocument/2006/relationships/customXml" Target="../ink/ink2997.xml"/><Relationship Id="rId544" Type="http://schemas.openxmlformats.org/officeDocument/2006/relationships/image" Target="../media/image1573.png"/><Relationship Id="rId7" Type="http://schemas.openxmlformats.org/officeDocument/2006/relationships/image" Target="../media/image885.png"/><Relationship Id="rId183" Type="http://schemas.openxmlformats.org/officeDocument/2006/relationships/image" Target="../media/image243.png"/><Relationship Id="rId239" Type="http://schemas.openxmlformats.org/officeDocument/2006/relationships/customXml" Target="../ink/ink2927.xml"/><Relationship Id="rId390" Type="http://schemas.openxmlformats.org/officeDocument/2006/relationships/image" Target="../media/image1355.png"/><Relationship Id="rId404" Type="http://schemas.openxmlformats.org/officeDocument/2006/relationships/image" Target="../media/image1363.png"/><Relationship Id="rId446" Type="http://schemas.openxmlformats.org/officeDocument/2006/relationships/image" Target="../media/image1386.png"/><Relationship Id="rId250" Type="http://schemas.openxmlformats.org/officeDocument/2006/relationships/image" Target="../media/image1137.png"/><Relationship Id="rId292" Type="http://schemas.openxmlformats.org/officeDocument/2006/relationships/image" Target="../media/image1301.png"/><Relationship Id="rId306" Type="http://schemas.openxmlformats.org/officeDocument/2006/relationships/image" Target="../media/image1308.png"/><Relationship Id="rId488" Type="http://schemas.openxmlformats.org/officeDocument/2006/relationships/image" Target="../media/image1409.png"/><Relationship Id="rId45" Type="http://schemas.openxmlformats.org/officeDocument/2006/relationships/image" Target="../media/image903.png"/><Relationship Id="rId87" Type="http://schemas.openxmlformats.org/officeDocument/2006/relationships/image" Target="../media/image924.png"/><Relationship Id="rId110" Type="http://schemas.openxmlformats.org/officeDocument/2006/relationships/customXml" Target="../ink/ink2862.xml"/><Relationship Id="rId348" Type="http://schemas.openxmlformats.org/officeDocument/2006/relationships/image" Target="../media/image1332.png"/><Relationship Id="rId513" Type="http://schemas.openxmlformats.org/officeDocument/2006/relationships/customXml" Target="../ink/ink3064.xml"/><Relationship Id="rId152" Type="http://schemas.openxmlformats.org/officeDocument/2006/relationships/customXml" Target="../ink/ink2883.xml"/><Relationship Id="rId194" Type="http://schemas.openxmlformats.org/officeDocument/2006/relationships/customXml" Target="../ink/ink2904.xml"/><Relationship Id="rId208" Type="http://schemas.openxmlformats.org/officeDocument/2006/relationships/customXml" Target="../ink/ink2911.xml"/><Relationship Id="rId415" Type="http://schemas.openxmlformats.org/officeDocument/2006/relationships/customXml" Target="../ink/ink3015.xml"/><Relationship Id="rId457" Type="http://schemas.openxmlformats.org/officeDocument/2006/relationships/customXml" Target="../ink/ink3036.xml"/><Relationship Id="rId261" Type="http://schemas.openxmlformats.org/officeDocument/2006/relationships/customXml" Target="../ink/ink2938.xml"/><Relationship Id="rId499" Type="http://schemas.openxmlformats.org/officeDocument/2006/relationships/customXml" Target="../ink/ink3057.xml"/><Relationship Id="rId14" Type="http://schemas.openxmlformats.org/officeDocument/2006/relationships/customXml" Target="../ink/ink2814.xml"/><Relationship Id="rId56" Type="http://schemas.openxmlformats.org/officeDocument/2006/relationships/customXml" Target="../ink/ink2835.xml"/><Relationship Id="rId317" Type="http://schemas.openxmlformats.org/officeDocument/2006/relationships/customXml" Target="../ink/ink2966.xml"/><Relationship Id="rId359" Type="http://schemas.openxmlformats.org/officeDocument/2006/relationships/customXml" Target="../ink/ink2987.xml"/><Relationship Id="rId524" Type="http://schemas.openxmlformats.org/officeDocument/2006/relationships/image" Target="../media/image1562.png"/><Relationship Id="rId98" Type="http://schemas.openxmlformats.org/officeDocument/2006/relationships/customXml" Target="../ink/ink2856.xml"/><Relationship Id="rId121" Type="http://schemas.openxmlformats.org/officeDocument/2006/relationships/image" Target="../media/image941.png"/><Relationship Id="rId163" Type="http://schemas.openxmlformats.org/officeDocument/2006/relationships/image" Target="../media/image1021.png"/><Relationship Id="rId219" Type="http://schemas.openxmlformats.org/officeDocument/2006/relationships/image" Target="../media/image1120.png"/><Relationship Id="rId370" Type="http://schemas.openxmlformats.org/officeDocument/2006/relationships/image" Target="../media/image1344.png"/><Relationship Id="rId426" Type="http://schemas.openxmlformats.org/officeDocument/2006/relationships/image" Target="../media/image1375.png"/><Relationship Id="rId230" Type="http://schemas.openxmlformats.org/officeDocument/2006/relationships/image" Target="../media/image1126.png"/><Relationship Id="rId468" Type="http://schemas.openxmlformats.org/officeDocument/2006/relationships/image" Target="../media/image1398.png"/><Relationship Id="rId25" Type="http://schemas.openxmlformats.org/officeDocument/2006/relationships/image" Target="../media/image893.png"/><Relationship Id="rId67" Type="http://schemas.openxmlformats.org/officeDocument/2006/relationships/image" Target="../media/image914.png"/><Relationship Id="rId272" Type="http://schemas.openxmlformats.org/officeDocument/2006/relationships/image" Target="../media/image1149.png"/><Relationship Id="rId328" Type="http://schemas.openxmlformats.org/officeDocument/2006/relationships/image" Target="../media/image1321.png"/><Relationship Id="rId535" Type="http://schemas.openxmlformats.org/officeDocument/2006/relationships/customXml" Target="../ink/ink3075.xml"/><Relationship Id="rId132" Type="http://schemas.openxmlformats.org/officeDocument/2006/relationships/customXml" Target="../ink/ink2873.xml"/><Relationship Id="rId174" Type="http://schemas.openxmlformats.org/officeDocument/2006/relationships/customXml" Target="../ink/ink2894.xml"/><Relationship Id="rId381" Type="http://schemas.openxmlformats.org/officeDocument/2006/relationships/customXml" Target="../ink/ink2998.xml"/><Relationship Id="rId241" Type="http://schemas.openxmlformats.org/officeDocument/2006/relationships/customXml" Target="../ink/ink2928.xml"/><Relationship Id="rId437" Type="http://schemas.openxmlformats.org/officeDocument/2006/relationships/customXml" Target="../ink/ink3026.xml"/><Relationship Id="rId479" Type="http://schemas.openxmlformats.org/officeDocument/2006/relationships/customXml" Target="../ink/ink3047.xml"/><Relationship Id="rId36" Type="http://schemas.openxmlformats.org/officeDocument/2006/relationships/customXml" Target="../ink/ink2825.xml"/><Relationship Id="rId283" Type="http://schemas.openxmlformats.org/officeDocument/2006/relationships/customXml" Target="../ink/ink2949.xml"/><Relationship Id="rId339" Type="http://schemas.openxmlformats.org/officeDocument/2006/relationships/customXml" Target="../ink/ink2977.xml"/><Relationship Id="rId490" Type="http://schemas.openxmlformats.org/officeDocument/2006/relationships/image" Target="../media/image1410.png"/><Relationship Id="rId504" Type="http://schemas.openxmlformats.org/officeDocument/2006/relationships/image" Target="../media/image1418.png"/><Relationship Id="rId546" Type="http://schemas.openxmlformats.org/officeDocument/2006/relationships/image" Target="../media/image1574.png"/><Relationship Id="rId78" Type="http://schemas.openxmlformats.org/officeDocument/2006/relationships/customXml" Target="../ink/ink2846.xml"/><Relationship Id="rId101" Type="http://schemas.openxmlformats.org/officeDocument/2006/relationships/image" Target="../media/image931.png"/><Relationship Id="rId143" Type="http://schemas.openxmlformats.org/officeDocument/2006/relationships/image" Target="../media/image952.png"/><Relationship Id="rId185" Type="http://schemas.openxmlformats.org/officeDocument/2006/relationships/image" Target="../media/image1102.png"/><Relationship Id="rId350" Type="http://schemas.openxmlformats.org/officeDocument/2006/relationships/image" Target="../media/image1333.png"/><Relationship Id="rId406" Type="http://schemas.openxmlformats.org/officeDocument/2006/relationships/image" Target="../media/image1364.png"/><Relationship Id="rId9" Type="http://schemas.openxmlformats.org/officeDocument/2006/relationships/image" Target="../media/image223.png"/><Relationship Id="rId210" Type="http://schemas.openxmlformats.org/officeDocument/2006/relationships/customXml" Target="../ink/ink2912.xml"/><Relationship Id="rId392" Type="http://schemas.openxmlformats.org/officeDocument/2006/relationships/image" Target="../media/image1356.png"/><Relationship Id="rId448" Type="http://schemas.openxmlformats.org/officeDocument/2006/relationships/image" Target="../media/image1387.png"/><Relationship Id="rId252" Type="http://schemas.openxmlformats.org/officeDocument/2006/relationships/image" Target="../media/image1138.png"/><Relationship Id="rId294" Type="http://schemas.openxmlformats.org/officeDocument/2006/relationships/image" Target="../media/image1302.png"/><Relationship Id="rId308" Type="http://schemas.openxmlformats.org/officeDocument/2006/relationships/image" Target="../media/image1309.png"/><Relationship Id="rId515" Type="http://schemas.openxmlformats.org/officeDocument/2006/relationships/customXml" Target="../ink/ink3065.xml"/><Relationship Id="rId47" Type="http://schemas.openxmlformats.org/officeDocument/2006/relationships/image" Target="../media/image904.png"/><Relationship Id="rId89" Type="http://schemas.openxmlformats.org/officeDocument/2006/relationships/image" Target="../media/image925.png"/><Relationship Id="rId112" Type="http://schemas.openxmlformats.org/officeDocument/2006/relationships/customXml" Target="../ink/ink2863.xml"/><Relationship Id="rId154" Type="http://schemas.openxmlformats.org/officeDocument/2006/relationships/customXml" Target="../ink/ink2884.xml"/><Relationship Id="rId361" Type="http://schemas.openxmlformats.org/officeDocument/2006/relationships/customXml" Target="../ink/ink2988.xml"/><Relationship Id="rId196" Type="http://schemas.openxmlformats.org/officeDocument/2006/relationships/customXml" Target="../ink/ink2905.xml"/><Relationship Id="rId417" Type="http://schemas.openxmlformats.org/officeDocument/2006/relationships/customXml" Target="../ink/ink3016.xml"/><Relationship Id="rId459" Type="http://schemas.openxmlformats.org/officeDocument/2006/relationships/customXml" Target="../ink/ink3037.xml"/><Relationship Id="rId16" Type="http://schemas.openxmlformats.org/officeDocument/2006/relationships/customXml" Target="../ink/ink2815.xml"/><Relationship Id="rId221" Type="http://schemas.openxmlformats.org/officeDocument/2006/relationships/image" Target="../media/image1121.png"/><Relationship Id="rId263" Type="http://schemas.openxmlformats.org/officeDocument/2006/relationships/customXml" Target="../ink/ink2939.xml"/><Relationship Id="rId319" Type="http://schemas.openxmlformats.org/officeDocument/2006/relationships/customXml" Target="../ink/ink2967.xml"/><Relationship Id="rId470" Type="http://schemas.openxmlformats.org/officeDocument/2006/relationships/image" Target="../media/image1399.png"/><Relationship Id="rId526" Type="http://schemas.openxmlformats.org/officeDocument/2006/relationships/image" Target="../media/image1563.png"/><Relationship Id="rId58" Type="http://schemas.openxmlformats.org/officeDocument/2006/relationships/customXml" Target="../ink/ink2836.xml"/><Relationship Id="rId123" Type="http://schemas.openxmlformats.org/officeDocument/2006/relationships/image" Target="../media/image942.png"/><Relationship Id="rId330" Type="http://schemas.openxmlformats.org/officeDocument/2006/relationships/image" Target="../media/image1322.png"/><Relationship Id="rId165" Type="http://schemas.openxmlformats.org/officeDocument/2006/relationships/image" Target="../media/image1022.png"/><Relationship Id="rId372" Type="http://schemas.openxmlformats.org/officeDocument/2006/relationships/image" Target="../media/image1345.png"/><Relationship Id="rId428" Type="http://schemas.openxmlformats.org/officeDocument/2006/relationships/image" Target="../media/image1376.png"/><Relationship Id="rId232" Type="http://schemas.openxmlformats.org/officeDocument/2006/relationships/image" Target="../media/image1127.png"/><Relationship Id="rId274" Type="http://schemas.openxmlformats.org/officeDocument/2006/relationships/image" Target="../media/image1291.png"/><Relationship Id="rId481" Type="http://schemas.openxmlformats.org/officeDocument/2006/relationships/customXml" Target="../ink/ink3048.xml"/><Relationship Id="rId27" Type="http://schemas.openxmlformats.org/officeDocument/2006/relationships/image" Target="../media/image894.png"/><Relationship Id="rId69" Type="http://schemas.openxmlformats.org/officeDocument/2006/relationships/image" Target="../media/image915.png"/><Relationship Id="rId134" Type="http://schemas.openxmlformats.org/officeDocument/2006/relationships/customXml" Target="../ink/ink2874.xml"/><Relationship Id="rId537" Type="http://schemas.openxmlformats.org/officeDocument/2006/relationships/customXml" Target="../ink/ink3076.xml"/><Relationship Id="rId80" Type="http://schemas.openxmlformats.org/officeDocument/2006/relationships/customXml" Target="../ink/ink2847.xml"/><Relationship Id="rId176" Type="http://schemas.openxmlformats.org/officeDocument/2006/relationships/customXml" Target="../ink/ink2895.xml"/><Relationship Id="rId341" Type="http://schemas.openxmlformats.org/officeDocument/2006/relationships/customXml" Target="../ink/ink2978.xml"/><Relationship Id="rId383" Type="http://schemas.openxmlformats.org/officeDocument/2006/relationships/customXml" Target="../ink/ink2999.xml"/><Relationship Id="rId439" Type="http://schemas.openxmlformats.org/officeDocument/2006/relationships/customXml" Target="../ink/ink3027.xml"/><Relationship Id="rId201" Type="http://schemas.openxmlformats.org/officeDocument/2006/relationships/image" Target="../media/image1111.png"/><Relationship Id="rId243" Type="http://schemas.openxmlformats.org/officeDocument/2006/relationships/customXml" Target="../ink/ink2929.xml"/><Relationship Id="rId285" Type="http://schemas.openxmlformats.org/officeDocument/2006/relationships/customXml" Target="../ink/ink2950.xml"/><Relationship Id="rId450" Type="http://schemas.openxmlformats.org/officeDocument/2006/relationships/image" Target="../media/image1388.png"/><Relationship Id="rId506" Type="http://schemas.openxmlformats.org/officeDocument/2006/relationships/image" Target="../media/image1419.png"/><Relationship Id="rId38" Type="http://schemas.openxmlformats.org/officeDocument/2006/relationships/customXml" Target="../ink/ink2826.xml"/><Relationship Id="rId103" Type="http://schemas.openxmlformats.org/officeDocument/2006/relationships/image" Target="../media/image932.png"/><Relationship Id="rId310" Type="http://schemas.openxmlformats.org/officeDocument/2006/relationships/image" Target="../media/image1310.png"/><Relationship Id="rId492" Type="http://schemas.openxmlformats.org/officeDocument/2006/relationships/image" Target="../media/image1412.png"/><Relationship Id="rId548" Type="http://schemas.openxmlformats.org/officeDocument/2006/relationships/image" Target="../media/image1575.png"/><Relationship Id="rId91" Type="http://schemas.openxmlformats.org/officeDocument/2006/relationships/image" Target="../media/image926.png"/><Relationship Id="rId145" Type="http://schemas.openxmlformats.org/officeDocument/2006/relationships/image" Target="../media/image953.png"/><Relationship Id="rId187" Type="http://schemas.openxmlformats.org/officeDocument/2006/relationships/image" Target="../media/image1103.png"/><Relationship Id="rId352" Type="http://schemas.openxmlformats.org/officeDocument/2006/relationships/image" Target="../media/image1334.png"/><Relationship Id="rId394" Type="http://schemas.openxmlformats.org/officeDocument/2006/relationships/image" Target="../media/image1357.png"/><Relationship Id="rId408" Type="http://schemas.openxmlformats.org/officeDocument/2006/relationships/image" Target="../media/image1365.png"/><Relationship Id="rId212" Type="http://schemas.openxmlformats.org/officeDocument/2006/relationships/customXml" Target="../ink/ink2913.xml"/><Relationship Id="rId254" Type="http://schemas.openxmlformats.org/officeDocument/2006/relationships/image" Target="../media/image1139.png"/><Relationship Id="rId49" Type="http://schemas.openxmlformats.org/officeDocument/2006/relationships/image" Target="../media/image905.png"/><Relationship Id="rId114" Type="http://schemas.openxmlformats.org/officeDocument/2006/relationships/customXml" Target="../ink/ink2864.xml"/><Relationship Id="rId296" Type="http://schemas.openxmlformats.org/officeDocument/2006/relationships/image" Target="../media/image1303.png"/><Relationship Id="rId461" Type="http://schemas.openxmlformats.org/officeDocument/2006/relationships/customXml" Target="../ink/ink3038.xml"/><Relationship Id="rId517" Type="http://schemas.openxmlformats.org/officeDocument/2006/relationships/customXml" Target="../ink/ink3066.xml"/><Relationship Id="rId60" Type="http://schemas.openxmlformats.org/officeDocument/2006/relationships/customXml" Target="../ink/ink2837.xml"/><Relationship Id="rId156" Type="http://schemas.openxmlformats.org/officeDocument/2006/relationships/customXml" Target="../ink/ink2885.xml"/><Relationship Id="rId198" Type="http://schemas.openxmlformats.org/officeDocument/2006/relationships/customXml" Target="../ink/ink2906.xml"/><Relationship Id="rId321" Type="http://schemas.openxmlformats.org/officeDocument/2006/relationships/customXml" Target="../ink/ink2968.xml"/><Relationship Id="rId363" Type="http://schemas.openxmlformats.org/officeDocument/2006/relationships/customXml" Target="../ink/ink2989.xml"/><Relationship Id="rId419" Type="http://schemas.openxmlformats.org/officeDocument/2006/relationships/customXml" Target="../ink/ink3017.xml"/><Relationship Id="rId223" Type="http://schemas.openxmlformats.org/officeDocument/2006/relationships/image" Target="../media/image1123.png"/><Relationship Id="rId430" Type="http://schemas.openxmlformats.org/officeDocument/2006/relationships/image" Target="../media/image1377.png"/><Relationship Id="rId18" Type="http://schemas.openxmlformats.org/officeDocument/2006/relationships/customXml" Target="../ink/ink2816.xml"/><Relationship Id="rId265" Type="http://schemas.openxmlformats.org/officeDocument/2006/relationships/customXml" Target="../ink/ink2940.xml"/><Relationship Id="rId472" Type="http://schemas.openxmlformats.org/officeDocument/2006/relationships/image" Target="../media/image1401.png"/><Relationship Id="rId528" Type="http://schemas.openxmlformats.org/officeDocument/2006/relationships/image" Target="../media/image1564.png"/><Relationship Id="rId125" Type="http://schemas.openxmlformats.org/officeDocument/2006/relationships/image" Target="../media/image943.png"/><Relationship Id="rId167" Type="http://schemas.openxmlformats.org/officeDocument/2006/relationships/image" Target="../media/image1094.png"/><Relationship Id="rId332" Type="http://schemas.openxmlformats.org/officeDocument/2006/relationships/image" Target="../media/image1323.png"/><Relationship Id="rId374" Type="http://schemas.openxmlformats.org/officeDocument/2006/relationships/image" Target="../media/image1346.png"/><Relationship Id="rId71" Type="http://schemas.openxmlformats.org/officeDocument/2006/relationships/image" Target="../media/image916.png"/><Relationship Id="rId234" Type="http://schemas.openxmlformats.org/officeDocument/2006/relationships/image" Target="../media/image1128.png"/><Relationship Id="rId2" Type="http://schemas.openxmlformats.org/officeDocument/2006/relationships/customXml" Target="../ink/ink2808.xml"/><Relationship Id="rId29" Type="http://schemas.openxmlformats.org/officeDocument/2006/relationships/image" Target="../media/image895.png"/><Relationship Id="rId276" Type="http://schemas.openxmlformats.org/officeDocument/2006/relationships/image" Target="../media/image1292.png"/><Relationship Id="rId441" Type="http://schemas.openxmlformats.org/officeDocument/2006/relationships/customXml" Target="../ink/ink3028.xml"/><Relationship Id="rId483" Type="http://schemas.openxmlformats.org/officeDocument/2006/relationships/customXml" Target="../ink/ink3049.xml"/><Relationship Id="rId539" Type="http://schemas.openxmlformats.org/officeDocument/2006/relationships/customXml" Target="../ink/ink3077.xml"/><Relationship Id="rId40" Type="http://schemas.openxmlformats.org/officeDocument/2006/relationships/customXml" Target="../ink/ink2827.xml"/><Relationship Id="rId136" Type="http://schemas.openxmlformats.org/officeDocument/2006/relationships/customXml" Target="../ink/ink2875.xml"/><Relationship Id="rId178" Type="http://schemas.openxmlformats.org/officeDocument/2006/relationships/customXml" Target="../ink/ink2896.xml"/><Relationship Id="rId301" Type="http://schemas.openxmlformats.org/officeDocument/2006/relationships/customXml" Target="../ink/ink2958.xml"/><Relationship Id="rId343" Type="http://schemas.openxmlformats.org/officeDocument/2006/relationships/customXml" Target="../ink/ink2979.xml"/><Relationship Id="rId550" Type="http://schemas.openxmlformats.org/officeDocument/2006/relationships/image" Target="../media/image1576.png"/><Relationship Id="rId82" Type="http://schemas.openxmlformats.org/officeDocument/2006/relationships/customXml" Target="../ink/ink2848.xml"/><Relationship Id="rId203" Type="http://schemas.openxmlformats.org/officeDocument/2006/relationships/image" Target="../media/image1112.png"/><Relationship Id="rId385" Type="http://schemas.openxmlformats.org/officeDocument/2006/relationships/customXml" Target="../ink/ink3000.xml"/><Relationship Id="rId245" Type="http://schemas.openxmlformats.org/officeDocument/2006/relationships/customXml" Target="../ink/ink2930.xml"/><Relationship Id="rId287" Type="http://schemas.openxmlformats.org/officeDocument/2006/relationships/customXml" Target="../ink/ink2951.xml"/><Relationship Id="rId410" Type="http://schemas.openxmlformats.org/officeDocument/2006/relationships/image" Target="../media/image1366.png"/><Relationship Id="rId452" Type="http://schemas.openxmlformats.org/officeDocument/2006/relationships/image" Target="../media/image1389.png"/><Relationship Id="rId494" Type="http://schemas.openxmlformats.org/officeDocument/2006/relationships/image" Target="../media/image1413.png"/><Relationship Id="rId508" Type="http://schemas.openxmlformats.org/officeDocument/2006/relationships/image" Target="../media/image1421.png"/><Relationship Id="rId105" Type="http://schemas.openxmlformats.org/officeDocument/2006/relationships/image" Target="../media/image933.png"/><Relationship Id="rId147" Type="http://schemas.openxmlformats.org/officeDocument/2006/relationships/image" Target="../media/image954.png"/><Relationship Id="rId312" Type="http://schemas.openxmlformats.org/officeDocument/2006/relationships/image" Target="../media/image1312.png"/><Relationship Id="rId354" Type="http://schemas.openxmlformats.org/officeDocument/2006/relationships/image" Target="../media/image1335.png"/><Relationship Id="rId51" Type="http://schemas.openxmlformats.org/officeDocument/2006/relationships/image" Target="../media/image906.png"/><Relationship Id="rId93" Type="http://schemas.openxmlformats.org/officeDocument/2006/relationships/image" Target="../media/image927.png"/><Relationship Id="rId189" Type="http://schemas.openxmlformats.org/officeDocument/2006/relationships/image" Target="../media/image1104.png"/><Relationship Id="rId396" Type="http://schemas.openxmlformats.org/officeDocument/2006/relationships/image" Target="../media/image1358.png"/><Relationship Id="rId214" Type="http://schemas.openxmlformats.org/officeDocument/2006/relationships/customXml" Target="../ink/ink2914.xml"/><Relationship Id="rId256" Type="http://schemas.openxmlformats.org/officeDocument/2006/relationships/image" Target="../media/image1141.png"/><Relationship Id="rId298" Type="http://schemas.openxmlformats.org/officeDocument/2006/relationships/image" Target="../media/image1304.png"/><Relationship Id="rId421" Type="http://schemas.openxmlformats.org/officeDocument/2006/relationships/customXml" Target="../ink/ink3018.xml"/><Relationship Id="rId463" Type="http://schemas.openxmlformats.org/officeDocument/2006/relationships/customXml" Target="../ink/ink3039.xml"/><Relationship Id="rId519" Type="http://schemas.openxmlformats.org/officeDocument/2006/relationships/customXml" Target="../ink/ink3067.xml"/><Relationship Id="rId116" Type="http://schemas.openxmlformats.org/officeDocument/2006/relationships/customXml" Target="../ink/ink2865.xml"/><Relationship Id="rId158" Type="http://schemas.openxmlformats.org/officeDocument/2006/relationships/customXml" Target="../ink/ink2886.xml"/><Relationship Id="rId323" Type="http://schemas.openxmlformats.org/officeDocument/2006/relationships/customXml" Target="../ink/ink2969.xml"/><Relationship Id="rId530" Type="http://schemas.openxmlformats.org/officeDocument/2006/relationships/image" Target="../media/image1565.png"/><Relationship Id="rId20" Type="http://schemas.openxmlformats.org/officeDocument/2006/relationships/customXml" Target="../ink/ink2817.xml"/><Relationship Id="rId62" Type="http://schemas.openxmlformats.org/officeDocument/2006/relationships/customXml" Target="../ink/ink2838.xml"/><Relationship Id="rId365" Type="http://schemas.openxmlformats.org/officeDocument/2006/relationships/customXml" Target="../ink/ink2990.xml"/><Relationship Id="rId225" Type="http://schemas.openxmlformats.org/officeDocument/2006/relationships/image" Target="../media/image1124.png"/><Relationship Id="rId267" Type="http://schemas.openxmlformats.org/officeDocument/2006/relationships/customXml" Target="../ink/ink2941.xml"/><Relationship Id="rId432" Type="http://schemas.openxmlformats.org/officeDocument/2006/relationships/image" Target="../media/image1378.png"/><Relationship Id="rId474" Type="http://schemas.openxmlformats.org/officeDocument/2006/relationships/image" Target="../media/image1402.png"/><Relationship Id="rId127" Type="http://schemas.openxmlformats.org/officeDocument/2006/relationships/image" Target="../media/image944.png"/><Relationship Id="rId31" Type="http://schemas.openxmlformats.org/officeDocument/2006/relationships/image" Target="../media/image896.png"/><Relationship Id="rId73" Type="http://schemas.openxmlformats.org/officeDocument/2006/relationships/image" Target="../media/image917.png"/><Relationship Id="rId169" Type="http://schemas.openxmlformats.org/officeDocument/2006/relationships/image" Target="../media/image1095.png"/><Relationship Id="rId334" Type="http://schemas.openxmlformats.org/officeDocument/2006/relationships/image" Target="../media/image1324.png"/><Relationship Id="rId376" Type="http://schemas.openxmlformats.org/officeDocument/2006/relationships/image" Target="../media/image1347.png"/><Relationship Id="rId541" Type="http://schemas.openxmlformats.org/officeDocument/2006/relationships/customXml" Target="../ink/ink3078.xml"/><Relationship Id="rId4" Type="http://schemas.openxmlformats.org/officeDocument/2006/relationships/customXml" Target="../ink/ink2809.xml"/><Relationship Id="rId180" Type="http://schemas.openxmlformats.org/officeDocument/2006/relationships/customXml" Target="../ink/ink2897.xml"/><Relationship Id="rId236" Type="http://schemas.openxmlformats.org/officeDocument/2006/relationships/image" Target="../media/image1129.png"/><Relationship Id="rId278" Type="http://schemas.openxmlformats.org/officeDocument/2006/relationships/image" Target="../media/image1293.png"/><Relationship Id="rId401" Type="http://schemas.openxmlformats.org/officeDocument/2006/relationships/customXml" Target="../ink/ink3008.xml"/><Relationship Id="rId443" Type="http://schemas.openxmlformats.org/officeDocument/2006/relationships/customXml" Target="../ink/ink3029.xml"/><Relationship Id="rId303" Type="http://schemas.openxmlformats.org/officeDocument/2006/relationships/customXml" Target="../ink/ink2959.xml"/><Relationship Id="rId485" Type="http://schemas.openxmlformats.org/officeDocument/2006/relationships/customXml" Target="../ink/ink3050.xml"/><Relationship Id="rId42" Type="http://schemas.openxmlformats.org/officeDocument/2006/relationships/customXml" Target="../ink/ink2828.xml"/><Relationship Id="rId84" Type="http://schemas.openxmlformats.org/officeDocument/2006/relationships/customXml" Target="../ink/ink2849.xml"/><Relationship Id="rId138" Type="http://schemas.openxmlformats.org/officeDocument/2006/relationships/customXml" Target="../ink/ink2876.xml"/><Relationship Id="rId345" Type="http://schemas.openxmlformats.org/officeDocument/2006/relationships/customXml" Target="../ink/ink2980.xml"/><Relationship Id="rId387" Type="http://schemas.openxmlformats.org/officeDocument/2006/relationships/customXml" Target="../ink/ink3001.xml"/><Relationship Id="rId510" Type="http://schemas.openxmlformats.org/officeDocument/2006/relationships/image" Target="../media/image1422.png"/><Relationship Id="rId191" Type="http://schemas.openxmlformats.org/officeDocument/2006/relationships/image" Target="../media/image1105.png"/><Relationship Id="rId205" Type="http://schemas.openxmlformats.org/officeDocument/2006/relationships/image" Target="../media/image1113.png"/><Relationship Id="rId247" Type="http://schemas.openxmlformats.org/officeDocument/2006/relationships/customXml" Target="../ink/ink2931.xml"/><Relationship Id="rId412" Type="http://schemas.openxmlformats.org/officeDocument/2006/relationships/image" Target="../media/image1367.png"/><Relationship Id="rId107" Type="http://schemas.openxmlformats.org/officeDocument/2006/relationships/image" Target="../media/image934.png"/><Relationship Id="rId289" Type="http://schemas.openxmlformats.org/officeDocument/2006/relationships/customXml" Target="../ink/ink2952.xml"/><Relationship Id="rId454" Type="http://schemas.openxmlformats.org/officeDocument/2006/relationships/image" Target="../media/image1391.png"/><Relationship Id="rId496" Type="http://schemas.openxmlformats.org/officeDocument/2006/relationships/image" Target="../media/image1414.png"/><Relationship Id="rId11" Type="http://schemas.openxmlformats.org/officeDocument/2006/relationships/image" Target="../media/image886.png"/><Relationship Id="rId53" Type="http://schemas.openxmlformats.org/officeDocument/2006/relationships/image" Target="../media/image907.png"/><Relationship Id="rId149" Type="http://schemas.openxmlformats.org/officeDocument/2006/relationships/image" Target="../media/image955.png"/><Relationship Id="rId314" Type="http://schemas.openxmlformats.org/officeDocument/2006/relationships/image" Target="../media/image1313.png"/><Relationship Id="rId356" Type="http://schemas.openxmlformats.org/officeDocument/2006/relationships/image" Target="../media/image1336.png"/><Relationship Id="rId398" Type="http://schemas.openxmlformats.org/officeDocument/2006/relationships/image" Target="../media/image1359.png"/><Relationship Id="rId521" Type="http://schemas.openxmlformats.org/officeDocument/2006/relationships/customXml" Target="../ink/ink3068.xml"/><Relationship Id="rId95" Type="http://schemas.openxmlformats.org/officeDocument/2006/relationships/image" Target="../media/image928.png"/><Relationship Id="rId160" Type="http://schemas.openxmlformats.org/officeDocument/2006/relationships/customXml" Target="../ink/ink2887.xml"/><Relationship Id="rId216" Type="http://schemas.openxmlformats.org/officeDocument/2006/relationships/customXml" Target="../ink/ink2915.xml"/><Relationship Id="rId423" Type="http://schemas.openxmlformats.org/officeDocument/2006/relationships/customXml" Target="../ink/ink3019.xml"/><Relationship Id="rId258" Type="http://schemas.openxmlformats.org/officeDocument/2006/relationships/image" Target="../media/image1142.png"/><Relationship Id="rId465" Type="http://schemas.openxmlformats.org/officeDocument/2006/relationships/customXml" Target="../ink/ink3040.xml"/><Relationship Id="rId22" Type="http://schemas.openxmlformats.org/officeDocument/2006/relationships/customXml" Target="../ink/ink2818.xml"/><Relationship Id="rId64" Type="http://schemas.openxmlformats.org/officeDocument/2006/relationships/customXml" Target="../ink/ink2839.xml"/><Relationship Id="rId118" Type="http://schemas.openxmlformats.org/officeDocument/2006/relationships/customXml" Target="../ink/ink2866.xml"/><Relationship Id="rId325" Type="http://schemas.openxmlformats.org/officeDocument/2006/relationships/customXml" Target="../ink/ink2970.xml"/><Relationship Id="rId367" Type="http://schemas.openxmlformats.org/officeDocument/2006/relationships/customXml" Target="../ink/ink2991.xml"/><Relationship Id="rId532" Type="http://schemas.openxmlformats.org/officeDocument/2006/relationships/image" Target="../media/image1566.png"/><Relationship Id="rId171" Type="http://schemas.openxmlformats.org/officeDocument/2006/relationships/image" Target="../media/image1096.png"/><Relationship Id="rId227" Type="http://schemas.openxmlformats.org/officeDocument/2006/relationships/customXml" Target="../ink/ink2921.xml"/><Relationship Id="rId269" Type="http://schemas.openxmlformats.org/officeDocument/2006/relationships/customXml" Target="../ink/ink2942.xml"/><Relationship Id="rId434" Type="http://schemas.openxmlformats.org/officeDocument/2006/relationships/image" Target="../media/image1379.png"/><Relationship Id="rId476" Type="http://schemas.openxmlformats.org/officeDocument/2006/relationships/image" Target="../media/image1403.png"/><Relationship Id="rId33" Type="http://schemas.openxmlformats.org/officeDocument/2006/relationships/image" Target="../media/image897.png"/><Relationship Id="rId129" Type="http://schemas.openxmlformats.org/officeDocument/2006/relationships/image" Target="../media/image945.png"/><Relationship Id="rId280" Type="http://schemas.openxmlformats.org/officeDocument/2006/relationships/image" Target="../media/image1294.png"/><Relationship Id="rId336" Type="http://schemas.openxmlformats.org/officeDocument/2006/relationships/image" Target="../media/image1325.png"/><Relationship Id="rId501" Type="http://schemas.openxmlformats.org/officeDocument/2006/relationships/customXml" Target="../ink/ink3058.xml"/><Relationship Id="rId543" Type="http://schemas.openxmlformats.org/officeDocument/2006/relationships/customXml" Target="../ink/ink3079.xml"/><Relationship Id="rId75" Type="http://schemas.openxmlformats.org/officeDocument/2006/relationships/image" Target="../media/image918.png"/><Relationship Id="rId140" Type="http://schemas.openxmlformats.org/officeDocument/2006/relationships/customXml" Target="../ink/ink2877.xml"/><Relationship Id="rId182" Type="http://schemas.openxmlformats.org/officeDocument/2006/relationships/customXml" Target="../ink/ink2898.xml"/><Relationship Id="rId378" Type="http://schemas.openxmlformats.org/officeDocument/2006/relationships/image" Target="../media/image1348.png"/><Relationship Id="rId403" Type="http://schemas.openxmlformats.org/officeDocument/2006/relationships/customXml" Target="../ink/ink3009.xml"/><Relationship Id="rId6" Type="http://schemas.openxmlformats.org/officeDocument/2006/relationships/customXml" Target="../ink/ink2810.xml"/><Relationship Id="rId238" Type="http://schemas.openxmlformats.org/officeDocument/2006/relationships/image" Target="../media/image1131.png"/><Relationship Id="rId445" Type="http://schemas.openxmlformats.org/officeDocument/2006/relationships/customXml" Target="../ink/ink3030.xml"/><Relationship Id="rId487" Type="http://schemas.openxmlformats.org/officeDocument/2006/relationships/customXml" Target="../ink/ink3051.xml"/><Relationship Id="rId291" Type="http://schemas.openxmlformats.org/officeDocument/2006/relationships/customXml" Target="../ink/ink2953.xml"/><Relationship Id="rId305" Type="http://schemas.openxmlformats.org/officeDocument/2006/relationships/customXml" Target="../ink/ink2960.xml"/><Relationship Id="rId347" Type="http://schemas.openxmlformats.org/officeDocument/2006/relationships/customXml" Target="../ink/ink2981.xml"/><Relationship Id="rId512" Type="http://schemas.openxmlformats.org/officeDocument/2006/relationships/image" Target="../media/image1423.png"/><Relationship Id="rId44" Type="http://schemas.openxmlformats.org/officeDocument/2006/relationships/customXml" Target="../ink/ink2829.xml"/><Relationship Id="rId86" Type="http://schemas.openxmlformats.org/officeDocument/2006/relationships/customXml" Target="../ink/ink2850.xml"/><Relationship Id="rId151" Type="http://schemas.openxmlformats.org/officeDocument/2006/relationships/image" Target="../media/image956.png"/><Relationship Id="rId389" Type="http://schemas.openxmlformats.org/officeDocument/2006/relationships/customXml" Target="../ink/ink3002.xml"/><Relationship Id="rId193" Type="http://schemas.openxmlformats.org/officeDocument/2006/relationships/image" Target="../media/image1106.png"/><Relationship Id="rId207" Type="http://schemas.openxmlformats.org/officeDocument/2006/relationships/image" Target="../media/image1114.png"/><Relationship Id="rId249" Type="http://schemas.openxmlformats.org/officeDocument/2006/relationships/customXml" Target="../ink/ink2932.xml"/><Relationship Id="rId414" Type="http://schemas.openxmlformats.org/officeDocument/2006/relationships/image" Target="../media/image1368.png"/><Relationship Id="rId456" Type="http://schemas.openxmlformats.org/officeDocument/2006/relationships/image" Target="../media/image1392.png"/><Relationship Id="rId498" Type="http://schemas.openxmlformats.org/officeDocument/2006/relationships/image" Target="../media/image1415.png"/><Relationship Id="rId13" Type="http://schemas.openxmlformats.org/officeDocument/2006/relationships/image" Target="../media/image887.png"/><Relationship Id="rId109" Type="http://schemas.openxmlformats.org/officeDocument/2006/relationships/image" Target="../media/image935.png"/><Relationship Id="rId260" Type="http://schemas.openxmlformats.org/officeDocument/2006/relationships/image" Target="../media/image1143.png"/><Relationship Id="rId316" Type="http://schemas.openxmlformats.org/officeDocument/2006/relationships/image" Target="../media/image1314.png"/><Relationship Id="rId523" Type="http://schemas.openxmlformats.org/officeDocument/2006/relationships/customXml" Target="../ink/ink3069.xml"/><Relationship Id="rId55" Type="http://schemas.openxmlformats.org/officeDocument/2006/relationships/image" Target="../media/image908.png"/><Relationship Id="rId97" Type="http://schemas.openxmlformats.org/officeDocument/2006/relationships/image" Target="../media/image929.png"/><Relationship Id="rId120" Type="http://schemas.openxmlformats.org/officeDocument/2006/relationships/customXml" Target="../ink/ink2867.xml"/><Relationship Id="rId358" Type="http://schemas.openxmlformats.org/officeDocument/2006/relationships/image" Target="../media/image1337.png"/><Relationship Id="rId162" Type="http://schemas.openxmlformats.org/officeDocument/2006/relationships/customXml" Target="../ink/ink2888.xml"/><Relationship Id="rId218" Type="http://schemas.openxmlformats.org/officeDocument/2006/relationships/customXml" Target="../ink/ink2916.xml"/><Relationship Id="rId425" Type="http://schemas.openxmlformats.org/officeDocument/2006/relationships/customXml" Target="../ink/ink3020.xml"/><Relationship Id="rId467" Type="http://schemas.openxmlformats.org/officeDocument/2006/relationships/customXml" Target="../ink/ink3041.xml"/><Relationship Id="rId271" Type="http://schemas.openxmlformats.org/officeDocument/2006/relationships/customXml" Target="../ink/ink2943.xml"/><Relationship Id="rId24" Type="http://schemas.openxmlformats.org/officeDocument/2006/relationships/customXml" Target="../ink/ink2819.xml"/><Relationship Id="rId66" Type="http://schemas.openxmlformats.org/officeDocument/2006/relationships/customXml" Target="../ink/ink2840.xml"/><Relationship Id="rId131" Type="http://schemas.openxmlformats.org/officeDocument/2006/relationships/image" Target="../media/image946.png"/><Relationship Id="rId327" Type="http://schemas.openxmlformats.org/officeDocument/2006/relationships/customXml" Target="../ink/ink2971.xml"/><Relationship Id="rId369" Type="http://schemas.openxmlformats.org/officeDocument/2006/relationships/customXml" Target="../ink/ink2992.xml"/><Relationship Id="rId534" Type="http://schemas.openxmlformats.org/officeDocument/2006/relationships/image" Target="../media/image1567.png"/><Relationship Id="rId173" Type="http://schemas.openxmlformats.org/officeDocument/2006/relationships/image" Target="../media/image1097.png"/><Relationship Id="rId229" Type="http://schemas.openxmlformats.org/officeDocument/2006/relationships/customXml" Target="../ink/ink2922.xml"/><Relationship Id="rId380" Type="http://schemas.openxmlformats.org/officeDocument/2006/relationships/image" Target="../media/image1349.png"/><Relationship Id="rId436" Type="http://schemas.openxmlformats.org/officeDocument/2006/relationships/image" Target="../media/image1381.png"/><Relationship Id="rId240" Type="http://schemas.openxmlformats.org/officeDocument/2006/relationships/image" Target="../media/image1132.png"/><Relationship Id="rId478" Type="http://schemas.openxmlformats.org/officeDocument/2006/relationships/image" Target="../media/image1404.png"/><Relationship Id="rId35" Type="http://schemas.openxmlformats.org/officeDocument/2006/relationships/image" Target="../media/image898.png"/><Relationship Id="rId77" Type="http://schemas.openxmlformats.org/officeDocument/2006/relationships/image" Target="../media/image919.png"/><Relationship Id="rId100" Type="http://schemas.openxmlformats.org/officeDocument/2006/relationships/customXml" Target="../ink/ink2857.xml"/><Relationship Id="rId282" Type="http://schemas.openxmlformats.org/officeDocument/2006/relationships/image" Target="../media/image1295.png"/><Relationship Id="rId338" Type="http://schemas.openxmlformats.org/officeDocument/2006/relationships/image" Target="../media/image1326.png"/><Relationship Id="rId503" Type="http://schemas.openxmlformats.org/officeDocument/2006/relationships/customXml" Target="../ink/ink3059.xml"/><Relationship Id="rId545" Type="http://schemas.openxmlformats.org/officeDocument/2006/relationships/customXml" Target="../ink/ink3080.xml"/><Relationship Id="rId8" Type="http://schemas.openxmlformats.org/officeDocument/2006/relationships/customXml" Target="../ink/ink2811.xml"/><Relationship Id="rId142" Type="http://schemas.openxmlformats.org/officeDocument/2006/relationships/customXml" Target="../ink/ink2878.xml"/><Relationship Id="rId184" Type="http://schemas.openxmlformats.org/officeDocument/2006/relationships/customXml" Target="../ink/ink2899.xml"/><Relationship Id="rId391" Type="http://schemas.openxmlformats.org/officeDocument/2006/relationships/customXml" Target="../ink/ink3003.xml"/><Relationship Id="rId405" Type="http://schemas.openxmlformats.org/officeDocument/2006/relationships/customXml" Target="../ink/ink3010.xml"/><Relationship Id="rId447" Type="http://schemas.openxmlformats.org/officeDocument/2006/relationships/customXml" Target="../ink/ink3031.xml"/><Relationship Id="rId251" Type="http://schemas.openxmlformats.org/officeDocument/2006/relationships/customXml" Target="../ink/ink2933.xml"/><Relationship Id="rId489" Type="http://schemas.openxmlformats.org/officeDocument/2006/relationships/customXml" Target="../ink/ink3052.xml"/><Relationship Id="rId46" Type="http://schemas.openxmlformats.org/officeDocument/2006/relationships/customXml" Target="../ink/ink2830.xml"/><Relationship Id="rId293" Type="http://schemas.openxmlformats.org/officeDocument/2006/relationships/customXml" Target="../ink/ink2954.xml"/><Relationship Id="rId307" Type="http://schemas.openxmlformats.org/officeDocument/2006/relationships/customXml" Target="../ink/ink2961.xml"/><Relationship Id="rId349" Type="http://schemas.openxmlformats.org/officeDocument/2006/relationships/customXml" Target="../ink/ink2982.xml"/><Relationship Id="rId514" Type="http://schemas.openxmlformats.org/officeDocument/2006/relationships/image" Target="../media/image1424.png"/><Relationship Id="rId88" Type="http://schemas.openxmlformats.org/officeDocument/2006/relationships/customXml" Target="../ink/ink2851.xml"/><Relationship Id="rId111" Type="http://schemas.openxmlformats.org/officeDocument/2006/relationships/image" Target="../media/image936.png"/><Relationship Id="rId153" Type="http://schemas.openxmlformats.org/officeDocument/2006/relationships/image" Target="../media/image957.png"/><Relationship Id="rId195" Type="http://schemas.openxmlformats.org/officeDocument/2006/relationships/image" Target="../media/image1107.png"/><Relationship Id="rId209" Type="http://schemas.openxmlformats.org/officeDocument/2006/relationships/image" Target="../media/image1115.png"/><Relationship Id="rId360" Type="http://schemas.openxmlformats.org/officeDocument/2006/relationships/image" Target="../media/image1338.png"/><Relationship Id="rId416" Type="http://schemas.openxmlformats.org/officeDocument/2006/relationships/image" Target="../media/image1369.png"/><Relationship Id="rId220" Type="http://schemas.openxmlformats.org/officeDocument/2006/relationships/customXml" Target="../ink/ink2917.xml"/><Relationship Id="rId458" Type="http://schemas.openxmlformats.org/officeDocument/2006/relationships/image" Target="../media/image1393.png"/><Relationship Id="rId15" Type="http://schemas.openxmlformats.org/officeDocument/2006/relationships/image" Target="../media/image888.png"/><Relationship Id="rId57" Type="http://schemas.openxmlformats.org/officeDocument/2006/relationships/image" Target="../media/image909.png"/><Relationship Id="rId262" Type="http://schemas.openxmlformats.org/officeDocument/2006/relationships/image" Target="../media/image1144.png"/><Relationship Id="rId318" Type="http://schemas.openxmlformats.org/officeDocument/2006/relationships/image" Target="../media/image1315.png"/><Relationship Id="rId525" Type="http://schemas.openxmlformats.org/officeDocument/2006/relationships/customXml" Target="../ink/ink3070.xml"/><Relationship Id="rId99" Type="http://schemas.openxmlformats.org/officeDocument/2006/relationships/image" Target="../media/image930.png"/><Relationship Id="rId122" Type="http://schemas.openxmlformats.org/officeDocument/2006/relationships/customXml" Target="../ink/ink2868.xml"/><Relationship Id="rId164" Type="http://schemas.openxmlformats.org/officeDocument/2006/relationships/customXml" Target="../ink/ink2889.xml"/><Relationship Id="rId371" Type="http://schemas.openxmlformats.org/officeDocument/2006/relationships/customXml" Target="../ink/ink2993.xml"/><Relationship Id="rId427" Type="http://schemas.openxmlformats.org/officeDocument/2006/relationships/customXml" Target="../ink/ink3021.xml"/><Relationship Id="rId469" Type="http://schemas.openxmlformats.org/officeDocument/2006/relationships/customXml" Target="../ink/ink3042.xml"/><Relationship Id="rId26" Type="http://schemas.openxmlformats.org/officeDocument/2006/relationships/customXml" Target="../ink/ink2820.xml"/><Relationship Id="rId231" Type="http://schemas.openxmlformats.org/officeDocument/2006/relationships/customXml" Target="../ink/ink2923.xml"/><Relationship Id="rId273" Type="http://schemas.openxmlformats.org/officeDocument/2006/relationships/customXml" Target="../ink/ink2944.xml"/><Relationship Id="rId329" Type="http://schemas.openxmlformats.org/officeDocument/2006/relationships/customXml" Target="../ink/ink2972.xml"/><Relationship Id="rId480" Type="http://schemas.openxmlformats.org/officeDocument/2006/relationships/image" Target="../media/image1405.png"/><Relationship Id="rId536" Type="http://schemas.openxmlformats.org/officeDocument/2006/relationships/image" Target="../media/image1568.png"/><Relationship Id="rId68" Type="http://schemas.openxmlformats.org/officeDocument/2006/relationships/customXml" Target="../ink/ink2841.xml"/><Relationship Id="rId133" Type="http://schemas.openxmlformats.org/officeDocument/2006/relationships/image" Target="../media/image947.png"/><Relationship Id="rId175" Type="http://schemas.openxmlformats.org/officeDocument/2006/relationships/image" Target="../media/image1098.png"/><Relationship Id="rId340" Type="http://schemas.openxmlformats.org/officeDocument/2006/relationships/image" Target="../media/image1327.png"/><Relationship Id="rId200" Type="http://schemas.openxmlformats.org/officeDocument/2006/relationships/customXml" Target="../ink/ink2907.xml"/><Relationship Id="rId382" Type="http://schemas.openxmlformats.org/officeDocument/2006/relationships/image" Target="../media/image1351.png"/><Relationship Id="rId438" Type="http://schemas.openxmlformats.org/officeDocument/2006/relationships/image" Target="../media/image1382.png"/><Relationship Id="rId242" Type="http://schemas.openxmlformats.org/officeDocument/2006/relationships/image" Target="../media/image1133.png"/><Relationship Id="rId284" Type="http://schemas.openxmlformats.org/officeDocument/2006/relationships/image" Target="../media/image1296.png"/><Relationship Id="rId491" Type="http://schemas.openxmlformats.org/officeDocument/2006/relationships/customXml" Target="../ink/ink3053.xml"/><Relationship Id="rId505" Type="http://schemas.openxmlformats.org/officeDocument/2006/relationships/customXml" Target="../ink/ink3060.xml"/><Relationship Id="rId37" Type="http://schemas.openxmlformats.org/officeDocument/2006/relationships/image" Target="../media/image899.png"/><Relationship Id="rId79" Type="http://schemas.openxmlformats.org/officeDocument/2006/relationships/image" Target="../media/image920.png"/><Relationship Id="rId102" Type="http://schemas.openxmlformats.org/officeDocument/2006/relationships/customXml" Target="../ink/ink2858.xml"/><Relationship Id="rId144" Type="http://schemas.openxmlformats.org/officeDocument/2006/relationships/customXml" Target="../ink/ink2879.xml"/><Relationship Id="rId547" Type="http://schemas.openxmlformats.org/officeDocument/2006/relationships/customXml" Target="../ink/ink3081.xml"/><Relationship Id="rId90" Type="http://schemas.openxmlformats.org/officeDocument/2006/relationships/customXml" Target="../ink/ink2852.xml"/><Relationship Id="rId186" Type="http://schemas.openxmlformats.org/officeDocument/2006/relationships/customXml" Target="../ink/ink2900.xml"/><Relationship Id="rId351" Type="http://schemas.openxmlformats.org/officeDocument/2006/relationships/customXml" Target="../ink/ink2983.xml"/><Relationship Id="rId393" Type="http://schemas.openxmlformats.org/officeDocument/2006/relationships/customXml" Target="../ink/ink3004.xml"/><Relationship Id="rId407" Type="http://schemas.openxmlformats.org/officeDocument/2006/relationships/customXml" Target="../ink/ink3011.xml"/><Relationship Id="rId449" Type="http://schemas.openxmlformats.org/officeDocument/2006/relationships/customXml" Target="../ink/ink3032.xml"/><Relationship Id="rId211" Type="http://schemas.openxmlformats.org/officeDocument/2006/relationships/image" Target="../media/image1116.png"/><Relationship Id="rId253" Type="http://schemas.openxmlformats.org/officeDocument/2006/relationships/customXml" Target="../ink/ink2934.xml"/><Relationship Id="rId295" Type="http://schemas.openxmlformats.org/officeDocument/2006/relationships/customXml" Target="../ink/ink2955.xml"/><Relationship Id="rId309" Type="http://schemas.openxmlformats.org/officeDocument/2006/relationships/customXml" Target="../ink/ink2962.xml"/><Relationship Id="rId460" Type="http://schemas.openxmlformats.org/officeDocument/2006/relationships/image" Target="../media/image1394.png"/><Relationship Id="rId516" Type="http://schemas.openxmlformats.org/officeDocument/2006/relationships/image" Target="../media/image1425.png"/><Relationship Id="rId48" Type="http://schemas.openxmlformats.org/officeDocument/2006/relationships/customXml" Target="../ink/ink2831.xml"/><Relationship Id="rId113" Type="http://schemas.openxmlformats.org/officeDocument/2006/relationships/image" Target="../media/image937.png"/><Relationship Id="rId320" Type="http://schemas.openxmlformats.org/officeDocument/2006/relationships/image" Target="../media/image1316.png"/><Relationship Id="rId155" Type="http://schemas.openxmlformats.org/officeDocument/2006/relationships/image" Target="../media/image958.png"/><Relationship Id="rId197" Type="http://schemas.openxmlformats.org/officeDocument/2006/relationships/image" Target="../media/image1109.png"/><Relationship Id="rId362" Type="http://schemas.openxmlformats.org/officeDocument/2006/relationships/image" Target="../media/image1339.png"/><Relationship Id="rId418" Type="http://schemas.openxmlformats.org/officeDocument/2006/relationships/image" Target="../media/image1371.png"/><Relationship Id="rId222" Type="http://schemas.openxmlformats.org/officeDocument/2006/relationships/customXml" Target="../ink/ink2918.xml"/><Relationship Id="rId264" Type="http://schemas.openxmlformats.org/officeDocument/2006/relationships/image" Target="../media/image1145.png"/><Relationship Id="rId471" Type="http://schemas.openxmlformats.org/officeDocument/2006/relationships/customXml" Target="../ink/ink3043.xml"/><Relationship Id="rId17" Type="http://schemas.openxmlformats.org/officeDocument/2006/relationships/image" Target="../media/image889.png"/><Relationship Id="rId59" Type="http://schemas.openxmlformats.org/officeDocument/2006/relationships/image" Target="../media/image910.png"/><Relationship Id="rId124" Type="http://schemas.openxmlformats.org/officeDocument/2006/relationships/customXml" Target="../ink/ink2869.xml"/><Relationship Id="rId527" Type="http://schemas.openxmlformats.org/officeDocument/2006/relationships/customXml" Target="../ink/ink3071.xml"/><Relationship Id="rId70" Type="http://schemas.openxmlformats.org/officeDocument/2006/relationships/customXml" Target="../ink/ink2842.xml"/><Relationship Id="rId166" Type="http://schemas.openxmlformats.org/officeDocument/2006/relationships/customXml" Target="../ink/ink2890.xml"/><Relationship Id="rId331" Type="http://schemas.openxmlformats.org/officeDocument/2006/relationships/customXml" Target="../ink/ink2973.xml"/><Relationship Id="rId373" Type="http://schemas.openxmlformats.org/officeDocument/2006/relationships/customXml" Target="../ink/ink2994.xml"/><Relationship Id="rId429" Type="http://schemas.openxmlformats.org/officeDocument/2006/relationships/customXml" Target="../ink/ink3022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2924.xml"/><Relationship Id="rId440" Type="http://schemas.openxmlformats.org/officeDocument/2006/relationships/image" Target="../media/image1383.png"/><Relationship Id="rId28" Type="http://schemas.openxmlformats.org/officeDocument/2006/relationships/customXml" Target="../ink/ink2821.xml"/><Relationship Id="rId275" Type="http://schemas.openxmlformats.org/officeDocument/2006/relationships/customXml" Target="../ink/ink2945.xml"/><Relationship Id="rId300" Type="http://schemas.openxmlformats.org/officeDocument/2006/relationships/image" Target="../media/image1305.png"/><Relationship Id="rId482" Type="http://schemas.openxmlformats.org/officeDocument/2006/relationships/image" Target="../media/image1406.png"/><Relationship Id="rId538" Type="http://schemas.openxmlformats.org/officeDocument/2006/relationships/image" Target="../media/image1569.png"/><Relationship Id="rId81" Type="http://schemas.openxmlformats.org/officeDocument/2006/relationships/image" Target="../media/image921.png"/><Relationship Id="rId135" Type="http://schemas.openxmlformats.org/officeDocument/2006/relationships/image" Target="../media/image948.png"/><Relationship Id="rId177" Type="http://schemas.openxmlformats.org/officeDocument/2006/relationships/image" Target="../media/image1099.png"/><Relationship Id="rId342" Type="http://schemas.openxmlformats.org/officeDocument/2006/relationships/image" Target="../media/image1328.png"/><Relationship Id="rId384" Type="http://schemas.openxmlformats.org/officeDocument/2006/relationships/image" Target="../media/image1352.png"/><Relationship Id="rId202" Type="http://schemas.openxmlformats.org/officeDocument/2006/relationships/customXml" Target="../ink/ink2908.xml"/><Relationship Id="rId244" Type="http://schemas.openxmlformats.org/officeDocument/2006/relationships/image" Target="../media/image1134.png"/><Relationship Id="rId39" Type="http://schemas.openxmlformats.org/officeDocument/2006/relationships/image" Target="../media/image900.png"/><Relationship Id="rId286" Type="http://schemas.openxmlformats.org/officeDocument/2006/relationships/image" Target="../media/image1297.png"/><Relationship Id="rId451" Type="http://schemas.openxmlformats.org/officeDocument/2006/relationships/customXml" Target="../ink/ink3033.xml"/><Relationship Id="rId493" Type="http://schemas.openxmlformats.org/officeDocument/2006/relationships/customXml" Target="../ink/ink3054.xml"/><Relationship Id="rId507" Type="http://schemas.openxmlformats.org/officeDocument/2006/relationships/customXml" Target="../ink/ink3061.xml"/><Relationship Id="rId549" Type="http://schemas.openxmlformats.org/officeDocument/2006/relationships/customXml" Target="../ink/ink3082.xml"/><Relationship Id="rId50" Type="http://schemas.openxmlformats.org/officeDocument/2006/relationships/customXml" Target="../ink/ink2832.xml"/><Relationship Id="rId104" Type="http://schemas.openxmlformats.org/officeDocument/2006/relationships/customXml" Target="../ink/ink2859.xml"/><Relationship Id="rId146" Type="http://schemas.openxmlformats.org/officeDocument/2006/relationships/customXml" Target="../ink/ink2880.xml"/><Relationship Id="rId188" Type="http://schemas.openxmlformats.org/officeDocument/2006/relationships/customXml" Target="../ink/ink2901.xml"/><Relationship Id="rId311" Type="http://schemas.openxmlformats.org/officeDocument/2006/relationships/customXml" Target="../ink/ink2963.xml"/><Relationship Id="rId353" Type="http://schemas.openxmlformats.org/officeDocument/2006/relationships/customXml" Target="../ink/ink2984.xml"/><Relationship Id="rId395" Type="http://schemas.openxmlformats.org/officeDocument/2006/relationships/customXml" Target="../ink/ink3005.xml"/><Relationship Id="rId409" Type="http://schemas.openxmlformats.org/officeDocument/2006/relationships/customXml" Target="../ink/ink3012.xml"/><Relationship Id="rId92" Type="http://schemas.openxmlformats.org/officeDocument/2006/relationships/customXml" Target="../ink/ink2853.xml"/><Relationship Id="rId213" Type="http://schemas.openxmlformats.org/officeDocument/2006/relationships/image" Target="../media/image1117.png"/><Relationship Id="rId420" Type="http://schemas.openxmlformats.org/officeDocument/2006/relationships/image" Target="../media/image1372.png"/><Relationship Id="rId255" Type="http://schemas.openxmlformats.org/officeDocument/2006/relationships/customXml" Target="../ink/ink2935.xml"/><Relationship Id="rId297" Type="http://schemas.openxmlformats.org/officeDocument/2006/relationships/customXml" Target="../ink/ink2956.xml"/><Relationship Id="rId462" Type="http://schemas.openxmlformats.org/officeDocument/2006/relationships/image" Target="../media/image1395.png"/><Relationship Id="rId518" Type="http://schemas.openxmlformats.org/officeDocument/2006/relationships/image" Target="../media/image1426.png"/><Relationship Id="rId115" Type="http://schemas.openxmlformats.org/officeDocument/2006/relationships/image" Target="../media/image938.png"/><Relationship Id="rId157" Type="http://schemas.openxmlformats.org/officeDocument/2006/relationships/image" Target="../media/image959.png"/><Relationship Id="rId322" Type="http://schemas.openxmlformats.org/officeDocument/2006/relationships/image" Target="../media/image1317.png"/><Relationship Id="rId364" Type="http://schemas.openxmlformats.org/officeDocument/2006/relationships/image" Target="../media/image1341.png"/><Relationship Id="rId61" Type="http://schemas.openxmlformats.org/officeDocument/2006/relationships/image" Target="../media/image911.png"/><Relationship Id="rId199" Type="http://schemas.openxmlformats.org/officeDocument/2006/relationships/image" Target="../media/image1110.png"/><Relationship Id="rId19" Type="http://schemas.openxmlformats.org/officeDocument/2006/relationships/image" Target="../media/image890.png"/><Relationship Id="rId224" Type="http://schemas.openxmlformats.org/officeDocument/2006/relationships/customXml" Target="../ink/ink2919.xml"/><Relationship Id="rId266" Type="http://schemas.openxmlformats.org/officeDocument/2006/relationships/image" Target="../media/image1146.png"/><Relationship Id="rId431" Type="http://schemas.openxmlformats.org/officeDocument/2006/relationships/customXml" Target="../ink/ink3023.xml"/><Relationship Id="rId473" Type="http://schemas.openxmlformats.org/officeDocument/2006/relationships/customXml" Target="../ink/ink3044.xml"/><Relationship Id="rId529" Type="http://schemas.openxmlformats.org/officeDocument/2006/relationships/customXml" Target="../ink/ink3072.xml"/><Relationship Id="rId30" Type="http://schemas.openxmlformats.org/officeDocument/2006/relationships/customXml" Target="../ink/ink2822.xml"/><Relationship Id="rId126" Type="http://schemas.openxmlformats.org/officeDocument/2006/relationships/customXml" Target="../ink/ink2870.xml"/><Relationship Id="rId168" Type="http://schemas.openxmlformats.org/officeDocument/2006/relationships/customXml" Target="../ink/ink2891.xml"/><Relationship Id="rId333" Type="http://schemas.openxmlformats.org/officeDocument/2006/relationships/customXml" Target="../ink/ink2974.xml"/><Relationship Id="rId540" Type="http://schemas.openxmlformats.org/officeDocument/2006/relationships/image" Target="../media/image1571.png"/><Relationship Id="rId72" Type="http://schemas.openxmlformats.org/officeDocument/2006/relationships/customXml" Target="../ink/ink2843.xml"/><Relationship Id="rId375" Type="http://schemas.openxmlformats.org/officeDocument/2006/relationships/customXml" Target="../ink/ink2995.xml"/><Relationship Id="rId3" Type="http://schemas.openxmlformats.org/officeDocument/2006/relationships/image" Target="../media/image883.png"/><Relationship Id="rId235" Type="http://schemas.openxmlformats.org/officeDocument/2006/relationships/customXml" Target="../ink/ink2925.xml"/><Relationship Id="rId277" Type="http://schemas.openxmlformats.org/officeDocument/2006/relationships/customXml" Target="../ink/ink2946.xml"/><Relationship Id="rId400" Type="http://schemas.openxmlformats.org/officeDocument/2006/relationships/image" Target="../media/image1361.png"/><Relationship Id="rId442" Type="http://schemas.openxmlformats.org/officeDocument/2006/relationships/image" Target="../media/image1384.png"/><Relationship Id="rId484" Type="http://schemas.openxmlformats.org/officeDocument/2006/relationships/image" Target="../media/image1407.png"/><Relationship Id="rId137" Type="http://schemas.openxmlformats.org/officeDocument/2006/relationships/image" Target="../media/image949.png"/><Relationship Id="rId302" Type="http://schemas.openxmlformats.org/officeDocument/2006/relationships/image" Target="../media/image1306.png"/><Relationship Id="rId344" Type="http://schemas.openxmlformats.org/officeDocument/2006/relationships/image" Target="../media/image1329.png"/><Relationship Id="rId41" Type="http://schemas.openxmlformats.org/officeDocument/2006/relationships/image" Target="../media/image901.png"/><Relationship Id="rId83" Type="http://schemas.openxmlformats.org/officeDocument/2006/relationships/image" Target="../media/image922.png"/><Relationship Id="rId179" Type="http://schemas.openxmlformats.org/officeDocument/2006/relationships/image" Target="../media/image1100.png"/><Relationship Id="rId386" Type="http://schemas.openxmlformats.org/officeDocument/2006/relationships/image" Target="../media/image1353.png"/><Relationship Id="rId190" Type="http://schemas.openxmlformats.org/officeDocument/2006/relationships/customXml" Target="../ink/ink2902.xml"/><Relationship Id="rId204" Type="http://schemas.openxmlformats.org/officeDocument/2006/relationships/customXml" Target="../ink/ink2909.xml"/><Relationship Id="rId246" Type="http://schemas.openxmlformats.org/officeDocument/2006/relationships/image" Target="../media/image1135.png"/><Relationship Id="rId288" Type="http://schemas.openxmlformats.org/officeDocument/2006/relationships/image" Target="../media/image1298.png"/><Relationship Id="rId411" Type="http://schemas.openxmlformats.org/officeDocument/2006/relationships/customXml" Target="../ink/ink3013.xml"/><Relationship Id="rId453" Type="http://schemas.openxmlformats.org/officeDocument/2006/relationships/customXml" Target="../ink/ink3034.xml"/><Relationship Id="rId509" Type="http://schemas.openxmlformats.org/officeDocument/2006/relationships/customXml" Target="../ink/ink3062.xml"/><Relationship Id="rId106" Type="http://schemas.openxmlformats.org/officeDocument/2006/relationships/customXml" Target="../ink/ink2860.xml"/><Relationship Id="rId313" Type="http://schemas.openxmlformats.org/officeDocument/2006/relationships/customXml" Target="../ink/ink2964.xml"/><Relationship Id="rId495" Type="http://schemas.openxmlformats.org/officeDocument/2006/relationships/customXml" Target="../ink/ink3055.xml"/><Relationship Id="rId10" Type="http://schemas.openxmlformats.org/officeDocument/2006/relationships/customXml" Target="../ink/ink2812.xml"/><Relationship Id="rId52" Type="http://schemas.openxmlformats.org/officeDocument/2006/relationships/customXml" Target="../ink/ink2833.xml"/><Relationship Id="rId94" Type="http://schemas.openxmlformats.org/officeDocument/2006/relationships/customXml" Target="../ink/ink2854.xml"/><Relationship Id="rId148" Type="http://schemas.openxmlformats.org/officeDocument/2006/relationships/customXml" Target="../ink/ink2881.xml"/><Relationship Id="rId355" Type="http://schemas.openxmlformats.org/officeDocument/2006/relationships/customXml" Target="../ink/ink2985.xml"/><Relationship Id="rId397" Type="http://schemas.openxmlformats.org/officeDocument/2006/relationships/customXml" Target="../ink/ink3006.xml"/><Relationship Id="rId520" Type="http://schemas.openxmlformats.org/officeDocument/2006/relationships/image" Target="../media/image1427.png"/><Relationship Id="rId215" Type="http://schemas.openxmlformats.org/officeDocument/2006/relationships/image" Target="../media/image1118.png"/><Relationship Id="rId257" Type="http://schemas.openxmlformats.org/officeDocument/2006/relationships/customXml" Target="../ink/ink2936.xml"/><Relationship Id="rId422" Type="http://schemas.openxmlformats.org/officeDocument/2006/relationships/image" Target="../media/image1373.png"/><Relationship Id="rId464" Type="http://schemas.openxmlformats.org/officeDocument/2006/relationships/image" Target="../media/image1396.png"/><Relationship Id="rId299" Type="http://schemas.openxmlformats.org/officeDocument/2006/relationships/customXml" Target="../ink/ink2957.xml"/><Relationship Id="rId63" Type="http://schemas.openxmlformats.org/officeDocument/2006/relationships/image" Target="../media/image912.png"/><Relationship Id="rId159" Type="http://schemas.openxmlformats.org/officeDocument/2006/relationships/image" Target="../media/image960.png"/><Relationship Id="rId366" Type="http://schemas.openxmlformats.org/officeDocument/2006/relationships/image" Target="../media/image1342.png"/><Relationship Id="rId226" Type="http://schemas.openxmlformats.org/officeDocument/2006/relationships/customXml" Target="../ink/ink2920.xml"/><Relationship Id="rId433" Type="http://schemas.openxmlformats.org/officeDocument/2006/relationships/customXml" Target="../ink/ink3024.xml"/><Relationship Id="rId74" Type="http://schemas.openxmlformats.org/officeDocument/2006/relationships/customXml" Target="../ink/ink2844.xml"/><Relationship Id="rId377" Type="http://schemas.openxmlformats.org/officeDocument/2006/relationships/customXml" Target="../ink/ink2996.xml"/><Relationship Id="rId500" Type="http://schemas.openxmlformats.org/officeDocument/2006/relationships/image" Target="../media/image1416.png"/><Relationship Id="rId5" Type="http://schemas.openxmlformats.org/officeDocument/2006/relationships/image" Target="../media/image884.png"/><Relationship Id="rId237" Type="http://schemas.openxmlformats.org/officeDocument/2006/relationships/customXml" Target="../ink/ink2926.xml"/><Relationship Id="rId444" Type="http://schemas.openxmlformats.org/officeDocument/2006/relationships/image" Target="../media/image1385.png"/><Relationship Id="rId290" Type="http://schemas.openxmlformats.org/officeDocument/2006/relationships/image" Target="../media/image1299.png"/><Relationship Id="rId304" Type="http://schemas.openxmlformats.org/officeDocument/2006/relationships/image" Target="../media/image1307.png"/><Relationship Id="rId388" Type="http://schemas.openxmlformats.org/officeDocument/2006/relationships/image" Target="../media/image1354.png"/><Relationship Id="rId511" Type="http://schemas.openxmlformats.org/officeDocument/2006/relationships/customXml" Target="../ink/ink3063.xml"/><Relationship Id="rId85" Type="http://schemas.openxmlformats.org/officeDocument/2006/relationships/image" Target="../media/image923.png"/><Relationship Id="rId150" Type="http://schemas.openxmlformats.org/officeDocument/2006/relationships/customXml" Target="../ink/ink2882.xml"/><Relationship Id="rId248" Type="http://schemas.openxmlformats.org/officeDocument/2006/relationships/image" Target="../media/image1136.png"/><Relationship Id="rId455" Type="http://schemas.openxmlformats.org/officeDocument/2006/relationships/customXml" Target="../ink/ink3035.xml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42" Type="http://schemas.openxmlformats.org/officeDocument/2006/relationships/customXml" Target="../ink/ink3103.xml"/><Relationship Id="rId63" Type="http://schemas.openxmlformats.org/officeDocument/2006/relationships/image" Target="../media/image9710.png"/><Relationship Id="rId84" Type="http://schemas.openxmlformats.org/officeDocument/2006/relationships/customXml" Target="../ink/ink3124.xml"/><Relationship Id="rId138" Type="http://schemas.openxmlformats.org/officeDocument/2006/relationships/customXml" Target="../ink/ink3151.xml"/><Relationship Id="rId159" Type="http://schemas.openxmlformats.org/officeDocument/2006/relationships/image" Target="../media/image1880.png"/><Relationship Id="rId170" Type="http://schemas.openxmlformats.org/officeDocument/2006/relationships/customXml" Target="../ink/ink3167.xml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26" Type="http://schemas.openxmlformats.org/officeDocument/2006/relationships/customXml" Target="../ink/ink3195.xml"/><Relationship Id="rId247" Type="http://schemas.openxmlformats.org/officeDocument/2006/relationships/customXml" Target="../ink/ink3206.xml"/><Relationship Id="rId107" Type="http://schemas.openxmlformats.org/officeDocument/2006/relationships/image" Target="../media/image1630.png"/><Relationship Id="rId11" Type="http://schemas.openxmlformats.org/officeDocument/2006/relationships/image" Target="../media/image7210.png"/><Relationship Id="rId32" Type="http://schemas.openxmlformats.org/officeDocument/2006/relationships/customXml" Target="../ink/ink3098.xml"/><Relationship Id="rId53" Type="http://schemas.openxmlformats.org/officeDocument/2006/relationships/image" Target="../media/image9310.png"/><Relationship Id="rId74" Type="http://schemas.openxmlformats.org/officeDocument/2006/relationships/customXml" Target="../ink/ink3119.xml"/><Relationship Id="rId128" Type="http://schemas.openxmlformats.org/officeDocument/2006/relationships/customXml" Target="../ink/ink3146.xml"/><Relationship Id="rId149" Type="http://schemas.openxmlformats.org/officeDocument/2006/relationships/image" Target="../media/image1830.png"/><Relationship Id="rId5" Type="http://schemas.openxmlformats.org/officeDocument/2006/relationships/image" Target="../media/image7010.png"/><Relationship Id="rId95" Type="http://schemas.openxmlformats.org/officeDocument/2006/relationships/image" Target="../media/image1570.png"/><Relationship Id="rId160" Type="http://schemas.openxmlformats.org/officeDocument/2006/relationships/customXml" Target="../ink/ink3162.xml"/><Relationship Id="rId181" Type="http://schemas.openxmlformats.org/officeDocument/2006/relationships/image" Target="../media/image1990.png"/><Relationship Id="rId216" Type="http://schemas.openxmlformats.org/officeDocument/2006/relationships/customXml" Target="../ink/ink3190.xml"/><Relationship Id="rId237" Type="http://schemas.openxmlformats.org/officeDocument/2006/relationships/customXml" Target="../ink/ink3201.xml"/><Relationship Id="rId22" Type="http://schemas.openxmlformats.org/officeDocument/2006/relationships/customXml" Target="../ink/ink3093.xml"/><Relationship Id="rId43" Type="http://schemas.openxmlformats.org/officeDocument/2006/relationships/image" Target="../media/image8810.png"/><Relationship Id="rId64" Type="http://schemas.openxmlformats.org/officeDocument/2006/relationships/customXml" Target="../ink/ink3114.xml"/><Relationship Id="rId118" Type="http://schemas.openxmlformats.org/officeDocument/2006/relationships/customXml" Target="../ink/ink3141.xml"/><Relationship Id="rId139" Type="http://schemas.openxmlformats.org/officeDocument/2006/relationships/image" Target="../media/image1780.png"/><Relationship Id="rId85" Type="http://schemas.openxmlformats.org/officeDocument/2006/relationships/image" Target="../media/image10710.png"/><Relationship Id="rId150" Type="http://schemas.openxmlformats.org/officeDocument/2006/relationships/customXml" Target="../ink/ink3157.xml"/><Relationship Id="rId171" Type="http://schemas.openxmlformats.org/officeDocument/2006/relationships/image" Target="../media/image1940.png"/><Relationship Id="rId192" Type="http://schemas.openxmlformats.org/officeDocument/2006/relationships/customXml" Target="../ink/ink3178.xml"/><Relationship Id="rId206" Type="http://schemas.openxmlformats.org/officeDocument/2006/relationships/customXml" Target="../ink/ink3185.xml"/><Relationship Id="rId227" Type="http://schemas.openxmlformats.org/officeDocument/2006/relationships/customXml" Target="../ink/ink3196.xml"/><Relationship Id="rId248" Type="http://schemas.openxmlformats.org/officeDocument/2006/relationships/image" Target="../media/image2650.png"/><Relationship Id="rId12" Type="http://schemas.openxmlformats.org/officeDocument/2006/relationships/customXml" Target="../ink/ink3088.xml"/><Relationship Id="rId33" Type="http://schemas.openxmlformats.org/officeDocument/2006/relationships/image" Target="../media/image8310.png"/><Relationship Id="rId108" Type="http://schemas.openxmlformats.org/officeDocument/2006/relationships/customXml" Target="../ink/ink3136.xml"/><Relationship Id="rId129" Type="http://schemas.openxmlformats.org/officeDocument/2006/relationships/image" Target="../media/image1290.png"/><Relationship Id="rId54" Type="http://schemas.openxmlformats.org/officeDocument/2006/relationships/customXml" Target="../ink/ink3109.xml"/><Relationship Id="rId75" Type="http://schemas.openxmlformats.org/officeDocument/2006/relationships/image" Target="../media/image10211.png"/><Relationship Id="rId96" Type="http://schemas.openxmlformats.org/officeDocument/2006/relationships/customXml" Target="../ink/ink3130.xml"/><Relationship Id="rId140" Type="http://schemas.openxmlformats.org/officeDocument/2006/relationships/customXml" Target="../ink/ink3152.xml"/><Relationship Id="rId161" Type="http://schemas.openxmlformats.org/officeDocument/2006/relationships/image" Target="../media/image1890.png"/><Relationship Id="rId182" Type="http://schemas.openxmlformats.org/officeDocument/2006/relationships/customXml" Target="../ink/ink3173.xml"/><Relationship Id="rId217" Type="http://schemas.openxmlformats.org/officeDocument/2006/relationships/image" Target="../media/image2500.png"/><Relationship Id="rId6" Type="http://schemas.openxmlformats.org/officeDocument/2006/relationships/customXml" Target="../ink/ink3085.xml"/><Relationship Id="rId238" Type="http://schemas.openxmlformats.org/officeDocument/2006/relationships/image" Target="../media/image260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44" Type="http://schemas.openxmlformats.org/officeDocument/2006/relationships/customXml" Target="../ink/ink3104.xml"/><Relationship Id="rId65" Type="http://schemas.openxmlformats.org/officeDocument/2006/relationships/image" Target="../media/image9810.png"/><Relationship Id="rId86" Type="http://schemas.openxmlformats.org/officeDocument/2006/relationships/customXml" Target="../ink/ink3125.xml"/><Relationship Id="rId130" Type="http://schemas.openxmlformats.org/officeDocument/2006/relationships/customXml" Target="../ink/ink3147.xml"/><Relationship Id="rId151" Type="http://schemas.openxmlformats.org/officeDocument/2006/relationships/image" Target="../media/image1840.png"/><Relationship Id="rId172" Type="http://schemas.openxmlformats.org/officeDocument/2006/relationships/customXml" Target="../ink/ink3168.xml"/><Relationship Id="rId193" Type="http://schemas.openxmlformats.org/officeDocument/2006/relationships/image" Target="../media/image14100.png"/><Relationship Id="rId207" Type="http://schemas.openxmlformats.org/officeDocument/2006/relationships/image" Target="../media/image2450.png"/><Relationship Id="rId228" Type="http://schemas.openxmlformats.org/officeDocument/2006/relationships/image" Target="../media/image2550.png"/><Relationship Id="rId249" Type="http://schemas.openxmlformats.org/officeDocument/2006/relationships/customXml" Target="../ink/ink3207.xml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34" Type="http://schemas.openxmlformats.org/officeDocument/2006/relationships/customXml" Target="../ink/ink3099.xml"/><Relationship Id="rId55" Type="http://schemas.openxmlformats.org/officeDocument/2006/relationships/image" Target="../media/image9410.png"/><Relationship Id="rId76" Type="http://schemas.openxmlformats.org/officeDocument/2006/relationships/customXml" Target="../ink/ink3120.xml"/><Relationship Id="rId97" Type="http://schemas.openxmlformats.org/officeDocument/2006/relationships/image" Target="../media/image1580.png"/><Relationship Id="rId120" Type="http://schemas.openxmlformats.org/officeDocument/2006/relationships/customXml" Target="../ink/ink3142.xml"/><Relationship Id="rId141" Type="http://schemas.openxmlformats.org/officeDocument/2006/relationships/image" Target="../media/image1790.png"/><Relationship Id="rId7" Type="http://schemas.openxmlformats.org/officeDocument/2006/relationships/image" Target="../media/image7110.png"/><Relationship Id="rId162" Type="http://schemas.openxmlformats.org/officeDocument/2006/relationships/customXml" Target="../ink/ink3163.xml"/><Relationship Id="rId183" Type="http://schemas.openxmlformats.org/officeDocument/2006/relationships/image" Target="../media/image2000.png"/><Relationship Id="rId218" Type="http://schemas.openxmlformats.org/officeDocument/2006/relationships/customXml" Target="../ink/ink3191.xml"/><Relationship Id="rId239" Type="http://schemas.openxmlformats.org/officeDocument/2006/relationships/customXml" Target="../ink/ink3202.xml"/><Relationship Id="rId250" Type="http://schemas.openxmlformats.org/officeDocument/2006/relationships/image" Target="../media/image2660.png"/><Relationship Id="rId24" Type="http://schemas.openxmlformats.org/officeDocument/2006/relationships/customXml" Target="../ink/ink3094.xml"/><Relationship Id="rId45" Type="http://schemas.openxmlformats.org/officeDocument/2006/relationships/image" Target="../media/image8910.png"/><Relationship Id="rId66" Type="http://schemas.openxmlformats.org/officeDocument/2006/relationships/customXml" Target="../ink/ink3115.xml"/><Relationship Id="rId87" Type="http://schemas.openxmlformats.org/officeDocument/2006/relationships/image" Target="../media/image10810.png"/><Relationship Id="rId110" Type="http://schemas.openxmlformats.org/officeDocument/2006/relationships/customXml" Target="../ink/ink3137.xml"/><Relationship Id="rId131" Type="http://schemas.openxmlformats.org/officeDocument/2006/relationships/image" Target="../media/image1740.png"/><Relationship Id="rId152" Type="http://schemas.openxmlformats.org/officeDocument/2006/relationships/customXml" Target="../ink/ink3158.xml"/><Relationship Id="rId173" Type="http://schemas.openxmlformats.org/officeDocument/2006/relationships/image" Target="../media/image1950.png"/><Relationship Id="rId194" Type="http://schemas.openxmlformats.org/officeDocument/2006/relationships/customXml" Target="../ink/ink3179.xml"/><Relationship Id="rId208" Type="http://schemas.openxmlformats.org/officeDocument/2006/relationships/customXml" Target="../ink/ink3186.xml"/><Relationship Id="rId229" Type="http://schemas.openxmlformats.org/officeDocument/2006/relationships/customXml" Target="../ink/ink3197.xml"/><Relationship Id="rId240" Type="http://schemas.openxmlformats.org/officeDocument/2006/relationships/image" Target="../media/image2611.png"/><Relationship Id="rId14" Type="http://schemas.openxmlformats.org/officeDocument/2006/relationships/customXml" Target="../ink/ink3089.xml"/><Relationship Id="rId35" Type="http://schemas.openxmlformats.org/officeDocument/2006/relationships/image" Target="../media/image8410.png"/><Relationship Id="rId56" Type="http://schemas.openxmlformats.org/officeDocument/2006/relationships/customXml" Target="../ink/ink3110.xml"/><Relationship Id="rId77" Type="http://schemas.openxmlformats.org/officeDocument/2006/relationships/image" Target="../media/image10310.png"/><Relationship Id="rId100" Type="http://schemas.openxmlformats.org/officeDocument/2006/relationships/customXml" Target="../ink/ink3132.xml"/><Relationship Id="rId8" Type="http://schemas.openxmlformats.org/officeDocument/2006/relationships/customXml" Target="../ink/ink3086.xml"/><Relationship Id="rId98" Type="http://schemas.openxmlformats.org/officeDocument/2006/relationships/customXml" Target="../ink/ink3131.xml"/><Relationship Id="rId121" Type="http://schemas.openxmlformats.org/officeDocument/2006/relationships/image" Target="../media/image1700.png"/><Relationship Id="rId142" Type="http://schemas.openxmlformats.org/officeDocument/2006/relationships/customXml" Target="../ink/ink3153.xml"/><Relationship Id="rId163" Type="http://schemas.openxmlformats.org/officeDocument/2006/relationships/image" Target="../media/image1900.png"/><Relationship Id="rId184" Type="http://schemas.openxmlformats.org/officeDocument/2006/relationships/customXml" Target="../ink/ink3174.xml"/><Relationship Id="rId219" Type="http://schemas.openxmlformats.org/officeDocument/2006/relationships/image" Target="../media/image2511.png"/><Relationship Id="rId230" Type="http://schemas.openxmlformats.org/officeDocument/2006/relationships/image" Target="../media/image2560.png"/><Relationship Id="rId251" Type="http://schemas.openxmlformats.org/officeDocument/2006/relationships/image" Target="../media/image1577.jpeg"/><Relationship Id="rId25" Type="http://schemas.openxmlformats.org/officeDocument/2006/relationships/image" Target="../media/image7910.png"/><Relationship Id="rId46" Type="http://schemas.openxmlformats.org/officeDocument/2006/relationships/customXml" Target="../ink/ink3105.xml"/><Relationship Id="rId67" Type="http://schemas.openxmlformats.org/officeDocument/2006/relationships/image" Target="../media/image9910.png"/><Relationship Id="rId88" Type="http://schemas.openxmlformats.org/officeDocument/2006/relationships/customXml" Target="../ink/ink3126.xml"/><Relationship Id="rId111" Type="http://schemas.openxmlformats.org/officeDocument/2006/relationships/image" Target="../media/image1650.png"/><Relationship Id="rId132" Type="http://schemas.openxmlformats.org/officeDocument/2006/relationships/customXml" Target="../ink/ink3148.xml"/><Relationship Id="rId153" Type="http://schemas.openxmlformats.org/officeDocument/2006/relationships/image" Target="../media/image1850.png"/><Relationship Id="rId174" Type="http://schemas.openxmlformats.org/officeDocument/2006/relationships/customXml" Target="../ink/ink3169.xml"/><Relationship Id="rId195" Type="http://schemas.openxmlformats.org/officeDocument/2006/relationships/image" Target="../media/image15100.png"/><Relationship Id="rId209" Type="http://schemas.openxmlformats.org/officeDocument/2006/relationships/image" Target="../media/image2460.png"/><Relationship Id="rId220" Type="http://schemas.openxmlformats.org/officeDocument/2006/relationships/customXml" Target="../ink/ink3192.xml"/><Relationship Id="rId241" Type="http://schemas.openxmlformats.org/officeDocument/2006/relationships/customXml" Target="../ink/ink3203.xml"/><Relationship Id="rId15" Type="http://schemas.openxmlformats.org/officeDocument/2006/relationships/image" Target="../media/image7410.png"/><Relationship Id="rId36" Type="http://schemas.openxmlformats.org/officeDocument/2006/relationships/customXml" Target="../ink/ink3100.xml"/><Relationship Id="rId57" Type="http://schemas.openxmlformats.org/officeDocument/2006/relationships/image" Target="../media/image9510.png"/><Relationship Id="rId78" Type="http://schemas.openxmlformats.org/officeDocument/2006/relationships/customXml" Target="../ink/ink3121.xml"/><Relationship Id="rId99" Type="http://schemas.openxmlformats.org/officeDocument/2006/relationships/image" Target="../media/image1590.png"/><Relationship Id="rId101" Type="http://schemas.openxmlformats.org/officeDocument/2006/relationships/image" Target="../media/image1600.png"/><Relationship Id="rId122" Type="http://schemas.openxmlformats.org/officeDocument/2006/relationships/customXml" Target="../ink/ink3143.xml"/><Relationship Id="rId143" Type="http://schemas.openxmlformats.org/officeDocument/2006/relationships/image" Target="../media/image1800.png"/><Relationship Id="rId164" Type="http://schemas.openxmlformats.org/officeDocument/2006/relationships/customXml" Target="../ink/ink3164.xml"/><Relationship Id="rId185" Type="http://schemas.openxmlformats.org/officeDocument/2006/relationships/image" Target="../media/image2340.png"/><Relationship Id="rId4" Type="http://schemas.openxmlformats.org/officeDocument/2006/relationships/customXml" Target="../ink/ink3084.xml"/><Relationship Id="rId9" Type="http://schemas.openxmlformats.org/officeDocument/2006/relationships/image" Target="../media/image2810.png"/><Relationship Id="rId180" Type="http://schemas.openxmlformats.org/officeDocument/2006/relationships/customXml" Target="../ink/ink3172.xml"/><Relationship Id="rId210" Type="http://schemas.openxmlformats.org/officeDocument/2006/relationships/customXml" Target="../ink/ink3187.xml"/><Relationship Id="rId215" Type="http://schemas.openxmlformats.org/officeDocument/2006/relationships/image" Target="../media/image2490.png"/><Relationship Id="rId236" Type="http://schemas.openxmlformats.org/officeDocument/2006/relationships/image" Target="../media/image2590.png"/><Relationship Id="rId26" Type="http://schemas.openxmlformats.org/officeDocument/2006/relationships/customXml" Target="../ink/ink3095.xml"/><Relationship Id="rId231" Type="http://schemas.openxmlformats.org/officeDocument/2006/relationships/customXml" Target="../ink/ink3198.xml"/><Relationship Id="rId47" Type="http://schemas.openxmlformats.org/officeDocument/2006/relationships/image" Target="../media/image9010.png"/><Relationship Id="rId68" Type="http://schemas.openxmlformats.org/officeDocument/2006/relationships/customXml" Target="../ink/ink3116.xml"/><Relationship Id="rId89" Type="http://schemas.openxmlformats.org/officeDocument/2006/relationships/image" Target="../media/image10910.png"/><Relationship Id="rId112" Type="http://schemas.openxmlformats.org/officeDocument/2006/relationships/customXml" Target="../ink/ink3138.xml"/><Relationship Id="rId133" Type="http://schemas.openxmlformats.org/officeDocument/2006/relationships/image" Target="../media/image1750.png"/><Relationship Id="rId154" Type="http://schemas.openxmlformats.org/officeDocument/2006/relationships/customXml" Target="../ink/ink3159.xml"/><Relationship Id="rId175" Type="http://schemas.openxmlformats.org/officeDocument/2006/relationships/image" Target="../media/image1960.png"/><Relationship Id="rId196" Type="http://schemas.openxmlformats.org/officeDocument/2006/relationships/customXml" Target="../ink/ink3180.xml"/><Relationship Id="rId200" Type="http://schemas.openxmlformats.org/officeDocument/2006/relationships/customXml" Target="../ink/ink3182.xml"/><Relationship Id="rId16" Type="http://schemas.openxmlformats.org/officeDocument/2006/relationships/customXml" Target="../ink/ink3090.xml"/><Relationship Id="rId221" Type="http://schemas.openxmlformats.org/officeDocument/2006/relationships/image" Target="../media/image2520.png"/><Relationship Id="rId242" Type="http://schemas.openxmlformats.org/officeDocument/2006/relationships/image" Target="../media/image2620.png"/><Relationship Id="rId37" Type="http://schemas.openxmlformats.org/officeDocument/2006/relationships/image" Target="../media/image8510.png"/><Relationship Id="rId58" Type="http://schemas.openxmlformats.org/officeDocument/2006/relationships/customXml" Target="../ink/ink3111.xml"/><Relationship Id="rId79" Type="http://schemas.openxmlformats.org/officeDocument/2006/relationships/image" Target="../media/image10410.png"/><Relationship Id="rId102" Type="http://schemas.openxmlformats.org/officeDocument/2006/relationships/customXml" Target="../ink/ink3133.xml"/><Relationship Id="rId123" Type="http://schemas.openxmlformats.org/officeDocument/2006/relationships/image" Target="../media/image1711.png"/><Relationship Id="rId144" Type="http://schemas.openxmlformats.org/officeDocument/2006/relationships/customXml" Target="../ink/ink3154.xml"/><Relationship Id="rId90" Type="http://schemas.openxmlformats.org/officeDocument/2006/relationships/customXml" Target="../ink/ink3127.xml"/><Relationship Id="rId165" Type="http://schemas.openxmlformats.org/officeDocument/2006/relationships/image" Target="../media/image1911.png"/><Relationship Id="rId186" Type="http://schemas.openxmlformats.org/officeDocument/2006/relationships/customXml" Target="../ink/ink3175.xml"/><Relationship Id="rId211" Type="http://schemas.openxmlformats.org/officeDocument/2006/relationships/image" Target="../media/image2470.png"/><Relationship Id="rId232" Type="http://schemas.openxmlformats.org/officeDocument/2006/relationships/image" Target="../media/image2570.png"/><Relationship Id="rId27" Type="http://schemas.openxmlformats.org/officeDocument/2006/relationships/image" Target="../media/image8010.png"/><Relationship Id="rId48" Type="http://schemas.openxmlformats.org/officeDocument/2006/relationships/customXml" Target="../ink/ink3106.xml"/><Relationship Id="rId69" Type="http://schemas.openxmlformats.org/officeDocument/2006/relationships/image" Target="../media/image10010.png"/><Relationship Id="rId113" Type="http://schemas.openxmlformats.org/officeDocument/2006/relationships/image" Target="../media/image1660.png"/><Relationship Id="rId134" Type="http://schemas.openxmlformats.org/officeDocument/2006/relationships/customXml" Target="../ink/ink3149.xml"/><Relationship Id="rId80" Type="http://schemas.openxmlformats.org/officeDocument/2006/relationships/customXml" Target="../ink/ink3122.xml"/><Relationship Id="rId155" Type="http://schemas.openxmlformats.org/officeDocument/2006/relationships/image" Target="../media/image1860.png"/><Relationship Id="rId176" Type="http://schemas.openxmlformats.org/officeDocument/2006/relationships/customXml" Target="../ink/ink3170.xml"/><Relationship Id="rId197" Type="http://schemas.openxmlformats.org/officeDocument/2006/relationships/image" Target="../media/image1610.png"/><Relationship Id="rId201" Type="http://schemas.openxmlformats.org/officeDocument/2006/relationships/image" Target="../media/image1810.png"/><Relationship Id="rId222" Type="http://schemas.openxmlformats.org/officeDocument/2006/relationships/customXml" Target="../ink/ink3193.xml"/><Relationship Id="rId243" Type="http://schemas.openxmlformats.org/officeDocument/2006/relationships/customXml" Target="../ink/ink3204.xml"/><Relationship Id="rId17" Type="http://schemas.openxmlformats.org/officeDocument/2006/relationships/image" Target="../media/image7510.png"/><Relationship Id="rId38" Type="http://schemas.openxmlformats.org/officeDocument/2006/relationships/customXml" Target="../ink/ink3101.xml"/><Relationship Id="rId59" Type="http://schemas.openxmlformats.org/officeDocument/2006/relationships/image" Target="../media/image5310.png"/><Relationship Id="rId103" Type="http://schemas.openxmlformats.org/officeDocument/2006/relationships/image" Target="../media/image1611.png"/><Relationship Id="rId124" Type="http://schemas.openxmlformats.org/officeDocument/2006/relationships/customXml" Target="../ink/ink3144.xml"/><Relationship Id="rId70" Type="http://schemas.openxmlformats.org/officeDocument/2006/relationships/customXml" Target="../ink/ink3117.xml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66" Type="http://schemas.openxmlformats.org/officeDocument/2006/relationships/customXml" Target="../ink/ink3165.xml"/><Relationship Id="rId187" Type="http://schemas.openxmlformats.org/officeDocument/2006/relationships/image" Target="../media/image1310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188.xml"/><Relationship Id="rId233" Type="http://schemas.openxmlformats.org/officeDocument/2006/relationships/customXml" Target="../ink/ink3199.xml"/><Relationship Id="rId28" Type="http://schemas.openxmlformats.org/officeDocument/2006/relationships/customXml" Target="../ink/ink3096.xml"/><Relationship Id="rId49" Type="http://schemas.openxmlformats.org/officeDocument/2006/relationships/image" Target="../media/image9110.png"/><Relationship Id="rId114" Type="http://schemas.openxmlformats.org/officeDocument/2006/relationships/customXml" Target="../ink/ink3139.xml"/><Relationship Id="rId60" Type="http://schemas.openxmlformats.org/officeDocument/2006/relationships/customXml" Target="../ink/ink3112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3160.xml"/><Relationship Id="rId177" Type="http://schemas.openxmlformats.org/officeDocument/2006/relationships/image" Target="../media/image1970.png"/><Relationship Id="rId198" Type="http://schemas.openxmlformats.org/officeDocument/2006/relationships/customXml" Target="../ink/ink3181.xml"/><Relationship Id="rId202" Type="http://schemas.openxmlformats.org/officeDocument/2006/relationships/customXml" Target="../ink/ink3183.xml"/><Relationship Id="rId223" Type="http://schemas.openxmlformats.org/officeDocument/2006/relationships/image" Target="../media/image2530.png"/><Relationship Id="rId244" Type="http://schemas.openxmlformats.org/officeDocument/2006/relationships/image" Target="../media/image2630.png"/><Relationship Id="rId18" Type="http://schemas.openxmlformats.org/officeDocument/2006/relationships/customXml" Target="../ink/ink3091.xml"/><Relationship Id="rId39" Type="http://schemas.openxmlformats.org/officeDocument/2006/relationships/image" Target="../media/image8610.png"/><Relationship Id="rId50" Type="http://schemas.openxmlformats.org/officeDocument/2006/relationships/customXml" Target="../ink/ink3107.xml"/><Relationship Id="rId104" Type="http://schemas.openxmlformats.org/officeDocument/2006/relationships/customXml" Target="../ink/ink3134.xml"/><Relationship Id="rId125" Type="http://schemas.openxmlformats.org/officeDocument/2006/relationships/image" Target="../media/image1720.png"/><Relationship Id="rId146" Type="http://schemas.openxmlformats.org/officeDocument/2006/relationships/customXml" Target="../ink/ink3155.xml"/><Relationship Id="rId167" Type="http://schemas.openxmlformats.org/officeDocument/2006/relationships/image" Target="../media/image1920.png"/><Relationship Id="rId188" Type="http://schemas.openxmlformats.org/officeDocument/2006/relationships/customXml" Target="../ink/ink3176.xml"/><Relationship Id="rId71" Type="http://schemas.openxmlformats.org/officeDocument/2006/relationships/image" Target="../media/image5910.png"/><Relationship Id="rId92" Type="http://schemas.openxmlformats.org/officeDocument/2006/relationships/customXml" Target="../ink/ink3128.xml"/><Relationship Id="rId213" Type="http://schemas.openxmlformats.org/officeDocument/2006/relationships/image" Target="../media/image2480.png"/><Relationship Id="rId234" Type="http://schemas.openxmlformats.org/officeDocument/2006/relationships/image" Target="../media/image2580.png"/><Relationship Id="rId2" Type="http://schemas.openxmlformats.org/officeDocument/2006/relationships/customXml" Target="../ink/ink3083.xml"/><Relationship Id="rId29" Type="http://schemas.openxmlformats.org/officeDocument/2006/relationships/image" Target="../media/image8110.png"/><Relationship Id="rId40" Type="http://schemas.openxmlformats.org/officeDocument/2006/relationships/customXml" Target="../ink/ink3102.xml"/><Relationship Id="rId115" Type="http://schemas.openxmlformats.org/officeDocument/2006/relationships/image" Target="../media/image1670.png"/><Relationship Id="rId136" Type="http://schemas.openxmlformats.org/officeDocument/2006/relationships/customXml" Target="../ink/ink3150.xml"/><Relationship Id="rId157" Type="http://schemas.openxmlformats.org/officeDocument/2006/relationships/image" Target="../media/image1870.png"/><Relationship Id="rId178" Type="http://schemas.openxmlformats.org/officeDocument/2006/relationships/customXml" Target="../ink/ink3171.xml"/><Relationship Id="rId61" Type="http://schemas.openxmlformats.org/officeDocument/2006/relationships/image" Target="../media/image9610.png"/><Relationship Id="rId82" Type="http://schemas.openxmlformats.org/officeDocument/2006/relationships/customXml" Target="../ink/ink3123.xml"/><Relationship Id="rId199" Type="http://schemas.openxmlformats.org/officeDocument/2006/relationships/image" Target="../media/image1710.png"/><Relationship Id="rId203" Type="http://schemas.openxmlformats.org/officeDocument/2006/relationships/image" Target="../media/image1910.png"/><Relationship Id="rId19" Type="http://schemas.openxmlformats.org/officeDocument/2006/relationships/image" Target="../media/image7610.png"/><Relationship Id="rId224" Type="http://schemas.openxmlformats.org/officeDocument/2006/relationships/customXml" Target="../ink/ink3194.xml"/><Relationship Id="rId245" Type="http://schemas.openxmlformats.org/officeDocument/2006/relationships/customXml" Target="../ink/ink3205.xml"/><Relationship Id="rId30" Type="http://schemas.openxmlformats.org/officeDocument/2006/relationships/customXml" Target="../ink/ink3097.xml"/><Relationship Id="rId105" Type="http://schemas.openxmlformats.org/officeDocument/2006/relationships/image" Target="../media/image1620.png"/><Relationship Id="rId126" Type="http://schemas.openxmlformats.org/officeDocument/2006/relationships/customXml" Target="../ink/ink3145.xml"/><Relationship Id="rId147" Type="http://schemas.openxmlformats.org/officeDocument/2006/relationships/image" Target="../media/image1820.png"/><Relationship Id="rId168" Type="http://schemas.openxmlformats.org/officeDocument/2006/relationships/customXml" Target="../ink/ink3166.xml"/><Relationship Id="rId51" Type="http://schemas.openxmlformats.org/officeDocument/2006/relationships/image" Target="../media/image9210.png"/><Relationship Id="rId72" Type="http://schemas.openxmlformats.org/officeDocument/2006/relationships/customXml" Target="../ink/ink3118.xml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" Type="http://schemas.openxmlformats.org/officeDocument/2006/relationships/image" Target="../media/image11100.png"/><Relationship Id="rId214" Type="http://schemas.openxmlformats.org/officeDocument/2006/relationships/customXml" Target="../ink/ink3189.xml"/><Relationship Id="rId235" Type="http://schemas.openxmlformats.org/officeDocument/2006/relationships/customXml" Target="../ink/ink3200.xml"/><Relationship Id="rId116" Type="http://schemas.openxmlformats.org/officeDocument/2006/relationships/customXml" Target="../ink/ink3140.xml"/><Relationship Id="rId137" Type="http://schemas.openxmlformats.org/officeDocument/2006/relationships/image" Target="../media/image1770.png"/><Relationship Id="rId158" Type="http://schemas.openxmlformats.org/officeDocument/2006/relationships/customXml" Target="../ink/ink3161.xml"/><Relationship Id="rId20" Type="http://schemas.openxmlformats.org/officeDocument/2006/relationships/customXml" Target="../ink/ink3092.xml"/><Relationship Id="rId41" Type="http://schemas.openxmlformats.org/officeDocument/2006/relationships/image" Target="../media/image8710.png"/><Relationship Id="rId62" Type="http://schemas.openxmlformats.org/officeDocument/2006/relationships/customXml" Target="../ink/ink3113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190" Type="http://schemas.openxmlformats.org/officeDocument/2006/relationships/customXml" Target="../ink/ink3177.xml"/><Relationship Id="rId204" Type="http://schemas.openxmlformats.org/officeDocument/2006/relationships/customXml" Target="../ink/ink3184.xml"/><Relationship Id="rId225" Type="http://schemas.openxmlformats.org/officeDocument/2006/relationships/image" Target="../media/image2540.png"/><Relationship Id="rId246" Type="http://schemas.openxmlformats.org/officeDocument/2006/relationships/image" Target="../media/image2640.png"/><Relationship Id="rId106" Type="http://schemas.openxmlformats.org/officeDocument/2006/relationships/customXml" Target="../ink/ink3135.xml"/><Relationship Id="rId127" Type="http://schemas.openxmlformats.org/officeDocument/2006/relationships/image" Target="../media/image12100.png"/><Relationship Id="rId10" Type="http://schemas.openxmlformats.org/officeDocument/2006/relationships/customXml" Target="../ink/ink3087.xml"/><Relationship Id="rId31" Type="http://schemas.openxmlformats.org/officeDocument/2006/relationships/image" Target="../media/image8210.png"/><Relationship Id="rId52" Type="http://schemas.openxmlformats.org/officeDocument/2006/relationships/customXml" Target="../ink/ink3108.xml"/><Relationship Id="rId73" Type="http://schemas.openxmlformats.org/officeDocument/2006/relationships/image" Target="../media/image10110.png"/><Relationship Id="rId94" Type="http://schemas.openxmlformats.org/officeDocument/2006/relationships/customXml" Target="../ink/ink3129.xml"/><Relationship Id="rId148" Type="http://schemas.openxmlformats.org/officeDocument/2006/relationships/customXml" Target="../ink/ink3156.xml"/><Relationship Id="rId169" Type="http://schemas.openxmlformats.org/officeDocument/2006/relationships/image" Target="../media/image1930.png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0.png"/><Relationship Id="rId21" Type="http://schemas.openxmlformats.org/officeDocument/2006/relationships/image" Target="../media/image4760.png"/><Relationship Id="rId42" Type="http://schemas.openxmlformats.org/officeDocument/2006/relationships/customXml" Target="../ink/ink3228.xml"/><Relationship Id="rId63" Type="http://schemas.openxmlformats.org/officeDocument/2006/relationships/image" Target="../media/image4970.png"/><Relationship Id="rId84" Type="http://schemas.openxmlformats.org/officeDocument/2006/relationships/customXml" Target="../ink/ink3249.xml"/><Relationship Id="rId138" Type="http://schemas.openxmlformats.org/officeDocument/2006/relationships/customXml" Target="../ink/ink3276.xml"/><Relationship Id="rId159" Type="http://schemas.openxmlformats.org/officeDocument/2006/relationships/image" Target="../media/image5440.png"/><Relationship Id="rId170" Type="http://schemas.openxmlformats.org/officeDocument/2006/relationships/customXml" Target="../ink/ink3292.xml"/><Relationship Id="rId191" Type="http://schemas.openxmlformats.org/officeDocument/2006/relationships/image" Target="../media/image5590.png"/><Relationship Id="rId205" Type="http://schemas.openxmlformats.org/officeDocument/2006/relationships/image" Target="../media/image5600.png"/><Relationship Id="rId226" Type="http://schemas.openxmlformats.org/officeDocument/2006/relationships/customXml" Target="../ink/ink3320.xml"/><Relationship Id="rId247" Type="http://schemas.openxmlformats.org/officeDocument/2006/relationships/customXml" Target="../ink/ink3331.xml"/><Relationship Id="rId107" Type="http://schemas.openxmlformats.org/officeDocument/2006/relationships/image" Target="../media/image5190.png"/><Relationship Id="rId11" Type="http://schemas.openxmlformats.org/officeDocument/2006/relationships/image" Target="../media/image2410.png"/><Relationship Id="rId32" Type="http://schemas.openxmlformats.org/officeDocument/2006/relationships/customXml" Target="../ink/ink3223.xml"/><Relationship Id="rId53" Type="http://schemas.openxmlformats.org/officeDocument/2006/relationships/image" Target="../media/image4920.png"/><Relationship Id="rId74" Type="http://schemas.openxmlformats.org/officeDocument/2006/relationships/customXml" Target="../ink/ink3244.xml"/><Relationship Id="rId128" Type="http://schemas.openxmlformats.org/officeDocument/2006/relationships/customXml" Target="../ink/ink3271.xml"/><Relationship Id="rId149" Type="http://schemas.openxmlformats.org/officeDocument/2006/relationships/image" Target="../media/image5390.png"/><Relationship Id="rId5" Type="http://schemas.openxmlformats.org/officeDocument/2006/relationships/image" Target="../media/image2110.png"/><Relationship Id="rId95" Type="http://schemas.openxmlformats.org/officeDocument/2006/relationships/image" Target="../media/image5130.png"/><Relationship Id="rId160" Type="http://schemas.openxmlformats.org/officeDocument/2006/relationships/customXml" Target="../ink/ink3287.xml"/><Relationship Id="rId181" Type="http://schemas.openxmlformats.org/officeDocument/2006/relationships/image" Target="../media/image5550.png"/><Relationship Id="rId216" Type="http://schemas.openxmlformats.org/officeDocument/2006/relationships/customXml" Target="../ink/ink3315.xml"/><Relationship Id="rId237" Type="http://schemas.openxmlformats.org/officeDocument/2006/relationships/customXml" Target="../ink/ink3326.xml"/><Relationship Id="rId22" Type="http://schemas.openxmlformats.org/officeDocument/2006/relationships/customXml" Target="../ink/ink3218.xml"/><Relationship Id="rId43" Type="http://schemas.openxmlformats.org/officeDocument/2006/relationships/image" Target="../media/image4870.png"/><Relationship Id="rId64" Type="http://schemas.openxmlformats.org/officeDocument/2006/relationships/customXml" Target="../ink/ink3239.xml"/><Relationship Id="rId118" Type="http://schemas.openxmlformats.org/officeDocument/2006/relationships/customXml" Target="../ink/ink3266.xml"/><Relationship Id="rId139" Type="http://schemas.openxmlformats.org/officeDocument/2006/relationships/image" Target="../media/image5340.png"/><Relationship Id="rId85" Type="http://schemas.openxmlformats.org/officeDocument/2006/relationships/image" Target="../media/image5080.png"/><Relationship Id="rId150" Type="http://schemas.openxmlformats.org/officeDocument/2006/relationships/customXml" Target="../ink/ink3282.xml"/><Relationship Id="rId171" Type="http://schemas.openxmlformats.org/officeDocument/2006/relationships/image" Target="../media/image5500.png"/><Relationship Id="rId192" Type="http://schemas.openxmlformats.org/officeDocument/2006/relationships/customXml" Target="../ink/ink3303.xml"/><Relationship Id="rId206" Type="http://schemas.openxmlformats.org/officeDocument/2006/relationships/customXml" Target="../ink/ink3310.xml"/><Relationship Id="rId227" Type="http://schemas.openxmlformats.org/officeDocument/2006/relationships/customXml" Target="../ink/ink3321.xml"/><Relationship Id="rId248" Type="http://schemas.openxmlformats.org/officeDocument/2006/relationships/image" Target="../media/image5811.png"/><Relationship Id="rId12" Type="http://schemas.openxmlformats.org/officeDocument/2006/relationships/customXml" Target="../ink/ink3213.xml"/><Relationship Id="rId33" Type="http://schemas.openxmlformats.org/officeDocument/2006/relationships/image" Target="../media/image4820.png"/><Relationship Id="rId108" Type="http://schemas.openxmlformats.org/officeDocument/2006/relationships/customXml" Target="../ink/ink3261.xml"/><Relationship Id="rId129" Type="http://schemas.openxmlformats.org/officeDocument/2006/relationships/image" Target="../media/image5290.png"/><Relationship Id="rId54" Type="http://schemas.openxmlformats.org/officeDocument/2006/relationships/customXml" Target="../ink/ink3234.xml"/><Relationship Id="rId75" Type="http://schemas.openxmlformats.org/officeDocument/2006/relationships/image" Target="../media/image5030.png"/><Relationship Id="rId96" Type="http://schemas.openxmlformats.org/officeDocument/2006/relationships/customXml" Target="../ink/ink3255.xml"/><Relationship Id="rId140" Type="http://schemas.openxmlformats.org/officeDocument/2006/relationships/customXml" Target="../ink/ink3277.xml"/><Relationship Id="rId161" Type="http://schemas.openxmlformats.org/officeDocument/2006/relationships/image" Target="../media/image5450.png"/><Relationship Id="rId182" Type="http://schemas.openxmlformats.org/officeDocument/2006/relationships/customXml" Target="../ink/ink3298.xml"/><Relationship Id="rId217" Type="http://schemas.openxmlformats.org/officeDocument/2006/relationships/image" Target="../media/image5660.png"/><Relationship Id="rId6" Type="http://schemas.openxmlformats.org/officeDocument/2006/relationships/customXml" Target="../ink/ink3210.xml"/><Relationship Id="rId238" Type="http://schemas.openxmlformats.org/officeDocument/2006/relationships/image" Target="../media/image5760.png"/><Relationship Id="rId23" Type="http://schemas.openxmlformats.org/officeDocument/2006/relationships/image" Target="../media/image4770.png"/><Relationship Id="rId119" Type="http://schemas.openxmlformats.org/officeDocument/2006/relationships/image" Target="../media/image5250.png"/><Relationship Id="rId44" Type="http://schemas.openxmlformats.org/officeDocument/2006/relationships/customXml" Target="../ink/ink3229.xml"/><Relationship Id="rId65" Type="http://schemas.openxmlformats.org/officeDocument/2006/relationships/image" Target="../media/image4980.png"/><Relationship Id="rId86" Type="http://schemas.openxmlformats.org/officeDocument/2006/relationships/customXml" Target="../ink/ink3250.xml"/><Relationship Id="rId130" Type="http://schemas.openxmlformats.org/officeDocument/2006/relationships/customXml" Target="../ink/ink3272.xml"/><Relationship Id="rId151" Type="http://schemas.openxmlformats.org/officeDocument/2006/relationships/image" Target="../media/image5400.png"/><Relationship Id="rId172" Type="http://schemas.openxmlformats.org/officeDocument/2006/relationships/customXml" Target="../ink/ink3293.xml"/><Relationship Id="rId193" Type="http://schemas.openxmlformats.org/officeDocument/2006/relationships/image" Target="../media/image14100.png"/><Relationship Id="rId207" Type="http://schemas.openxmlformats.org/officeDocument/2006/relationships/image" Target="../media/image5611.png"/><Relationship Id="rId228" Type="http://schemas.openxmlformats.org/officeDocument/2006/relationships/image" Target="../media/image5711.png"/><Relationship Id="rId249" Type="http://schemas.openxmlformats.org/officeDocument/2006/relationships/customXml" Target="../ink/ink3332.xml"/><Relationship Id="rId13" Type="http://schemas.openxmlformats.org/officeDocument/2006/relationships/image" Target="../media/image4720.png"/><Relationship Id="rId109" Type="http://schemas.openxmlformats.org/officeDocument/2006/relationships/image" Target="../media/image5200.png"/><Relationship Id="rId34" Type="http://schemas.openxmlformats.org/officeDocument/2006/relationships/customXml" Target="../ink/ink3224.xml"/><Relationship Id="rId55" Type="http://schemas.openxmlformats.org/officeDocument/2006/relationships/image" Target="../media/image4930.png"/><Relationship Id="rId76" Type="http://schemas.openxmlformats.org/officeDocument/2006/relationships/customXml" Target="../ink/ink3245.xml"/><Relationship Id="rId97" Type="http://schemas.openxmlformats.org/officeDocument/2006/relationships/image" Target="../media/image5140.png"/><Relationship Id="rId120" Type="http://schemas.openxmlformats.org/officeDocument/2006/relationships/customXml" Target="../ink/ink3267.xml"/><Relationship Id="rId141" Type="http://schemas.openxmlformats.org/officeDocument/2006/relationships/image" Target="../media/image5350.png"/><Relationship Id="rId7" Type="http://schemas.openxmlformats.org/officeDocument/2006/relationships/image" Target="../media/image2210.png"/><Relationship Id="rId162" Type="http://schemas.openxmlformats.org/officeDocument/2006/relationships/customXml" Target="../ink/ink3288.xml"/><Relationship Id="rId183" Type="http://schemas.openxmlformats.org/officeDocument/2006/relationships/image" Target="../media/image5560.png"/><Relationship Id="rId218" Type="http://schemas.openxmlformats.org/officeDocument/2006/relationships/customXml" Target="../ink/ink3316.xml"/><Relationship Id="rId239" Type="http://schemas.openxmlformats.org/officeDocument/2006/relationships/customXml" Target="../ink/ink3327.xml"/><Relationship Id="rId250" Type="http://schemas.openxmlformats.org/officeDocument/2006/relationships/image" Target="../media/image5820.png"/><Relationship Id="rId24" Type="http://schemas.openxmlformats.org/officeDocument/2006/relationships/customXml" Target="../ink/ink3219.xml"/><Relationship Id="rId45" Type="http://schemas.openxmlformats.org/officeDocument/2006/relationships/image" Target="../media/image4880.png"/><Relationship Id="rId66" Type="http://schemas.openxmlformats.org/officeDocument/2006/relationships/customXml" Target="../ink/ink3240.xml"/><Relationship Id="rId87" Type="http://schemas.openxmlformats.org/officeDocument/2006/relationships/image" Target="../media/image5090.png"/><Relationship Id="rId110" Type="http://schemas.openxmlformats.org/officeDocument/2006/relationships/customXml" Target="../ink/ink3262.xml"/><Relationship Id="rId131" Type="http://schemas.openxmlformats.org/officeDocument/2006/relationships/image" Target="../media/image5300.png"/><Relationship Id="rId152" Type="http://schemas.openxmlformats.org/officeDocument/2006/relationships/customXml" Target="../ink/ink3283.xml"/><Relationship Id="rId173" Type="http://schemas.openxmlformats.org/officeDocument/2006/relationships/image" Target="../media/image5511.png"/><Relationship Id="rId194" Type="http://schemas.openxmlformats.org/officeDocument/2006/relationships/customXml" Target="../ink/ink3304.xml"/><Relationship Id="rId208" Type="http://schemas.openxmlformats.org/officeDocument/2006/relationships/customXml" Target="../ink/ink3311.xml"/><Relationship Id="rId229" Type="http://schemas.openxmlformats.org/officeDocument/2006/relationships/customXml" Target="../ink/ink3322.xml"/><Relationship Id="rId240" Type="http://schemas.openxmlformats.org/officeDocument/2006/relationships/image" Target="../media/image5770.png"/><Relationship Id="rId14" Type="http://schemas.openxmlformats.org/officeDocument/2006/relationships/customXml" Target="../ink/ink3214.xml"/><Relationship Id="rId35" Type="http://schemas.openxmlformats.org/officeDocument/2006/relationships/image" Target="../media/image4830.png"/><Relationship Id="rId56" Type="http://schemas.openxmlformats.org/officeDocument/2006/relationships/customXml" Target="../ink/ink3235.xml"/><Relationship Id="rId77" Type="http://schemas.openxmlformats.org/officeDocument/2006/relationships/image" Target="../media/image5040.png"/><Relationship Id="rId100" Type="http://schemas.openxmlformats.org/officeDocument/2006/relationships/customXml" Target="../ink/ink3257.xml"/><Relationship Id="rId8" Type="http://schemas.openxmlformats.org/officeDocument/2006/relationships/customXml" Target="../ink/ink3211.xml"/><Relationship Id="rId98" Type="http://schemas.openxmlformats.org/officeDocument/2006/relationships/customXml" Target="../ink/ink3256.xml"/><Relationship Id="rId121" Type="http://schemas.openxmlformats.org/officeDocument/2006/relationships/image" Target="../media/image5260.png"/><Relationship Id="rId142" Type="http://schemas.openxmlformats.org/officeDocument/2006/relationships/customXml" Target="../ink/ink3278.xml"/><Relationship Id="rId163" Type="http://schemas.openxmlformats.org/officeDocument/2006/relationships/image" Target="../media/image5460.png"/><Relationship Id="rId184" Type="http://schemas.openxmlformats.org/officeDocument/2006/relationships/customXml" Target="../ink/ink3299.xml"/><Relationship Id="rId219" Type="http://schemas.openxmlformats.org/officeDocument/2006/relationships/image" Target="../media/image5670.png"/><Relationship Id="rId230" Type="http://schemas.openxmlformats.org/officeDocument/2006/relationships/image" Target="../media/image5720.png"/><Relationship Id="rId251" Type="http://schemas.openxmlformats.org/officeDocument/2006/relationships/image" Target="../media/image1578.jpeg"/><Relationship Id="rId25" Type="http://schemas.openxmlformats.org/officeDocument/2006/relationships/image" Target="../media/image4780.png"/><Relationship Id="rId46" Type="http://schemas.openxmlformats.org/officeDocument/2006/relationships/customXml" Target="../ink/ink3230.xml"/><Relationship Id="rId67" Type="http://schemas.openxmlformats.org/officeDocument/2006/relationships/image" Target="../media/image4990.png"/><Relationship Id="rId88" Type="http://schemas.openxmlformats.org/officeDocument/2006/relationships/customXml" Target="../ink/ink3251.xml"/><Relationship Id="rId111" Type="http://schemas.openxmlformats.org/officeDocument/2006/relationships/image" Target="../media/image5211.png"/><Relationship Id="rId132" Type="http://schemas.openxmlformats.org/officeDocument/2006/relationships/customXml" Target="../ink/ink3273.xml"/><Relationship Id="rId153" Type="http://schemas.openxmlformats.org/officeDocument/2006/relationships/image" Target="../media/image5411.png"/><Relationship Id="rId174" Type="http://schemas.openxmlformats.org/officeDocument/2006/relationships/customXml" Target="../ink/ink3294.xml"/><Relationship Id="rId195" Type="http://schemas.openxmlformats.org/officeDocument/2006/relationships/image" Target="../media/image15100.png"/><Relationship Id="rId209" Type="http://schemas.openxmlformats.org/officeDocument/2006/relationships/image" Target="../media/image5620.png"/><Relationship Id="rId220" Type="http://schemas.openxmlformats.org/officeDocument/2006/relationships/customXml" Target="../ink/ink3317.xml"/><Relationship Id="rId241" Type="http://schemas.openxmlformats.org/officeDocument/2006/relationships/customXml" Target="../ink/ink3328.xml"/><Relationship Id="rId15" Type="http://schemas.openxmlformats.org/officeDocument/2006/relationships/image" Target="../media/image4730.png"/><Relationship Id="rId36" Type="http://schemas.openxmlformats.org/officeDocument/2006/relationships/customXml" Target="../ink/ink3225.xml"/><Relationship Id="rId57" Type="http://schemas.openxmlformats.org/officeDocument/2006/relationships/image" Target="../media/image4940.png"/><Relationship Id="rId78" Type="http://schemas.openxmlformats.org/officeDocument/2006/relationships/customXml" Target="../ink/ink3246.xml"/><Relationship Id="rId99" Type="http://schemas.openxmlformats.org/officeDocument/2006/relationships/image" Target="../media/image5150.png"/><Relationship Id="rId101" Type="http://schemas.openxmlformats.org/officeDocument/2006/relationships/image" Target="../media/image5160.png"/><Relationship Id="rId122" Type="http://schemas.openxmlformats.org/officeDocument/2006/relationships/customXml" Target="../ink/ink3268.xml"/><Relationship Id="rId143" Type="http://schemas.openxmlformats.org/officeDocument/2006/relationships/image" Target="../media/image5360.png"/><Relationship Id="rId164" Type="http://schemas.openxmlformats.org/officeDocument/2006/relationships/customXml" Target="../ink/ink3289.xml"/><Relationship Id="rId185" Type="http://schemas.openxmlformats.org/officeDocument/2006/relationships/image" Target="../media/image5570.png"/><Relationship Id="rId4" Type="http://schemas.openxmlformats.org/officeDocument/2006/relationships/customXml" Target="../ink/ink3209.xml"/><Relationship Id="rId9" Type="http://schemas.openxmlformats.org/officeDocument/2006/relationships/image" Target="../media/image2310.png"/><Relationship Id="rId180" Type="http://schemas.openxmlformats.org/officeDocument/2006/relationships/customXml" Target="../ink/ink3297.xml"/><Relationship Id="rId210" Type="http://schemas.openxmlformats.org/officeDocument/2006/relationships/customXml" Target="../ink/ink3312.xml"/><Relationship Id="rId215" Type="http://schemas.openxmlformats.org/officeDocument/2006/relationships/image" Target="../media/image5650.png"/><Relationship Id="rId236" Type="http://schemas.openxmlformats.org/officeDocument/2006/relationships/image" Target="../media/image5750.png"/><Relationship Id="rId26" Type="http://schemas.openxmlformats.org/officeDocument/2006/relationships/customXml" Target="../ink/ink3220.xml"/><Relationship Id="rId231" Type="http://schemas.openxmlformats.org/officeDocument/2006/relationships/customXml" Target="../ink/ink3323.xml"/><Relationship Id="rId47" Type="http://schemas.openxmlformats.org/officeDocument/2006/relationships/image" Target="../media/image4890.png"/><Relationship Id="rId68" Type="http://schemas.openxmlformats.org/officeDocument/2006/relationships/customXml" Target="../ink/ink3241.xml"/><Relationship Id="rId89" Type="http://schemas.openxmlformats.org/officeDocument/2006/relationships/image" Target="../media/image5100.png"/><Relationship Id="rId112" Type="http://schemas.openxmlformats.org/officeDocument/2006/relationships/customXml" Target="../ink/ink3263.xml"/><Relationship Id="rId133" Type="http://schemas.openxmlformats.org/officeDocument/2006/relationships/image" Target="../media/image5311.png"/><Relationship Id="rId154" Type="http://schemas.openxmlformats.org/officeDocument/2006/relationships/customXml" Target="../ink/ink3284.xml"/><Relationship Id="rId175" Type="http://schemas.openxmlformats.org/officeDocument/2006/relationships/image" Target="../media/image5520.png"/><Relationship Id="rId196" Type="http://schemas.openxmlformats.org/officeDocument/2006/relationships/customXml" Target="../ink/ink3305.xml"/><Relationship Id="rId200" Type="http://schemas.openxmlformats.org/officeDocument/2006/relationships/customXml" Target="../ink/ink3307.xml"/><Relationship Id="rId16" Type="http://schemas.openxmlformats.org/officeDocument/2006/relationships/customXml" Target="../ink/ink3215.xml"/><Relationship Id="rId221" Type="http://schemas.openxmlformats.org/officeDocument/2006/relationships/image" Target="../media/image5680.png"/><Relationship Id="rId242" Type="http://schemas.openxmlformats.org/officeDocument/2006/relationships/image" Target="../media/image5780.png"/><Relationship Id="rId37" Type="http://schemas.openxmlformats.org/officeDocument/2006/relationships/image" Target="../media/image4840.png"/><Relationship Id="rId58" Type="http://schemas.openxmlformats.org/officeDocument/2006/relationships/customXml" Target="../ink/ink3236.xml"/><Relationship Id="rId79" Type="http://schemas.openxmlformats.org/officeDocument/2006/relationships/image" Target="../media/image5050.png"/><Relationship Id="rId102" Type="http://schemas.openxmlformats.org/officeDocument/2006/relationships/customXml" Target="../ink/ink3258.xml"/><Relationship Id="rId123" Type="http://schemas.openxmlformats.org/officeDocument/2006/relationships/image" Target="../media/image5270.png"/><Relationship Id="rId144" Type="http://schemas.openxmlformats.org/officeDocument/2006/relationships/customXml" Target="../ink/ink3279.xml"/><Relationship Id="rId90" Type="http://schemas.openxmlformats.org/officeDocument/2006/relationships/customXml" Target="../ink/ink3252.xml"/><Relationship Id="rId165" Type="http://schemas.openxmlformats.org/officeDocument/2006/relationships/image" Target="../media/image5470.png"/><Relationship Id="rId186" Type="http://schemas.openxmlformats.org/officeDocument/2006/relationships/customXml" Target="../ink/ink3300.xml"/><Relationship Id="rId211" Type="http://schemas.openxmlformats.org/officeDocument/2006/relationships/image" Target="../media/image5630.png"/><Relationship Id="rId232" Type="http://schemas.openxmlformats.org/officeDocument/2006/relationships/image" Target="../media/image5730.png"/><Relationship Id="rId27" Type="http://schemas.openxmlformats.org/officeDocument/2006/relationships/image" Target="../media/image4790.png"/><Relationship Id="rId48" Type="http://schemas.openxmlformats.org/officeDocument/2006/relationships/customXml" Target="../ink/ink3231.xml"/><Relationship Id="rId69" Type="http://schemas.openxmlformats.org/officeDocument/2006/relationships/image" Target="../media/image5000.png"/><Relationship Id="rId113" Type="http://schemas.openxmlformats.org/officeDocument/2006/relationships/image" Target="../media/image5220.png"/><Relationship Id="rId134" Type="http://schemas.openxmlformats.org/officeDocument/2006/relationships/customXml" Target="../ink/ink3274.xml"/><Relationship Id="rId80" Type="http://schemas.openxmlformats.org/officeDocument/2006/relationships/customXml" Target="../ink/ink3247.xml"/><Relationship Id="rId155" Type="http://schemas.openxmlformats.org/officeDocument/2006/relationships/image" Target="../media/image5420.png"/><Relationship Id="rId176" Type="http://schemas.openxmlformats.org/officeDocument/2006/relationships/customXml" Target="../ink/ink3295.xml"/><Relationship Id="rId197" Type="http://schemas.openxmlformats.org/officeDocument/2006/relationships/image" Target="../media/image1610.png"/><Relationship Id="rId201" Type="http://schemas.openxmlformats.org/officeDocument/2006/relationships/image" Target="../media/image1810.png"/><Relationship Id="rId222" Type="http://schemas.openxmlformats.org/officeDocument/2006/relationships/customXml" Target="../ink/ink3318.xml"/><Relationship Id="rId243" Type="http://schemas.openxmlformats.org/officeDocument/2006/relationships/customXml" Target="../ink/ink3329.xml"/><Relationship Id="rId17" Type="http://schemas.openxmlformats.org/officeDocument/2006/relationships/image" Target="../media/image4740.png"/><Relationship Id="rId38" Type="http://schemas.openxmlformats.org/officeDocument/2006/relationships/customXml" Target="../ink/ink3226.xml"/><Relationship Id="rId59" Type="http://schemas.openxmlformats.org/officeDocument/2006/relationships/image" Target="../media/image4950.png"/><Relationship Id="rId103" Type="http://schemas.openxmlformats.org/officeDocument/2006/relationships/image" Target="../media/image5170.png"/><Relationship Id="rId124" Type="http://schemas.openxmlformats.org/officeDocument/2006/relationships/customXml" Target="../ink/ink3269.xml"/><Relationship Id="rId70" Type="http://schemas.openxmlformats.org/officeDocument/2006/relationships/customXml" Target="../ink/ink3242.xml"/><Relationship Id="rId91" Type="http://schemas.openxmlformats.org/officeDocument/2006/relationships/image" Target="../media/image5111.png"/><Relationship Id="rId145" Type="http://schemas.openxmlformats.org/officeDocument/2006/relationships/image" Target="../media/image5370.png"/><Relationship Id="rId166" Type="http://schemas.openxmlformats.org/officeDocument/2006/relationships/customXml" Target="../ink/ink3290.xml"/><Relationship Id="rId187" Type="http://schemas.openxmlformats.org/officeDocument/2006/relationships/image" Target="../media/image1310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313.xml"/><Relationship Id="rId233" Type="http://schemas.openxmlformats.org/officeDocument/2006/relationships/customXml" Target="../ink/ink3324.xml"/><Relationship Id="rId28" Type="http://schemas.openxmlformats.org/officeDocument/2006/relationships/customXml" Target="../ink/ink3221.xml"/><Relationship Id="rId49" Type="http://schemas.openxmlformats.org/officeDocument/2006/relationships/image" Target="../media/image4900.png"/><Relationship Id="rId114" Type="http://schemas.openxmlformats.org/officeDocument/2006/relationships/customXml" Target="../ink/ink3264.xml"/><Relationship Id="rId60" Type="http://schemas.openxmlformats.org/officeDocument/2006/relationships/customXml" Target="../ink/ink3237.xml"/><Relationship Id="rId81" Type="http://schemas.openxmlformats.org/officeDocument/2006/relationships/image" Target="../media/image5060.png"/><Relationship Id="rId135" Type="http://schemas.openxmlformats.org/officeDocument/2006/relationships/image" Target="../media/image5320.png"/><Relationship Id="rId156" Type="http://schemas.openxmlformats.org/officeDocument/2006/relationships/customXml" Target="../ink/ink3285.xml"/><Relationship Id="rId177" Type="http://schemas.openxmlformats.org/officeDocument/2006/relationships/image" Target="../media/image5530.png"/><Relationship Id="rId198" Type="http://schemas.openxmlformats.org/officeDocument/2006/relationships/customXml" Target="../ink/ink3306.xml"/><Relationship Id="rId202" Type="http://schemas.openxmlformats.org/officeDocument/2006/relationships/customXml" Target="../ink/ink3308.xml"/><Relationship Id="rId223" Type="http://schemas.openxmlformats.org/officeDocument/2006/relationships/image" Target="../media/image5690.png"/><Relationship Id="rId244" Type="http://schemas.openxmlformats.org/officeDocument/2006/relationships/image" Target="../media/image5790.png"/><Relationship Id="rId18" Type="http://schemas.openxmlformats.org/officeDocument/2006/relationships/customXml" Target="../ink/ink3216.xml"/><Relationship Id="rId39" Type="http://schemas.openxmlformats.org/officeDocument/2006/relationships/image" Target="../media/image4850.png"/><Relationship Id="rId50" Type="http://schemas.openxmlformats.org/officeDocument/2006/relationships/customXml" Target="../ink/ink3232.xml"/><Relationship Id="rId104" Type="http://schemas.openxmlformats.org/officeDocument/2006/relationships/customXml" Target="../ink/ink3259.xml"/><Relationship Id="rId125" Type="http://schemas.openxmlformats.org/officeDocument/2006/relationships/image" Target="../media/image5280.png"/><Relationship Id="rId146" Type="http://schemas.openxmlformats.org/officeDocument/2006/relationships/customXml" Target="../ink/ink3280.xml"/><Relationship Id="rId167" Type="http://schemas.openxmlformats.org/officeDocument/2006/relationships/image" Target="../media/image5480.png"/><Relationship Id="rId188" Type="http://schemas.openxmlformats.org/officeDocument/2006/relationships/customXml" Target="../ink/ink3301.xml"/><Relationship Id="rId71" Type="http://schemas.openxmlformats.org/officeDocument/2006/relationships/image" Target="../media/image5011.png"/><Relationship Id="rId92" Type="http://schemas.openxmlformats.org/officeDocument/2006/relationships/customXml" Target="../ink/ink3253.xml"/><Relationship Id="rId213" Type="http://schemas.openxmlformats.org/officeDocument/2006/relationships/image" Target="../media/image5640.png"/><Relationship Id="rId234" Type="http://schemas.openxmlformats.org/officeDocument/2006/relationships/image" Target="../media/image5740.png"/><Relationship Id="rId2" Type="http://schemas.openxmlformats.org/officeDocument/2006/relationships/customXml" Target="../ink/ink3208.xml"/><Relationship Id="rId29" Type="http://schemas.openxmlformats.org/officeDocument/2006/relationships/image" Target="../media/image4800.png"/><Relationship Id="rId40" Type="http://schemas.openxmlformats.org/officeDocument/2006/relationships/customXml" Target="../ink/ink3227.xml"/><Relationship Id="rId115" Type="http://schemas.openxmlformats.org/officeDocument/2006/relationships/image" Target="../media/image5230.png"/><Relationship Id="rId136" Type="http://schemas.openxmlformats.org/officeDocument/2006/relationships/customXml" Target="../ink/ink3275.xml"/><Relationship Id="rId157" Type="http://schemas.openxmlformats.org/officeDocument/2006/relationships/image" Target="../media/image5430.png"/><Relationship Id="rId178" Type="http://schemas.openxmlformats.org/officeDocument/2006/relationships/customXml" Target="../ink/ink3296.xml"/><Relationship Id="rId61" Type="http://schemas.openxmlformats.org/officeDocument/2006/relationships/image" Target="../media/image4960.png"/><Relationship Id="rId82" Type="http://schemas.openxmlformats.org/officeDocument/2006/relationships/customXml" Target="../ink/ink3248.xml"/><Relationship Id="rId199" Type="http://schemas.openxmlformats.org/officeDocument/2006/relationships/image" Target="../media/image1710.png"/><Relationship Id="rId203" Type="http://schemas.openxmlformats.org/officeDocument/2006/relationships/image" Target="../media/image1910.png"/><Relationship Id="rId19" Type="http://schemas.openxmlformats.org/officeDocument/2006/relationships/image" Target="../media/image4750.png"/><Relationship Id="rId224" Type="http://schemas.openxmlformats.org/officeDocument/2006/relationships/customXml" Target="../ink/ink3319.xml"/><Relationship Id="rId245" Type="http://schemas.openxmlformats.org/officeDocument/2006/relationships/customXml" Target="../ink/ink3330.xml"/><Relationship Id="rId30" Type="http://schemas.openxmlformats.org/officeDocument/2006/relationships/customXml" Target="../ink/ink3222.xml"/><Relationship Id="rId105" Type="http://schemas.openxmlformats.org/officeDocument/2006/relationships/image" Target="../media/image5180.png"/><Relationship Id="rId126" Type="http://schemas.openxmlformats.org/officeDocument/2006/relationships/customXml" Target="../ink/ink3270.xml"/><Relationship Id="rId147" Type="http://schemas.openxmlformats.org/officeDocument/2006/relationships/image" Target="../media/image5380.png"/><Relationship Id="rId168" Type="http://schemas.openxmlformats.org/officeDocument/2006/relationships/customXml" Target="../ink/ink3291.xml"/><Relationship Id="rId51" Type="http://schemas.openxmlformats.org/officeDocument/2006/relationships/image" Target="../media/image4911.png"/><Relationship Id="rId72" Type="http://schemas.openxmlformats.org/officeDocument/2006/relationships/customXml" Target="../ink/ink3243.xml"/><Relationship Id="rId93" Type="http://schemas.openxmlformats.org/officeDocument/2006/relationships/image" Target="../media/image5120.png"/><Relationship Id="rId189" Type="http://schemas.openxmlformats.org/officeDocument/2006/relationships/image" Target="../media/image5580.png"/><Relationship Id="rId3" Type="http://schemas.openxmlformats.org/officeDocument/2006/relationships/image" Target="../media/image11100.png"/><Relationship Id="rId214" Type="http://schemas.openxmlformats.org/officeDocument/2006/relationships/customXml" Target="../ink/ink3314.xml"/><Relationship Id="rId235" Type="http://schemas.openxmlformats.org/officeDocument/2006/relationships/customXml" Target="../ink/ink3325.xml"/><Relationship Id="rId116" Type="http://schemas.openxmlformats.org/officeDocument/2006/relationships/customXml" Target="../ink/ink3265.xml"/><Relationship Id="rId137" Type="http://schemas.openxmlformats.org/officeDocument/2006/relationships/image" Target="../media/image5330.png"/><Relationship Id="rId158" Type="http://schemas.openxmlformats.org/officeDocument/2006/relationships/customXml" Target="../ink/ink3286.xml"/><Relationship Id="rId20" Type="http://schemas.openxmlformats.org/officeDocument/2006/relationships/customXml" Target="../ink/ink3217.xml"/><Relationship Id="rId41" Type="http://schemas.openxmlformats.org/officeDocument/2006/relationships/image" Target="../media/image4860.png"/><Relationship Id="rId62" Type="http://schemas.openxmlformats.org/officeDocument/2006/relationships/customXml" Target="../ink/ink3238.xml"/><Relationship Id="rId83" Type="http://schemas.openxmlformats.org/officeDocument/2006/relationships/image" Target="../media/image5070.png"/><Relationship Id="rId179" Type="http://schemas.openxmlformats.org/officeDocument/2006/relationships/image" Target="../media/image5540.png"/><Relationship Id="rId190" Type="http://schemas.openxmlformats.org/officeDocument/2006/relationships/customXml" Target="../ink/ink3302.xml"/><Relationship Id="rId204" Type="http://schemas.openxmlformats.org/officeDocument/2006/relationships/customXml" Target="../ink/ink3309.xml"/><Relationship Id="rId225" Type="http://schemas.openxmlformats.org/officeDocument/2006/relationships/image" Target="../media/image5700.png"/><Relationship Id="rId246" Type="http://schemas.openxmlformats.org/officeDocument/2006/relationships/image" Target="../media/image5800.png"/><Relationship Id="rId106" Type="http://schemas.openxmlformats.org/officeDocument/2006/relationships/customXml" Target="../ink/ink3260.xml"/><Relationship Id="rId127" Type="http://schemas.openxmlformats.org/officeDocument/2006/relationships/image" Target="../media/image12100.png"/><Relationship Id="rId10" Type="http://schemas.openxmlformats.org/officeDocument/2006/relationships/customXml" Target="../ink/ink3212.xml"/><Relationship Id="rId31" Type="http://schemas.openxmlformats.org/officeDocument/2006/relationships/image" Target="../media/image4811.png"/><Relationship Id="rId52" Type="http://schemas.openxmlformats.org/officeDocument/2006/relationships/customXml" Target="../ink/ink3233.xml"/><Relationship Id="rId73" Type="http://schemas.openxmlformats.org/officeDocument/2006/relationships/image" Target="../media/image5020.png"/><Relationship Id="rId94" Type="http://schemas.openxmlformats.org/officeDocument/2006/relationships/customXml" Target="../ink/ink3254.xml"/><Relationship Id="rId148" Type="http://schemas.openxmlformats.org/officeDocument/2006/relationships/customXml" Target="../ink/ink3281.xml"/><Relationship Id="rId169" Type="http://schemas.openxmlformats.org/officeDocument/2006/relationships/image" Target="../media/image5490.png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0.png"/><Relationship Id="rId21" Type="http://schemas.openxmlformats.org/officeDocument/2006/relationships/image" Target="../media/image4760.png"/><Relationship Id="rId42" Type="http://schemas.openxmlformats.org/officeDocument/2006/relationships/customXml" Target="../ink/ink3353.xml"/><Relationship Id="rId63" Type="http://schemas.openxmlformats.org/officeDocument/2006/relationships/image" Target="../media/image4970.png"/><Relationship Id="rId84" Type="http://schemas.openxmlformats.org/officeDocument/2006/relationships/customXml" Target="../ink/ink3374.xml"/><Relationship Id="rId138" Type="http://schemas.openxmlformats.org/officeDocument/2006/relationships/customXml" Target="../ink/ink3401.xml"/><Relationship Id="rId159" Type="http://schemas.openxmlformats.org/officeDocument/2006/relationships/image" Target="../media/image5440.png"/><Relationship Id="rId170" Type="http://schemas.openxmlformats.org/officeDocument/2006/relationships/customXml" Target="../ink/ink3417.xml"/><Relationship Id="rId191" Type="http://schemas.openxmlformats.org/officeDocument/2006/relationships/image" Target="../media/image5590.png"/><Relationship Id="rId205" Type="http://schemas.openxmlformats.org/officeDocument/2006/relationships/image" Target="../media/image5600.png"/><Relationship Id="rId226" Type="http://schemas.openxmlformats.org/officeDocument/2006/relationships/customXml" Target="../ink/ink3445.xml"/><Relationship Id="rId247" Type="http://schemas.openxmlformats.org/officeDocument/2006/relationships/customXml" Target="../ink/ink3456.xml"/><Relationship Id="rId107" Type="http://schemas.openxmlformats.org/officeDocument/2006/relationships/image" Target="../media/image5190.png"/><Relationship Id="rId11" Type="http://schemas.openxmlformats.org/officeDocument/2006/relationships/image" Target="../media/image2410.png"/><Relationship Id="rId32" Type="http://schemas.openxmlformats.org/officeDocument/2006/relationships/customXml" Target="../ink/ink3348.xml"/><Relationship Id="rId53" Type="http://schemas.openxmlformats.org/officeDocument/2006/relationships/image" Target="../media/image4920.png"/><Relationship Id="rId74" Type="http://schemas.openxmlformats.org/officeDocument/2006/relationships/customXml" Target="../ink/ink3369.xml"/><Relationship Id="rId128" Type="http://schemas.openxmlformats.org/officeDocument/2006/relationships/customXml" Target="../ink/ink3396.xml"/><Relationship Id="rId149" Type="http://schemas.openxmlformats.org/officeDocument/2006/relationships/image" Target="../media/image5390.png"/><Relationship Id="rId5" Type="http://schemas.openxmlformats.org/officeDocument/2006/relationships/image" Target="../media/image2110.png"/><Relationship Id="rId95" Type="http://schemas.openxmlformats.org/officeDocument/2006/relationships/image" Target="../media/image5130.png"/><Relationship Id="rId160" Type="http://schemas.openxmlformats.org/officeDocument/2006/relationships/customXml" Target="../ink/ink3412.xml"/><Relationship Id="rId181" Type="http://schemas.openxmlformats.org/officeDocument/2006/relationships/image" Target="../media/image5550.png"/><Relationship Id="rId216" Type="http://schemas.openxmlformats.org/officeDocument/2006/relationships/customXml" Target="../ink/ink3440.xml"/><Relationship Id="rId237" Type="http://schemas.openxmlformats.org/officeDocument/2006/relationships/customXml" Target="../ink/ink3451.xml"/><Relationship Id="rId22" Type="http://schemas.openxmlformats.org/officeDocument/2006/relationships/customXml" Target="../ink/ink3343.xml"/><Relationship Id="rId43" Type="http://schemas.openxmlformats.org/officeDocument/2006/relationships/image" Target="../media/image4870.png"/><Relationship Id="rId64" Type="http://schemas.openxmlformats.org/officeDocument/2006/relationships/customXml" Target="../ink/ink3364.xml"/><Relationship Id="rId118" Type="http://schemas.openxmlformats.org/officeDocument/2006/relationships/customXml" Target="../ink/ink3391.xml"/><Relationship Id="rId139" Type="http://schemas.openxmlformats.org/officeDocument/2006/relationships/image" Target="../media/image5340.png"/><Relationship Id="rId85" Type="http://schemas.openxmlformats.org/officeDocument/2006/relationships/image" Target="../media/image5080.png"/><Relationship Id="rId150" Type="http://schemas.openxmlformats.org/officeDocument/2006/relationships/customXml" Target="../ink/ink3407.xml"/><Relationship Id="rId171" Type="http://schemas.openxmlformats.org/officeDocument/2006/relationships/image" Target="../media/image5500.png"/><Relationship Id="rId192" Type="http://schemas.openxmlformats.org/officeDocument/2006/relationships/customXml" Target="../ink/ink3428.xml"/><Relationship Id="rId206" Type="http://schemas.openxmlformats.org/officeDocument/2006/relationships/customXml" Target="../ink/ink3435.xml"/><Relationship Id="rId227" Type="http://schemas.openxmlformats.org/officeDocument/2006/relationships/customXml" Target="../ink/ink3446.xml"/><Relationship Id="rId248" Type="http://schemas.openxmlformats.org/officeDocument/2006/relationships/image" Target="../media/image5811.png"/><Relationship Id="rId12" Type="http://schemas.openxmlformats.org/officeDocument/2006/relationships/customXml" Target="../ink/ink3338.xml"/><Relationship Id="rId33" Type="http://schemas.openxmlformats.org/officeDocument/2006/relationships/image" Target="../media/image4820.png"/><Relationship Id="rId108" Type="http://schemas.openxmlformats.org/officeDocument/2006/relationships/customXml" Target="../ink/ink3386.xml"/><Relationship Id="rId129" Type="http://schemas.openxmlformats.org/officeDocument/2006/relationships/image" Target="../media/image5290.png"/><Relationship Id="rId54" Type="http://schemas.openxmlformats.org/officeDocument/2006/relationships/customXml" Target="../ink/ink3359.xml"/><Relationship Id="rId75" Type="http://schemas.openxmlformats.org/officeDocument/2006/relationships/image" Target="../media/image5030.png"/><Relationship Id="rId96" Type="http://schemas.openxmlformats.org/officeDocument/2006/relationships/customXml" Target="../ink/ink3380.xml"/><Relationship Id="rId140" Type="http://schemas.openxmlformats.org/officeDocument/2006/relationships/customXml" Target="../ink/ink3402.xml"/><Relationship Id="rId161" Type="http://schemas.openxmlformats.org/officeDocument/2006/relationships/image" Target="../media/image5450.png"/><Relationship Id="rId182" Type="http://schemas.openxmlformats.org/officeDocument/2006/relationships/customXml" Target="../ink/ink3423.xml"/><Relationship Id="rId217" Type="http://schemas.openxmlformats.org/officeDocument/2006/relationships/image" Target="../media/image5660.png"/><Relationship Id="rId6" Type="http://schemas.openxmlformats.org/officeDocument/2006/relationships/customXml" Target="../ink/ink3335.xml"/><Relationship Id="rId238" Type="http://schemas.openxmlformats.org/officeDocument/2006/relationships/image" Target="../media/image5760.png"/><Relationship Id="rId23" Type="http://schemas.openxmlformats.org/officeDocument/2006/relationships/image" Target="../media/image4770.png"/><Relationship Id="rId119" Type="http://schemas.openxmlformats.org/officeDocument/2006/relationships/image" Target="../media/image5250.png"/><Relationship Id="rId44" Type="http://schemas.openxmlformats.org/officeDocument/2006/relationships/customXml" Target="../ink/ink3354.xml"/><Relationship Id="rId65" Type="http://schemas.openxmlformats.org/officeDocument/2006/relationships/image" Target="../media/image4980.png"/><Relationship Id="rId86" Type="http://schemas.openxmlformats.org/officeDocument/2006/relationships/customXml" Target="../ink/ink3375.xml"/><Relationship Id="rId130" Type="http://schemas.openxmlformats.org/officeDocument/2006/relationships/customXml" Target="../ink/ink3397.xml"/><Relationship Id="rId151" Type="http://schemas.openxmlformats.org/officeDocument/2006/relationships/image" Target="../media/image5400.png"/><Relationship Id="rId172" Type="http://schemas.openxmlformats.org/officeDocument/2006/relationships/customXml" Target="../ink/ink3418.xml"/><Relationship Id="rId193" Type="http://schemas.openxmlformats.org/officeDocument/2006/relationships/image" Target="../media/image14100.png"/><Relationship Id="rId207" Type="http://schemas.openxmlformats.org/officeDocument/2006/relationships/image" Target="../media/image5611.png"/><Relationship Id="rId228" Type="http://schemas.openxmlformats.org/officeDocument/2006/relationships/image" Target="../media/image5711.png"/><Relationship Id="rId249" Type="http://schemas.openxmlformats.org/officeDocument/2006/relationships/customXml" Target="../ink/ink3457.xml"/><Relationship Id="rId13" Type="http://schemas.openxmlformats.org/officeDocument/2006/relationships/image" Target="../media/image4720.png"/><Relationship Id="rId109" Type="http://schemas.openxmlformats.org/officeDocument/2006/relationships/image" Target="../media/image5200.png"/><Relationship Id="rId34" Type="http://schemas.openxmlformats.org/officeDocument/2006/relationships/customXml" Target="../ink/ink3349.xml"/><Relationship Id="rId55" Type="http://schemas.openxmlformats.org/officeDocument/2006/relationships/image" Target="../media/image4930.png"/><Relationship Id="rId76" Type="http://schemas.openxmlformats.org/officeDocument/2006/relationships/customXml" Target="../ink/ink3370.xml"/><Relationship Id="rId97" Type="http://schemas.openxmlformats.org/officeDocument/2006/relationships/image" Target="../media/image5140.png"/><Relationship Id="rId120" Type="http://schemas.openxmlformats.org/officeDocument/2006/relationships/customXml" Target="../ink/ink3392.xml"/><Relationship Id="rId141" Type="http://schemas.openxmlformats.org/officeDocument/2006/relationships/image" Target="../media/image5350.png"/><Relationship Id="rId7" Type="http://schemas.openxmlformats.org/officeDocument/2006/relationships/image" Target="../media/image2210.png"/><Relationship Id="rId162" Type="http://schemas.openxmlformats.org/officeDocument/2006/relationships/customXml" Target="../ink/ink3413.xml"/><Relationship Id="rId183" Type="http://schemas.openxmlformats.org/officeDocument/2006/relationships/image" Target="../media/image5560.png"/><Relationship Id="rId218" Type="http://schemas.openxmlformats.org/officeDocument/2006/relationships/customXml" Target="../ink/ink3441.xml"/><Relationship Id="rId239" Type="http://schemas.openxmlformats.org/officeDocument/2006/relationships/customXml" Target="../ink/ink3452.xml"/><Relationship Id="rId250" Type="http://schemas.openxmlformats.org/officeDocument/2006/relationships/image" Target="../media/image5820.png"/><Relationship Id="rId24" Type="http://schemas.openxmlformats.org/officeDocument/2006/relationships/customXml" Target="../ink/ink3344.xml"/><Relationship Id="rId45" Type="http://schemas.openxmlformats.org/officeDocument/2006/relationships/image" Target="../media/image4880.png"/><Relationship Id="rId66" Type="http://schemas.openxmlformats.org/officeDocument/2006/relationships/customXml" Target="../ink/ink3365.xml"/><Relationship Id="rId87" Type="http://schemas.openxmlformats.org/officeDocument/2006/relationships/image" Target="../media/image5090.png"/><Relationship Id="rId110" Type="http://schemas.openxmlformats.org/officeDocument/2006/relationships/customXml" Target="../ink/ink3387.xml"/><Relationship Id="rId131" Type="http://schemas.openxmlformats.org/officeDocument/2006/relationships/image" Target="../media/image5300.png"/><Relationship Id="rId152" Type="http://schemas.openxmlformats.org/officeDocument/2006/relationships/customXml" Target="../ink/ink3408.xml"/><Relationship Id="rId173" Type="http://schemas.openxmlformats.org/officeDocument/2006/relationships/image" Target="../media/image5511.png"/><Relationship Id="rId194" Type="http://schemas.openxmlformats.org/officeDocument/2006/relationships/customXml" Target="../ink/ink3429.xml"/><Relationship Id="rId208" Type="http://schemas.openxmlformats.org/officeDocument/2006/relationships/customXml" Target="../ink/ink3436.xml"/><Relationship Id="rId229" Type="http://schemas.openxmlformats.org/officeDocument/2006/relationships/customXml" Target="../ink/ink3447.xml"/><Relationship Id="rId240" Type="http://schemas.openxmlformats.org/officeDocument/2006/relationships/image" Target="../media/image5770.png"/><Relationship Id="rId14" Type="http://schemas.openxmlformats.org/officeDocument/2006/relationships/customXml" Target="../ink/ink3339.xml"/><Relationship Id="rId35" Type="http://schemas.openxmlformats.org/officeDocument/2006/relationships/image" Target="../media/image4830.png"/><Relationship Id="rId56" Type="http://schemas.openxmlformats.org/officeDocument/2006/relationships/customXml" Target="../ink/ink3360.xml"/><Relationship Id="rId77" Type="http://schemas.openxmlformats.org/officeDocument/2006/relationships/image" Target="../media/image5040.png"/><Relationship Id="rId100" Type="http://schemas.openxmlformats.org/officeDocument/2006/relationships/customXml" Target="../ink/ink3382.xml"/><Relationship Id="rId8" Type="http://schemas.openxmlformats.org/officeDocument/2006/relationships/customXml" Target="../ink/ink3336.xml"/><Relationship Id="rId98" Type="http://schemas.openxmlformats.org/officeDocument/2006/relationships/customXml" Target="../ink/ink3381.xml"/><Relationship Id="rId121" Type="http://schemas.openxmlformats.org/officeDocument/2006/relationships/image" Target="../media/image5260.png"/><Relationship Id="rId142" Type="http://schemas.openxmlformats.org/officeDocument/2006/relationships/customXml" Target="../ink/ink3403.xml"/><Relationship Id="rId163" Type="http://schemas.openxmlformats.org/officeDocument/2006/relationships/image" Target="../media/image5460.png"/><Relationship Id="rId184" Type="http://schemas.openxmlformats.org/officeDocument/2006/relationships/customXml" Target="../ink/ink3424.xml"/><Relationship Id="rId219" Type="http://schemas.openxmlformats.org/officeDocument/2006/relationships/image" Target="../media/image5670.png"/><Relationship Id="rId230" Type="http://schemas.openxmlformats.org/officeDocument/2006/relationships/image" Target="../media/image5720.png"/><Relationship Id="rId251" Type="http://schemas.openxmlformats.org/officeDocument/2006/relationships/image" Target="../media/image1579.png"/><Relationship Id="rId25" Type="http://schemas.openxmlformats.org/officeDocument/2006/relationships/image" Target="../media/image4780.png"/><Relationship Id="rId46" Type="http://schemas.openxmlformats.org/officeDocument/2006/relationships/customXml" Target="../ink/ink3355.xml"/><Relationship Id="rId67" Type="http://schemas.openxmlformats.org/officeDocument/2006/relationships/image" Target="../media/image4990.png"/><Relationship Id="rId88" Type="http://schemas.openxmlformats.org/officeDocument/2006/relationships/customXml" Target="../ink/ink3376.xml"/><Relationship Id="rId111" Type="http://schemas.openxmlformats.org/officeDocument/2006/relationships/image" Target="../media/image5211.png"/><Relationship Id="rId132" Type="http://schemas.openxmlformats.org/officeDocument/2006/relationships/customXml" Target="../ink/ink3398.xml"/><Relationship Id="rId153" Type="http://schemas.openxmlformats.org/officeDocument/2006/relationships/image" Target="../media/image5411.png"/><Relationship Id="rId174" Type="http://schemas.openxmlformats.org/officeDocument/2006/relationships/customXml" Target="../ink/ink3419.xml"/><Relationship Id="rId195" Type="http://schemas.openxmlformats.org/officeDocument/2006/relationships/image" Target="../media/image15100.png"/><Relationship Id="rId209" Type="http://schemas.openxmlformats.org/officeDocument/2006/relationships/image" Target="../media/image5620.png"/><Relationship Id="rId220" Type="http://schemas.openxmlformats.org/officeDocument/2006/relationships/customXml" Target="../ink/ink3442.xml"/><Relationship Id="rId241" Type="http://schemas.openxmlformats.org/officeDocument/2006/relationships/customXml" Target="../ink/ink3453.xml"/><Relationship Id="rId15" Type="http://schemas.openxmlformats.org/officeDocument/2006/relationships/image" Target="../media/image4730.png"/><Relationship Id="rId36" Type="http://schemas.openxmlformats.org/officeDocument/2006/relationships/customXml" Target="../ink/ink3350.xml"/><Relationship Id="rId57" Type="http://schemas.openxmlformats.org/officeDocument/2006/relationships/image" Target="../media/image4940.png"/><Relationship Id="rId78" Type="http://schemas.openxmlformats.org/officeDocument/2006/relationships/customXml" Target="../ink/ink3371.xml"/><Relationship Id="rId99" Type="http://schemas.openxmlformats.org/officeDocument/2006/relationships/image" Target="../media/image5150.png"/><Relationship Id="rId101" Type="http://schemas.openxmlformats.org/officeDocument/2006/relationships/image" Target="../media/image5160.png"/><Relationship Id="rId122" Type="http://schemas.openxmlformats.org/officeDocument/2006/relationships/customXml" Target="../ink/ink3393.xml"/><Relationship Id="rId143" Type="http://schemas.openxmlformats.org/officeDocument/2006/relationships/image" Target="../media/image5360.png"/><Relationship Id="rId164" Type="http://schemas.openxmlformats.org/officeDocument/2006/relationships/customXml" Target="../ink/ink3414.xml"/><Relationship Id="rId185" Type="http://schemas.openxmlformats.org/officeDocument/2006/relationships/image" Target="../media/image5570.png"/><Relationship Id="rId4" Type="http://schemas.openxmlformats.org/officeDocument/2006/relationships/customXml" Target="../ink/ink3334.xml"/><Relationship Id="rId9" Type="http://schemas.openxmlformats.org/officeDocument/2006/relationships/image" Target="../media/image2310.png"/><Relationship Id="rId180" Type="http://schemas.openxmlformats.org/officeDocument/2006/relationships/customXml" Target="../ink/ink3422.xml"/><Relationship Id="rId210" Type="http://schemas.openxmlformats.org/officeDocument/2006/relationships/customXml" Target="../ink/ink3437.xml"/><Relationship Id="rId215" Type="http://schemas.openxmlformats.org/officeDocument/2006/relationships/image" Target="../media/image5650.png"/><Relationship Id="rId236" Type="http://schemas.openxmlformats.org/officeDocument/2006/relationships/image" Target="../media/image5750.png"/><Relationship Id="rId26" Type="http://schemas.openxmlformats.org/officeDocument/2006/relationships/customXml" Target="../ink/ink3345.xml"/><Relationship Id="rId231" Type="http://schemas.openxmlformats.org/officeDocument/2006/relationships/customXml" Target="../ink/ink3448.xml"/><Relationship Id="rId47" Type="http://schemas.openxmlformats.org/officeDocument/2006/relationships/image" Target="../media/image4890.png"/><Relationship Id="rId68" Type="http://schemas.openxmlformats.org/officeDocument/2006/relationships/customXml" Target="../ink/ink3366.xml"/><Relationship Id="rId89" Type="http://schemas.openxmlformats.org/officeDocument/2006/relationships/image" Target="../media/image5100.png"/><Relationship Id="rId112" Type="http://schemas.openxmlformats.org/officeDocument/2006/relationships/customXml" Target="../ink/ink3388.xml"/><Relationship Id="rId133" Type="http://schemas.openxmlformats.org/officeDocument/2006/relationships/image" Target="../media/image5311.png"/><Relationship Id="rId154" Type="http://schemas.openxmlformats.org/officeDocument/2006/relationships/customXml" Target="../ink/ink3409.xml"/><Relationship Id="rId175" Type="http://schemas.openxmlformats.org/officeDocument/2006/relationships/image" Target="../media/image5520.png"/><Relationship Id="rId196" Type="http://schemas.openxmlformats.org/officeDocument/2006/relationships/customXml" Target="../ink/ink3430.xml"/><Relationship Id="rId200" Type="http://schemas.openxmlformats.org/officeDocument/2006/relationships/customXml" Target="../ink/ink3432.xml"/><Relationship Id="rId16" Type="http://schemas.openxmlformats.org/officeDocument/2006/relationships/customXml" Target="../ink/ink3340.xml"/><Relationship Id="rId221" Type="http://schemas.openxmlformats.org/officeDocument/2006/relationships/image" Target="../media/image5680.png"/><Relationship Id="rId242" Type="http://schemas.openxmlformats.org/officeDocument/2006/relationships/image" Target="../media/image5780.png"/><Relationship Id="rId37" Type="http://schemas.openxmlformats.org/officeDocument/2006/relationships/image" Target="../media/image4840.png"/><Relationship Id="rId58" Type="http://schemas.openxmlformats.org/officeDocument/2006/relationships/customXml" Target="../ink/ink3361.xml"/><Relationship Id="rId79" Type="http://schemas.openxmlformats.org/officeDocument/2006/relationships/image" Target="../media/image5050.png"/><Relationship Id="rId102" Type="http://schemas.openxmlformats.org/officeDocument/2006/relationships/customXml" Target="../ink/ink3383.xml"/><Relationship Id="rId123" Type="http://schemas.openxmlformats.org/officeDocument/2006/relationships/image" Target="../media/image5270.png"/><Relationship Id="rId144" Type="http://schemas.openxmlformats.org/officeDocument/2006/relationships/customXml" Target="../ink/ink3404.xml"/><Relationship Id="rId90" Type="http://schemas.openxmlformats.org/officeDocument/2006/relationships/customXml" Target="../ink/ink3377.xml"/><Relationship Id="rId165" Type="http://schemas.openxmlformats.org/officeDocument/2006/relationships/image" Target="../media/image5470.png"/><Relationship Id="rId186" Type="http://schemas.openxmlformats.org/officeDocument/2006/relationships/customXml" Target="../ink/ink3425.xml"/><Relationship Id="rId211" Type="http://schemas.openxmlformats.org/officeDocument/2006/relationships/image" Target="../media/image5630.png"/><Relationship Id="rId232" Type="http://schemas.openxmlformats.org/officeDocument/2006/relationships/image" Target="../media/image5730.png"/><Relationship Id="rId27" Type="http://schemas.openxmlformats.org/officeDocument/2006/relationships/image" Target="../media/image4790.png"/><Relationship Id="rId48" Type="http://schemas.openxmlformats.org/officeDocument/2006/relationships/customXml" Target="../ink/ink3356.xml"/><Relationship Id="rId69" Type="http://schemas.openxmlformats.org/officeDocument/2006/relationships/image" Target="../media/image5000.png"/><Relationship Id="rId113" Type="http://schemas.openxmlformats.org/officeDocument/2006/relationships/image" Target="../media/image5220.png"/><Relationship Id="rId134" Type="http://schemas.openxmlformats.org/officeDocument/2006/relationships/customXml" Target="../ink/ink3399.xml"/><Relationship Id="rId80" Type="http://schemas.openxmlformats.org/officeDocument/2006/relationships/customXml" Target="../ink/ink3372.xml"/><Relationship Id="rId155" Type="http://schemas.openxmlformats.org/officeDocument/2006/relationships/image" Target="../media/image5420.png"/><Relationship Id="rId176" Type="http://schemas.openxmlformats.org/officeDocument/2006/relationships/customXml" Target="../ink/ink3420.xml"/><Relationship Id="rId197" Type="http://schemas.openxmlformats.org/officeDocument/2006/relationships/image" Target="../media/image1610.png"/><Relationship Id="rId201" Type="http://schemas.openxmlformats.org/officeDocument/2006/relationships/image" Target="../media/image1810.png"/><Relationship Id="rId222" Type="http://schemas.openxmlformats.org/officeDocument/2006/relationships/customXml" Target="../ink/ink3443.xml"/><Relationship Id="rId243" Type="http://schemas.openxmlformats.org/officeDocument/2006/relationships/customXml" Target="../ink/ink3454.xml"/><Relationship Id="rId17" Type="http://schemas.openxmlformats.org/officeDocument/2006/relationships/image" Target="../media/image4740.png"/><Relationship Id="rId38" Type="http://schemas.openxmlformats.org/officeDocument/2006/relationships/customXml" Target="../ink/ink3351.xml"/><Relationship Id="rId59" Type="http://schemas.openxmlformats.org/officeDocument/2006/relationships/image" Target="../media/image4950.png"/><Relationship Id="rId103" Type="http://schemas.openxmlformats.org/officeDocument/2006/relationships/image" Target="../media/image5170.png"/><Relationship Id="rId124" Type="http://schemas.openxmlformats.org/officeDocument/2006/relationships/customXml" Target="../ink/ink3394.xml"/><Relationship Id="rId70" Type="http://schemas.openxmlformats.org/officeDocument/2006/relationships/customXml" Target="../ink/ink3367.xml"/><Relationship Id="rId91" Type="http://schemas.openxmlformats.org/officeDocument/2006/relationships/image" Target="../media/image5111.png"/><Relationship Id="rId145" Type="http://schemas.openxmlformats.org/officeDocument/2006/relationships/image" Target="../media/image5370.png"/><Relationship Id="rId166" Type="http://schemas.openxmlformats.org/officeDocument/2006/relationships/customXml" Target="../ink/ink3415.xml"/><Relationship Id="rId187" Type="http://schemas.openxmlformats.org/officeDocument/2006/relationships/image" Target="../media/image1310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438.xml"/><Relationship Id="rId233" Type="http://schemas.openxmlformats.org/officeDocument/2006/relationships/customXml" Target="../ink/ink3449.xml"/><Relationship Id="rId28" Type="http://schemas.openxmlformats.org/officeDocument/2006/relationships/customXml" Target="../ink/ink3346.xml"/><Relationship Id="rId49" Type="http://schemas.openxmlformats.org/officeDocument/2006/relationships/image" Target="../media/image4900.png"/><Relationship Id="rId114" Type="http://schemas.openxmlformats.org/officeDocument/2006/relationships/customXml" Target="../ink/ink3389.xml"/><Relationship Id="rId60" Type="http://schemas.openxmlformats.org/officeDocument/2006/relationships/customXml" Target="../ink/ink3362.xml"/><Relationship Id="rId81" Type="http://schemas.openxmlformats.org/officeDocument/2006/relationships/image" Target="../media/image5060.png"/><Relationship Id="rId135" Type="http://schemas.openxmlformats.org/officeDocument/2006/relationships/image" Target="../media/image5320.png"/><Relationship Id="rId156" Type="http://schemas.openxmlformats.org/officeDocument/2006/relationships/customXml" Target="../ink/ink3410.xml"/><Relationship Id="rId177" Type="http://schemas.openxmlformats.org/officeDocument/2006/relationships/image" Target="../media/image5530.png"/><Relationship Id="rId198" Type="http://schemas.openxmlformats.org/officeDocument/2006/relationships/customXml" Target="../ink/ink3431.xml"/><Relationship Id="rId202" Type="http://schemas.openxmlformats.org/officeDocument/2006/relationships/customXml" Target="../ink/ink3433.xml"/><Relationship Id="rId223" Type="http://schemas.openxmlformats.org/officeDocument/2006/relationships/image" Target="../media/image5690.png"/><Relationship Id="rId244" Type="http://schemas.openxmlformats.org/officeDocument/2006/relationships/image" Target="../media/image5790.png"/><Relationship Id="rId18" Type="http://schemas.openxmlformats.org/officeDocument/2006/relationships/customXml" Target="../ink/ink3341.xml"/><Relationship Id="rId39" Type="http://schemas.openxmlformats.org/officeDocument/2006/relationships/image" Target="../media/image4850.png"/><Relationship Id="rId50" Type="http://schemas.openxmlformats.org/officeDocument/2006/relationships/customXml" Target="../ink/ink3357.xml"/><Relationship Id="rId104" Type="http://schemas.openxmlformats.org/officeDocument/2006/relationships/customXml" Target="../ink/ink3384.xml"/><Relationship Id="rId125" Type="http://schemas.openxmlformats.org/officeDocument/2006/relationships/image" Target="../media/image5280.png"/><Relationship Id="rId146" Type="http://schemas.openxmlformats.org/officeDocument/2006/relationships/customXml" Target="../ink/ink3405.xml"/><Relationship Id="rId167" Type="http://schemas.openxmlformats.org/officeDocument/2006/relationships/image" Target="../media/image5480.png"/><Relationship Id="rId188" Type="http://schemas.openxmlformats.org/officeDocument/2006/relationships/customXml" Target="../ink/ink3426.xml"/><Relationship Id="rId71" Type="http://schemas.openxmlformats.org/officeDocument/2006/relationships/image" Target="../media/image5011.png"/><Relationship Id="rId92" Type="http://schemas.openxmlformats.org/officeDocument/2006/relationships/customXml" Target="../ink/ink3378.xml"/><Relationship Id="rId213" Type="http://schemas.openxmlformats.org/officeDocument/2006/relationships/image" Target="../media/image5640.png"/><Relationship Id="rId234" Type="http://schemas.openxmlformats.org/officeDocument/2006/relationships/image" Target="../media/image5740.png"/><Relationship Id="rId2" Type="http://schemas.openxmlformats.org/officeDocument/2006/relationships/customXml" Target="../ink/ink3333.xml"/><Relationship Id="rId29" Type="http://schemas.openxmlformats.org/officeDocument/2006/relationships/image" Target="../media/image4800.png"/><Relationship Id="rId40" Type="http://schemas.openxmlformats.org/officeDocument/2006/relationships/customXml" Target="../ink/ink3352.xml"/><Relationship Id="rId115" Type="http://schemas.openxmlformats.org/officeDocument/2006/relationships/image" Target="../media/image5230.png"/><Relationship Id="rId136" Type="http://schemas.openxmlformats.org/officeDocument/2006/relationships/customXml" Target="../ink/ink3400.xml"/><Relationship Id="rId157" Type="http://schemas.openxmlformats.org/officeDocument/2006/relationships/image" Target="../media/image5430.png"/><Relationship Id="rId178" Type="http://schemas.openxmlformats.org/officeDocument/2006/relationships/customXml" Target="../ink/ink3421.xml"/><Relationship Id="rId61" Type="http://schemas.openxmlformats.org/officeDocument/2006/relationships/image" Target="../media/image4960.png"/><Relationship Id="rId82" Type="http://schemas.openxmlformats.org/officeDocument/2006/relationships/customXml" Target="../ink/ink3373.xml"/><Relationship Id="rId199" Type="http://schemas.openxmlformats.org/officeDocument/2006/relationships/image" Target="../media/image1710.png"/><Relationship Id="rId203" Type="http://schemas.openxmlformats.org/officeDocument/2006/relationships/image" Target="../media/image1910.png"/><Relationship Id="rId19" Type="http://schemas.openxmlformats.org/officeDocument/2006/relationships/image" Target="../media/image4750.png"/><Relationship Id="rId224" Type="http://schemas.openxmlformats.org/officeDocument/2006/relationships/customXml" Target="../ink/ink3444.xml"/><Relationship Id="rId245" Type="http://schemas.openxmlformats.org/officeDocument/2006/relationships/customXml" Target="../ink/ink3455.xml"/><Relationship Id="rId30" Type="http://schemas.openxmlformats.org/officeDocument/2006/relationships/customXml" Target="../ink/ink3347.xml"/><Relationship Id="rId105" Type="http://schemas.openxmlformats.org/officeDocument/2006/relationships/image" Target="../media/image5180.png"/><Relationship Id="rId126" Type="http://schemas.openxmlformats.org/officeDocument/2006/relationships/customXml" Target="../ink/ink3395.xml"/><Relationship Id="rId147" Type="http://schemas.openxmlformats.org/officeDocument/2006/relationships/image" Target="../media/image5380.png"/><Relationship Id="rId168" Type="http://schemas.openxmlformats.org/officeDocument/2006/relationships/customXml" Target="../ink/ink3416.xml"/><Relationship Id="rId51" Type="http://schemas.openxmlformats.org/officeDocument/2006/relationships/image" Target="../media/image4911.png"/><Relationship Id="rId72" Type="http://schemas.openxmlformats.org/officeDocument/2006/relationships/customXml" Target="../ink/ink3368.xml"/><Relationship Id="rId93" Type="http://schemas.openxmlformats.org/officeDocument/2006/relationships/image" Target="../media/image5120.png"/><Relationship Id="rId189" Type="http://schemas.openxmlformats.org/officeDocument/2006/relationships/image" Target="../media/image5580.png"/><Relationship Id="rId3" Type="http://schemas.openxmlformats.org/officeDocument/2006/relationships/image" Target="../media/image11100.png"/><Relationship Id="rId214" Type="http://schemas.openxmlformats.org/officeDocument/2006/relationships/customXml" Target="../ink/ink3439.xml"/><Relationship Id="rId235" Type="http://schemas.openxmlformats.org/officeDocument/2006/relationships/customXml" Target="../ink/ink3450.xml"/><Relationship Id="rId116" Type="http://schemas.openxmlformats.org/officeDocument/2006/relationships/customXml" Target="../ink/ink3390.xml"/><Relationship Id="rId137" Type="http://schemas.openxmlformats.org/officeDocument/2006/relationships/image" Target="../media/image5330.png"/><Relationship Id="rId158" Type="http://schemas.openxmlformats.org/officeDocument/2006/relationships/customXml" Target="../ink/ink3411.xml"/><Relationship Id="rId20" Type="http://schemas.openxmlformats.org/officeDocument/2006/relationships/customXml" Target="../ink/ink3342.xml"/><Relationship Id="rId41" Type="http://schemas.openxmlformats.org/officeDocument/2006/relationships/image" Target="../media/image4860.png"/><Relationship Id="rId62" Type="http://schemas.openxmlformats.org/officeDocument/2006/relationships/customXml" Target="../ink/ink3363.xml"/><Relationship Id="rId83" Type="http://schemas.openxmlformats.org/officeDocument/2006/relationships/image" Target="../media/image5070.png"/><Relationship Id="rId179" Type="http://schemas.openxmlformats.org/officeDocument/2006/relationships/image" Target="../media/image5540.png"/><Relationship Id="rId190" Type="http://schemas.openxmlformats.org/officeDocument/2006/relationships/customXml" Target="../ink/ink3427.xml"/><Relationship Id="rId204" Type="http://schemas.openxmlformats.org/officeDocument/2006/relationships/customXml" Target="../ink/ink3434.xml"/><Relationship Id="rId225" Type="http://schemas.openxmlformats.org/officeDocument/2006/relationships/image" Target="../media/image5700.png"/><Relationship Id="rId246" Type="http://schemas.openxmlformats.org/officeDocument/2006/relationships/image" Target="../media/image5800.png"/><Relationship Id="rId106" Type="http://schemas.openxmlformats.org/officeDocument/2006/relationships/customXml" Target="../ink/ink3385.xml"/><Relationship Id="rId127" Type="http://schemas.openxmlformats.org/officeDocument/2006/relationships/image" Target="../media/image12100.png"/><Relationship Id="rId10" Type="http://schemas.openxmlformats.org/officeDocument/2006/relationships/customXml" Target="../ink/ink3337.xml"/><Relationship Id="rId31" Type="http://schemas.openxmlformats.org/officeDocument/2006/relationships/image" Target="../media/image4811.png"/><Relationship Id="rId52" Type="http://schemas.openxmlformats.org/officeDocument/2006/relationships/customXml" Target="../ink/ink3358.xml"/><Relationship Id="rId73" Type="http://schemas.openxmlformats.org/officeDocument/2006/relationships/image" Target="../media/image5020.png"/><Relationship Id="rId94" Type="http://schemas.openxmlformats.org/officeDocument/2006/relationships/customXml" Target="../ink/ink3379.xml"/><Relationship Id="rId148" Type="http://schemas.openxmlformats.org/officeDocument/2006/relationships/customXml" Target="../ink/ink3406.xml"/><Relationship Id="rId169" Type="http://schemas.openxmlformats.org/officeDocument/2006/relationships/image" Target="../media/image5490.png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42" Type="http://schemas.openxmlformats.org/officeDocument/2006/relationships/customXml" Target="../ink/ink3478.xml"/><Relationship Id="rId63" Type="http://schemas.openxmlformats.org/officeDocument/2006/relationships/image" Target="../media/image9710.png"/><Relationship Id="rId84" Type="http://schemas.openxmlformats.org/officeDocument/2006/relationships/customXml" Target="../ink/ink3499.xml"/><Relationship Id="rId138" Type="http://schemas.openxmlformats.org/officeDocument/2006/relationships/customXml" Target="../ink/ink3526.xml"/><Relationship Id="rId159" Type="http://schemas.openxmlformats.org/officeDocument/2006/relationships/image" Target="../media/image1880.png"/><Relationship Id="rId170" Type="http://schemas.openxmlformats.org/officeDocument/2006/relationships/customXml" Target="../ink/ink3542.xml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26" Type="http://schemas.openxmlformats.org/officeDocument/2006/relationships/customXml" Target="../ink/ink3570.xml"/><Relationship Id="rId247" Type="http://schemas.openxmlformats.org/officeDocument/2006/relationships/customXml" Target="../ink/ink3581.xml"/><Relationship Id="rId107" Type="http://schemas.openxmlformats.org/officeDocument/2006/relationships/image" Target="../media/image1630.png"/><Relationship Id="rId11" Type="http://schemas.openxmlformats.org/officeDocument/2006/relationships/image" Target="../media/image7210.png"/><Relationship Id="rId32" Type="http://schemas.openxmlformats.org/officeDocument/2006/relationships/customXml" Target="../ink/ink3473.xml"/><Relationship Id="rId53" Type="http://schemas.openxmlformats.org/officeDocument/2006/relationships/image" Target="../media/image9310.png"/><Relationship Id="rId74" Type="http://schemas.openxmlformats.org/officeDocument/2006/relationships/customXml" Target="../ink/ink3494.xml"/><Relationship Id="rId128" Type="http://schemas.openxmlformats.org/officeDocument/2006/relationships/customXml" Target="../ink/ink3521.xml"/><Relationship Id="rId149" Type="http://schemas.openxmlformats.org/officeDocument/2006/relationships/image" Target="../media/image1830.png"/><Relationship Id="rId5" Type="http://schemas.openxmlformats.org/officeDocument/2006/relationships/image" Target="../media/image7010.png"/><Relationship Id="rId95" Type="http://schemas.openxmlformats.org/officeDocument/2006/relationships/image" Target="../media/image1570.png"/><Relationship Id="rId160" Type="http://schemas.openxmlformats.org/officeDocument/2006/relationships/customXml" Target="../ink/ink3537.xml"/><Relationship Id="rId181" Type="http://schemas.openxmlformats.org/officeDocument/2006/relationships/image" Target="../media/image1990.png"/><Relationship Id="rId216" Type="http://schemas.openxmlformats.org/officeDocument/2006/relationships/customXml" Target="../ink/ink3565.xml"/><Relationship Id="rId237" Type="http://schemas.openxmlformats.org/officeDocument/2006/relationships/customXml" Target="../ink/ink3576.xml"/><Relationship Id="rId22" Type="http://schemas.openxmlformats.org/officeDocument/2006/relationships/customXml" Target="../ink/ink3468.xml"/><Relationship Id="rId43" Type="http://schemas.openxmlformats.org/officeDocument/2006/relationships/image" Target="../media/image8810.png"/><Relationship Id="rId64" Type="http://schemas.openxmlformats.org/officeDocument/2006/relationships/customXml" Target="../ink/ink3489.xml"/><Relationship Id="rId118" Type="http://schemas.openxmlformats.org/officeDocument/2006/relationships/customXml" Target="../ink/ink3516.xml"/><Relationship Id="rId139" Type="http://schemas.openxmlformats.org/officeDocument/2006/relationships/image" Target="../media/image1780.png"/><Relationship Id="rId85" Type="http://schemas.openxmlformats.org/officeDocument/2006/relationships/image" Target="../media/image10710.png"/><Relationship Id="rId150" Type="http://schemas.openxmlformats.org/officeDocument/2006/relationships/customXml" Target="../ink/ink3532.xml"/><Relationship Id="rId171" Type="http://schemas.openxmlformats.org/officeDocument/2006/relationships/image" Target="../media/image1940.png"/><Relationship Id="rId192" Type="http://schemas.openxmlformats.org/officeDocument/2006/relationships/customXml" Target="../ink/ink3553.xml"/><Relationship Id="rId206" Type="http://schemas.openxmlformats.org/officeDocument/2006/relationships/customXml" Target="../ink/ink3560.xml"/><Relationship Id="rId227" Type="http://schemas.openxmlformats.org/officeDocument/2006/relationships/customXml" Target="../ink/ink3571.xml"/><Relationship Id="rId248" Type="http://schemas.openxmlformats.org/officeDocument/2006/relationships/image" Target="../media/image2650.png"/><Relationship Id="rId12" Type="http://schemas.openxmlformats.org/officeDocument/2006/relationships/customXml" Target="../ink/ink3463.xml"/><Relationship Id="rId33" Type="http://schemas.openxmlformats.org/officeDocument/2006/relationships/image" Target="../media/image8310.png"/><Relationship Id="rId108" Type="http://schemas.openxmlformats.org/officeDocument/2006/relationships/customXml" Target="../ink/ink3511.xml"/><Relationship Id="rId129" Type="http://schemas.openxmlformats.org/officeDocument/2006/relationships/image" Target="../media/image1290.png"/><Relationship Id="rId54" Type="http://schemas.openxmlformats.org/officeDocument/2006/relationships/customXml" Target="../ink/ink3484.xml"/><Relationship Id="rId75" Type="http://schemas.openxmlformats.org/officeDocument/2006/relationships/image" Target="../media/image10211.png"/><Relationship Id="rId96" Type="http://schemas.openxmlformats.org/officeDocument/2006/relationships/customXml" Target="../ink/ink3505.xml"/><Relationship Id="rId140" Type="http://schemas.openxmlformats.org/officeDocument/2006/relationships/customXml" Target="../ink/ink3527.xml"/><Relationship Id="rId161" Type="http://schemas.openxmlformats.org/officeDocument/2006/relationships/image" Target="../media/image1890.png"/><Relationship Id="rId182" Type="http://schemas.openxmlformats.org/officeDocument/2006/relationships/customXml" Target="../ink/ink3548.xml"/><Relationship Id="rId217" Type="http://schemas.openxmlformats.org/officeDocument/2006/relationships/image" Target="../media/image2500.png"/><Relationship Id="rId6" Type="http://schemas.openxmlformats.org/officeDocument/2006/relationships/customXml" Target="../ink/ink3460.xml"/><Relationship Id="rId238" Type="http://schemas.openxmlformats.org/officeDocument/2006/relationships/image" Target="../media/image260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44" Type="http://schemas.openxmlformats.org/officeDocument/2006/relationships/customXml" Target="../ink/ink3479.xml"/><Relationship Id="rId65" Type="http://schemas.openxmlformats.org/officeDocument/2006/relationships/image" Target="../media/image9810.png"/><Relationship Id="rId86" Type="http://schemas.openxmlformats.org/officeDocument/2006/relationships/customXml" Target="../ink/ink3500.xml"/><Relationship Id="rId130" Type="http://schemas.openxmlformats.org/officeDocument/2006/relationships/customXml" Target="../ink/ink3522.xml"/><Relationship Id="rId151" Type="http://schemas.openxmlformats.org/officeDocument/2006/relationships/image" Target="../media/image1840.png"/><Relationship Id="rId172" Type="http://schemas.openxmlformats.org/officeDocument/2006/relationships/customXml" Target="../ink/ink3543.xml"/><Relationship Id="rId193" Type="http://schemas.openxmlformats.org/officeDocument/2006/relationships/image" Target="../media/image2380.png"/><Relationship Id="rId207" Type="http://schemas.openxmlformats.org/officeDocument/2006/relationships/image" Target="../media/image2450.png"/><Relationship Id="rId228" Type="http://schemas.openxmlformats.org/officeDocument/2006/relationships/image" Target="../media/image2550.png"/><Relationship Id="rId249" Type="http://schemas.openxmlformats.org/officeDocument/2006/relationships/customXml" Target="../ink/ink3582.xml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34" Type="http://schemas.openxmlformats.org/officeDocument/2006/relationships/customXml" Target="../ink/ink3474.xml"/><Relationship Id="rId55" Type="http://schemas.openxmlformats.org/officeDocument/2006/relationships/image" Target="../media/image9410.png"/><Relationship Id="rId76" Type="http://schemas.openxmlformats.org/officeDocument/2006/relationships/customXml" Target="../ink/ink3495.xml"/><Relationship Id="rId97" Type="http://schemas.openxmlformats.org/officeDocument/2006/relationships/image" Target="../media/image1580.png"/><Relationship Id="rId120" Type="http://schemas.openxmlformats.org/officeDocument/2006/relationships/customXml" Target="../ink/ink3517.xml"/><Relationship Id="rId141" Type="http://schemas.openxmlformats.org/officeDocument/2006/relationships/image" Target="../media/image1790.png"/><Relationship Id="rId7" Type="http://schemas.openxmlformats.org/officeDocument/2006/relationships/image" Target="../media/image7110.png"/><Relationship Id="rId162" Type="http://schemas.openxmlformats.org/officeDocument/2006/relationships/customXml" Target="../ink/ink3538.xml"/><Relationship Id="rId183" Type="http://schemas.openxmlformats.org/officeDocument/2006/relationships/image" Target="../media/image2000.png"/><Relationship Id="rId218" Type="http://schemas.openxmlformats.org/officeDocument/2006/relationships/customXml" Target="../ink/ink3566.xml"/><Relationship Id="rId239" Type="http://schemas.openxmlformats.org/officeDocument/2006/relationships/customXml" Target="../ink/ink3577.xml"/><Relationship Id="rId250" Type="http://schemas.openxmlformats.org/officeDocument/2006/relationships/image" Target="../media/image2660.png"/><Relationship Id="rId24" Type="http://schemas.openxmlformats.org/officeDocument/2006/relationships/customXml" Target="../ink/ink3469.xml"/><Relationship Id="rId45" Type="http://schemas.openxmlformats.org/officeDocument/2006/relationships/image" Target="../media/image8910.png"/><Relationship Id="rId66" Type="http://schemas.openxmlformats.org/officeDocument/2006/relationships/customXml" Target="../ink/ink3490.xml"/><Relationship Id="rId87" Type="http://schemas.openxmlformats.org/officeDocument/2006/relationships/image" Target="../media/image10810.png"/><Relationship Id="rId110" Type="http://schemas.openxmlformats.org/officeDocument/2006/relationships/customXml" Target="../ink/ink3512.xml"/><Relationship Id="rId131" Type="http://schemas.openxmlformats.org/officeDocument/2006/relationships/image" Target="../media/image1740.png"/><Relationship Id="rId152" Type="http://schemas.openxmlformats.org/officeDocument/2006/relationships/customXml" Target="../ink/ink3533.xml"/><Relationship Id="rId173" Type="http://schemas.openxmlformats.org/officeDocument/2006/relationships/image" Target="../media/image1950.png"/><Relationship Id="rId194" Type="http://schemas.openxmlformats.org/officeDocument/2006/relationships/customXml" Target="../ink/ink3554.xml"/><Relationship Id="rId208" Type="http://schemas.openxmlformats.org/officeDocument/2006/relationships/customXml" Target="../ink/ink3561.xml"/><Relationship Id="rId229" Type="http://schemas.openxmlformats.org/officeDocument/2006/relationships/customXml" Target="../ink/ink3572.xml"/><Relationship Id="rId240" Type="http://schemas.openxmlformats.org/officeDocument/2006/relationships/image" Target="../media/image2611.png"/><Relationship Id="rId14" Type="http://schemas.openxmlformats.org/officeDocument/2006/relationships/customXml" Target="../ink/ink3464.xml"/><Relationship Id="rId35" Type="http://schemas.openxmlformats.org/officeDocument/2006/relationships/image" Target="../media/image8410.png"/><Relationship Id="rId56" Type="http://schemas.openxmlformats.org/officeDocument/2006/relationships/customXml" Target="../ink/ink3485.xml"/><Relationship Id="rId77" Type="http://schemas.openxmlformats.org/officeDocument/2006/relationships/image" Target="../media/image10310.png"/><Relationship Id="rId100" Type="http://schemas.openxmlformats.org/officeDocument/2006/relationships/customXml" Target="../ink/ink3507.xml"/><Relationship Id="rId8" Type="http://schemas.openxmlformats.org/officeDocument/2006/relationships/customXml" Target="../ink/ink3461.xml"/><Relationship Id="rId98" Type="http://schemas.openxmlformats.org/officeDocument/2006/relationships/customXml" Target="../ink/ink3506.xml"/><Relationship Id="rId121" Type="http://schemas.openxmlformats.org/officeDocument/2006/relationships/image" Target="../media/image1700.png"/><Relationship Id="rId142" Type="http://schemas.openxmlformats.org/officeDocument/2006/relationships/customXml" Target="../ink/ink3528.xml"/><Relationship Id="rId163" Type="http://schemas.openxmlformats.org/officeDocument/2006/relationships/image" Target="../media/image1900.png"/><Relationship Id="rId184" Type="http://schemas.openxmlformats.org/officeDocument/2006/relationships/customXml" Target="../ink/ink3549.xml"/><Relationship Id="rId219" Type="http://schemas.openxmlformats.org/officeDocument/2006/relationships/image" Target="../media/image2511.png"/><Relationship Id="rId230" Type="http://schemas.openxmlformats.org/officeDocument/2006/relationships/image" Target="../media/image2560.png"/><Relationship Id="rId251" Type="http://schemas.openxmlformats.org/officeDocument/2006/relationships/image" Target="../media/image1581.png"/><Relationship Id="rId25" Type="http://schemas.openxmlformats.org/officeDocument/2006/relationships/image" Target="../media/image7910.png"/><Relationship Id="rId46" Type="http://schemas.openxmlformats.org/officeDocument/2006/relationships/customXml" Target="../ink/ink3480.xml"/><Relationship Id="rId67" Type="http://schemas.openxmlformats.org/officeDocument/2006/relationships/image" Target="../media/image9910.png"/><Relationship Id="rId88" Type="http://schemas.openxmlformats.org/officeDocument/2006/relationships/customXml" Target="../ink/ink3501.xml"/><Relationship Id="rId111" Type="http://schemas.openxmlformats.org/officeDocument/2006/relationships/image" Target="../media/image1650.png"/><Relationship Id="rId132" Type="http://schemas.openxmlformats.org/officeDocument/2006/relationships/customXml" Target="../ink/ink3523.xml"/><Relationship Id="rId153" Type="http://schemas.openxmlformats.org/officeDocument/2006/relationships/image" Target="../media/image1850.png"/><Relationship Id="rId174" Type="http://schemas.openxmlformats.org/officeDocument/2006/relationships/customXml" Target="../ink/ink3544.xml"/><Relationship Id="rId195" Type="http://schemas.openxmlformats.org/officeDocument/2006/relationships/image" Target="../media/image2390.png"/><Relationship Id="rId209" Type="http://schemas.openxmlformats.org/officeDocument/2006/relationships/image" Target="../media/image2460.png"/><Relationship Id="rId220" Type="http://schemas.openxmlformats.org/officeDocument/2006/relationships/customXml" Target="../ink/ink3567.xml"/><Relationship Id="rId241" Type="http://schemas.openxmlformats.org/officeDocument/2006/relationships/customXml" Target="../ink/ink3578.xml"/><Relationship Id="rId15" Type="http://schemas.openxmlformats.org/officeDocument/2006/relationships/image" Target="../media/image7410.png"/><Relationship Id="rId36" Type="http://schemas.openxmlformats.org/officeDocument/2006/relationships/customXml" Target="../ink/ink3475.xml"/><Relationship Id="rId57" Type="http://schemas.openxmlformats.org/officeDocument/2006/relationships/image" Target="../media/image9510.png"/><Relationship Id="rId78" Type="http://schemas.openxmlformats.org/officeDocument/2006/relationships/customXml" Target="../ink/ink3496.xml"/><Relationship Id="rId99" Type="http://schemas.openxmlformats.org/officeDocument/2006/relationships/image" Target="../media/image1590.png"/><Relationship Id="rId101" Type="http://schemas.openxmlformats.org/officeDocument/2006/relationships/image" Target="../media/image1600.png"/><Relationship Id="rId122" Type="http://schemas.openxmlformats.org/officeDocument/2006/relationships/customXml" Target="../ink/ink3518.xml"/><Relationship Id="rId143" Type="http://schemas.openxmlformats.org/officeDocument/2006/relationships/image" Target="../media/image1800.png"/><Relationship Id="rId164" Type="http://schemas.openxmlformats.org/officeDocument/2006/relationships/customXml" Target="../ink/ink3539.xml"/><Relationship Id="rId185" Type="http://schemas.openxmlformats.org/officeDocument/2006/relationships/image" Target="../media/image2340.png"/><Relationship Id="rId4" Type="http://schemas.openxmlformats.org/officeDocument/2006/relationships/customXml" Target="../ink/ink3459.xml"/><Relationship Id="rId9" Type="http://schemas.openxmlformats.org/officeDocument/2006/relationships/image" Target="../media/image2810.png"/><Relationship Id="rId180" Type="http://schemas.openxmlformats.org/officeDocument/2006/relationships/customXml" Target="../ink/ink3547.xml"/><Relationship Id="rId210" Type="http://schemas.openxmlformats.org/officeDocument/2006/relationships/customXml" Target="../ink/ink3562.xml"/><Relationship Id="rId215" Type="http://schemas.openxmlformats.org/officeDocument/2006/relationships/image" Target="../media/image2490.png"/><Relationship Id="rId236" Type="http://schemas.openxmlformats.org/officeDocument/2006/relationships/image" Target="../media/image2590.png"/><Relationship Id="rId26" Type="http://schemas.openxmlformats.org/officeDocument/2006/relationships/customXml" Target="../ink/ink3470.xml"/><Relationship Id="rId231" Type="http://schemas.openxmlformats.org/officeDocument/2006/relationships/customXml" Target="../ink/ink3573.xml"/><Relationship Id="rId47" Type="http://schemas.openxmlformats.org/officeDocument/2006/relationships/image" Target="../media/image9010.png"/><Relationship Id="rId68" Type="http://schemas.openxmlformats.org/officeDocument/2006/relationships/customXml" Target="../ink/ink3491.xml"/><Relationship Id="rId89" Type="http://schemas.openxmlformats.org/officeDocument/2006/relationships/image" Target="../media/image10910.png"/><Relationship Id="rId112" Type="http://schemas.openxmlformats.org/officeDocument/2006/relationships/customXml" Target="../ink/ink3513.xml"/><Relationship Id="rId133" Type="http://schemas.openxmlformats.org/officeDocument/2006/relationships/image" Target="../media/image1750.png"/><Relationship Id="rId154" Type="http://schemas.openxmlformats.org/officeDocument/2006/relationships/customXml" Target="../ink/ink3534.xml"/><Relationship Id="rId175" Type="http://schemas.openxmlformats.org/officeDocument/2006/relationships/image" Target="../media/image1960.png"/><Relationship Id="rId196" Type="http://schemas.openxmlformats.org/officeDocument/2006/relationships/customXml" Target="../ink/ink3555.xml"/><Relationship Id="rId200" Type="http://schemas.openxmlformats.org/officeDocument/2006/relationships/customXml" Target="../ink/ink3557.xml"/><Relationship Id="rId16" Type="http://schemas.openxmlformats.org/officeDocument/2006/relationships/customXml" Target="../ink/ink3465.xml"/><Relationship Id="rId221" Type="http://schemas.openxmlformats.org/officeDocument/2006/relationships/image" Target="../media/image2520.png"/><Relationship Id="rId242" Type="http://schemas.openxmlformats.org/officeDocument/2006/relationships/image" Target="../media/image2620.png"/><Relationship Id="rId37" Type="http://schemas.openxmlformats.org/officeDocument/2006/relationships/image" Target="../media/image8510.png"/><Relationship Id="rId58" Type="http://schemas.openxmlformats.org/officeDocument/2006/relationships/customXml" Target="../ink/ink3486.xml"/><Relationship Id="rId79" Type="http://schemas.openxmlformats.org/officeDocument/2006/relationships/image" Target="../media/image10410.png"/><Relationship Id="rId102" Type="http://schemas.openxmlformats.org/officeDocument/2006/relationships/customXml" Target="../ink/ink3508.xml"/><Relationship Id="rId123" Type="http://schemas.openxmlformats.org/officeDocument/2006/relationships/image" Target="../media/image1711.png"/><Relationship Id="rId144" Type="http://schemas.openxmlformats.org/officeDocument/2006/relationships/customXml" Target="../ink/ink3529.xml"/><Relationship Id="rId90" Type="http://schemas.openxmlformats.org/officeDocument/2006/relationships/customXml" Target="../ink/ink3502.xml"/><Relationship Id="rId165" Type="http://schemas.openxmlformats.org/officeDocument/2006/relationships/image" Target="../media/image1911.png"/><Relationship Id="rId186" Type="http://schemas.openxmlformats.org/officeDocument/2006/relationships/customXml" Target="../ink/ink3550.xml"/><Relationship Id="rId211" Type="http://schemas.openxmlformats.org/officeDocument/2006/relationships/image" Target="../media/image2470.png"/><Relationship Id="rId232" Type="http://schemas.openxmlformats.org/officeDocument/2006/relationships/image" Target="../media/image2570.png"/><Relationship Id="rId27" Type="http://schemas.openxmlformats.org/officeDocument/2006/relationships/image" Target="../media/image8010.png"/><Relationship Id="rId48" Type="http://schemas.openxmlformats.org/officeDocument/2006/relationships/customXml" Target="../ink/ink3481.xml"/><Relationship Id="rId69" Type="http://schemas.openxmlformats.org/officeDocument/2006/relationships/image" Target="../media/image10010.png"/><Relationship Id="rId113" Type="http://schemas.openxmlformats.org/officeDocument/2006/relationships/image" Target="../media/image1660.png"/><Relationship Id="rId134" Type="http://schemas.openxmlformats.org/officeDocument/2006/relationships/customXml" Target="../ink/ink3524.xml"/><Relationship Id="rId80" Type="http://schemas.openxmlformats.org/officeDocument/2006/relationships/customXml" Target="../ink/ink3497.xml"/><Relationship Id="rId155" Type="http://schemas.openxmlformats.org/officeDocument/2006/relationships/image" Target="../media/image1860.png"/><Relationship Id="rId176" Type="http://schemas.openxmlformats.org/officeDocument/2006/relationships/customXml" Target="../ink/ink3545.xml"/><Relationship Id="rId197" Type="http://schemas.openxmlformats.org/officeDocument/2006/relationships/image" Target="../media/image2400.png"/><Relationship Id="rId201" Type="http://schemas.openxmlformats.org/officeDocument/2006/relationships/image" Target="../media/image2420.png"/><Relationship Id="rId222" Type="http://schemas.openxmlformats.org/officeDocument/2006/relationships/customXml" Target="../ink/ink3568.xml"/><Relationship Id="rId243" Type="http://schemas.openxmlformats.org/officeDocument/2006/relationships/customXml" Target="../ink/ink3579.xml"/><Relationship Id="rId17" Type="http://schemas.openxmlformats.org/officeDocument/2006/relationships/image" Target="../media/image7510.png"/><Relationship Id="rId38" Type="http://schemas.openxmlformats.org/officeDocument/2006/relationships/customXml" Target="../ink/ink3476.xml"/><Relationship Id="rId59" Type="http://schemas.openxmlformats.org/officeDocument/2006/relationships/image" Target="../media/image5310.png"/><Relationship Id="rId103" Type="http://schemas.openxmlformats.org/officeDocument/2006/relationships/image" Target="../media/image1611.png"/><Relationship Id="rId124" Type="http://schemas.openxmlformats.org/officeDocument/2006/relationships/customXml" Target="../ink/ink3519.xml"/><Relationship Id="rId70" Type="http://schemas.openxmlformats.org/officeDocument/2006/relationships/customXml" Target="../ink/ink3492.xml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66" Type="http://schemas.openxmlformats.org/officeDocument/2006/relationships/customXml" Target="../ink/ink3540.xml"/><Relationship Id="rId187" Type="http://schemas.openxmlformats.org/officeDocument/2006/relationships/image" Target="../media/image235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563.xml"/><Relationship Id="rId233" Type="http://schemas.openxmlformats.org/officeDocument/2006/relationships/customXml" Target="../ink/ink3574.xml"/><Relationship Id="rId28" Type="http://schemas.openxmlformats.org/officeDocument/2006/relationships/customXml" Target="../ink/ink3471.xml"/><Relationship Id="rId49" Type="http://schemas.openxmlformats.org/officeDocument/2006/relationships/image" Target="../media/image9110.png"/><Relationship Id="rId114" Type="http://schemas.openxmlformats.org/officeDocument/2006/relationships/customXml" Target="../ink/ink3514.xml"/><Relationship Id="rId60" Type="http://schemas.openxmlformats.org/officeDocument/2006/relationships/customXml" Target="../ink/ink3487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3535.xml"/><Relationship Id="rId177" Type="http://schemas.openxmlformats.org/officeDocument/2006/relationships/image" Target="../media/image1970.png"/><Relationship Id="rId198" Type="http://schemas.openxmlformats.org/officeDocument/2006/relationships/customXml" Target="../ink/ink3556.xml"/><Relationship Id="rId202" Type="http://schemas.openxmlformats.org/officeDocument/2006/relationships/customXml" Target="../ink/ink3558.xml"/><Relationship Id="rId223" Type="http://schemas.openxmlformats.org/officeDocument/2006/relationships/image" Target="../media/image2530.png"/><Relationship Id="rId244" Type="http://schemas.openxmlformats.org/officeDocument/2006/relationships/image" Target="../media/image2630.png"/><Relationship Id="rId18" Type="http://schemas.openxmlformats.org/officeDocument/2006/relationships/customXml" Target="../ink/ink3466.xml"/><Relationship Id="rId39" Type="http://schemas.openxmlformats.org/officeDocument/2006/relationships/image" Target="../media/image8610.png"/><Relationship Id="rId50" Type="http://schemas.openxmlformats.org/officeDocument/2006/relationships/customXml" Target="../ink/ink3482.xml"/><Relationship Id="rId104" Type="http://schemas.openxmlformats.org/officeDocument/2006/relationships/customXml" Target="../ink/ink3509.xml"/><Relationship Id="rId125" Type="http://schemas.openxmlformats.org/officeDocument/2006/relationships/image" Target="../media/image1720.png"/><Relationship Id="rId146" Type="http://schemas.openxmlformats.org/officeDocument/2006/relationships/customXml" Target="../ink/ink3530.xml"/><Relationship Id="rId167" Type="http://schemas.openxmlformats.org/officeDocument/2006/relationships/image" Target="../media/image1920.png"/><Relationship Id="rId188" Type="http://schemas.openxmlformats.org/officeDocument/2006/relationships/customXml" Target="../ink/ink3551.xml"/><Relationship Id="rId71" Type="http://schemas.openxmlformats.org/officeDocument/2006/relationships/image" Target="../media/image5910.png"/><Relationship Id="rId92" Type="http://schemas.openxmlformats.org/officeDocument/2006/relationships/customXml" Target="../ink/ink3503.xml"/><Relationship Id="rId213" Type="http://schemas.openxmlformats.org/officeDocument/2006/relationships/image" Target="../media/image2480.png"/><Relationship Id="rId234" Type="http://schemas.openxmlformats.org/officeDocument/2006/relationships/image" Target="../media/image2580.png"/><Relationship Id="rId2" Type="http://schemas.openxmlformats.org/officeDocument/2006/relationships/customXml" Target="../ink/ink3458.xml"/><Relationship Id="rId29" Type="http://schemas.openxmlformats.org/officeDocument/2006/relationships/image" Target="../media/image8110.png"/><Relationship Id="rId40" Type="http://schemas.openxmlformats.org/officeDocument/2006/relationships/customXml" Target="../ink/ink3477.xml"/><Relationship Id="rId115" Type="http://schemas.openxmlformats.org/officeDocument/2006/relationships/image" Target="../media/image1670.png"/><Relationship Id="rId136" Type="http://schemas.openxmlformats.org/officeDocument/2006/relationships/customXml" Target="../ink/ink3525.xml"/><Relationship Id="rId157" Type="http://schemas.openxmlformats.org/officeDocument/2006/relationships/image" Target="../media/image1870.png"/><Relationship Id="rId178" Type="http://schemas.openxmlformats.org/officeDocument/2006/relationships/customXml" Target="../ink/ink3546.xml"/><Relationship Id="rId61" Type="http://schemas.openxmlformats.org/officeDocument/2006/relationships/image" Target="../media/image9610.png"/><Relationship Id="rId82" Type="http://schemas.openxmlformats.org/officeDocument/2006/relationships/customXml" Target="../ink/ink3498.xml"/><Relationship Id="rId199" Type="http://schemas.openxmlformats.org/officeDocument/2006/relationships/image" Target="../media/image2411.png"/><Relationship Id="rId203" Type="http://schemas.openxmlformats.org/officeDocument/2006/relationships/image" Target="../media/image2430.png"/><Relationship Id="rId19" Type="http://schemas.openxmlformats.org/officeDocument/2006/relationships/image" Target="../media/image7610.png"/><Relationship Id="rId224" Type="http://schemas.openxmlformats.org/officeDocument/2006/relationships/customXml" Target="../ink/ink3569.xml"/><Relationship Id="rId245" Type="http://schemas.openxmlformats.org/officeDocument/2006/relationships/customXml" Target="../ink/ink3580.xml"/><Relationship Id="rId30" Type="http://schemas.openxmlformats.org/officeDocument/2006/relationships/customXml" Target="../ink/ink3472.xml"/><Relationship Id="rId105" Type="http://schemas.openxmlformats.org/officeDocument/2006/relationships/image" Target="../media/image1620.png"/><Relationship Id="rId126" Type="http://schemas.openxmlformats.org/officeDocument/2006/relationships/customXml" Target="../ink/ink3520.xml"/><Relationship Id="rId147" Type="http://schemas.openxmlformats.org/officeDocument/2006/relationships/image" Target="../media/image1820.png"/><Relationship Id="rId168" Type="http://schemas.openxmlformats.org/officeDocument/2006/relationships/customXml" Target="../ink/ink3541.xml"/><Relationship Id="rId51" Type="http://schemas.openxmlformats.org/officeDocument/2006/relationships/image" Target="../media/image9210.png"/><Relationship Id="rId72" Type="http://schemas.openxmlformats.org/officeDocument/2006/relationships/customXml" Target="../ink/ink3493.xml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" Type="http://schemas.openxmlformats.org/officeDocument/2006/relationships/image" Target="../media/image2510.png"/><Relationship Id="rId214" Type="http://schemas.openxmlformats.org/officeDocument/2006/relationships/customXml" Target="../ink/ink3564.xml"/><Relationship Id="rId235" Type="http://schemas.openxmlformats.org/officeDocument/2006/relationships/customXml" Target="../ink/ink3575.xml"/><Relationship Id="rId116" Type="http://schemas.openxmlformats.org/officeDocument/2006/relationships/customXml" Target="../ink/ink3515.xml"/><Relationship Id="rId137" Type="http://schemas.openxmlformats.org/officeDocument/2006/relationships/image" Target="../media/image1770.png"/><Relationship Id="rId158" Type="http://schemas.openxmlformats.org/officeDocument/2006/relationships/customXml" Target="../ink/ink3536.xml"/><Relationship Id="rId20" Type="http://schemas.openxmlformats.org/officeDocument/2006/relationships/customXml" Target="../ink/ink3467.xml"/><Relationship Id="rId41" Type="http://schemas.openxmlformats.org/officeDocument/2006/relationships/image" Target="../media/image8710.png"/><Relationship Id="rId62" Type="http://schemas.openxmlformats.org/officeDocument/2006/relationships/customXml" Target="../ink/ink3488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190" Type="http://schemas.openxmlformats.org/officeDocument/2006/relationships/customXml" Target="../ink/ink3552.xml"/><Relationship Id="rId204" Type="http://schemas.openxmlformats.org/officeDocument/2006/relationships/customXml" Target="../ink/ink3559.xml"/><Relationship Id="rId225" Type="http://schemas.openxmlformats.org/officeDocument/2006/relationships/image" Target="../media/image2540.png"/><Relationship Id="rId246" Type="http://schemas.openxmlformats.org/officeDocument/2006/relationships/image" Target="../media/image2640.png"/><Relationship Id="rId106" Type="http://schemas.openxmlformats.org/officeDocument/2006/relationships/customXml" Target="../ink/ink3510.xml"/><Relationship Id="rId127" Type="http://schemas.openxmlformats.org/officeDocument/2006/relationships/image" Target="../media/image1730.png"/><Relationship Id="rId10" Type="http://schemas.openxmlformats.org/officeDocument/2006/relationships/customXml" Target="../ink/ink3462.xml"/><Relationship Id="rId31" Type="http://schemas.openxmlformats.org/officeDocument/2006/relationships/image" Target="../media/image8210.png"/><Relationship Id="rId52" Type="http://schemas.openxmlformats.org/officeDocument/2006/relationships/customXml" Target="../ink/ink3483.xml"/><Relationship Id="rId73" Type="http://schemas.openxmlformats.org/officeDocument/2006/relationships/image" Target="../media/image10110.png"/><Relationship Id="rId94" Type="http://schemas.openxmlformats.org/officeDocument/2006/relationships/customXml" Target="../ink/ink3504.xml"/><Relationship Id="rId148" Type="http://schemas.openxmlformats.org/officeDocument/2006/relationships/customXml" Target="../ink/ink3531.xml"/><Relationship Id="rId169" Type="http://schemas.openxmlformats.org/officeDocument/2006/relationships/image" Target="../media/image19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7.png"/><Relationship Id="rId2" Type="http://schemas.openxmlformats.org/officeDocument/2006/relationships/image" Target="../media/image158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1.png"/><Relationship Id="rId2" Type="http://schemas.openxmlformats.org/officeDocument/2006/relationships/image" Target="../media/image158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7</a:t>
            </a:r>
          </a:p>
          <a:p>
            <a:r>
              <a:rPr lang="en-US" sz="2800" dirty="0">
                <a:latin typeface="PT Sans" panose="020B0503020203020204" pitchFamily="34" charset="0"/>
              </a:rPr>
              <a:t>Circuit Analysis - 3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00792-1DEB-9B03-BA7E-E727E368C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E6D97-1E1F-3F7B-5B31-9CB37D311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05D18A8F-5767-A73E-703E-820472B43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289" y="1149147"/>
            <a:ext cx="6867244" cy="4763283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CB840B96-F06D-4ADB-557A-35582DC493AA}"/>
              </a:ext>
            </a:extLst>
          </p:cNvPr>
          <p:cNvGrpSpPr/>
          <p:nvPr/>
        </p:nvGrpSpPr>
        <p:grpSpPr>
          <a:xfrm>
            <a:off x="5813880" y="5181240"/>
            <a:ext cx="1415520" cy="549360"/>
            <a:chOff x="5813880" y="5181240"/>
            <a:chExt cx="1415520" cy="54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BBA6E76-B72C-1E57-6F37-6FB6C716EE7F}"/>
                    </a:ext>
                  </a:extLst>
                </p14:cNvPr>
                <p14:cNvContentPartPr/>
                <p14:nvPr/>
              </p14:nvContentPartPr>
              <p14:xfrm>
                <a:off x="6457920" y="5415240"/>
                <a:ext cx="222480" cy="315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BBA6E76-B72C-1E57-6F37-6FB6C716EE7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439920" y="5397240"/>
                  <a:ext cx="25812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000F5AF-2D4B-4EDB-1BA7-2981946FC8A1}"/>
                    </a:ext>
                  </a:extLst>
                </p14:cNvPr>
                <p14:cNvContentPartPr/>
                <p14:nvPr/>
              </p14:nvContentPartPr>
              <p14:xfrm>
                <a:off x="6798480" y="5512440"/>
                <a:ext cx="16920" cy="192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000F5AF-2D4B-4EDB-1BA7-2981946FC8A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80480" y="5494800"/>
                  <a:ext cx="525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FC63796-1CF5-1272-2B75-9BCB741C0D61}"/>
                    </a:ext>
                  </a:extLst>
                </p14:cNvPr>
                <p14:cNvContentPartPr/>
                <p14:nvPr/>
              </p14:nvContentPartPr>
              <p14:xfrm>
                <a:off x="6804600" y="5430360"/>
                <a:ext cx="174960" cy="186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FC63796-1CF5-1272-2B75-9BCB741C0D6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786960" y="5412720"/>
                  <a:ext cx="2106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483BC61-7008-BE2E-1413-8748207359CF}"/>
                    </a:ext>
                  </a:extLst>
                </p14:cNvPr>
                <p14:cNvContentPartPr/>
                <p14:nvPr/>
              </p14:nvContentPartPr>
              <p14:xfrm>
                <a:off x="7081440" y="5415240"/>
                <a:ext cx="97920" cy="258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483BC61-7008-BE2E-1413-8748207359C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63440" y="5397240"/>
                  <a:ext cx="1335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9578A49-D7A3-C9E5-4EEF-12F5428FB580}"/>
                    </a:ext>
                  </a:extLst>
                </p14:cNvPr>
                <p14:cNvContentPartPr/>
                <p14:nvPr/>
              </p14:nvContentPartPr>
              <p14:xfrm>
                <a:off x="7112760" y="5457360"/>
                <a:ext cx="116640" cy="175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9578A49-D7A3-C9E5-4EEF-12F5428FB58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94760" y="5439360"/>
                  <a:ext cx="1522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C2DF959-6ED4-33DD-AAD9-2EC4CDD87A7B}"/>
                    </a:ext>
                  </a:extLst>
                </p14:cNvPr>
                <p14:cNvContentPartPr/>
                <p14:nvPr/>
              </p14:nvContentPartPr>
              <p14:xfrm>
                <a:off x="5813880" y="5181240"/>
                <a:ext cx="441000" cy="322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C2DF959-6ED4-33DD-AAD9-2EC4CDD87A7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795880" y="5163600"/>
                  <a:ext cx="47664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8352B8B-4F02-6A9D-61E6-3B7582DB5490}"/>
                    </a:ext>
                  </a:extLst>
                </p14:cNvPr>
                <p14:cNvContentPartPr/>
                <p14:nvPr/>
              </p14:nvContentPartPr>
              <p14:xfrm>
                <a:off x="6212760" y="5428200"/>
                <a:ext cx="83520" cy="139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8352B8B-4F02-6A9D-61E6-3B7582DB549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194760" y="5410560"/>
                  <a:ext cx="11916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C97A91F-6A1F-9B4E-2DD0-F2E4B83168BD}"/>
              </a:ext>
            </a:extLst>
          </p:cNvPr>
          <p:cNvGrpSpPr/>
          <p:nvPr/>
        </p:nvGrpSpPr>
        <p:grpSpPr>
          <a:xfrm>
            <a:off x="8659080" y="505690"/>
            <a:ext cx="550800" cy="252720"/>
            <a:chOff x="8659080" y="505690"/>
            <a:chExt cx="550800" cy="25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CB728C0-5114-12E8-322A-19557ADF3CD4}"/>
                    </a:ext>
                  </a:extLst>
                </p14:cNvPr>
                <p14:cNvContentPartPr/>
                <p14:nvPr/>
              </p14:nvContentPartPr>
              <p14:xfrm>
                <a:off x="8659080" y="571210"/>
                <a:ext cx="198000" cy="187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CB728C0-5114-12E8-322A-19557ADF3CD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641080" y="553570"/>
                  <a:ext cx="2336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924682F-2840-6261-E718-3883ED1D0D11}"/>
                    </a:ext>
                  </a:extLst>
                </p14:cNvPr>
                <p14:cNvContentPartPr/>
                <p14:nvPr/>
              </p14:nvContentPartPr>
              <p14:xfrm>
                <a:off x="8947800" y="607930"/>
                <a:ext cx="6480" cy="25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924682F-2840-6261-E718-3883ED1D0D1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930160" y="590290"/>
                  <a:ext cx="421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B1F6895-0460-79DE-5E7A-F328B7C0EAF6}"/>
                    </a:ext>
                  </a:extLst>
                </p14:cNvPr>
                <p14:cNvContentPartPr/>
                <p14:nvPr/>
              </p14:nvContentPartPr>
              <p14:xfrm>
                <a:off x="9050760" y="505690"/>
                <a:ext cx="159120" cy="2329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B1F6895-0460-79DE-5E7A-F328B7C0EAF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032760" y="488050"/>
                  <a:ext cx="194760" cy="26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6B2CC0B-9823-6EDF-16E4-60F8236F6E82}"/>
              </a:ext>
            </a:extLst>
          </p:cNvPr>
          <p:cNvGrpSpPr/>
          <p:nvPr/>
        </p:nvGrpSpPr>
        <p:grpSpPr>
          <a:xfrm>
            <a:off x="8548200" y="938770"/>
            <a:ext cx="3530160" cy="4033800"/>
            <a:chOff x="8548200" y="938770"/>
            <a:chExt cx="3530160" cy="403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10EA80-5427-561C-F7E9-325F3175EB59}"/>
                    </a:ext>
                  </a:extLst>
                </p14:cNvPr>
                <p14:cNvContentPartPr/>
                <p14:nvPr/>
              </p14:nvContentPartPr>
              <p14:xfrm>
                <a:off x="9032040" y="1730050"/>
                <a:ext cx="230760" cy="26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10EA80-5427-561C-F7E9-325F3175EB5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014400" y="1712050"/>
                  <a:ext cx="2664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C49C9F2-A6C4-C494-DCFB-FFEAC1DA4DB5}"/>
                    </a:ext>
                  </a:extLst>
                </p14:cNvPr>
                <p14:cNvContentPartPr/>
                <p14:nvPr/>
              </p14:nvContentPartPr>
              <p14:xfrm>
                <a:off x="9260640" y="1766770"/>
                <a:ext cx="24840" cy="7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C49C9F2-A6C4-C494-DCFB-FFEAC1DA4DB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243000" y="1749130"/>
                  <a:ext cx="604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CA8506A-EB20-DA75-0660-CDE726296412}"/>
                    </a:ext>
                  </a:extLst>
                </p14:cNvPr>
                <p14:cNvContentPartPr/>
                <p14:nvPr/>
              </p14:nvContentPartPr>
              <p14:xfrm>
                <a:off x="9277200" y="1577770"/>
                <a:ext cx="438120" cy="214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CA8506A-EB20-DA75-0660-CDE72629641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259200" y="1559770"/>
                  <a:ext cx="4737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782A9B5-3862-65A9-1736-CCB3AF5ADE59}"/>
                    </a:ext>
                  </a:extLst>
                </p14:cNvPr>
                <p14:cNvContentPartPr/>
                <p14:nvPr/>
              </p14:nvContentPartPr>
              <p14:xfrm>
                <a:off x="9734760" y="1672090"/>
                <a:ext cx="354960" cy="73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782A9B5-3862-65A9-1736-CCB3AF5ADE5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17120" y="1654090"/>
                  <a:ext cx="3906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F094105-6DC9-A281-188D-CD394CF6611A}"/>
                    </a:ext>
                  </a:extLst>
                </p14:cNvPr>
                <p14:cNvContentPartPr/>
                <p14:nvPr/>
              </p14:nvContentPartPr>
              <p14:xfrm>
                <a:off x="9095400" y="1764970"/>
                <a:ext cx="39240" cy="257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F094105-6DC9-A281-188D-CD394CF6611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077400" y="1747330"/>
                  <a:ext cx="7488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0D253DE-6908-F182-678A-44802B689609}"/>
                    </a:ext>
                  </a:extLst>
                </p14:cNvPr>
                <p14:cNvContentPartPr/>
                <p14:nvPr/>
              </p14:nvContentPartPr>
              <p14:xfrm>
                <a:off x="9131040" y="2074570"/>
                <a:ext cx="140040" cy="639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0D253DE-6908-F182-678A-44802B68960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13040" y="2056570"/>
                  <a:ext cx="175680" cy="67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E7003D9-610A-BEA6-D51B-E7C5DCF52A40}"/>
                    </a:ext>
                  </a:extLst>
                </p14:cNvPr>
                <p14:cNvContentPartPr/>
                <p14:nvPr/>
              </p14:nvContentPartPr>
              <p14:xfrm>
                <a:off x="9274680" y="2698810"/>
                <a:ext cx="263160" cy="39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E7003D9-610A-BEA6-D51B-E7C5DCF52A4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256680" y="2680810"/>
                  <a:ext cx="298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E01DCB6-12CE-F514-3A57-B8931FD2ABFD}"/>
                    </a:ext>
                  </a:extLst>
                </p14:cNvPr>
                <p14:cNvContentPartPr/>
                <p14:nvPr/>
              </p14:nvContentPartPr>
              <p14:xfrm>
                <a:off x="9595800" y="2583970"/>
                <a:ext cx="386640" cy="141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E01DCB6-12CE-F514-3A57-B8931FD2ABF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577800" y="2565970"/>
                  <a:ext cx="4222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78F9043-45A5-65AC-66FD-B999DE734CD6}"/>
                    </a:ext>
                  </a:extLst>
                </p14:cNvPr>
                <p14:cNvContentPartPr/>
                <p14:nvPr/>
              </p14:nvContentPartPr>
              <p14:xfrm>
                <a:off x="10126440" y="1672450"/>
                <a:ext cx="90000" cy="214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78F9043-45A5-65AC-66FD-B999DE734CD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08440" y="1654450"/>
                  <a:ext cx="1256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45DC818-AD71-9876-811B-2BC57D26F14A}"/>
                    </a:ext>
                  </a:extLst>
                </p14:cNvPr>
                <p14:cNvContentPartPr/>
                <p14:nvPr/>
              </p14:nvContentPartPr>
              <p14:xfrm>
                <a:off x="10182240" y="1910770"/>
                <a:ext cx="105840" cy="217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45DC818-AD71-9876-811B-2BC57D26F14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164240" y="1893130"/>
                  <a:ext cx="1414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49F0CDF-06E4-F030-54E0-5E3741BD259A}"/>
                    </a:ext>
                  </a:extLst>
                </p14:cNvPr>
                <p14:cNvContentPartPr/>
                <p14:nvPr/>
              </p14:nvContentPartPr>
              <p14:xfrm>
                <a:off x="10276200" y="2144050"/>
                <a:ext cx="78480" cy="401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49F0CDF-06E4-F030-54E0-5E3741BD259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258560" y="2126410"/>
                  <a:ext cx="11412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B7C719D-DED4-BBE3-728D-4512530FD52B}"/>
                    </a:ext>
                  </a:extLst>
                </p14:cNvPr>
                <p14:cNvContentPartPr/>
                <p14:nvPr/>
              </p14:nvContentPartPr>
              <p14:xfrm>
                <a:off x="10155960" y="2592970"/>
                <a:ext cx="225720" cy="183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B7C719D-DED4-BBE3-728D-4512530FD52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37960" y="2575330"/>
                  <a:ext cx="2613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CDA644E-4184-AA21-1B05-ED7F315C85C4}"/>
                    </a:ext>
                  </a:extLst>
                </p14:cNvPr>
                <p14:cNvContentPartPr/>
                <p14:nvPr/>
              </p14:nvContentPartPr>
              <p14:xfrm>
                <a:off x="10190160" y="1665250"/>
                <a:ext cx="524160" cy="208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CDA644E-4184-AA21-1B05-ED7F315C85C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172160" y="1647250"/>
                  <a:ext cx="5598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8409F8F-1769-C5F6-4475-695B86E5B1ED}"/>
                    </a:ext>
                  </a:extLst>
                </p14:cNvPr>
                <p14:cNvContentPartPr/>
                <p14:nvPr/>
              </p14:nvContentPartPr>
              <p14:xfrm>
                <a:off x="10698120" y="1545010"/>
                <a:ext cx="342360" cy="133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8409F8F-1769-C5F6-4475-695B86E5B1E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680480" y="1527370"/>
                  <a:ext cx="37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BE2688E-7A60-B348-C622-DA3375A683DB}"/>
                    </a:ext>
                  </a:extLst>
                </p14:cNvPr>
                <p14:cNvContentPartPr/>
                <p14:nvPr/>
              </p14:nvContentPartPr>
              <p14:xfrm>
                <a:off x="11085480" y="1690090"/>
                <a:ext cx="457560" cy="25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BE2688E-7A60-B348-C622-DA3375A683D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067840" y="1672450"/>
                  <a:ext cx="4932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AED9C72-5A9E-90DF-8E2A-E6D2C27D099A}"/>
                    </a:ext>
                  </a:extLst>
                </p14:cNvPr>
                <p14:cNvContentPartPr/>
                <p14:nvPr/>
              </p14:nvContentPartPr>
              <p14:xfrm>
                <a:off x="10306080" y="2523850"/>
                <a:ext cx="813240" cy="159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AED9C72-5A9E-90DF-8E2A-E6D2C27D099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88080" y="2506210"/>
                  <a:ext cx="8488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687D3C7-A4B0-D66C-42DB-5EF0D2D99716}"/>
                    </a:ext>
                  </a:extLst>
                </p14:cNvPr>
                <p14:cNvContentPartPr/>
                <p14:nvPr/>
              </p14:nvContentPartPr>
              <p14:xfrm>
                <a:off x="11144520" y="2587930"/>
                <a:ext cx="468720" cy="38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687D3C7-A4B0-D66C-42DB-5EF0D2D9971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126880" y="2570290"/>
                  <a:ext cx="5043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4539E11-472D-50CC-9785-60FD53107709}"/>
                    </a:ext>
                  </a:extLst>
                </p14:cNvPr>
                <p14:cNvContentPartPr/>
                <p14:nvPr/>
              </p14:nvContentPartPr>
              <p14:xfrm>
                <a:off x="11503080" y="1642570"/>
                <a:ext cx="54360" cy="531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4539E11-472D-50CC-9785-60FD5310770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485440" y="1624570"/>
                  <a:ext cx="900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7E1FEA9-65D8-9EFD-C622-C7A40DF1B250}"/>
                    </a:ext>
                  </a:extLst>
                </p14:cNvPr>
                <p14:cNvContentPartPr/>
                <p14:nvPr/>
              </p14:nvContentPartPr>
              <p14:xfrm>
                <a:off x="11529000" y="2130370"/>
                <a:ext cx="66240" cy="245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7E1FEA9-65D8-9EFD-C622-C7A40DF1B25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511360" y="2112370"/>
                  <a:ext cx="1018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F0F54CB-930E-CB78-BACE-BCCB83877FD6}"/>
                    </a:ext>
                  </a:extLst>
                </p14:cNvPr>
                <p14:cNvContentPartPr/>
                <p14:nvPr/>
              </p14:nvContentPartPr>
              <p14:xfrm>
                <a:off x="11554560" y="2426650"/>
                <a:ext cx="51120" cy="278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F0F54CB-930E-CB78-BACE-BCCB83877FD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1536920" y="2408650"/>
                  <a:ext cx="867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B3EA9CD-8135-D759-CE5B-033215C48AE0}"/>
                    </a:ext>
                  </a:extLst>
                </p14:cNvPr>
                <p14:cNvContentPartPr/>
                <p14:nvPr/>
              </p14:nvContentPartPr>
              <p14:xfrm>
                <a:off x="9243000" y="2731570"/>
                <a:ext cx="48600" cy="455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B3EA9CD-8135-D759-CE5B-033215C48AE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225360" y="2713570"/>
                  <a:ext cx="84240" cy="4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A9E46B8-A52C-2520-C7E3-CC8ECF6F2EF3}"/>
                    </a:ext>
                  </a:extLst>
                </p14:cNvPr>
                <p14:cNvContentPartPr/>
                <p14:nvPr/>
              </p14:nvContentPartPr>
              <p14:xfrm>
                <a:off x="9291600" y="3287410"/>
                <a:ext cx="109080" cy="722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A9E46B8-A52C-2520-C7E3-CC8ECF6F2EF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273600" y="3269770"/>
                  <a:ext cx="144720" cy="75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0F53B7F-B4CF-4666-2BD7-7649F98EE44B}"/>
                    </a:ext>
                  </a:extLst>
                </p14:cNvPr>
                <p14:cNvContentPartPr/>
                <p14:nvPr/>
              </p14:nvContentPartPr>
              <p14:xfrm>
                <a:off x="9390960" y="3917410"/>
                <a:ext cx="426240" cy="34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0F53B7F-B4CF-4666-2BD7-7649F98EE44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372960" y="3899410"/>
                  <a:ext cx="4618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14EC13E-F2B2-F594-3E83-2D9EEDB6F08F}"/>
                    </a:ext>
                  </a:extLst>
                </p14:cNvPr>
                <p14:cNvContentPartPr/>
                <p14:nvPr/>
              </p14:nvContentPartPr>
              <p14:xfrm>
                <a:off x="9811080" y="3767650"/>
                <a:ext cx="272520" cy="131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14EC13E-F2B2-F594-3E83-2D9EEDB6F08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793080" y="3749650"/>
                  <a:ext cx="3081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999A6A7-5265-1787-B79A-2FA9272D3F1B}"/>
                    </a:ext>
                  </a:extLst>
                </p14:cNvPr>
                <p14:cNvContentPartPr/>
                <p14:nvPr/>
              </p14:nvContentPartPr>
              <p14:xfrm>
                <a:off x="10101600" y="3863050"/>
                <a:ext cx="336240" cy="37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999A6A7-5265-1787-B79A-2FA9272D3F1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083600" y="3845050"/>
                  <a:ext cx="3718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0C289B6-0ACB-0992-C2D0-975584D02156}"/>
                    </a:ext>
                  </a:extLst>
                </p14:cNvPr>
                <p14:cNvContentPartPr/>
                <p14:nvPr/>
              </p14:nvContentPartPr>
              <p14:xfrm>
                <a:off x="10398960" y="2609530"/>
                <a:ext cx="96480" cy="411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0C289B6-0ACB-0992-C2D0-975584D0215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80960" y="2591890"/>
                  <a:ext cx="132120" cy="4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43AD69D-A057-0AE9-F181-65B2D8C62C12}"/>
                    </a:ext>
                  </a:extLst>
                </p14:cNvPr>
                <p14:cNvContentPartPr/>
                <p14:nvPr/>
              </p14:nvContentPartPr>
              <p14:xfrm>
                <a:off x="10446840" y="3000130"/>
                <a:ext cx="137880" cy="7099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43AD69D-A057-0AE9-F181-65B2D8C62C1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428840" y="2982130"/>
                  <a:ext cx="173520" cy="74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181C50D-F37B-F8BC-62B0-AAD69C48E88C}"/>
                    </a:ext>
                  </a:extLst>
                </p14:cNvPr>
                <p14:cNvContentPartPr/>
                <p14:nvPr/>
              </p14:nvContentPartPr>
              <p14:xfrm>
                <a:off x="10497600" y="3748930"/>
                <a:ext cx="397800" cy="61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181C50D-F37B-F8BC-62B0-AAD69C48E88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479960" y="3730930"/>
                  <a:ext cx="4334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9747C23-C074-0C6F-BD21-8A206D4E5944}"/>
                    </a:ext>
                  </a:extLst>
                </p14:cNvPr>
                <p14:cNvContentPartPr/>
                <p14:nvPr/>
              </p14:nvContentPartPr>
              <p14:xfrm>
                <a:off x="10884240" y="3634450"/>
                <a:ext cx="334080" cy="115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9747C23-C074-0C6F-BD21-8A206D4E594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866600" y="3616810"/>
                  <a:ext cx="3697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B08F3B2-FB0B-4EB4-C4F4-458809391C19}"/>
                    </a:ext>
                  </a:extLst>
                </p14:cNvPr>
                <p14:cNvContentPartPr/>
                <p14:nvPr/>
              </p14:nvContentPartPr>
              <p14:xfrm>
                <a:off x="11250000" y="3698530"/>
                <a:ext cx="429840" cy="44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B08F3B2-FB0B-4EB4-C4F4-458809391C1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232360" y="3680530"/>
                  <a:ext cx="4654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4BB601C-D58C-EDFF-AEC1-7445B44B2420}"/>
                    </a:ext>
                  </a:extLst>
                </p14:cNvPr>
                <p14:cNvContentPartPr/>
                <p14:nvPr/>
              </p14:nvContentPartPr>
              <p14:xfrm>
                <a:off x="11646000" y="2602690"/>
                <a:ext cx="39240" cy="3268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4BB601C-D58C-EDFF-AEC1-7445B44B242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628000" y="2584690"/>
                  <a:ext cx="7488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571C119-5A45-9825-0415-7186E0185D61}"/>
                    </a:ext>
                  </a:extLst>
                </p14:cNvPr>
                <p14:cNvContentPartPr/>
                <p14:nvPr/>
              </p14:nvContentPartPr>
              <p14:xfrm>
                <a:off x="11630880" y="2959450"/>
                <a:ext cx="119880" cy="200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571C119-5A45-9825-0415-7186E0185D6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612880" y="2941450"/>
                  <a:ext cx="1555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D296CC1-319E-C0E3-33E2-C3F68CA844C3}"/>
                    </a:ext>
                  </a:extLst>
                </p14:cNvPr>
                <p14:cNvContentPartPr/>
                <p14:nvPr/>
              </p14:nvContentPartPr>
              <p14:xfrm>
                <a:off x="11696400" y="3201010"/>
                <a:ext cx="133560" cy="514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D296CC1-319E-C0E3-33E2-C3F68CA844C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678400" y="3183370"/>
                  <a:ext cx="16920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4440B2A-EE66-C5BF-CDC5-6A795D0CADA3}"/>
                    </a:ext>
                  </a:extLst>
                </p14:cNvPr>
                <p14:cNvContentPartPr/>
                <p14:nvPr/>
              </p14:nvContentPartPr>
              <p14:xfrm>
                <a:off x="8935200" y="1733650"/>
                <a:ext cx="190080" cy="284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4440B2A-EE66-C5BF-CDC5-6A795D0CADA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917200" y="1715650"/>
                  <a:ext cx="2257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49C1B3B-4A2C-DBB9-9940-7086F068A4AD}"/>
                    </a:ext>
                  </a:extLst>
                </p14:cNvPr>
                <p14:cNvContentPartPr/>
                <p14:nvPr/>
              </p14:nvContentPartPr>
              <p14:xfrm>
                <a:off x="8893440" y="1004290"/>
                <a:ext cx="53640" cy="7570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49C1B3B-4A2C-DBB9-9940-7086F068A4A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875440" y="986650"/>
                  <a:ext cx="89280" cy="79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53CFFDB-E9B8-9EBB-38DA-AAEBCC909E60}"/>
                    </a:ext>
                  </a:extLst>
                </p14:cNvPr>
                <p14:cNvContentPartPr/>
                <p14:nvPr/>
              </p14:nvContentPartPr>
              <p14:xfrm>
                <a:off x="8548200" y="938770"/>
                <a:ext cx="555480" cy="637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53CFFDB-E9B8-9EBB-38DA-AAEBCC909E6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530560" y="920770"/>
                  <a:ext cx="5911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E7BA7C2-6628-F649-545A-9B76043F5F51}"/>
                    </a:ext>
                  </a:extLst>
                </p14:cNvPr>
                <p14:cNvContentPartPr/>
                <p14:nvPr/>
              </p14:nvContentPartPr>
              <p14:xfrm>
                <a:off x="11806200" y="3675130"/>
                <a:ext cx="192960" cy="636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E7BA7C2-6628-F649-545A-9B76043F5F5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788200" y="3657490"/>
                  <a:ext cx="22860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8BA101C-2F51-DC71-26B7-9B9984CC37FD}"/>
                    </a:ext>
                  </a:extLst>
                </p14:cNvPr>
                <p14:cNvContentPartPr/>
                <p14:nvPr/>
              </p14:nvContentPartPr>
              <p14:xfrm>
                <a:off x="11841840" y="4292170"/>
                <a:ext cx="208080" cy="122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8BA101C-2F51-DC71-26B7-9B9984CC37F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823840" y="4274170"/>
                  <a:ext cx="2437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A0C4C88-086C-AEF6-8100-4FD4F85CFFBA}"/>
                    </a:ext>
                  </a:extLst>
                </p14:cNvPr>
                <p14:cNvContentPartPr/>
                <p14:nvPr/>
              </p14:nvContentPartPr>
              <p14:xfrm>
                <a:off x="11810520" y="4357330"/>
                <a:ext cx="228600" cy="222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A0C4C88-086C-AEF6-8100-4FD4F85CFFB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792880" y="4339690"/>
                  <a:ext cx="2642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3268428-44BC-9D1C-00F5-7D7C9EC051A7}"/>
                    </a:ext>
                  </a:extLst>
                </p14:cNvPr>
                <p14:cNvContentPartPr/>
                <p14:nvPr/>
              </p14:nvContentPartPr>
              <p14:xfrm>
                <a:off x="11977920" y="4328530"/>
                <a:ext cx="100440" cy="204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3268428-44BC-9D1C-00F5-7D7C9EC051A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959920" y="4310530"/>
                  <a:ext cx="1360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2E598EE-016C-311C-BFF7-78E4AB10272E}"/>
                    </a:ext>
                  </a:extLst>
                </p14:cNvPr>
                <p14:cNvContentPartPr/>
                <p14:nvPr/>
              </p14:nvContentPartPr>
              <p14:xfrm>
                <a:off x="11185560" y="4639210"/>
                <a:ext cx="257040" cy="246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2E598EE-016C-311C-BFF7-78E4AB10272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167560" y="4621570"/>
                  <a:ext cx="2926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1EB5D4A-195B-200E-AA2D-7BF444C93AF0}"/>
                    </a:ext>
                  </a:extLst>
                </p14:cNvPr>
                <p14:cNvContentPartPr/>
                <p14:nvPr/>
              </p14:nvContentPartPr>
              <p14:xfrm>
                <a:off x="11553480" y="4742170"/>
                <a:ext cx="11160" cy="154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1EB5D4A-195B-200E-AA2D-7BF444C93AF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535480" y="4724170"/>
                  <a:ext cx="468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E89008D-12B9-D498-DAB6-31218A45E3C8}"/>
                    </a:ext>
                  </a:extLst>
                </p14:cNvPr>
                <p14:cNvContentPartPr/>
                <p14:nvPr/>
              </p14:nvContentPartPr>
              <p14:xfrm>
                <a:off x="11529360" y="4713730"/>
                <a:ext cx="213840" cy="197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E89008D-12B9-D498-DAB6-31218A45E3C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511720" y="4695730"/>
                  <a:ext cx="2494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6C40914-15DE-01A1-8077-85F205081EB5}"/>
                    </a:ext>
                  </a:extLst>
                </p14:cNvPr>
                <p14:cNvContentPartPr/>
                <p14:nvPr/>
              </p14:nvContentPartPr>
              <p14:xfrm>
                <a:off x="11826360" y="4785730"/>
                <a:ext cx="41400" cy="1746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6C40914-15DE-01A1-8077-85F205081EB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1808360" y="4768090"/>
                  <a:ext cx="770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A5D3968-9D51-4C5A-14A3-DD57D70B3381}"/>
                    </a:ext>
                  </a:extLst>
                </p14:cNvPr>
                <p14:cNvContentPartPr/>
                <p14:nvPr/>
              </p14:nvContentPartPr>
              <p14:xfrm>
                <a:off x="11827440" y="4750810"/>
                <a:ext cx="162360" cy="2217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A5D3968-9D51-4C5A-14A3-DD57D70B338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1809800" y="4733170"/>
                  <a:ext cx="198000" cy="25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FA1DF08-9744-80B4-3858-F2BD00C7E68E}"/>
                  </a:ext>
                </a:extLst>
              </p14:cNvPr>
              <p14:cNvContentPartPr/>
              <p14:nvPr/>
            </p14:nvContentPartPr>
            <p14:xfrm>
              <a:off x="8951400" y="1596850"/>
              <a:ext cx="181080" cy="23112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FA1DF08-9744-80B4-3858-F2BD00C7E68E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8933400" y="1579210"/>
                <a:ext cx="21672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C56EF2BF-14DD-025D-F4C3-7F390E585863}"/>
                  </a:ext>
                </a:extLst>
              </p14:cNvPr>
              <p14:cNvContentPartPr/>
              <p14:nvPr/>
            </p14:nvContentPartPr>
            <p14:xfrm>
              <a:off x="10068120" y="1619170"/>
              <a:ext cx="146520" cy="16992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C56EF2BF-14DD-025D-F4C3-7F390E585863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10050480" y="1601170"/>
                <a:ext cx="18216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D8D2387A-B0FA-EA58-EC9A-A041BA9BC6E9}"/>
                  </a:ext>
                </a:extLst>
              </p14:cNvPr>
              <p14:cNvContentPartPr/>
              <p14:nvPr/>
            </p14:nvContentPartPr>
            <p14:xfrm>
              <a:off x="11462040" y="1610530"/>
              <a:ext cx="142200" cy="16848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D8D2387A-B0FA-EA58-EC9A-A041BA9BC6E9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11444400" y="1592890"/>
                <a:ext cx="177840" cy="20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F5227A1A-FB4D-455C-FC1E-209B74F7847C}"/>
                  </a:ext>
                </a:extLst>
              </p14:cNvPr>
              <p14:cNvContentPartPr/>
              <p14:nvPr/>
            </p14:nvContentPartPr>
            <p14:xfrm>
              <a:off x="9075240" y="2650210"/>
              <a:ext cx="157320" cy="12924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F5227A1A-FB4D-455C-FC1E-209B74F7847C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9057600" y="2632570"/>
                <a:ext cx="192960" cy="16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7F354E3F-6094-0A10-AAAA-88A89CB7DC06}"/>
                  </a:ext>
                </a:extLst>
              </p14:cNvPr>
              <p14:cNvContentPartPr/>
              <p14:nvPr/>
            </p14:nvContentPartPr>
            <p14:xfrm>
              <a:off x="10197720" y="2580010"/>
              <a:ext cx="149760" cy="13788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7F354E3F-6094-0A10-AAAA-88A89CB7DC06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10179720" y="2562370"/>
                <a:ext cx="1854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3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9E62429-0685-2D8F-8290-57789A18E64A}"/>
                  </a:ext>
                </a:extLst>
              </p14:cNvPr>
              <p14:cNvContentPartPr/>
              <p14:nvPr/>
            </p14:nvContentPartPr>
            <p14:xfrm>
              <a:off x="11541960" y="2549770"/>
              <a:ext cx="110160" cy="14148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9E62429-0685-2D8F-8290-57789A18E64A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11523960" y="2532130"/>
                <a:ext cx="145800" cy="17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FB5FBD6E-C44F-753D-3665-65204EA16CE2}"/>
                  </a:ext>
                </a:extLst>
              </p14:cNvPr>
              <p14:cNvContentPartPr/>
              <p14:nvPr/>
            </p14:nvContentPartPr>
            <p14:xfrm>
              <a:off x="9266040" y="3836050"/>
              <a:ext cx="114480" cy="14904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FB5FBD6E-C44F-753D-3665-65204EA16CE2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9248040" y="3818410"/>
                <a:ext cx="15012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51610FAB-108D-9CEB-69EB-28E3DD2BC06C}"/>
                  </a:ext>
                </a:extLst>
              </p14:cNvPr>
              <p14:cNvContentPartPr/>
              <p14:nvPr/>
            </p14:nvContentPartPr>
            <p14:xfrm>
              <a:off x="10508040" y="3698890"/>
              <a:ext cx="110880" cy="16848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51610FAB-108D-9CEB-69EB-28E3DD2BC06C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10490400" y="3680890"/>
                <a:ext cx="146520" cy="20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DDE990A4-FD56-12E5-7FB0-CD3E8A95B0B5}"/>
              </a:ext>
            </a:extLst>
          </p:cNvPr>
          <p:cNvGrpSpPr/>
          <p:nvPr/>
        </p:nvGrpSpPr>
        <p:grpSpPr>
          <a:xfrm>
            <a:off x="9113400" y="1118050"/>
            <a:ext cx="389160" cy="311400"/>
            <a:chOff x="9113400" y="1118050"/>
            <a:chExt cx="38916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9C6D794-5500-AFFE-A074-48BC06789DC0}"/>
                    </a:ext>
                  </a:extLst>
                </p14:cNvPr>
                <p14:cNvContentPartPr/>
                <p14:nvPr/>
              </p14:nvContentPartPr>
              <p14:xfrm>
                <a:off x="9113400" y="1170250"/>
                <a:ext cx="182520" cy="2592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9C6D794-5500-AFFE-A074-48BC06789DC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095760" y="1152610"/>
                  <a:ext cx="21816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C2070DE-AE48-99DF-B9B2-97F813C20D4B}"/>
                    </a:ext>
                  </a:extLst>
                </p14:cNvPr>
                <p14:cNvContentPartPr/>
                <p14:nvPr/>
              </p14:nvContentPartPr>
              <p14:xfrm>
                <a:off x="9396360" y="1118050"/>
                <a:ext cx="106200" cy="158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C2070DE-AE48-99DF-B9B2-97F813C20D4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378720" y="1100050"/>
                  <a:ext cx="14184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49C1724C-FB54-9A97-98C3-18A2BE047F10}"/>
              </a:ext>
            </a:extLst>
          </p:cNvPr>
          <p:cNvGrpSpPr/>
          <p:nvPr/>
        </p:nvGrpSpPr>
        <p:grpSpPr>
          <a:xfrm>
            <a:off x="11382840" y="3629410"/>
            <a:ext cx="561240" cy="551160"/>
            <a:chOff x="11382840" y="3629410"/>
            <a:chExt cx="561240" cy="55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43B1989-C619-8E96-4730-1866E3819A80}"/>
                    </a:ext>
                  </a:extLst>
                </p14:cNvPr>
                <p14:cNvContentPartPr/>
                <p14:nvPr/>
              </p14:nvContentPartPr>
              <p14:xfrm>
                <a:off x="11796480" y="3629410"/>
                <a:ext cx="147600" cy="1382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43B1989-C619-8E96-4730-1866E3819A8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778480" y="3611770"/>
                  <a:ext cx="1832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A79BA03-9653-CD8E-5EA0-241A9EB4B77C}"/>
                    </a:ext>
                  </a:extLst>
                </p14:cNvPr>
                <p14:cNvContentPartPr/>
                <p14:nvPr/>
              </p14:nvContentPartPr>
              <p14:xfrm>
                <a:off x="11382840" y="3921010"/>
                <a:ext cx="136080" cy="2574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A79BA03-9653-CD8E-5EA0-241A9EB4B77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365200" y="3903010"/>
                  <a:ext cx="1717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28CF1B2-18DE-D7BB-4C22-18A3A2E16EEE}"/>
                    </a:ext>
                  </a:extLst>
                </p14:cNvPr>
                <p14:cNvContentPartPr/>
                <p14:nvPr/>
              </p14:nvContentPartPr>
              <p14:xfrm>
                <a:off x="11586960" y="3894370"/>
                <a:ext cx="162360" cy="2862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28CF1B2-18DE-D7BB-4C22-18A3A2E16EE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568960" y="3876730"/>
                  <a:ext cx="198000" cy="32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8D5E8FD-0CAB-8603-DE6F-EFA0CAF764C3}"/>
              </a:ext>
            </a:extLst>
          </p:cNvPr>
          <p:cNvGrpSpPr/>
          <p:nvPr/>
        </p:nvGrpSpPr>
        <p:grpSpPr>
          <a:xfrm>
            <a:off x="9128520" y="4785010"/>
            <a:ext cx="1767240" cy="401040"/>
            <a:chOff x="9128520" y="4785010"/>
            <a:chExt cx="1767240" cy="40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85164C2-0F3E-77FE-CBDD-25D179EE5C14}"/>
                    </a:ext>
                  </a:extLst>
                </p14:cNvPr>
                <p14:cNvContentPartPr/>
                <p14:nvPr/>
              </p14:nvContentPartPr>
              <p14:xfrm>
                <a:off x="9128520" y="4785010"/>
                <a:ext cx="282600" cy="4010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85164C2-0F3E-77FE-CBDD-25D179EE5C1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110520" y="4767370"/>
                  <a:ext cx="31824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125E3C1-8A2B-0CBA-5D55-C37C32C96B77}"/>
                    </a:ext>
                  </a:extLst>
                </p14:cNvPr>
                <p14:cNvContentPartPr/>
                <p14:nvPr/>
              </p14:nvContentPartPr>
              <p14:xfrm>
                <a:off x="9623520" y="4993810"/>
                <a:ext cx="196560" cy="1713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125E3C1-8A2B-0CBA-5D55-C37C32C96B7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605520" y="4975810"/>
                  <a:ext cx="232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1CCA90E-55F9-17E3-70BB-7B27AB7D3D82}"/>
                    </a:ext>
                  </a:extLst>
                </p14:cNvPr>
                <p14:cNvContentPartPr/>
                <p14:nvPr/>
              </p14:nvContentPartPr>
              <p14:xfrm>
                <a:off x="10022400" y="4963570"/>
                <a:ext cx="167760" cy="2041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1CCA90E-55F9-17E3-70BB-7B27AB7D3D8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004400" y="4945570"/>
                  <a:ext cx="2034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623438D-CB1D-39F1-3C6D-817118B1CEB4}"/>
                    </a:ext>
                  </a:extLst>
                </p14:cNvPr>
                <p14:cNvContentPartPr/>
                <p14:nvPr/>
              </p14:nvContentPartPr>
              <p14:xfrm>
                <a:off x="10320120" y="4792210"/>
                <a:ext cx="157680" cy="3528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623438D-CB1D-39F1-3C6D-817118B1CEB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302480" y="4774570"/>
                  <a:ext cx="19332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4C5BD7E-5528-D36A-BECB-F794840D23E4}"/>
                    </a:ext>
                  </a:extLst>
                </p14:cNvPr>
                <p14:cNvContentPartPr/>
                <p14:nvPr/>
              </p14:nvContentPartPr>
              <p14:xfrm>
                <a:off x="10543680" y="4918930"/>
                <a:ext cx="107280" cy="1987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4C5BD7E-5528-D36A-BECB-F794840D23E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525680" y="4900930"/>
                  <a:ext cx="142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C5FB0D1-901B-27F0-A7C9-F2007545167D}"/>
                    </a:ext>
                  </a:extLst>
                </p14:cNvPr>
                <p14:cNvContentPartPr/>
                <p14:nvPr/>
              </p14:nvContentPartPr>
              <p14:xfrm>
                <a:off x="10803960" y="4946290"/>
                <a:ext cx="91800" cy="1882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C5FB0D1-901B-27F0-A7C9-F2007545167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786320" y="4928290"/>
                  <a:ext cx="12744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577BADB2-22B9-6A17-DCD1-57E3F9F77254}"/>
                  </a:ext>
                </a:extLst>
              </p14:cNvPr>
              <p14:cNvContentPartPr/>
              <p14:nvPr/>
            </p14:nvContentPartPr>
            <p14:xfrm>
              <a:off x="8840880" y="2202730"/>
              <a:ext cx="25560" cy="17028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577BADB2-22B9-6A17-DCD1-57E3F9F77254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8822880" y="2184730"/>
                <a:ext cx="6120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ECA51B27-0EF3-6933-30E2-EF593B1C53C7}"/>
                  </a:ext>
                </a:extLst>
              </p14:cNvPr>
              <p14:cNvContentPartPr/>
              <p14:nvPr/>
            </p14:nvContentPartPr>
            <p14:xfrm>
              <a:off x="8817480" y="3190210"/>
              <a:ext cx="145440" cy="15516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ECA51B27-0EF3-6933-30E2-EF593B1C53C7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8799840" y="3172570"/>
                <a:ext cx="1810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BDB062F1-0FA1-206E-572D-D039E3C7010C}"/>
                  </a:ext>
                </a:extLst>
              </p14:cNvPr>
              <p14:cNvContentPartPr/>
              <p14:nvPr/>
            </p14:nvContentPartPr>
            <p14:xfrm>
              <a:off x="9659880" y="1186810"/>
              <a:ext cx="178920" cy="23904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BDB062F1-0FA1-206E-572D-D039E3C7010C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9642240" y="1168810"/>
                <a:ext cx="214560" cy="27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5639D2F1-7340-4EA4-7138-CA11135659AE}"/>
                  </a:ext>
                </a:extLst>
              </p14:cNvPr>
              <p14:cNvContentPartPr/>
              <p14:nvPr/>
            </p14:nvContentPartPr>
            <p14:xfrm>
              <a:off x="9784080" y="2318650"/>
              <a:ext cx="186840" cy="21708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5639D2F1-7340-4EA4-7138-CA11135659AE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9766080" y="2301010"/>
                <a:ext cx="222480" cy="25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D48E51CF-409C-20E5-A244-842C2693A3C2}"/>
              </a:ext>
            </a:extLst>
          </p:cNvPr>
          <p:cNvGrpSpPr/>
          <p:nvPr/>
        </p:nvGrpSpPr>
        <p:grpSpPr>
          <a:xfrm>
            <a:off x="9965520" y="3336370"/>
            <a:ext cx="127440" cy="276480"/>
            <a:chOff x="9965520" y="3336370"/>
            <a:chExt cx="127440" cy="27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F00CA9B-464C-57DD-DF3E-5C1EB9A26B07}"/>
                    </a:ext>
                  </a:extLst>
                </p14:cNvPr>
                <p14:cNvContentPartPr/>
                <p14:nvPr/>
              </p14:nvContentPartPr>
              <p14:xfrm>
                <a:off x="9965520" y="3336370"/>
                <a:ext cx="127440" cy="658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F00CA9B-464C-57DD-DF3E-5C1EB9A26B0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947880" y="3318730"/>
                  <a:ext cx="163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22F034F-5E0E-0879-6873-607631DF6905}"/>
                    </a:ext>
                  </a:extLst>
                </p14:cNvPr>
                <p14:cNvContentPartPr/>
                <p14:nvPr/>
              </p14:nvContentPartPr>
              <p14:xfrm>
                <a:off x="9983160" y="3394330"/>
                <a:ext cx="83880" cy="2185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22F034F-5E0E-0879-6873-607631DF690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965520" y="3376330"/>
                  <a:ext cx="1195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FC406F19-A6A7-5B40-9C15-DF4111A566BB}"/>
                  </a:ext>
                </a:extLst>
              </p14:cNvPr>
              <p14:cNvContentPartPr/>
              <p14:nvPr/>
            </p14:nvContentPartPr>
            <p14:xfrm>
              <a:off x="10591560" y="2000050"/>
              <a:ext cx="106920" cy="18108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FC406F19-A6A7-5B40-9C15-DF4111A566BB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10573560" y="1982050"/>
                <a:ext cx="142560" cy="21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9EE0F04E-FE6D-5CB5-AD73-B647FBF2EBE7}"/>
              </a:ext>
            </a:extLst>
          </p:cNvPr>
          <p:cNvGrpSpPr/>
          <p:nvPr/>
        </p:nvGrpSpPr>
        <p:grpSpPr>
          <a:xfrm>
            <a:off x="10695240" y="3185530"/>
            <a:ext cx="200880" cy="179280"/>
            <a:chOff x="10695240" y="3185530"/>
            <a:chExt cx="200880" cy="17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99AEA63-9A8A-E800-F29A-5883E6682969}"/>
                    </a:ext>
                  </a:extLst>
                </p14:cNvPr>
                <p14:cNvContentPartPr/>
                <p14:nvPr/>
              </p14:nvContentPartPr>
              <p14:xfrm>
                <a:off x="10710000" y="3221890"/>
                <a:ext cx="360" cy="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99AEA63-9A8A-E800-F29A-5883E668296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692360" y="320425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264B89A-49BB-BCF5-1C2C-60A075891E31}"/>
                    </a:ext>
                  </a:extLst>
                </p14:cNvPr>
                <p14:cNvContentPartPr/>
                <p14:nvPr/>
              </p14:nvContentPartPr>
              <p14:xfrm>
                <a:off x="10695240" y="3185530"/>
                <a:ext cx="107280" cy="1792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264B89A-49BB-BCF5-1C2C-60A075891E3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677240" y="3167890"/>
                  <a:ext cx="1429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027C978-430A-385B-20D8-779249EF3E33}"/>
                    </a:ext>
                  </a:extLst>
                </p14:cNvPr>
                <p14:cNvContentPartPr/>
                <p14:nvPr/>
              </p14:nvContentPartPr>
              <p14:xfrm>
                <a:off x="10744200" y="3230890"/>
                <a:ext cx="151920" cy="1274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027C978-430A-385B-20D8-779249EF3E3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726200" y="3212890"/>
                  <a:ext cx="18756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1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22F35DE4-B441-EA96-D433-7A35F0352316}"/>
                  </a:ext>
                </a:extLst>
              </p14:cNvPr>
              <p14:cNvContentPartPr/>
              <p14:nvPr/>
            </p14:nvContentPartPr>
            <p14:xfrm>
              <a:off x="10939680" y="1170970"/>
              <a:ext cx="147240" cy="22680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22F35DE4-B441-EA96-D433-7A35F0352316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10921680" y="1152970"/>
                <a:ext cx="18288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056A666-668D-A5A3-BD28-7C081ED80E67}"/>
                  </a:ext>
                </a:extLst>
              </p14:cNvPr>
              <p14:cNvContentPartPr/>
              <p14:nvPr/>
            </p14:nvContentPartPr>
            <p14:xfrm>
              <a:off x="11001600" y="2194450"/>
              <a:ext cx="144720" cy="20592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056A666-668D-A5A3-BD28-7C081ED80E67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10983960" y="2176810"/>
                <a:ext cx="180360" cy="24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0" name="Group 109">
            <a:extLst>
              <a:ext uri="{FF2B5EF4-FFF2-40B4-BE49-F238E27FC236}">
                <a16:creationId xmlns:a16="http://schemas.microsoft.com/office/drawing/2014/main" id="{8CB62135-B564-573D-44A8-57C07DCE039D}"/>
              </a:ext>
            </a:extLst>
          </p:cNvPr>
          <p:cNvGrpSpPr/>
          <p:nvPr/>
        </p:nvGrpSpPr>
        <p:grpSpPr>
          <a:xfrm>
            <a:off x="11163600" y="3302890"/>
            <a:ext cx="272520" cy="155520"/>
            <a:chOff x="11163600" y="3302890"/>
            <a:chExt cx="272520" cy="15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622AAD1-D4F6-34C9-DF36-49EE11316E42}"/>
                    </a:ext>
                  </a:extLst>
                </p14:cNvPr>
                <p14:cNvContentPartPr/>
                <p14:nvPr/>
              </p14:nvContentPartPr>
              <p14:xfrm>
                <a:off x="11163600" y="3335290"/>
                <a:ext cx="10440" cy="118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622AAD1-D4F6-34C9-DF36-49EE11316E4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145600" y="3317290"/>
                  <a:ext cx="46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3A666E1-9EF4-B381-F3BB-F8A6A7670A55}"/>
                    </a:ext>
                  </a:extLst>
                </p14:cNvPr>
                <p14:cNvContentPartPr/>
                <p14:nvPr/>
              </p14:nvContentPartPr>
              <p14:xfrm>
                <a:off x="11338920" y="3302890"/>
                <a:ext cx="97200" cy="1555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3A666E1-9EF4-B381-F3BB-F8A6A7670A5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1321280" y="3285250"/>
                  <a:ext cx="13284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3CAC4C2-3B34-CC46-53B3-01269FFB7F60}"/>
              </a:ext>
            </a:extLst>
          </p:cNvPr>
          <p:cNvGrpSpPr/>
          <p:nvPr/>
        </p:nvGrpSpPr>
        <p:grpSpPr>
          <a:xfrm>
            <a:off x="11821320" y="2001490"/>
            <a:ext cx="153000" cy="181800"/>
            <a:chOff x="11821320" y="2001490"/>
            <a:chExt cx="153000" cy="18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F2BF38A-4727-5766-4876-60D00482661E}"/>
                    </a:ext>
                  </a:extLst>
                </p14:cNvPr>
                <p14:cNvContentPartPr/>
                <p14:nvPr/>
              </p14:nvContentPartPr>
              <p14:xfrm>
                <a:off x="11821320" y="2019490"/>
                <a:ext cx="7200" cy="1638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F2BF38A-4727-5766-4876-60D00482661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803320" y="2001850"/>
                  <a:ext cx="42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56BB47D-2D05-4E78-2876-01288080FBC1}"/>
                    </a:ext>
                  </a:extLst>
                </p14:cNvPr>
                <p14:cNvContentPartPr/>
                <p14:nvPr/>
              </p14:nvContentPartPr>
              <p14:xfrm>
                <a:off x="11956320" y="2001490"/>
                <a:ext cx="18000" cy="144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56BB47D-2D05-4E78-2876-01288080FBC1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938680" y="1983850"/>
                  <a:ext cx="5364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F36A91FF-426C-41B4-5916-CCF6B17FA226}"/>
              </a:ext>
            </a:extLst>
          </p:cNvPr>
          <p:cNvGrpSpPr/>
          <p:nvPr/>
        </p:nvGrpSpPr>
        <p:grpSpPr>
          <a:xfrm>
            <a:off x="11882880" y="2897530"/>
            <a:ext cx="280080" cy="222840"/>
            <a:chOff x="11882880" y="2897530"/>
            <a:chExt cx="280080" cy="22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7230EDA-0DDB-C61A-E6AC-F9DF7A31400A}"/>
                    </a:ext>
                  </a:extLst>
                </p14:cNvPr>
                <p14:cNvContentPartPr/>
                <p14:nvPr/>
              </p14:nvContentPartPr>
              <p14:xfrm>
                <a:off x="11882880" y="2897530"/>
                <a:ext cx="13680" cy="2228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7230EDA-0DDB-C61A-E6AC-F9DF7A31400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865240" y="2879530"/>
                  <a:ext cx="493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6A95053-4C8B-4E13-36C4-C1D130602DBC}"/>
                    </a:ext>
                  </a:extLst>
                </p14:cNvPr>
                <p14:cNvContentPartPr/>
                <p14:nvPr/>
              </p14:nvContentPartPr>
              <p14:xfrm>
                <a:off x="11970360" y="2916970"/>
                <a:ext cx="192600" cy="1551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6A95053-4C8B-4E13-36C4-C1D130602DBC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952360" y="2898970"/>
                  <a:ext cx="22824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B598F89-32C1-0B63-82EC-B8C404CB46CE}"/>
              </a:ext>
            </a:extLst>
          </p:cNvPr>
          <p:cNvGrpSpPr/>
          <p:nvPr/>
        </p:nvGrpSpPr>
        <p:grpSpPr>
          <a:xfrm>
            <a:off x="9059040" y="5704090"/>
            <a:ext cx="387720" cy="321120"/>
            <a:chOff x="9059040" y="5704090"/>
            <a:chExt cx="387720" cy="32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DD8B9F2-D630-DE75-C794-C2805A616907}"/>
                    </a:ext>
                  </a:extLst>
                </p14:cNvPr>
                <p14:cNvContentPartPr/>
                <p14:nvPr/>
              </p14:nvContentPartPr>
              <p14:xfrm>
                <a:off x="9059040" y="5716690"/>
                <a:ext cx="35640" cy="3085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DD8B9F2-D630-DE75-C794-C2805A616907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041040" y="5699050"/>
                  <a:ext cx="7128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F227C41-1F35-824F-1807-60A6F549D55E}"/>
                    </a:ext>
                  </a:extLst>
                </p14:cNvPr>
                <p14:cNvContentPartPr/>
                <p14:nvPr/>
              </p14:nvContentPartPr>
              <p14:xfrm>
                <a:off x="9244080" y="5704090"/>
                <a:ext cx="202680" cy="2160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F227C41-1F35-824F-1807-60A6F549D55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226080" y="5686450"/>
                  <a:ext cx="238320" cy="25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57988F80-CA4D-488D-3A3E-A5A80994D246}"/>
              </a:ext>
            </a:extLst>
          </p:cNvPr>
          <p:cNvGrpSpPr/>
          <p:nvPr/>
        </p:nvGrpSpPr>
        <p:grpSpPr>
          <a:xfrm>
            <a:off x="9708480" y="5592490"/>
            <a:ext cx="1780200" cy="345240"/>
            <a:chOff x="9708480" y="5592490"/>
            <a:chExt cx="178020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A270C5D-A605-6A5C-74AB-FF3133504CEE}"/>
                    </a:ext>
                  </a:extLst>
                </p14:cNvPr>
                <p14:cNvContentPartPr/>
                <p14:nvPr/>
              </p14:nvContentPartPr>
              <p14:xfrm>
                <a:off x="9708480" y="5706610"/>
                <a:ext cx="131760" cy="2311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A270C5D-A605-6A5C-74AB-FF3133504CEE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690480" y="5688610"/>
                  <a:ext cx="1674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468FAD8-2E84-A489-1202-7696DA1B3DC8}"/>
                    </a:ext>
                  </a:extLst>
                </p14:cNvPr>
                <p14:cNvContentPartPr/>
                <p14:nvPr/>
              </p14:nvContentPartPr>
              <p14:xfrm>
                <a:off x="9920160" y="5716690"/>
                <a:ext cx="135720" cy="1980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468FAD8-2E84-A489-1202-7696DA1B3DC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902520" y="5699050"/>
                  <a:ext cx="1713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E2F5767-B777-1155-CF96-4CA33D734172}"/>
                    </a:ext>
                  </a:extLst>
                </p14:cNvPr>
                <p14:cNvContentPartPr/>
                <p14:nvPr/>
              </p14:nvContentPartPr>
              <p14:xfrm>
                <a:off x="10162080" y="5705170"/>
                <a:ext cx="109800" cy="2181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E2F5767-B777-1155-CF96-4CA33D73417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144080" y="5687170"/>
                  <a:ext cx="1454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C7854D9-16ED-6A1C-E939-6B949407E6EC}"/>
                    </a:ext>
                  </a:extLst>
                </p14:cNvPr>
                <p14:cNvContentPartPr/>
                <p14:nvPr/>
              </p14:nvContentPartPr>
              <p14:xfrm>
                <a:off x="10351080" y="5773210"/>
                <a:ext cx="44640" cy="1555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C7854D9-16ED-6A1C-E939-6B949407E6E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333440" y="5755210"/>
                  <a:ext cx="802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AC7801C-A8BF-3D77-5167-97A6032C9B08}"/>
                    </a:ext>
                  </a:extLst>
                </p14:cNvPr>
                <p14:cNvContentPartPr/>
                <p14:nvPr/>
              </p14:nvContentPartPr>
              <p14:xfrm>
                <a:off x="10397520" y="5610850"/>
                <a:ext cx="11520" cy="525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AC7801C-A8BF-3D77-5167-97A6032C9B0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379880" y="5592850"/>
                  <a:ext cx="471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2044299-4AE1-D5F2-78F9-070ADB20500D}"/>
                    </a:ext>
                  </a:extLst>
                </p14:cNvPr>
                <p14:cNvContentPartPr/>
                <p14:nvPr/>
              </p14:nvContentPartPr>
              <p14:xfrm>
                <a:off x="10572480" y="5744050"/>
                <a:ext cx="78480" cy="1764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2044299-4AE1-D5F2-78F9-070ADB20500D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554480" y="5726410"/>
                  <a:ext cx="1141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550B572-D971-E9B4-8E96-EAADDCCE2EF6}"/>
                    </a:ext>
                  </a:extLst>
                </p14:cNvPr>
                <p14:cNvContentPartPr/>
                <p14:nvPr/>
              </p14:nvContentPartPr>
              <p14:xfrm>
                <a:off x="10770840" y="5592490"/>
                <a:ext cx="46440" cy="2890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550B572-D971-E9B4-8E96-EAADDCCE2EF6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752840" y="5574850"/>
                  <a:ext cx="820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25B217C-2AA0-6D6F-9B51-7CB97D5B6F0D}"/>
                    </a:ext>
                  </a:extLst>
                </p14:cNvPr>
                <p14:cNvContentPartPr/>
                <p14:nvPr/>
              </p14:nvContentPartPr>
              <p14:xfrm>
                <a:off x="10727280" y="5710930"/>
                <a:ext cx="312480" cy="1303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25B217C-2AA0-6D6F-9B51-7CB97D5B6F0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709280" y="5693290"/>
                  <a:ext cx="3481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67FEF14-677B-955A-DAED-CBC024A0F80B}"/>
                    </a:ext>
                  </a:extLst>
                </p14:cNvPr>
                <p14:cNvContentPartPr/>
                <p14:nvPr/>
              </p14:nvContentPartPr>
              <p14:xfrm>
                <a:off x="11131920" y="5652970"/>
                <a:ext cx="100800" cy="1522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67FEF14-677B-955A-DAED-CBC024A0F80B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114280" y="5634970"/>
                  <a:ext cx="1364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2078626-16B7-4AB5-D9F8-EBA8F5A6DFC6}"/>
                    </a:ext>
                  </a:extLst>
                </p14:cNvPr>
                <p14:cNvContentPartPr/>
                <p14:nvPr/>
              </p14:nvContentPartPr>
              <p14:xfrm>
                <a:off x="11405160" y="5617690"/>
                <a:ext cx="83520" cy="2192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2078626-16B7-4AB5-D9F8-EBA8F5A6DFC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387160" y="5600050"/>
                  <a:ext cx="119160" cy="25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1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BABEB88E-CEFF-0298-E725-825D42C9C6DB}"/>
                  </a:ext>
                </a:extLst>
              </p14:cNvPr>
              <p14:cNvContentPartPr/>
              <p14:nvPr/>
            </p14:nvContentPartPr>
            <p14:xfrm>
              <a:off x="11720520" y="5730370"/>
              <a:ext cx="3600" cy="108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BABEB88E-CEFF-0298-E725-825D42C9C6DB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11702880" y="5712370"/>
                <a:ext cx="39240" cy="3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1" name="Group 130">
            <a:extLst>
              <a:ext uri="{FF2B5EF4-FFF2-40B4-BE49-F238E27FC236}">
                <a16:creationId xmlns:a16="http://schemas.microsoft.com/office/drawing/2014/main" id="{A8A7463D-0798-2EC6-15C3-574952E16B52}"/>
              </a:ext>
            </a:extLst>
          </p:cNvPr>
          <p:cNvGrpSpPr/>
          <p:nvPr/>
        </p:nvGrpSpPr>
        <p:grpSpPr>
          <a:xfrm>
            <a:off x="457200" y="3473890"/>
            <a:ext cx="441360" cy="330480"/>
            <a:chOff x="457200" y="3473890"/>
            <a:chExt cx="44136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63172E3-C79F-6017-BA31-E1B6E65A5BDA}"/>
                    </a:ext>
                  </a:extLst>
                </p14:cNvPr>
                <p14:cNvContentPartPr/>
                <p14:nvPr/>
              </p14:nvContentPartPr>
              <p14:xfrm>
                <a:off x="457200" y="3473890"/>
                <a:ext cx="70920" cy="3304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63172E3-C79F-6017-BA31-E1B6E65A5BD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439560" y="3455890"/>
                  <a:ext cx="10656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4A33184-54CF-3E2A-EDB7-117C620CF29D}"/>
                    </a:ext>
                  </a:extLst>
                </p14:cNvPr>
                <p14:cNvContentPartPr/>
                <p14:nvPr/>
              </p14:nvContentPartPr>
              <p14:xfrm>
                <a:off x="498960" y="3486850"/>
                <a:ext cx="197640" cy="2624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4A33184-54CF-3E2A-EDB7-117C620CF29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480960" y="3468850"/>
                  <a:ext cx="2332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151D958-36C1-D9D9-7FCC-0D1D241C574F}"/>
                    </a:ext>
                  </a:extLst>
                </p14:cNvPr>
                <p14:cNvContentPartPr/>
                <p14:nvPr/>
              </p14:nvContentPartPr>
              <p14:xfrm>
                <a:off x="548280" y="3637690"/>
                <a:ext cx="119520" cy="30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151D958-36C1-D9D9-7FCC-0D1D241C574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30280" y="3619690"/>
                  <a:ext cx="1551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AD7F7C4-F58A-C757-263B-2DF4FAFBC53C}"/>
                    </a:ext>
                  </a:extLst>
                </p14:cNvPr>
                <p14:cNvContentPartPr/>
                <p14:nvPr/>
              </p14:nvContentPartPr>
              <p14:xfrm>
                <a:off x="762120" y="3478570"/>
                <a:ext cx="29520" cy="2174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AD7F7C4-F58A-C757-263B-2DF4FAFBC53C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44120" y="3460570"/>
                  <a:ext cx="651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1B61FA1-AB0F-F080-6727-675E98AC1C92}"/>
                    </a:ext>
                  </a:extLst>
                </p14:cNvPr>
                <p14:cNvContentPartPr/>
                <p14:nvPr/>
              </p14:nvContentPartPr>
              <p14:xfrm>
                <a:off x="865440" y="3525730"/>
                <a:ext cx="33120" cy="1882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1B61FA1-AB0F-F080-6727-675E98AC1C92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47800" y="3508090"/>
                  <a:ext cx="687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8B8142AA-95A7-EE38-036A-E0FB49D0C762}"/>
              </a:ext>
            </a:extLst>
          </p:cNvPr>
          <p:cNvGrpSpPr/>
          <p:nvPr/>
        </p:nvGrpSpPr>
        <p:grpSpPr>
          <a:xfrm>
            <a:off x="1207080" y="3409450"/>
            <a:ext cx="1065600" cy="327600"/>
            <a:chOff x="1207080" y="3409450"/>
            <a:chExt cx="1065600" cy="32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5B42D92-BEB4-B77C-0054-B738660E72B0}"/>
                    </a:ext>
                  </a:extLst>
                </p14:cNvPr>
                <p14:cNvContentPartPr/>
                <p14:nvPr/>
              </p14:nvContentPartPr>
              <p14:xfrm>
                <a:off x="1207080" y="3543370"/>
                <a:ext cx="163800" cy="1443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5B42D92-BEB4-B77C-0054-B738660E72B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89080" y="3525730"/>
                  <a:ext cx="1994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F49CE67-FB3D-9A2A-62BF-4560A6A0FAEE}"/>
                    </a:ext>
                  </a:extLst>
                </p14:cNvPr>
                <p14:cNvContentPartPr/>
                <p14:nvPr/>
              </p14:nvContentPartPr>
              <p14:xfrm>
                <a:off x="1507680" y="3530410"/>
                <a:ext cx="115920" cy="1162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F49CE67-FB3D-9A2A-62BF-4560A6A0FAEE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489680" y="3512410"/>
                  <a:ext cx="1515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8AA235F-5F18-8489-85B3-8BB7EBF13868}"/>
                    </a:ext>
                  </a:extLst>
                </p14:cNvPr>
                <p14:cNvContentPartPr/>
                <p14:nvPr/>
              </p14:nvContentPartPr>
              <p14:xfrm>
                <a:off x="1740960" y="3409450"/>
                <a:ext cx="124200" cy="245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8AA235F-5F18-8489-85B3-8BB7EBF1386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722960" y="3391810"/>
                  <a:ext cx="1598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A51AB41-BCA4-B2CF-3B79-5F45FF556A87}"/>
                    </a:ext>
                  </a:extLst>
                </p14:cNvPr>
                <p14:cNvContentPartPr/>
                <p14:nvPr/>
              </p14:nvContentPartPr>
              <p14:xfrm>
                <a:off x="1912320" y="3490810"/>
                <a:ext cx="120600" cy="1810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A51AB41-BCA4-B2CF-3B79-5F45FF556A8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894680" y="3473170"/>
                  <a:ext cx="1562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7A44B6C-76B3-3452-730C-FA8C619B024E}"/>
                    </a:ext>
                  </a:extLst>
                </p14:cNvPr>
                <p14:cNvContentPartPr/>
                <p14:nvPr/>
              </p14:nvContentPartPr>
              <p14:xfrm>
                <a:off x="2171160" y="3488650"/>
                <a:ext cx="101520" cy="2484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7A44B6C-76B3-3452-730C-FA8C619B024E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153520" y="3471010"/>
                  <a:ext cx="137160" cy="28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1BE2FA5-FDE7-584D-6D49-4698E814A1E8}"/>
              </a:ext>
            </a:extLst>
          </p:cNvPr>
          <p:cNvGrpSpPr/>
          <p:nvPr/>
        </p:nvGrpSpPr>
        <p:grpSpPr>
          <a:xfrm>
            <a:off x="692640" y="4085530"/>
            <a:ext cx="1065960" cy="386280"/>
            <a:chOff x="692640" y="4085530"/>
            <a:chExt cx="1065960" cy="38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D3C7313-FF55-0748-D3D6-7A44D45C8B6D}"/>
                    </a:ext>
                  </a:extLst>
                </p14:cNvPr>
                <p14:cNvContentPartPr/>
                <p14:nvPr/>
              </p14:nvContentPartPr>
              <p14:xfrm>
                <a:off x="692640" y="4267330"/>
                <a:ext cx="227160" cy="2044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D3C7313-FF55-0748-D3D6-7A44D45C8B6D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75000" y="4249330"/>
                  <a:ext cx="2628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398EB40-9EA7-1C3F-98EC-C05AE43D320C}"/>
                    </a:ext>
                  </a:extLst>
                </p14:cNvPr>
                <p14:cNvContentPartPr/>
                <p14:nvPr/>
              </p14:nvContentPartPr>
              <p14:xfrm>
                <a:off x="1002240" y="4236370"/>
                <a:ext cx="88920" cy="1681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398EB40-9EA7-1C3F-98EC-C05AE43D320C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84600" y="4218370"/>
                  <a:ext cx="1245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04B913A-D453-8490-4F26-6E6E97EF339E}"/>
                    </a:ext>
                  </a:extLst>
                </p14:cNvPr>
                <p14:cNvContentPartPr/>
                <p14:nvPr/>
              </p14:nvContentPartPr>
              <p14:xfrm>
                <a:off x="1022040" y="4204690"/>
                <a:ext cx="92520" cy="972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04B913A-D453-8490-4F26-6E6E97EF339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04400" y="4187050"/>
                  <a:ext cx="1281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C41CEBF-5333-264E-149F-3D230F2BCD9E}"/>
                    </a:ext>
                  </a:extLst>
                </p14:cNvPr>
                <p14:cNvContentPartPr/>
                <p14:nvPr/>
              </p14:nvContentPartPr>
              <p14:xfrm>
                <a:off x="1239120" y="4176970"/>
                <a:ext cx="61920" cy="176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C41CEBF-5333-264E-149F-3D230F2BCD9E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221120" y="4159330"/>
                  <a:ext cx="975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1B7CA80-031C-6072-C9C4-17ADD290BC74}"/>
                    </a:ext>
                  </a:extLst>
                </p14:cNvPr>
                <p14:cNvContentPartPr/>
                <p14:nvPr/>
              </p14:nvContentPartPr>
              <p14:xfrm>
                <a:off x="1227600" y="4157530"/>
                <a:ext cx="154080" cy="1108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1B7CA80-031C-6072-C9C4-17ADD290BC7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209960" y="4139530"/>
                  <a:ext cx="1897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0709C6CD-E95D-0748-F4CB-2731101D61B2}"/>
                    </a:ext>
                  </a:extLst>
                </p14:cNvPr>
                <p14:cNvContentPartPr/>
                <p14:nvPr/>
              </p14:nvContentPartPr>
              <p14:xfrm>
                <a:off x="1417680" y="4085530"/>
                <a:ext cx="156960" cy="187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0709C6CD-E95D-0748-F4CB-2731101D61B2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399680" y="4067530"/>
                  <a:ext cx="1926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6DFA8B6-6DA4-C74E-1B7E-D6877805A4CD}"/>
                    </a:ext>
                  </a:extLst>
                </p14:cNvPr>
                <p14:cNvContentPartPr/>
                <p14:nvPr/>
              </p14:nvContentPartPr>
              <p14:xfrm>
                <a:off x="1645920" y="4176250"/>
                <a:ext cx="112680" cy="2937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6DFA8B6-6DA4-C74E-1B7E-D6877805A4C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627920" y="4158250"/>
                  <a:ext cx="148320" cy="32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3DBFDCD-2913-BE1D-B368-4B857D89F3E9}"/>
              </a:ext>
            </a:extLst>
          </p:cNvPr>
          <p:cNvGrpSpPr/>
          <p:nvPr/>
        </p:nvGrpSpPr>
        <p:grpSpPr>
          <a:xfrm>
            <a:off x="2152080" y="3983650"/>
            <a:ext cx="835920" cy="293400"/>
            <a:chOff x="2152080" y="3983650"/>
            <a:chExt cx="835920" cy="29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EB89BC5-8452-DF67-B1BB-2D0916ABE089}"/>
                    </a:ext>
                  </a:extLst>
                </p14:cNvPr>
                <p14:cNvContentPartPr/>
                <p14:nvPr/>
              </p14:nvContentPartPr>
              <p14:xfrm>
                <a:off x="2152080" y="4017850"/>
                <a:ext cx="37800" cy="2592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EB89BC5-8452-DF67-B1BB-2D0916ABE089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134080" y="3999850"/>
                  <a:ext cx="734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5A587A6-D8E8-AAE5-5290-ECB9DDCA2140}"/>
                    </a:ext>
                  </a:extLst>
                </p14:cNvPr>
                <p14:cNvContentPartPr/>
                <p14:nvPr/>
              </p14:nvContentPartPr>
              <p14:xfrm>
                <a:off x="2189160" y="4022890"/>
                <a:ext cx="119880" cy="132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5A587A6-D8E8-AAE5-5290-ECB9DDCA2140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171160" y="4004890"/>
                  <a:ext cx="155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69C0013-AF4C-4727-74F1-7AF884B451CB}"/>
                    </a:ext>
                  </a:extLst>
                </p14:cNvPr>
                <p14:cNvContentPartPr/>
                <p14:nvPr/>
              </p14:nvContentPartPr>
              <p14:xfrm>
                <a:off x="2458080" y="4001650"/>
                <a:ext cx="193320" cy="2116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69C0013-AF4C-4727-74F1-7AF884B451C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2440440" y="3983650"/>
                  <a:ext cx="2289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7B0B5FE-AE0D-54A1-E5B5-45440D4C7DF8}"/>
                    </a:ext>
                  </a:extLst>
                </p14:cNvPr>
                <p14:cNvContentPartPr/>
                <p14:nvPr/>
              </p14:nvContentPartPr>
              <p14:xfrm>
                <a:off x="2743200" y="3983650"/>
                <a:ext cx="244800" cy="2124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7B0B5FE-AE0D-54A1-E5B5-45440D4C7DF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725560" y="3965650"/>
                  <a:ext cx="280440" cy="248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5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371E24CA-2851-ACF3-4A7C-9714C1FE9051}"/>
                  </a:ext>
                </a:extLst>
              </p14:cNvPr>
              <p14:cNvContentPartPr/>
              <p14:nvPr/>
            </p14:nvContentPartPr>
            <p14:xfrm>
              <a:off x="307080" y="3411250"/>
              <a:ext cx="2078280" cy="35856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371E24CA-2851-ACF3-4A7C-9714C1FE9051}"/>
                  </a:ext>
                </a:extLst>
              </p:cNvPr>
              <p:cNvPicPr/>
              <p:nvPr/>
            </p:nvPicPr>
            <p:blipFill>
              <a:blip r:embed="rId256"/>
              <a:stretch>
                <a:fillRect/>
              </a:stretch>
            </p:blipFill>
            <p:spPr>
              <a:xfrm>
                <a:off x="253080" y="3303250"/>
                <a:ext cx="2185920" cy="57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7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F5799A93-D30D-328F-B76B-457E0ECFC2BB}"/>
                  </a:ext>
                </a:extLst>
              </p14:cNvPr>
              <p14:cNvContentPartPr/>
              <p14:nvPr/>
            </p14:nvContentPartPr>
            <p14:xfrm>
              <a:off x="672480" y="4007770"/>
              <a:ext cx="2273760" cy="44568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F5799A93-D30D-328F-B76B-457E0ECFC2BB}"/>
                  </a:ext>
                </a:extLst>
              </p:cNvPr>
              <p:cNvPicPr/>
              <p:nvPr/>
            </p:nvPicPr>
            <p:blipFill>
              <a:blip r:embed="rId258"/>
              <a:stretch>
                <a:fillRect/>
              </a:stretch>
            </p:blipFill>
            <p:spPr>
              <a:xfrm>
                <a:off x="618480" y="3900130"/>
                <a:ext cx="2381400" cy="66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9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AE6A80CB-003A-399F-C040-A47B02B4E5C7}"/>
                  </a:ext>
                </a:extLst>
              </p14:cNvPr>
              <p14:cNvContentPartPr/>
              <p14:nvPr/>
            </p14:nvContentPartPr>
            <p14:xfrm>
              <a:off x="8960760" y="4859170"/>
              <a:ext cx="2005200" cy="33552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AE6A80CB-003A-399F-C040-A47B02B4E5C7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8907120" y="4751170"/>
                <a:ext cx="2112840" cy="55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D02654EF-CE87-B647-9737-48C495B0C841}"/>
              </a:ext>
            </a:extLst>
          </p:cNvPr>
          <p:cNvGrpSpPr/>
          <p:nvPr/>
        </p:nvGrpSpPr>
        <p:grpSpPr>
          <a:xfrm>
            <a:off x="635400" y="5008930"/>
            <a:ext cx="468360" cy="434160"/>
            <a:chOff x="635400" y="5008930"/>
            <a:chExt cx="468360" cy="43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AEEF348F-C73B-8D7E-FDA3-3636BAD9D609}"/>
                    </a:ext>
                  </a:extLst>
                </p14:cNvPr>
                <p14:cNvContentPartPr/>
                <p14:nvPr/>
              </p14:nvContentPartPr>
              <p14:xfrm>
                <a:off x="661320" y="5008930"/>
                <a:ext cx="48600" cy="4341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AEEF348F-C73B-8D7E-FDA3-3636BAD9D609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43320" y="4991290"/>
                  <a:ext cx="8424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CD291FF-1DF1-C7B3-DF51-02209A6365DD}"/>
                    </a:ext>
                  </a:extLst>
                </p14:cNvPr>
                <p14:cNvContentPartPr/>
                <p14:nvPr/>
              </p14:nvContentPartPr>
              <p14:xfrm>
                <a:off x="635400" y="5056090"/>
                <a:ext cx="178200" cy="3592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CD291FF-1DF1-C7B3-DF51-02209A6365D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17400" y="5038450"/>
                  <a:ext cx="2138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A57351F9-2E6C-CAB8-3C10-E3E3A808E5ED}"/>
                    </a:ext>
                  </a:extLst>
                </p14:cNvPr>
                <p14:cNvContentPartPr/>
                <p14:nvPr/>
              </p14:nvContentPartPr>
              <p14:xfrm>
                <a:off x="651240" y="5226010"/>
                <a:ext cx="153000" cy="694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A57351F9-2E6C-CAB8-3C10-E3E3A808E5ED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33240" y="5208010"/>
                  <a:ext cx="1886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31E074E-49ED-4150-7217-E97E247B0BE6}"/>
                    </a:ext>
                  </a:extLst>
                </p14:cNvPr>
                <p14:cNvContentPartPr/>
                <p14:nvPr/>
              </p14:nvContentPartPr>
              <p14:xfrm>
                <a:off x="947160" y="5073730"/>
                <a:ext cx="47160" cy="1868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31E074E-49ED-4150-7217-E97E247B0BE6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929160" y="5056090"/>
                  <a:ext cx="828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38AACC7-F9BE-7683-8ABC-F12C8E6F5526}"/>
                    </a:ext>
                  </a:extLst>
                </p14:cNvPr>
                <p14:cNvContentPartPr/>
                <p14:nvPr/>
              </p14:nvContentPartPr>
              <p14:xfrm>
                <a:off x="1060560" y="5093170"/>
                <a:ext cx="43200" cy="2422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38AACC7-F9BE-7683-8ABC-F12C8E6F5526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42560" y="5075530"/>
                  <a:ext cx="7884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545FBE0F-7BF8-39E3-4E05-99385A40E7F0}"/>
              </a:ext>
            </a:extLst>
          </p:cNvPr>
          <p:cNvGrpSpPr/>
          <p:nvPr/>
        </p:nvGrpSpPr>
        <p:grpSpPr>
          <a:xfrm>
            <a:off x="1514520" y="4989850"/>
            <a:ext cx="1275120" cy="352800"/>
            <a:chOff x="1514520" y="4989850"/>
            <a:chExt cx="1275120" cy="35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0C73D72-1BB3-C2FF-1983-41086E24EF21}"/>
                    </a:ext>
                  </a:extLst>
                </p14:cNvPr>
                <p14:cNvContentPartPr/>
                <p14:nvPr/>
              </p14:nvContentPartPr>
              <p14:xfrm>
                <a:off x="1514520" y="5122330"/>
                <a:ext cx="126360" cy="1666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0C73D72-1BB3-C2FF-1983-41086E24EF21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496520" y="5104690"/>
                  <a:ext cx="162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A5E94FB-7911-47BE-7665-F41059153C9F}"/>
                    </a:ext>
                  </a:extLst>
                </p14:cNvPr>
                <p14:cNvContentPartPr/>
                <p14:nvPr/>
              </p14:nvContentPartPr>
              <p14:xfrm>
                <a:off x="1713600" y="5147170"/>
                <a:ext cx="91080" cy="1346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A5E94FB-7911-47BE-7665-F41059153C9F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695600" y="5129530"/>
                  <a:ext cx="1267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CFCCF68-0CAC-962B-2247-F9D974954A59}"/>
                    </a:ext>
                  </a:extLst>
                </p14:cNvPr>
                <p14:cNvContentPartPr/>
                <p14:nvPr/>
              </p14:nvContentPartPr>
              <p14:xfrm>
                <a:off x="1907640" y="4989850"/>
                <a:ext cx="32040" cy="2548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CFCCF68-0CAC-962B-2247-F9D974954A5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890000" y="4971850"/>
                  <a:ext cx="676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5C638FDB-D037-81B5-AA1A-618B95657399}"/>
                    </a:ext>
                  </a:extLst>
                </p14:cNvPr>
                <p14:cNvContentPartPr/>
                <p14:nvPr/>
              </p14:nvContentPartPr>
              <p14:xfrm>
                <a:off x="2116440" y="5002450"/>
                <a:ext cx="66960" cy="2646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5C638FDB-D037-81B5-AA1A-618B95657399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098440" y="4984810"/>
                  <a:ext cx="1026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A6A100D-D369-69FB-69C4-02DD8A15FFD2}"/>
                    </a:ext>
                  </a:extLst>
                </p14:cNvPr>
                <p14:cNvContentPartPr/>
                <p14:nvPr/>
              </p14:nvContentPartPr>
              <p14:xfrm>
                <a:off x="2050560" y="5113330"/>
                <a:ext cx="127800" cy="414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A6A100D-D369-69FB-69C4-02DD8A15FFD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032560" y="5095690"/>
                  <a:ext cx="163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E8E4237-72AF-63E0-2938-CC0D752BB35B}"/>
                    </a:ext>
                  </a:extLst>
                </p14:cNvPr>
                <p14:cNvContentPartPr/>
                <p14:nvPr/>
              </p14:nvContentPartPr>
              <p14:xfrm>
                <a:off x="2235960" y="5065450"/>
                <a:ext cx="130320" cy="1612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E8E4237-72AF-63E0-2938-CC0D752BB35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218320" y="5047450"/>
                  <a:ext cx="1659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59065F5-C662-D880-2A2F-A7CB69F0D1D0}"/>
                    </a:ext>
                  </a:extLst>
                </p14:cNvPr>
                <p14:cNvContentPartPr/>
                <p14:nvPr/>
              </p14:nvContentPartPr>
              <p14:xfrm>
                <a:off x="2417760" y="5036650"/>
                <a:ext cx="150840" cy="3060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59065F5-C662-D880-2A2F-A7CB69F0D1D0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399760" y="5019010"/>
                  <a:ext cx="18648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072D2F3-B7C0-EC6B-AD53-5F593F91208A}"/>
                    </a:ext>
                  </a:extLst>
                </p14:cNvPr>
                <p14:cNvContentPartPr/>
                <p14:nvPr/>
              </p14:nvContentPartPr>
              <p14:xfrm>
                <a:off x="2614320" y="5073730"/>
                <a:ext cx="175320" cy="1609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072D2F3-B7C0-EC6B-AD53-5F593F91208A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596320" y="5055730"/>
                  <a:ext cx="21096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E49BE551-41AC-C246-4B45-E356CAEB5AFE}"/>
              </a:ext>
            </a:extLst>
          </p:cNvPr>
          <p:cNvGrpSpPr/>
          <p:nvPr/>
        </p:nvGrpSpPr>
        <p:grpSpPr>
          <a:xfrm>
            <a:off x="1091880" y="5480890"/>
            <a:ext cx="906120" cy="371160"/>
            <a:chOff x="1091880" y="5480890"/>
            <a:chExt cx="906120" cy="37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112A3A1-B6F5-9583-AE03-2B543AE1259B}"/>
                    </a:ext>
                  </a:extLst>
                </p14:cNvPr>
                <p14:cNvContentPartPr/>
                <p14:nvPr/>
              </p14:nvContentPartPr>
              <p14:xfrm>
                <a:off x="1091880" y="5613370"/>
                <a:ext cx="118080" cy="1980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112A3A1-B6F5-9583-AE03-2B543AE1259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073880" y="5595370"/>
                  <a:ext cx="1537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433A9F2-FF11-9E3F-820E-0BFCC84EF110}"/>
                    </a:ext>
                  </a:extLst>
                </p14:cNvPr>
                <p14:cNvContentPartPr/>
                <p14:nvPr/>
              </p14:nvContentPartPr>
              <p14:xfrm>
                <a:off x="1204200" y="5480890"/>
                <a:ext cx="142200" cy="3150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433A9F2-FF11-9E3F-820E-0BFCC84EF11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186200" y="5463250"/>
                  <a:ext cx="17784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A115E76-0B93-D3BC-EA3C-DC4BE22A0866}"/>
                    </a:ext>
                  </a:extLst>
                </p14:cNvPr>
                <p14:cNvContentPartPr/>
                <p14:nvPr/>
              </p14:nvContentPartPr>
              <p14:xfrm>
                <a:off x="1378800" y="5624530"/>
                <a:ext cx="122040" cy="1576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A115E76-0B93-D3BC-EA3C-DC4BE22A0866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361160" y="5606890"/>
                  <a:ext cx="1576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F9E347F7-3F76-367C-1C5A-C0A7E7AB9C48}"/>
                    </a:ext>
                  </a:extLst>
                </p14:cNvPr>
                <p14:cNvContentPartPr/>
                <p14:nvPr/>
              </p14:nvContentPartPr>
              <p14:xfrm>
                <a:off x="1614600" y="5629570"/>
                <a:ext cx="113400" cy="1357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F9E347F7-3F76-367C-1C5A-C0A7E7AB9C48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596600" y="5611570"/>
                  <a:ext cx="1490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B0485FB-8338-5D2B-114D-B86D6183F5F6}"/>
                    </a:ext>
                  </a:extLst>
                </p14:cNvPr>
                <p14:cNvContentPartPr/>
                <p14:nvPr/>
              </p14:nvContentPartPr>
              <p14:xfrm>
                <a:off x="1854000" y="5636050"/>
                <a:ext cx="33480" cy="2160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B0485FB-8338-5D2B-114D-B86D6183F5F6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836000" y="5618050"/>
                  <a:ext cx="691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9F720E3-09A5-255E-7FA1-4A0631AF7C91}"/>
                    </a:ext>
                  </a:extLst>
                </p14:cNvPr>
                <p14:cNvContentPartPr/>
                <p14:nvPr/>
              </p14:nvContentPartPr>
              <p14:xfrm>
                <a:off x="1878480" y="5563690"/>
                <a:ext cx="119520" cy="1105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9F720E3-09A5-255E-7FA1-4A0631AF7C91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860840" y="5546050"/>
                  <a:ext cx="15516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97067327-B95A-6202-E04C-69ED2E4772A9}"/>
              </a:ext>
            </a:extLst>
          </p:cNvPr>
          <p:cNvGrpSpPr/>
          <p:nvPr/>
        </p:nvGrpSpPr>
        <p:grpSpPr>
          <a:xfrm>
            <a:off x="893520" y="6007570"/>
            <a:ext cx="1153080" cy="393120"/>
            <a:chOff x="893520" y="6007570"/>
            <a:chExt cx="1153080" cy="39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9B9B8E0-3EED-16C8-903E-3D8CE26694AF}"/>
                    </a:ext>
                  </a:extLst>
                </p14:cNvPr>
                <p14:cNvContentPartPr/>
                <p14:nvPr/>
              </p14:nvContentPartPr>
              <p14:xfrm>
                <a:off x="893520" y="6163450"/>
                <a:ext cx="255960" cy="1735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9B9B8E0-3EED-16C8-903E-3D8CE26694A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875520" y="6145810"/>
                  <a:ext cx="2916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F2C23F53-9D04-2A23-2673-B5C5CC534F33}"/>
                    </a:ext>
                  </a:extLst>
                </p14:cNvPr>
                <p14:cNvContentPartPr/>
                <p14:nvPr/>
              </p14:nvContentPartPr>
              <p14:xfrm>
                <a:off x="1256760" y="6126730"/>
                <a:ext cx="91440" cy="2739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F2C23F53-9D04-2A23-2673-B5C5CC534F33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238760" y="6108730"/>
                  <a:ext cx="1270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C833FD0-A7B3-0730-597A-256A801D3EC8}"/>
                    </a:ext>
                  </a:extLst>
                </p14:cNvPr>
                <p14:cNvContentPartPr/>
                <p14:nvPr/>
              </p14:nvContentPartPr>
              <p14:xfrm>
                <a:off x="1324440" y="6108730"/>
                <a:ext cx="65520" cy="1058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C833FD0-A7B3-0730-597A-256A801D3EC8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306800" y="6090730"/>
                  <a:ext cx="101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CA4EA4F-9981-5F78-1C89-C4A76FE68E71}"/>
                    </a:ext>
                  </a:extLst>
                </p14:cNvPr>
                <p14:cNvContentPartPr/>
                <p14:nvPr/>
              </p14:nvContentPartPr>
              <p14:xfrm>
                <a:off x="1540440" y="6147250"/>
                <a:ext cx="51120" cy="2214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CA4EA4F-9981-5F78-1C89-C4A76FE68E71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522440" y="6129610"/>
                  <a:ext cx="867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079BFBE-36F9-507E-27F7-6357CFF7EB66}"/>
                    </a:ext>
                  </a:extLst>
                </p14:cNvPr>
                <p14:cNvContentPartPr/>
                <p14:nvPr/>
              </p14:nvContentPartPr>
              <p14:xfrm>
                <a:off x="1586880" y="6102610"/>
                <a:ext cx="54720" cy="1209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079BFBE-36F9-507E-27F7-6357CFF7EB66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568880" y="6084610"/>
                  <a:ext cx="90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EE72632F-3A25-804E-4B80-A5B3FB9AFE93}"/>
                    </a:ext>
                  </a:extLst>
                </p14:cNvPr>
                <p14:cNvContentPartPr/>
                <p14:nvPr/>
              </p14:nvContentPartPr>
              <p14:xfrm>
                <a:off x="1755000" y="6007570"/>
                <a:ext cx="291600" cy="2898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EE72632F-3A25-804E-4B80-A5B3FB9AFE93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737000" y="5989570"/>
                  <a:ext cx="327240" cy="32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596ED022-E7AF-5DC1-C12B-34644D450861}"/>
              </a:ext>
            </a:extLst>
          </p:cNvPr>
          <p:cNvGrpSpPr/>
          <p:nvPr/>
        </p:nvGrpSpPr>
        <p:grpSpPr>
          <a:xfrm>
            <a:off x="2569680" y="5909290"/>
            <a:ext cx="980640" cy="393840"/>
            <a:chOff x="2569680" y="5909290"/>
            <a:chExt cx="980640" cy="39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4347D65-3A70-D7F1-BF50-6DB7A634A02C}"/>
                    </a:ext>
                  </a:extLst>
                </p14:cNvPr>
                <p14:cNvContentPartPr/>
                <p14:nvPr/>
              </p14:nvContentPartPr>
              <p14:xfrm>
                <a:off x="2569680" y="6050410"/>
                <a:ext cx="108000" cy="2466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4347D65-3A70-D7F1-BF50-6DB7A634A02C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2551680" y="6032770"/>
                  <a:ext cx="1436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88F6EF64-275F-D279-DCA1-BA7392C979B2}"/>
                    </a:ext>
                  </a:extLst>
                </p14:cNvPr>
                <p14:cNvContentPartPr/>
                <p14:nvPr/>
              </p14:nvContentPartPr>
              <p14:xfrm>
                <a:off x="2767680" y="6018730"/>
                <a:ext cx="174600" cy="217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88F6EF64-275F-D279-DCA1-BA7392C979B2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749680" y="6001090"/>
                  <a:ext cx="2102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A08641F5-C93E-E2C0-0E16-2DFD120D6C52}"/>
                    </a:ext>
                  </a:extLst>
                </p14:cNvPr>
                <p14:cNvContentPartPr/>
                <p14:nvPr/>
              </p14:nvContentPartPr>
              <p14:xfrm>
                <a:off x="3020400" y="6150130"/>
                <a:ext cx="244440" cy="788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A08641F5-C93E-E2C0-0E16-2DFD120D6C52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3002760" y="6132130"/>
                  <a:ext cx="2800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D145E60-4526-4E65-E06F-601A2BBA402B}"/>
                    </a:ext>
                  </a:extLst>
                </p14:cNvPr>
                <p14:cNvContentPartPr/>
                <p14:nvPr/>
              </p14:nvContentPartPr>
              <p14:xfrm>
                <a:off x="3465720" y="6058330"/>
                <a:ext cx="84600" cy="2448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D145E60-4526-4E65-E06F-601A2BBA402B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448080" y="6040690"/>
                  <a:ext cx="1202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D2DB462-04AE-6F2F-AB0B-DE943D112044}"/>
                    </a:ext>
                  </a:extLst>
                </p14:cNvPr>
                <p14:cNvContentPartPr/>
                <p14:nvPr/>
              </p14:nvContentPartPr>
              <p14:xfrm>
                <a:off x="3349440" y="5909290"/>
                <a:ext cx="27000" cy="1587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D2DB462-04AE-6F2F-AB0B-DE943D112044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3331440" y="5891650"/>
                  <a:ext cx="6264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2445D06F-33F4-09EB-4188-B691A6B4251E}"/>
              </a:ext>
            </a:extLst>
          </p:cNvPr>
          <p:cNvGrpSpPr/>
          <p:nvPr/>
        </p:nvGrpSpPr>
        <p:grpSpPr>
          <a:xfrm>
            <a:off x="3915720" y="6020890"/>
            <a:ext cx="693720" cy="317160"/>
            <a:chOff x="3915720" y="6020890"/>
            <a:chExt cx="69372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CDFA78F-384B-18B7-5DDD-A097CE473BFB}"/>
                    </a:ext>
                  </a:extLst>
                </p14:cNvPr>
                <p14:cNvContentPartPr/>
                <p14:nvPr/>
              </p14:nvContentPartPr>
              <p14:xfrm>
                <a:off x="3915720" y="6020890"/>
                <a:ext cx="79200" cy="3171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CDFA78F-384B-18B7-5DDD-A097CE473BFB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3897720" y="6002890"/>
                  <a:ext cx="11484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F203DB45-2912-F13C-CD94-072A6C97FFBA}"/>
                    </a:ext>
                  </a:extLst>
                </p14:cNvPr>
                <p14:cNvContentPartPr/>
                <p14:nvPr/>
              </p14:nvContentPartPr>
              <p14:xfrm>
                <a:off x="4123440" y="6119530"/>
                <a:ext cx="319320" cy="1551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F203DB45-2912-F13C-CD94-072A6C97FFBA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4105800" y="6101890"/>
                  <a:ext cx="3549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0A6DC23-86B3-BD62-F2EA-28EAFD44380B}"/>
                    </a:ext>
                  </a:extLst>
                </p14:cNvPr>
                <p14:cNvContentPartPr/>
                <p14:nvPr/>
              </p14:nvContentPartPr>
              <p14:xfrm>
                <a:off x="4467600" y="6158410"/>
                <a:ext cx="141840" cy="1695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0A6DC23-86B3-BD62-F2EA-28EAFD44380B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449600" y="6140770"/>
                  <a:ext cx="177480" cy="20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7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71AC11C5-9DDC-7ED7-7BD3-3A1930B11C49}"/>
                  </a:ext>
                </a:extLst>
              </p14:cNvPr>
              <p14:cNvContentPartPr/>
              <p14:nvPr/>
            </p14:nvContentPartPr>
            <p14:xfrm>
              <a:off x="245520" y="4818850"/>
              <a:ext cx="2464200" cy="56340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71AC11C5-9DDC-7ED7-7BD3-3A1930B11C49}"/>
                  </a:ext>
                </a:extLst>
              </p:cNvPr>
              <p:cNvPicPr/>
              <p:nvPr/>
            </p:nvPicPr>
            <p:blipFill>
              <a:blip r:embed="rId328"/>
              <a:stretch>
                <a:fillRect/>
              </a:stretch>
            </p:blipFill>
            <p:spPr>
              <a:xfrm>
                <a:off x="191880" y="4710850"/>
                <a:ext cx="2571840" cy="77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9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A856B90F-37D8-8EE0-B56F-D2E73206F1B8}"/>
                  </a:ext>
                </a:extLst>
              </p14:cNvPr>
              <p14:cNvContentPartPr/>
              <p14:nvPr/>
            </p14:nvContentPartPr>
            <p14:xfrm>
              <a:off x="753480" y="5453890"/>
              <a:ext cx="1332720" cy="45000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A856B90F-37D8-8EE0-B56F-D2E73206F1B8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699840" y="5346250"/>
                <a:ext cx="1440360" cy="66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1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40599C4-04E6-D488-C1E8-7D7661EF4110}"/>
                  </a:ext>
                </a:extLst>
              </p14:cNvPr>
              <p14:cNvContentPartPr/>
              <p14:nvPr/>
            </p14:nvContentPartPr>
            <p14:xfrm>
              <a:off x="789120" y="6060130"/>
              <a:ext cx="3911040" cy="34236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40599C4-04E6-D488-C1E8-7D7661EF4110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735480" y="5952490"/>
                <a:ext cx="4018680" cy="55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3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3EFCEA39-271F-8327-104E-DE56090E2854}"/>
                  </a:ext>
                </a:extLst>
              </p14:cNvPr>
              <p14:cNvContentPartPr/>
              <p14:nvPr/>
            </p14:nvContentPartPr>
            <p14:xfrm>
              <a:off x="8683560" y="5614810"/>
              <a:ext cx="2874600" cy="46476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3EFCEA39-271F-8327-104E-DE56090E2854}"/>
                  </a:ext>
                </a:extLst>
              </p:cNvPr>
              <p:cNvPicPr/>
              <p:nvPr/>
            </p:nvPicPr>
            <p:blipFill>
              <a:blip r:embed="rId334"/>
              <a:stretch>
                <a:fillRect/>
              </a:stretch>
            </p:blipFill>
            <p:spPr>
              <a:xfrm>
                <a:off x="8629920" y="5507170"/>
                <a:ext cx="2982240" cy="68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0" name="Group 209">
            <a:extLst>
              <a:ext uri="{FF2B5EF4-FFF2-40B4-BE49-F238E27FC236}">
                <a16:creationId xmlns:a16="http://schemas.microsoft.com/office/drawing/2014/main" id="{0E8062C6-218A-54A5-D930-36D903C4092D}"/>
              </a:ext>
            </a:extLst>
          </p:cNvPr>
          <p:cNvGrpSpPr/>
          <p:nvPr/>
        </p:nvGrpSpPr>
        <p:grpSpPr>
          <a:xfrm>
            <a:off x="7364160" y="4412770"/>
            <a:ext cx="1721880" cy="2269800"/>
            <a:chOff x="7364160" y="4412770"/>
            <a:chExt cx="1721880" cy="226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93BEA52-6790-1884-641A-1D47B1A3217C}"/>
                    </a:ext>
                  </a:extLst>
                </p14:cNvPr>
                <p14:cNvContentPartPr/>
                <p14:nvPr/>
              </p14:nvContentPartPr>
              <p14:xfrm>
                <a:off x="7763760" y="4796890"/>
                <a:ext cx="213840" cy="331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93BEA52-6790-1884-641A-1D47B1A3217C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7745760" y="4778890"/>
                  <a:ext cx="249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88ACF35-EBDD-24CE-C641-E855BF9F7422}"/>
                    </a:ext>
                  </a:extLst>
                </p14:cNvPr>
                <p14:cNvContentPartPr/>
                <p14:nvPr/>
              </p14:nvContentPartPr>
              <p14:xfrm>
                <a:off x="8111880" y="5066170"/>
                <a:ext cx="360" cy="3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88ACF35-EBDD-24CE-C641-E855BF9F7422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8094240" y="504853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E7608C8-6DE4-DCD6-0FA3-2DC5B52E8939}"/>
                    </a:ext>
                  </a:extLst>
                </p14:cNvPr>
                <p14:cNvContentPartPr/>
                <p14:nvPr/>
              </p14:nvContentPartPr>
              <p14:xfrm>
                <a:off x="8113320" y="4898050"/>
                <a:ext cx="182520" cy="1594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E7608C8-6DE4-DCD6-0FA3-2DC5B52E8939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8095680" y="4880050"/>
                  <a:ext cx="2181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D1FE3E56-0EF5-DB25-F256-E56C7DBDD91C}"/>
                    </a:ext>
                  </a:extLst>
                </p14:cNvPr>
                <p14:cNvContentPartPr/>
                <p14:nvPr/>
              </p14:nvContentPartPr>
              <p14:xfrm>
                <a:off x="8386200" y="4940170"/>
                <a:ext cx="146880" cy="2451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D1FE3E56-0EF5-DB25-F256-E56C7DBDD91C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8368200" y="4922170"/>
                  <a:ext cx="18252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E4534D5-D2A4-416D-2F41-94F4BD30ECF5}"/>
                    </a:ext>
                  </a:extLst>
                </p14:cNvPr>
                <p14:cNvContentPartPr/>
                <p14:nvPr/>
              </p14:nvContentPartPr>
              <p14:xfrm>
                <a:off x="8644680" y="4964650"/>
                <a:ext cx="76320" cy="1774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E4534D5-D2A4-416D-2F41-94F4BD30ECF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8626680" y="4946650"/>
                  <a:ext cx="1119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48D51AD-2182-E343-83DE-342689B21D2D}"/>
                    </a:ext>
                  </a:extLst>
                </p14:cNvPr>
                <p14:cNvContentPartPr/>
                <p14:nvPr/>
              </p14:nvContentPartPr>
              <p14:xfrm>
                <a:off x="7724520" y="5808130"/>
                <a:ext cx="104040" cy="3020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48D51AD-2182-E343-83DE-342689B21D2D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7706880" y="5790490"/>
                  <a:ext cx="1396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885B459D-22EE-85A9-7A75-A8A20786E7D7}"/>
                    </a:ext>
                  </a:extLst>
                </p14:cNvPr>
                <p14:cNvContentPartPr/>
                <p14:nvPr/>
              </p14:nvContentPartPr>
              <p14:xfrm>
                <a:off x="7867800" y="5800210"/>
                <a:ext cx="176400" cy="1710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885B459D-22EE-85A9-7A75-A8A20786E7D7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7850160" y="5782570"/>
                  <a:ext cx="2120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ED1C0514-443D-D0E0-79F1-334CC335A4C2}"/>
                    </a:ext>
                  </a:extLst>
                </p14:cNvPr>
                <p14:cNvContentPartPr/>
                <p14:nvPr/>
              </p14:nvContentPartPr>
              <p14:xfrm>
                <a:off x="8084160" y="5891650"/>
                <a:ext cx="181440" cy="1774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ED1C0514-443D-D0E0-79F1-334CC335A4C2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066520" y="5874010"/>
                  <a:ext cx="217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CDA9322-1FF2-18F9-3886-96EE24848260}"/>
                    </a:ext>
                  </a:extLst>
                </p14:cNvPr>
                <p14:cNvContentPartPr/>
                <p14:nvPr/>
              </p14:nvContentPartPr>
              <p14:xfrm>
                <a:off x="8328600" y="5948170"/>
                <a:ext cx="189360" cy="2012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CDA9322-1FF2-18F9-3886-96EE2484826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8310600" y="5930530"/>
                  <a:ext cx="2250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151482F-3053-4741-A554-A96AB49F5319}"/>
                    </a:ext>
                  </a:extLst>
                </p14:cNvPr>
                <p14:cNvContentPartPr/>
                <p14:nvPr/>
              </p14:nvContentPartPr>
              <p14:xfrm>
                <a:off x="8588520" y="5902450"/>
                <a:ext cx="42480" cy="1738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151482F-3053-4741-A554-A96AB49F5319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8570880" y="5884810"/>
                  <a:ext cx="78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2AD28EC-5A10-AEED-4013-704F9148C4B8}"/>
                    </a:ext>
                  </a:extLst>
                </p14:cNvPr>
                <p14:cNvContentPartPr/>
                <p14:nvPr/>
              </p14:nvContentPartPr>
              <p14:xfrm>
                <a:off x="7364160" y="4412770"/>
                <a:ext cx="1721880" cy="226980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2AD28EC-5A10-AEED-4013-704F9148C4B8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7346520" y="4394770"/>
                  <a:ext cx="1757520" cy="23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E625B1DD-F65A-3D0F-2BB0-BBFE497334DB}"/>
                    </a:ext>
                  </a:extLst>
                </p14:cNvPr>
                <p14:cNvContentPartPr/>
                <p14:nvPr/>
              </p14:nvContentPartPr>
              <p14:xfrm>
                <a:off x="7418160" y="4479370"/>
                <a:ext cx="241200" cy="20656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E625B1DD-F65A-3D0F-2BB0-BBFE497334D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7400520" y="4461730"/>
                  <a:ext cx="276840" cy="2101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80976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21BE-A580-DDF6-C125-CA1B0DDC3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nodes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CE1E861-E8D1-AAD0-A596-5EECA09E36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694" y="1341132"/>
            <a:ext cx="8187899" cy="455873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085F-ABCA-EB96-6801-E76F3938D6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A2C408C-B4C7-C8FE-52D0-403071D5B8F7}"/>
              </a:ext>
            </a:extLst>
          </p:cNvPr>
          <p:cNvGrpSpPr/>
          <p:nvPr/>
        </p:nvGrpSpPr>
        <p:grpSpPr>
          <a:xfrm>
            <a:off x="4749120" y="5353090"/>
            <a:ext cx="857880" cy="349920"/>
            <a:chOff x="4749120" y="5353090"/>
            <a:chExt cx="857880" cy="34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A68B073-0224-4177-1508-C7ABF6DE1EF7}"/>
                    </a:ext>
                  </a:extLst>
                </p14:cNvPr>
                <p14:cNvContentPartPr/>
                <p14:nvPr/>
              </p14:nvContentPartPr>
              <p14:xfrm>
                <a:off x="4749120" y="5373970"/>
                <a:ext cx="279720" cy="329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A68B073-0224-4177-1508-C7ABF6DE1EF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31480" y="5355970"/>
                  <a:ext cx="3153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9CAE5F6-DA4E-6838-6E83-4BB024B43253}"/>
                    </a:ext>
                  </a:extLst>
                </p14:cNvPr>
                <p14:cNvContentPartPr/>
                <p14:nvPr/>
              </p14:nvContentPartPr>
              <p14:xfrm>
                <a:off x="5118480" y="5464330"/>
                <a:ext cx="46440" cy="1976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9CAE5F6-DA4E-6838-6E83-4BB024B4325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100480" y="5446690"/>
                  <a:ext cx="820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A5B72DD-0926-753F-D6E2-D0BA4C49568E}"/>
                    </a:ext>
                  </a:extLst>
                </p14:cNvPr>
                <p14:cNvContentPartPr/>
                <p14:nvPr/>
              </p14:nvContentPartPr>
              <p14:xfrm>
                <a:off x="5130720" y="5392330"/>
                <a:ext cx="173160" cy="1818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A5B72DD-0926-753F-D6E2-D0BA4C49568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112720" y="5374330"/>
                  <a:ext cx="2088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7D3A4D4-3DE4-92B2-89B4-18C4BDB0BE7B}"/>
                    </a:ext>
                  </a:extLst>
                </p14:cNvPr>
                <p14:cNvContentPartPr/>
                <p14:nvPr/>
              </p14:nvContentPartPr>
              <p14:xfrm>
                <a:off x="5379120" y="5364250"/>
                <a:ext cx="100800" cy="2088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7D3A4D4-3DE4-92B2-89B4-18C4BDB0BE7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61480" y="5346610"/>
                  <a:ext cx="1364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05CBD4F-070F-0093-CCB8-AA8DCEBDD7D2}"/>
                    </a:ext>
                  </a:extLst>
                </p14:cNvPr>
                <p14:cNvContentPartPr/>
                <p14:nvPr/>
              </p14:nvContentPartPr>
              <p14:xfrm>
                <a:off x="5394600" y="5353090"/>
                <a:ext cx="212400" cy="253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05CBD4F-070F-0093-CCB8-AA8DCEBDD7D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376600" y="5335450"/>
                  <a:ext cx="248040" cy="28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6E31A9FA-895D-192F-CC1B-8878608CFC8C}"/>
                  </a:ext>
                </a:extLst>
              </p14:cNvPr>
              <p14:cNvContentPartPr/>
              <p14:nvPr/>
            </p14:nvContentPartPr>
            <p14:xfrm>
              <a:off x="4233600" y="4942330"/>
              <a:ext cx="167040" cy="12168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6E31A9FA-895D-192F-CC1B-8878608CFC8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215600" y="4924330"/>
                <a:ext cx="202680" cy="15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FA7670B3-DE42-A373-70D6-CDB7645449C9}"/>
              </a:ext>
            </a:extLst>
          </p:cNvPr>
          <p:cNvGrpSpPr/>
          <p:nvPr/>
        </p:nvGrpSpPr>
        <p:grpSpPr>
          <a:xfrm>
            <a:off x="4338360" y="2470570"/>
            <a:ext cx="516240" cy="378360"/>
            <a:chOff x="4338360" y="2470570"/>
            <a:chExt cx="516240" cy="37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B9378CA-FDF3-955E-31C6-314ECCEE70C3}"/>
                    </a:ext>
                  </a:extLst>
                </p14:cNvPr>
                <p14:cNvContentPartPr/>
                <p14:nvPr/>
              </p14:nvContentPartPr>
              <p14:xfrm>
                <a:off x="4338360" y="2470570"/>
                <a:ext cx="299520" cy="3492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B9378CA-FDF3-955E-31C6-314ECCEE70C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20720" y="2452930"/>
                  <a:ext cx="33516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38E0FB7-3189-6D9F-6C48-7EE4D23905EE}"/>
                    </a:ext>
                  </a:extLst>
                </p14:cNvPr>
                <p14:cNvContentPartPr/>
                <p14:nvPr/>
              </p14:nvContentPartPr>
              <p14:xfrm>
                <a:off x="4766040" y="2664970"/>
                <a:ext cx="88560" cy="1839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38E0FB7-3189-6D9F-6C48-7EE4D23905E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48040" y="2646970"/>
                  <a:ext cx="124200" cy="21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41654F1-18E3-B114-D276-9D26A0A642B5}"/>
              </a:ext>
            </a:extLst>
          </p:cNvPr>
          <p:cNvGrpSpPr/>
          <p:nvPr/>
        </p:nvGrpSpPr>
        <p:grpSpPr>
          <a:xfrm>
            <a:off x="7410240" y="2496850"/>
            <a:ext cx="654840" cy="270720"/>
            <a:chOff x="7410240" y="2496850"/>
            <a:chExt cx="654840" cy="27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64FA7A5-84BA-1867-F0CE-E439BC983168}"/>
                    </a:ext>
                  </a:extLst>
                </p14:cNvPr>
                <p14:cNvContentPartPr/>
                <p14:nvPr/>
              </p14:nvContentPartPr>
              <p14:xfrm>
                <a:off x="7410240" y="2496850"/>
                <a:ext cx="300240" cy="270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64FA7A5-84BA-1867-F0CE-E439BC98316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392600" y="2479210"/>
                  <a:ext cx="3358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25113C3-D440-B9F4-EA89-79869D605E62}"/>
                    </a:ext>
                  </a:extLst>
                </p14:cNvPr>
                <p14:cNvContentPartPr/>
                <p14:nvPr/>
              </p14:nvContentPartPr>
              <p14:xfrm>
                <a:off x="7840440" y="2565610"/>
                <a:ext cx="224640" cy="158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25113C3-D440-B9F4-EA89-79869D605E6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822440" y="2547610"/>
                  <a:ext cx="260280" cy="194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AE493C6F-4770-6715-7A86-D3225E7A0C3B}"/>
                  </a:ext>
                </a:extLst>
              </p14:cNvPr>
              <p14:cNvContentPartPr/>
              <p14:nvPr/>
            </p14:nvContentPartPr>
            <p14:xfrm>
              <a:off x="4291200" y="3315130"/>
              <a:ext cx="29880" cy="49608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AE493C6F-4770-6715-7A86-D3225E7A0C3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4273560" y="3297490"/>
                <a:ext cx="65520" cy="53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5F51E05F-4B77-1CEF-D595-C4C92C25602C}"/>
              </a:ext>
            </a:extLst>
          </p:cNvPr>
          <p:cNvGrpSpPr/>
          <p:nvPr/>
        </p:nvGrpSpPr>
        <p:grpSpPr>
          <a:xfrm>
            <a:off x="1092960" y="2758570"/>
            <a:ext cx="1734840" cy="1180440"/>
            <a:chOff x="1092960" y="2758570"/>
            <a:chExt cx="1734840" cy="11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5B60413-FA5B-E2F3-52A7-231C9AB2E89D}"/>
                    </a:ext>
                  </a:extLst>
                </p14:cNvPr>
                <p14:cNvContentPartPr/>
                <p14:nvPr/>
              </p14:nvContentPartPr>
              <p14:xfrm>
                <a:off x="1092960" y="2977450"/>
                <a:ext cx="378000" cy="3052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5B60413-FA5B-E2F3-52A7-231C9AB2E89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74960" y="2959810"/>
                  <a:ext cx="4136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7E54343-587F-282D-4762-444D4017DF5C}"/>
                    </a:ext>
                  </a:extLst>
                </p14:cNvPr>
                <p14:cNvContentPartPr/>
                <p14:nvPr/>
              </p14:nvContentPartPr>
              <p14:xfrm>
                <a:off x="1599840" y="3053410"/>
                <a:ext cx="115200" cy="2134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7E54343-587F-282D-4762-444D4017DF5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582200" y="3035410"/>
                  <a:ext cx="1508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0FB9D6E-979C-F4A7-5298-0A595743EA52}"/>
                    </a:ext>
                  </a:extLst>
                </p14:cNvPr>
                <p14:cNvContentPartPr/>
                <p14:nvPr/>
              </p14:nvContentPartPr>
              <p14:xfrm>
                <a:off x="1849680" y="2944690"/>
                <a:ext cx="70920" cy="439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0FB9D6E-979C-F4A7-5298-0A595743EA5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831680" y="2926690"/>
                  <a:ext cx="1065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2627FB8-2390-A748-B964-E13F3C153F2F}"/>
                    </a:ext>
                  </a:extLst>
                </p14:cNvPr>
                <p14:cNvContentPartPr/>
                <p14:nvPr/>
              </p14:nvContentPartPr>
              <p14:xfrm>
                <a:off x="1906200" y="2978530"/>
                <a:ext cx="122400" cy="93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2627FB8-2390-A748-B964-E13F3C153F2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888200" y="2960890"/>
                  <a:ext cx="1580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55B39BA-6576-DF41-57AD-A1D527635D88}"/>
                    </a:ext>
                  </a:extLst>
                </p14:cNvPr>
                <p14:cNvContentPartPr/>
                <p14:nvPr/>
              </p14:nvContentPartPr>
              <p14:xfrm>
                <a:off x="2137680" y="2758570"/>
                <a:ext cx="141840" cy="2242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55B39BA-6576-DF41-57AD-A1D527635D8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119680" y="2740570"/>
                  <a:ext cx="17748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4760C3C-3EF9-0ACE-43C3-CC12A9E2884E}"/>
                    </a:ext>
                  </a:extLst>
                </p14:cNvPr>
                <p14:cNvContentPartPr/>
                <p14:nvPr/>
              </p14:nvContentPartPr>
              <p14:xfrm>
                <a:off x="2343240" y="3092290"/>
                <a:ext cx="18000" cy="35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4760C3C-3EF9-0ACE-43C3-CC12A9E2884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325240" y="3074650"/>
                  <a:ext cx="536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79C230C-2F5D-84D2-9DFC-3476121C3774}"/>
                    </a:ext>
                  </a:extLst>
                </p14:cNvPr>
                <p14:cNvContentPartPr/>
                <p14:nvPr/>
              </p14:nvContentPartPr>
              <p14:xfrm>
                <a:off x="1338840" y="3693130"/>
                <a:ext cx="367200" cy="243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79C230C-2F5D-84D2-9DFC-3476121C377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320840" y="3675130"/>
                  <a:ext cx="40284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ECF9321-CA2C-703E-4F2C-6EFE448FC373}"/>
                    </a:ext>
                  </a:extLst>
                </p14:cNvPr>
                <p14:cNvContentPartPr/>
                <p14:nvPr/>
              </p14:nvContentPartPr>
              <p14:xfrm>
                <a:off x="1833120" y="3743530"/>
                <a:ext cx="154080" cy="1954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ECF9321-CA2C-703E-4F2C-6EFE448FC37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815120" y="3725890"/>
                  <a:ext cx="1897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C8F9C04-0F46-D402-9A52-2BC812643FFE}"/>
                    </a:ext>
                  </a:extLst>
                </p14:cNvPr>
                <p14:cNvContentPartPr/>
                <p14:nvPr/>
              </p14:nvContentPartPr>
              <p14:xfrm>
                <a:off x="2101680" y="3601330"/>
                <a:ext cx="57960" cy="536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C8F9C04-0F46-D402-9A52-2BC812643FF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084040" y="3583330"/>
                  <a:ext cx="93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61177BC-B612-FE3B-3880-A2024CFD6EBA}"/>
                    </a:ext>
                  </a:extLst>
                </p14:cNvPr>
                <p14:cNvContentPartPr/>
                <p14:nvPr/>
              </p14:nvContentPartPr>
              <p14:xfrm>
                <a:off x="2184840" y="3676570"/>
                <a:ext cx="83880" cy="612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61177BC-B612-FE3B-3880-A2024CFD6EB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166840" y="3658570"/>
                  <a:ext cx="1195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0FC47BB-ADE7-B366-C8BF-5E7A1B12510B}"/>
                    </a:ext>
                  </a:extLst>
                </p14:cNvPr>
                <p14:cNvContentPartPr/>
                <p14:nvPr/>
              </p14:nvContentPartPr>
              <p14:xfrm>
                <a:off x="2302920" y="3272290"/>
                <a:ext cx="282240" cy="2563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0FC47BB-ADE7-B366-C8BF-5E7A1B12510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285280" y="3254290"/>
                  <a:ext cx="3178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3149682-7019-430E-5CC1-E06331FCA1D0}"/>
                    </a:ext>
                  </a:extLst>
                </p14:cNvPr>
                <p14:cNvContentPartPr/>
                <p14:nvPr/>
              </p14:nvContentPartPr>
              <p14:xfrm>
                <a:off x="2678040" y="3369130"/>
                <a:ext cx="149760" cy="2606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3149682-7019-430E-5CC1-E06331FCA1D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660400" y="3351130"/>
                  <a:ext cx="185400" cy="296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50408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9B78-157B-D2AD-76B5-A783A5DE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currents</a:t>
            </a:r>
          </a:p>
        </p:txBody>
      </p:sp>
      <p:pic>
        <p:nvPicPr>
          <p:cNvPr id="6" name="Content Placeholder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4C89C210-92DC-0576-E10A-46AE813185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292101"/>
            <a:ext cx="5121084" cy="1265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4AA2-D7F0-9902-3CCC-BA4DA727D1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DCAE2787-19CD-F34C-AFC5-B896F259F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1788195"/>
            <a:ext cx="4991533" cy="42675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EA946A1-3297-073F-6689-9C5B94B96FA4}"/>
                  </a:ext>
                </a:extLst>
              </p14:cNvPr>
              <p14:cNvContentPartPr/>
              <p14:nvPr/>
            </p14:nvContentPartPr>
            <p14:xfrm>
              <a:off x="5039160" y="2939880"/>
              <a:ext cx="493560" cy="4914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EA946A1-3297-073F-6689-9C5B94B96FA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021160" y="2922240"/>
                <a:ext cx="529200" cy="52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F2E9A9C2-9F13-CA01-D927-D43884A876D6}"/>
              </a:ext>
            </a:extLst>
          </p:cNvPr>
          <p:cNvGrpSpPr/>
          <p:nvPr/>
        </p:nvGrpSpPr>
        <p:grpSpPr>
          <a:xfrm>
            <a:off x="6456840" y="2851680"/>
            <a:ext cx="797040" cy="1308600"/>
            <a:chOff x="6456840" y="2851680"/>
            <a:chExt cx="797040" cy="130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F2B0C04-3A5F-87B7-40CE-DC746438726F}"/>
                    </a:ext>
                  </a:extLst>
                </p14:cNvPr>
                <p14:cNvContentPartPr/>
                <p14:nvPr/>
              </p14:nvContentPartPr>
              <p14:xfrm>
                <a:off x="6456840" y="2851680"/>
                <a:ext cx="504360" cy="699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F2B0C04-3A5F-87B7-40CE-DC746438726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438840" y="2833680"/>
                  <a:ext cx="540000" cy="73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FC501FA-00C7-D60F-B5DC-C2A73C2F5509}"/>
                    </a:ext>
                  </a:extLst>
                </p14:cNvPr>
                <p14:cNvContentPartPr/>
                <p14:nvPr/>
              </p14:nvContentPartPr>
              <p14:xfrm>
                <a:off x="6753840" y="3662760"/>
                <a:ext cx="500040" cy="49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FC501FA-00C7-D60F-B5DC-C2A73C2F550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736200" y="3644760"/>
                  <a:ext cx="535680" cy="53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BF4C196-E06C-0F84-5C6E-DF160E433CE8}"/>
              </a:ext>
            </a:extLst>
          </p:cNvPr>
          <p:cNvGrpSpPr/>
          <p:nvPr/>
        </p:nvGrpSpPr>
        <p:grpSpPr>
          <a:xfrm>
            <a:off x="8018160" y="2547120"/>
            <a:ext cx="526320" cy="389880"/>
            <a:chOff x="8018160" y="2547120"/>
            <a:chExt cx="52632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0775F92-4FDB-8ACA-3E20-52D05F3005F5}"/>
                    </a:ext>
                  </a:extLst>
                </p14:cNvPr>
                <p14:cNvContentPartPr/>
                <p14:nvPr/>
              </p14:nvContentPartPr>
              <p14:xfrm>
                <a:off x="8053440" y="2660160"/>
                <a:ext cx="62280" cy="246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0775F92-4FDB-8ACA-3E20-52D05F3005F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035800" y="2642160"/>
                  <a:ext cx="979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0CB86D6-E1E9-339C-5AD1-7BE3F566B3F3}"/>
                    </a:ext>
                  </a:extLst>
                </p14:cNvPr>
                <p14:cNvContentPartPr/>
                <p14:nvPr/>
              </p14:nvContentPartPr>
              <p14:xfrm>
                <a:off x="8018160" y="2547120"/>
                <a:ext cx="10800" cy="11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0CB86D6-E1E9-339C-5AD1-7BE3F566B3F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000160" y="2529480"/>
                  <a:ext cx="464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687409B-F188-E522-B4BF-C3942697653A}"/>
                    </a:ext>
                  </a:extLst>
                </p14:cNvPr>
                <p14:cNvContentPartPr/>
                <p14:nvPr/>
              </p14:nvContentPartPr>
              <p14:xfrm>
                <a:off x="8279880" y="2770320"/>
                <a:ext cx="36360" cy="166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687409B-F188-E522-B4BF-C3942697653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61880" y="2752320"/>
                  <a:ext cx="72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755FF34-B912-2891-5372-5B3B6D80AAF1}"/>
                    </a:ext>
                  </a:extLst>
                </p14:cNvPr>
                <p14:cNvContentPartPr/>
                <p14:nvPr/>
              </p14:nvContentPartPr>
              <p14:xfrm>
                <a:off x="8433240" y="2727840"/>
                <a:ext cx="33120" cy="21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755FF34-B912-2891-5372-5B3B6D80AAF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415240" y="2710200"/>
                  <a:ext cx="687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CF2D209-9E4A-0E4F-0E66-EEEA86FE7F84}"/>
                    </a:ext>
                  </a:extLst>
                </p14:cNvPr>
                <p14:cNvContentPartPr/>
                <p14:nvPr/>
              </p14:nvContentPartPr>
              <p14:xfrm>
                <a:off x="8481840" y="2750880"/>
                <a:ext cx="62640" cy="32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CF2D209-9E4A-0E4F-0E66-EEEA86FE7F8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64200" y="2733240"/>
                  <a:ext cx="98280" cy="6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39CD7D8-8EE5-0D60-402B-8D76A91EB963}"/>
                  </a:ext>
                </a:extLst>
              </p14:cNvPr>
              <p14:cNvContentPartPr/>
              <p14:nvPr/>
            </p14:nvContentPartPr>
            <p14:xfrm>
              <a:off x="8710080" y="2418960"/>
              <a:ext cx="33480" cy="190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39CD7D8-8EE5-0D60-402B-8D76A91EB96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692440" y="2401320"/>
                <a:ext cx="6912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34CC8830-39EE-BCDC-1E9A-2D67FEDEA78C}"/>
              </a:ext>
            </a:extLst>
          </p:cNvPr>
          <p:cNvGrpSpPr/>
          <p:nvPr/>
        </p:nvGrpSpPr>
        <p:grpSpPr>
          <a:xfrm>
            <a:off x="8729160" y="2596800"/>
            <a:ext cx="377280" cy="237960"/>
            <a:chOff x="8729160" y="2596800"/>
            <a:chExt cx="377280" cy="23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70AD48C-06A1-4C95-0AC5-F7963475B4D0}"/>
                    </a:ext>
                  </a:extLst>
                </p14:cNvPr>
                <p14:cNvContentPartPr/>
                <p14:nvPr/>
              </p14:nvContentPartPr>
              <p14:xfrm>
                <a:off x="8729160" y="2596800"/>
                <a:ext cx="113760" cy="181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70AD48C-06A1-4C95-0AC5-F7963475B4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711520" y="2578800"/>
                  <a:ext cx="1494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8446825-DE63-2C1F-AA13-8BD480893A99}"/>
                    </a:ext>
                  </a:extLst>
                </p14:cNvPr>
                <p14:cNvContentPartPr/>
                <p14:nvPr/>
              </p14:nvContentPartPr>
              <p14:xfrm>
                <a:off x="8952360" y="2714520"/>
                <a:ext cx="154080" cy="120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8446825-DE63-2C1F-AA13-8BD480893A9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934720" y="2696520"/>
                  <a:ext cx="189720" cy="15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CE3591BE-68C6-CE9C-79AE-262E384D1F15}"/>
                  </a:ext>
                </a:extLst>
              </p14:cNvPr>
              <p14:cNvContentPartPr/>
              <p14:nvPr/>
            </p14:nvContentPartPr>
            <p14:xfrm>
              <a:off x="8268720" y="3245880"/>
              <a:ext cx="10800" cy="504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CE3591BE-68C6-CE9C-79AE-262E384D1F15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251080" y="3227880"/>
                <a:ext cx="46440" cy="4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54679D89-4200-4677-30B5-5300224827F7}"/>
              </a:ext>
            </a:extLst>
          </p:cNvPr>
          <p:cNvGrpSpPr/>
          <p:nvPr/>
        </p:nvGrpSpPr>
        <p:grpSpPr>
          <a:xfrm>
            <a:off x="8237400" y="3418320"/>
            <a:ext cx="523080" cy="202680"/>
            <a:chOff x="8237400" y="3418320"/>
            <a:chExt cx="523080" cy="20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0601737-B01E-08B3-F615-2AFCE4743CC2}"/>
                    </a:ext>
                  </a:extLst>
                </p14:cNvPr>
                <p14:cNvContentPartPr/>
                <p14:nvPr/>
              </p14:nvContentPartPr>
              <p14:xfrm>
                <a:off x="8237400" y="3418320"/>
                <a:ext cx="110880" cy="182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0601737-B01E-08B3-F615-2AFCE4743CC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19760" y="3400320"/>
                  <a:ext cx="1465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A2C1BDC-29AA-12BE-4BDD-A0CBA14CB2C1}"/>
                    </a:ext>
                  </a:extLst>
                </p14:cNvPr>
                <p14:cNvContentPartPr/>
                <p14:nvPr/>
              </p14:nvContentPartPr>
              <p14:xfrm>
                <a:off x="8437920" y="3479880"/>
                <a:ext cx="146880" cy="141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A2C1BDC-29AA-12BE-4BDD-A0CBA14CB2C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419920" y="3462240"/>
                  <a:ext cx="182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3EF0440-8767-64EA-FF84-03FE7FB36D61}"/>
                    </a:ext>
                  </a:extLst>
                </p14:cNvPr>
                <p14:cNvContentPartPr/>
                <p14:nvPr/>
              </p14:nvContentPartPr>
              <p14:xfrm>
                <a:off x="8688840" y="3429480"/>
                <a:ext cx="55440" cy="37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3EF0440-8767-64EA-FF84-03FE7FB36D6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670840" y="3411480"/>
                  <a:ext cx="910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F09C005-8D02-CF79-DF31-69FC953CEEA2}"/>
                    </a:ext>
                  </a:extLst>
                </p14:cNvPr>
                <p14:cNvContentPartPr/>
                <p14:nvPr/>
              </p14:nvContentPartPr>
              <p14:xfrm>
                <a:off x="8730600" y="3483480"/>
                <a:ext cx="29880" cy="24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F09C005-8D02-CF79-DF31-69FC953CEEA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712960" y="3465480"/>
                  <a:ext cx="65520" cy="60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C0B0295-85E7-9AD9-57E5-790AA67A98DA}"/>
                  </a:ext>
                </a:extLst>
              </p14:cNvPr>
              <p14:cNvContentPartPr/>
              <p14:nvPr/>
            </p14:nvContentPartPr>
            <p14:xfrm>
              <a:off x="8979000" y="3134640"/>
              <a:ext cx="20520" cy="374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C0B0295-85E7-9AD9-57E5-790AA67A98D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961000" y="3117000"/>
                <a:ext cx="5616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4F6C4236-8BA1-6E2F-7BAF-DB3B2769AF1C}"/>
              </a:ext>
            </a:extLst>
          </p:cNvPr>
          <p:cNvGrpSpPr/>
          <p:nvPr/>
        </p:nvGrpSpPr>
        <p:grpSpPr>
          <a:xfrm>
            <a:off x="8989440" y="3309600"/>
            <a:ext cx="328680" cy="221040"/>
            <a:chOff x="8989440" y="3309600"/>
            <a:chExt cx="328680" cy="2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4EBC4BA-B2B5-F869-9FDE-6CD5530B6BBF}"/>
                    </a:ext>
                  </a:extLst>
                </p14:cNvPr>
                <p14:cNvContentPartPr/>
                <p14:nvPr/>
              </p14:nvContentPartPr>
              <p14:xfrm>
                <a:off x="8989440" y="3309600"/>
                <a:ext cx="108000" cy="149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4EBC4BA-B2B5-F869-9FDE-6CD5530B6BB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971800" y="3291960"/>
                  <a:ext cx="1436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EBB5679-3A41-F803-4704-1317F0AA9DE6}"/>
                    </a:ext>
                  </a:extLst>
                </p14:cNvPr>
                <p14:cNvContentPartPr/>
                <p14:nvPr/>
              </p14:nvContentPartPr>
              <p14:xfrm>
                <a:off x="9197520" y="3327960"/>
                <a:ext cx="120600" cy="202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EBB5679-3A41-F803-4704-1317F0AA9DE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179880" y="3309960"/>
                  <a:ext cx="156240" cy="23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3B9182D1-4E4E-5922-CB2C-5B73E9217918}"/>
                  </a:ext>
                </a:extLst>
              </p14:cNvPr>
              <p14:cNvContentPartPr/>
              <p14:nvPr/>
            </p14:nvContentPartPr>
            <p14:xfrm>
              <a:off x="8562840" y="3943920"/>
              <a:ext cx="144000" cy="1987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3B9182D1-4E4E-5922-CB2C-5B73E9217918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545200" y="3926280"/>
                <a:ext cx="17964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9FAA836-9465-1512-6DB1-5E43CA1C8A9A}"/>
                  </a:ext>
                </a:extLst>
              </p14:cNvPr>
              <p14:cNvContentPartPr/>
              <p14:nvPr/>
            </p14:nvContentPartPr>
            <p14:xfrm>
              <a:off x="8550960" y="3779400"/>
              <a:ext cx="25560" cy="198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9FAA836-9465-1512-6DB1-5E43CA1C8A9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532960" y="3761400"/>
                <a:ext cx="61200" cy="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BC532440-2AE8-C2D2-0F4D-C32CD50E18BE}"/>
                  </a:ext>
                </a:extLst>
              </p14:cNvPr>
              <p14:cNvContentPartPr/>
              <p14:nvPr/>
            </p14:nvContentPartPr>
            <p14:xfrm>
              <a:off x="9400920" y="3702360"/>
              <a:ext cx="16560" cy="122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BC532440-2AE8-C2D2-0F4D-C32CD50E18BE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382920" y="3684720"/>
                <a:ext cx="52200" cy="47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0E0585E1-F1B9-2682-A1CF-C24A456C0E7B}"/>
              </a:ext>
            </a:extLst>
          </p:cNvPr>
          <p:cNvGrpSpPr/>
          <p:nvPr/>
        </p:nvGrpSpPr>
        <p:grpSpPr>
          <a:xfrm>
            <a:off x="8890080" y="3838800"/>
            <a:ext cx="758160" cy="353520"/>
            <a:chOff x="8890080" y="3838800"/>
            <a:chExt cx="75816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246E0C-D926-3DB6-BCB9-8BC1D0B8D9D7}"/>
                    </a:ext>
                  </a:extLst>
                </p14:cNvPr>
                <p14:cNvContentPartPr/>
                <p14:nvPr/>
              </p14:nvContentPartPr>
              <p14:xfrm>
                <a:off x="8890080" y="4050480"/>
                <a:ext cx="105840" cy="141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246E0C-D926-3DB6-BCB9-8BC1D0B8D9D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872440" y="4032480"/>
                  <a:ext cx="1414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E74B3FD-925A-A196-95D7-97E4A97C10FD}"/>
                    </a:ext>
                  </a:extLst>
                </p14:cNvPr>
                <p14:cNvContentPartPr/>
                <p14:nvPr/>
              </p14:nvContentPartPr>
              <p14:xfrm>
                <a:off x="9135960" y="3919440"/>
                <a:ext cx="46080" cy="324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E74B3FD-925A-A196-95D7-97E4A97C10F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118320" y="3901440"/>
                  <a:ext cx="817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4EDA2B4-9C7B-AA76-072B-6DE638CB82D5}"/>
                    </a:ext>
                  </a:extLst>
                </p14:cNvPr>
                <p14:cNvContentPartPr/>
                <p14:nvPr/>
              </p14:nvContentPartPr>
              <p14:xfrm>
                <a:off x="9178080" y="3991440"/>
                <a:ext cx="58680" cy="22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4EDA2B4-9C7B-AA76-072B-6DE638CB82D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60080" y="3973800"/>
                  <a:ext cx="943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10CD08C-F100-D3F4-68A8-922935CF10FD}"/>
                    </a:ext>
                  </a:extLst>
                </p14:cNvPr>
                <p14:cNvContentPartPr/>
                <p14:nvPr/>
              </p14:nvContentPartPr>
              <p14:xfrm>
                <a:off x="9346560" y="3845640"/>
                <a:ext cx="125640" cy="187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10CD08C-F100-D3F4-68A8-922935CF10F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328920" y="3827640"/>
                  <a:ext cx="16128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EBD6AA5-735B-CF76-E11C-20E208E12D2D}"/>
                    </a:ext>
                  </a:extLst>
                </p14:cNvPr>
                <p14:cNvContentPartPr/>
                <p14:nvPr/>
              </p14:nvContentPartPr>
              <p14:xfrm>
                <a:off x="9609360" y="3838800"/>
                <a:ext cx="38880" cy="161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EBD6AA5-735B-CF76-E11C-20E208E12D2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91720" y="3820800"/>
                  <a:ext cx="7452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A3DF50-1CD3-6253-7895-35CE02180187}"/>
              </a:ext>
            </a:extLst>
          </p:cNvPr>
          <p:cNvGrpSpPr/>
          <p:nvPr/>
        </p:nvGrpSpPr>
        <p:grpSpPr>
          <a:xfrm>
            <a:off x="207000" y="1978450"/>
            <a:ext cx="3623040" cy="2334600"/>
            <a:chOff x="207000" y="1978450"/>
            <a:chExt cx="3623040" cy="233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7C52D27-1DC3-F26F-DC67-F7D9119D43D1}"/>
                    </a:ext>
                  </a:extLst>
                </p14:cNvPr>
                <p14:cNvContentPartPr/>
                <p14:nvPr/>
              </p14:nvContentPartPr>
              <p14:xfrm>
                <a:off x="898200" y="2639770"/>
                <a:ext cx="151560" cy="793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7C52D27-1DC3-F26F-DC67-F7D9119D43D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0200" y="2622130"/>
                  <a:ext cx="187200" cy="82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3FE8882-2A5C-4D18-5018-25A70FD696A6}"/>
                    </a:ext>
                  </a:extLst>
                </p14:cNvPr>
                <p14:cNvContentPartPr/>
                <p14:nvPr/>
              </p14:nvContentPartPr>
              <p14:xfrm>
                <a:off x="640440" y="3379930"/>
                <a:ext cx="663120" cy="101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3FE8882-2A5C-4D18-5018-25A70FD696A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2800" y="3362290"/>
                  <a:ext cx="6987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16A69C1-1D76-E8BA-C249-DBFAC409DAEF}"/>
                    </a:ext>
                  </a:extLst>
                </p14:cNvPr>
                <p14:cNvContentPartPr/>
                <p14:nvPr/>
              </p14:nvContentPartPr>
              <p14:xfrm>
                <a:off x="979200" y="3597370"/>
                <a:ext cx="146160" cy="10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16A69C1-1D76-E8BA-C249-DBFAC409DAE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1560" y="3579730"/>
                  <a:ext cx="1818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2FB3637-8B7E-F2AF-96FF-E496C9B01D7B}"/>
                    </a:ext>
                  </a:extLst>
                </p14:cNvPr>
                <p14:cNvContentPartPr/>
                <p14:nvPr/>
              </p14:nvContentPartPr>
              <p14:xfrm>
                <a:off x="1101240" y="3596650"/>
                <a:ext cx="74520" cy="657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2FB3637-8B7E-F2AF-96FF-E496C9B01D7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83240" y="3579010"/>
                  <a:ext cx="110160" cy="6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63947A7-D312-631E-5A98-6059224A8A2F}"/>
                    </a:ext>
                  </a:extLst>
                </p14:cNvPr>
                <p14:cNvContentPartPr/>
                <p14:nvPr/>
              </p14:nvContentPartPr>
              <p14:xfrm>
                <a:off x="682560" y="2574250"/>
                <a:ext cx="752040" cy="61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63947A7-D312-631E-5A98-6059224A8A2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64560" y="2556610"/>
                  <a:ext cx="7876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CC5D31C-C096-B2FD-C5A5-0E57C53B2AD2}"/>
                    </a:ext>
                  </a:extLst>
                </p14:cNvPr>
                <p14:cNvContentPartPr/>
                <p14:nvPr/>
              </p14:nvContentPartPr>
              <p14:xfrm>
                <a:off x="1440360" y="2504410"/>
                <a:ext cx="484560" cy="2116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CC5D31C-C096-B2FD-C5A5-0E57C53B2AD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422360" y="2486410"/>
                  <a:ext cx="5202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F1671F-9707-D544-2D7B-20EF327C54F9}"/>
                    </a:ext>
                  </a:extLst>
                </p14:cNvPr>
                <p14:cNvContentPartPr/>
                <p14:nvPr/>
              </p14:nvContentPartPr>
              <p14:xfrm>
                <a:off x="1902960" y="2641570"/>
                <a:ext cx="1077840" cy="738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F1671F-9707-D544-2D7B-20EF327C54F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885320" y="2623930"/>
                  <a:ext cx="1113480" cy="77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6358CA4-F724-734E-B4D6-01A74FCF9B3E}"/>
                    </a:ext>
                  </a:extLst>
                </p14:cNvPr>
                <p14:cNvContentPartPr/>
                <p14:nvPr/>
              </p14:nvContentPartPr>
              <p14:xfrm>
                <a:off x="1163880" y="3396850"/>
                <a:ext cx="2041920" cy="916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6358CA4-F724-734E-B4D6-01A74FCF9B3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46240" y="3379210"/>
                  <a:ext cx="2077560" cy="9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70B9B92-DAE2-4A15-1B86-F34751F00E6E}"/>
                    </a:ext>
                  </a:extLst>
                </p14:cNvPr>
                <p14:cNvContentPartPr/>
                <p14:nvPr/>
              </p14:nvContentPartPr>
              <p14:xfrm>
                <a:off x="207000" y="3645250"/>
                <a:ext cx="254880" cy="215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70B9B92-DAE2-4A15-1B86-F34751F00E6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89360" y="3627610"/>
                  <a:ext cx="2905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198B902-461B-3FC5-0DC0-080244561542}"/>
                    </a:ext>
                  </a:extLst>
                </p14:cNvPr>
                <p14:cNvContentPartPr/>
                <p14:nvPr/>
              </p14:nvContentPartPr>
              <p14:xfrm>
                <a:off x="586440" y="3716170"/>
                <a:ext cx="105120" cy="258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198B902-461B-3FC5-0DC0-0802445615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68440" y="3698170"/>
                  <a:ext cx="1407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DE6C786-C0B2-0496-37AB-D3BC87A25343}"/>
                    </a:ext>
                  </a:extLst>
                </p14:cNvPr>
                <p14:cNvContentPartPr/>
                <p14:nvPr/>
              </p14:nvContentPartPr>
              <p14:xfrm>
                <a:off x="1751400" y="2052250"/>
                <a:ext cx="46800" cy="273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DE6C786-C0B2-0496-37AB-D3BC87A2534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733400" y="2034250"/>
                  <a:ext cx="8244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FEC01DD-F0D9-E2BE-27A5-0A4E8381CC10}"/>
                    </a:ext>
                  </a:extLst>
                </p14:cNvPr>
                <p14:cNvContentPartPr/>
                <p14:nvPr/>
              </p14:nvContentPartPr>
              <p14:xfrm>
                <a:off x="1726200" y="1978450"/>
                <a:ext cx="195840" cy="172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FEC01DD-F0D9-E2BE-27A5-0A4E8381CC1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708560" y="1960810"/>
                  <a:ext cx="231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7CE7E2C-BB9C-7380-AA4D-C312F4F47FD5}"/>
                    </a:ext>
                  </a:extLst>
                </p14:cNvPr>
                <p14:cNvContentPartPr/>
                <p14:nvPr/>
              </p14:nvContentPartPr>
              <p14:xfrm>
                <a:off x="1993680" y="2067370"/>
                <a:ext cx="75240" cy="214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7CE7E2C-BB9C-7380-AA4D-C312F4F47FD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975680" y="2049730"/>
                  <a:ext cx="110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B13FCEB-1018-9F8B-0568-3FAC51F1312D}"/>
                    </a:ext>
                  </a:extLst>
                </p14:cNvPr>
                <p14:cNvContentPartPr/>
                <p14:nvPr/>
              </p14:nvContentPartPr>
              <p14:xfrm>
                <a:off x="3322440" y="3404410"/>
                <a:ext cx="92880" cy="2484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B13FCEB-1018-9F8B-0568-3FAC51F1312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304440" y="3386410"/>
                  <a:ext cx="12852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6A3F29F-88DA-4E0A-7072-B473E64FAD1F}"/>
                    </a:ext>
                  </a:extLst>
                </p14:cNvPr>
                <p14:cNvContentPartPr/>
                <p14:nvPr/>
              </p14:nvContentPartPr>
              <p14:xfrm>
                <a:off x="3331800" y="3313690"/>
                <a:ext cx="165600" cy="1573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6A3F29F-88DA-4E0A-7072-B473E64FAD1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313800" y="3295690"/>
                  <a:ext cx="2012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C83552C-D7A2-0C3B-69BC-5E11E7D4676D}"/>
                    </a:ext>
                  </a:extLst>
                </p14:cNvPr>
                <p14:cNvContentPartPr/>
                <p14:nvPr/>
              </p14:nvContentPartPr>
              <p14:xfrm>
                <a:off x="3601440" y="3478570"/>
                <a:ext cx="228600" cy="1490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C83552C-D7A2-0C3B-69BC-5E11E7D4676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583800" y="3460570"/>
                  <a:ext cx="264240" cy="18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403AF44D-D061-F833-6A2F-F90B3FCBE637}"/>
                  </a:ext>
                </a:extLst>
              </p14:cNvPr>
              <p14:cNvContentPartPr/>
              <p14:nvPr/>
            </p14:nvContentPartPr>
            <p14:xfrm>
              <a:off x="839160" y="2474170"/>
              <a:ext cx="156600" cy="18612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403AF44D-D061-F833-6A2F-F90B3FCBE637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821520" y="2456530"/>
                <a:ext cx="192240" cy="22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6FA9EF8-8517-C70D-2B6E-99A8A806FE61}"/>
                  </a:ext>
                </a:extLst>
              </p14:cNvPr>
              <p14:cNvContentPartPr/>
              <p14:nvPr/>
            </p14:nvContentPartPr>
            <p14:xfrm>
              <a:off x="2810880" y="2538970"/>
              <a:ext cx="133560" cy="18540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6FA9EF8-8517-C70D-2B6E-99A8A806FE6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2793240" y="2521330"/>
                <a:ext cx="169200" cy="22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5FB6D8F-5AED-AAC1-2CC6-24590BC73E0A}"/>
                  </a:ext>
                </a:extLst>
              </p14:cNvPr>
              <p14:cNvContentPartPr/>
              <p14:nvPr/>
            </p14:nvContentPartPr>
            <p14:xfrm>
              <a:off x="3112920" y="4192450"/>
              <a:ext cx="159840" cy="1422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5FB6D8F-5AED-AAC1-2CC6-24590BC73E0A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3095280" y="4174450"/>
                <a:ext cx="195480" cy="17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C9CDD4B0-D86E-AE4E-97EC-31952D3B16E2}"/>
                  </a:ext>
                </a:extLst>
              </p14:cNvPr>
              <p14:cNvContentPartPr/>
              <p14:nvPr/>
            </p14:nvContentPartPr>
            <p14:xfrm>
              <a:off x="611280" y="2088250"/>
              <a:ext cx="561960" cy="82584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C9CDD4B0-D86E-AE4E-97EC-31952D3B16E2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593640" y="2070610"/>
                <a:ext cx="597600" cy="86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C363C1D3-0722-E494-14D2-0D696E6853B3}"/>
              </a:ext>
            </a:extLst>
          </p:cNvPr>
          <p:cNvGrpSpPr/>
          <p:nvPr/>
        </p:nvGrpSpPr>
        <p:grpSpPr>
          <a:xfrm>
            <a:off x="2570400" y="2103370"/>
            <a:ext cx="727200" cy="847080"/>
            <a:chOff x="2570400" y="2103370"/>
            <a:chExt cx="727200" cy="84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D8B48FD-F5BB-78D6-2214-A10F9C6A3BB3}"/>
                    </a:ext>
                  </a:extLst>
                </p14:cNvPr>
                <p14:cNvContentPartPr/>
                <p14:nvPr/>
              </p14:nvContentPartPr>
              <p14:xfrm>
                <a:off x="2570400" y="2103370"/>
                <a:ext cx="642600" cy="837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D8B48FD-F5BB-78D6-2214-A10F9C6A3BB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52400" y="2085730"/>
                  <a:ext cx="678240" cy="87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1183E2E-E0B5-5EA4-8545-26FD92D46DDF}"/>
                    </a:ext>
                  </a:extLst>
                </p14:cNvPr>
                <p14:cNvContentPartPr/>
                <p14:nvPr/>
              </p14:nvContentPartPr>
              <p14:xfrm>
                <a:off x="3119760" y="2775490"/>
                <a:ext cx="177840" cy="1749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1183E2E-E0B5-5EA4-8545-26FD92D46DD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102120" y="2757490"/>
                  <a:ext cx="213480" cy="21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E4BEAFD2-D408-3954-4676-3B6F392906AC}"/>
                  </a:ext>
                </a:extLst>
              </p14:cNvPr>
              <p14:cNvContentPartPr/>
              <p14:nvPr/>
            </p14:nvContentPartPr>
            <p14:xfrm>
              <a:off x="482400" y="1608010"/>
              <a:ext cx="11160" cy="1080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E4BEAFD2-D408-3954-4676-3B6F392906AC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64760" y="1590370"/>
                <a:ext cx="46800" cy="4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709D9627-D918-FBDF-62EA-44ECD8F1E1EE}"/>
              </a:ext>
            </a:extLst>
          </p:cNvPr>
          <p:cNvGrpSpPr/>
          <p:nvPr/>
        </p:nvGrpSpPr>
        <p:grpSpPr>
          <a:xfrm>
            <a:off x="500040" y="1797370"/>
            <a:ext cx="297720" cy="186120"/>
            <a:chOff x="500040" y="1797370"/>
            <a:chExt cx="297720" cy="18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BFE4F6E-8EF4-E9CA-3EA4-DF1CB2909F8F}"/>
                    </a:ext>
                  </a:extLst>
                </p14:cNvPr>
                <p14:cNvContentPartPr/>
                <p14:nvPr/>
              </p14:nvContentPartPr>
              <p14:xfrm>
                <a:off x="500040" y="1955410"/>
                <a:ext cx="360" cy="3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BFE4F6E-8EF4-E9CA-3EA4-DF1CB2909F8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82400" y="1937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8CAB515-5561-75CD-AEBA-0D2967A5A1C5}"/>
                    </a:ext>
                  </a:extLst>
                </p14:cNvPr>
                <p14:cNvContentPartPr/>
                <p14:nvPr/>
              </p14:nvContentPartPr>
              <p14:xfrm>
                <a:off x="508320" y="1923370"/>
                <a:ext cx="1080" cy="54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8CAB515-5561-75CD-AEBA-0D2967A5A1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90680" y="1905730"/>
                  <a:ext cx="367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0E467A8-C38F-BB96-21C4-FB9A29419A72}"/>
                    </a:ext>
                  </a:extLst>
                </p14:cNvPr>
                <p14:cNvContentPartPr/>
                <p14:nvPr/>
              </p14:nvContentPartPr>
              <p14:xfrm>
                <a:off x="519480" y="1806010"/>
                <a:ext cx="119520" cy="156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0E467A8-C38F-BB96-21C4-FB9A29419A7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01840" y="1788370"/>
                  <a:ext cx="155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236F4CF-0CBA-245B-AD6A-1B2F72A1C943}"/>
                    </a:ext>
                  </a:extLst>
                </p14:cNvPr>
                <p14:cNvContentPartPr/>
                <p14:nvPr/>
              </p14:nvContentPartPr>
              <p14:xfrm>
                <a:off x="746640" y="1797370"/>
                <a:ext cx="51120" cy="186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236F4CF-0CBA-245B-AD6A-1B2F72A1C94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29000" y="1779730"/>
                  <a:ext cx="86760" cy="22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BA8CD68-A65C-FF57-F4B1-6F4971729989}"/>
              </a:ext>
            </a:extLst>
          </p:cNvPr>
          <p:cNvGrpSpPr/>
          <p:nvPr/>
        </p:nvGrpSpPr>
        <p:grpSpPr>
          <a:xfrm>
            <a:off x="2715480" y="1579930"/>
            <a:ext cx="523080" cy="234000"/>
            <a:chOff x="2715480" y="1579930"/>
            <a:chExt cx="523080" cy="23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C76B5BB-5303-9E64-B416-B8FFD21F0696}"/>
                    </a:ext>
                  </a:extLst>
                </p14:cNvPr>
                <p14:cNvContentPartPr/>
                <p14:nvPr/>
              </p14:nvContentPartPr>
              <p14:xfrm>
                <a:off x="2786760" y="1708810"/>
                <a:ext cx="144720" cy="105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C76B5BB-5303-9E64-B416-B8FFD21F069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768760" y="1690810"/>
                  <a:ext cx="1803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CCC70DB-01C8-7CD8-2982-FB3D6D6957A0}"/>
                    </a:ext>
                  </a:extLst>
                </p14:cNvPr>
                <p14:cNvContentPartPr/>
                <p14:nvPr/>
              </p14:nvContentPartPr>
              <p14:xfrm>
                <a:off x="2715480" y="1579930"/>
                <a:ext cx="37440" cy="111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CCC70DB-01C8-7CD8-2982-FB3D6D6957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697480" y="1561930"/>
                  <a:ext cx="730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70A7826-2F4F-C468-D653-82FEB5A75C08}"/>
                    </a:ext>
                  </a:extLst>
                </p14:cNvPr>
                <p14:cNvContentPartPr/>
                <p14:nvPr/>
              </p14:nvContentPartPr>
              <p14:xfrm>
                <a:off x="3062160" y="1646170"/>
                <a:ext cx="176400" cy="986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70A7826-2F4F-C468-D653-82FEB5A75C0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044160" y="1628530"/>
                  <a:ext cx="21204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5259317-5C6F-5280-4DB7-B5952A082513}"/>
              </a:ext>
            </a:extLst>
          </p:cNvPr>
          <p:cNvGrpSpPr/>
          <p:nvPr/>
        </p:nvGrpSpPr>
        <p:grpSpPr>
          <a:xfrm>
            <a:off x="859320" y="4048810"/>
            <a:ext cx="1288080" cy="1146960"/>
            <a:chOff x="859320" y="4048810"/>
            <a:chExt cx="1288080" cy="114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3B22FCB-7C53-DEC6-AB8E-DC9CD58AB7A8}"/>
                    </a:ext>
                  </a:extLst>
                </p14:cNvPr>
                <p14:cNvContentPartPr/>
                <p14:nvPr/>
              </p14:nvContentPartPr>
              <p14:xfrm>
                <a:off x="929160" y="4067170"/>
                <a:ext cx="1218240" cy="577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3B22FCB-7C53-DEC6-AB8E-DC9CD58AB7A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11160" y="4049170"/>
                  <a:ext cx="1253880" cy="61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C4D3CF9-F591-743F-AE08-017823C1E15A}"/>
                    </a:ext>
                  </a:extLst>
                </p14:cNvPr>
                <p14:cNvContentPartPr/>
                <p14:nvPr/>
              </p14:nvContentPartPr>
              <p14:xfrm>
                <a:off x="859320" y="4048810"/>
                <a:ext cx="218880" cy="1411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C4D3CF9-F591-743F-AE08-017823C1E15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41680" y="4030810"/>
                  <a:ext cx="254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E2C163F-D3F6-512C-D0EB-50B3027B8241}"/>
                    </a:ext>
                  </a:extLst>
                </p14:cNvPr>
                <p14:cNvContentPartPr/>
                <p14:nvPr/>
              </p14:nvContentPartPr>
              <p14:xfrm>
                <a:off x="1473120" y="4950970"/>
                <a:ext cx="120600" cy="2134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E2C163F-D3F6-512C-D0EB-50B3027B824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455480" y="4933330"/>
                  <a:ext cx="1562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A9D68CD-E084-8F82-B195-7C496BDAFA0A}"/>
                    </a:ext>
                  </a:extLst>
                </p14:cNvPr>
                <p14:cNvContentPartPr/>
                <p14:nvPr/>
              </p14:nvContentPartPr>
              <p14:xfrm>
                <a:off x="1457280" y="4776010"/>
                <a:ext cx="16560" cy="338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A9D68CD-E084-8F82-B195-7C496BDAFA0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439640" y="4758370"/>
                  <a:ext cx="522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88B5D94-D616-8120-8AB0-C72877EE2D3E}"/>
                    </a:ext>
                  </a:extLst>
                </p14:cNvPr>
                <p14:cNvContentPartPr/>
                <p14:nvPr/>
              </p14:nvContentPartPr>
              <p14:xfrm>
                <a:off x="1723680" y="5002810"/>
                <a:ext cx="154800" cy="1929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88B5D94-D616-8120-8AB0-C72877EE2D3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706040" y="4985170"/>
                  <a:ext cx="19044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47C29A46-E21D-C18D-6110-840C2508E9A3}"/>
              </a:ext>
            </a:extLst>
          </p:cNvPr>
          <p:cNvGrpSpPr/>
          <p:nvPr/>
        </p:nvGrpSpPr>
        <p:grpSpPr>
          <a:xfrm>
            <a:off x="959040" y="764530"/>
            <a:ext cx="8874360" cy="4339440"/>
            <a:chOff x="959040" y="764530"/>
            <a:chExt cx="8874360" cy="433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85E482B-C4B3-3121-6336-A2A2AB31228F}"/>
                    </a:ext>
                  </a:extLst>
                </p14:cNvPr>
                <p14:cNvContentPartPr/>
                <p14:nvPr/>
              </p14:nvContentPartPr>
              <p14:xfrm>
                <a:off x="3157200" y="4248610"/>
                <a:ext cx="48240" cy="64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85E482B-C4B3-3121-6336-A2A2AB31228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139560" y="4230970"/>
                  <a:ext cx="838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C7C3CF7-35A5-30C7-7B1D-C4F9F74A9951}"/>
                    </a:ext>
                  </a:extLst>
                </p14:cNvPr>
                <p14:cNvContentPartPr/>
                <p14:nvPr/>
              </p14:nvContentPartPr>
              <p14:xfrm>
                <a:off x="3136680" y="4637410"/>
                <a:ext cx="181800" cy="2620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C7C3CF7-35A5-30C7-7B1D-C4F9F74A995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119040" y="4619410"/>
                  <a:ext cx="2174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22DFDFA-C32F-186A-C238-F4D3FB39D6EC}"/>
                    </a:ext>
                  </a:extLst>
                </p14:cNvPr>
                <p14:cNvContentPartPr/>
                <p14:nvPr/>
              </p14:nvContentPartPr>
              <p14:xfrm>
                <a:off x="3029760" y="4445170"/>
                <a:ext cx="497160" cy="6588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22DFDFA-C32F-186A-C238-F4D3FB39D6E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011760" y="4427170"/>
                  <a:ext cx="532800" cy="69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B5AE923-D011-0B45-7559-E15738D77D25}"/>
                    </a:ext>
                  </a:extLst>
                </p14:cNvPr>
                <p14:cNvContentPartPr/>
                <p14:nvPr/>
              </p14:nvContentPartPr>
              <p14:xfrm>
                <a:off x="3014640" y="4529770"/>
                <a:ext cx="99000" cy="5176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B5AE923-D011-0B45-7559-E15738D77D2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997000" y="4512130"/>
                  <a:ext cx="134640" cy="55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F51DB81-09FE-0DF4-5808-B667D155F049}"/>
                    </a:ext>
                  </a:extLst>
                </p14:cNvPr>
                <p14:cNvContentPartPr/>
                <p14:nvPr/>
              </p14:nvContentPartPr>
              <p14:xfrm>
                <a:off x="959040" y="2195530"/>
                <a:ext cx="19080" cy="759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F51DB81-09FE-0DF4-5808-B667D155F04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41400" y="2177890"/>
                  <a:ext cx="54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117B238-2FF9-EB54-E044-73C9259E20F6}"/>
                    </a:ext>
                  </a:extLst>
                </p14:cNvPr>
                <p14:cNvContentPartPr/>
                <p14:nvPr/>
              </p14:nvContentPartPr>
              <p14:xfrm>
                <a:off x="1103040" y="1797010"/>
                <a:ext cx="13320" cy="622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117B238-2FF9-EB54-E044-73C9259E20F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85040" y="1779370"/>
                  <a:ext cx="489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2CA497D-A754-17E8-8922-E3C67F47363B}"/>
                    </a:ext>
                  </a:extLst>
                </p14:cNvPr>
                <p14:cNvContentPartPr/>
                <p14:nvPr/>
              </p14:nvContentPartPr>
              <p14:xfrm>
                <a:off x="1171800" y="1602610"/>
                <a:ext cx="25560" cy="68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2CA497D-A754-17E8-8922-E3C67F47363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53800" y="1584970"/>
                  <a:ext cx="612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E79E603-CDAB-037F-7755-7B5B0A077DF1}"/>
                    </a:ext>
                  </a:extLst>
                </p14:cNvPr>
                <p14:cNvContentPartPr/>
                <p14:nvPr/>
              </p14:nvContentPartPr>
              <p14:xfrm>
                <a:off x="1306440" y="1431250"/>
                <a:ext cx="38880" cy="576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E79E603-CDAB-037F-7755-7B5B0A077DF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288440" y="1413250"/>
                  <a:ext cx="745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1788B2A-9EC5-F47C-AAFB-3BF6B1B38764}"/>
                    </a:ext>
                  </a:extLst>
                </p14:cNvPr>
                <p14:cNvContentPartPr/>
                <p14:nvPr/>
              </p14:nvContentPartPr>
              <p14:xfrm>
                <a:off x="1414440" y="1344850"/>
                <a:ext cx="360" cy="3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1788B2A-9EC5-F47C-AAFB-3BF6B1B3876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396800" y="132721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7B0659B-235F-FB24-57A6-0561A06E3844}"/>
                    </a:ext>
                  </a:extLst>
                </p14:cNvPr>
                <p14:cNvContentPartPr/>
                <p14:nvPr/>
              </p14:nvContentPartPr>
              <p14:xfrm>
                <a:off x="1422000" y="1001770"/>
                <a:ext cx="59400" cy="2134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7B0659B-235F-FB24-57A6-0561A06E384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404000" y="983770"/>
                  <a:ext cx="950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6C3C4B7-F8EC-DFDF-F5A1-C4450B1DFA90}"/>
                    </a:ext>
                  </a:extLst>
                </p14:cNvPr>
                <p14:cNvContentPartPr/>
                <p14:nvPr/>
              </p14:nvContentPartPr>
              <p14:xfrm>
                <a:off x="1339560" y="764530"/>
                <a:ext cx="339480" cy="592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6C3C4B7-F8EC-DFDF-F5A1-C4450B1DFA9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321920" y="746890"/>
                  <a:ext cx="375120" cy="6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DA40EB9-CC40-B85D-76AF-F39890F9A49D}"/>
                    </a:ext>
                  </a:extLst>
                </p14:cNvPr>
                <p14:cNvContentPartPr/>
                <p14:nvPr/>
              </p14:nvContentPartPr>
              <p14:xfrm>
                <a:off x="1197360" y="924370"/>
                <a:ext cx="403560" cy="4536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DA40EB9-CC40-B85D-76AF-F39890F9A49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79720" y="906370"/>
                  <a:ext cx="43920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49D48A4-03B4-0176-CD8B-777F34AB44F3}"/>
                    </a:ext>
                  </a:extLst>
                </p14:cNvPr>
                <p14:cNvContentPartPr/>
                <p14:nvPr/>
              </p14:nvContentPartPr>
              <p14:xfrm>
                <a:off x="3085920" y="2352130"/>
                <a:ext cx="26640" cy="486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49D48A4-03B4-0176-CD8B-777F34AB44F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067920" y="2334490"/>
                  <a:ext cx="622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63B073C-1577-FDA2-9404-471D385A3616}"/>
                    </a:ext>
                  </a:extLst>
                </p14:cNvPr>
                <p14:cNvContentPartPr/>
                <p14:nvPr/>
              </p14:nvContentPartPr>
              <p14:xfrm>
                <a:off x="3226320" y="2073850"/>
                <a:ext cx="64080" cy="102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63B073C-1577-FDA2-9404-471D385A361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208680" y="2055850"/>
                  <a:ext cx="997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26B8EA3-D392-33E3-1F6B-102D78AAB2BF}"/>
                    </a:ext>
                  </a:extLst>
                </p14:cNvPr>
                <p14:cNvContentPartPr/>
                <p14:nvPr/>
              </p14:nvContentPartPr>
              <p14:xfrm>
                <a:off x="3303360" y="1992130"/>
                <a:ext cx="21240" cy="36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26B8EA3-D392-33E3-1F6B-102D78AAB2B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285720" y="1974130"/>
                  <a:ext cx="568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0792021-FEC1-BB5F-2E39-8EACA8D70380}"/>
                    </a:ext>
                  </a:extLst>
                </p14:cNvPr>
                <p14:cNvContentPartPr/>
                <p14:nvPr/>
              </p14:nvContentPartPr>
              <p14:xfrm>
                <a:off x="3421440" y="1742290"/>
                <a:ext cx="20520" cy="399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0792021-FEC1-BB5F-2E39-8EACA8D7038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403800" y="1724650"/>
                  <a:ext cx="561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8E1510D-D87B-D808-6FE0-2E79EB723F63}"/>
                    </a:ext>
                  </a:extLst>
                </p14:cNvPr>
                <p14:cNvContentPartPr/>
                <p14:nvPr/>
              </p14:nvContentPartPr>
              <p14:xfrm>
                <a:off x="3619440" y="1432330"/>
                <a:ext cx="225000" cy="1692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8E1510D-D87B-D808-6FE0-2E79EB723F6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601440" y="1414690"/>
                  <a:ext cx="2606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D378330-62EC-268E-9AF8-DEE71F91B4AF}"/>
                    </a:ext>
                  </a:extLst>
                </p14:cNvPr>
                <p14:cNvContentPartPr/>
                <p14:nvPr/>
              </p14:nvContentPartPr>
              <p14:xfrm>
                <a:off x="3573720" y="1270330"/>
                <a:ext cx="423360" cy="5140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D378330-62EC-268E-9AF8-DEE71F91B4A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556080" y="1252690"/>
                  <a:ext cx="45900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8C90B92-9ABE-2A8A-D81C-132C0B8A5CD3}"/>
                    </a:ext>
                  </a:extLst>
                </p14:cNvPr>
                <p14:cNvContentPartPr/>
                <p14:nvPr/>
              </p14:nvContentPartPr>
              <p14:xfrm>
                <a:off x="3562200" y="1363210"/>
                <a:ext cx="72000" cy="4086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8C90B92-9ABE-2A8A-D81C-132C0B8A5CD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544200" y="1345570"/>
                  <a:ext cx="10764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5C854FA-D2ED-37ED-1242-32AA4D596261}"/>
                    </a:ext>
                  </a:extLst>
                </p14:cNvPr>
                <p14:cNvContentPartPr/>
                <p14:nvPr/>
              </p14:nvContentPartPr>
              <p14:xfrm>
                <a:off x="7784280" y="2238010"/>
                <a:ext cx="1742760" cy="9540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5C854FA-D2ED-37ED-1242-32AA4D59626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766640" y="2220370"/>
                  <a:ext cx="1778400" cy="9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A1BAC85-76AA-671C-7298-323BAB2E9A7E}"/>
                    </a:ext>
                  </a:extLst>
                </p14:cNvPr>
                <p14:cNvContentPartPr/>
                <p14:nvPr/>
              </p14:nvContentPartPr>
              <p14:xfrm>
                <a:off x="7676280" y="2378410"/>
                <a:ext cx="75240" cy="8028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A1BAC85-76AA-671C-7298-323BAB2E9A7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658280" y="2360770"/>
                  <a:ext cx="110880" cy="83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2C91568-4548-9088-CD25-27915CDF1473}"/>
                    </a:ext>
                  </a:extLst>
                </p14:cNvPr>
                <p14:cNvContentPartPr/>
                <p14:nvPr/>
              </p14:nvContentPartPr>
              <p14:xfrm>
                <a:off x="1908720" y="876850"/>
                <a:ext cx="6062400" cy="15782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2C91568-4548-9088-CD25-27915CDF147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890720" y="858850"/>
                  <a:ext cx="6098040" cy="161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F965A47-1473-9C8F-B42C-8C7ADCF8B23E}"/>
                    </a:ext>
                  </a:extLst>
                </p14:cNvPr>
                <p14:cNvContentPartPr/>
                <p14:nvPr/>
              </p14:nvContentPartPr>
              <p14:xfrm>
                <a:off x="4033440" y="1493890"/>
                <a:ext cx="3575880" cy="18082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F965A47-1473-9C8F-B42C-8C7ADCF8B23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015800" y="1476250"/>
                  <a:ext cx="3611520" cy="18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3CE8AD6-126F-1EFA-7A15-338ABFC5DE10}"/>
                    </a:ext>
                  </a:extLst>
                </p14:cNvPr>
                <p14:cNvContentPartPr/>
                <p14:nvPr/>
              </p14:nvContentPartPr>
              <p14:xfrm>
                <a:off x="7853040" y="3160330"/>
                <a:ext cx="1830600" cy="6800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3CE8AD6-126F-1EFA-7A15-338ABFC5DE1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835400" y="3142330"/>
                  <a:ext cx="1866240" cy="71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067877F-99E3-0D93-1E8E-AFF23E673541}"/>
                    </a:ext>
                  </a:extLst>
                </p14:cNvPr>
                <p14:cNvContentPartPr/>
                <p14:nvPr/>
              </p14:nvContentPartPr>
              <p14:xfrm>
                <a:off x="3580560" y="4452370"/>
                <a:ext cx="4678200" cy="5047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067877F-99E3-0D93-1E8E-AFF23E67354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562920" y="4434730"/>
                  <a:ext cx="471384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4E5CAAB-985B-AF22-3114-F2FC82B51CFA}"/>
                    </a:ext>
                  </a:extLst>
                </p14:cNvPr>
                <p14:cNvContentPartPr/>
                <p14:nvPr/>
              </p14:nvContentPartPr>
              <p14:xfrm>
                <a:off x="8195400" y="3675850"/>
                <a:ext cx="1638000" cy="7977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4E5CAAB-985B-AF22-3114-F2FC82B51CF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177760" y="3657850"/>
                  <a:ext cx="1673640" cy="833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66139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95B2CC-8C53-55AA-08FD-65220FA0FE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C617FA8-1CF9-E7F3-9294-C817BAE9CC8C}"/>
              </a:ext>
            </a:extLst>
          </p:cNvPr>
          <p:cNvGrpSpPr/>
          <p:nvPr/>
        </p:nvGrpSpPr>
        <p:grpSpPr>
          <a:xfrm>
            <a:off x="754920" y="486344"/>
            <a:ext cx="669240" cy="369360"/>
            <a:chOff x="754920" y="486344"/>
            <a:chExt cx="669240" cy="36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559F464-D73B-39FB-F2A4-EEC277F99E09}"/>
                    </a:ext>
                  </a:extLst>
                </p14:cNvPr>
                <p14:cNvContentPartPr/>
                <p14:nvPr/>
              </p14:nvContentPartPr>
              <p14:xfrm>
                <a:off x="754920" y="486344"/>
                <a:ext cx="303480" cy="369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559F464-D73B-39FB-F2A4-EEC277F99E0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6920" y="468704"/>
                  <a:ext cx="33912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59C24F1-5338-7740-A1D7-660A25C12CF2}"/>
                    </a:ext>
                  </a:extLst>
                </p14:cNvPr>
                <p14:cNvContentPartPr/>
                <p14:nvPr/>
              </p14:nvContentPartPr>
              <p14:xfrm>
                <a:off x="1188720" y="709184"/>
                <a:ext cx="82080" cy="1422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59C24F1-5338-7740-A1D7-660A25C12CF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0720" y="691544"/>
                  <a:ext cx="1177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BEE50A2-AE3B-BF2B-3E0D-0B7D3F03D9A5}"/>
                    </a:ext>
                  </a:extLst>
                </p14:cNvPr>
                <p14:cNvContentPartPr/>
                <p14:nvPr/>
              </p14:nvContentPartPr>
              <p14:xfrm>
                <a:off x="1345320" y="701624"/>
                <a:ext cx="78840" cy="130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BEE50A2-AE3B-BF2B-3E0D-0B7D3F03D9A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27320" y="683624"/>
                  <a:ext cx="11448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3CBE52B-8077-74F8-CA50-E69280205B94}"/>
              </a:ext>
            </a:extLst>
          </p:cNvPr>
          <p:cNvGrpSpPr/>
          <p:nvPr/>
        </p:nvGrpSpPr>
        <p:grpSpPr>
          <a:xfrm>
            <a:off x="1614240" y="550424"/>
            <a:ext cx="128880" cy="284040"/>
            <a:chOff x="1614240" y="550424"/>
            <a:chExt cx="12888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EB3AFC1-C7D8-254D-BA0C-E9160CF8A219}"/>
                    </a:ext>
                  </a:extLst>
                </p14:cNvPr>
                <p14:cNvContentPartPr/>
                <p14:nvPr/>
              </p14:nvContentPartPr>
              <p14:xfrm>
                <a:off x="1614240" y="550424"/>
                <a:ext cx="20880" cy="284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EB3AFC1-C7D8-254D-BA0C-E9160CF8A21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96240" y="532784"/>
                  <a:ext cx="5652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C5E856-072E-B0A1-D933-8037A85E80D5}"/>
                    </a:ext>
                  </a:extLst>
                </p14:cNvPr>
                <p14:cNvContentPartPr/>
                <p14:nvPr/>
              </p14:nvContentPartPr>
              <p14:xfrm>
                <a:off x="1646640" y="644384"/>
                <a:ext cx="96480" cy="131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C5E856-072E-B0A1-D933-8037A85E80D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28640" y="626744"/>
                  <a:ext cx="13212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2C54B7-E481-99A7-CB11-459CC7153E42}"/>
              </a:ext>
            </a:extLst>
          </p:cNvPr>
          <p:cNvGrpSpPr/>
          <p:nvPr/>
        </p:nvGrpSpPr>
        <p:grpSpPr>
          <a:xfrm>
            <a:off x="1962720" y="494264"/>
            <a:ext cx="864360" cy="417240"/>
            <a:chOff x="1962720" y="494264"/>
            <a:chExt cx="864360" cy="41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A878738-9C45-0A2F-0574-12487CABA5C5}"/>
                    </a:ext>
                  </a:extLst>
                </p14:cNvPr>
                <p14:cNvContentPartPr/>
                <p14:nvPr/>
              </p14:nvContentPartPr>
              <p14:xfrm>
                <a:off x="1998000" y="494264"/>
                <a:ext cx="116280" cy="417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A878738-9C45-0A2F-0574-12487CABA5C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980000" y="476264"/>
                  <a:ext cx="15192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D51BDFF-AE37-70FB-6A49-151BEDB63CB7}"/>
                    </a:ext>
                  </a:extLst>
                </p14:cNvPr>
                <p14:cNvContentPartPr/>
                <p14:nvPr/>
              </p14:nvContentPartPr>
              <p14:xfrm>
                <a:off x="1962720" y="716024"/>
                <a:ext cx="168840" cy="18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D51BDFF-AE37-70FB-6A49-151BEDB63CB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45080" y="698384"/>
                  <a:ext cx="2044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F97F844-3DD5-890B-2C5E-02F6917891F0}"/>
                    </a:ext>
                  </a:extLst>
                </p14:cNvPr>
                <p14:cNvContentPartPr/>
                <p14:nvPr/>
              </p14:nvContentPartPr>
              <p14:xfrm>
                <a:off x="2259720" y="559424"/>
                <a:ext cx="28800" cy="261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F97F844-3DD5-890B-2C5E-02F6917891F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242080" y="541424"/>
                  <a:ext cx="6444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6282C60-47E1-2E3B-A9C3-F102AC684AA1}"/>
                    </a:ext>
                  </a:extLst>
                </p14:cNvPr>
                <p14:cNvContentPartPr/>
                <p14:nvPr/>
              </p14:nvContentPartPr>
              <p14:xfrm>
                <a:off x="2394360" y="708824"/>
                <a:ext cx="77760" cy="77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6282C60-47E1-2E3B-A9C3-F102AC684AA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76360" y="691184"/>
                  <a:ext cx="1134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6A74F73-B81A-2D83-E9E8-F2D61205865F}"/>
                    </a:ext>
                  </a:extLst>
                </p14:cNvPr>
                <p14:cNvContentPartPr/>
                <p14:nvPr/>
              </p14:nvContentPartPr>
              <p14:xfrm>
                <a:off x="2630160" y="622424"/>
                <a:ext cx="196920" cy="150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6A74F73-B81A-2D83-E9E8-F2D61205865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612520" y="604784"/>
                  <a:ext cx="232560" cy="18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13899CB-8706-4A52-413F-B2A0BE968488}"/>
                  </a:ext>
                </a:extLst>
              </p14:cNvPr>
              <p14:cNvContentPartPr/>
              <p14:nvPr/>
            </p14:nvContentPartPr>
            <p14:xfrm>
              <a:off x="3051360" y="552224"/>
              <a:ext cx="7920" cy="154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13899CB-8706-4A52-413F-B2A0BE96848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033360" y="534224"/>
                <a:ext cx="4356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2E7D7196-A88D-76EE-B45F-0BB2CD9333D5}"/>
                  </a:ext>
                </a:extLst>
              </p14:cNvPr>
              <p14:cNvContentPartPr/>
              <p14:nvPr/>
            </p14:nvContentPartPr>
            <p14:xfrm>
              <a:off x="3073320" y="793424"/>
              <a:ext cx="28080" cy="468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2E7D7196-A88D-76EE-B45F-0BB2CD9333D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055320" y="775424"/>
                <a:ext cx="63720" cy="4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B60A51EF-7A33-52EE-7551-A8C586DCDF07}"/>
              </a:ext>
            </a:extLst>
          </p:cNvPr>
          <p:cNvGrpSpPr/>
          <p:nvPr/>
        </p:nvGrpSpPr>
        <p:grpSpPr>
          <a:xfrm>
            <a:off x="3856320" y="259184"/>
            <a:ext cx="3570480" cy="1435320"/>
            <a:chOff x="3856320" y="259184"/>
            <a:chExt cx="3570480" cy="143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753E7D0-9CEC-B146-B36C-77620C599B06}"/>
                    </a:ext>
                  </a:extLst>
                </p14:cNvPr>
                <p14:cNvContentPartPr/>
                <p14:nvPr/>
              </p14:nvContentPartPr>
              <p14:xfrm>
                <a:off x="4781520" y="372224"/>
                <a:ext cx="77040" cy="488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753E7D0-9CEC-B146-B36C-77620C599B0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763880" y="354224"/>
                  <a:ext cx="11268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DDB32D3-8EF5-3905-DF75-1F991EE860A5}"/>
                    </a:ext>
                  </a:extLst>
                </p14:cNvPr>
                <p14:cNvContentPartPr/>
                <p14:nvPr/>
              </p14:nvContentPartPr>
              <p14:xfrm>
                <a:off x="4584240" y="841664"/>
                <a:ext cx="484560" cy="64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DDB32D3-8EF5-3905-DF75-1F991EE860A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66240" y="824024"/>
                  <a:ext cx="520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8AE0C7B-4924-E58A-C112-E96CDADE94E5}"/>
                    </a:ext>
                  </a:extLst>
                </p14:cNvPr>
                <p14:cNvContentPartPr/>
                <p14:nvPr/>
              </p14:nvContentPartPr>
              <p14:xfrm>
                <a:off x="4808160" y="997904"/>
                <a:ext cx="159120" cy="24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8AE0C7B-4924-E58A-C112-E96CDADE94E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90160" y="979904"/>
                  <a:ext cx="1947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DE3888C-CB32-3599-4DB9-1EB19995FABD}"/>
                    </a:ext>
                  </a:extLst>
                </p14:cNvPr>
                <p14:cNvContentPartPr/>
                <p14:nvPr/>
              </p14:nvContentPartPr>
              <p14:xfrm>
                <a:off x="4903560" y="1021664"/>
                <a:ext cx="118080" cy="555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DE3888C-CB32-3599-4DB9-1EB19995FAB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85920" y="1003664"/>
                  <a:ext cx="15372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93CBA31-4078-0BB1-9AA5-9BA4B680EB3D}"/>
                    </a:ext>
                  </a:extLst>
                </p14:cNvPr>
                <p14:cNvContentPartPr/>
                <p14:nvPr/>
              </p14:nvContentPartPr>
              <p14:xfrm>
                <a:off x="4752000" y="352784"/>
                <a:ext cx="618480" cy="59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93CBA31-4078-0BB1-9AA5-9BA4B680EB3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34000" y="334784"/>
                  <a:ext cx="6541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3B62F42-5512-88C6-E9BC-E9D9BA77C8FB}"/>
                    </a:ext>
                  </a:extLst>
                </p14:cNvPr>
                <p14:cNvContentPartPr/>
                <p14:nvPr/>
              </p14:nvContentPartPr>
              <p14:xfrm>
                <a:off x="5445000" y="259184"/>
                <a:ext cx="413640" cy="122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3B62F42-5512-88C6-E9BC-E9D9BA77C8F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27360" y="241184"/>
                  <a:ext cx="4492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E2DE549-1456-F0C0-F759-D7BF18BBE5DA}"/>
                    </a:ext>
                  </a:extLst>
                </p14:cNvPr>
                <p14:cNvContentPartPr/>
                <p14:nvPr/>
              </p14:nvContentPartPr>
              <p14:xfrm>
                <a:off x="5863320" y="353144"/>
                <a:ext cx="686880" cy="26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E2DE549-1456-F0C0-F759-D7BF18BBE5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45680" y="335504"/>
                  <a:ext cx="722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76F0E14-C613-F526-81F1-F57985130BAD}"/>
                    </a:ext>
                  </a:extLst>
                </p14:cNvPr>
                <p14:cNvContentPartPr/>
                <p14:nvPr/>
              </p14:nvContentPartPr>
              <p14:xfrm>
                <a:off x="6474600" y="392744"/>
                <a:ext cx="73440" cy="534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76F0E14-C613-F526-81F1-F57985130BA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456600" y="374744"/>
                  <a:ext cx="109080" cy="57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1B11773-FE56-4B84-A8A2-10EB5C2084F1}"/>
                    </a:ext>
                  </a:extLst>
                </p14:cNvPr>
                <p14:cNvContentPartPr/>
                <p14:nvPr/>
              </p14:nvContentPartPr>
              <p14:xfrm>
                <a:off x="5006880" y="943184"/>
                <a:ext cx="1828440" cy="751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1B11773-FE56-4B84-A8A2-10EB5C2084F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988880" y="925184"/>
                  <a:ext cx="1864080" cy="78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0DCEEDB-5513-97C8-03C0-2E9DC0A6C8C3}"/>
                    </a:ext>
                  </a:extLst>
                </p14:cNvPr>
                <p14:cNvContentPartPr/>
                <p14:nvPr/>
              </p14:nvContentPartPr>
              <p14:xfrm>
                <a:off x="5544000" y="638984"/>
                <a:ext cx="67320" cy="240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0DCEEDB-5513-97C8-03C0-2E9DC0A6C8C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526000" y="620984"/>
                  <a:ext cx="1029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BDB0A25-F67A-7028-F638-4CAD2806C16D}"/>
                    </a:ext>
                  </a:extLst>
                </p14:cNvPr>
                <p14:cNvContentPartPr/>
                <p14:nvPr/>
              </p14:nvContentPartPr>
              <p14:xfrm>
                <a:off x="5593680" y="563024"/>
                <a:ext cx="176400" cy="163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BDB0A25-F67A-7028-F638-4CAD2806C16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75680" y="545384"/>
                  <a:ext cx="212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826E9E9-88F2-7ECE-CD9A-D753D99F13B9}"/>
                    </a:ext>
                  </a:extLst>
                </p14:cNvPr>
                <p14:cNvContentPartPr/>
                <p14:nvPr/>
              </p14:nvContentPartPr>
              <p14:xfrm>
                <a:off x="5871240" y="698384"/>
                <a:ext cx="40320" cy="137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826E9E9-88F2-7ECE-CD9A-D753D99F13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853600" y="680744"/>
                  <a:ext cx="759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31558FE-6F26-7AC4-A35B-55F051F660A4}"/>
                    </a:ext>
                  </a:extLst>
                </p14:cNvPr>
                <p14:cNvContentPartPr/>
                <p14:nvPr/>
              </p14:nvContentPartPr>
              <p14:xfrm>
                <a:off x="6962400" y="966944"/>
                <a:ext cx="72720" cy="226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31558FE-6F26-7AC4-A35B-55F051F660A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44400" y="948944"/>
                  <a:ext cx="1083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4D753EE-6848-D297-24F3-6E8E223862A2}"/>
                    </a:ext>
                  </a:extLst>
                </p14:cNvPr>
                <p14:cNvContentPartPr/>
                <p14:nvPr/>
              </p14:nvContentPartPr>
              <p14:xfrm>
                <a:off x="6995520" y="892424"/>
                <a:ext cx="121320" cy="129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4D753EE-6848-D297-24F3-6E8E223862A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77520" y="874784"/>
                  <a:ext cx="1569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BAEC7BF-940F-5E80-4DDA-E14CA52D9B13}"/>
                    </a:ext>
                  </a:extLst>
                </p14:cNvPr>
                <p14:cNvContentPartPr/>
                <p14:nvPr/>
              </p14:nvContentPartPr>
              <p14:xfrm>
                <a:off x="7239600" y="1046864"/>
                <a:ext cx="187200" cy="139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BAEC7BF-940F-5E80-4DDA-E14CA52D9B1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21960" y="1028864"/>
                  <a:ext cx="2228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9D044DC-4777-5800-EEB4-6D0BF9C50EDE}"/>
                    </a:ext>
                  </a:extLst>
                </p14:cNvPr>
                <p14:cNvContentPartPr/>
                <p14:nvPr/>
              </p14:nvContentPartPr>
              <p14:xfrm>
                <a:off x="3856320" y="841664"/>
                <a:ext cx="230400" cy="2484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9D044DC-4777-5800-EEB4-6D0BF9C50ED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38680" y="824024"/>
                  <a:ext cx="2660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7731C37-E2E2-663F-B766-CED6F555105F}"/>
                    </a:ext>
                  </a:extLst>
                </p14:cNvPr>
                <p14:cNvContentPartPr/>
                <p14:nvPr/>
              </p14:nvContentPartPr>
              <p14:xfrm>
                <a:off x="4212360" y="1046144"/>
                <a:ext cx="84240" cy="183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7731C37-E2E2-663F-B766-CED6F555105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194720" y="1028144"/>
                  <a:ext cx="1198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316B8C8F-59D6-BEB9-B9FA-8002EDC876F5}"/>
              </a:ext>
            </a:extLst>
          </p:cNvPr>
          <p:cNvGrpSpPr/>
          <p:nvPr/>
        </p:nvGrpSpPr>
        <p:grpSpPr>
          <a:xfrm>
            <a:off x="-28440" y="1942904"/>
            <a:ext cx="7128000" cy="1574280"/>
            <a:chOff x="-28440" y="1942904"/>
            <a:chExt cx="7128000" cy="157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AB12A61-7B76-40DA-4592-E18621F9AC74}"/>
                    </a:ext>
                  </a:extLst>
                </p14:cNvPr>
                <p14:cNvContentPartPr/>
                <p14:nvPr/>
              </p14:nvContentPartPr>
              <p14:xfrm>
                <a:off x="411480" y="2545904"/>
                <a:ext cx="60840" cy="360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AB12A61-7B76-40DA-4592-E18621F9AC7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93840" y="2527904"/>
                  <a:ext cx="964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0219FB2-8819-356D-5F96-2EB11BC4911E}"/>
                    </a:ext>
                  </a:extLst>
                </p14:cNvPr>
                <p14:cNvContentPartPr/>
                <p14:nvPr/>
              </p14:nvContentPartPr>
              <p14:xfrm>
                <a:off x="459360" y="2500184"/>
                <a:ext cx="181440" cy="249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0219FB2-8819-356D-5F96-2EB11BC4911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41720" y="2482184"/>
                  <a:ext cx="2170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3848A00-1607-781A-88DD-9552D22FA34C}"/>
                    </a:ext>
                  </a:extLst>
                </p14:cNvPr>
                <p14:cNvContentPartPr/>
                <p14:nvPr/>
              </p14:nvContentPartPr>
              <p14:xfrm>
                <a:off x="504720" y="2657144"/>
                <a:ext cx="74880" cy="241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3848A00-1607-781A-88DD-9552D22FA34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87080" y="2639504"/>
                  <a:ext cx="1105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5F2BE1B-5529-A69D-84A7-0080DBDF8F0C}"/>
                    </a:ext>
                  </a:extLst>
                </p14:cNvPr>
                <p14:cNvContentPartPr/>
                <p14:nvPr/>
              </p14:nvContentPartPr>
              <p14:xfrm>
                <a:off x="798120" y="2662544"/>
                <a:ext cx="37080" cy="194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5F2BE1B-5529-A69D-84A7-0080DBDF8F0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80120" y="2644904"/>
                  <a:ext cx="727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83E23A8-0491-3344-BFF4-421370035D75}"/>
                    </a:ext>
                  </a:extLst>
                </p14:cNvPr>
                <p14:cNvContentPartPr/>
                <p14:nvPr/>
              </p14:nvContentPartPr>
              <p14:xfrm>
                <a:off x="805680" y="2581184"/>
                <a:ext cx="82800" cy="156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83E23A8-0491-3344-BFF4-421370035D7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8040" y="2563544"/>
                  <a:ext cx="1184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4A4867E-4B2E-14EF-4057-030D07F749E5}"/>
                    </a:ext>
                  </a:extLst>
                </p14:cNvPr>
                <p14:cNvContentPartPr/>
                <p14:nvPr/>
              </p14:nvContentPartPr>
              <p14:xfrm>
                <a:off x="995760" y="2631584"/>
                <a:ext cx="79920" cy="168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4A4867E-4B2E-14EF-4057-030D07F749E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77760" y="2613584"/>
                  <a:ext cx="1155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BF0B163-8165-9DF1-9B2C-6E487219B3B3}"/>
                    </a:ext>
                  </a:extLst>
                </p14:cNvPr>
                <p14:cNvContentPartPr/>
                <p14:nvPr/>
              </p14:nvContentPartPr>
              <p14:xfrm>
                <a:off x="1042560" y="2605304"/>
                <a:ext cx="59760" cy="146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BF0B163-8165-9DF1-9B2C-6E487219B3B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4920" y="2587304"/>
                  <a:ext cx="954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14C966C-479E-4D04-1E9C-0B4469CC29E7}"/>
                    </a:ext>
                  </a:extLst>
                </p14:cNvPr>
                <p14:cNvContentPartPr/>
                <p14:nvPr/>
              </p14:nvContentPartPr>
              <p14:xfrm>
                <a:off x="1178640" y="2561024"/>
                <a:ext cx="305280" cy="382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14C966C-479E-4D04-1E9C-0B4469CC29E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1000" y="2543024"/>
                  <a:ext cx="34092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D8B4BE2-283E-2A5D-EEF3-744BDB9AF50F}"/>
                    </a:ext>
                  </a:extLst>
                </p14:cNvPr>
                <p14:cNvContentPartPr/>
                <p14:nvPr/>
              </p14:nvContentPartPr>
              <p14:xfrm>
                <a:off x="2098800" y="2496224"/>
                <a:ext cx="38520" cy="402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D8B4BE2-283E-2A5D-EEF3-744BDB9AF50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080800" y="2478584"/>
                  <a:ext cx="7416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35C4983-BEDD-FF3C-C50B-9D6F4720498A}"/>
                    </a:ext>
                  </a:extLst>
                </p14:cNvPr>
                <p14:cNvContentPartPr/>
                <p14:nvPr/>
              </p14:nvContentPartPr>
              <p14:xfrm>
                <a:off x="2144160" y="2535104"/>
                <a:ext cx="163080" cy="2102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35C4983-BEDD-FF3C-C50B-9D6F4720498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126520" y="2517104"/>
                  <a:ext cx="1987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EC0AD20-6C6A-7369-BBA4-1986CF4F0A3D}"/>
                    </a:ext>
                  </a:extLst>
                </p14:cNvPr>
                <p14:cNvContentPartPr/>
                <p14:nvPr/>
              </p14:nvContentPartPr>
              <p14:xfrm>
                <a:off x="2530800" y="2561744"/>
                <a:ext cx="127800" cy="1839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EC0AD20-6C6A-7369-BBA4-1986CF4F0A3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12800" y="2543744"/>
                  <a:ext cx="163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86CF292-E076-6E2D-60D1-60B29B6EF256}"/>
                    </a:ext>
                  </a:extLst>
                </p14:cNvPr>
                <p14:cNvContentPartPr/>
                <p14:nvPr/>
              </p14:nvContentPartPr>
              <p14:xfrm>
                <a:off x="2796840" y="2529704"/>
                <a:ext cx="151200" cy="225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86CF292-E076-6E2D-60D1-60B29B6EF25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778840" y="2511704"/>
                  <a:ext cx="1868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E72BD87-68A2-39CE-60B7-DEE33C14483D}"/>
                    </a:ext>
                  </a:extLst>
                </p14:cNvPr>
                <p14:cNvContentPartPr/>
                <p14:nvPr/>
              </p14:nvContentPartPr>
              <p14:xfrm>
                <a:off x="3378960" y="2650304"/>
                <a:ext cx="19080" cy="1022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E72BD87-68A2-39CE-60B7-DEE33C14483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360960" y="2632664"/>
                  <a:ext cx="547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90A3FA5-CB6E-8DF0-5871-52ACB0BD9B4D}"/>
                    </a:ext>
                  </a:extLst>
                </p14:cNvPr>
                <p14:cNvContentPartPr/>
                <p14:nvPr/>
              </p14:nvContentPartPr>
              <p14:xfrm>
                <a:off x="3357000" y="2449784"/>
                <a:ext cx="24120" cy="64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90A3FA5-CB6E-8DF0-5871-52ACB0BD9B4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339000" y="2431784"/>
                  <a:ext cx="5976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8222DB0-3C93-3AB7-F54D-35A83C4282F1}"/>
                    </a:ext>
                  </a:extLst>
                </p14:cNvPr>
                <p14:cNvContentPartPr/>
                <p14:nvPr/>
              </p14:nvContentPartPr>
              <p14:xfrm>
                <a:off x="3540600" y="2633384"/>
                <a:ext cx="93600" cy="104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8222DB0-3C93-3AB7-F54D-35A83C4282F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522600" y="2615744"/>
                  <a:ext cx="1292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8B07682-C757-BCBC-FA14-1E4B1A39BA67}"/>
                    </a:ext>
                  </a:extLst>
                </p14:cNvPr>
                <p14:cNvContentPartPr/>
                <p14:nvPr/>
              </p14:nvContentPartPr>
              <p14:xfrm>
                <a:off x="4132800" y="2460584"/>
                <a:ext cx="63720" cy="259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8B07682-C757-BCBC-FA14-1E4B1A39BA6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14800" y="2442944"/>
                  <a:ext cx="993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1750F51-289B-71AF-94A2-0B706224EB4A}"/>
                    </a:ext>
                  </a:extLst>
                </p14:cNvPr>
                <p14:cNvContentPartPr/>
                <p14:nvPr/>
              </p14:nvContentPartPr>
              <p14:xfrm>
                <a:off x="4068000" y="2494064"/>
                <a:ext cx="425520" cy="1497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1750F51-289B-71AF-94A2-0B706224EB4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50360" y="2476064"/>
                  <a:ext cx="4611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49E6025-9BDA-F93D-3234-723B270E8F30}"/>
                    </a:ext>
                  </a:extLst>
                </p14:cNvPr>
                <p14:cNvContentPartPr/>
                <p14:nvPr/>
              </p14:nvContentPartPr>
              <p14:xfrm>
                <a:off x="4601880" y="2509544"/>
                <a:ext cx="109080" cy="95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49E6025-9BDA-F93D-3234-723B270E8F3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583880" y="2491904"/>
                  <a:ext cx="1447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C40C0DE-3629-E82C-1F28-FF7B0B6607A7}"/>
                    </a:ext>
                  </a:extLst>
                </p14:cNvPr>
                <p14:cNvContentPartPr/>
                <p14:nvPr/>
              </p14:nvContentPartPr>
              <p14:xfrm>
                <a:off x="4595040" y="2511704"/>
                <a:ext cx="114480" cy="154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C40C0DE-3629-E82C-1F28-FF7B0B6607A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577400" y="2494064"/>
                  <a:ext cx="1501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76B58C0-F627-52B0-581C-D44458FF13F3}"/>
                    </a:ext>
                  </a:extLst>
                </p14:cNvPr>
                <p14:cNvContentPartPr/>
                <p14:nvPr/>
              </p14:nvContentPartPr>
              <p14:xfrm>
                <a:off x="5084640" y="2456624"/>
                <a:ext cx="230040" cy="1666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76B58C0-F627-52B0-581C-D44458FF13F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67000" y="2438984"/>
                  <a:ext cx="2656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0B07FFF-B73F-03FA-F6F4-6B1F34C3F32E}"/>
                    </a:ext>
                  </a:extLst>
                </p14:cNvPr>
                <p14:cNvContentPartPr/>
                <p14:nvPr/>
              </p14:nvContentPartPr>
              <p14:xfrm>
                <a:off x="5400720" y="2472824"/>
                <a:ext cx="118080" cy="146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0B07FFF-B73F-03FA-F6F4-6B1F34C3F32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82720" y="2455184"/>
                  <a:ext cx="1537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CC1AD21-A7E8-DCBF-5555-C3EC8794CC3B}"/>
                    </a:ext>
                  </a:extLst>
                </p14:cNvPr>
                <p14:cNvContentPartPr/>
                <p14:nvPr/>
              </p14:nvContentPartPr>
              <p14:xfrm>
                <a:off x="5615640" y="2294984"/>
                <a:ext cx="163080" cy="309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CC1AD21-A7E8-DCBF-5555-C3EC8794CC3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598000" y="2277344"/>
                  <a:ext cx="19872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762DABE-1758-ACC0-D66B-B63F849DD412}"/>
                    </a:ext>
                  </a:extLst>
                </p14:cNvPr>
                <p14:cNvContentPartPr/>
                <p14:nvPr/>
              </p14:nvContentPartPr>
              <p14:xfrm>
                <a:off x="5866920" y="2449424"/>
                <a:ext cx="110880" cy="1810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762DABE-1758-ACC0-D66B-B63F849DD41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49280" y="2431424"/>
                  <a:ext cx="146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630FF24-2786-1E09-E2B4-3785BBCE03AB}"/>
                    </a:ext>
                  </a:extLst>
                </p14:cNvPr>
                <p14:cNvContentPartPr/>
                <p14:nvPr/>
              </p14:nvContentPartPr>
              <p14:xfrm>
                <a:off x="6169320" y="2459864"/>
                <a:ext cx="111240" cy="219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630FF24-2786-1E09-E2B4-3785BBCE03A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151320" y="2442224"/>
                  <a:ext cx="1468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B917CB6-E73B-8EE4-6B74-3FDB023C97AB}"/>
                    </a:ext>
                  </a:extLst>
                </p14:cNvPr>
                <p14:cNvContentPartPr/>
                <p14:nvPr/>
              </p14:nvContentPartPr>
              <p14:xfrm>
                <a:off x="-28440" y="1942904"/>
                <a:ext cx="7128000" cy="1497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B917CB6-E73B-8EE4-6B74-3FDB023C97A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-46440" y="1924904"/>
                  <a:ext cx="7163640" cy="153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B68B6A7-7DC6-C593-6229-C424B662C555}"/>
                    </a:ext>
                  </a:extLst>
                </p14:cNvPr>
                <p14:cNvContentPartPr/>
                <p14:nvPr/>
              </p14:nvContentPartPr>
              <p14:xfrm>
                <a:off x="152640" y="2380664"/>
                <a:ext cx="145080" cy="11365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B68B6A7-7DC6-C593-6229-C424B662C55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34640" y="2362664"/>
                  <a:ext cx="180720" cy="117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656F938-95FC-8ADC-97B3-486212E17D75}"/>
              </a:ext>
            </a:extLst>
          </p:cNvPr>
          <p:cNvGrpSpPr/>
          <p:nvPr/>
        </p:nvGrpSpPr>
        <p:grpSpPr>
          <a:xfrm>
            <a:off x="6770880" y="1528904"/>
            <a:ext cx="536400" cy="241560"/>
            <a:chOff x="6770880" y="1528904"/>
            <a:chExt cx="536400" cy="24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4A7BA34-2404-E086-6DA9-D10FFF9E78F3}"/>
                    </a:ext>
                  </a:extLst>
                </p14:cNvPr>
                <p14:cNvContentPartPr/>
                <p14:nvPr/>
              </p14:nvContentPartPr>
              <p14:xfrm>
                <a:off x="6770880" y="1549784"/>
                <a:ext cx="85320" cy="1209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4A7BA34-2404-E086-6DA9-D10FFF9E78F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753240" y="1531784"/>
                  <a:ext cx="1209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63A8521-A832-6D7A-D27D-95D5E27545E9}"/>
                    </a:ext>
                  </a:extLst>
                </p14:cNvPr>
                <p14:cNvContentPartPr/>
                <p14:nvPr/>
              </p14:nvContentPartPr>
              <p14:xfrm>
                <a:off x="7115760" y="1528904"/>
                <a:ext cx="191520" cy="241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63A8521-A832-6D7A-D27D-95D5E27545E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098120" y="1510904"/>
                  <a:ext cx="227160" cy="27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06DF04C-F5CB-A504-E922-F5BB002C5524}"/>
              </a:ext>
            </a:extLst>
          </p:cNvPr>
          <p:cNvGrpSpPr/>
          <p:nvPr/>
        </p:nvGrpSpPr>
        <p:grpSpPr>
          <a:xfrm>
            <a:off x="4248360" y="43904"/>
            <a:ext cx="1047240" cy="428760"/>
            <a:chOff x="4248360" y="43904"/>
            <a:chExt cx="1047240" cy="42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85BC918-03DE-F8FE-D42E-35044FDCB050}"/>
                    </a:ext>
                  </a:extLst>
                </p14:cNvPr>
                <p14:cNvContentPartPr/>
                <p14:nvPr/>
              </p14:nvContentPartPr>
              <p14:xfrm>
                <a:off x="4716720" y="312104"/>
                <a:ext cx="117720" cy="160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85BC918-03DE-F8FE-D42E-35044FDCB05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698720" y="294464"/>
                  <a:ext cx="1533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6FE96BA-3BB4-46DF-BB48-978C217D9364}"/>
                    </a:ext>
                  </a:extLst>
                </p14:cNvPr>
                <p14:cNvContentPartPr/>
                <p14:nvPr/>
              </p14:nvContentPartPr>
              <p14:xfrm>
                <a:off x="4248360" y="254144"/>
                <a:ext cx="79560" cy="2138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6FE96BA-3BB4-46DF-BB48-978C217D936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230720" y="236144"/>
                  <a:ext cx="1152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374B82E-048E-D041-F6F6-61776DE3B1AE}"/>
                    </a:ext>
                  </a:extLst>
                </p14:cNvPr>
                <p14:cNvContentPartPr/>
                <p14:nvPr/>
              </p14:nvContentPartPr>
              <p14:xfrm>
                <a:off x="4560840" y="160544"/>
                <a:ext cx="334440" cy="292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374B82E-048E-D041-F6F6-61776DE3B1A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543200" y="142904"/>
                  <a:ext cx="37008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14C9A53-62BC-21E6-6640-0D321F514DBA}"/>
                    </a:ext>
                  </a:extLst>
                </p14:cNvPr>
                <p14:cNvContentPartPr/>
                <p14:nvPr/>
              </p14:nvContentPartPr>
              <p14:xfrm>
                <a:off x="4803120" y="92504"/>
                <a:ext cx="102600" cy="1472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14C9A53-62BC-21E6-6640-0D321F514DB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785480" y="74504"/>
                  <a:ext cx="1382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374B5DD-32DE-A893-DCB8-DE65A8A707BD}"/>
                    </a:ext>
                  </a:extLst>
                </p14:cNvPr>
                <p14:cNvContentPartPr/>
                <p14:nvPr/>
              </p14:nvContentPartPr>
              <p14:xfrm>
                <a:off x="5092560" y="99704"/>
                <a:ext cx="56160" cy="1562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374B5DD-32DE-A893-DCB8-DE65A8A707B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074920" y="82064"/>
                  <a:ext cx="91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D275184-D1A6-5CA1-A743-C78E48F809AB}"/>
                    </a:ext>
                  </a:extLst>
                </p14:cNvPr>
                <p14:cNvContentPartPr/>
                <p14:nvPr/>
              </p14:nvContentPartPr>
              <p14:xfrm>
                <a:off x="5109840" y="43904"/>
                <a:ext cx="29520" cy="20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D275184-D1A6-5CA1-A743-C78E48F809A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092200" y="25904"/>
                  <a:ext cx="651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1283D3A-EB25-6C3D-8B0D-AC7B9C57B7F4}"/>
                    </a:ext>
                  </a:extLst>
                </p14:cNvPr>
                <p14:cNvContentPartPr/>
                <p14:nvPr/>
              </p14:nvContentPartPr>
              <p14:xfrm>
                <a:off x="5279760" y="134264"/>
                <a:ext cx="15840" cy="88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1283D3A-EB25-6C3D-8B0D-AC7B9C57B7F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262120" y="116624"/>
                  <a:ext cx="5148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7A267B9-7541-2366-0EA6-862CF3396886}"/>
              </a:ext>
            </a:extLst>
          </p:cNvPr>
          <p:cNvGrpSpPr/>
          <p:nvPr/>
        </p:nvGrpSpPr>
        <p:grpSpPr>
          <a:xfrm>
            <a:off x="7127280" y="95384"/>
            <a:ext cx="818280" cy="452160"/>
            <a:chOff x="7127280" y="95384"/>
            <a:chExt cx="818280" cy="45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66BE250-56A1-6514-C45F-B0519A337C13}"/>
                    </a:ext>
                  </a:extLst>
                </p14:cNvPr>
                <p14:cNvContentPartPr/>
                <p14:nvPr/>
              </p14:nvContentPartPr>
              <p14:xfrm>
                <a:off x="7127280" y="95384"/>
                <a:ext cx="208800" cy="412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66BE250-56A1-6514-C45F-B0519A337C1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109640" y="77744"/>
                  <a:ext cx="24444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ED6E8CF-40E1-0DFB-EF3B-1EDD9B284030}"/>
                    </a:ext>
                  </a:extLst>
                </p14:cNvPr>
                <p14:cNvContentPartPr/>
                <p14:nvPr/>
              </p14:nvContentPartPr>
              <p14:xfrm>
                <a:off x="7258320" y="417224"/>
                <a:ext cx="122400" cy="939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ED6E8CF-40E1-0DFB-EF3B-1EDD9B28403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240680" y="399584"/>
                  <a:ext cx="1580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E637C1A-20E3-5C45-A1A1-028CD28AB1F9}"/>
                    </a:ext>
                  </a:extLst>
                </p14:cNvPr>
                <p14:cNvContentPartPr/>
                <p14:nvPr/>
              </p14:nvContentPartPr>
              <p14:xfrm>
                <a:off x="7584840" y="393824"/>
                <a:ext cx="75960" cy="134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E637C1A-20E3-5C45-A1A1-028CD28AB1F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67200" y="376184"/>
                  <a:ext cx="1116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4C89B5E-7A55-74F0-E2F1-A2FA4221D26E}"/>
                    </a:ext>
                  </a:extLst>
                </p14:cNvPr>
                <p14:cNvContentPartPr/>
                <p14:nvPr/>
              </p14:nvContentPartPr>
              <p14:xfrm>
                <a:off x="7625160" y="240104"/>
                <a:ext cx="19080" cy="27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4C89B5E-7A55-74F0-E2F1-A2FA4221D26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607520" y="222104"/>
                  <a:ext cx="547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E221CAB-ED9B-8746-0845-587C9F887B46}"/>
                    </a:ext>
                  </a:extLst>
                </p14:cNvPr>
                <p14:cNvContentPartPr/>
                <p14:nvPr/>
              </p14:nvContentPartPr>
              <p14:xfrm>
                <a:off x="7776720" y="464024"/>
                <a:ext cx="168840" cy="835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E221CAB-ED9B-8746-0845-587C9F887B4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759080" y="446384"/>
                  <a:ext cx="20448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31EAC14-2058-AA43-3A1D-5DF07872CC1B}"/>
              </a:ext>
            </a:extLst>
          </p:cNvPr>
          <p:cNvGrpSpPr/>
          <p:nvPr/>
        </p:nvGrpSpPr>
        <p:grpSpPr>
          <a:xfrm>
            <a:off x="4551120" y="1230104"/>
            <a:ext cx="528120" cy="569160"/>
            <a:chOff x="4551120" y="1230104"/>
            <a:chExt cx="528120" cy="56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1B106B9-3457-BEE5-3616-6211D707FE23}"/>
                    </a:ext>
                  </a:extLst>
                </p14:cNvPr>
                <p14:cNvContentPartPr/>
                <p14:nvPr/>
              </p14:nvContentPartPr>
              <p14:xfrm>
                <a:off x="4758120" y="1606304"/>
                <a:ext cx="321120" cy="192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1B106B9-3457-BEE5-3616-6211D707FE2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740120" y="1588664"/>
                  <a:ext cx="3567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8FF6E93-29EF-577B-FCCC-C42D190537AD}"/>
                    </a:ext>
                  </a:extLst>
                </p14:cNvPr>
                <p14:cNvContentPartPr/>
                <p14:nvPr/>
              </p14:nvContentPartPr>
              <p14:xfrm>
                <a:off x="4684680" y="1587584"/>
                <a:ext cx="115920" cy="849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8FF6E93-29EF-577B-FCCC-C42D190537A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666680" y="1569584"/>
                  <a:ext cx="1515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A34DC65-38C9-6A40-EF8A-1030E7EE03A2}"/>
                    </a:ext>
                  </a:extLst>
                </p14:cNvPr>
                <p14:cNvContentPartPr/>
                <p14:nvPr/>
              </p14:nvContentPartPr>
              <p14:xfrm>
                <a:off x="4551120" y="1321904"/>
                <a:ext cx="88560" cy="1339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A34DC65-38C9-6A40-EF8A-1030E7EE03A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533120" y="1303904"/>
                  <a:ext cx="1242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8099EED-863C-C02A-D1DD-79577608AA55}"/>
                    </a:ext>
                  </a:extLst>
                </p14:cNvPr>
                <p14:cNvContentPartPr/>
                <p14:nvPr/>
              </p14:nvContentPartPr>
              <p14:xfrm>
                <a:off x="4569120" y="1230104"/>
                <a:ext cx="19800" cy="13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8099EED-863C-C02A-D1DD-79577608AA5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551480" y="1212464"/>
                  <a:ext cx="554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A092074-6C0E-AD7E-0A8E-7ED69EACB9E3}"/>
                    </a:ext>
                  </a:extLst>
                </p14:cNvPr>
                <p14:cNvContentPartPr/>
                <p14:nvPr/>
              </p14:nvContentPartPr>
              <p14:xfrm>
                <a:off x="4741560" y="1350704"/>
                <a:ext cx="78840" cy="1663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A092074-6C0E-AD7E-0A8E-7ED69EACB9E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23920" y="1332704"/>
                  <a:ext cx="1144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792404EA-600D-131E-3381-BE0FF41D69EF}"/>
              </a:ext>
            </a:extLst>
          </p:cNvPr>
          <p:cNvGrpSpPr/>
          <p:nvPr/>
        </p:nvGrpSpPr>
        <p:grpSpPr>
          <a:xfrm>
            <a:off x="614160" y="3667304"/>
            <a:ext cx="367920" cy="538920"/>
            <a:chOff x="614160" y="3667304"/>
            <a:chExt cx="367920" cy="53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C430749-0D00-EDBA-DBA6-F8CD44C86B3E}"/>
                    </a:ext>
                  </a:extLst>
                </p14:cNvPr>
                <p14:cNvContentPartPr/>
                <p14:nvPr/>
              </p14:nvContentPartPr>
              <p14:xfrm>
                <a:off x="775440" y="3789704"/>
                <a:ext cx="12600" cy="206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C430749-0D00-EDBA-DBA6-F8CD44C86B3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57800" y="3771704"/>
                  <a:ext cx="482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2103532-9A63-F622-79D8-804B252C80DD}"/>
                    </a:ext>
                  </a:extLst>
                </p14:cNvPr>
                <p14:cNvContentPartPr/>
                <p14:nvPr/>
              </p14:nvContentPartPr>
              <p14:xfrm>
                <a:off x="673200" y="3667304"/>
                <a:ext cx="308880" cy="4640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2103532-9A63-F622-79D8-804B252C80D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55560" y="3649304"/>
                  <a:ext cx="34452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A6A0584-1848-3365-8C6F-ED53C203D9E6}"/>
                    </a:ext>
                  </a:extLst>
                </p14:cNvPr>
                <p14:cNvContentPartPr/>
                <p14:nvPr/>
              </p14:nvContentPartPr>
              <p14:xfrm>
                <a:off x="614160" y="3894104"/>
                <a:ext cx="207000" cy="3121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A6A0584-1848-3365-8C6F-ED53C203D9E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96520" y="3876104"/>
                  <a:ext cx="242640" cy="34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49CED6C7-D9A6-4D84-E5C2-998284349DA2}"/>
              </a:ext>
            </a:extLst>
          </p:cNvPr>
          <p:cNvGrpSpPr/>
          <p:nvPr/>
        </p:nvGrpSpPr>
        <p:grpSpPr>
          <a:xfrm>
            <a:off x="1460520" y="3621224"/>
            <a:ext cx="351000" cy="522000"/>
            <a:chOff x="1460520" y="3621224"/>
            <a:chExt cx="351000" cy="52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EF74DB3-84CE-1822-B202-0CF881791688}"/>
                    </a:ext>
                  </a:extLst>
                </p14:cNvPr>
                <p14:cNvContentPartPr/>
                <p14:nvPr/>
              </p14:nvContentPartPr>
              <p14:xfrm>
                <a:off x="1460520" y="3760904"/>
                <a:ext cx="102600" cy="1958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EF74DB3-84CE-1822-B202-0CF88179168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442520" y="3742904"/>
                  <a:ext cx="1382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326DC6F-853A-790D-C3F4-BBC2D297182B}"/>
                    </a:ext>
                  </a:extLst>
                </p14:cNvPr>
                <p14:cNvContentPartPr/>
                <p14:nvPr/>
              </p14:nvContentPartPr>
              <p14:xfrm>
                <a:off x="1467360" y="3621224"/>
                <a:ext cx="18360" cy="266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326DC6F-853A-790D-C3F4-BBC2D297182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449720" y="3603224"/>
                  <a:ext cx="540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7A5D747-BDE0-1C46-B6F3-095C2EE42F53}"/>
                    </a:ext>
                  </a:extLst>
                </p14:cNvPr>
                <p14:cNvContentPartPr/>
                <p14:nvPr/>
              </p14:nvContentPartPr>
              <p14:xfrm>
                <a:off x="1649160" y="3768104"/>
                <a:ext cx="110520" cy="226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7A5D747-BDE0-1C46-B6F3-095C2EE42F5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631160" y="3750104"/>
                  <a:ext cx="1461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66A20D6-F36A-0830-B549-93D38CA3C2CB}"/>
                    </a:ext>
                  </a:extLst>
                </p14:cNvPr>
                <p14:cNvContentPartPr/>
                <p14:nvPr/>
              </p14:nvContentPartPr>
              <p14:xfrm>
                <a:off x="1713240" y="3867824"/>
                <a:ext cx="98280" cy="34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66A20D6-F36A-0830-B549-93D38CA3C2C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695240" y="3849824"/>
                  <a:ext cx="133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8D549DA-B0DF-82E3-1A09-C511989AF958}"/>
                    </a:ext>
                  </a:extLst>
                </p14:cNvPr>
                <p14:cNvContentPartPr/>
                <p14:nvPr/>
              </p14:nvContentPartPr>
              <p14:xfrm>
                <a:off x="1764000" y="4012904"/>
                <a:ext cx="31680" cy="1303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8D549DA-B0DF-82E3-1A09-C511989AF95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746360" y="3995264"/>
                  <a:ext cx="67320" cy="16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DFBE99CE-5CD2-DB64-8CB5-B1F07854879C}"/>
                  </a:ext>
                </a:extLst>
              </p14:cNvPr>
              <p14:cNvContentPartPr/>
              <p14:nvPr/>
            </p14:nvContentPartPr>
            <p14:xfrm>
              <a:off x="2144520" y="3557864"/>
              <a:ext cx="22320" cy="756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DFBE99CE-5CD2-DB64-8CB5-B1F07854879C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2126880" y="3540224"/>
                <a:ext cx="57960" cy="4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7A64F69C-7C28-BEC2-9111-0B2EC690F769}"/>
              </a:ext>
            </a:extLst>
          </p:cNvPr>
          <p:cNvGrpSpPr/>
          <p:nvPr/>
        </p:nvGrpSpPr>
        <p:grpSpPr>
          <a:xfrm>
            <a:off x="2148840" y="3738584"/>
            <a:ext cx="383400" cy="161280"/>
            <a:chOff x="2148840" y="3738584"/>
            <a:chExt cx="383400" cy="16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4753197-201C-0997-DF2D-A41039FE54E9}"/>
                    </a:ext>
                  </a:extLst>
                </p14:cNvPr>
                <p14:cNvContentPartPr/>
                <p14:nvPr/>
              </p14:nvContentPartPr>
              <p14:xfrm>
                <a:off x="2148840" y="3765944"/>
                <a:ext cx="128160" cy="1339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4753197-201C-0997-DF2D-A41039FE54E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131200" y="3747944"/>
                  <a:ext cx="163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E48B319-BD2D-442E-B23A-8591BB7E9A2E}"/>
                    </a:ext>
                  </a:extLst>
                </p14:cNvPr>
                <p14:cNvContentPartPr/>
                <p14:nvPr/>
              </p14:nvContentPartPr>
              <p14:xfrm>
                <a:off x="2350800" y="3738584"/>
                <a:ext cx="181440" cy="126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E48B319-BD2D-442E-B23A-8591BB7E9A2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332800" y="3720944"/>
                  <a:ext cx="21708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8410407-D1E9-3971-77BA-D786DD4C599F}"/>
              </a:ext>
            </a:extLst>
          </p:cNvPr>
          <p:cNvGrpSpPr/>
          <p:nvPr/>
        </p:nvGrpSpPr>
        <p:grpSpPr>
          <a:xfrm>
            <a:off x="695160" y="4525904"/>
            <a:ext cx="499680" cy="486360"/>
            <a:chOff x="695160" y="4525904"/>
            <a:chExt cx="499680" cy="48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91ACCAB-FACB-7DDB-5FA1-C73B217DE6DA}"/>
                    </a:ext>
                  </a:extLst>
                </p14:cNvPr>
                <p14:cNvContentPartPr/>
                <p14:nvPr/>
              </p14:nvContentPartPr>
              <p14:xfrm>
                <a:off x="820800" y="4686824"/>
                <a:ext cx="184680" cy="1242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91ACCAB-FACB-7DDB-5FA1-C73B217DE6D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03160" y="4669184"/>
                  <a:ext cx="2203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39C119D-452E-8BF4-9824-14249FE00038}"/>
                    </a:ext>
                  </a:extLst>
                </p14:cNvPr>
                <p14:cNvContentPartPr/>
                <p14:nvPr/>
              </p14:nvContentPartPr>
              <p14:xfrm>
                <a:off x="705960" y="4525904"/>
                <a:ext cx="488880" cy="486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39C119D-452E-8BF4-9824-14249FE0003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8320" y="4507904"/>
                  <a:ext cx="524520" cy="52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1EA1FA4-8B5F-7BE5-D0D8-9877A3EF39A0}"/>
                    </a:ext>
                  </a:extLst>
                </p14:cNvPr>
                <p14:cNvContentPartPr/>
                <p14:nvPr/>
              </p14:nvContentPartPr>
              <p14:xfrm>
                <a:off x="695160" y="4696904"/>
                <a:ext cx="40680" cy="275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1EA1FA4-8B5F-7BE5-D0D8-9877A3EF39A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77160" y="4678904"/>
                  <a:ext cx="76320" cy="31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FA2983CF-939E-FA22-45C1-16BC45164C23}"/>
              </a:ext>
            </a:extLst>
          </p:cNvPr>
          <p:cNvGrpSpPr/>
          <p:nvPr/>
        </p:nvGrpSpPr>
        <p:grpSpPr>
          <a:xfrm>
            <a:off x="1726200" y="4278224"/>
            <a:ext cx="1319400" cy="498600"/>
            <a:chOff x="1726200" y="4278224"/>
            <a:chExt cx="1319400" cy="49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FA5B597-3581-DCCF-7E40-7822D3779A68}"/>
                    </a:ext>
                  </a:extLst>
                </p14:cNvPr>
                <p14:cNvContentPartPr/>
                <p14:nvPr/>
              </p14:nvContentPartPr>
              <p14:xfrm>
                <a:off x="1727640" y="4375784"/>
                <a:ext cx="35640" cy="230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FA5B597-3581-DCCF-7E40-7822D3779A6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709640" y="4357784"/>
                  <a:ext cx="712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143C1E0-3804-6E7D-44D9-E9BE57E05599}"/>
                    </a:ext>
                  </a:extLst>
                </p14:cNvPr>
                <p14:cNvContentPartPr/>
                <p14:nvPr/>
              </p14:nvContentPartPr>
              <p14:xfrm>
                <a:off x="1726200" y="4596464"/>
                <a:ext cx="129960" cy="1602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143C1E0-3804-6E7D-44D9-E9BE57E0559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708560" y="4578824"/>
                  <a:ext cx="1656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9FB2AA8F-E759-8AFD-8F5D-92D46E8FC3A2}"/>
                    </a:ext>
                  </a:extLst>
                </p14:cNvPr>
                <p14:cNvContentPartPr/>
                <p14:nvPr/>
              </p14:nvContentPartPr>
              <p14:xfrm>
                <a:off x="1997640" y="4613024"/>
                <a:ext cx="171720" cy="1638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9FB2AA8F-E759-8AFD-8F5D-92D46E8FC3A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979640" y="4595384"/>
                  <a:ext cx="2073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68B94A2-BE5C-A175-6D47-D32C0C7D1328}"/>
                    </a:ext>
                  </a:extLst>
                </p14:cNvPr>
                <p14:cNvContentPartPr/>
                <p14:nvPr/>
              </p14:nvContentPartPr>
              <p14:xfrm>
                <a:off x="2299320" y="4518344"/>
                <a:ext cx="72000" cy="482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68B94A2-BE5C-A175-6D47-D32C0C7D132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281320" y="4500704"/>
                  <a:ext cx="1076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F13EFC0-B0C7-E644-2445-2BDCF03CC644}"/>
                    </a:ext>
                  </a:extLst>
                </p14:cNvPr>
                <p14:cNvContentPartPr/>
                <p14:nvPr/>
              </p14:nvContentPartPr>
              <p14:xfrm>
                <a:off x="2346840" y="4573784"/>
                <a:ext cx="61920" cy="338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F13EFC0-B0C7-E644-2445-2BDCF03CC64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329200" y="4556144"/>
                  <a:ext cx="975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E8BB09C-6F1E-C2A7-400E-FDAC82EFC266}"/>
                    </a:ext>
                  </a:extLst>
                </p14:cNvPr>
                <p14:cNvContentPartPr/>
                <p14:nvPr/>
              </p14:nvContentPartPr>
              <p14:xfrm>
                <a:off x="2588760" y="4433384"/>
                <a:ext cx="132120" cy="2181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E8BB09C-6F1E-C2A7-400E-FDAC82EFC26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571120" y="4415744"/>
                  <a:ext cx="1677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10BCC90-D5D8-6B29-F75D-4B221A8221C9}"/>
                    </a:ext>
                  </a:extLst>
                </p14:cNvPr>
                <p14:cNvContentPartPr/>
                <p14:nvPr/>
              </p14:nvContentPartPr>
              <p14:xfrm>
                <a:off x="2580840" y="4278224"/>
                <a:ext cx="34920" cy="104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10BCC90-D5D8-6B29-F75D-4B221A8221C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563200" y="4260584"/>
                  <a:ext cx="705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D5B11CB-0E02-508C-21CD-CAF52C0C1697}"/>
                    </a:ext>
                  </a:extLst>
                </p14:cNvPr>
                <p14:cNvContentPartPr/>
                <p14:nvPr/>
              </p14:nvContentPartPr>
              <p14:xfrm>
                <a:off x="2880720" y="4499624"/>
                <a:ext cx="360" cy="3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D5B11CB-0E02-508C-21CD-CAF52C0C169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863080" y="448198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F7A4D65-7FAF-129A-EF74-5E2CBE298A79}"/>
                    </a:ext>
                  </a:extLst>
                </p14:cNvPr>
                <p14:cNvContentPartPr/>
                <p14:nvPr/>
              </p14:nvContentPartPr>
              <p14:xfrm>
                <a:off x="2872800" y="4480544"/>
                <a:ext cx="172800" cy="1526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F7A4D65-7FAF-129A-EF74-5E2CBE298A7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855160" y="4462904"/>
                  <a:ext cx="20844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92C22573-B781-6530-5DE1-FE6C160CE176}"/>
              </a:ext>
            </a:extLst>
          </p:cNvPr>
          <p:cNvGrpSpPr/>
          <p:nvPr/>
        </p:nvGrpSpPr>
        <p:grpSpPr>
          <a:xfrm>
            <a:off x="725760" y="5239064"/>
            <a:ext cx="568800" cy="480240"/>
            <a:chOff x="725760" y="5239064"/>
            <a:chExt cx="568800" cy="48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6779F88-253A-A1C4-2C77-B3D42561A4E5}"/>
                    </a:ext>
                  </a:extLst>
                </p14:cNvPr>
                <p14:cNvContentPartPr/>
                <p14:nvPr/>
              </p14:nvContentPartPr>
              <p14:xfrm>
                <a:off x="841680" y="5435264"/>
                <a:ext cx="176760" cy="1796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6779F88-253A-A1C4-2C77-B3D42561A4E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24040" y="5417624"/>
                  <a:ext cx="2124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F631434-5715-2D3A-75AB-E8298DC63AB6}"/>
                    </a:ext>
                  </a:extLst>
                </p14:cNvPr>
                <p14:cNvContentPartPr/>
                <p14:nvPr/>
              </p14:nvContentPartPr>
              <p14:xfrm>
                <a:off x="725760" y="5324744"/>
                <a:ext cx="68040" cy="383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F631434-5715-2D3A-75AB-E8298DC63AB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07760" y="5306744"/>
                  <a:ext cx="1036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4FE36B1-0336-AB13-0629-01256A4AA694}"/>
                    </a:ext>
                  </a:extLst>
                </p14:cNvPr>
                <p14:cNvContentPartPr/>
                <p14:nvPr/>
              </p14:nvContentPartPr>
              <p14:xfrm>
                <a:off x="745560" y="5239064"/>
                <a:ext cx="549000" cy="4802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4FE36B1-0336-AB13-0629-01256A4AA69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27560" y="5221064"/>
                  <a:ext cx="584640" cy="51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EC716B5-7E98-DC15-C917-6401B48F0CFC}"/>
                  </a:ext>
                </a:extLst>
              </p14:cNvPr>
              <p14:cNvContentPartPr/>
              <p14:nvPr/>
            </p14:nvContentPartPr>
            <p14:xfrm>
              <a:off x="1765440" y="5176064"/>
              <a:ext cx="40680" cy="1044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EC716B5-7E98-DC15-C917-6401B48F0CFC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747440" y="5158424"/>
                <a:ext cx="763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A0AD981-91D6-7046-E9CF-7D1C0793755B}"/>
              </a:ext>
            </a:extLst>
          </p:cNvPr>
          <p:cNvGrpSpPr/>
          <p:nvPr/>
        </p:nvGrpSpPr>
        <p:grpSpPr>
          <a:xfrm>
            <a:off x="1768680" y="5336624"/>
            <a:ext cx="334440" cy="218880"/>
            <a:chOff x="1768680" y="5336624"/>
            <a:chExt cx="334440" cy="21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EB11332-0371-F597-7000-7E26210D442B}"/>
                    </a:ext>
                  </a:extLst>
                </p14:cNvPr>
                <p14:cNvContentPartPr/>
                <p14:nvPr/>
              </p14:nvContentPartPr>
              <p14:xfrm>
                <a:off x="1768680" y="5336624"/>
                <a:ext cx="101520" cy="1641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EB11332-0371-F597-7000-7E26210D442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751040" y="5318984"/>
                  <a:ext cx="1371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13BDC32-D023-C292-6DA7-31EC33DB185B}"/>
                    </a:ext>
                  </a:extLst>
                </p14:cNvPr>
                <p14:cNvContentPartPr/>
                <p14:nvPr/>
              </p14:nvContentPartPr>
              <p14:xfrm>
                <a:off x="2022840" y="5418704"/>
                <a:ext cx="80280" cy="1368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13BDC32-D023-C292-6DA7-31EC33DB185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004840" y="5401064"/>
                  <a:ext cx="11592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9B331E2A-979D-F1E8-80CF-E91DFABE3E2F}"/>
              </a:ext>
            </a:extLst>
          </p:cNvPr>
          <p:cNvGrpSpPr/>
          <p:nvPr/>
        </p:nvGrpSpPr>
        <p:grpSpPr>
          <a:xfrm>
            <a:off x="2333160" y="5321504"/>
            <a:ext cx="108000" cy="83520"/>
            <a:chOff x="2333160" y="5321504"/>
            <a:chExt cx="108000" cy="8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DACF7E5-8DC5-2B7A-B2E3-4187D511351E}"/>
                    </a:ext>
                  </a:extLst>
                </p14:cNvPr>
                <p14:cNvContentPartPr/>
                <p14:nvPr/>
              </p14:nvContentPartPr>
              <p14:xfrm>
                <a:off x="2333160" y="5321504"/>
                <a:ext cx="78480" cy="284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DACF7E5-8DC5-2B7A-B2E3-4187D511351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315160" y="5303864"/>
                  <a:ext cx="1141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1FA0B4C-5CBB-F00F-FCEF-EFD72C31EB33}"/>
                    </a:ext>
                  </a:extLst>
                </p14:cNvPr>
                <p14:cNvContentPartPr/>
                <p14:nvPr/>
              </p14:nvContentPartPr>
              <p14:xfrm>
                <a:off x="2383920" y="5385584"/>
                <a:ext cx="57240" cy="194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1FA0B4C-5CBB-F00F-FCEF-EFD72C31EB3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365920" y="5367944"/>
                  <a:ext cx="92880" cy="5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1A4BDA13-B4DB-C0BB-614F-ED5427F04E0F}"/>
                  </a:ext>
                </a:extLst>
              </p14:cNvPr>
              <p14:cNvContentPartPr/>
              <p14:nvPr/>
            </p14:nvContentPartPr>
            <p14:xfrm>
              <a:off x="2579400" y="5087504"/>
              <a:ext cx="19080" cy="1872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1A4BDA13-B4DB-C0BB-614F-ED5427F04E0F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2561400" y="5069864"/>
                <a:ext cx="54720" cy="5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Group 146">
            <a:extLst>
              <a:ext uri="{FF2B5EF4-FFF2-40B4-BE49-F238E27FC236}">
                <a16:creationId xmlns:a16="http://schemas.microsoft.com/office/drawing/2014/main" id="{9D0B779A-2D8A-E878-69E3-A1F508C1F082}"/>
              </a:ext>
            </a:extLst>
          </p:cNvPr>
          <p:cNvGrpSpPr/>
          <p:nvPr/>
        </p:nvGrpSpPr>
        <p:grpSpPr>
          <a:xfrm>
            <a:off x="2624760" y="5236544"/>
            <a:ext cx="239760" cy="205920"/>
            <a:chOff x="2624760" y="5236544"/>
            <a:chExt cx="239760" cy="20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B152B9F-98D2-B48F-01BE-12DB19DA52BF}"/>
                    </a:ext>
                  </a:extLst>
                </p14:cNvPr>
                <p14:cNvContentPartPr/>
                <p14:nvPr/>
              </p14:nvContentPartPr>
              <p14:xfrm>
                <a:off x="2624760" y="5236544"/>
                <a:ext cx="61560" cy="1720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B152B9F-98D2-B48F-01BE-12DB19DA52B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607120" y="5218904"/>
                  <a:ext cx="972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CBBB0C0-A256-0999-8E87-181DA4E64950}"/>
                    </a:ext>
                  </a:extLst>
                </p14:cNvPr>
                <p14:cNvContentPartPr/>
                <p14:nvPr/>
              </p14:nvContentPartPr>
              <p14:xfrm>
                <a:off x="2843280" y="5283704"/>
                <a:ext cx="21240" cy="1587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CBBB0C0-A256-0999-8E87-181DA4E6495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825280" y="5266064"/>
                  <a:ext cx="56880" cy="19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C759A2B0-CADB-3E38-26F1-3437718507FE}"/>
                  </a:ext>
                </a:extLst>
              </p14:cNvPr>
              <p14:cNvContentPartPr/>
              <p14:nvPr/>
            </p14:nvContentPartPr>
            <p14:xfrm>
              <a:off x="7102800" y="3138824"/>
              <a:ext cx="153360" cy="349812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C759A2B0-CADB-3E38-26F1-3437718507FE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7084800" y="3121184"/>
                <a:ext cx="189000" cy="353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7C299A1-17B8-6DA0-05A5-DC18A8F1B83A}"/>
              </a:ext>
            </a:extLst>
          </p:cNvPr>
          <p:cNvGrpSpPr/>
          <p:nvPr/>
        </p:nvGrpSpPr>
        <p:grpSpPr>
          <a:xfrm>
            <a:off x="7641000" y="2175824"/>
            <a:ext cx="951480" cy="530640"/>
            <a:chOff x="7641000" y="2175824"/>
            <a:chExt cx="951480" cy="53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E6ACB24-B72F-A152-18C5-FC8A2B0E8C9F}"/>
                    </a:ext>
                  </a:extLst>
                </p14:cNvPr>
                <p14:cNvContentPartPr/>
                <p14:nvPr/>
              </p14:nvContentPartPr>
              <p14:xfrm>
                <a:off x="7641000" y="2306864"/>
                <a:ext cx="63720" cy="3996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E6ACB24-B72F-A152-18C5-FC8A2B0E8C9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623000" y="2289224"/>
                  <a:ext cx="993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4160CC9-B58F-D835-8A7C-10B33C81C7E8}"/>
                    </a:ext>
                  </a:extLst>
                </p14:cNvPr>
                <p14:cNvContentPartPr/>
                <p14:nvPr/>
              </p14:nvContentPartPr>
              <p14:xfrm>
                <a:off x="7665480" y="2260424"/>
                <a:ext cx="157680" cy="982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4160CC9-B58F-D835-8A7C-10B33C81C7E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647480" y="2242784"/>
                  <a:ext cx="1933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001D877-EBF5-ACB7-D713-B4F8ECC565E4}"/>
                    </a:ext>
                  </a:extLst>
                </p14:cNvPr>
                <p14:cNvContentPartPr/>
                <p14:nvPr/>
              </p14:nvContentPartPr>
              <p14:xfrm>
                <a:off x="7718400" y="2425664"/>
                <a:ext cx="132480" cy="442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001D877-EBF5-ACB7-D713-B4F8ECC565E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700400" y="2408024"/>
                  <a:ext cx="1681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A9F913B-FD2D-222E-3A8E-190E0778EF67}"/>
                    </a:ext>
                  </a:extLst>
                </p14:cNvPr>
                <p14:cNvContentPartPr/>
                <p14:nvPr/>
              </p14:nvContentPartPr>
              <p14:xfrm>
                <a:off x="7940160" y="2417024"/>
                <a:ext cx="54000" cy="1065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A9F913B-FD2D-222E-3A8E-190E0778EF6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922160" y="2399024"/>
                  <a:ext cx="89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3F6AF6A-E4E5-630F-FD60-41E30075AEC4}"/>
                    </a:ext>
                  </a:extLst>
                </p14:cNvPr>
                <p14:cNvContentPartPr/>
                <p14:nvPr/>
              </p14:nvContentPartPr>
              <p14:xfrm>
                <a:off x="7981920" y="2263664"/>
                <a:ext cx="30600" cy="136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3F6AF6A-E4E5-630F-FD60-41E30075AEC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963920" y="2245664"/>
                  <a:ext cx="662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D97233E-BDB4-1BF1-834A-1B55DE42DFB6}"/>
                    </a:ext>
                  </a:extLst>
                </p14:cNvPr>
                <p14:cNvContentPartPr/>
                <p14:nvPr/>
              </p14:nvContentPartPr>
              <p14:xfrm>
                <a:off x="8094960" y="2389304"/>
                <a:ext cx="202320" cy="1414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D97233E-BDB4-1BF1-834A-1B55DE42DFB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076960" y="2371664"/>
                  <a:ext cx="237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498E805-146D-4926-87CF-F6C9EDA22284}"/>
                    </a:ext>
                  </a:extLst>
                </p14:cNvPr>
                <p14:cNvContentPartPr/>
                <p14:nvPr/>
              </p14:nvContentPartPr>
              <p14:xfrm>
                <a:off x="8493480" y="2415584"/>
                <a:ext cx="32760" cy="338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498E805-146D-4926-87CF-F6C9EDA2228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475840" y="2397944"/>
                  <a:ext cx="684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A5C130D-8F92-83CC-AFF8-3FD3AD748070}"/>
                    </a:ext>
                  </a:extLst>
                </p14:cNvPr>
                <p14:cNvContentPartPr/>
                <p14:nvPr/>
              </p14:nvContentPartPr>
              <p14:xfrm>
                <a:off x="8453880" y="2175824"/>
                <a:ext cx="138600" cy="3351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A5C130D-8F92-83CC-AFF8-3FD3AD74807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436240" y="2157824"/>
                  <a:ext cx="174240" cy="37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E5453A27-E5D2-B7E2-A97F-FB07424B804E}"/>
              </a:ext>
            </a:extLst>
          </p:cNvPr>
          <p:cNvGrpSpPr/>
          <p:nvPr/>
        </p:nvGrpSpPr>
        <p:grpSpPr>
          <a:xfrm>
            <a:off x="9075960" y="2174744"/>
            <a:ext cx="1506600" cy="400320"/>
            <a:chOff x="9075960" y="2174744"/>
            <a:chExt cx="1506600" cy="40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45D17784-4394-9FD6-3078-767A90A10AEB}"/>
                    </a:ext>
                  </a:extLst>
                </p14:cNvPr>
                <p14:cNvContentPartPr/>
                <p14:nvPr/>
              </p14:nvContentPartPr>
              <p14:xfrm>
                <a:off x="9075960" y="2217224"/>
                <a:ext cx="222120" cy="2707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45D17784-4394-9FD6-3078-767A90A10AE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058320" y="2199224"/>
                  <a:ext cx="2577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23F55DD-2DA9-0DAA-1BED-98421C23E8CE}"/>
                    </a:ext>
                  </a:extLst>
                </p14:cNvPr>
                <p14:cNvContentPartPr/>
                <p14:nvPr/>
              </p14:nvContentPartPr>
              <p14:xfrm>
                <a:off x="9370800" y="2356544"/>
                <a:ext cx="115560" cy="1281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23F55DD-2DA9-0DAA-1BED-98421C23E8C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353160" y="2338904"/>
                  <a:ext cx="1512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5D57F68E-E047-1E52-A96B-C63D1AB366FD}"/>
                    </a:ext>
                  </a:extLst>
                </p14:cNvPr>
                <p14:cNvContentPartPr/>
                <p14:nvPr/>
              </p14:nvContentPartPr>
              <p14:xfrm>
                <a:off x="9617400" y="2174744"/>
                <a:ext cx="21600" cy="2484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5D57F68E-E047-1E52-A96B-C63D1AB366F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599400" y="2156744"/>
                  <a:ext cx="572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84A4861-0181-41AF-9F2D-605A2079123E}"/>
                    </a:ext>
                  </a:extLst>
                </p14:cNvPr>
                <p14:cNvContentPartPr/>
                <p14:nvPr/>
              </p14:nvContentPartPr>
              <p14:xfrm>
                <a:off x="9869400" y="2186264"/>
                <a:ext cx="40680" cy="3261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84A4861-0181-41AF-9F2D-605A2079123E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851760" y="2168624"/>
                  <a:ext cx="7632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1FEBA53-7FD6-1005-204B-D5BC69EE048E}"/>
                    </a:ext>
                  </a:extLst>
                </p14:cNvPr>
                <p14:cNvContentPartPr/>
                <p14:nvPr/>
              </p14:nvContentPartPr>
              <p14:xfrm>
                <a:off x="9818640" y="2311904"/>
                <a:ext cx="349200" cy="1281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1FEBA53-7FD6-1005-204B-D5BC69EE048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800640" y="2294264"/>
                  <a:ext cx="3848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0C31E12-42BA-4335-1A8B-770C21D9E5C9}"/>
                    </a:ext>
                  </a:extLst>
                </p14:cNvPr>
                <p14:cNvContentPartPr/>
                <p14:nvPr/>
              </p14:nvContentPartPr>
              <p14:xfrm>
                <a:off x="10240560" y="2279504"/>
                <a:ext cx="153360" cy="2955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0C31E12-42BA-4335-1A8B-770C21D9E5C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222920" y="2261864"/>
                  <a:ext cx="18900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FD60377-633C-DD08-84D8-CCC200C7BFA5}"/>
                    </a:ext>
                  </a:extLst>
                </p14:cNvPr>
                <p14:cNvContentPartPr/>
                <p14:nvPr/>
              </p14:nvContentPartPr>
              <p14:xfrm>
                <a:off x="10485000" y="2319104"/>
                <a:ext cx="97560" cy="1332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FD60377-633C-DD08-84D8-CCC200C7BFA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467360" y="2301104"/>
                  <a:ext cx="13320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DD482060-87D8-9E5D-5F99-5E4035865B6C}"/>
              </a:ext>
            </a:extLst>
          </p:cNvPr>
          <p:cNvGrpSpPr/>
          <p:nvPr/>
        </p:nvGrpSpPr>
        <p:grpSpPr>
          <a:xfrm>
            <a:off x="11085480" y="2131904"/>
            <a:ext cx="1010880" cy="429120"/>
            <a:chOff x="11085480" y="2131904"/>
            <a:chExt cx="1010880" cy="42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3854158-5B98-1F8D-8EB6-3A0F41322632}"/>
                    </a:ext>
                  </a:extLst>
                </p14:cNvPr>
                <p14:cNvContentPartPr/>
                <p14:nvPr/>
              </p14:nvContentPartPr>
              <p14:xfrm>
                <a:off x="11085480" y="2131904"/>
                <a:ext cx="179640" cy="3459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3854158-5B98-1F8D-8EB6-3A0F4132263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067840" y="2113904"/>
                  <a:ext cx="21528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1151F0C-F31E-AB7C-505C-2C0CC9DC3FFA}"/>
                    </a:ext>
                  </a:extLst>
                </p14:cNvPr>
                <p14:cNvContentPartPr/>
                <p14:nvPr/>
              </p14:nvContentPartPr>
              <p14:xfrm>
                <a:off x="11339280" y="2314064"/>
                <a:ext cx="151560" cy="1234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1151F0C-F31E-AB7C-505C-2C0CC9DC3FF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321640" y="2296064"/>
                  <a:ext cx="187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E3E27FD-6B80-9879-D038-2C84014CFC74}"/>
                    </a:ext>
                  </a:extLst>
                </p14:cNvPr>
                <p14:cNvContentPartPr/>
                <p14:nvPr/>
              </p14:nvContentPartPr>
              <p14:xfrm>
                <a:off x="11609640" y="2298224"/>
                <a:ext cx="100080" cy="1260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E3E27FD-6B80-9879-D038-2C84014CFC7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591640" y="2280224"/>
                  <a:ext cx="1357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B39E4C6-65DA-13A8-D816-1DB9EEC5334B}"/>
                    </a:ext>
                  </a:extLst>
                </p14:cNvPr>
                <p14:cNvContentPartPr/>
                <p14:nvPr/>
              </p14:nvContentPartPr>
              <p14:xfrm>
                <a:off x="11792880" y="2285984"/>
                <a:ext cx="44640" cy="2750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B39E4C6-65DA-13A8-D816-1DB9EEC5334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774880" y="2267984"/>
                  <a:ext cx="8028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957F0E5-7444-0EB0-EE46-3D52A273854E}"/>
                    </a:ext>
                  </a:extLst>
                </p14:cNvPr>
                <p14:cNvContentPartPr/>
                <p14:nvPr/>
              </p14:nvContentPartPr>
              <p14:xfrm>
                <a:off x="11782800" y="2275544"/>
                <a:ext cx="149400" cy="1026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957F0E5-7444-0EB0-EE46-3D52A273854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765160" y="2257904"/>
                  <a:ext cx="1850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008DC12-70A1-F77F-DECD-1F18692D3ED2}"/>
                    </a:ext>
                  </a:extLst>
                </p14:cNvPr>
                <p14:cNvContentPartPr/>
                <p14:nvPr/>
              </p14:nvContentPartPr>
              <p14:xfrm>
                <a:off x="11985480" y="2263304"/>
                <a:ext cx="110880" cy="1998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008DC12-70A1-F77F-DECD-1F18692D3ED2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967840" y="2245664"/>
                  <a:ext cx="146520" cy="23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7058E90A-4431-B53D-D142-C3236CDAA997}"/>
                  </a:ext>
                </a:extLst>
              </p14:cNvPr>
              <p14:cNvContentPartPr/>
              <p14:nvPr/>
            </p14:nvContentPartPr>
            <p14:xfrm>
              <a:off x="7428960" y="1880264"/>
              <a:ext cx="4442760" cy="9072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7058E90A-4431-B53D-D142-C3236CDAA997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7411320" y="1862264"/>
                <a:ext cx="4478400" cy="12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4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ADA56F51-607E-8AFA-7489-CBAB184BC6A6}"/>
                  </a:ext>
                </a:extLst>
              </p14:cNvPr>
              <p14:cNvContentPartPr/>
              <p14:nvPr/>
            </p14:nvContentPartPr>
            <p14:xfrm>
              <a:off x="7712280" y="2850104"/>
              <a:ext cx="4321440" cy="7128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ADA56F51-607E-8AFA-7489-CBAB184BC6A6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7694280" y="2832464"/>
                <a:ext cx="4357080" cy="10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88" name="Group 187">
            <a:extLst>
              <a:ext uri="{FF2B5EF4-FFF2-40B4-BE49-F238E27FC236}">
                <a16:creationId xmlns:a16="http://schemas.microsoft.com/office/drawing/2014/main" id="{B7CC3913-0550-7388-8302-FCCC80942079}"/>
              </a:ext>
            </a:extLst>
          </p:cNvPr>
          <p:cNvGrpSpPr/>
          <p:nvPr/>
        </p:nvGrpSpPr>
        <p:grpSpPr>
          <a:xfrm>
            <a:off x="7529040" y="4214144"/>
            <a:ext cx="829080" cy="760680"/>
            <a:chOff x="7529040" y="4214144"/>
            <a:chExt cx="829080" cy="76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809B916-ABE5-84D8-EA82-A74DCFD18119}"/>
                    </a:ext>
                  </a:extLst>
                </p14:cNvPr>
                <p14:cNvContentPartPr/>
                <p14:nvPr/>
              </p14:nvContentPartPr>
              <p14:xfrm>
                <a:off x="7797600" y="4551824"/>
                <a:ext cx="21240" cy="2210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809B916-ABE5-84D8-EA82-A74DCFD1811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779600" y="4534184"/>
                  <a:ext cx="568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04FB2183-9604-955E-FD0C-AA87F5514C03}"/>
                    </a:ext>
                  </a:extLst>
                </p14:cNvPr>
                <p14:cNvContentPartPr/>
                <p14:nvPr/>
              </p14:nvContentPartPr>
              <p14:xfrm>
                <a:off x="7774200" y="4440584"/>
                <a:ext cx="164520" cy="1933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04FB2183-9604-955E-FD0C-AA87F5514C0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756560" y="4422584"/>
                  <a:ext cx="2001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91B6AEB-7796-9297-283F-94D858668C73}"/>
                    </a:ext>
                  </a:extLst>
                </p14:cNvPr>
                <p14:cNvContentPartPr/>
                <p14:nvPr/>
              </p14:nvContentPartPr>
              <p14:xfrm>
                <a:off x="8019000" y="4561904"/>
                <a:ext cx="139320" cy="1368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91B6AEB-7796-9297-283F-94D858668C7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001000" y="4544264"/>
                  <a:ext cx="1749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0017FFB-D794-CAE2-805F-7DADDA5997EF}"/>
                    </a:ext>
                  </a:extLst>
                </p14:cNvPr>
                <p14:cNvContentPartPr/>
                <p14:nvPr/>
              </p14:nvContentPartPr>
              <p14:xfrm>
                <a:off x="7543440" y="4214144"/>
                <a:ext cx="814680" cy="7606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0017FFB-D794-CAE2-805F-7DADDA5997E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525800" y="4196504"/>
                  <a:ext cx="850320" cy="79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73E6DA3-8044-0FA3-3AA0-B5D182A38B29}"/>
                    </a:ext>
                  </a:extLst>
                </p14:cNvPr>
                <p14:cNvContentPartPr/>
                <p14:nvPr/>
              </p14:nvContentPartPr>
              <p14:xfrm>
                <a:off x="7529040" y="4468664"/>
                <a:ext cx="56880" cy="4525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73E6DA3-8044-0FA3-3AA0-B5D182A38B29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511040" y="4451024"/>
                  <a:ext cx="92520" cy="48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E29A4760-FBDE-211D-8EA2-29FADACC2B02}"/>
              </a:ext>
            </a:extLst>
          </p:cNvPr>
          <p:cNvGrpSpPr/>
          <p:nvPr/>
        </p:nvGrpSpPr>
        <p:grpSpPr>
          <a:xfrm>
            <a:off x="7534800" y="3171224"/>
            <a:ext cx="774000" cy="849600"/>
            <a:chOff x="7534800" y="3171224"/>
            <a:chExt cx="774000" cy="84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169D691-831E-F3EB-1F1B-C9F32DDE0C02}"/>
                    </a:ext>
                  </a:extLst>
                </p14:cNvPr>
                <p14:cNvContentPartPr/>
                <p14:nvPr/>
              </p14:nvContentPartPr>
              <p14:xfrm>
                <a:off x="7664040" y="3355184"/>
                <a:ext cx="63360" cy="3736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169D691-831E-F3EB-1F1B-C9F32DDE0C02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646400" y="3337544"/>
                  <a:ext cx="990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5AD11BF-2687-962E-BE32-868DB3C7D0F2}"/>
                    </a:ext>
                  </a:extLst>
                </p14:cNvPr>
                <p14:cNvContentPartPr/>
                <p14:nvPr/>
              </p14:nvContentPartPr>
              <p14:xfrm>
                <a:off x="7673040" y="3320264"/>
                <a:ext cx="189000" cy="2235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5AD11BF-2687-962E-BE32-868DB3C7D0F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655400" y="3302264"/>
                  <a:ext cx="2246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A9BE889-6894-66C7-10BB-F7F2339DD4CB}"/>
                    </a:ext>
                  </a:extLst>
                </p14:cNvPr>
                <p14:cNvContentPartPr/>
                <p14:nvPr/>
              </p14:nvContentPartPr>
              <p14:xfrm>
                <a:off x="7934040" y="3482264"/>
                <a:ext cx="78840" cy="2134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A9BE889-6894-66C7-10BB-F7F2339DD4CB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916040" y="3464264"/>
                  <a:ext cx="1144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374AEB5-77E6-E765-CE25-28D7A3DB4760}"/>
                    </a:ext>
                  </a:extLst>
                </p14:cNvPr>
                <p14:cNvContentPartPr/>
                <p14:nvPr/>
              </p14:nvContentPartPr>
              <p14:xfrm>
                <a:off x="7534800" y="3171224"/>
                <a:ext cx="774000" cy="7722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374AEB5-77E6-E765-CE25-28D7A3DB476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516800" y="3153584"/>
                  <a:ext cx="809640" cy="8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7D21937-C380-FF40-FD09-C861A372CE47}"/>
                    </a:ext>
                  </a:extLst>
                </p14:cNvPr>
                <p14:cNvContentPartPr/>
                <p14:nvPr/>
              </p14:nvContentPartPr>
              <p14:xfrm>
                <a:off x="7534800" y="3299384"/>
                <a:ext cx="98280" cy="7214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7D21937-C380-FF40-FD09-C861A372CE4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517160" y="3281384"/>
                  <a:ext cx="133920" cy="75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D16E068F-ED5F-AE0C-9BDA-E876562DD424}"/>
              </a:ext>
            </a:extLst>
          </p:cNvPr>
          <p:cNvGrpSpPr/>
          <p:nvPr/>
        </p:nvGrpSpPr>
        <p:grpSpPr>
          <a:xfrm>
            <a:off x="8792640" y="3126944"/>
            <a:ext cx="2771640" cy="542520"/>
            <a:chOff x="8792640" y="3126944"/>
            <a:chExt cx="2771640" cy="54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80BED75-0EBE-39B7-65EB-0B3A0911416C}"/>
                    </a:ext>
                  </a:extLst>
                </p14:cNvPr>
                <p14:cNvContentPartPr/>
                <p14:nvPr/>
              </p14:nvContentPartPr>
              <p14:xfrm>
                <a:off x="8792640" y="3387224"/>
                <a:ext cx="345960" cy="2127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80BED75-0EBE-39B7-65EB-0B3A0911416C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774640" y="3369584"/>
                  <a:ext cx="3816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0E45D7D-9795-BAF5-00A2-E07A01095F4E}"/>
                    </a:ext>
                  </a:extLst>
                </p14:cNvPr>
                <p14:cNvContentPartPr/>
                <p14:nvPr/>
              </p14:nvContentPartPr>
              <p14:xfrm>
                <a:off x="9286560" y="3487304"/>
                <a:ext cx="59400" cy="1821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0E45D7D-9795-BAF5-00A2-E07A01095F4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268560" y="3469304"/>
                  <a:ext cx="95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49F176E8-D3E5-DCFA-E005-56029ADDD33F}"/>
                    </a:ext>
                  </a:extLst>
                </p14:cNvPr>
                <p14:cNvContentPartPr/>
                <p14:nvPr/>
              </p14:nvContentPartPr>
              <p14:xfrm>
                <a:off x="9463680" y="3421784"/>
                <a:ext cx="173880" cy="212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49F176E8-D3E5-DCFA-E005-56029ADDD33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446040" y="3403784"/>
                  <a:ext cx="2095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F489D0B-C36E-D223-B1F5-A24DB71C63F3}"/>
                    </a:ext>
                  </a:extLst>
                </p14:cNvPr>
                <p14:cNvContentPartPr/>
                <p14:nvPr/>
              </p14:nvContentPartPr>
              <p14:xfrm>
                <a:off x="9843480" y="3157184"/>
                <a:ext cx="222480" cy="2379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F489D0B-C36E-D223-B1F5-A24DB71C63F3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825840" y="3139184"/>
                  <a:ext cx="2581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7013607-1AB7-9342-8732-2FEA93E551FB}"/>
                    </a:ext>
                  </a:extLst>
                </p14:cNvPr>
                <p14:cNvContentPartPr/>
                <p14:nvPr/>
              </p14:nvContentPartPr>
              <p14:xfrm>
                <a:off x="10148760" y="3380744"/>
                <a:ext cx="169560" cy="1548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7013607-1AB7-9342-8732-2FEA93E551F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130760" y="3363104"/>
                  <a:ext cx="2052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8F875B73-52CF-0C2E-FE24-08164A014866}"/>
                    </a:ext>
                  </a:extLst>
                </p14:cNvPr>
                <p14:cNvContentPartPr/>
                <p14:nvPr/>
              </p14:nvContentPartPr>
              <p14:xfrm>
                <a:off x="10552320" y="3382904"/>
                <a:ext cx="99000" cy="230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8F875B73-52CF-0C2E-FE24-08164A01486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534320" y="3364904"/>
                  <a:ext cx="1346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714D375-B492-1134-1B41-A37C7B8E42DA}"/>
                    </a:ext>
                  </a:extLst>
                </p14:cNvPr>
                <p14:cNvContentPartPr/>
                <p14:nvPr/>
              </p14:nvContentPartPr>
              <p14:xfrm>
                <a:off x="10607040" y="3454544"/>
                <a:ext cx="72720" cy="104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714D375-B492-1134-1B41-A37C7B8E42D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589040" y="3436904"/>
                  <a:ext cx="1083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9A537D5-11C2-6D5B-5EF8-5FCCD07BBCBC}"/>
                    </a:ext>
                  </a:extLst>
                </p14:cNvPr>
                <p14:cNvContentPartPr/>
                <p14:nvPr/>
              </p14:nvContentPartPr>
              <p14:xfrm>
                <a:off x="10946880" y="3338264"/>
                <a:ext cx="86040" cy="2109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9A537D5-11C2-6D5B-5EF8-5FCCD07BBCBC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928880" y="3320264"/>
                  <a:ext cx="1216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4CA0A32-42BB-8CF6-99C0-4AFB676465C4}"/>
                    </a:ext>
                  </a:extLst>
                </p14:cNvPr>
                <p14:cNvContentPartPr/>
                <p14:nvPr/>
              </p14:nvContentPartPr>
              <p14:xfrm>
                <a:off x="10959840" y="3126944"/>
                <a:ext cx="25560" cy="219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4CA0A32-42BB-8CF6-99C0-4AFB676465C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941840" y="3109304"/>
                  <a:ext cx="61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2CCBEAB-3168-EB8E-FB01-2FE08D938732}"/>
                    </a:ext>
                  </a:extLst>
                </p14:cNvPr>
                <p14:cNvContentPartPr/>
                <p14:nvPr/>
              </p14:nvContentPartPr>
              <p14:xfrm>
                <a:off x="11233440" y="3243224"/>
                <a:ext cx="30600" cy="227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2CCBEAB-3168-EB8E-FB01-2FE08D93873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1215440" y="3225584"/>
                  <a:ext cx="662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04447621-61CE-9C16-1F30-A933D7A390DF}"/>
                    </a:ext>
                  </a:extLst>
                </p14:cNvPr>
                <p14:cNvContentPartPr/>
                <p14:nvPr/>
              </p14:nvContentPartPr>
              <p14:xfrm>
                <a:off x="11186280" y="3242504"/>
                <a:ext cx="204840" cy="1306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04447621-61CE-9C16-1F30-A933D7A390D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168280" y="3224864"/>
                  <a:ext cx="2404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94C8794A-E0A4-91CE-CDF1-8DD9ADA256C7}"/>
                    </a:ext>
                  </a:extLst>
                </p14:cNvPr>
                <p14:cNvContentPartPr/>
                <p14:nvPr/>
              </p14:nvContentPartPr>
              <p14:xfrm>
                <a:off x="11498040" y="3355184"/>
                <a:ext cx="66240" cy="2113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94C8794A-E0A4-91CE-CDF1-8DD9ADA256C7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480400" y="3337184"/>
                  <a:ext cx="1018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E945D8B8-5C38-D71D-B471-08FD68FB9C51}"/>
                    </a:ext>
                  </a:extLst>
                </p14:cNvPr>
                <p14:cNvContentPartPr/>
                <p14:nvPr/>
              </p14:nvContentPartPr>
              <p14:xfrm>
                <a:off x="11203920" y="3538424"/>
                <a:ext cx="26280" cy="1270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E945D8B8-5C38-D71D-B471-08FD68FB9C5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185920" y="3520424"/>
                  <a:ext cx="6192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0E8DEEEF-88DF-AEFB-B52C-6660EBFFCD71}"/>
              </a:ext>
            </a:extLst>
          </p:cNvPr>
          <p:cNvGrpSpPr/>
          <p:nvPr/>
        </p:nvGrpSpPr>
        <p:grpSpPr>
          <a:xfrm>
            <a:off x="8853840" y="3997784"/>
            <a:ext cx="2866680" cy="636840"/>
            <a:chOff x="8853840" y="3997784"/>
            <a:chExt cx="2866680" cy="63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5AE329D-31AE-14E8-6257-45DCD55E9C0C}"/>
                    </a:ext>
                  </a:extLst>
                </p14:cNvPr>
                <p14:cNvContentPartPr/>
                <p14:nvPr/>
              </p14:nvContentPartPr>
              <p14:xfrm>
                <a:off x="8853840" y="4292984"/>
                <a:ext cx="258120" cy="2563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5AE329D-31AE-14E8-6257-45DCD55E9C0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836200" y="4274984"/>
                  <a:ext cx="293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5F89B3B-A0BE-B4C7-EF4B-C48B43B1D467}"/>
                    </a:ext>
                  </a:extLst>
                </p14:cNvPr>
                <p14:cNvContentPartPr/>
                <p14:nvPr/>
              </p14:nvContentPartPr>
              <p14:xfrm>
                <a:off x="9282240" y="4496744"/>
                <a:ext cx="129240" cy="1378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5F89B3B-A0BE-B4C7-EF4B-C48B43B1D467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264240" y="4478744"/>
                  <a:ext cx="164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3A079EDD-7632-70CF-0012-F21B0AF6849A}"/>
                    </a:ext>
                  </a:extLst>
                </p14:cNvPr>
                <p14:cNvContentPartPr/>
                <p14:nvPr/>
              </p14:nvContentPartPr>
              <p14:xfrm>
                <a:off x="9607320" y="4399904"/>
                <a:ext cx="124200" cy="122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3A079EDD-7632-70CF-0012-F21B0AF6849A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589320" y="4381904"/>
                  <a:ext cx="159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3BA7145-D002-9845-5BA2-58DD1E14CD17}"/>
                    </a:ext>
                  </a:extLst>
                </p14:cNvPr>
                <p14:cNvContentPartPr/>
                <p14:nvPr/>
              </p14:nvContentPartPr>
              <p14:xfrm>
                <a:off x="9998640" y="4224944"/>
                <a:ext cx="156600" cy="2588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3BA7145-D002-9845-5BA2-58DD1E14CD1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981000" y="4207304"/>
                  <a:ext cx="1922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73325C5-492F-13E7-5B87-1E4AF481510C}"/>
                    </a:ext>
                  </a:extLst>
                </p14:cNvPr>
                <p14:cNvContentPartPr/>
                <p14:nvPr/>
              </p14:nvContentPartPr>
              <p14:xfrm>
                <a:off x="10398960" y="4290464"/>
                <a:ext cx="106920" cy="198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73325C5-492F-13E7-5B87-1E4AF481510C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380960" y="4272464"/>
                  <a:ext cx="1425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49BD362-91AA-EC1E-287A-7CBC31D23F9A}"/>
                    </a:ext>
                  </a:extLst>
                </p14:cNvPr>
                <p14:cNvContentPartPr/>
                <p14:nvPr/>
              </p14:nvContentPartPr>
              <p14:xfrm>
                <a:off x="10438560" y="4394144"/>
                <a:ext cx="83520" cy="237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49BD362-91AA-EC1E-287A-7CBC31D23F9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420560" y="4376144"/>
                  <a:ext cx="119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2DABF4E-19C6-DB60-929C-AABE763387BF}"/>
                    </a:ext>
                  </a:extLst>
                </p14:cNvPr>
                <p14:cNvContentPartPr/>
                <p14:nvPr/>
              </p14:nvContentPartPr>
              <p14:xfrm>
                <a:off x="10791360" y="4229984"/>
                <a:ext cx="95040" cy="1659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2DABF4E-19C6-DB60-929C-AABE763387B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773720" y="4212344"/>
                  <a:ext cx="1306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B4E89869-D6E7-EEFB-2651-B90E2D73B47C}"/>
                    </a:ext>
                  </a:extLst>
                </p14:cNvPr>
                <p14:cNvContentPartPr/>
                <p14:nvPr/>
              </p14:nvContentPartPr>
              <p14:xfrm>
                <a:off x="10816920" y="3997784"/>
                <a:ext cx="31680" cy="20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B4E89869-D6E7-EEFB-2651-B90E2D73B47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799280" y="3980144"/>
                  <a:ext cx="673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B3F4CC48-85B8-5742-0124-E8EDEFD86833}"/>
                    </a:ext>
                  </a:extLst>
                </p14:cNvPr>
                <p14:cNvContentPartPr/>
                <p14:nvPr/>
              </p14:nvContentPartPr>
              <p14:xfrm>
                <a:off x="10942200" y="4270664"/>
                <a:ext cx="140040" cy="1980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B3F4CC48-85B8-5742-0124-E8EDEFD86833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924200" y="4252664"/>
                  <a:ext cx="1756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F66FAA0-1A50-801A-BA87-C58AFD4B613C}"/>
                    </a:ext>
                  </a:extLst>
                </p14:cNvPr>
                <p14:cNvContentPartPr/>
                <p14:nvPr/>
              </p14:nvContentPartPr>
              <p14:xfrm>
                <a:off x="11298600" y="4167704"/>
                <a:ext cx="34920" cy="2116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F66FAA0-1A50-801A-BA87-C58AFD4B613C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280600" y="4149704"/>
                  <a:ext cx="705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712AEBF1-6546-50D5-C42D-4D0359A38663}"/>
                    </a:ext>
                  </a:extLst>
                </p14:cNvPr>
                <p14:cNvContentPartPr/>
                <p14:nvPr/>
              </p14:nvContentPartPr>
              <p14:xfrm>
                <a:off x="11317680" y="4094264"/>
                <a:ext cx="99720" cy="1594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712AEBF1-6546-50D5-C42D-4D0359A3866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300040" y="4076264"/>
                  <a:ext cx="1353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AC43C245-0EE3-2A6C-0527-76A7D89D1A31}"/>
                    </a:ext>
                  </a:extLst>
                </p14:cNvPr>
                <p14:cNvContentPartPr/>
                <p14:nvPr/>
              </p14:nvContentPartPr>
              <p14:xfrm>
                <a:off x="11556360" y="4229984"/>
                <a:ext cx="164160" cy="1627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AC43C245-0EE3-2A6C-0527-76A7D89D1A31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538720" y="4212344"/>
                  <a:ext cx="199800" cy="19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6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2DC88773-958B-AEF2-A306-EA3B5ABF9873}"/>
                  </a:ext>
                </a:extLst>
              </p14:cNvPr>
              <p14:cNvContentPartPr/>
              <p14:nvPr/>
            </p14:nvContentPartPr>
            <p14:xfrm>
              <a:off x="3880440" y="125624"/>
              <a:ext cx="258840" cy="200880"/>
            </p14:xfrm>
          </p:contentPart>
        </mc:Choice>
        <mc:Fallback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2DC88773-958B-AEF2-A306-EA3B5ABF9873}"/>
                  </a:ext>
                </a:extLst>
              </p:cNvPr>
              <p:cNvPicPr/>
              <p:nvPr/>
            </p:nvPicPr>
            <p:blipFill>
              <a:blip r:embed="rId337"/>
              <a:stretch>
                <a:fillRect/>
              </a:stretch>
            </p:blipFill>
            <p:spPr>
              <a:xfrm>
                <a:off x="3862800" y="107624"/>
                <a:ext cx="294480" cy="23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1" name="Group 220">
            <a:extLst>
              <a:ext uri="{FF2B5EF4-FFF2-40B4-BE49-F238E27FC236}">
                <a16:creationId xmlns:a16="http://schemas.microsoft.com/office/drawing/2014/main" id="{F8D8E0BB-AAFA-0BEF-DB1B-30FA2225BEBD}"/>
              </a:ext>
            </a:extLst>
          </p:cNvPr>
          <p:cNvGrpSpPr/>
          <p:nvPr/>
        </p:nvGrpSpPr>
        <p:grpSpPr>
          <a:xfrm>
            <a:off x="6384240" y="36344"/>
            <a:ext cx="590040" cy="388440"/>
            <a:chOff x="6384240" y="36344"/>
            <a:chExt cx="590040" cy="38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38543C1-B877-B5F2-99D3-AAEC4FA61E4D}"/>
                    </a:ext>
                  </a:extLst>
                </p14:cNvPr>
                <p14:cNvContentPartPr/>
                <p14:nvPr/>
              </p14:nvContentPartPr>
              <p14:xfrm>
                <a:off x="6418440" y="314624"/>
                <a:ext cx="156960" cy="1101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38543C1-B877-B5F2-99D3-AAEC4FA61E4D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400800" y="296984"/>
                  <a:ext cx="1926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A401C7E-6F19-74BB-A6C7-3305C1C4C58E}"/>
                    </a:ext>
                  </a:extLst>
                </p14:cNvPr>
                <p14:cNvContentPartPr/>
                <p14:nvPr/>
              </p14:nvContentPartPr>
              <p14:xfrm>
                <a:off x="6743520" y="185384"/>
                <a:ext cx="230760" cy="1594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A401C7E-6F19-74BB-A6C7-3305C1C4C58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725520" y="167744"/>
                  <a:ext cx="2664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11C525F-7B5B-7D31-CA37-17FF853A1193}"/>
                    </a:ext>
                  </a:extLst>
                </p14:cNvPr>
                <p14:cNvContentPartPr/>
                <p14:nvPr/>
              </p14:nvContentPartPr>
              <p14:xfrm>
                <a:off x="6384240" y="36344"/>
                <a:ext cx="239040" cy="2397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11C525F-7B5B-7D31-CA37-17FF853A119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366600" y="18344"/>
                  <a:ext cx="274680" cy="275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4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FD03BA75-3EDE-1D0D-6B31-66CEA2B1161A}"/>
                  </a:ext>
                </a:extLst>
              </p14:cNvPr>
              <p14:cNvContentPartPr/>
              <p14:nvPr/>
            </p14:nvContentPartPr>
            <p14:xfrm>
              <a:off x="3632400" y="3611144"/>
              <a:ext cx="374760" cy="620280"/>
            </p14:xfrm>
          </p:contentPart>
        </mc:Choice>
        <mc:Fallback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FD03BA75-3EDE-1D0D-6B31-66CEA2B1161A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3578760" y="3503504"/>
                <a:ext cx="482400" cy="83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9" name="Group 228">
            <a:extLst>
              <a:ext uri="{FF2B5EF4-FFF2-40B4-BE49-F238E27FC236}">
                <a16:creationId xmlns:a16="http://schemas.microsoft.com/office/drawing/2014/main" id="{E7B6D1D8-3B6D-2B58-9610-1AD29B7F6D9A}"/>
              </a:ext>
            </a:extLst>
          </p:cNvPr>
          <p:cNvGrpSpPr/>
          <p:nvPr/>
        </p:nvGrpSpPr>
        <p:grpSpPr>
          <a:xfrm>
            <a:off x="4455000" y="3647504"/>
            <a:ext cx="1380600" cy="328320"/>
            <a:chOff x="4455000" y="3647504"/>
            <a:chExt cx="1380600" cy="32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04A5115-ED0B-2C24-9A59-01FC667DF1BF}"/>
                    </a:ext>
                  </a:extLst>
                </p14:cNvPr>
                <p14:cNvContentPartPr/>
                <p14:nvPr/>
              </p14:nvContentPartPr>
              <p14:xfrm>
                <a:off x="4455000" y="3696464"/>
                <a:ext cx="65520" cy="2793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04A5115-ED0B-2C24-9A59-01FC667DF1BF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437360" y="3678824"/>
                  <a:ext cx="10116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D905633E-4BE4-0932-B374-7948A1291FA8}"/>
                    </a:ext>
                  </a:extLst>
                </p14:cNvPr>
                <p14:cNvContentPartPr/>
                <p14:nvPr/>
              </p14:nvContentPartPr>
              <p14:xfrm>
                <a:off x="4501440" y="3715184"/>
                <a:ext cx="218160" cy="16884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D905633E-4BE4-0932-B374-7948A1291FA8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483800" y="3697184"/>
                  <a:ext cx="2538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65A4FB6A-787E-62FD-B4F5-4944F3D06B02}"/>
                    </a:ext>
                  </a:extLst>
                </p14:cNvPr>
                <p14:cNvContentPartPr/>
                <p14:nvPr/>
              </p14:nvContentPartPr>
              <p14:xfrm>
                <a:off x="4756320" y="3778184"/>
                <a:ext cx="264600" cy="1098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65A4FB6A-787E-62FD-B4F5-4944F3D06B02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4738680" y="3760184"/>
                  <a:ext cx="3002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A03CF48-6484-B235-B71D-BE84391873AA}"/>
                    </a:ext>
                  </a:extLst>
                </p14:cNvPr>
                <p14:cNvContentPartPr/>
                <p14:nvPr/>
              </p14:nvContentPartPr>
              <p14:xfrm>
                <a:off x="5046120" y="3698264"/>
                <a:ext cx="146520" cy="1666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A03CF48-6484-B235-B71D-BE84391873AA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028120" y="3680264"/>
                  <a:ext cx="1821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0BA0C17-F388-630D-675F-1EFD17D1D35E}"/>
                    </a:ext>
                  </a:extLst>
                </p14:cNvPr>
                <p14:cNvContentPartPr/>
                <p14:nvPr/>
              </p14:nvContentPartPr>
              <p14:xfrm>
                <a:off x="5370840" y="3659744"/>
                <a:ext cx="208440" cy="889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0BA0C17-F388-630D-675F-1EFD17D1D35E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352840" y="3642104"/>
                  <a:ext cx="244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331754AC-C1AB-D58B-48E4-603CE6A0B009}"/>
                    </a:ext>
                  </a:extLst>
                </p14:cNvPr>
                <p14:cNvContentPartPr/>
                <p14:nvPr/>
              </p14:nvContentPartPr>
              <p14:xfrm>
                <a:off x="5645160" y="3647504"/>
                <a:ext cx="190440" cy="799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331754AC-C1AB-D58B-48E4-603CE6A0B009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627160" y="3629864"/>
                  <a:ext cx="226080" cy="11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8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BE9A3289-EE89-BCD0-3332-064D587CF957}"/>
                  </a:ext>
                </a:extLst>
              </p14:cNvPr>
              <p14:cNvContentPartPr/>
              <p14:nvPr/>
            </p14:nvContentPartPr>
            <p14:xfrm>
              <a:off x="3777120" y="4687184"/>
              <a:ext cx="342720" cy="63972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BE9A3289-EE89-BCD0-3332-064D587CF957}"/>
                  </a:ext>
                </a:extLst>
              </p:cNvPr>
              <p:cNvPicPr/>
              <p:nvPr/>
            </p:nvPicPr>
            <p:blipFill>
              <a:blip r:embed="rId359"/>
              <a:stretch>
                <a:fillRect/>
              </a:stretch>
            </p:blipFill>
            <p:spPr>
              <a:xfrm>
                <a:off x="3723480" y="4579184"/>
                <a:ext cx="450360" cy="85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0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14FF0D0A-2DE1-ECA0-93B0-5ED7ECBE4381}"/>
                  </a:ext>
                </a:extLst>
              </p14:cNvPr>
              <p14:cNvContentPartPr/>
              <p14:nvPr/>
            </p14:nvContentPartPr>
            <p14:xfrm>
              <a:off x="4637160" y="4765304"/>
              <a:ext cx="225000" cy="18864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14FF0D0A-2DE1-ECA0-93B0-5ED7ECBE4381}"/>
                  </a:ext>
                </a:extLst>
              </p:cNvPr>
              <p:cNvPicPr/>
              <p:nvPr/>
            </p:nvPicPr>
            <p:blipFill>
              <a:blip r:embed="rId361"/>
              <a:stretch>
                <a:fillRect/>
              </a:stretch>
            </p:blipFill>
            <p:spPr>
              <a:xfrm>
                <a:off x="4619160" y="4747664"/>
                <a:ext cx="260640" cy="22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AA3DC0A7-3B8E-16C2-3341-95A7279799D3}"/>
              </a:ext>
            </a:extLst>
          </p:cNvPr>
          <p:cNvGrpSpPr/>
          <p:nvPr/>
        </p:nvGrpSpPr>
        <p:grpSpPr>
          <a:xfrm>
            <a:off x="4664160" y="4569464"/>
            <a:ext cx="1959840" cy="395640"/>
            <a:chOff x="4664160" y="4569464"/>
            <a:chExt cx="195984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21B9D455-A36B-F9B0-4F49-D9FBF8D72655}"/>
                    </a:ext>
                  </a:extLst>
                </p14:cNvPr>
                <p14:cNvContentPartPr/>
                <p14:nvPr/>
              </p14:nvContentPartPr>
              <p14:xfrm>
                <a:off x="4664160" y="4741184"/>
                <a:ext cx="255240" cy="2239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21B9D455-A36B-F9B0-4F49-D9FBF8D72655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4646520" y="4723544"/>
                  <a:ext cx="2908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8DE8D753-96A4-D15E-A3D3-83F1F99E6EE5}"/>
                    </a:ext>
                  </a:extLst>
                </p14:cNvPr>
                <p14:cNvContentPartPr/>
                <p14:nvPr/>
              </p14:nvContentPartPr>
              <p14:xfrm>
                <a:off x="5000040" y="4790144"/>
                <a:ext cx="200160" cy="1123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8DE8D753-96A4-D15E-A3D3-83F1F99E6EE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982040" y="4772144"/>
                  <a:ext cx="2358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52B4ECB-888D-2E70-F339-A2B6362C608F}"/>
                    </a:ext>
                  </a:extLst>
                </p14:cNvPr>
                <p14:cNvContentPartPr/>
                <p14:nvPr/>
              </p14:nvContentPartPr>
              <p14:xfrm>
                <a:off x="5275080" y="4569464"/>
                <a:ext cx="74880" cy="2656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52B4ECB-888D-2E70-F339-A2B6362C608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257080" y="4551824"/>
                  <a:ext cx="1105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D472C4EC-1A6E-8738-49C2-0598D9ACD16F}"/>
                    </a:ext>
                  </a:extLst>
                </p14:cNvPr>
                <p14:cNvContentPartPr/>
                <p14:nvPr/>
              </p14:nvContentPartPr>
              <p14:xfrm>
                <a:off x="5330880" y="4682144"/>
                <a:ext cx="93960" cy="1299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D472C4EC-1A6E-8738-49C2-0598D9ACD16F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5312880" y="4664504"/>
                  <a:ext cx="1296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461CA525-46F3-3F2F-884A-1C8B166108B7}"/>
                    </a:ext>
                  </a:extLst>
                </p14:cNvPr>
                <p14:cNvContentPartPr/>
                <p14:nvPr/>
              </p14:nvContentPartPr>
              <p14:xfrm>
                <a:off x="5555520" y="4687904"/>
                <a:ext cx="124920" cy="1198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461CA525-46F3-3F2F-884A-1C8B166108B7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5537880" y="4669904"/>
                  <a:ext cx="1605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B372865A-5844-F03C-6E43-1ACD03AEF5B9}"/>
                    </a:ext>
                  </a:extLst>
                </p14:cNvPr>
                <p14:cNvContentPartPr/>
                <p14:nvPr/>
              </p14:nvContentPartPr>
              <p14:xfrm>
                <a:off x="5804280" y="4680704"/>
                <a:ext cx="90720" cy="1252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B372865A-5844-F03C-6E43-1ACD03AEF5B9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786280" y="4663064"/>
                  <a:ext cx="126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D60F5BE-7836-BD21-100E-4B419316B240}"/>
                    </a:ext>
                  </a:extLst>
                </p14:cNvPr>
                <p14:cNvContentPartPr/>
                <p14:nvPr/>
              </p14:nvContentPartPr>
              <p14:xfrm>
                <a:off x="6047280" y="4648304"/>
                <a:ext cx="227160" cy="1072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D60F5BE-7836-BD21-100E-4B419316B240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029640" y="4630304"/>
                  <a:ext cx="2628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ED42449-4C1D-2AEB-54FA-15DADD37BEE1}"/>
                    </a:ext>
                  </a:extLst>
                </p14:cNvPr>
                <p14:cNvContentPartPr/>
                <p14:nvPr/>
              </p14:nvContentPartPr>
              <p14:xfrm>
                <a:off x="6397920" y="4600424"/>
                <a:ext cx="226080" cy="1191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ED42449-4C1D-2AEB-54FA-15DADD37BEE1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6379920" y="4582424"/>
                  <a:ext cx="26172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8">
            <p14:nvContentPartPr>
              <p14:cNvPr id="241" name="Ink 240">
                <a:extLst>
                  <a:ext uri="{FF2B5EF4-FFF2-40B4-BE49-F238E27FC236}">
                    <a16:creationId xmlns:a16="http://schemas.microsoft.com/office/drawing/2014/main" id="{9FE17EE4-8B5F-ED83-B587-89BCC4BEC91F}"/>
                  </a:ext>
                </a:extLst>
              </p14:cNvPr>
              <p14:cNvContentPartPr/>
              <p14:nvPr/>
            </p14:nvContentPartPr>
            <p14:xfrm>
              <a:off x="3744720" y="769664"/>
              <a:ext cx="654480" cy="519480"/>
            </p14:xfrm>
          </p:contentPart>
        </mc:Choice>
        <mc:Fallback>
          <p:pic>
            <p:nvPicPr>
              <p:cNvPr id="241" name="Ink 240">
                <a:extLst>
                  <a:ext uri="{FF2B5EF4-FFF2-40B4-BE49-F238E27FC236}">
                    <a16:creationId xmlns:a16="http://schemas.microsoft.com/office/drawing/2014/main" id="{9FE17EE4-8B5F-ED83-B587-89BCC4BEC91F}"/>
                  </a:ext>
                </a:extLst>
              </p:cNvPr>
              <p:cNvPicPr/>
              <p:nvPr/>
            </p:nvPicPr>
            <p:blipFill>
              <a:blip r:embed="rId379"/>
              <a:stretch>
                <a:fillRect/>
              </a:stretch>
            </p:blipFill>
            <p:spPr>
              <a:xfrm>
                <a:off x="3691080" y="661664"/>
                <a:ext cx="762120" cy="73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0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0DCAD60A-333F-A430-0D2E-BDF98277D092}"/>
                  </a:ext>
                </a:extLst>
              </p14:cNvPr>
              <p14:cNvContentPartPr/>
              <p14:nvPr/>
            </p14:nvContentPartPr>
            <p14:xfrm>
              <a:off x="5494680" y="536744"/>
              <a:ext cx="525600" cy="353880"/>
            </p14:xfrm>
          </p:contentPart>
        </mc:Choice>
        <mc:Fallback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0DCAD60A-333F-A430-0D2E-BDF98277D092}"/>
                  </a:ext>
                </a:extLst>
              </p:cNvPr>
              <p:cNvPicPr/>
              <p:nvPr/>
            </p:nvPicPr>
            <p:blipFill>
              <a:blip r:embed="rId381"/>
              <a:stretch>
                <a:fillRect/>
              </a:stretch>
            </p:blipFill>
            <p:spPr>
              <a:xfrm>
                <a:off x="5440680" y="429104"/>
                <a:ext cx="633240" cy="56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2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BBF1F4C0-0A11-73D4-5ECD-2CA23918A3E2}"/>
                  </a:ext>
                </a:extLst>
              </p14:cNvPr>
              <p14:cNvContentPartPr/>
              <p14:nvPr/>
            </p14:nvContentPartPr>
            <p14:xfrm>
              <a:off x="6876720" y="840944"/>
              <a:ext cx="633960" cy="402480"/>
            </p14:xfrm>
          </p:contentPart>
        </mc:Choice>
        <mc:Fallback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BBF1F4C0-0A11-73D4-5ECD-2CA23918A3E2}"/>
                  </a:ext>
                </a:extLst>
              </p:cNvPr>
              <p:cNvPicPr/>
              <p:nvPr/>
            </p:nvPicPr>
            <p:blipFill>
              <a:blip r:embed="rId383"/>
              <a:stretch>
                <a:fillRect/>
              </a:stretch>
            </p:blipFill>
            <p:spPr>
              <a:xfrm>
                <a:off x="6823080" y="733304"/>
                <a:ext cx="741600" cy="61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4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E87F3C6E-349C-D229-F407-725B8EE34A55}"/>
                  </a:ext>
                </a:extLst>
              </p14:cNvPr>
              <p14:cNvContentPartPr/>
              <p14:nvPr/>
            </p14:nvContentPartPr>
            <p14:xfrm>
              <a:off x="11186640" y="3185264"/>
              <a:ext cx="476280" cy="362520"/>
            </p14:xfrm>
          </p:contentPart>
        </mc:Choice>
        <mc:Fallback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E87F3C6E-349C-D229-F407-725B8EE34A55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11133000" y="3077264"/>
                <a:ext cx="583920" cy="57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6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672317AA-6A84-D0F9-21BD-FB925B51D989}"/>
                  </a:ext>
                </a:extLst>
              </p14:cNvPr>
              <p14:cNvContentPartPr/>
              <p14:nvPr/>
            </p14:nvContentPartPr>
            <p14:xfrm>
              <a:off x="11260800" y="4043144"/>
              <a:ext cx="578520" cy="391680"/>
            </p14:xfrm>
          </p:contentPart>
        </mc:Choice>
        <mc:Fallback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672317AA-6A84-D0F9-21BD-FB925B51D989}"/>
                  </a:ext>
                </a:extLst>
              </p:cNvPr>
              <p:cNvPicPr/>
              <p:nvPr/>
            </p:nvPicPr>
            <p:blipFill>
              <a:blip r:embed="rId387"/>
              <a:stretch>
                <a:fillRect/>
              </a:stretch>
            </p:blipFill>
            <p:spPr>
              <a:xfrm>
                <a:off x="11207160" y="3935144"/>
                <a:ext cx="686160" cy="60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6" name="Group 275">
            <a:extLst>
              <a:ext uri="{FF2B5EF4-FFF2-40B4-BE49-F238E27FC236}">
                <a16:creationId xmlns:a16="http://schemas.microsoft.com/office/drawing/2014/main" id="{A5EA468F-7693-93AD-44AE-0677CAEA2D86}"/>
              </a:ext>
            </a:extLst>
          </p:cNvPr>
          <p:cNvGrpSpPr/>
          <p:nvPr/>
        </p:nvGrpSpPr>
        <p:grpSpPr>
          <a:xfrm>
            <a:off x="4374000" y="5060144"/>
            <a:ext cx="2466360" cy="1521720"/>
            <a:chOff x="4374000" y="5060144"/>
            <a:chExt cx="2466360" cy="152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1359A11F-B6E5-E6C6-94B4-3D58E8D9BEEF}"/>
                    </a:ext>
                  </a:extLst>
                </p14:cNvPr>
                <p14:cNvContentPartPr/>
                <p14:nvPr/>
              </p14:nvContentPartPr>
              <p14:xfrm>
                <a:off x="4584960" y="5472344"/>
                <a:ext cx="110880" cy="2613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1359A11F-B6E5-E6C6-94B4-3D58E8D9BEEF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4567320" y="5454704"/>
                  <a:ext cx="1465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0F0379E9-001C-2356-A67F-C4A1577B2308}"/>
                    </a:ext>
                  </a:extLst>
                </p14:cNvPr>
                <p14:cNvContentPartPr/>
                <p14:nvPr/>
              </p14:nvContentPartPr>
              <p14:xfrm>
                <a:off x="4574520" y="5281904"/>
                <a:ext cx="6840" cy="198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0F0379E9-001C-2356-A67F-C4A1577B2308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4556880" y="5263904"/>
                  <a:ext cx="424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9B94E56E-F25E-EDAC-6238-28B1780C12A8}"/>
                    </a:ext>
                  </a:extLst>
                </p14:cNvPr>
                <p14:cNvContentPartPr/>
                <p14:nvPr/>
              </p14:nvContentPartPr>
              <p14:xfrm>
                <a:off x="4781160" y="5622464"/>
                <a:ext cx="46440" cy="1389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9B94E56E-F25E-EDAC-6238-28B1780C12A8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4763160" y="5604464"/>
                  <a:ext cx="820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D34A554E-4784-C24C-61ED-B821981D0E00}"/>
                    </a:ext>
                  </a:extLst>
                </p14:cNvPr>
                <p14:cNvContentPartPr/>
                <p14:nvPr/>
              </p14:nvContentPartPr>
              <p14:xfrm>
                <a:off x="5200560" y="5423744"/>
                <a:ext cx="120600" cy="12096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D34A554E-4784-C24C-61ED-B821981D0E00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5182560" y="5405744"/>
                  <a:ext cx="1562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6FBA8564-EFD0-548C-9E08-32EBE7EE8025}"/>
                    </a:ext>
                  </a:extLst>
                </p14:cNvPr>
                <p14:cNvContentPartPr/>
                <p14:nvPr/>
              </p14:nvContentPartPr>
              <p14:xfrm>
                <a:off x="5211360" y="5266424"/>
                <a:ext cx="19080" cy="316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6FBA8564-EFD0-548C-9E08-32EBE7EE8025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193360" y="5248424"/>
                  <a:ext cx="547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1D1E6F4-4F0F-4D28-731D-F795E6551A39}"/>
                    </a:ext>
                  </a:extLst>
                </p14:cNvPr>
                <p14:cNvContentPartPr/>
                <p14:nvPr/>
              </p14:nvContentPartPr>
              <p14:xfrm>
                <a:off x="5417280" y="5481704"/>
                <a:ext cx="137520" cy="1202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1D1E6F4-4F0F-4D28-731D-F795E6551A39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399640" y="5463704"/>
                  <a:ext cx="1731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ED57C3F-5046-5E7B-1A07-D6CCB54B25B9}"/>
                    </a:ext>
                  </a:extLst>
                </p14:cNvPr>
                <p14:cNvContentPartPr/>
                <p14:nvPr/>
              </p14:nvContentPartPr>
              <p14:xfrm>
                <a:off x="5720400" y="5501864"/>
                <a:ext cx="7920" cy="612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ED57C3F-5046-5E7B-1A07-D6CCB54B25B9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5702760" y="5484224"/>
                  <a:ext cx="435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7E06FDE-04E3-9B1B-2EB6-59C86A907F0F}"/>
                    </a:ext>
                  </a:extLst>
                </p14:cNvPr>
                <p14:cNvContentPartPr/>
                <p14:nvPr/>
              </p14:nvContentPartPr>
              <p14:xfrm>
                <a:off x="5050080" y="5644064"/>
                <a:ext cx="9720" cy="11052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97E06FDE-04E3-9B1B-2EB6-59C86A907F0F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032440" y="5626064"/>
                  <a:ext cx="453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3A79AE49-5F44-BCCC-4DBE-7FC27DB9DA6D}"/>
                    </a:ext>
                  </a:extLst>
                </p14:cNvPr>
                <p14:cNvContentPartPr/>
                <p14:nvPr/>
              </p14:nvContentPartPr>
              <p14:xfrm>
                <a:off x="5010480" y="5523464"/>
                <a:ext cx="14760" cy="223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3A79AE49-5F44-BCCC-4DBE-7FC27DB9DA6D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992840" y="5505464"/>
                  <a:ext cx="50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CCB25FB3-6F2F-CD2D-FB83-FABB26932903}"/>
                    </a:ext>
                  </a:extLst>
                </p14:cNvPr>
                <p14:cNvContentPartPr/>
                <p14:nvPr/>
              </p14:nvContentPartPr>
              <p14:xfrm>
                <a:off x="5752080" y="5521304"/>
                <a:ext cx="26280" cy="16524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CCB25FB3-6F2F-CD2D-FB83-FABB26932903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734080" y="5503304"/>
                  <a:ext cx="61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9092A313-3820-FD47-D493-83569AF01F16}"/>
                    </a:ext>
                  </a:extLst>
                </p14:cNvPr>
                <p14:cNvContentPartPr/>
                <p14:nvPr/>
              </p14:nvContentPartPr>
              <p14:xfrm>
                <a:off x="5700600" y="5429504"/>
                <a:ext cx="18720" cy="2052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9092A313-3820-FD47-D493-83569AF01F16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682600" y="5411864"/>
                  <a:ext cx="543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F42DD3B-9922-CA02-993D-75F09A9DDAE2}"/>
                    </a:ext>
                  </a:extLst>
                </p14:cNvPr>
                <p14:cNvContentPartPr/>
                <p14:nvPr/>
              </p14:nvContentPartPr>
              <p14:xfrm>
                <a:off x="5962680" y="5130344"/>
                <a:ext cx="39240" cy="129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F42DD3B-9922-CA02-993D-75F09A9DDAE2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944680" y="5112344"/>
                  <a:ext cx="748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9B60317-3B4B-9DF4-22B7-5994CB059CD8}"/>
                    </a:ext>
                  </a:extLst>
                </p14:cNvPr>
                <p14:cNvContentPartPr/>
                <p14:nvPr/>
              </p14:nvContentPartPr>
              <p14:xfrm>
                <a:off x="5978880" y="5310704"/>
                <a:ext cx="128520" cy="2296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9B60317-3B4B-9DF4-22B7-5994CB059CD8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961240" y="5293064"/>
                  <a:ext cx="1641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03D150FF-B43F-01EE-B26E-2343D2E78477}"/>
                    </a:ext>
                  </a:extLst>
                </p14:cNvPr>
                <p14:cNvContentPartPr/>
                <p14:nvPr/>
              </p14:nvContentPartPr>
              <p14:xfrm>
                <a:off x="6200640" y="5445344"/>
                <a:ext cx="116640" cy="15984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03D150FF-B43F-01EE-B26E-2343D2E78477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183000" y="5427704"/>
                  <a:ext cx="152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E52E185-034C-249D-CAC4-ECB02293620C}"/>
                    </a:ext>
                  </a:extLst>
                </p14:cNvPr>
                <p14:cNvContentPartPr/>
                <p14:nvPr/>
              </p14:nvContentPartPr>
              <p14:xfrm>
                <a:off x="4772520" y="6076064"/>
                <a:ext cx="257400" cy="1771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E52E185-034C-249D-CAC4-ECB02293620C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754520" y="6058064"/>
                  <a:ext cx="2930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B645836-6BA1-B92A-20C7-695D3891E9DE}"/>
                    </a:ext>
                  </a:extLst>
                </p14:cNvPr>
                <p14:cNvContentPartPr/>
                <p14:nvPr/>
              </p14:nvContentPartPr>
              <p14:xfrm>
                <a:off x="5197320" y="6188744"/>
                <a:ext cx="14040" cy="1105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B645836-6BA1-B92A-20C7-695D3891E9DE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5179680" y="6170744"/>
                  <a:ext cx="496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1AFA419-1AFD-C1EB-5CB0-5AAEC757BA78}"/>
                    </a:ext>
                  </a:extLst>
                </p14:cNvPr>
                <p14:cNvContentPartPr/>
                <p14:nvPr/>
              </p14:nvContentPartPr>
              <p14:xfrm>
                <a:off x="5432400" y="6169664"/>
                <a:ext cx="41760" cy="1620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1AFA419-1AFD-C1EB-5CB0-5AAEC757BA78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5414760" y="6151664"/>
                  <a:ext cx="774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65218974-969A-D19D-D720-2D4FA90EAB73}"/>
                    </a:ext>
                  </a:extLst>
                </p14:cNvPr>
                <p14:cNvContentPartPr/>
                <p14:nvPr/>
              </p14:nvContentPartPr>
              <p14:xfrm>
                <a:off x="5673240" y="6001544"/>
                <a:ext cx="204840" cy="1461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65218974-969A-D19D-D720-2D4FA90EAB73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655600" y="5983544"/>
                  <a:ext cx="2404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89F53D70-37CD-0833-431C-EC927285079B}"/>
                    </a:ext>
                  </a:extLst>
                </p14:cNvPr>
                <p14:cNvContentPartPr/>
                <p14:nvPr/>
              </p14:nvContentPartPr>
              <p14:xfrm>
                <a:off x="5994360" y="6032504"/>
                <a:ext cx="147600" cy="11916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89F53D70-37CD-0833-431C-EC927285079B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5976720" y="6014504"/>
                  <a:ext cx="1832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801A804-19A2-503E-7D24-C79B1CD7F9CE}"/>
                    </a:ext>
                  </a:extLst>
                </p14:cNvPr>
                <p14:cNvContentPartPr/>
                <p14:nvPr/>
              </p14:nvContentPartPr>
              <p14:xfrm>
                <a:off x="4399920" y="5060144"/>
                <a:ext cx="2440440" cy="145800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801A804-19A2-503E-7D24-C79B1CD7F9CE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382280" y="5042144"/>
                  <a:ext cx="2476080" cy="14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889B6330-7A24-B5A9-A115-5E091877C459}"/>
                    </a:ext>
                  </a:extLst>
                </p14:cNvPr>
                <p14:cNvContentPartPr/>
                <p14:nvPr/>
              </p14:nvContentPartPr>
              <p14:xfrm>
                <a:off x="4374000" y="5166344"/>
                <a:ext cx="169920" cy="14155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889B6330-7A24-B5A9-A115-5E091877C45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4356000" y="5148344"/>
                  <a:ext cx="205560" cy="1451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84530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D9532-7935-00A3-3F2B-2A7646005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drop directions</a:t>
            </a:r>
          </a:p>
        </p:txBody>
      </p:sp>
      <p:pic>
        <p:nvPicPr>
          <p:cNvPr id="6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711D683F-35CE-54EF-14F3-79835AF92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607" y="946205"/>
            <a:ext cx="5318332" cy="52784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252C5-E96C-95C7-1093-E65BC96C2A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2A223D2-A655-024E-3A49-0A8AA0AFBC25}"/>
              </a:ext>
            </a:extLst>
          </p:cNvPr>
          <p:cNvGrpSpPr/>
          <p:nvPr/>
        </p:nvGrpSpPr>
        <p:grpSpPr>
          <a:xfrm>
            <a:off x="6272160" y="1869960"/>
            <a:ext cx="1013760" cy="345960"/>
            <a:chOff x="6272160" y="1869960"/>
            <a:chExt cx="1013760" cy="34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BFCD344-039D-0253-F77C-0E2A8F516BA9}"/>
                    </a:ext>
                  </a:extLst>
                </p14:cNvPr>
                <p14:cNvContentPartPr/>
                <p14:nvPr/>
              </p14:nvContentPartPr>
              <p14:xfrm>
                <a:off x="6272160" y="1869960"/>
                <a:ext cx="220320" cy="2055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BFCD344-039D-0253-F77C-0E2A8F516BA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54520" y="1852320"/>
                  <a:ext cx="2559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DE496AA-F980-F138-5BDC-0C7829F2E2E9}"/>
                    </a:ext>
                  </a:extLst>
                </p14:cNvPr>
                <p14:cNvContentPartPr/>
                <p14:nvPr/>
              </p14:nvContentPartPr>
              <p14:xfrm>
                <a:off x="6646920" y="2047800"/>
                <a:ext cx="83520" cy="168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DE496AA-F980-F138-5BDC-0C7829F2E2E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629280" y="2029800"/>
                  <a:ext cx="1191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44EB6A6-B9C1-1EC7-8F65-2280ED2CCA89}"/>
                    </a:ext>
                  </a:extLst>
                </p14:cNvPr>
                <p14:cNvContentPartPr/>
                <p14:nvPr/>
              </p14:nvContentPartPr>
              <p14:xfrm>
                <a:off x="6636480" y="2007840"/>
                <a:ext cx="156960" cy="124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44EB6A6-B9C1-1EC7-8F65-2280ED2CCA8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618840" y="1990200"/>
                  <a:ext cx="1926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C08A5EC-3529-95B7-5BAA-94C32DD709EF}"/>
                    </a:ext>
                  </a:extLst>
                </p14:cNvPr>
                <p14:cNvContentPartPr/>
                <p14:nvPr/>
              </p14:nvContentPartPr>
              <p14:xfrm>
                <a:off x="6912240" y="2040600"/>
                <a:ext cx="74160" cy="136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C08A5EC-3529-95B7-5BAA-94C32DD709E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894240" y="2022960"/>
                  <a:ext cx="1098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A32C9F-2462-ABA2-14C9-4AAFA45B81AC}"/>
                    </a:ext>
                  </a:extLst>
                </p14:cNvPr>
                <p14:cNvContentPartPr/>
                <p14:nvPr/>
              </p14:nvContentPartPr>
              <p14:xfrm>
                <a:off x="6970920" y="2145000"/>
                <a:ext cx="47520" cy="52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A32C9F-2462-ABA2-14C9-4AAFA45B81A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953280" y="2127360"/>
                  <a:ext cx="831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CD782E3-1046-0E62-9B6E-2BC7BFB9BC6E}"/>
                    </a:ext>
                  </a:extLst>
                </p14:cNvPr>
                <p14:cNvContentPartPr/>
                <p14:nvPr/>
              </p14:nvContentPartPr>
              <p14:xfrm>
                <a:off x="7183680" y="1974360"/>
                <a:ext cx="50040" cy="24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CD782E3-1046-0E62-9B6E-2BC7BFB9BC6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165680" y="1956720"/>
                  <a:ext cx="856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672AE7-5718-10B6-D868-06297AEE0806}"/>
                    </a:ext>
                  </a:extLst>
                </p14:cNvPr>
                <p14:cNvContentPartPr/>
                <p14:nvPr/>
              </p14:nvContentPartPr>
              <p14:xfrm>
                <a:off x="7208520" y="2023680"/>
                <a:ext cx="77400" cy="37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672AE7-5718-10B6-D868-06297AEE080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190880" y="2006040"/>
                  <a:ext cx="113040" cy="72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58ADD61-A812-1DCF-E460-79BA0690A5C5}"/>
                  </a:ext>
                </a:extLst>
              </p14:cNvPr>
              <p14:cNvContentPartPr/>
              <p14:nvPr/>
            </p14:nvContentPartPr>
            <p14:xfrm>
              <a:off x="7503720" y="1924680"/>
              <a:ext cx="75600" cy="2228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58ADD61-A812-1DCF-E460-79BA0690A5C5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485720" y="1907040"/>
                <a:ext cx="111240" cy="25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D3EBE12-0E85-248D-7CD9-801748E97751}"/>
                  </a:ext>
                </a:extLst>
              </p14:cNvPr>
              <p14:cNvContentPartPr/>
              <p14:nvPr/>
            </p14:nvContentPartPr>
            <p14:xfrm>
              <a:off x="7500480" y="1809480"/>
              <a:ext cx="30240" cy="9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D3EBE12-0E85-248D-7CD9-801748E97751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482480" y="1791840"/>
                <a:ext cx="65880" cy="4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9F66536-3F84-CD0F-5EFF-55957E46BE4F}"/>
                  </a:ext>
                </a:extLst>
              </p14:cNvPr>
              <p14:cNvContentPartPr/>
              <p14:nvPr/>
            </p14:nvContentPartPr>
            <p14:xfrm>
              <a:off x="7748160" y="2025840"/>
              <a:ext cx="31320" cy="147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9F66536-3F84-CD0F-5EFF-55957E46BE4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730160" y="2007840"/>
                <a:ext cx="66960" cy="18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EB195AEB-053F-4BCF-D9D7-3D23FDE28E1A}"/>
              </a:ext>
            </a:extLst>
          </p:cNvPr>
          <p:cNvGrpSpPr/>
          <p:nvPr/>
        </p:nvGrpSpPr>
        <p:grpSpPr>
          <a:xfrm>
            <a:off x="7935360" y="1840080"/>
            <a:ext cx="357120" cy="253440"/>
            <a:chOff x="7935360" y="1840080"/>
            <a:chExt cx="357120" cy="25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DD86FD3-3339-59EB-85D7-3DC4E41117BA}"/>
                    </a:ext>
                  </a:extLst>
                </p14:cNvPr>
                <p14:cNvContentPartPr/>
                <p14:nvPr/>
              </p14:nvContentPartPr>
              <p14:xfrm>
                <a:off x="7935360" y="1885800"/>
                <a:ext cx="70200" cy="207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DD86FD3-3339-59EB-85D7-3DC4E41117B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917360" y="1868160"/>
                  <a:ext cx="1058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AF225A-552E-74F9-9B04-EC846F7D3792}"/>
                    </a:ext>
                  </a:extLst>
                </p14:cNvPr>
                <p14:cNvContentPartPr/>
                <p14:nvPr/>
              </p14:nvContentPartPr>
              <p14:xfrm>
                <a:off x="7956240" y="1840080"/>
                <a:ext cx="167760" cy="150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AF225A-552E-74F9-9B04-EC846F7D379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938600" y="1822080"/>
                  <a:ext cx="2034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2C3D509-B395-A54A-226F-1D9E524C1298}"/>
                    </a:ext>
                  </a:extLst>
                </p14:cNvPr>
                <p14:cNvContentPartPr/>
                <p14:nvPr/>
              </p14:nvContentPartPr>
              <p14:xfrm>
                <a:off x="8240640" y="1927920"/>
                <a:ext cx="51840" cy="131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2C3D509-B395-A54A-226F-1D9E524C129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23000" y="1909920"/>
                  <a:ext cx="8748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43D3E0-6C36-0C02-70CF-3F7B5D5F4D32}"/>
              </a:ext>
            </a:extLst>
          </p:cNvPr>
          <p:cNvGrpSpPr/>
          <p:nvPr/>
        </p:nvGrpSpPr>
        <p:grpSpPr>
          <a:xfrm>
            <a:off x="8192040" y="2867160"/>
            <a:ext cx="857520" cy="435960"/>
            <a:chOff x="8192040" y="2867160"/>
            <a:chExt cx="857520" cy="4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788A63-F382-89C2-F3D6-973B89611A70}"/>
                    </a:ext>
                  </a:extLst>
                </p14:cNvPr>
                <p14:cNvContentPartPr/>
                <p14:nvPr/>
              </p14:nvContentPartPr>
              <p14:xfrm>
                <a:off x="8192040" y="2867160"/>
                <a:ext cx="237960" cy="278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788A63-F382-89C2-F3D6-973B89611A7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174400" y="2849520"/>
                  <a:ext cx="27360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6D1F592-B111-9477-8241-0A5D03BFFC5B}"/>
                    </a:ext>
                  </a:extLst>
                </p14:cNvPr>
                <p14:cNvContentPartPr/>
                <p14:nvPr/>
              </p14:nvContentPartPr>
              <p14:xfrm>
                <a:off x="8544480" y="3086760"/>
                <a:ext cx="46080" cy="216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6D1F592-B111-9477-8241-0A5D03BFFC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526840" y="3069120"/>
                  <a:ext cx="817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3DE77DE-9F1D-54B1-D9BA-B6149FF0F99D}"/>
                    </a:ext>
                  </a:extLst>
                </p14:cNvPr>
                <p14:cNvContentPartPr/>
                <p14:nvPr/>
              </p14:nvContentPartPr>
              <p14:xfrm>
                <a:off x="8544840" y="3052560"/>
                <a:ext cx="116640" cy="124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3DE77DE-9F1D-54B1-D9BA-B6149FF0F99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527200" y="3034920"/>
                  <a:ext cx="152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3817E4B-08ED-98C4-44EA-6CEC0169F0B8}"/>
                    </a:ext>
                  </a:extLst>
                </p14:cNvPr>
                <p14:cNvContentPartPr/>
                <p14:nvPr/>
              </p14:nvContentPartPr>
              <p14:xfrm>
                <a:off x="8778840" y="3089280"/>
                <a:ext cx="109440" cy="136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3817E4B-08ED-98C4-44EA-6CEC0169F0B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760840" y="3071280"/>
                  <a:ext cx="1450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9E7401B-D79B-E408-5C55-76C1E93CA1DC}"/>
                    </a:ext>
                  </a:extLst>
                </p14:cNvPr>
                <p14:cNvContentPartPr/>
                <p14:nvPr/>
              </p14:nvContentPartPr>
              <p14:xfrm>
                <a:off x="8991600" y="2999280"/>
                <a:ext cx="48600" cy="22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9E7401B-D79B-E408-5C55-76C1E93CA1D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973600" y="2981640"/>
                  <a:ext cx="842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FC2CBFF-E6BE-440E-261F-137DADD0EF20}"/>
                    </a:ext>
                  </a:extLst>
                </p14:cNvPr>
                <p14:cNvContentPartPr/>
                <p14:nvPr/>
              </p14:nvContentPartPr>
              <p14:xfrm>
                <a:off x="9008880" y="3048600"/>
                <a:ext cx="40680" cy="27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FC2CBFF-E6BE-440E-261F-137DADD0EF2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90880" y="3030600"/>
                  <a:ext cx="76320" cy="6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AFE81E2-9349-26B9-3DCF-23118A87BB56}"/>
                  </a:ext>
                </a:extLst>
              </p14:cNvPr>
              <p14:cNvContentPartPr/>
              <p14:nvPr/>
            </p14:nvContentPartPr>
            <p14:xfrm>
              <a:off x="9224160" y="2800200"/>
              <a:ext cx="36720" cy="16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AFE81E2-9349-26B9-3DCF-23118A87BB56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9206160" y="2782560"/>
                <a:ext cx="72360" cy="51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99CB1E16-7710-816C-CFB0-08D814CD540D}"/>
              </a:ext>
            </a:extLst>
          </p:cNvPr>
          <p:cNvGrpSpPr/>
          <p:nvPr/>
        </p:nvGrpSpPr>
        <p:grpSpPr>
          <a:xfrm>
            <a:off x="9219480" y="2907120"/>
            <a:ext cx="303480" cy="195120"/>
            <a:chOff x="9219480" y="2907120"/>
            <a:chExt cx="30348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7E6E6A3-55B1-3146-557A-F743DC10A876}"/>
                    </a:ext>
                  </a:extLst>
                </p14:cNvPr>
                <p14:cNvContentPartPr/>
                <p14:nvPr/>
              </p14:nvContentPartPr>
              <p14:xfrm>
                <a:off x="9219480" y="2907120"/>
                <a:ext cx="97200" cy="178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7E6E6A3-55B1-3146-557A-F743DC10A87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201480" y="2889120"/>
                  <a:ext cx="1328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76A049F-F26E-D1CB-3869-1AD9CCA7FACB}"/>
                    </a:ext>
                  </a:extLst>
                </p14:cNvPr>
                <p14:cNvContentPartPr/>
                <p14:nvPr/>
              </p14:nvContentPartPr>
              <p14:xfrm>
                <a:off x="9405960" y="2943480"/>
                <a:ext cx="117000" cy="158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76A049F-F26E-D1CB-3869-1AD9CCA7FAC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388320" y="2925840"/>
                  <a:ext cx="15264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CE1B07-7FCD-67CC-0BB0-DE591E287342}"/>
              </a:ext>
            </a:extLst>
          </p:cNvPr>
          <p:cNvGrpSpPr/>
          <p:nvPr/>
        </p:nvGrpSpPr>
        <p:grpSpPr>
          <a:xfrm>
            <a:off x="9692160" y="2782560"/>
            <a:ext cx="515880" cy="199080"/>
            <a:chOff x="9692160" y="2782560"/>
            <a:chExt cx="51588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38398B6-067E-C0B7-AA31-42CD6DDB2CCE}"/>
                    </a:ext>
                  </a:extLst>
                </p14:cNvPr>
                <p14:cNvContentPartPr/>
                <p14:nvPr/>
              </p14:nvContentPartPr>
              <p14:xfrm>
                <a:off x="9692160" y="2963640"/>
                <a:ext cx="4320" cy="3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38398B6-067E-C0B7-AA31-42CD6DDB2CC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674520" y="2945640"/>
                  <a:ext cx="39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743C879-08AF-FD55-EFED-7BE9C0D4F401}"/>
                    </a:ext>
                  </a:extLst>
                </p14:cNvPr>
                <p14:cNvContentPartPr/>
                <p14:nvPr/>
              </p14:nvContentPartPr>
              <p14:xfrm>
                <a:off x="9826080" y="2847360"/>
                <a:ext cx="47880" cy="134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743C879-08AF-FD55-EFED-7BE9C0D4F40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808080" y="2829720"/>
                  <a:ext cx="835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6524DE5-B0CB-A494-8029-99D12A50056E}"/>
                    </a:ext>
                  </a:extLst>
                </p14:cNvPr>
                <p14:cNvContentPartPr/>
                <p14:nvPr/>
              </p14:nvContentPartPr>
              <p14:xfrm>
                <a:off x="9816720" y="2782560"/>
                <a:ext cx="169920" cy="133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6524DE5-B0CB-A494-8029-99D12A50056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799080" y="2764560"/>
                  <a:ext cx="205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CA2F136-7579-1A0E-C8CA-C8CBC5B9C770}"/>
                    </a:ext>
                  </a:extLst>
                </p14:cNvPr>
                <p14:cNvContentPartPr/>
                <p14:nvPr/>
              </p14:nvContentPartPr>
              <p14:xfrm>
                <a:off x="10095720" y="2861040"/>
                <a:ext cx="112320" cy="112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CA2F136-7579-1A0E-C8CA-C8CBC5B9C77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078080" y="2843040"/>
                  <a:ext cx="147960" cy="14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923BC95-B455-D032-BE98-3AD9834169D8}"/>
                  </a:ext>
                </a:extLst>
              </p14:cNvPr>
              <p14:cNvContentPartPr/>
              <p14:nvPr/>
            </p14:nvContentPartPr>
            <p14:xfrm>
              <a:off x="5894520" y="2509320"/>
              <a:ext cx="84600" cy="648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923BC95-B455-D032-BE98-3AD9834169D8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5876520" y="2491320"/>
                <a:ext cx="120240" cy="10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F06709C5-4F91-B4A9-8779-691A3DFC3974}"/>
              </a:ext>
            </a:extLst>
          </p:cNvPr>
          <p:cNvGrpSpPr/>
          <p:nvPr/>
        </p:nvGrpSpPr>
        <p:grpSpPr>
          <a:xfrm>
            <a:off x="5981280" y="2168760"/>
            <a:ext cx="282960" cy="141480"/>
            <a:chOff x="5981280" y="2168760"/>
            <a:chExt cx="282960" cy="14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1B5CB8-6100-6B6F-C52F-A7CADACF13B7}"/>
                    </a:ext>
                  </a:extLst>
                </p14:cNvPr>
                <p14:cNvContentPartPr/>
                <p14:nvPr/>
              </p14:nvContentPartPr>
              <p14:xfrm>
                <a:off x="5981280" y="2168760"/>
                <a:ext cx="219960" cy="141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1B5CB8-6100-6B6F-C52F-A7CADACF13B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963280" y="2151120"/>
                  <a:ext cx="2556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2CC8C7F-B6D6-8765-A529-A8AC79826C5B}"/>
                    </a:ext>
                  </a:extLst>
                </p14:cNvPr>
                <p14:cNvContentPartPr/>
                <p14:nvPr/>
              </p14:nvContentPartPr>
              <p14:xfrm>
                <a:off x="6247680" y="2214840"/>
                <a:ext cx="16560" cy="26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2CC8C7F-B6D6-8765-A529-A8AC79826C5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229680" y="2197200"/>
                  <a:ext cx="5220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11D80A6-B930-A05C-78A6-6CC8051B668D}"/>
              </a:ext>
            </a:extLst>
          </p:cNvPr>
          <p:cNvGrpSpPr/>
          <p:nvPr/>
        </p:nvGrpSpPr>
        <p:grpSpPr>
          <a:xfrm>
            <a:off x="7537560" y="2398800"/>
            <a:ext cx="500760" cy="181080"/>
            <a:chOff x="7537560" y="2398800"/>
            <a:chExt cx="500760" cy="18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0E44D5D-ACB2-67A8-F72F-6C0963944DAE}"/>
                    </a:ext>
                  </a:extLst>
                </p14:cNvPr>
                <p14:cNvContentPartPr/>
                <p14:nvPr/>
              </p14:nvContentPartPr>
              <p14:xfrm>
                <a:off x="7537560" y="2551800"/>
                <a:ext cx="50400" cy="28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0E44D5D-ACB2-67A8-F72F-6C0963944DA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519920" y="2534160"/>
                  <a:ext cx="86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D2669F9-EA73-0A8F-8230-0A0B798C533A}"/>
                    </a:ext>
                  </a:extLst>
                </p14:cNvPr>
                <p14:cNvContentPartPr/>
                <p14:nvPr/>
              </p14:nvContentPartPr>
              <p14:xfrm>
                <a:off x="7727640" y="2459280"/>
                <a:ext cx="9720" cy="97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D2669F9-EA73-0A8F-8230-0A0B798C533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710000" y="2441640"/>
                  <a:ext cx="453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E7301F3-A3F2-0605-0939-4A3A006841F8}"/>
                    </a:ext>
                  </a:extLst>
                </p14:cNvPr>
                <p14:cNvContentPartPr/>
                <p14:nvPr/>
              </p14:nvContentPartPr>
              <p14:xfrm>
                <a:off x="7717560" y="2398800"/>
                <a:ext cx="168480" cy="120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E7301F3-A3F2-0605-0939-4A3A006841F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699560" y="2381160"/>
                  <a:ext cx="2041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9CA84B1-A2C6-C0BC-41B5-EE855FC2C7AE}"/>
                    </a:ext>
                  </a:extLst>
                </p14:cNvPr>
                <p14:cNvContentPartPr/>
                <p14:nvPr/>
              </p14:nvContentPartPr>
              <p14:xfrm>
                <a:off x="7919880" y="2418600"/>
                <a:ext cx="118440" cy="90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9CA84B1-A2C6-C0BC-41B5-EE855FC2C7A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01880" y="2400600"/>
                  <a:ext cx="154080" cy="12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AC28503-73E9-7559-04D7-EFCBF44375D9}"/>
                  </a:ext>
                </a:extLst>
              </p14:cNvPr>
              <p14:cNvContentPartPr/>
              <p14:nvPr/>
            </p14:nvContentPartPr>
            <p14:xfrm>
              <a:off x="9108960" y="1386480"/>
              <a:ext cx="175320" cy="28872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AC28503-73E9-7559-04D7-EFCBF44375D9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9091320" y="1368480"/>
                <a:ext cx="210960" cy="32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998E35DA-D286-532F-1C8B-733FC8C7FCC5}"/>
              </a:ext>
            </a:extLst>
          </p:cNvPr>
          <p:cNvGrpSpPr/>
          <p:nvPr/>
        </p:nvGrpSpPr>
        <p:grpSpPr>
          <a:xfrm>
            <a:off x="9462480" y="1225920"/>
            <a:ext cx="1893600" cy="570960"/>
            <a:chOff x="9462480" y="1225920"/>
            <a:chExt cx="1893600" cy="57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F6038F8-630D-067D-AA52-B81D19E0EFF3}"/>
                    </a:ext>
                  </a:extLst>
                </p14:cNvPr>
                <p14:cNvContentPartPr/>
                <p14:nvPr/>
              </p14:nvContentPartPr>
              <p14:xfrm>
                <a:off x="9468600" y="1632720"/>
                <a:ext cx="35280" cy="164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F6038F8-630D-067D-AA52-B81D19E0EFF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450960" y="1614720"/>
                  <a:ext cx="709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5E38243-36A3-D9CB-46AC-076ADAA46C04}"/>
                    </a:ext>
                  </a:extLst>
                </p14:cNvPr>
                <p14:cNvContentPartPr/>
                <p14:nvPr/>
              </p14:nvContentPartPr>
              <p14:xfrm>
                <a:off x="9462480" y="1561440"/>
                <a:ext cx="148320" cy="131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5E38243-36A3-D9CB-46AC-076ADAA46C0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444480" y="1543440"/>
                  <a:ext cx="183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16F7FB5-9746-0BF7-E2A5-0530E5D59081}"/>
                    </a:ext>
                  </a:extLst>
                </p14:cNvPr>
                <p14:cNvContentPartPr/>
                <p14:nvPr/>
              </p14:nvContentPartPr>
              <p14:xfrm>
                <a:off x="9708720" y="1656120"/>
                <a:ext cx="16200" cy="125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16F7FB5-9746-0BF7-E2A5-0530E5D5908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691080" y="1638480"/>
                  <a:ext cx="518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E8F28C8-96F3-6381-F935-01A43D2B209E}"/>
                    </a:ext>
                  </a:extLst>
                </p14:cNvPr>
                <p14:cNvContentPartPr/>
                <p14:nvPr/>
              </p14:nvContentPartPr>
              <p14:xfrm>
                <a:off x="9817080" y="1568640"/>
                <a:ext cx="71640" cy="25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E8F28C8-96F3-6381-F935-01A43D2B209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799440" y="1550640"/>
                  <a:ext cx="1072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7468E9A-A91A-D132-DCAE-FEEBF694C735}"/>
                    </a:ext>
                  </a:extLst>
                </p14:cNvPr>
                <p14:cNvContentPartPr/>
                <p14:nvPr/>
              </p14:nvContentPartPr>
              <p14:xfrm>
                <a:off x="9876120" y="1640280"/>
                <a:ext cx="54720" cy="24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7468E9A-A91A-D132-DCAE-FEEBF694C73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858120" y="1622640"/>
                  <a:ext cx="90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A2EFE6A-A323-C1FE-A84C-C0C059ADB135}"/>
                    </a:ext>
                  </a:extLst>
                </p14:cNvPr>
                <p14:cNvContentPartPr/>
                <p14:nvPr/>
              </p14:nvContentPartPr>
              <p14:xfrm>
                <a:off x="9992760" y="1288560"/>
                <a:ext cx="198720" cy="261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A2EFE6A-A323-C1FE-A84C-C0C059ADB13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975120" y="1270560"/>
                  <a:ext cx="23436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3157471-1F8D-02A4-C591-65848C871729}"/>
                    </a:ext>
                  </a:extLst>
                </p14:cNvPr>
                <p14:cNvContentPartPr/>
                <p14:nvPr/>
              </p14:nvContentPartPr>
              <p14:xfrm>
                <a:off x="10185000" y="1334280"/>
                <a:ext cx="124200" cy="167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3157471-1F8D-02A4-C591-65848C87172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167360" y="1316280"/>
                  <a:ext cx="1598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569DEA0-5B34-54B9-8D3F-5DAD194E315E}"/>
                    </a:ext>
                  </a:extLst>
                </p14:cNvPr>
                <p14:cNvContentPartPr/>
                <p14:nvPr/>
              </p14:nvContentPartPr>
              <p14:xfrm>
                <a:off x="10422600" y="1456320"/>
                <a:ext cx="27360" cy="932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569DEA0-5B34-54B9-8D3F-5DAD194E315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04960" y="1438320"/>
                  <a:ext cx="630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00052A4-7049-0664-D746-850769A455E9}"/>
                    </a:ext>
                  </a:extLst>
                </p14:cNvPr>
                <p14:cNvContentPartPr/>
                <p14:nvPr/>
              </p14:nvContentPartPr>
              <p14:xfrm>
                <a:off x="10567320" y="1389720"/>
                <a:ext cx="149400" cy="53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00052A4-7049-0664-D746-850769A455E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549680" y="1371720"/>
                  <a:ext cx="1850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C9D5583-50E2-7A68-DF68-BAA35934AA5D}"/>
                    </a:ext>
                  </a:extLst>
                </p14:cNvPr>
                <p14:cNvContentPartPr/>
                <p14:nvPr/>
              </p14:nvContentPartPr>
              <p14:xfrm>
                <a:off x="10813560" y="1225920"/>
                <a:ext cx="231120" cy="208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C9D5583-50E2-7A68-DF68-BAA35934AA5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795920" y="1208280"/>
                  <a:ext cx="2667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8D12FFA-EDA0-95AE-5378-EEA0B94FCE58}"/>
                    </a:ext>
                  </a:extLst>
                </p14:cNvPr>
                <p14:cNvContentPartPr/>
                <p14:nvPr/>
              </p14:nvContentPartPr>
              <p14:xfrm>
                <a:off x="11146920" y="1332480"/>
                <a:ext cx="209160" cy="101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8D12FFA-EDA0-95AE-5378-EEA0B94FCE5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128920" y="1314480"/>
                  <a:ext cx="24480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52E37E5-B19F-C2C7-151C-548E97722815}"/>
              </a:ext>
            </a:extLst>
          </p:cNvPr>
          <p:cNvGrpSpPr/>
          <p:nvPr/>
        </p:nvGrpSpPr>
        <p:grpSpPr>
          <a:xfrm>
            <a:off x="1248120" y="865064"/>
            <a:ext cx="358560" cy="300240"/>
            <a:chOff x="1248120" y="865064"/>
            <a:chExt cx="358560" cy="30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F58041F-0CE2-B7CA-540B-7A64FCF155C4}"/>
                    </a:ext>
                  </a:extLst>
                </p14:cNvPr>
                <p14:cNvContentPartPr/>
                <p14:nvPr/>
              </p14:nvContentPartPr>
              <p14:xfrm>
                <a:off x="1248120" y="865064"/>
                <a:ext cx="184680" cy="2574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F58041F-0CE2-B7CA-540B-7A64FCF155C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230480" y="847424"/>
                  <a:ext cx="2203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EFD1F12-85C1-83AC-8703-0E05831ACDE7}"/>
                    </a:ext>
                  </a:extLst>
                </p14:cNvPr>
                <p14:cNvContentPartPr/>
                <p14:nvPr/>
              </p14:nvContentPartPr>
              <p14:xfrm>
                <a:off x="1575360" y="992504"/>
                <a:ext cx="31320" cy="172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EFD1F12-85C1-83AC-8703-0E05831ACDE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557720" y="974864"/>
                  <a:ext cx="6696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0DA0AE4F-1407-818B-58E7-70D4A5D77446}"/>
              </a:ext>
            </a:extLst>
          </p:cNvPr>
          <p:cNvGrpSpPr/>
          <p:nvPr/>
        </p:nvGrpSpPr>
        <p:grpSpPr>
          <a:xfrm>
            <a:off x="378360" y="1359704"/>
            <a:ext cx="2656440" cy="1383120"/>
            <a:chOff x="378360" y="1359704"/>
            <a:chExt cx="2656440" cy="138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4EC6B32-F7B5-97FE-AA5A-045570CFAE09}"/>
                    </a:ext>
                  </a:extLst>
                </p14:cNvPr>
                <p14:cNvContentPartPr/>
                <p14:nvPr/>
              </p14:nvContentPartPr>
              <p14:xfrm>
                <a:off x="601560" y="1478144"/>
                <a:ext cx="73800" cy="549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4EC6B32-F7B5-97FE-AA5A-045570CFAE0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83560" y="1460504"/>
                  <a:ext cx="1094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D33D9CD-8B7D-62E9-D40E-AD66A90F4F0F}"/>
                    </a:ext>
                  </a:extLst>
                </p14:cNvPr>
                <p14:cNvContentPartPr/>
                <p14:nvPr/>
              </p14:nvContentPartPr>
              <p14:xfrm>
                <a:off x="378360" y="2014904"/>
                <a:ext cx="515880" cy="75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D33D9CD-8B7D-62E9-D40E-AD66A90F4F0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60360" y="1997264"/>
                  <a:ext cx="5515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54DC361-6953-6A85-96B7-1328730B6E3D}"/>
                    </a:ext>
                  </a:extLst>
                </p14:cNvPr>
                <p14:cNvContentPartPr/>
                <p14:nvPr/>
              </p14:nvContentPartPr>
              <p14:xfrm>
                <a:off x="637920" y="2183024"/>
                <a:ext cx="96480" cy="86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54DC361-6953-6A85-96B7-1328730B6E3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9920" y="2165384"/>
                  <a:ext cx="1321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FAAF467-BD92-6B8F-9C3E-AF4DF9D0553A}"/>
                    </a:ext>
                  </a:extLst>
                </p14:cNvPr>
                <p14:cNvContentPartPr/>
                <p14:nvPr/>
              </p14:nvContentPartPr>
              <p14:xfrm>
                <a:off x="684720" y="2210744"/>
                <a:ext cx="38160" cy="4485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FAAF467-BD92-6B8F-9C3E-AF4DF9D0553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67080" y="2193104"/>
                  <a:ext cx="738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39AE415-F8CE-EB0F-713B-5386743F2BD1}"/>
                    </a:ext>
                  </a:extLst>
                </p14:cNvPr>
                <p14:cNvContentPartPr/>
                <p14:nvPr/>
              </p14:nvContentPartPr>
              <p14:xfrm>
                <a:off x="600120" y="1359704"/>
                <a:ext cx="1049400" cy="1771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39AE415-F8CE-EB0F-713B-5386743F2BD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82480" y="1342064"/>
                  <a:ext cx="10850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A128297-B8C3-EEDC-F49E-B999001A583E}"/>
                    </a:ext>
                  </a:extLst>
                </p14:cNvPr>
                <p14:cNvContentPartPr/>
                <p14:nvPr/>
              </p14:nvContentPartPr>
              <p14:xfrm>
                <a:off x="1678680" y="1457984"/>
                <a:ext cx="623880" cy="454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A128297-B8C3-EEDC-F49E-B999001A583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660680" y="1440344"/>
                  <a:ext cx="65952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71E4198-BB5A-D18D-B16C-8A77698C398B}"/>
                    </a:ext>
                  </a:extLst>
                </p14:cNvPr>
                <p14:cNvContentPartPr/>
                <p14:nvPr/>
              </p14:nvContentPartPr>
              <p14:xfrm>
                <a:off x="618480" y="1952264"/>
                <a:ext cx="1847160" cy="790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71E4198-BB5A-D18D-B16C-8A77698C398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00840" y="1934624"/>
                  <a:ext cx="1882800" cy="82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281D978-9F84-E949-8E8C-32F41406FB35}"/>
                    </a:ext>
                  </a:extLst>
                </p14:cNvPr>
                <p14:cNvContentPartPr/>
                <p14:nvPr/>
              </p14:nvContentPartPr>
              <p14:xfrm>
                <a:off x="954720" y="2087984"/>
                <a:ext cx="200880" cy="2163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281D978-9F84-E949-8E8C-32F41406FB3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37080" y="2070344"/>
                  <a:ext cx="2365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EA1AB68-FB49-F7AF-C215-074DFD6A5C86}"/>
                    </a:ext>
                  </a:extLst>
                </p14:cNvPr>
                <p14:cNvContentPartPr/>
                <p14:nvPr/>
              </p14:nvContentPartPr>
              <p14:xfrm>
                <a:off x="1263960" y="2185184"/>
                <a:ext cx="101160" cy="2170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EA1AB68-FB49-F7AF-C215-074DFD6A5C8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246320" y="2167544"/>
                  <a:ext cx="1368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F8517B4-BA3A-262E-E5DF-3989655227C8}"/>
                    </a:ext>
                  </a:extLst>
                </p14:cNvPr>
                <p14:cNvContentPartPr/>
                <p14:nvPr/>
              </p14:nvContentPartPr>
              <p14:xfrm>
                <a:off x="2565720" y="1796744"/>
                <a:ext cx="178560" cy="1875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F8517B4-BA3A-262E-E5DF-3989655227C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547720" y="1779104"/>
                  <a:ext cx="2142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BE297BB-76AA-8947-B68D-DDA65648A05D}"/>
                    </a:ext>
                  </a:extLst>
                </p14:cNvPr>
                <p14:cNvContentPartPr/>
                <p14:nvPr/>
              </p14:nvContentPartPr>
              <p14:xfrm>
                <a:off x="2852640" y="1994384"/>
                <a:ext cx="182160" cy="123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BE297BB-76AA-8947-B68D-DDA65648A05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834640" y="1976384"/>
                  <a:ext cx="21780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C4FD967-FBA1-5086-B30E-5405697ACA6B}"/>
              </a:ext>
            </a:extLst>
          </p:cNvPr>
          <p:cNvGrpSpPr/>
          <p:nvPr/>
        </p:nvGrpSpPr>
        <p:grpSpPr>
          <a:xfrm>
            <a:off x="141120" y="3225944"/>
            <a:ext cx="3704040" cy="1647360"/>
            <a:chOff x="141120" y="3225944"/>
            <a:chExt cx="3704040" cy="164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D17D507-F9F8-E641-419A-8123055ED177}"/>
                    </a:ext>
                  </a:extLst>
                </p14:cNvPr>
                <p14:cNvContentPartPr/>
                <p14:nvPr/>
              </p14:nvContentPartPr>
              <p14:xfrm>
                <a:off x="428760" y="3425744"/>
                <a:ext cx="304920" cy="3236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D17D507-F9F8-E641-419A-8123055ED17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11120" y="3407744"/>
                  <a:ext cx="34056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165A03C-90CD-50D1-D325-1CF53124CD07}"/>
                    </a:ext>
                  </a:extLst>
                </p14:cNvPr>
                <p14:cNvContentPartPr/>
                <p14:nvPr/>
              </p14:nvContentPartPr>
              <p14:xfrm>
                <a:off x="865080" y="3647504"/>
                <a:ext cx="122040" cy="215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165A03C-90CD-50D1-D325-1CF53124CD0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47440" y="3629504"/>
                  <a:ext cx="1576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092B3D2-08CA-B345-0E0F-22E359DD954F}"/>
                    </a:ext>
                  </a:extLst>
                </p14:cNvPr>
                <p14:cNvContentPartPr/>
                <p14:nvPr/>
              </p14:nvContentPartPr>
              <p14:xfrm>
                <a:off x="1144080" y="3619064"/>
                <a:ext cx="113040" cy="33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092B3D2-08CA-B345-0E0F-22E359DD954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26080" y="3601064"/>
                  <a:ext cx="148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8772DBA-0005-7D6E-4121-C491E5C38DF1}"/>
                    </a:ext>
                  </a:extLst>
                </p14:cNvPr>
                <p14:cNvContentPartPr/>
                <p14:nvPr/>
              </p14:nvContentPartPr>
              <p14:xfrm>
                <a:off x="1240920" y="3701504"/>
                <a:ext cx="82080" cy="20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8772DBA-0005-7D6E-4121-C491E5C38DF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222920" y="3683864"/>
                  <a:ext cx="1177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AAB4806-F4F3-70AB-8E1F-23B83F70BE62}"/>
                    </a:ext>
                  </a:extLst>
                </p14:cNvPr>
                <p14:cNvContentPartPr/>
                <p14:nvPr/>
              </p14:nvContentPartPr>
              <p14:xfrm>
                <a:off x="1775520" y="3475064"/>
                <a:ext cx="156600" cy="174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AAB4806-F4F3-70AB-8E1F-23B83F70BE6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757520" y="3457064"/>
                  <a:ext cx="192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9B2D7DC-7B1D-1E57-3012-2B83001E8794}"/>
                    </a:ext>
                  </a:extLst>
                </p14:cNvPr>
                <p14:cNvContentPartPr/>
                <p14:nvPr/>
              </p14:nvContentPartPr>
              <p14:xfrm>
                <a:off x="1937880" y="3797984"/>
                <a:ext cx="10080" cy="968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9B2D7DC-7B1D-1E57-3012-2B83001E879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919880" y="3779984"/>
                  <a:ext cx="457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2467F8D-525D-2BD9-F1AA-59CDB59E60E1}"/>
                    </a:ext>
                  </a:extLst>
                </p14:cNvPr>
                <p14:cNvContentPartPr/>
                <p14:nvPr/>
              </p14:nvContentPartPr>
              <p14:xfrm>
                <a:off x="2242440" y="3267344"/>
                <a:ext cx="230760" cy="4482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2467F8D-525D-2BD9-F1AA-59CDB59E60E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224800" y="3249344"/>
                  <a:ext cx="26640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317F2F4-8BFB-04C0-24EC-02B90C4C7080}"/>
                    </a:ext>
                  </a:extLst>
                </p14:cNvPr>
                <p14:cNvContentPartPr/>
                <p14:nvPr/>
              </p14:nvContentPartPr>
              <p14:xfrm>
                <a:off x="2529000" y="3320264"/>
                <a:ext cx="229680" cy="255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317F2F4-8BFB-04C0-24EC-02B90C4C708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511360" y="3302624"/>
                  <a:ext cx="2653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BE1460B-3875-CE88-FFB0-BEFA51F6BAB4}"/>
                    </a:ext>
                  </a:extLst>
                </p14:cNvPr>
                <p14:cNvContentPartPr/>
                <p14:nvPr/>
              </p14:nvContentPartPr>
              <p14:xfrm>
                <a:off x="2876400" y="3578024"/>
                <a:ext cx="19440" cy="1148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BE1460B-3875-CE88-FFB0-BEFA51F6BAB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858400" y="3560024"/>
                  <a:ext cx="550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2CBBDE3-34F5-00BD-71F8-77D8BF5D5368}"/>
                    </a:ext>
                  </a:extLst>
                </p14:cNvPr>
                <p14:cNvContentPartPr/>
                <p14:nvPr/>
              </p14:nvContentPartPr>
              <p14:xfrm>
                <a:off x="3050640" y="3575864"/>
                <a:ext cx="57960" cy="2048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2CBBDE3-34F5-00BD-71F8-77D8BF5D536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032640" y="3557864"/>
                  <a:ext cx="936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AB49599-165E-3398-C683-6EEBD6D95F78}"/>
                    </a:ext>
                  </a:extLst>
                </p14:cNvPr>
                <p14:cNvContentPartPr/>
                <p14:nvPr/>
              </p14:nvContentPartPr>
              <p14:xfrm>
                <a:off x="3233520" y="3284264"/>
                <a:ext cx="207360" cy="2221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AB49599-165E-3398-C683-6EEBD6D95F7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215880" y="3266264"/>
                  <a:ext cx="2430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23DBD2C-B268-1B18-1DCD-12F38DAE31FD}"/>
                    </a:ext>
                  </a:extLst>
                </p14:cNvPr>
                <p14:cNvContentPartPr/>
                <p14:nvPr/>
              </p14:nvContentPartPr>
              <p14:xfrm>
                <a:off x="3516840" y="3476864"/>
                <a:ext cx="128880" cy="1148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23DBD2C-B268-1B18-1DCD-12F38DAE31F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498840" y="3459224"/>
                  <a:ext cx="1645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34749AB-66C0-61B5-44ED-D8BFE8AF817D}"/>
                    </a:ext>
                  </a:extLst>
                </p14:cNvPr>
                <p14:cNvContentPartPr/>
                <p14:nvPr/>
              </p14:nvContentPartPr>
              <p14:xfrm>
                <a:off x="3683160" y="3225944"/>
                <a:ext cx="162000" cy="562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34749AB-66C0-61B5-44ED-D8BFE8AF817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665520" y="3207944"/>
                  <a:ext cx="197640" cy="59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381A9E9-A68F-CC63-15D9-86EAE703542C}"/>
                    </a:ext>
                  </a:extLst>
                </p14:cNvPr>
                <p14:cNvContentPartPr/>
                <p14:nvPr/>
              </p14:nvContentPartPr>
              <p14:xfrm>
                <a:off x="453600" y="4217384"/>
                <a:ext cx="239040" cy="334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381A9E9-A68F-CC63-15D9-86EAE703542C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35600" y="4199744"/>
                  <a:ext cx="27468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646E825-9A17-82B1-F966-F9107A3A7812}"/>
                    </a:ext>
                  </a:extLst>
                </p14:cNvPr>
                <p14:cNvContentPartPr/>
                <p14:nvPr/>
              </p14:nvContentPartPr>
              <p14:xfrm>
                <a:off x="777960" y="4416464"/>
                <a:ext cx="106200" cy="1926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646E825-9A17-82B1-F966-F9107A3A781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59960" y="4398824"/>
                  <a:ext cx="1418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B88C760-1328-7295-ABA1-CBCCE6056DF2}"/>
                    </a:ext>
                  </a:extLst>
                </p14:cNvPr>
                <p14:cNvContentPartPr/>
                <p14:nvPr/>
              </p14:nvContentPartPr>
              <p14:xfrm>
                <a:off x="1009440" y="4440584"/>
                <a:ext cx="93600" cy="316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B88C760-1328-7295-ABA1-CBCCE6056DF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91800" y="4422944"/>
                  <a:ext cx="1292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7EDB0CF-88D5-6472-F804-610F3F550B56}"/>
                    </a:ext>
                  </a:extLst>
                </p14:cNvPr>
                <p14:cNvContentPartPr/>
                <p14:nvPr/>
              </p14:nvContentPartPr>
              <p14:xfrm>
                <a:off x="1096200" y="4519784"/>
                <a:ext cx="93600" cy="176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7EDB0CF-88D5-6472-F804-610F3F550B5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78560" y="4501784"/>
                  <a:ext cx="1292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923BC94-EE2F-FA25-D885-AF1CC8B8E6CA}"/>
                    </a:ext>
                  </a:extLst>
                </p14:cNvPr>
                <p14:cNvContentPartPr/>
                <p14:nvPr/>
              </p14:nvContentPartPr>
              <p14:xfrm>
                <a:off x="1324800" y="4175264"/>
                <a:ext cx="154800" cy="2314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923BC94-EE2F-FA25-D885-AF1CC8B8E6C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306800" y="4157624"/>
                  <a:ext cx="1904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6D439F7-7DEF-67FD-DA6F-B557558E61F9}"/>
                    </a:ext>
                  </a:extLst>
                </p14:cNvPr>
                <p14:cNvContentPartPr/>
                <p14:nvPr/>
              </p14:nvContentPartPr>
              <p14:xfrm>
                <a:off x="1609920" y="4382624"/>
                <a:ext cx="61200" cy="1116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6D439F7-7DEF-67FD-DA6F-B557558E61F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592280" y="4364984"/>
                  <a:ext cx="968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3BFD4E2-8124-009F-F42F-13FD12407777}"/>
                    </a:ext>
                  </a:extLst>
                </p14:cNvPr>
                <p14:cNvContentPartPr/>
                <p14:nvPr/>
              </p14:nvContentPartPr>
              <p14:xfrm>
                <a:off x="1867680" y="4256264"/>
                <a:ext cx="164520" cy="633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3BFD4E2-8124-009F-F42F-13FD1240777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850040" y="4238624"/>
                  <a:ext cx="2001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DEB8E02-9DCD-6A9F-DFD7-4B19CA539708}"/>
                    </a:ext>
                  </a:extLst>
                </p14:cNvPr>
                <p14:cNvContentPartPr/>
                <p14:nvPr/>
              </p14:nvContentPartPr>
              <p14:xfrm>
                <a:off x="1915560" y="4200464"/>
                <a:ext cx="47520" cy="1738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DEB8E02-9DCD-6A9F-DFD7-4B19CA53970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897920" y="4182464"/>
                  <a:ext cx="83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13179BB-0105-C80C-4E68-F8EC366E7DE5}"/>
                    </a:ext>
                  </a:extLst>
                </p14:cNvPr>
                <p14:cNvContentPartPr/>
                <p14:nvPr/>
              </p14:nvContentPartPr>
              <p14:xfrm>
                <a:off x="2100960" y="4119104"/>
                <a:ext cx="159840" cy="182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13179BB-0105-C80C-4E68-F8EC366E7DE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082960" y="4101464"/>
                  <a:ext cx="1954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A65163D-ED40-AE3A-456D-209F53D64335}"/>
                    </a:ext>
                  </a:extLst>
                </p14:cNvPr>
                <p14:cNvContentPartPr/>
                <p14:nvPr/>
              </p14:nvContentPartPr>
              <p14:xfrm>
                <a:off x="2339280" y="4228904"/>
                <a:ext cx="229320" cy="1605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A65163D-ED40-AE3A-456D-209F53D6433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321640" y="4210904"/>
                  <a:ext cx="2649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A34D0FB-D042-FDA1-2863-8ABE2FD75227}"/>
                    </a:ext>
                  </a:extLst>
                </p14:cNvPr>
                <p14:cNvContentPartPr/>
                <p14:nvPr/>
              </p14:nvContentPartPr>
              <p14:xfrm>
                <a:off x="141120" y="3918224"/>
                <a:ext cx="3035160" cy="955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A34D0FB-D042-FDA1-2863-8ABE2FD75227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23120" y="3900584"/>
                  <a:ext cx="3070800" cy="9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53A0D7D-3ABA-116D-38F5-A1AD564C9B45}"/>
                    </a:ext>
                  </a:extLst>
                </p14:cNvPr>
                <p14:cNvContentPartPr/>
                <p14:nvPr/>
              </p14:nvContentPartPr>
              <p14:xfrm>
                <a:off x="250560" y="4080224"/>
                <a:ext cx="131760" cy="719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53A0D7D-3ABA-116D-38F5-A1AD564C9B4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32560" y="4062584"/>
                  <a:ext cx="167400" cy="75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154B8A6-7FEB-7ACB-2B04-09AB43AC7F05}"/>
                    </a:ext>
                  </a:extLst>
                </p14:cNvPr>
                <p14:cNvContentPartPr/>
                <p14:nvPr/>
              </p14:nvContentPartPr>
              <p14:xfrm>
                <a:off x="280080" y="3938744"/>
                <a:ext cx="2551320" cy="189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154B8A6-7FEB-7ACB-2B04-09AB43AC7F05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62080" y="3920744"/>
                  <a:ext cx="2586960" cy="225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34056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C3ECA-FFA5-A39A-A1C2-9CB2856CE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20B30-ABB3-A076-AED1-E07A4E3EF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drop directions</a:t>
            </a:r>
          </a:p>
        </p:txBody>
      </p:sp>
      <p:pic>
        <p:nvPicPr>
          <p:cNvPr id="6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C43795B2-44E6-4DAB-1DA7-A115A29D85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607" y="946205"/>
            <a:ext cx="5318332" cy="52784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DF17F-1E5F-04A5-BB2C-572A6E671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08D8AEA8-A89A-BB6E-CF2F-0D9FB4C884BA}"/>
                  </a:ext>
                </a:extLst>
              </p14:cNvPr>
              <p14:cNvContentPartPr/>
              <p14:nvPr/>
            </p14:nvContentPartPr>
            <p14:xfrm>
              <a:off x="5894520" y="2509320"/>
              <a:ext cx="84600" cy="6480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08D8AEA8-A89A-BB6E-CF2F-0D9FB4C884B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76520" y="2491320"/>
                <a:ext cx="120240" cy="10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F8048E89-8EF3-43B7-C298-4F86252CF20E}"/>
              </a:ext>
            </a:extLst>
          </p:cNvPr>
          <p:cNvGrpSpPr/>
          <p:nvPr/>
        </p:nvGrpSpPr>
        <p:grpSpPr>
          <a:xfrm>
            <a:off x="1248120" y="865064"/>
            <a:ext cx="358560" cy="300240"/>
            <a:chOff x="1248120" y="865064"/>
            <a:chExt cx="358560" cy="30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4ECF542-053E-AA28-2D94-45845C172C48}"/>
                    </a:ext>
                  </a:extLst>
                </p14:cNvPr>
                <p14:cNvContentPartPr/>
                <p14:nvPr/>
              </p14:nvContentPartPr>
              <p14:xfrm>
                <a:off x="1248120" y="865064"/>
                <a:ext cx="184680" cy="2574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4ECF542-053E-AA28-2D94-45845C172C4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230120" y="847039"/>
                  <a:ext cx="220320" cy="293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1145F08-C10C-3D6B-516E-59482BD3B167}"/>
                    </a:ext>
                  </a:extLst>
                </p14:cNvPr>
                <p14:cNvContentPartPr/>
                <p14:nvPr/>
              </p14:nvContentPartPr>
              <p14:xfrm>
                <a:off x="1575360" y="992504"/>
                <a:ext cx="31320" cy="172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1145F08-C10C-3D6B-516E-59482BD3B16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557151" y="974504"/>
                  <a:ext cx="67374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1739F39-FF30-D4AB-89A1-44E9745B9CEF}"/>
              </a:ext>
            </a:extLst>
          </p:cNvPr>
          <p:cNvGrpSpPr/>
          <p:nvPr/>
        </p:nvGrpSpPr>
        <p:grpSpPr>
          <a:xfrm>
            <a:off x="378360" y="1359704"/>
            <a:ext cx="2656440" cy="1383120"/>
            <a:chOff x="378360" y="1359704"/>
            <a:chExt cx="2656440" cy="138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C722097-B21A-5286-E8A4-76F5585A990F}"/>
                    </a:ext>
                  </a:extLst>
                </p14:cNvPr>
                <p14:cNvContentPartPr/>
                <p14:nvPr/>
              </p14:nvContentPartPr>
              <p14:xfrm>
                <a:off x="601560" y="1478144"/>
                <a:ext cx="73800" cy="549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C722097-B21A-5286-E8A4-76F5585A990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3560" y="1460144"/>
                  <a:ext cx="1094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080D429-DDAF-332E-F3C9-4F0FDB76C556}"/>
                    </a:ext>
                  </a:extLst>
                </p14:cNvPr>
                <p14:cNvContentPartPr/>
                <p14:nvPr/>
              </p14:nvContentPartPr>
              <p14:xfrm>
                <a:off x="378360" y="2014904"/>
                <a:ext cx="515880" cy="75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080D429-DDAF-332E-F3C9-4F0FDB76C55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60360" y="1996904"/>
                  <a:ext cx="5515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3A44F41-0EE9-4198-727B-E206C94EBA7B}"/>
                    </a:ext>
                  </a:extLst>
                </p14:cNvPr>
                <p14:cNvContentPartPr/>
                <p14:nvPr/>
              </p14:nvContentPartPr>
              <p14:xfrm>
                <a:off x="637920" y="2183024"/>
                <a:ext cx="96480" cy="86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3A44F41-0EE9-4198-727B-E206C94EBA7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19987" y="2164241"/>
                  <a:ext cx="131988" cy="458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338F4B6-1A05-4CFA-E882-BDD89398778E}"/>
                    </a:ext>
                  </a:extLst>
                </p14:cNvPr>
                <p14:cNvContentPartPr/>
                <p14:nvPr/>
              </p14:nvContentPartPr>
              <p14:xfrm>
                <a:off x="684720" y="2210744"/>
                <a:ext cx="38160" cy="4485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338F4B6-1A05-4CFA-E882-BDD89398778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66720" y="2192744"/>
                  <a:ext cx="738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C7A0EB7-6A50-A71F-4D7D-D26FB419E5EA}"/>
                    </a:ext>
                  </a:extLst>
                </p14:cNvPr>
                <p14:cNvContentPartPr/>
                <p14:nvPr/>
              </p14:nvContentPartPr>
              <p14:xfrm>
                <a:off x="600120" y="1359704"/>
                <a:ext cx="1049400" cy="1771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C7A0EB7-6A50-A71F-4D7D-D26FB419E5E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2120" y="1341704"/>
                  <a:ext cx="10850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10F772B-6A10-3D3C-3F85-FBEE0B137CFD}"/>
                    </a:ext>
                  </a:extLst>
                </p14:cNvPr>
                <p14:cNvContentPartPr/>
                <p14:nvPr/>
              </p14:nvContentPartPr>
              <p14:xfrm>
                <a:off x="1678680" y="1457984"/>
                <a:ext cx="623880" cy="454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10F772B-6A10-3D3C-3F85-FBEE0B137CF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660680" y="1439984"/>
                  <a:ext cx="65952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FB3258D-7649-F9B5-2DE0-FF7F38CD1149}"/>
                    </a:ext>
                  </a:extLst>
                </p14:cNvPr>
                <p14:cNvContentPartPr/>
                <p14:nvPr/>
              </p14:nvContentPartPr>
              <p14:xfrm>
                <a:off x="618480" y="1952264"/>
                <a:ext cx="1847160" cy="790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FB3258D-7649-F9B5-2DE0-FF7F38CD114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00480" y="1934264"/>
                  <a:ext cx="1882800" cy="82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AC8568C-97EE-9BB5-E93D-97B8615F311C}"/>
                    </a:ext>
                  </a:extLst>
                </p14:cNvPr>
                <p14:cNvContentPartPr/>
                <p14:nvPr/>
              </p14:nvContentPartPr>
              <p14:xfrm>
                <a:off x="954720" y="2087984"/>
                <a:ext cx="200880" cy="2163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AC8568C-97EE-9BB5-E93D-97B8615F311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36720" y="2069984"/>
                  <a:ext cx="2365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5F6BF70-C70F-5A9D-D2DF-655CA057E604}"/>
                    </a:ext>
                  </a:extLst>
                </p14:cNvPr>
                <p14:cNvContentPartPr/>
                <p14:nvPr/>
              </p14:nvContentPartPr>
              <p14:xfrm>
                <a:off x="1263960" y="2185184"/>
                <a:ext cx="101160" cy="2170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5F6BF70-C70F-5A9D-D2DF-655CA057E60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245960" y="2167184"/>
                  <a:ext cx="1368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8AD1941-2C9A-6876-AD7D-67FD38EDA036}"/>
                    </a:ext>
                  </a:extLst>
                </p14:cNvPr>
                <p14:cNvContentPartPr/>
                <p14:nvPr/>
              </p14:nvContentPartPr>
              <p14:xfrm>
                <a:off x="2565720" y="1796744"/>
                <a:ext cx="178560" cy="1875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8AD1941-2C9A-6876-AD7D-67FD38EDA03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547720" y="1778744"/>
                  <a:ext cx="2142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8D58381-B3C9-7DE1-55A3-0D797E212034}"/>
                    </a:ext>
                  </a:extLst>
                </p14:cNvPr>
                <p14:cNvContentPartPr/>
                <p14:nvPr/>
              </p14:nvContentPartPr>
              <p14:xfrm>
                <a:off x="2852640" y="1994384"/>
                <a:ext cx="182160" cy="123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8D58381-B3C9-7DE1-55A3-0D797E21203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834640" y="1976384"/>
                  <a:ext cx="21780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6C3FD52E-B0CD-C140-E350-273B4FFD444D}"/>
              </a:ext>
            </a:extLst>
          </p:cNvPr>
          <p:cNvGrpSpPr/>
          <p:nvPr/>
        </p:nvGrpSpPr>
        <p:grpSpPr>
          <a:xfrm>
            <a:off x="141120" y="3225944"/>
            <a:ext cx="3704040" cy="1647360"/>
            <a:chOff x="141120" y="3225944"/>
            <a:chExt cx="3704040" cy="164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4C62CD0-93A4-9E05-330E-F7D53424085B}"/>
                    </a:ext>
                  </a:extLst>
                </p14:cNvPr>
                <p14:cNvContentPartPr/>
                <p14:nvPr/>
              </p14:nvContentPartPr>
              <p14:xfrm>
                <a:off x="428760" y="3425744"/>
                <a:ext cx="304920" cy="3236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4C62CD0-93A4-9E05-330E-F7D5342408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10760" y="3407744"/>
                  <a:ext cx="34056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529052A-69DE-69DB-83CE-66EA02EEC382}"/>
                    </a:ext>
                  </a:extLst>
                </p14:cNvPr>
                <p14:cNvContentPartPr/>
                <p14:nvPr/>
              </p14:nvContentPartPr>
              <p14:xfrm>
                <a:off x="865080" y="3647504"/>
                <a:ext cx="122040" cy="215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529052A-69DE-69DB-83CE-66EA02EEC38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47080" y="3629504"/>
                  <a:ext cx="1576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13C0EB5-542E-31EB-B038-65C42A56D5D3}"/>
                    </a:ext>
                  </a:extLst>
                </p14:cNvPr>
                <p14:cNvContentPartPr/>
                <p14:nvPr/>
              </p14:nvContentPartPr>
              <p14:xfrm>
                <a:off x="1144080" y="3619064"/>
                <a:ext cx="113040" cy="33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13C0EB5-542E-31EB-B038-65C42A56D5D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26080" y="3601253"/>
                  <a:ext cx="148680" cy="691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9A0BA45-1ABE-5A3A-97E5-7FB65C4BC317}"/>
                    </a:ext>
                  </a:extLst>
                </p14:cNvPr>
                <p14:cNvContentPartPr/>
                <p14:nvPr/>
              </p14:nvContentPartPr>
              <p14:xfrm>
                <a:off x="1240920" y="3701504"/>
                <a:ext cx="82080" cy="20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9A0BA45-1ABE-5A3A-97E5-7FB65C4BC31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222999" y="3683504"/>
                  <a:ext cx="117564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94D64C9-89EB-3313-0442-88040B60E250}"/>
                    </a:ext>
                  </a:extLst>
                </p14:cNvPr>
                <p14:cNvContentPartPr/>
                <p14:nvPr/>
              </p14:nvContentPartPr>
              <p14:xfrm>
                <a:off x="1775520" y="3475064"/>
                <a:ext cx="156600" cy="174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94D64C9-89EB-3313-0442-88040B60E25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757561" y="3457064"/>
                  <a:ext cx="192158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57579C0-AA61-2F17-DBED-9D8F77BA1062}"/>
                    </a:ext>
                  </a:extLst>
                </p14:cNvPr>
                <p14:cNvContentPartPr/>
                <p14:nvPr/>
              </p14:nvContentPartPr>
              <p14:xfrm>
                <a:off x="1937880" y="3797984"/>
                <a:ext cx="10080" cy="968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57579C0-AA61-2F17-DBED-9D8F77BA106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920501" y="3779984"/>
                  <a:ext cx="44491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FCBCB95-0FBF-3C1C-6570-DC087152DF64}"/>
                    </a:ext>
                  </a:extLst>
                </p14:cNvPr>
                <p14:cNvContentPartPr/>
                <p14:nvPr/>
              </p14:nvContentPartPr>
              <p14:xfrm>
                <a:off x="2242440" y="3267344"/>
                <a:ext cx="230760" cy="4482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FCBCB95-0FBF-3C1C-6570-DC087152DF6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224412" y="3249358"/>
                  <a:ext cx="266456" cy="4838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AC8D670-B244-749D-23B2-16B0DD540876}"/>
                    </a:ext>
                  </a:extLst>
                </p14:cNvPr>
                <p14:cNvContentPartPr/>
                <p14:nvPr/>
              </p14:nvContentPartPr>
              <p14:xfrm>
                <a:off x="2529000" y="3320264"/>
                <a:ext cx="229680" cy="255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AC8D670-B244-749D-23B2-16B0DD54087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511000" y="3302264"/>
                  <a:ext cx="2653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D345A22-FA2B-907B-1851-814D39684985}"/>
                    </a:ext>
                  </a:extLst>
                </p14:cNvPr>
                <p14:cNvContentPartPr/>
                <p14:nvPr/>
              </p14:nvContentPartPr>
              <p14:xfrm>
                <a:off x="2876400" y="3578024"/>
                <a:ext cx="19440" cy="1148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D345A22-FA2B-907B-1851-814D3968498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858400" y="3560024"/>
                  <a:ext cx="550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690D345-92B3-2BEC-FED3-9ECF7B97121B}"/>
                    </a:ext>
                  </a:extLst>
                </p14:cNvPr>
                <p14:cNvContentPartPr/>
                <p14:nvPr/>
              </p14:nvContentPartPr>
              <p14:xfrm>
                <a:off x="3050640" y="3575864"/>
                <a:ext cx="57960" cy="2048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690D345-92B3-2BEC-FED3-9ECF7B97121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032751" y="3557864"/>
                  <a:ext cx="933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DA69C84-320E-D054-2ADB-A2FF9FC1503E}"/>
                    </a:ext>
                  </a:extLst>
                </p14:cNvPr>
                <p14:cNvContentPartPr/>
                <p14:nvPr/>
              </p14:nvContentPartPr>
              <p14:xfrm>
                <a:off x="3233520" y="3284264"/>
                <a:ext cx="207360" cy="2221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DA69C84-320E-D054-2ADB-A2FF9FC1503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215489" y="3266264"/>
                  <a:ext cx="243062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59AD74C-A41F-1CBF-0895-8AFA8169DD42}"/>
                    </a:ext>
                  </a:extLst>
                </p14:cNvPr>
                <p14:cNvContentPartPr/>
                <p14:nvPr/>
              </p14:nvContentPartPr>
              <p14:xfrm>
                <a:off x="3516840" y="3476864"/>
                <a:ext cx="128880" cy="1148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59AD74C-A41F-1CBF-0895-8AFA8169DD4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498890" y="3458864"/>
                  <a:ext cx="164421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B3DB313-29C0-4A71-5DC8-C5C68E34D61C}"/>
                    </a:ext>
                  </a:extLst>
                </p14:cNvPr>
                <p14:cNvContentPartPr/>
                <p14:nvPr/>
              </p14:nvContentPartPr>
              <p14:xfrm>
                <a:off x="3683160" y="3225944"/>
                <a:ext cx="162000" cy="562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B3DB313-29C0-4A71-5DC8-C5C68E34D61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665160" y="3207944"/>
                  <a:ext cx="197640" cy="59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B00750B-2FE1-2B2F-4B88-EBF5B476683E}"/>
                    </a:ext>
                  </a:extLst>
                </p14:cNvPr>
                <p14:cNvContentPartPr/>
                <p14:nvPr/>
              </p14:nvContentPartPr>
              <p14:xfrm>
                <a:off x="453600" y="4217384"/>
                <a:ext cx="239040" cy="334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B00750B-2FE1-2B2F-4B88-EBF5B476683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35600" y="4199365"/>
                  <a:ext cx="274680" cy="3701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2C99FCE-4127-157D-F5B7-B5FFF808BD63}"/>
                    </a:ext>
                  </a:extLst>
                </p14:cNvPr>
                <p14:cNvContentPartPr/>
                <p14:nvPr/>
              </p14:nvContentPartPr>
              <p14:xfrm>
                <a:off x="777960" y="4416464"/>
                <a:ext cx="106200" cy="1926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2C99FCE-4127-157D-F5B7-B5FFF808BD6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59960" y="4398464"/>
                  <a:ext cx="1418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011E701-D26E-55EF-5B53-A1118F20A0FA}"/>
                    </a:ext>
                  </a:extLst>
                </p14:cNvPr>
                <p14:cNvContentPartPr/>
                <p14:nvPr/>
              </p14:nvContentPartPr>
              <p14:xfrm>
                <a:off x="1009440" y="4440584"/>
                <a:ext cx="93600" cy="316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011E701-D26E-55EF-5B53-A1118F20A0F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91371" y="4422584"/>
                  <a:ext cx="129378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71C3449-979C-062C-E373-DB8E09048AF4}"/>
                    </a:ext>
                  </a:extLst>
                </p14:cNvPr>
                <p14:cNvContentPartPr/>
                <p14:nvPr/>
              </p14:nvContentPartPr>
              <p14:xfrm>
                <a:off x="1096200" y="4519784"/>
                <a:ext cx="93600" cy="176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71C3449-979C-062C-E373-DB8E09048AF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78131" y="4502144"/>
                  <a:ext cx="129378" cy="525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D1B0D02-1994-0384-1D78-6DC6676FBB59}"/>
                    </a:ext>
                  </a:extLst>
                </p14:cNvPr>
                <p14:cNvContentPartPr/>
                <p14:nvPr/>
              </p14:nvContentPartPr>
              <p14:xfrm>
                <a:off x="1324800" y="4175264"/>
                <a:ext cx="154800" cy="2314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D1B0D02-1994-0384-1D78-6DC6676FBB5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306842" y="4157264"/>
                  <a:ext cx="190357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9F5612A-3896-93CE-2ED5-262D80149F02}"/>
                    </a:ext>
                  </a:extLst>
                </p14:cNvPr>
                <p14:cNvContentPartPr/>
                <p14:nvPr/>
              </p14:nvContentPartPr>
              <p14:xfrm>
                <a:off x="1609920" y="4382624"/>
                <a:ext cx="61200" cy="1116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9F5612A-3896-93CE-2ED5-262D80149F0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591920" y="4364624"/>
                  <a:ext cx="968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3759849-5467-AA68-7586-DB49C6FC665E}"/>
                    </a:ext>
                  </a:extLst>
                </p14:cNvPr>
                <p14:cNvContentPartPr/>
                <p14:nvPr/>
              </p14:nvContentPartPr>
              <p14:xfrm>
                <a:off x="1867680" y="4256264"/>
                <a:ext cx="164520" cy="633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3759849-5467-AA68-7586-DB49C6FC665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849680" y="4238161"/>
                  <a:ext cx="200160" cy="992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1864143-9562-CAFB-24A9-2BF8E0DC27B7}"/>
                    </a:ext>
                  </a:extLst>
                </p14:cNvPr>
                <p14:cNvContentPartPr/>
                <p14:nvPr/>
              </p14:nvContentPartPr>
              <p14:xfrm>
                <a:off x="1915560" y="4200464"/>
                <a:ext cx="47520" cy="1738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1864143-9562-CAFB-24A9-2BF8E0DC27B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897560" y="4182464"/>
                  <a:ext cx="83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0D8A8F2-D0E5-88B8-B2B4-599C624EA608}"/>
                    </a:ext>
                  </a:extLst>
                </p14:cNvPr>
                <p14:cNvContentPartPr/>
                <p14:nvPr/>
              </p14:nvContentPartPr>
              <p14:xfrm>
                <a:off x="2100960" y="4119104"/>
                <a:ext cx="159840" cy="182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0D8A8F2-D0E5-88B8-B2B4-599C624EA60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082960" y="4101104"/>
                  <a:ext cx="1954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29EE3A2-206F-81D1-6818-EF7B6BD74236}"/>
                    </a:ext>
                  </a:extLst>
                </p14:cNvPr>
                <p14:cNvContentPartPr/>
                <p14:nvPr/>
              </p14:nvContentPartPr>
              <p14:xfrm>
                <a:off x="2339280" y="4228904"/>
                <a:ext cx="229320" cy="1605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29EE3A2-206F-81D1-6818-EF7B6BD7423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321280" y="4210904"/>
                  <a:ext cx="2649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1D4F845-1871-4305-D5BA-B8172C7709E0}"/>
                    </a:ext>
                  </a:extLst>
                </p14:cNvPr>
                <p14:cNvContentPartPr/>
                <p14:nvPr/>
              </p14:nvContentPartPr>
              <p14:xfrm>
                <a:off x="141120" y="3918224"/>
                <a:ext cx="3035160" cy="955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1D4F845-1871-4305-D5BA-B8172C7709E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23122" y="3900224"/>
                  <a:ext cx="3070796" cy="9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9B16EC0-851E-F86B-FB9E-E0621C774520}"/>
                    </a:ext>
                  </a:extLst>
                </p14:cNvPr>
                <p14:cNvContentPartPr/>
                <p14:nvPr/>
              </p14:nvContentPartPr>
              <p14:xfrm>
                <a:off x="250560" y="4080224"/>
                <a:ext cx="131760" cy="719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9B16EC0-851E-F86B-FB9E-E0621C77452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32560" y="4062224"/>
                  <a:ext cx="167400" cy="75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85AEEB6-96EC-2C69-A01A-BCFA665002AE}"/>
                    </a:ext>
                  </a:extLst>
                </p14:cNvPr>
                <p14:cNvContentPartPr/>
                <p14:nvPr/>
              </p14:nvContentPartPr>
              <p14:xfrm>
                <a:off x="280080" y="3938744"/>
                <a:ext cx="2551320" cy="189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85AEEB6-96EC-2C69-A01A-BCFA665002A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62083" y="3920744"/>
                  <a:ext cx="2586955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6D88A70-79B5-6B64-E47A-8D9F26800C42}"/>
              </a:ext>
            </a:extLst>
          </p:cNvPr>
          <p:cNvGrpSpPr/>
          <p:nvPr/>
        </p:nvGrpSpPr>
        <p:grpSpPr>
          <a:xfrm>
            <a:off x="8010720" y="1247384"/>
            <a:ext cx="3308400" cy="1908000"/>
            <a:chOff x="8010720" y="1247384"/>
            <a:chExt cx="3308400" cy="190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7D6BDEF-3D3C-5EB3-2433-72671EE3D6D9}"/>
                    </a:ext>
                  </a:extLst>
                </p14:cNvPr>
                <p14:cNvContentPartPr/>
                <p14:nvPr/>
              </p14:nvContentPartPr>
              <p14:xfrm>
                <a:off x="8655480" y="1904384"/>
                <a:ext cx="52200" cy="6001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7D6BDEF-3D3C-5EB3-2433-72671EE3D6D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37840" y="1886744"/>
                  <a:ext cx="8784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C60D460-A47D-8698-D7ED-1BE86C28CB51}"/>
                    </a:ext>
                  </a:extLst>
                </p14:cNvPr>
                <p14:cNvContentPartPr/>
                <p14:nvPr/>
              </p14:nvContentPartPr>
              <p14:xfrm>
                <a:off x="8427600" y="2420264"/>
                <a:ext cx="531360" cy="720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C60D460-A47D-8698-D7ED-1BE86C28CB5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409960" y="2402264"/>
                  <a:ext cx="5670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7811068-F936-9538-2389-904CD450E2B2}"/>
                    </a:ext>
                  </a:extLst>
                </p14:cNvPr>
                <p14:cNvContentPartPr/>
                <p14:nvPr/>
              </p14:nvContentPartPr>
              <p14:xfrm>
                <a:off x="8653320" y="2583344"/>
                <a:ext cx="157680" cy="17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7811068-F936-9538-2389-904CD450E2B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635320" y="2565704"/>
                  <a:ext cx="1933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E942CEA-8322-63D8-27D1-A84BD0EDD37E}"/>
                    </a:ext>
                  </a:extLst>
                </p14:cNvPr>
                <p14:cNvContentPartPr/>
                <p14:nvPr/>
              </p14:nvContentPartPr>
              <p14:xfrm>
                <a:off x="8751240" y="2604584"/>
                <a:ext cx="43200" cy="5364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E942CEA-8322-63D8-27D1-A84BD0EDD37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733600" y="2586584"/>
                  <a:ext cx="7884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80A0F1D-C2D7-E451-D183-6FF6DB6BFC0F}"/>
                    </a:ext>
                  </a:extLst>
                </p14:cNvPr>
                <p14:cNvContentPartPr/>
                <p14:nvPr/>
              </p14:nvContentPartPr>
              <p14:xfrm>
                <a:off x="8663400" y="1863704"/>
                <a:ext cx="705600" cy="662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80A0F1D-C2D7-E451-D183-6FF6DB6BFC0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645400" y="1846064"/>
                  <a:ext cx="7412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4F37826-FC89-3552-6394-77034A3AAF23}"/>
                    </a:ext>
                  </a:extLst>
                </p14:cNvPr>
                <p14:cNvContentPartPr/>
                <p14:nvPr/>
              </p14:nvContentPartPr>
              <p14:xfrm>
                <a:off x="9362520" y="1691984"/>
                <a:ext cx="488160" cy="1821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4F37826-FC89-3552-6394-77034A3AAF2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344880" y="1673984"/>
                  <a:ext cx="5238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9A8C393-C860-EC87-A6EC-FDD9F149AAE8}"/>
                    </a:ext>
                  </a:extLst>
                </p14:cNvPr>
                <p14:cNvContentPartPr/>
                <p14:nvPr/>
              </p14:nvContentPartPr>
              <p14:xfrm>
                <a:off x="9855720" y="1759304"/>
                <a:ext cx="625320" cy="4402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9A8C393-C860-EC87-A6EC-FDD9F149AAE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837720" y="1741304"/>
                  <a:ext cx="66096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C96A1FE-D5BD-2E2F-B748-28AF6FDEF66C}"/>
                    </a:ext>
                  </a:extLst>
                </p14:cNvPr>
                <p14:cNvContentPartPr/>
                <p14:nvPr/>
              </p14:nvContentPartPr>
              <p14:xfrm>
                <a:off x="8857080" y="2212544"/>
                <a:ext cx="1775160" cy="9428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C96A1FE-D5BD-2E2F-B748-28AF6FDEF66C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839440" y="2194904"/>
                  <a:ext cx="1810800" cy="9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041928B-E44E-51FD-4E89-E85AFC5F44B0}"/>
                    </a:ext>
                  </a:extLst>
                </p14:cNvPr>
                <p14:cNvContentPartPr/>
                <p14:nvPr/>
              </p14:nvContentPartPr>
              <p14:xfrm>
                <a:off x="8010720" y="2122184"/>
                <a:ext cx="237960" cy="3229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041928B-E44E-51FD-4E89-E85AFC5F44B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993080" y="2104184"/>
                  <a:ext cx="2736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3E555BF-DA1F-ED7B-83BD-218CA1E5F164}"/>
                    </a:ext>
                  </a:extLst>
                </p14:cNvPr>
                <p14:cNvContentPartPr/>
                <p14:nvPr/>
              </p14:nvContentPartPr>
              <p14:xfrm>
                <a:off x="8286120" y="2193104"/>
                <a:ext cx="109800" cy="1299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3E555BF-DA1F-ED7B-83BD-218CA1E5F16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268480" y="2175464"/>
                  <a:ext cx="1454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4349AC3-F6FE-AA88-FA51-C600EDCE2E0A}"/>
                    </a:ext>
                  </a:extLst>
                </p14:cNvPr>
                <p14:cNvContentPartPr/>
                <p14:nvPr/>
              </p14:nvContentPartPr>
              <p14:xfrm>
                <a:off x="9573840" y="1303904"/>
                <a:ext cx="63000" cy="265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4349AC3-F6FE-AA88-FA51-C600EDCE2E0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556200" y="1285904"/>
                  <a:ext cx="986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CA73ABC-E21A-8CC4-CB21-201351FAD2FA}"/>
                    </a:ext>
                  </a:extLst>
                </p14:cNvPr>
                <p14:cNvContentPartPr/>
                <p14:nvPr/>
              </p14:nvContentPartPr>
              <p14:xfrm>
                <a:off x="9567720" y="1247384"/>
                <a:ext cx="207360" cy="2088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CA73ABC-E21A-8CC4-CB21-201351FAD2F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549720" y="1229744"/>
                  <a:ext cx="2430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B5092B2-95BD-D0F6-6138-0CE1C097C5F8}"/>
                    </a:ext>
                  </a:extLst>
                </p14:cNvPr>
                <p14:cNvContentPartPr/>
                <p14:nvPr/>
              </p14:nvContentPartPr>
              <p14:xfrm>
                <a:off x="9849960" y="1352504"/>
                <a:ext cx="61920" cy="1602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B5092B2-95BD-D0F6-6138-0CE1C097C5F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831960" y="1334504"/>
                  <a:ext cx="975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4E11D27-601C-E63C-C4EA-F719DC6E270F}"/>
                    </a:ext>
                  </a:extLst>
                </p14:cNvPr>
                <p14:cNvContentPartPr/>
                <p14:nvPr/>
              </p14:nvContentPartPr>
              <p14:xfrm>
                <a:off x="10805040" y="2184104"/>
                <a:ext cx="50760" cy="2178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4E11D27-601C-E63C-C4EA-F719DC6E270F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787400" y="2166464"/>
                  <a:ext cx="864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07FA7C6-C9D6-8B65-3098-E27608A82319}"/>
                    </a:ext>
                  </a:extLst>
                </p14:cNvPr>
                <p14:cNvContentPartPr/>
                <p14:nvPr/>
              </p14:nvContentPartPr>
              <p14:xfrm>
                <a:off x="10828440" y="2095544"/>
                <a:ext cx="155160" cy="1652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07FA7C6-C9D6-8B65-3098-E27608A8231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810440" y="2077904"/>
                  <a:ext cx="1908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CDA0BB9-5EBF-F4B2-BD3A-317693A6D6F6}"/>
                    </a:ext>
                  </a:extLst>
                </p14:cNvPr>
                <p14:cNvContentPartPr/>
                <p14:nvPr/>
              </p14:nvContentPartPr>
              <p14:xfrm>
                <a:off x="11078640" y="2233784"/>
                <a:ext cx="240480" cy="1688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CDA0BB9-5EBF-F4B2-BD3A-317693A6D6F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061000" y="2216144"/>
                  <a:ext cx="27612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FA997919-A7B8-9B6B-3561-6CAC8B710479}"/>
                  </a:ext>
                </a:extLst>
              </p14:cNvPr>
              <p14:cNvContentPartPr/>
              <p14:nvPr/>
            </p14:nvContentPartPr>
            <p14:xfrm>
              <a:off x="7989480" y="2069984"/>
              <a:ext cx="613080" cy="43848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FA997919-A7B8-9B6B-3561-6CAC8B710479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7935480" y="1962344"/>
                <a:ext cx="720720" cy="65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E339CB60-C6CF-D00A-7BA3-13D5D3C56E0B}"/>
                  </a:ext>
                </a:extLst>
              </p14:cNvPr>
              <p14:cNvContentPartPr/>
              <p14:nvPr/>
            </p14:nvContentPartPr>
            <p14:xfrm>
              <a:off x="8995320" y="2104544"/>
              <a:ext cx="1459080" cy="68760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E339CB60-C6CF-D00A-7BA3-13D5D3C56E0B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8941680" y="1996904"/>
                <a:ext cx="1566720" cy="90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4C3ECEE4-C156-B64D-DE91-07D23D815157}"/>
                  </a:ext>
                </a:extLst>
              </p14:cNvPr>
              <p14:cNvContentPartPr/>
              <p14:nvPr/>
            </p14:nvContentPartPr>
            <p14:xfrm>
              <a:off x="10332360" y="2838944"/>
              <a:ext cx="119880" cy="2124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4C3ECEE4-C156-B64D-DE91-07D23D815157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10278360" y="2730944"/>
                <a:ext cx="22752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1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7C4CDAE4-5CBC-C4CC-35A3-A7784FCE60AB}"/>
                  </a:ext>
                </a:extLst>
              </p14:cNvPr>
              <p14:cNvContentPartPr/>
              <p14:nvPr/>
            </p14:nvContentPartPr>
            <p14:xfrm>
              <a:off x="9938880" y="2893664"/>
              <a:ext cx="105840" cy="3564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7C4CDAE4-5CBC-C4CC-35A3-A7784FCE60AB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9884880" y="2785664"/>
                <a:ext cx="213480" cy="25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3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B6772CDA-0256-36D9-0BA9-B5213EA91680}"/>
                  </a:ext>
                </a:extLst>
              </p14:cNvPr>
              <p14:cNvContentPartPr/>
              <p14:nvPr/>
            </p14:nvContentPartPr>
            <p14:xfrm>
              <a:off x="9785160" y="2863784"/>
              <a:ext cx="428040" cy="6912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B6772CDA-0256-36D9-0BA9-B5213EA91680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9731520" y="2755784"/>
                <a:ext cx="535680" cy="28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5AF5D6F9-04F2-9D91-17CE-ABE4B5130CBE}"/>
                  </a:ext>
                </a:extLst>
              </p14:cNvPr>
              <p14:cNvContentPartPr/>
              <p14:nvPr/>
            </p14:nvContentPartPr>
            <p14:xfrm>
              <a:off x="9060120" y="3005624"/>
              <a:ext cx="360" cy="36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5AF5D6F9-04F2-9D91-17CE-ABE4B5130CBE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9006480" y="2897624"/>
                <a:ext cx="108000" cy="21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F5C93086-01DB-81F0-EAF9-896171610D92}"/>
              </a:ext>
            </a:extLst>
          </p:cNvPr>
          <p:cNvGrpSpPr/>
          <p:nvPr/>
        </p:nvGrpSpPr>
        <p:grpSpPr>
          <a:xfrm>
            <a:off x="8916840" y="298424"/>
            <a:ext cx="3194640" cy="4370760"/>
            <a:chOff x="8916840" y="298424"/>
            <a:chExt cx="3194640" cy="437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E97A3D3-6EA1-CF51-C71B-D84BB25BD997}"/>
                    </a:ext>
                  </a:extLst>
                </p14:cNvPr>
                <p14:cNvContentPartPr/>
                <p14:nvPr/>
              </p14:nvContentPartPr>
              <p14:xfrm>
                <a:off x="10040040" y="1568144"/>
                <a:ext cx="195120" cy="43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E97A3D3-6EA1-CF51-C71B-D84BB25BD99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022040" y="1550144"/>
                  <a:ext cx="2307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A5C58DD-1E19-7AD2-367B-8EEB6CA87DBA}"/>
                    </a:ext>
                  </a:extLst>
                </p14:cNvPr>
                <p14:cNvContentPartPr/>
                <p14:nvPr/>
              </p14:nvContentPartPr>
              <p14:xfrm>
                <a:off x="10712880" y="1803224"/>
                <a:ext cx="230040" cy="468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A5C58DD-1E19-7AD2-367B-8EEB6CA87DB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694880" y="1785584"/>
                  <a:ext cx="2656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80513DF-6A21-C4D6-3B0B-C358069CBB86}"/>
                    </a:ext>
                  </a:extLst>
                </p14:cNvPr>
                <p14:cNvContentPartPr/>
                <p14:nvPr/>
              </p14:nvContentPartPr>
              <p14:xfrm>
                <a:off x="10789560" y="1708904"/>
                <a:ext cx="36360" cy="2167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80513DF-6A21-C4D6-3B0B-C358069CBB86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771560" y="1690904"/>
                  <a:ext cx="720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BEAABF4-C514-8EB1-F322-3198C0ACF0F9}"/>
                    </a:ext>
                  </a:extLst>
                </p14:cNvPr>
                <p14:cNvContentPartPr/>
                <p14:nvPr/>
              </p14:nvContentPartPr>
              <p14:xfrm>
                <a:off x="10784520" y="2596304"/>
                <a:ext cx="165960" cy="514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BEAABF4-C514-8EB1-F322-3198C0ACF0F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766880" y="2578304"/>
                  <a:ext cx="2016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16EE6FD-FBCE-1DE0-8213-7AD6F60E6080}"/>
                    </a:ext>
                  </a:extLst>
                </p14:cNvPr>
                <p14:cNvContentPartPr/>
                <p14:nvPr/>
              </p14:nvContentPartPr>
              <p14:xfrm>
                <a:off x="9069480" y="1637264"/>
                <a:ext cx="222840" cy="9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16EE6FD-FBCE-1DE0-8213-7AD6F60E6080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051840" y="1619624"/>
                  <a:ext cx="2584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ACB6D88-3CE8-1904-5D21-E13007466895}"/>
                    </a:ext>
                  </a:extLst>
                </p14:cNvPr>
                <p14:cNvContentPartPr/>
                <p14:nvPr/>
              </p14:nvContentPartPr>
              <p14:xfrm>
                <a:off x="9172080" y="1459784"/>
                <a:ext cx="55440" cy="2880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ACB6D88-3CE8-1904-5D21-E1300746689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154080" y="1442144"/>
                  <a:ext cx="910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9BB8675-BC51-8143-71BD-A5D2B7648CC6}"/>
                    </a:ext>
                  </a:extLst>
                </p14:cNvPr>
                <p14:cNvContentPartPr/>
                <p14:nvPr/>
              </p14:nvContentPartPr>
              <p14:xfrm>
                <a:off x="8975880" y="1996904"/>
                <a:ext cx="100080" cy="4312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9BB8675-BC51-8143-71BD-A5D2B7648CC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958240" y="1978904"/>
                  <a:ext cx="13572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BACFD21-620E-F1A0-63F6-6B560EBF4545}"/>
                    </a:ext>
                  </a:extLst>
                </p14:cNvPr>
                <p14:cNvContentPartPr/>
                <p14:nvPr/>
              </p14:nvContentPartPr>
              <p14:xfrm>
                <a:off x="8916840" y="699824"/>
                <a:ext cx="208080" cy="13687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BACFD21-620E-F1A0-63F6-6B560EBF454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899200" y="681824"/>
                  <a:ext cx="243720" cy="14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C2FCEAE-C7DF-3285-9BB6-EBC82B90FE33}"/>
                    </a:ext>
                  </a:extLst>
                </p14:cNvPr>
                <p14:cNvContentPartPr/>
                <p14:nvPr/>
              </p14:nvContentPartPr>
              <p14:xfrm>
                <a:off x="9169560" y="298424"/>
                <a:ext cx="195480" cy="3470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C2FCEAE-C7DF-3285-9BB6-EBC82B90FE3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151920" y="280424"/>
                  <a:ext cx="2311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B31123F-DDD0-0917-07DA-1B8FF3044CA8}"/>
                    </a:ext>
                  </a:extLst>
                </p14:cNvPr>
                <p14:cNvContentPartPr/>
                <p14:nvPr/>
              </p14:nvContentPartPr>
              <p14:xfrm>
                <a:off x="9495720" y="489224"/>
                <a:ext cx="94680" cy="1814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B31123F-DDD0-0917-07DA-1B8FF3044CA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478080" y="471224"/>
                  <a:ext cx="1303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18724A6-ACEB-538C-BA58-E16FBA56086E}"/>
                    </a:ext>
                  </a:extLst>
                </p14:cNvPr>
                <p14:cNvContentPartPr/>
                <p14:nvPr/>
              </p14:nvContentPartPr>
              <p14:xfrm>
                <a:off x="9054720" y="2943344"/>
                <a:ext cx="63360" cy="975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18724A6-ACEB-538C-BA58-E16FBA56086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037080" y="2925344"/>
                  <a:ext cx="990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C6F2866-EACE-7FAF-3059-5FC01CFB089A}"/>
                    </a:ext>
                  </a:extLst>
                </p14:cNvPr>
                <p14:cNvContentPartPr/>
                <p14:nvPr/>
              </p14:nvContentPartPr>
              <p14:xfrm>
                <a:off x="9010080" y="3394784"/>
                <a:ext cx="133920" cy="223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C6F2866-EACE-7FAF-3059-5FC01CFB089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992080" y="3376784"/>
                  <a:ext cx="1695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92DE105-8ED7-2B44-1011-B0A2BA94D5AA}"/>
                    </a:ext>
                  </a:extLst>
                </p14:cNvPr>
                <p14:cNvContentPartPr/>
                <p14:nvPr/>
              </p14:nvContentPartPr>
              <p14:xfrm>
                <a:off x="9136800" y="4098584"/>
                <a:ext cx="81000" cy="2707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92DE105-8ED7-2B44-1011-B0A2BA94D5A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118800" y="4080584"/>
                  <a:ext cx="1166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1F4A625-69D4-373D-FD41-EF7164692261}"/>
                    </a:ext>
                  </a:extLst>
                </p14:cNvPr>
                <p14:cNvContentPartPr/>
                <p14:nvPr/>
              </p14:nvContentPartPr>
              <p14:xfrm>
                <a:off x="9150480" y="4026224"/>
                <a:ext cx="177840" cy="170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1F4A625-69D4-373D-FD41-EF716469226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132840" y="4008584"/>
                  <a:ext cx="2134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53FB071-2E31-FC4E-E2BA-52C3ED81C4EA}"/>
                    </a:ext>
                  </a:extLst>
                </p14:cNvPr>
                <p14:cNvContentPartPr/>
                <p14:nvPr/>
              </p14:nvContentPartPr>
              <p14:xfrm>
                <a:off x="9436680" y="4145744"/>
                <a:ext cx="60840" cy="194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53FB071-2E31-FC4E-E2BA-52C3ED81C4E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419040" y="4128104"/>
                  <a:ext cx="964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E0ECE6C-397C-E94B-71D4-BC6FB00E8966}"/>
                    </a:ext>
                  </a:extLst>
                </p14:cNvPr>
                <p14:cNvContentPartPr/>
                <p14:nvPr/>
              </p14:nvContentPartPr>
              <p14:xfrm>
                <a:off x="8967240" y="3905984"/>
                <a:ext cx="876240" cy="7632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E0ECE6C-397C-E94B-71D4-BC6FB00E896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949600" y="3888344"/>
                  <a:ext cx="911880" cy="79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ED65370-1B94-50A3-AFF0-A15E466F3602}"/>
                    </a:ext>
                  </a:extLst>
                </p14:cNvPr>
                <p14:cNvContentPartPr/>
                <p14:nvPr/>
              </p14:nvContentPartPr>
              <p14:xfrm>
                <a:off x="8946720" y="4044224"/>
                <a:ext cx="88560" cy="4996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ED65370-1B94-50A3-AFF0-A15E466F3602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928720" y="4026584"/>
                  <a:ext cx="124200" cy="53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2278C36-EAFF-444B-CB0F-4D5B14405899}"/>
                    </a:ext>
                  </a:extLst>
                </p14:cNvPr>
                <p14:cNvContentPartPr/>
                <p14:nvPr/>
              </p14:nvContentPartPr>
              <p14:xfrm>
                <a:off x="10095840" y="3766664"/>
                <a:ext cx="230040" cy="3823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2278C36-EAFF-444B-CB0F-4D5B1440589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078200" y="3749024"/>
                  <a:ext cx="26568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DEAC3B9-50D7-3A16-CED9-365A53340604}"/>
                    </a:ext>
                  </a:extLst>
                </p14:cNvPr>
                <p14:cNvContentPartPr/>
                <p14:nvPr/>
              </p14:nvContentPartPr>
              <p14:xfrm>
                <a:off x="10441800" y="4098584"/>
                <a:ext cx="47880" cy="2653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DEAC3B9-50D7-3A16-CED9-365A5334060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424160" y="4080584"/>
                  <a:ext cx="835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283649C-8554-52E6-F8AC-3B0818B9FD46}"/>
                    </a:ext>
                  </a:extLst>
                </p14:cNvPr>
                <p14:cNvContentPartPr/>
                <p14:nvPr/>
              </p14:nvContentPartPr>
              <p14:xfrm>
                <a:off x="10469880" y="4040264"/>
                <a:ext cx="187560" cy="2084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283649C-8554-52E6-F8AC-3B0818B9FD46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452240" y="4022624"/>
                  <a:ext cx="2232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AA436FF-27CF-0822-FDB5-07D2D549CF65}"/>
                    </a:ext>
                  </a:extLst>
                </p14:cNvPr>
                <p14:cNvContentPartPr/>
                <p14:nvPr/>
              </p14:nvContentPartPr>
              <p14:xfrm>
                <a:off x="10759320" y="4174184"/>
                <a:ext cx="38880" cy="1954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AA436FF-27CF-0822-FDB5-07D2D549CF6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741320" y="4156544"/>
                  <a:ext cx="745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373462D-9B40-EB03-F583-F50C56D12E1B}"/>
                    </a:ext>
                  </a:extLst>
                </p14:cNvPr>
                <p14:cNvContentPartPr/>
                <p14:nvPr/>
              </p14:nvContentPartPr>
              <p14:xfrm>
                <a:off x="10894320" y="4026944"/>
                <a:ext cx="131760" cy="280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373462D-9B40-EB03-F583-F50C56D12E1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876680" y="4008944"/>
                  <a:ext cx="1674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2FE1222-6AD4-49F7-CE9F-ED40314BEE85}"/>
                    </a:ext>
                  </a:extLst>
                </p14:cNvPr>
                <p14:cNvContentPartPr/>
                <p14:nvPr/>
              </p14:nvContentPartPr>
              <p14:xfrm>
                <a:off x="10964880" y="4095344"/>
                <a:ext cx="95400" cy="295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2FE1222-6AD4-49F7-CE9F-ED40314BEE85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0946880" y="4077344"/>
                  <a:ext cx="13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9D2BAE1-9B8B-5BBB-4A35-E908E636C3F1}"/>
                    </a:ext>
                  </a:extLst>
                </p14:cNvPr>
                <p14:cNvContentPartPr/>
                <p14:nvPr/>
              </p14:nvContentPartPr>
              <p14:xfrm>
                <a:off x="11268000" y="3889064"/>
                <a:ext cx="58680" cy="2829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9D2BAE1-9B8B-5BBB-4A35-E908E636C3F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250360" y="3871064"/>
                  <a:ext cx="943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FB7DD28-1545-C036-5B6A-0BD92D96A9F6}"/>
                    </a:ext>
                  </a:extLst>
                </p14:cNvPr>
                <p14:cNvContentPartPr/>
                <p14:nvPr/>
              </p14:nvContentPartPr>
              <p14:xfrm>
                <a:off x="11225880" y="3706544"/>
                <a:ext cx="20520" cy="162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FB7DD28-1545-C036-5B6A-0BD92D96A9F6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207880" y="3688904"/>
                  <a:ext cx="561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CAD012B-1400-6CBE-FEB5-FA4AE5A1417E}"/>
                    </a:ext>
                  </a:extLst>
                </p14:cNvPr>
                <p14:cNvContentPartPr/>
                <p14:nvPr/>
              </p14:nvContentPartPr>
              <p14:xfrm>
                <a:off x="11405880" y="4083824"/>
                <a:ext cx="43920" cy="1519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CAD012B-1400-6CBE-FEB5-FA4AE5A1417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1388240" y="4066184"/>
                  <a:ext cx="795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BB834FD-7B95-268E-6AAF-DCE2B610252E}"/>
                    </a:ext>
                  </a:extLst>
                </p14:cNvPr>
                <p14:cNvContentPartPr/>
                <p14:nvPr/>
              </p14:nvContentPartPr>
              <p14:xfrm>
                <a:off x="11414880" y="4023704"/>
                <a:ext cx="162720" cy="1612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BB834FD-7B95-268E-6AAF-DCE2B610252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396880" y="4006064"/>
                  <a:ext cx="1983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BA2BE6B0-323D-0388-BA3C-751BB3C63C47}"/>
                    </a:ext>
                  </a:extLst>
                </p14:cNvPr>
                <p14:cNvContentPartPr/>
                <p14:nvPr/>
              </p14:nvContentPartPr>
              <p14:xfrm>
                <a:off x="11637720" y="4116584"/>
                <a:ext cx="23040" cy="1555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BA2BE6B0-323D-0388-BA3C-751BB3C63C47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619720" y="4098944"/>
                  <a:ext cx="586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561BB8A-AEA9-1967-CB77-C6D71CC02F67}"/>
                    </a:ext>
                  </a:extLst>
                </p14:cNvPr>
                <p14:cNvContentPartPr/>
                <p14:nvPr/>
              </p14:nvContentPartPr>
              <p14:xfrm>
                <a:off x="11766960" y="3756944"/>
                <a:ext cx="55800" cy="374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561BB8A-AEA9-1967-CB77-C6D71CC02F6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748960" y="3739304"/>
                  <a:ext cx="914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F90638C-16B3-4398-829E-C6A7A22B83EF}"/>
                    </a:ext>
                  </a:extLst>
                </p14:cNvPr>
                <p14:cNvContentPartPr/>
                <p14:nvPr/>
              </p14:nvContentPartPr>
              <p14:xfrm>
                <a:off x="11782440" y="3719504"/>
                <a:ext cx="242640" cy="243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F90638C-16B3-4398-829E-C6A7A22B83E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764800" y="3701864"/>
                  <a:ext cx="2782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A857BE9-0130-C005-11D1-4C61E8AF763B}"/>
                    </a:ext>
                  </a:extLst>
                </p14:cNvPr>
                <p14:cNvContentPartPr/>
                <p14:nvPr/>
              </p14:nvContentPartPr>
              <p14:xfrm>
                <a:off x="12073320" y="3907784"/>
                <a:ext cx="11880" cy="144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A857BE9-0130-C005-11D1-4C61E8AF763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2055680" y="3889784"/>
                  <a:ext cx="475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2AF7716-E5EE-D931-505F-023059855129}"/>
                    </a:ext>
                  </a:extLst>
                </p14:cNvPr>
                <p14:cNvContentPartPr/>
                <p14:nvPr/>
              </p14:nvContentPartPr>
              <p14:xfrm>
                <a:off x="12078360" y="3904184"/>
                <a:ext cx="33120" cy="2174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2AF7716-E5EE-D931-505F-023059855129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2060720" y="3886184"/>
                  <a:ext cx="687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9580756-242A-A27B-CBB9-1E75448B2253}"/>
                    </a:ext>
                  </a:extLst>
                </p14:cNvPr>
                <p14:cNvContentPartPr/>
                <p14:nvPr/>
              </p14:nvContentPartPr>
              <p14:xfrm>
                <a:off x="9548640" y="958664"/>
                <a:ext cx="126720" cy="406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9580756-242A-A27B-CBB9-1E75448B225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531000" y="941024"/>
                  <a:ext cx="1623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1836E89-FD11-F01C-6B62-DB7B90B5A880}"/>
                    </a:ext>
                  </a:extLst>
                </p14:cNvPr>
                <p14:cNvContentPartPr/>
                <p14:nvPr/>
              </p14:nvContentPartPr>
              <p14:xfrm>
                <a:off x="9875160" y="952904"/>
                <a:ext cx="113040" cy="3564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1836E89-FD11-F01C-6B62-DB7B90B5A880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857160" y="935264"/>
                  <a:ext cx="1486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15208AFD-C7BA-6E74-6BC8-A85773D9F92F}"/>
                    </a:ext>
                  </a:extLst>
                </p14:cNvPr>
                <p14:cNvContentPartPr/>
                <p14:nvPr/>
              </p14:nvContentPartPr>
              <p14:xfrm>
                <a:off x="10037880" y="1013024"/>
                <a:ext cx="81000" cy="853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15208AFD-C7BA-6E74-6BC8-A85773D9F92F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020240" y="995024"/>
                  <a:ext cx="116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D44A821-FDC6-2D49-B1E0-31CC052D2B67}"/>
                    </a:ext>
                  </a:extLst>
                </p14:cNvPr>
                <p14:cNvContentPartPr/>
                <p14:nvPr/>
              </p14:nvContentPartPr>
              <p14:xfrm>
                <a:off x="10144800" y="1204184"/>
                <a:ext cx="56160" cy="1620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D44A821-FDC6-2D49-B1E0-31CC052D2B6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127160" y="1186184"/>
                  <a:ext cx="918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572376A-6B6C-6110-F6DB-DA06D786BCFF}"/>
                    </a:ext>
                  </a:extLst>
                </p14:cNvPr>
                <p14:cNvContentPartPr/>
                <p14:nvPr/>
              </p14:nvContentPartPr>
              <p14:xfrm>
                <a:off x="10154880" y="1531064"/>
                <a:ext cx="52560" cy="1072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572376A-6B6C-6110-F6DB-DA06D786BCF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137240" y="1513064"/>
                  <a:ext cx="88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7060311-E5C9-8ABD-CF2A-36C47C658E7C}"/>
                    </a:ext>
                  </a:extLst>
                </p14:cNvPr>
                <p14:cNvContentPartPr/>
                <p14:nvPr/>
              </p14:nvContentPartPr>
              <p14:xfrm>
                <a:off x="9809640" y="1691264"/>
                <a:ext cx="230040" cy="500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7060311-E5C9-8ABD-CF2A-36C47C658E7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792000" y="1673624"/>
                  <a:ext cx="265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1E001AA-A1B1-7128-A0A1-6F81EF0CEB95}"/>
                    </a:ext>
                  </a:extLst>
                </p14:cNvPr>
                <p14:cNvContentPartPr/>
                <p14:nvPr/>
              </p14:nvContentPartPr>
              <p14:xfrm>
                <a:off x="9515520" y="1542944"/>
                <a:ext cx="173880" cy="1922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1E001AA-A1B1-7128-A0A1-6F81EF0CEB9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497520" y="1525304"/>
                  <a:ext cx="2095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B6CF733-C6E6-6FC3-A9E5-5560618FBD9C}"/>
                    </a:ext>
                  </a:extLst>
                </p14:cNvPr>
                <p14:cNvContentPartPr/>
                <p14:nvPr/>
              </p14:nvContentPartPr>
              <p14:xfrm>
                <a:off x="9441000" y="1239824"/>
                <a:ext cx="23400" cy="1148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B6CF733-C6E6-6FC3-A9E5-5560618FBD9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423000" y="1222184"/>
                  <a:ext cx="590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75D1861-787A-2D1C-AE49-DF7047439368}"/>
                    </a:ext>
                  </a:extLst>
                </p14:cNvPr>
                <p14:cNvContentPartPr/>
                <p14:nvPr/>
              </p14:nvContentPartPr>
              <p14:xfrm>
                <a:off x="9245520" y="1866224"/>
                <a:ext cx="369000" cy="18817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75D1861-787A-2D1C-AE49-DF7047439368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227520" y="1848224"/>
                  <a:ext cx="404640" cy="19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C0B41D5-59F7-6AB6-FCA6-B47C433BC80D}"/>
                    </a:ext>
                  </a:extLst>
                </p14:cNvPr>
                <p14:cNvContentPartPr/>
                <p14:nvPr/>
              </p14:nvContentPartPr>
              <p14:xfrm>
                <a:off x="9258120" y="3666944"/>
                <a:ext cx="121680" cy="846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C0B41D5-59F7-6AB6-FCA6-B47C433BC80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240480" y="3649304"/>
                  <a:ext cx="157320" cy="12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3C810BA-7774-45D4-1F7A-DE4E38CC6FD7}"/>
              </a:ext>
            </a:extLst>
          </p:cNvPr>
          <p:cNvGrpSpPr/>
          <p:nvPr/>
        </p:nvGrpSpPr>
        <p:grpSpPr>
          <a:xfrm>
            <a:off x="5758560" y="1929584"/>
            <a:ext cx="1190160" cy="435600"/>
            <a:chOff x="5758560" y="1929584"/>
            <a:chExt cx="1190160" cy="43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AD6FFA3-989B-96F6-0E5E-3F7F23462DE0}"/>
                    </a:ext>
                  </a:extLst>
                </p14:cNvPr>
                <p14:cNvContentPartPr/>
                <p14:nvPr/>
              </p14:nvContentPartPr>
              <p14:xfrm>
                <a:off x="6156720" y="1929584"/>
                <a:ext cx="183960" cy="2984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AD6FFA3-989B-96F6-0E5E-3F7F23462DE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6138720" y="1911944"/>
                  <a:ext cx="21960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6D84765-6EAA-352D-6D99-DF7D06EF8B52}"/>
                    </a:ext>
                  </a:extLst>
                </p14:cNvPr>
                <p14:cNvContentPartPr/>
                <p14:nvPr/>
              </p14:nvContentPartPr>
              <p14:xfrm>
                <a:off x="6431760" y="2168984"/>
                <a:ext cx="77400" cy="1692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6D84765-6EAA-352D-6D99-DF7D06EF8B52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6413760" y="2150984"/>
                  <a:ext cx="1130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005F2D21-4BC6-A9EB-7B16-608C3C549452}"/>
                    </a:ext>
                  </a:extLst>
                </p14:cNvPr>
                <p14:cNvContentPartPr/>
                <p14:nvPr/>
              </p14:nvContentPartPr>
              <p14:xfrm>
                <a:off x="6426000" y="2090504"/>
                <a:ext cx="182520" cy="1242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005F2D21-4BC6-A9EB-7B16-608C3C54945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6408360" y="2072504"/>
                  <a:ext cx="218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F4D1373-6AA9-B72D-9597-60E4535EEBD1}"/>
                    </a:ext>
                  </a:extLst>
                </p14:cNvPr>
                <p14:cNvContentPartPr/>
                <p14:nvPr/>
              </p14:nvContentPartPr>
              <p14:xfrm>
                <a:off x="6643080" y="2194904"/>
                <a:ext cx="63360" cy="1702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F4D1373-6AA9-B72D-9597-60E4535EEBD1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6625080" y="2177264"/>
                  <a:ext cx="990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47AC0F8-589C-2A8C-D9E5-383CE742E6A5}"/>
                    </a:ext>
                  </a:extLst>
                </p14:cNvPr>
                <p14:cNvContentPartPr/>
                <p14:nvPr/>
              </p14:nvContentPartPr>
              <p14:xfrm>
                <a:off x="6683760" y="1997624"/>
                <a:ext cx="200880" cy="471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47AC0F8-589C-2A8C-D9E5-383CE742E6A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666120" y="1979624"/>
                  <a:ext cx="2365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3ECB127-3298-CBEE-C90A-A1DADF3DF17E}"/>
                    </a:ext>
                  </a:extLst>
                </p14:cNvPr>
                <p14:cNvContentPartPr/>
                <p14:nvPr/>
              </p14:nvContentPartPr>
              <p14:xfrm>
                <a:off x="6825600" y="1971704"/>
                <a:ext cx="123120" cy="1450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3ECB127-3298-CBEE-C90A-A1DADF3DF17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807960" y="1954064"/>
                  <a:ext cx="158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9AF16DC-252E-1FC3-EB74-5EA4C58EC065}"/>
                    </a:ext>
                  </a:extLst>
                </p14:cNvPr>
                <p14:cNvContentPartPr/>
                <p14:nvPr/>
              </p14:nvContentPartPr>
              <p14:xfrm>
                <a:off x="5765040" y="2017424"/>
                <a:ext cx="215280" cy="464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9AF16DC-252E-1FC3-EB74-5EA4C58EC06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747400" y="1999424"/>
                  <a:ext cx="2509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11F76A6-9A4F-EE01-0958-556224624532}"/>
                    </a:ext>
                  </a:extLst>
                </p14:cNvPr>
                <p14:cNvContentPartPr/>
                <p14:nvPr/>
              </p14:nvContentPartPr>
              <p14:xfrm>
                <a:off x="5758560" y="1958744"/>
                <a:ext cx="95040" cy="1303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11F76A6-9A4F-EE01-0958-55622462453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740560" y="1940744"/>
                  <a:ext cx="130680" cy="16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7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3FA31E07-91F6-03F7-641A-BEB34F6E8BE2}"/>
                  </a:ext>
                </a:extLst>
              </p14:cNvPr>
              <p14:cNvContentPartPr/>
              <p14:nvPr/>
            </p14:nvContentPartPr>
            <p14:xfrm>
              <a:off x="10158480" y="4732904"/>
              <a:ext cx="235080" cy="30168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3FA31E07-91F6-03F7-641A-BEB34F6E8BE2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10140480" y="4715264"/>
                <a:ext cx="270720" cy="33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9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CF75AA0-7F61-D3AA-0B3E-9AD4A13F9BCE}"/>
                  </a:ext>
                </a:extLst>
              </p14:cNvPr>
              <p14:cNvContentPartPr/>
              <p14:nvPr/>
            </p14:nvContentPartPr>
            <p14:xfrm>
              <a:off x="10456200" y="5006504"/>
              <a:ext cx="62640" cy="22140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CF75AA0-7F61-D3AA-0B3E-9AD4A13F9BCE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10438200" y="4988504"/>
                <a:ext cx="9828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1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3DECB492-AC72-375C-CB93-5855182F609A}"/>
                  </a:ext>
                </a:extLst>
              </p14:cNvPr>
              <p14:cNvContentPartPr/>
              <p14:nvPr/>
            </p14:nvContentPartPr>
            <p14:xfrm>
              <a:off x="10663560" y="4956104"/>
              <a:ext cx="99000" cy="2016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3DECB492-AC72-375C-CB93-5855182F609A}"/>
                  </a:ext>
                </a:extLst>
              </p:cNvPr>
              <p:cNvPicPr/>
              <p:nvPr/>
            </p:nvPicPr>
            <p:blipFill>
              <a:blip r:embed="rId232"/>
              <a:stretch>
                <a:fillRect/>
              </a:stretch>
            </p:blipFill>
            <p:spPr>
              <a:xfrm>
                <a:off x="10645560" y="4938464"/>
                <a:ext cx="134640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3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F0768B32-A273-2C69-16DB-13DC645F31B3}"/>
                  </a:ext>
                </a:extLst>
              </p14:cNvPr>
              <p14:cNvContentPartPr/>
              <p14:nvPr/>
            </p14:nvContentPartPr>
            <p14:xfrm>
              <a:off x="10704960" y="5028464"/>
              <a:ext cx="93600" cy="3384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F0768B32-A273-2C69-16DB-13DC645F31B3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10687320" y="5010464"/>
                <a:ext cx="129240" cy="69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3806ED2B-0539-C3D9-2B31-CEE631493A21}"/>
              </a:ext>
            </a:extLst>
          </p:cNvPr>
          <p:cNvGrpSpPr/>
          <p:nvPr/>
        </p:nvGrpSpPr>
        <p:grpSpPr>
          <a:xfrm>
            <a:off x="11036160" y="4623104"/>
            <a:ext cx="825480" cy="497520"/>
            <a:chOff x="11036160" y="4623104"/>
            <a:chExt cx="825480" cy="49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8811EB6-D050-8B2B-1292-3FCA0BD67A43}"/>
                    </a:ext>
                  </a:extLst>
                </p14:cNvPr>
                <p14:cNvContentPartPr/>
                <p14:nvPr/>
              </p14:nvContentPartPr>
              <p14:xfrm>
                <a:off x="11036160" y="4623104"/>
                <a:ext cx="37080" cy="280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8811EB6-D050-8B2B-1292-3FCA0BD67A4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018520" y="4605104"/>
                  <a:ext cx="727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0C26AB62-56E1-663F-5FD8-BC1F31E73140}"/>
                    </a:ext>
                  </a:extLst>
                </p14:cNvPr>
                <p14:cNvContentPartPr/>
                <p14:nvPr/>
              </p14:nvContentPartPr>
              <p14:xfrm>
                <a:off x="11092320" y="4808504"/>
                <a:ext cx="79560" cy="2034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0C26AB62-56E1-663F-5FD8-BC1F31E7314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074680" y="4790504"/>
                  <a:ext cx="1152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7D928E4-F4DB-D835-8119-D7E8F8364DCA}"/>
                    </a:ext>
                  </a:extLst>
                </p14:cNvPr>
                <p14:cNvContentPartPr/>
                <p14:nvPr/>
              </p14:nvContentPartPr>
              <p14:xfrm>
                <a:off x="11295720" y="4949264"/>
                <a:ext cx="43560" cy="1713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7D928E4-F4DB-D835-8119-D7E8F8364DCA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1277720" y="4931264"/>
                  <a:ext cx="79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39F73548-5E98-72DB-8398-464E9D0F2D04}"/>
                    </a:ext>
                  </a:extLst>
                </p14:cNvPr>
                <p14:cNvContentPartPr/>
                <p14:nvPr/>
              </p14:nvContentPartPr>
              <p14:xfrm>
                <a:off x="11529000" y="4710944"/>
                <a:ext cx="21960" cy="3020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39F73548-5E98-72DB-8398-464E9D0F2D0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1511000" y="4693304"/>
                  <a:ext cx="576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E75F5E9C-03CF-BD8F-49E4-0CF0BEF05BDD}"/>
                    </a:ext>
                  </a:extLst>
                </p14:cNvPr>
                <p14:cNvContentPartPr/>
                <p14:nvPr/>
              </p14:nvContentPartPr>
              <p14:xfrm>
                <a:off x="11539440" y="4696544"/>
                <a:ext cx="157680" cy="2152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E75F5E9C-03CF-BD8F-49E4-0CF0BEF05BD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521800" y="4678904"/>
                  <a:ext cx="193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1FE7CB3-4027-F708-3D5A-B45046B938AE}"/>
                    </a:ext>
                  </a:extLst>
                </p14:cNvPr>
                <p14:cNvContentPartPr/>
                <p14:nvPr/>
              </p14:nvContentPartPr>
              <p14:xfrm>
                <a:off x="11824200" y="4815344"/>
                <a:ext cx="37440" cy="1936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1FE7CB3-4027-F708-3D5A-B45046B938AE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806560" y="4797344"/>
                  <a:ext cx="7308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2331D46C-B99F-4A7A-E56E-C46F001CD384}"/>
              </a:ext>
            </a:extLst>
          </p:cNvPr>
          <p:cNvGrpSpPr/>
          <p:nvPr/>
        </p:nvGrpSpPr>
        <p:grpSpPr>
          <a:xfrm>
            <a:off x="9005400" y="5450024"/>
            <a:ext cx="984240" cy="804600"/>
            <a:chOff x="9005400" y="5450024"/>
            <a:chExt cx="984240" cy="80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BBB484F7-0A5B-9F0A-B4CD-CD47F8DA2F7C}"/>
                    </a:ext>
                  </a:extLst>
                </p14:cNvPr>
                <p14:cNvContentPartPr/>
                <p14:nvPr/>
              </p14:nvContentPartPr>
              <p14:xfrm>
                <a:off x="9226800" y="5724704"/>
                <a:ext cx="72000" cy="2667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BBB484F7-0A5B-9F0A-B4CD-CD47F8DA2F7C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208800" y="5706704"/>
                  <a:ext cx="10764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78EFA0A-AB46-5507-4A4F-EE3C29E16CAF}"/>
                    </a:ext>
                  </a:extLst>
                </p14:cNvPr>
                <p14:cNvContentPartPr/>
                <p14:nvPr/>
              </p14:nvContentPartPr>
              <p14:xfrm>
                <a:off x="9264600" y="5618864"/>
                <a:ext cx="149400" cy="2160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78EFA0A-AB46-5507-4A4F-EE3C29E16CA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246600" y="5601224"/>
                  <a:ext cx="1850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EE89DDF-002D-943C-F751-0A8808982AAF}"/>
                    </a:ext>
                  </a:extLst>
                </p14:cNvPr>
                <p14:cNvContentPartPr/>
                <p14:nvPr/>
              </p14:nvContentPartPr>
              <p14:xfrm>
                <a:off x="9544320" y="5745944"/>
                <a:ext cx="198360" cy="1436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EE89DDF-002D-943C-F751-0A8808982AAF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526680" y="5728304"/>
                  <a:ext cx="2340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6DC3018-CDFB-FD4D-261E-7E46E85AFA3D}"/>
                    </a:ext>
                  </a:extLst>
                </p14:cNvPr>
                <p14:cNvContentPartPr/>
                <p14:nvPr/>
              </p14:nvContentPartPr>
              <p14:xfrm>
                <a:off x="9053280" y="5450024"/>
                <a:ext cx="936360" cy="7776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6DC3018-CDFB-FD4D-261E-7E46E85AFA3D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035280" y="5432384"/>
                  <a:ext cx="972000" cy="81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CD28D6A0-7226-655D-D057-4C3686717A48}"/>
                    </a:ext>
                  </a:extLst>
                </p14:cNvPr>
                <p14:cNvContentPartPr/>
                <p14:nvPr/>
              </p14:nvContentPartPr>
              <p14:xfrm>
                <a:off x="9005400" y="5603384"/>
                <a:ext cx="114480" cy="6512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CD28D6A0-7226-655D-D057-4C3686717A48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987760" y="5585744"/>
                  <a:ext cx="150120" cy="68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7C337CE4-FBD8-77DE-EBE0-CD43A9EC6A18}"/>
              </a:ext>
            </a:extLst>
          </p:cNvPr>
          <p:cNvGrpSpPr/>
          <p:nvPr/>
        </p:nvGrpSpPr>
        <p:grpSpPr>
          <a:xfrm>
            <a:off x="10331640" y="5459744"/>
            <a:ext cx="1721880" cy="470160"/>
            <a:chOff x="10331640" y="5459744"/>
            <a:chExt cx="1721880" cy="47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9644212E-40DB-3C80-699C-177C6C990F51}"/>
                    </a:ext>
                  </a:extLst>
                </p14:cNvPr>
                <p14:cNvContentPartPr/>
                <p14:nvPr/>
              </p14:nvContentPartPr>
              <p14:xfrm>
                <a:off x="10331640" y="5604824"/>
                <a:ext cx="210960" cy="2246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9644212E-40DB-3C80-699C-177C6C990F51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313640" y="5586824"/>
                  <a:ext cx="2466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6042002-BDF5-2166-A290-63FEC0D8F0D1}"/>
                    </a:ext>
                  </a:extLst>
                </p14:cNvPr>
                <p14:cNvContentPartPr/>
                <p14:nvPr/>
              </p14:nvContentPartPr>
              <p14:xfrm>
                <a:off x="10596960" y="5756744"/>
                <a:ext cx="158040" cy="1731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6042002-BDF5-2166-A290-63FEC0D8F0D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579320" y="5739104"/>
                  <a:ext cx="1936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D00A885B-A370-90EA-507A-B3A02674C160}"/>
                    </a:ext>
                  </a:extLst>
                </p14:cNvPr>
                <p14:cNvContentPartPr/>
                <p14:nvPr/>
              </p14:nvContentPartPr>
              <p14:xfrm>
                <a:off x="10886400" y="5739104"/>
                <a:ext cx="63000" cy="248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D00A885B-A370-90EA-507A-B3A02674C160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868760" y="5721104"/>
                  <a:ext cx="986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CA5D1CB8-ADD1-95C7-FA98-8A6C8DA13129}"/>
                    </a:ext>
                  </a:extLst>
                </p14:cNvPr>
                <p14:cNvContentPartPr/>
                <p14:nvPr/>
              </p14:nvContentPartPr>
              <p14:xfrm>
                <a:off x="10950480" y="5796344"/>
                <a:ext cx="99720" cy="432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CA5D1CB8-ADD1-95C7-FA98-8A6C8DA13129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932480" y="5778344"/>
                  <a:ext cx="1353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668E85E-E216-4919-F2B6-D4120C592447}"/>
                    </a:ext>
                  </a:extLst>
                </p14:cNvPr>
                <p14:cNvContentPartPr/>
                <p14:nvPr/>
              </p14:nvContentPartPr>
              <p14:xfrm>
                <a:off x="11227680" y="5675024"/>
                <a:ext cx="119880" cy="1929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668E85E-E216-4919-F2B6-D4120C592447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209680" y="5657384"/>
                  <a:ext cx="1555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CC3C9F0-DAC4-3C02-03FB-7BF401F26CAB}"/>
                    </a:ext>
                  </a:extLst>
                </p14:cNvPr>
                <p14:cNvContentPartPr/>
                <p14:nvPr/>
              </p14:nvContentPartPr>
              <p14:xfrm>
                <a:off x="11298600" y="5459744"/>
                <a:ext cx="7200" cy="194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CC3C9F0-DAC4-3C02-03FB-7BF401F26CAB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1280960" y="5441744"/>
                  <a:ext cx="428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16FE5DD-2C29-55B5-C08C-307CC818BAC2}"/>
                    </a:ext>
                  </a:extLst>
                </p14:cNvPr>
                <p14:cNvContentPartPr/>
                <p14:nvPr/>
              </p14:nvContentPartPr>
              <p14:xfrm>
                <a:off x="11486160" y="5763944"/>
                <a:ext cx="134640" cy="1548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16FE5DD-2C29-55B5-C08C-307CC818BAC2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468520" y="5746304"/>
                  <a:ext cx="1702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46B90AD-B0E5-9F87-0AB6-CAE6495A87AD}"/>
                    </a:ext>
                  </a:extLst>
                </p14:cNvPr>
                <p14:cNvContentPartPr/>
                <p14:nvPr/>
              </p14:nvContentPartPr>
              <p14:xfrm>
                <a:off x="11721600" y="5538584"/>
                <a:ext cx="34920" cy="2883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46B90AD-B0E5-9F87-0AB6-CAE6495A87A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703960" y="5520944"/>
                  <a:ext cx="705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6A0F1EC-0FC6-3561-D90D-C4CCF25B9A21}"/>
                    </a:ext>
                  </a:extLst>
                </p14:cNvPr>
                <p14:cNvContentPartPr/>
                <p14:nvPr/>
              </p14:nvContentPartPr>
              <p14:xfrm>
                <a:off x="11710080" y="5498264"/>
                <a:ext cx="149400" cy="1954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6A0F1EC-0FC6-3561-D90D-C4CCF25B9A2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692080" y="5480624"/>
                  <a:ext cx="18504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DCE5BFB-B268-A27A-C492-4CFEA07FAD77}"/>
                    </a:ext>
                  </a:extLst>
                </p14:cNvPr>
                <p14:cNvContentPartPr/>
                <p14:nvPr/>
              </p14:nvContentPartPr>
              <p14:xfrm>
                <a:off x="11921040" y="5659544"/>
                <a:ext cx="132480" cy="1836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DCE5BFB-B268-A27A-C492-4CFEA07FAD77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903040" y="5641544"/>
                  <a:ext cx="168120" cy="219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08825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3FA8C-8CC1-77F3-9485-B9E00CF9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C6644-16B6-71E4-DBB0-1E6E5F142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drop directions</a:t>
            </a:r>
          </a:p>
        </p:txBody>
      </p:sp>
      <p:pic>
        <p:nvPicPr>
          <p:cNvPr id="6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6F61ACCA-0223-DADD-32B4-71002745B3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607" y="946205"/>
            <a:ext cx="5318332" cy="52784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9055A8-B22B-35FE-89AD-402EB8267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276E39E5-EA98-C0AE-EF5A-917FB89E4A73}"/>
                  </a:ext>
                </a:extLst>
              </p14:cNvPr>
              <p14:cNvContentPartPr/>
              <p14:nvPr/>
            </p14:nvContentPartPr>
            <p14:xfrm>
              <a:off x="5894520" y="2509320"/>
              <a:ext cx="84600" cy="6480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276E39E5-EA98-C0AE-EF5A-917FB89E4A7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76520" y="2491320"/>
                <a:ext cx="120240" cy="10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83B1885-6286-E62D-A16C-B4F6D115E22B}"/>
              </a:ext>
            </a:extLst>
          </p:cNvPr>
          <p:cNvGrpSpPr/>
          <p:nvPr/>
        </p:nvGrpSpPr>
        <p:grpSpPr>
          <a:xfrm>
            <a:off x="8010720" y="1247384"/>
            <a:ext cx="3308400" cy="1908000"/>
            <a:chOff x="8010720" y="1247384"/>
            <a:chExt cx="3308400" cy="190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7F4F350-5A5F-6582-1BF2-2CB3442E59F3}"/>
                    </a:ext>
                  </a:extLst>
                </p14:cNvPr>
                <p14:cNvContentPartPr/>
                <p14:nvPr/>
              </p14:nvContentPartPr>
              <p14:xfrm>
                <a:off x="8655480" y="1904384"/>
                <a:ext cx="52200" cy="6001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7F4F350-5A5F-6582-1BF2-2CB3442E59F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637480" y="1886384"/>
                  <a:ext cx="8784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B936484-41BD-3E32-FDC7-3E83CE11E09D}"/>
                    </a:ext>
                  </a:extLst>
                </p14:cNvPr>
                <p14:cNvContentPartPr/>
                <p14:nvPr/>
              </p14:nvContentPartPr>
              <p14:xfrm>
                <a:off x="8427600" y="2420264"/>
                <a:ext cx="531360" cy="720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B936484-41BD-3E32-FDC7-3E83CE11E0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09600" y="2402264"/>
                  <a:ext cx="5670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9BB2C91-32B8-E46E-A1CF-0CC532FCEEF3}"/>
                    </a:ext>
                  </a:extLst>
                </p14:cNvPr>
                <p14:cNvContentPartPr/>
                <p14:nvPr/>
              </p14:nvContentPartPr>
              <p14:xfrm>
                <a:off x="8653320" y="2583344"/>
                <a:ext cx="157680" cy="17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9BB2C91-32B8-E46E-A1CF-0CC532FCEEF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635320" y="2564969"/>
                  <a:ext cx="193320" cy="54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BF4579F-F0BF-6655-D15E-BF03D2F12C58}"/>
                    </a:ext>
                  </a:extLst>
                </p14:cNvPr>
                <p14:cNvContentPartPr/>
                <p14:nvPr/>
              </p14:nvContentPartPr>
              <p14:xfrm>
                <a:off x="8751240" y="2604584"/>
                <a:ext cx="43200" cy="5364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BF4579F-F0BF-6655-D15E-BF03D2F12C5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733240" y="2586584"/>
                  <a:ext cx="7884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8D644B3-A71D-CD24-2A52-DF76139C16A6}"/>
                    </a:ext>
                  </a:extLst>
                </p14:cNvPr>
                <p14:cNvContentPartPr/>
                <p14:nvPr/>
              </p14:nvContentPartPr>
              <p14:xfrm>
                <a:off x="8663400" y="1863704"/>
                <a:ext cx="705600" cy="662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8D644B3-A71D-CD24-2A52-DF76139C16A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645409" y="1845704"/>
                  <a:ext cx="741222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816E6A4-7044-BA21-5EBC-B78FD22D469C}"/>
                    </a:ext>
                  </a:extLst>
                </p14:cNvPr>
                <p14:cNvContentPartPr/>
                <p14:nvPr/>
              </p14:nvContentPartPr>
              <p14:xfrm>
                <a:off x="9362520" y="1691984"/>
                <a:ext cx="488160" cy="1821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816E6A4-7044-BA21-5EBC-B78FD22D469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344520" y="1673984"/>
                  <a:ext cx="5238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19246CB-AF15-77C2-FC80-2F0C29BF0244}"/>
                    </a:ext>
                  </a:extLst>
                </p14:cNvPr>
                <p14:cNvContentPartPr/>
                <p14:nvPr/>
              </p14:nvContentPartPr>
              <p14:xfrm>
                <a:off x="9855720" y="1759304"/>
                <a:ext cx="625320" cy="4402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19246CB-AF15-77C2-FC80-2F0C29BF024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37720" y="1741319"/>
                  <a:ext cx="660960" cy="4758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322C585-3DAB-7CD8-72AC-ED33C7FB2AA2}"/>
                    </a:ext>
                  </a:extLst>
                </p14:cNvPr>
                <p14:cNvContentPartPr/>
                <p14:nvPr/>
              </p14:nvContentPartPr>
              <p14:xfrm>
                <a:off x="8857080" y="2212544"/>
                <a:ext cx="1775160" cy="9428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322C585-3DAB-7CD8-72AC-ED33C7FB2AA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839080" y="2194544"/>
                  <a:ext cx="1810800" cy="9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53D8AC9-5601-DA4A-6829-3F5EC30C42C8}"/>
                    </a:ext>
                  </a:extLst>
                </p14:cNvPr>
                <p14:cNvContentPartPr/>
                <p14:nvPr/>
              </p14:nvContentPartPr>
              <p14:xfrm>
                <a:off x="8010720" y="2122184"/>
                <a:ext cx="237960" cy="3229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53D8AC9-5601-DA4A-6829-3F5EC30C42C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992720" y="2104184"/>
                  <a:ext cx="2736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9579535-02A1-412D-6FA1-87D3F6E55592}"/>
                    </a:ext>
                  </a:extLst>
                </p14:cNvPr>
                <p14:cNvContentPartPr/>
                <p14:nvPr/>
              </p14:nvContentPartPr>
              <p14:xfrm>
                <a:off x="8286120" y="2193104"/>
                <a:ext cx="109800" cy="1299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9579535-02A1-412D-6FA1-87D3F6E5559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268061" y="2175054"/>
                  <a:ext cx="145557" cy="165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4581AB4-39CE-580C-14CB-3BB845B59BBB}"/>
                    </a:ext>
                  </a:extLst>
                </p14:cNvPr>
                <p14:cNvContentPartPr/>
                <p14:nvPr/>
              </p14:nvContentPartPr>
              <p14:xfrm>
                <a:off x="9573840" y="1303904"/>
                <a:ext cx="63000" cy="265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4581AB4-39CE-580C-14CB-3BB845B59BB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555840" y="1285904"/>
                  <a:ext cx="986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8E8E449-26AA-FCF7-0B41-F2D89AE5CB0E}"/>
                    </a:ext>
                  </a:extLst>
                </p14:cNvPr>
                <p14:cNvContentPartPr/>
                <p14:nvPr/>
              </p14:nvContentPartPr>
              <p14:xfrm>
                <a:off x="9567720" y="1247384"/>
                <a:ext cx="207360" cy="2088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8E8E449-26AA-FCF7-0B41-F2D89AE5CB0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549720" y="1229384"/>
                  <a:ext cx="2430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4862630-FA71-10D4-9A59-E20002156B88}"/>
                    </a:ext>
                  </a:extLst>
                </p14:cNvPr>
                <p14:cNvContentPartPr/>
                <p14:nvPr/>
              </p14:nvContentPartPr>
              <p14:xfrm>
                <a:off x="9849960" y="1352504"/>
                <a:ext cx="61920" cy="1602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4862630-FA71-10D4-9A59-E20002156B8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32064" y="1334504"/>
                  <a:ext cx="97354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9F3A374-B370-C01A-834A-D1280877B8FB}"/>
                    </a:ext>
                  </a:extLst>
                </p14:cNvPr>
                <p14:cNvContentPartPr/>
                <p14:nvPr/>
              </p14:nvContentPartPr>
              <p14:xfrm>
                <a:off x="10805040" y="2184104"/>
                <a:ext cx="50760" cy="2178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9F3A374-B370-C01A-834A-D1280877B8F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786911" y="2166104"/>
                  <a:ext cx="86655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8C56A27-8B83-C793-5635-6B01F6C155A7}"/>
                    </a:ext>
                  </a:extLst>
                </p14:cNvPr>
                <p14:cNvContentPartPr/>
                <p14:nvPr/>
              </p14:nvContentPartPr>
              <p14:xfrm>
                <a:off x="10828440" y="2095544"/>
                <a:ext cx="155160" cy="1652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8C56A27-8B83-C793-5635-6B01F6C155A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810440" y="2077544"/>
                  <a:ext cx="1908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3E37C2D-6E4B-BF1D-BF26-5973A9D2B419}"/>
                    </a:ext>
                  </a:extLst>
                </p14:cNvPr>
                <p14:cNvContentPartPr/>
                <p14:nvPr/>
              </p14:nvContentPartPr>
              <p14:xfrm>
                <a:off x="11078640" y="2233784"/>
                <a:ext cx="240480" cy="1688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3E37C2D-6E4B-BF1D-BF26-5973A9D2B41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060640" y="2215746"/>
                  <a:ext cx="276120" cy="204556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F6513F67-66A4-D1AB-F70C-2A82B702B0F6}"/>
                  </a:ext>
                </a:extLst>
              </p14:cNvPr>
              <p14:cNvContentPartPr/>
              <p14:nvPr/>
            </p14:nvContentPartPr>
            <p14:xfrm>
              <a:off x="7989480" y="2069984"/>
              <a:ext cx="613080" cy="43848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F6513F67-66A4-D1AB-F70C-2A82B702B0F6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7935512" y="1961984"/>
                <a:ext cx="720657" cy="65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CCD1C406-C02F-32C8-BA2C-5FAFD2A63C82}"/>
                  </a:ext>
                </a:extLst>
              </p14:cNvPr>
              <p14:cNvContentPartPr/>
              <p14:nvPr/>
            </p14:nvContentPartPr>
            <p14:xfrm>
              <a:off x="8995320" y="2104544"/>
              <a:ext cx="1459080" cy="68760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CCD1C406-C02F-32C8-BA2C-5FAFD2A63C82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8941320" y="1996487"/>
                <a:ext cx="1566720" cy="9033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7C39B2BE-B8EB-CC89-B2E4-50A7E7200E4E}"/>
                  </a:ext>
                </a:extLst>
              </p14:cNvPr>
              <p14:cNvContentPartPr/>
              <p14:nvPr/>
            </p14:nvContentPartPr>
            <p14:xfrm>
              <a:off x="10332360" y="2838944"/>
              <a:ext cx="119880" cy="2124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7C39B2BE-B8EB-CC89-B2E4-50A7E7200E4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10278360" y="2730944"/>
                <a:ext cx="22752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3B8C6B12-14C7-450C-8C57-B2FF9D5252A9}"/>
                  </a:ext>
                </a:extLst>
              </p14:cNvPr>
              <p14:cNvContentPartPr/>
              <p14:nvPr/>
            </p14:nvContentPartPr>
            <p14:xfrm>
              <a:off x="9938880" y="2893664"/>
              <a:ext cx="105840" cy="3564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3B8C6B12-14C7-450C-8C57-B2FF9D5252A9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9884880" y="2785664"/>
                <a:ext cx="213480" cy="25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8F7FF534-DCC4-AA27-CAE4-2E86CD1EEFA9}"/>
                  </a:ext>
                </a:extLst>
              </p14:cNvPr>
              <p14:cNvContentPartPr/>
              <p14:nvPr/>
            </p14:nvContentPartPr>
            <p14:xfrm>
              <a:off x="9785160" y="2863784"/>
              <a:ext cx="428040" cy="6912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8F7FF534-DCC4-AA27-CAE4-2E86CD1EEFA9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9731115" y="2756344"/>
                <a:ext cx="535771" cy="2836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D8772ED2-1529-05F4-A614-49448C9067A9}"/>
                  </a:ext>
                </a:extLst>
              </p14:cNvPr>
              <p14:cNvContentPartPr/>
              <p14:nvPr/>
            </p14:nvContentPartPr>
            <p14:xfrm>
              <a:off x="9060120" y="3005624"/>
              <a:ext cx="360" cy="36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D8772ED2-1529-05F4-A614-49448C9067A9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9006120" y="2897624"/>
                <a:ext cx="108000" cy="21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D05AB600-CF42-EEF6-314F-C97503D51605}"/>
              </a:ext>
            </a:extLst>
          </p:cNvPr>
          <p:cNvGrpSpPr/>
          <p:nvPr/>
        </p:nvGrpSpPr>
        <p:grpSpPr>
          <a:xfrm>
            <a:off x="8916840" y="298424"/>
            <a:ext cx="3194640" cy="4370760"/>
            <a:chOff x="8916840" y="298424"/>
            <a:chExt cx="3194640" cy="437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858D1C3-3211-58C4-8F04-E789BDF96844}"/>
                    </a:ext>
                  </a:extLst>
                </p14:cNvPr>
                <p14:cNvContentPartPr/>
                <p14:nvPr/>
              </p14:nvContentPartPr>
              <p14:xfrm>
                <a:off x="10040040" y="1568144"/>
                <a:ext cx="195120" cy="43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858D1C3-3211-58C4-8F04-E789BDF9684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022040" y="1550144"/>
                  <a:ext cx="2307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19B7C16-664A-9956-3989-D71DA28CF61E}"/>
                    </a:ext>
                  </a:extLst>
                </p14:cNvPr>
                <p14:cNvContentPartPr/>
                <p14:nvPr/>
              </p14:nvContentPartPr>
              <p14:xfrm>
                <a:off x="10712880" y="1803224"/>
                <a:ext cx="230040" cy="468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19B7C16-664A-9956-3989-D71DA28CF61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694880" y="1785224"/>
                  <a:ext cx="2656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9C9952E-9FD9-7C8E-D53F-7A001D347A4D}"/>
                    </a:ext>
                  </a:extLst>
                </p14:cNvPr>
                <p14:cNvContentPartPr/>
                <p14:nvPr/>
              </p14:nvContentPartPr>
              <p14:xfrm>
                <a:off x="10789560" y="1708904"/>
                <a:ext cx="36360" cy="2167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9C9952E-9FD9-7C8E-D53F-7A001D347A4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771560" y="1690934"/>
                  <a:ext cx="72000" cy="2523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CBDA21B-1BF5-33C2-8955-7FA1CF1BA626}"/>
                    </a:ext>
                  </a:extLst>
                </p14:cNvPr>
                <p14:cNvContentPartPr/>
                <p14:nvPr/>
              </p14:nvContentPartPr>
              <p14:xfrm>
                <a:off x="10784520" y="2596304"/>
                <a:ext cx="165960" cy="514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CBDA21B-1BF5-33C2-8955-7FA1CF1BA62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766520" y="2578304"/>
                  <a:ext cx="2016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2251F47-1384-8747-DD83-B9007584E958}"/>
                    </a:ext>
                  </a:extLst>
                </p14:cNvPr>
                <p14:cNvContentPartPr/>
                <p14:nvPr/>
              </p14:nvContentPartPr>
              <p14:xfrm>
                <a:off x="9069480" y="1637264"/>
                <a:ext cx="222840" cy="9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2251F47-1384-8747-DD83-B9007584E95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051480" y="1619264"/>
                  <a:ext cx="2584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9E74148-3358-1D76-6F5C-70583CD88FEC}"/>
                    </a:ext>
                  </a:extLst>
                </p14:cNvPr>
                <p14:cNvContentPartPr/>
                <p14:nvPr/>
              </p14:nvContentPartPr>
              <p14:xfrm>
                <a:off x="9172080" y="1459784"/>
                <a:ext cx="55440" cy="2880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9E74148-3358-1D76-6F5C-70583CD88FE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154080" y="1441784"/>
                  <a:ext cx="910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DEA7355-0DCC-76BD-280C-386E92ADE4F4}"/>
                    </a:ext>
                  </a:extLst>
                </p14:cNvPr>
                <p14:cNvContentPartPr/>
                <p14:nvPr/>
              </p14:nvContentPartPr>
              <p14:xfrm>
                <a:off x="8975880" y="1996904"/>
                <a:ext cx="100080" cy="4312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DEA7355-0DCC-76BD-280C-386E92ADE4F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957815" y="1978904"/>
                  <a:ext cx="135849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69DB2ED-F205-4A90-7019-97679E80901B}"/>
                    </a:ext>
                  </a:extLst>
                </p14:cNvPr>
                <p14:cNvContentPartPr/>
                <p14:nvPr/>
              </p14:nvContentPartPr>
              <p14:xfrm>
                <a:off x="8916840" y="699824"/>
                <a:ext cx="208080" cy="13687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69DB2ED-F205-4A90-7019-97679E80901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898840" y="681824"/>
                  <a:ext cx="243720" cy="14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FD0C1FD-0633-219B-3617-033FE4B7FC27}"/>
                    </a:ext>
                  </a:extLst>
                </p14:cNvPr>
                <p14:cNvContentPartPr/>
                <p14:nvPr/>
              </p14:nvContentPartPr>
              <p14:xfrm>
                <a:off x="9169560" y="298424"/>
                <a:ext cx="195480" cy="3470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FD0C1FD-0633-219B-3617-033FE4B7FC2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151527" y="280424"/>
                  <a:ext cx="231186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86F3855-4EEB-B0D0-3AD9-0FFFF02F110B}"/>
                    </a:ext>
                  </a:extLst>
                </p14:cNvPr>
                <p14:cNvContentPartPr/>
                <p14:nvPr/>
              </p14:nvContentPartPr>
              <p14:xfrm>
                <a:off x="9495720" y="489224"/>
                <a:ext cx="94680" cy="1814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86F3855-4EEB-B0D0-3AD9-0FFFF02F110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477720" y="471224"/>
                  <a:ext cx="1303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5692FCB-22FA-614E-413E-D9F0E7A899E0}"/>
                    </a:ext>
                  </a:extLst>
                </p14:cNvPr>
                <p14:cNvContentPartPr/>
                <p14:nvPr/>
              </p14:nvContentPartPr>
              <p14:xfrm>
                <a:off x="9054720" y="2943344"/>
                <a:ext cx="63360" cy="975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5692FCB-22FA-614E-413E-D9F0E7A899E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036720" y="2925344"/>
                  <a:ext cx="990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1364A5D-9E2F-DD24-64D4-378F3A56DFBB}"/>
                    </a:ext>
                  </a:extLst>
                </p14:cNvPr>
                <p14:cNvContentPartPr/>
                <p14:nvPr/>
              </p14:nvContentPartPr>
              <p14:xfrm>
                <a:off x="9010080" y="3394784"/>
                <a:ext cx="133920" cy="223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1364A5D-9E2F-DD24-64D4-378F3A56DFB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992080" y="3376784"/>
                  <a:ext cx="1695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06B1330-067C-7B5D-DE6A-C9E4828D148E}"/>
                    </a:ext>
                  </a:extLst>
                </p14:cNvPr>
                <p14:cNvContentPartPr/>
                <p14:nvPr/>
              </p14:nvContentPartPr>
              <p14:xfrm>
                <a:off x="9136800" y="4098584"/>
                <a:ext cx="81000" cy="2707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06B1330-067C-7B5D-DE6A-C9E4828D148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118800" y="4080584"/>
                  <a:ext cx="1166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42CEF4D-4769-FC70-2ED6-1CAF9E6C33C9}"/>
                    </a:ext>
                  </a:extLst>
                </p14:cNvPr>
                <p14:cNvContentPartPr/>
                <p14:nvPr/>
              </p14:nvContentPartPr>
              <p14:xfrm>
                <a:off x="9150480" y="4026224"/>
                <a:ext cx="177840" cy="170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42CEF4D-4769-FC70-2ED6-1CAF9E6C33C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132480" y="4008224"/>
                  <a:ext cx="2134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06865D6-C358-4F2D-49FF-73A87DE7A5F6}"/>
                    </a:ext>
                  </a:extLst>
                </p14:cNvPr>
                <p14:cNvContentPartPr/>
                <p14:nvPr/>
              </p14:nvContentPartPr>
              <p14:xfrm>
                <a:off x="9436680" y="4145744"/>
                <a:ext cx="60840" cy="194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06865D6-C358-4F2D-49FF-73A87DE7A5F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418680" y="4127744"/>
                  <a:ext cx="964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6665BA7-5608-5CEF-B4A2-4F1E4B4BCC20}"/>
                    </a:ext>
                  </a:extLst>
                </p14:cNvPr>
                <p14:cNvContentPartPr/>
                <p14:nvPr/>
              </p14:nvContentPartPr>
              <p14:xfrm>
                <a:off x="8967240" y="3905984"/>
                <a:ext cx="876240" cy="7632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6665BA7-5608-5CEF-B4A2-4F1E4B4BCC2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949240" y="3887984"/>
                  <a:ext cx="911880" cy="79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9C46F38-5132-BFFC-EEE2-011E34777866}"/>
                    </a:ext>
                  </a:extLst>
                </p14:cNvPr>
                <p14:cNvContentPartPr/>
                <p14:nvPr/>
              </p14:nvContentPartPr>
              <p14:xfrm>
                <a:off x="8946720" y="4044224"/>
                <a:ext cx="88560" cy="4996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9C46F38-5132-BFFC-EEE2-011E3477786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28720" y="4026211"/>
                  <a:ext cx="124200" cy="5353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DA90490-B67D-EB34-993B-CF6B4DB632E2}"/>
                    </a:ext>
                  </a:extLst>
                </p14:cNvPr>
                <p14:cNvContentPartPr/>
                <p14:nvPr/>
              </p14:nvContentPartPr>
              <p14:xfrm>
                <a:off x="10095840" y="3766664"/>
                <a:ext cx="230040" cy="3823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DA90490-B67D-EB34-993B-CF6B4DB632E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077840" y="3748664"/>
                  <a:ext cx="26568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B20953D-ACB4-D520-E2C6-2490E1BC0BA7}"/>
                    </a:ext>
                  </a:extLst>
                </p14:cNvPr>
                <p14:cNvContentPartPr/>
                <p14:nvPr/>
              </p14:nvContentPartPr>
              <p14:xfrm>
                <a:off x="10441800" y="4098584"/>
                <a:ext cx="47880" cy="2653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B20953D-ACB4-D520-E2C6-2490E1BC0BA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23664" y="4080608"/>
                  <a:ext cx="83790" cy="3009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408C107-0EED-B6AA-3277-92AC81CFC628}"/>
                    </a:ext>
                  </a:extLst>
                </p14:cNvPr>
                <p14:cNvContentPartPr/>
                <p14:nvPr/>
              </p14:nvContentPartPr>
              <p14:xfrm>
                <a:off x="10469880" y="4040264"/>
                <a:ext cx="187560" cy="2084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408C107-0EED-B6AA-3277-92AC81CFC62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451880" y="4022264"/>
                  <a:ext cx="2232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2034F1B-5464-48BE-C67A-65EF72A81025}"/>
                    </a:ext>
                  </a:extLst>
                </p14:cNvPr>
                <p14:cNvContentPartPr/>
                <p14:nvPr/>
              </p14:nvContentPartPr>
              <p14:xfrm>
                <a:off x="10759320" y="4174184"/>
                <a:ext cx="38880" cy="1954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2034F1B-5464-48BE-C67A-65EF72A8102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741320" y="4156184"/>
                  <a:ext cx="745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619228C-9A30-0B68-973F-E4C79CABCD45}"/>
                    </a:ext>
                  </a:extLst>
                </p14:cNvPr>
                <p14:cNvContentPartPr/>
                <p14:nvPr/>
              </p14:nvContentPartPr>
              <p14:xfrm>
                <a:off x="10894320" y="4026944"/>
                <a:ext cx="131760" cy="280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619228C-9A30-0B68-973F-E4C79CABCD4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76271" y="4008944"/>
                  <a:ext cx="167498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EE86622-4502-3A09-9143-B1DF8D8AAC64}"/>
                    </a:ext>
                  </a:extLst>
                </p14:cNvPr>
                <p14:cNvContentPartPr/>
                <p14:nvPr/>
              </p14:nvContentPartPr>
              <p14:xfrm>
                <a:off x="10964880" y="4095344"/>
                <a:ext cx="95400" cy="295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EE86622-4502-3A09-9143-B1DF8D8AAC6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46880" y="4077344"/>
                  <a:ext cx="13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79742A8-5228-63F6-7C92-FB5C579EA48F}"/>
                    </a:ext>
                  </a:extLst>
                </p14:cNvPr>
                <p14:cNvContentPartPr/>
                <p14:nvPr/>
              </p14:nvContentPartPr>
              <p14:xfrm>
                <a:off x="11268000" y="3889064"/>
                <a:ext cx="58680" cy="2829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79742A8-5228-63F6-7C92-FB5C579EA48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249889" y="3871087"/>
                  <a:ext cx="94540" cy="3185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41EB1B2-3216-23E9-63E8-A61AFB6D9AC9}"/>
                    </a:ext>
                  </a:extLst>
                </p14:cNvPr>
                <p14:cNvContentPartPr/>
                <p14:nvPr/>
              </p14:nvContentPartPr>
              <p14:xfrm>
                <a:off x="11225880" y="3706544"/>
                <a:ext cx="20520" cy="162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41EB1B2-3216-23E9-63E8-A61AFB6D9AC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207880" y="3688544"/>
                  <a:ext cx="561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00DE779-F715-1A87-5CCF-5309CD6C4306}"/>
                    </a:ext>
                  </a:extLst>
                </p14:cNvPr>
                <p14:cNvContentPartPr/>
                <p14:nvPr/>
              </p14:nvContentPartPr>
              <p14:xfrm>
                <a:off x="11405880" y="4083824"/>
                <a:ext cx="43920" cy="1519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00DE779-F715-1A87-5CCF-5309CD6C430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387731" y="4065824"/>
                  <a:ext cx="79855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CE70F77-C01F-1A9C-AA40-4505941F199A}"/>
                    </a:ext>
                  </a:extLst>
                </p14:cNvPr>
                <p14:cNvContentPartPr/>
                <p14:nvPr/>
              </p14:nvContentPartPr>
              <p14:xfrm>
                <a:off x="11414880" y="4023704"/>
                <a:ext cx="162720" cy="1612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CE70F77-C01F-1A9C-AA40-4505941F199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396920" y="4005664"/>
                  <a:ext cx="198281" cy="1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84D92E1-5889-FFDD-36DA-102B39513D73}"/>
                    </a:ext>
                  </a:extLst>
                </p14:cNvPr>
                <p14:cNvContentPartPr/>
                <p14:nvPr/>
              </p14:nvContentPartPr>
              <p14:xfrm>
                <a:off x="11637720" y="4116584"/>
                <a:ext cx="23040" cy="1555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84D92E1-5889-FFDD-36DA-102B39513D7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619720" y="4098584"/>
                  <a:ext cx="586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9C1CDDC-E630-3BF9-8CA3-DCDCC4A3DD50}"/>
                    </a:ext>
                  </a:extLst>
                </p14:cNvPr>
                <p14:cNvContentPartPr/>
                <p14:nvPr/>
              </p14:nvContentPartPr>
              <p14:xfrm>
                <a:off x="11766960" y="3756944"/>
                <a:ext cx="55800" cy="374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9C1CDDC-E630-3BF9-8CA3-DCDCC4A3DD5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749075" y="3738944"/>
                  <a:ext cx="91212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85EDABD-16CF-2925-FE2F-F6F237CEBC36}"/>
                    </a:ext>
                  </a:extLst>
                </p14:cNvPr>
                <p14:cNvContentPartPr/>
                <p14:nvPr/>
              </p14:nvContentPartPr>
              <p14:xfrm>
                <a:off x="11782440" y="3719504"/>
                <a:ext cx="242640" cy="243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85EDABD-16CF-2925-FE2F-F6F237CEBC3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764440" y="3701504"/>
                  <a:ext cx="2782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BB04C8C-56D7-5A4A-72D8-FCA9E55F0DA6}"/>
                    </a:ext>
                  </a:extLst>
                </p14:cNvPr>
                <p14:cNvContentPartPr/>
                <p14:nvPr/>
              </p14:nvContentPartPr>
              <p14:xfrm>
                <a:off x="12073320" y="3907784"/>
                <a:ext cx="11880" cy="144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BB04C8C-56D7-5A4A-72D8-FCA9E55F0DA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2055320" y="3889784"/>
                  <a:ext cx="475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80AFBED-2DA5-84B6-3358-53CDD7E0ED98}"/>
                    </a:ext>
                  </a:extLst>
                </p14:cNvPr>
                <p14:cNvContentPartPr/>
                <p14:nvPr/>
              </p14:nvContentPartPr>
              <p14:xfrm>
                <a:off x="12078360" y="3904184"/>
                <a:ext cx="33120" cy="2174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80AFBED-2DA5-84B6-3358-53CDD7E0ED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2060360" y="3886184"/>
                  <a:ext cx="687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A041AAD-7B43-23E0-FB79-DA3DBEFDF345}"/>
                    </a:ext>
                  </a:extLst>
                </p14:cNvPr>
                <p14:cNvContentPartPr/>
                <p14:nvPr/>
              </p14:nvContentPartPr>
              <p14:xfrm>
                <a:off x="9548640" y="958664"/>
                <a:ext cx="126720" cy="406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A041AAD-7B43-23E0-FB79-DA3DBEFDF34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530640" y="940664"/>
                  <a:ext cx="1623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B0E9429-FED1-BC3B-AE36-D25A010FA2FC}"/>
                    </a:ext>
                  </a:extLst>
                </p14:cNvPr>
                <p14:cNvContentPartPr/>
                <p14:nvPr/>
              </p14:nvContentPartPr>
              <p14:xfrm>
                <a:off x="9875160" y="952904"/>
                <a:ext cx="113040" cy="3564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B0E9429-FED1-BC3B-AE36-D25A010FA2F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857160" y="934904"/>
                  <a:ext cx="1486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C591E2B-53CA-32FA-DE2A-6B27F4E6CA21}"/>
                    </a:ext>
                  </a:extLst>
                </p14:cNvPr>
                <p14:cNvContentPartPr/>
                <p14:nvPr/>
              </p14:nvContentPartPr>
              <p14:xfrm>
                <a:off x="10037880" y="1013024"/>
                <a:ext cx="81000" cy="853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C591E2B-53CA-32FA-DE2A-6B27F4E6CA21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019800" y="995024"/>
                  <a:ext cx="116799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BBE72A8-5880-FC2B-35C0-501B9E3AFCDC}"/>
                    </a:ext>
                  </a:extLst>
                </p14:cNvPr>
                <p14:cNvContentPartPr/>
                <p14:nvPr/>
              </p14:nvContentPartPr>
              <p14:xfrm>
                <a:off x="10144800" y="1204184"/>
                <a:ext cx="56160" cy="1620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BBE72A8-5880-FC2B-35C0-501B9E3AFCD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126800" y="1186184"/>
                  <a:ext cx="918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B00AB5F-B229-E2DC-655D-7BE8E5AD2A0B}"/>
                    </a:ext>
                  </a:extLst>
                </p14:cNvPr>
                <p14:cNvContentPartPr/>
                <p14:nvPr/>
              </p14:nvContentPartPr>
              <p14:xfrm>
                <a:off x="10154880" y="1531064"/>
                <a:ext cx="52560" cy="1072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B00AB5F-B229-E2DC-655D-7BE8E5AD2A0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136880" y="1513064"/>
                  <a:ext cx="88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9407155-0B0A-1C21-8E85-B80E660A4516}"/>
                    </a:ext>
                  </a:extLst>
                </p14:cNvPr>
                <p14:cNvContentPartPr/>
                <p14:nvPr/>
              </p14:nvContentPartPr>
              <p14:xfrm>
                <a:off x="9809640" y="1691264"/>
                <a:ext cx="230040" cy="500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9407155-0B0A-1C21-8E85-B80E660A451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791612" y="1673264"/>
                  <a:ext cx="265736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6DB7342-6B3E-BDE8-BB52-04D5E04674D5}"/>
                    </a:ext>
                  </a:extLst>
                </p14:cNvPr>
                <p14:cNvContentPartPr/>
                <p14:nvPr/>
              </p14:nvContentPartPr>
              <p14:xfrm>
                <a:off x="9515520" y="1542944"/>
                <a:ext cx="173880" cy="1922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6DB7342-6B3E-BDE8-BB52-04D5E04674D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497520" y="1524944"/>
                  <a:ext cx="2095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BD2CEA2-C820-1912-9443-6C859B38B0D0}"/>
                    </a:ext>
                  </a:extLst>
                </p14:cNvPr>
                <p14:cNvContentPartPr/>
                <p14:nvPr/>
              </p14:nvContentPartPr>
              <p14:xfrm>
                <a:off x="9441000" y="1239824"/>
                <a:ext cx="23400" cy="1148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BD2CEA2-C820-1912-9443-6C859B38B0D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423000" y="1221824"/>
                  <a:ext cx="590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35FCE2E-3ED5-032D-49BA-005D053C5A0F}"/>
                    </a:ext>
                  </a:extLst>
                </p14:cNvPr>
                <p14:cNvContentPartPr/>
                <p14:nvPr/>
              </p14:nvContentPartPr>
              <p14:xfrm>
                <a:off x="9245520" y="1866224"/>
                <a:ext cx="369000" cy="18817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35FCE2E-3ED5-032D-49BA-005D053C5A0F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227520" y="1848224"/>
                  <a:ext cx="404640" cy="19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143EFA25-BF75-A90E-3CFC-5BC762C345C1}"/>
                    </a:ext>
                  </a:extLst>
                </p14:cNvPr>
                <p14:cNvContentPartPr/>
                <p14:nvPr/>
              </p14:nvContentPartPr>
              <p14:xfrm>
                <a:off x="9258120" y="3666944"/>
                <a:ext cx="121680" cy="846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143EFA25-BF75-A90E-3CFC-5BC762C345C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240120" y="3648944"/>
                  <a:ext cx="157320" cy="12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04926163-C230-931A-FAF3-DB2C4C1C7211}"/>
              </a:ext>
            </a:extLst>
          </p:cNvPr>
          <p:cNvGrpSpPr/>
          <p:nvPr/>
        </p:nvGrpSpPr>
        <p:grpSpPr>
          <a:xfrm>
            <a:off x="5758560" y="1929584"/>
            <a:ext cx="1190160" cy="435600"/>
            <a:chOff x="5758560" y="1929584"/>
            <a:chExt cx="1190160" cy="43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9D7B929-C9E1-4B17-3E1A-ECD9C024A5E8}"/>
                    </a:ext>
                  </a:extLst>
                </p14:cNvPr>
                <p14:cNvContentPartPr/>
                <p14:nvPr/>
              </p14:nvContentPartPr>
              <p14:xfrm>
                <a:off x="6156720" y="1929584"/>
                <a:ext cx="183960" cy="2984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9D7B929-C9E1-4B17-3E1A-ECD9C024A5E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138755" y="1911584"/>
                  <a:ext cx="21953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E769436-96D6-C68A-2FE9-8C4523D161DE}"/>
                    </a:ext>
                  </a:extLst>
                </p14:cNvPr>
                <p14:cNvContentPartPr/>
                <p14:nvPr/>
              </p14:nvContentPartPr>
              <p14:xfrm>
                <a:off x="6431760" y="2168984"/>
                <a:ext cx="77400" cy="1692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E769436-96D6-C68A-2FE9-8C4523D161D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413843" y="2150984"/>
                  <a:ext cx="112875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21A328AF-9F74-C626-DF45-0B96EEB559DB}"/>
                    </a:ext>
                  </a:extLst>
                </p14:cNvPr>
                <p14:cNvContentPartPr/>
                <p14:nvPr/>
              </p14:nvContentPartPr>
              <p14:xfrm>
                <a:off x="6426000" y="2090504"/>
                <a:ext cx="182520" cy="1242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21A328AF-9F74-C626-DF45-0B96EEB559D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408000" y="2072504"/>
                  <a:ext cx="218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AC1CB75-2E0B-9927-8AAF-0642289AE415}"/>
                    </a:ext>
                  </a:extLst>
                </p14:cNvPr>
                <p14:cNvContentPartPr/>
                <p14:nvPr/>
              </p14:nvContentPartPr>
              <p14:xfrm>
                <a:off x="6643080" y="2194904"/>
                <a:ext cx="63360" cy="1702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AC1CB75-2E0B-9927-8AAF-0642289AE41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625080" y="2176866"/>
                  <a:ext cx="99000" cy="2059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0612BEC-49D6-5D3A-E005-37BB2E8F91C6}"/>
                    </a:ext>
                  </a:extLst>
                </p14:cNvPr>
                <p14:cNvContentPartPr/>
                <p14:nvPr/>
              </p14:nvContentPartPr>
              <p14:xfrm>
                <a:off x="6683760" y="1997624"/>
                <a:ext cx="200880" cy="471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0612BEC-49D6-5D3A-E005-37BB2E8F91C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665760" y="1979624"/>
                  <a:ext cx="2365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38831E3-0F49-013C-D344-4C0779D63550}"/>
                    </a:ext>
                  </a:extLst>
                </p14:cNvPr>
                <p14:cNvContentPartPr/>
                <p14:nvPr/>
              </p14:nvContentPartPr>
              <p14:xfrm>
                <a:off x="6825600" y="1971704"/>
                <a:ext cx="123120" cy="1450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38831E3-0F49-013C-D344-4C0779D6355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807600" y="1953704"/>
                  <a:ext cx="158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8B24B57-4D74-9A52-A49F-04B61E033301}"/>
                    </a:ext>
                  </a:extLst>
                </p14:cNvPr>
                <p14:cNvContentPartPr/>
                <p14:nvPr/>
              </p14:nvContentPartPr>
              <p14:xfrm>
                <a:off x="5765040" y="2017424"/>
                <a:ext cx="215280" cy="464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8B24B57-4D74-9A52-A49F-04B61E033301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747040" y="1999562"/>
                  <a:ext cx="250920" cy="818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6658660-974B-F36D-54E8-ED4F8E29E755}"/>
                    </a:ext>
                  </a:extLst>
                </p14:cNvPr>
                <p14:cNvContentPartPr/>
                <p14:nvPr/>
              </p14:nvContentPartPr>
              <p14:xfrm>
                <a:off x="5758560" y="1958744"/>
                <a:ext cx="95040" cy="1303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6658660-974B-F36D-54E8-ED4F8E29E75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740560" y="1940794"/>
                  <a:ext cx="130680" cy="16586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5AA1CB35-44AD-FDAA-B806-DF5524A2D73B}"/>
                  </a:ext>
                </a:extLst>
              </p14:cNvPr>
              <p14:cNvContentPartPr/>
              <p14:nvPr/>
            </p14:nvContentPartPr>
            <p14:xfrm>
              <a:off x="10158480" y="4732904"/>
              <a:ext cx="235080" cy="30168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5AA1CB35-44AD-FDAA-B806-DF5524A2D73B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10140508" y="4714882"/>
                <a:ext cx="270666" cy="3373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85B5C4BC-0E2E-9DF7-376E-A4B9A2DB59C9}"/>
                  </a:ext>
                </a:extLst>
              </p14:cNvPr>
              <p14:cNvContentPartPr/>
              <p14:nvPr/>
            </p14:nvContentPartPr>
            <p14:xfrm>
              <a:off x="10456200" y="5006504"/>
              <a:ext cx="62640" cy="22140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85B5C4BC-0E2E-9DF7-376E-A4B9A2DB59C9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10438303" y="4988504"/>
                <a:ext cx="98076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5CD215ED-5425-B18B-DBBD-BB4F3967BA87}"/>
                  </a:ext>
                </a:extLst>
              </p14:cNvPr>
              <p14:cNvContentPartPr/>
              <p14:nvPr/>
            </p14:nvContentPartPr>
            <p14:xfrm>
              <a:off x="10663560" y="4956104"/>
              <a:ext cx="99000" cy="2016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5CD215ED-5425-B18B-DBBD-BB4F3967BA87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10645625" y="4938104"/>
                <a:ext cx="134511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EAF88557-6A71-4E08-DA9F-5C4DF381AE5A}"/>
                  </a:ext>
                </a:extLst>
              </p14:cNvPr>
              <p14:cNvContentPartPr/>
              <p14:nvPr/>
            </p14:nvContentPartPr>
            <p14:xfrm>
              <a:off x="10704960" y="5028464"/>
              <a:ext cx="93600" cy="3384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EAF88557-6A71-4E08-DA9F-5C4DF381AE5A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10686891" y="5010653"/>
                <a:ext cx="129378" cy="69105"/>
              </a:xfrm>
              <a:prstGeom prst="rect">
                <a:avLst/>
              </a:prstGeom>
            </p:spPr>
          </p:pic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48407E2D-23AC-9BCE-15D4-D2192CA02D1F}"/>
              </a:ext>
            </a:extLst>
          </p:cNvPr>
          <p:cNvGrpSpPr/>
          <p:nvPr/>
        </p:nvGrpSpPr>
        <p:grpSpPr>
          <a:xfrm>
            <a:off x="11036160" y="4623104"/>
            <a:ext cx="825480" cy="497520"/>
            <a:chOff x="11036160" y="4623104"/>
            <a:chExt cx="825480" cy="49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EDFB277-AD33-736D-A945-01ACCFEEC437}"/>
                    </a:ext>
                  </a:extLst>
                </p14:cNvPr>
                <p14:cNvContentPartPr/>
                <p14:nvPr/>
              </p14:nvContentPartPr>
              <p14:xfrm>
                <a:off x="11036160" y="4623104"/>
                <a:ext cx="37080" cy="280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EDFB277-AD33-736D-A945-01ACCFEEC43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018160" y="4605104"/>
                  <a:ext cx="727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7E270C6-B1EA-9700-382E-2BB1CCD3B599}"/>
                    </a:ext>
                  </a:extLst>
                </p14:cNvPr>
                <p14:cNvContentPartPr/>
                <p14:nvPr/>
              </p14:nvContentPartPr>
              <p14:xfrm>
                <a:off x="11092320" y="4808504"/>
                <a:ext cx="79560" cy="2034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7E270C6-B1EA-9700-382E-2BB1CCD3B59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074320" y="4790504"/>
                  <a:ext cx="1152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7E5ED44-1DB5-4D16-ED89-EE4D28013AEE}"/>
                    </a:ext>
                  </a:extLst>
                </p14:cNvPr>
                <p14:cNvContentPartPr/>
                <p14:nvPr/>
              </p14:nvContentPartPr>
              <p14:xfrm>
                <a:off x="11295720" y="4949264"/>
                <a:ext cx="43560" cy="1713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7E5ED44-1DB5-4D16-ED89-EE4D28013AE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277720" y="4931302"/>
                  <a:ext cx="79200" cy="2069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F3D3248-0392-71F9-A1FE-4F6AEF041A66}"/>
                    </a:ext>
                  </a:extLst>
                </p14:cNvPr>
                <p14:cNvContentPartPr/>
                <p14:nvPr/>
              </p14:nvContentPartPr>
              <p14:xfrm>
                <a:off x="11529000" y="4710944"/>
                <a:ext cx="21960" cy="3020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F3D3248-0392-71F9-A1FE-4F6AEF041A6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511000" y="4692944"/>
                  <a:ext cx="576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D3252BF-688E-B42C-7331-BFAD5C5A1201}"/>
                    </a:ext>
                  </a:extLst>
                </p14:cNvPr>
                <p14:cNvContentPartPr/>
                <p14:nvPr/>
              </p14:nvContentPartPr>
              <p14:xfrm>
                <a:off x="11539440" y="4696544"/>
                <a:ext cx="157680" cy="2152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D3252BF-688E-B42C-7331-BFAD5C5A1201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521399" y="4678544"/>
                  <a:ext cx="193402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B3E6A01-9C11-D935-5EDB-C83AC8E0F4D2}"/>
                    </a:ext>
                  </a:extLst>
                </p14:cNvPr>
                <p14:cNvContentPartPr/>
                <p14:nvPr/>
              </p14:nvContentPartPr>
              <p14:xfrm>
                <a:off x="11824200" y="4815344"/>
                <a:ext cx="37440" cy="1936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B3E6A01-9C11-D935-5EDB-C83AC8E0F4D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806200" y="4797377"/>
                  <a:ext cx="73080" cy="22925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0D5B7F03-D4AD-9A7A-B409-A8322DDE5FD2}"/>
              </a:ext>
            </a:extLst>
          </p:cNvPr>
          <p:cNvGrpSpPr/>
          <p:nvPr/>
        </p:nvGrpSpPr>
        <p:grpSpPr>
          <a:xfrm>
            <a:off x="9005400" y="5450024"/>
            <a:ext cx="984240" cy="804600"/>
            <a:chOff x="9005400" y="5450024"/>
            <a:chExt cx="984240" cy="80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A1FB259-2726-CBCD-3957-80E99DADC332}"/>
                    </a:ext>
                  </a:extLst>
                </p14:cNvPr>
                <p14:cNvContentPartPr/>
                <p14:nvPr/>
              </p14:nvContentPartPr>
              <p14:xfrm>
                <a:off x="9226800" y="5724704"/>
                <a:ext cx="72000" cy="2667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A1FB259-2726-CBCD-3957-80E99DADC332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208800" y="5706704"/>
                  <a:ext cx="10764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802EFA05-C2D6-EFE1-053E-343770AC1486}"/>
                    </a:ext>
                  </a:extLst>
                </p14:cNvPr>
                <p14:cNvContentPartPr/>
                <p14:nvPr/>
              </p14:nvContentPartPr>
              <p14:xfrm>
                <a:off x="9264600" y="5618864"/>
                <a:ext cx="149400" cy="2160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802EFA05-C2D6-EFE1-053E-343770AC148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246600" y="5600864"/>
                  <a:ext cx="1850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2A6A4BF6-4B4A-44EE-C92C-D2799650654A}"/>
                    </a:ext>
                  </a:extLst>
                </p14:cNvPr>
                <p14:cNvContentPartPr/>
                <p14:nvPr/>
              </p14:nvContentPartPr>
              <p14:xfrm>
                <a:off x="9544320" y="5745944"/>
                <a:ext cx="198360" cy="1436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2A6A4BF6-4B4A-44EE-C92C-D2799650654A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526320" y="5727944"/>
                  <a:ext cx="2340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113FAEC-251E-77FA-6A54-929B05559810}"/>
                    </a:ext>
                  </a:extLst>
                </p14:cNvPr>
                <p14:cNvContentPartPr/>
                <p14:nvPr/>
              </p14:nvContentPartPr>
              <p14:xfrm>
                <a:off x="9053280" y="5450024"/>
                <a:ext cx="936360" cy="7776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113FAEC-251E-77FA-6A54-929B05559810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035280" y="5432024"/>
                  <a:ext cx="972000" cy="81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FAF6EEB-531B-2744-4C3E-6C95DC908521}"/>
                    </a:ext>
                  </a:extLst>
                </p14:cNvPr>
                <p14:cNvContentPartPr/>
                <p14:nvPr/>
              </p14:nvContentPartPr>
              <p14:xfrm>
                <a:off x="9005400" y="5603384"/>
                <a:ext cx="114480" cy="6512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FAF6EEB-531B-2744-4C3E-6C95DC90852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987343" y="5585384"/>
                  <a:ext cx="150232" cy="68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2BD8A333-F1D5-9AAA-992A-F1C4ED15B6B3}"/>
              </a:ext>
            </a:extLst>
          </p:cNvPr>
          <p:cNvGrpSpPr/>
          <p:nvPr/>
        </p:nvGrpSpPr>
        <p:grpSpPr>
          <a:xfrm>
            <a:off x="10331640" y="5459744"/>
            <a:ext cx="1721880" cy="470160"/>
            <a:chOff x="10331640" y="5459744"/>
            <a:chExt cx="1721880" cy="47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AC38710-29B2-9F51-73A9-412680224B91}"/>
                    </a:ext>
                  </a:extLst>
                </p14:cNvPr>
                <p14:cNvContentPartPr/>
                <p14:nvPr/>
              </p14:nvContentPartPr>
              <p14:xfrm>
                <a:off x="10331640" y="5604824"/>
                <a:ext cx="210960" cy="2246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AC38710-29B2-9F51-73A9-412680224B9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313671" y="5586824"/>
                  <a:ext cx="246539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0CA05AF-670D-4617-F556-266B36AC3A12}"/>
                    </a:ext>
                  </a:extLst>
                </p14:cNvPr>
                <p14:cNvContentPartPr/>
                <p14:nvPr/>
              </p14:nvContentPartPr>
              <p14:xfrm>
                <a:off x="10596960" y="5756744"/>
                <a:ext cx="158040" cy="1731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0CA05AF-670D-4617-F556-266B36AC3A1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578960" y="5738706"/>
                  <a:ext cx="193680" cy="2088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DD88D83F-FB19-DE97-55CE-7DC74366B2B8}"/>
                    </a:ext>
                  </a:extLst>
                </p14:cNvPr>
                <p14:cNvContentPartPr/>
                <p14:nvPr/>
              </p14:nvContentPartPr>
              <p14:xfrm>
                <a:off x="10886400" y="5739104"/>
                <a:ext cx="63000" cy="248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DD88D83F-FB19-DE97-55CE-7DC74366B2B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868400" y="5721104"/>
                  <a:ext cx="986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98F7814F-C4F2-BC40-CCCA-E70D301F8E8D}"/>
                    </a:ext>
                  </a:extLst>
                </p14:cNvPr>
                <p14:cNvContentPartPr/>
                <p14:nvPr/>
              </p14:nvContentPartPr>
              <p14:xfrm>
                <a:off x="10950480" y="5796344"/>
                <a:ext cx="99720" cy="432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98F7814F-C4F2-BC40-CCCA-E70D301F8E8D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932480" y="5778344"/>
                  <a:ext cx="1353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F93124B-54AC-0430-681F-5854A0D688EE}"/>
                    </a:ext>
                  </a:extLst>
                </p14:cNvPr>
                <p14:cNvContentPartPr/>
                <p14:nvPr/>
              </p14:nvContentPartPr>
              <p14:xfrm>
                <a:off x="11227680" y="5675024"/>
                <a:ext cx="119880" cy="1929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F93124B-54AC-0430-681F-5854A0D688E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209680" y="5656990"/>
                  <a:ext cx="155520" cy="2286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771FC9F-BF6C-82B7-AFE7-91FF3F32D775}"/>
                    </a:ext>
                  </a:extLst>
                </p14:cNvPr>
                <p14:cNvContentPartPr/>
                <p14:nvPr/>
              </p14:nvContentPartPr>
              <p14:xfrm>
                <a:off x="11298600" y="5459744"/>
                <a:ext cx="7200" cy="194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771FC9F-BF6C-82B7-AFE7-91FF3F32D77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280600" y="5441744"/>
                  <a:ext cx="428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3AFD614-96D4-A789-0A2D-34C3944B0C3C}"/>
                    </a:ext>
                  </a:extLst>
                </p14:cNvPr>
                <p14:cNvContentPartPr/>
                <p14:nvPr/>
              </p14:nvContentPartPr>
              <p14:xfrm>
                <a:off x="11486160" y="5763944"/>
                <a:ext cx="134640" cy="1548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3AFD614-96D4-A789-0A2D-34C3944B0C3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468160" y="5745944"/>
                  <a:ext cx="1702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F2A1F888-AAC0-1877-51F5-A1D6A36218A2}"/>
                    </a:ext>
                  </a:extLst>
                </p14:cNvPr>
                <p14:cNvContentPartPr/>
                <p14:nvPr/>
              </p14:nvContentPartPr>
              <p14:xfrm>
                <a:off x="11721600" y="5538584"/>
                <a:ext cx="34920" cy="2883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F2A1F888-AAC0-1877-51F5-A1D6A36218A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703600" y="5520584"/>
                  <a:ext cx="705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814D287-9FC7-1C30-E835-EF85E95BD479}"/>
                    </a:ext>
                  </a:extLst>
                </p14:cNvPr>
                <p14:cNvContentPartPr/>
                <p14:nvPr/>
              </p14:nvContentPartPr>
              <p14:xfrm>
                <a:off x="11710080" y="5498264"/>
                <a:ext cx="149400" cy="1954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814D287-9FC7-1C30-E835-EF85E95BD479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692080" y="5480264"/>
                  <a:ext cx="18504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7FDF75A-776F-6AE3-9485-8C81929984B8}"/>
                    </a:ext>
                  </a:extLst>
                </p14:cNvPr>
                <p14:cNvContentPartPr/>
                <p14:nvPr/>
              </p14:nvContentPartPr>
              <p14:xfrm>
                <a:off x="11921040" y="5659544"/>
                <a:ext cx="132480" cy="1836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7FDF75A-776F-6AE3-9485-8C81929984B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903089" y="5641544"/>
                  <a:ext cx="168023" cy="21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9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91AAD929-8954-2F7B-7E57-2F1AB7E4A135}"/>
                  </a:ext>
                </a:extLst>
              </p14:cNvPr>
              <p14:cNvContentPartPr/>
              <p14:nvPr/>
            </p14:nvContentPartPr>
            <p14:xfrm>
              <a:off x="5613120" y="2087624"/>
              <a:ext cx="404640" cy="36648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91AAD929-8954-2F7B-7E57-2F1AB7E4A135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5595480" y="2069624"/>
                <a:ext cx="440280" cy="40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377E3E47-0325-8E93-BF99-0139F7CBFE12}"/>
                  </a:ext>
                </a:extLst>
              </p14:cNvPr>
              <p14:cNvContentPartPr/>
              <p14:nvPr/>
            </p14:nvContentPartPr>
            <p14:xfrm>
              <a:off x="6939720" y="2094464"/>
              <a:ext cx="378720" cy="35820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377E3E47-0325-8E93-BF99-0139F7CBFE12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6921720" y="2076464"/>
                <a:ext cx="414360" cy="39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2" name="Group 161">
            <a:extLst>
              <a:ext uri="{FF2B5EF4-FFF2-40B4-BE49-F238E27FC236}">
                <a16:creationId xmlns:a16="http://schemas.microsoft.com/office/drawing/2014/main" id="{E239AA62-7512-8407-1FF3-864400C44CBE}"/>
              </a:ext>
            </a:extLst>
          </p:cNvPr>
          <p:cNvGrpSpPr/>
          <p:nvPr/>
        </p:nvGrpSpPr>
        <p:grpSpPr>
          <a:xfrm>
            <a:off x="288720" y="786224"/>
            <a:ext cx="2403720" cy="758880"/>
            <a:chOff x="288720" y="786224"/>
            <a:chExt cx="2403720" cy="75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39AB74B-C0FE-B716-BFD7-A60755866BF5}"/>
                    </a:ext>
                  </a:extLst>
                </p14:cNvPr>
                <p14:cNvContentPartPr/>
                <p14:nvPr/>
              </p14:nvContentPartPr>
              <p14:xfrm>
                <a:off x="424080" y="1019864"/>
                <a:ext cx="74520" cy="363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39AB74B-C0FE-B716-BFD7-A60755866BF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406080" y="1002224"/>
                  <a:ext cx="11016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FB8DF16-672E-7C5B-FC5F-1730766D7E1A}"/>
                    </a:ext>
                  </a:extLst>
                </p14:cNvPr>
                <p14:cNvContentPartPr/>
                <p14:nvPr/>
              </p14:nvContentPartPr>
              <p14:xfrm>
                <a:off x="434160" y="937064"/>
                <a:ext cx="256320" cy="2206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FB8DF16-672E-7C5B-FC5F-1730766D7E1A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416160" y="919064"/>
                  <a:ext cx="2919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7EC39A-262A-DFE7-8EED-4ADCFFA176AC}"/>
                    </a:ext>
                  </a:extLst>
                </p14:cNvPr>
                <p14:cNvContentPartPr/>
                <p14:nvPr/>
              </p14:nvContentPartPr>
              <p14:xfrm>
                <a:off x="751680" y="1070984"/>
                <a:ext cx="63720" cy="200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7EC39A-262A-DFE7-8EED-4ADCFFA176A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34040" y="1053344"/>
                  <a:ext cx="993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CE26695-DC09-084A-6F67-31EECA4887F4}"/>
                    </a:ext>
                  </a:extLst>
                </p14:cNvPr>
                <p14:cNvContentPartPr/>
                <p14:nvPr/>
              </p14:nvContentPartPr>
              <p14:xfrm>
                <a:off x="430920" y="786224"/>
                <a:ext cx="659520" cy="758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CE26695-DC09-084A-6F67-31EECA4887F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12920" y="768224"/>
                  <a:ext cx="695160" cy="79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84A1B35-9ED6-DE93-9904-8B2EF637C783}"/>
                    </a:ext>
                  </a:extLst>
                </p14:cNvPr>
                <p14:cNvContentPartPr/>
                <p14:nvPr/>
              </p14:nvContentPartPr>
              <p14:xfrm>
                <a:off x="288720" y="953984"/>
                <a:ext cx="26280" cy="5756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84A1B35-9ED6-DE93-9904-8B2EF637C78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271080" y="935984"/>
                  <a:ext cx="61920" cy="61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BB2E7BF-963D-DD88-25BB-F24E8DC039CC}"/>
                    </a:ext>
                  </a:extLst>
                </p14:cNvPr>
                <p14:cNvContentPartPr/>
                <p14:nvPr/>
              </p14:nvContentPartPr>
              <p14:xfrm>
                <a:off x="1244160" y="950384"/>
                <a:ext cx="252720" cy="2466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BB2E7BF-963D-DD88-25BB-F24E8DC039C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226160" y="932384"/>
                  <a:ext cx="2883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4F40975-7B5B-57CE-7E2A-DB07AEA5E158}"/>
                    </a:ext>
                  </a:extLst>
                </p14:cNvPr>
                <p14:cNvContentPartPr/>
                <p14:nvPr/>
              </p14:nvContentPartPr>
              <p14:xfrm>
                <a:off x="1613160" y="1143704"/>
                <a:ext cx="59760" cy="2664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4F40975-7B5B-57CE-7E2A-DB07AEA5E15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595160" y="1126064"/>
                  <a:ext cx="954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93DB7FF-8555-63DC-0A7E-32923C897A54}"/>
                    </a:ext>
                  </a:extLst>
                </p14:cNvPr>
                <p14:cNvContentPartPr/>
                <p14:nvPr/>
              </p14:nvContentPartPr>
              <p14:xfrm>
                <a:off x="1774800" y="1066304"/>
                <a:ext cx="123120" cy="57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93DB7FF-8555-63DC-0A7E-32923C897A54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756800" y="1048664"/>
                  <a:ext cx="1587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3D2DF06-2D92-5821-DE47-FF774B5D2EE4}"/>
                    </a:ext>
                  </a:extLst>
                </p14:cNvPr>
                <p14:cNvContentPartPr/>
                <p14:nvPr/>
              </p14:nvContentPartPr>
              <p14:xfrm>
                <a:off x="1855080" y="1181504"/>
                <a:ext cx="93240" cy="309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3D2DF06-2D92-5821-DE47-FF774B5D2EE4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837080" y="1163504"/>
                  <a:ext cx="1288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ACC6E98-8A90-A7B0-68BB-6E424B710F36}"/>
                    </a:ext>
                  </a:extLst>
                </p14:cNvPr>
                <p14:cNvContentPartPr/>
                <p14:nvPr/>
              </p14:nvContentPartPr>
              <p14:xfrm>
                <a:off x="2072160" y="1031384"/>
                <a:ext cx="134280" cy="1803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ACC6E98-8A90-A7B0-68BB-6E424B710F3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2054520" y="1013384"/>
                  <a:ext cx="1699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D68C5523-90DA-061A-E125-00DC60A53A08}"/>
                    </a:ext>
                  </a:extLst>
                </p14:cNvPr>
                <p14:cNvContentPartPr/>
                <p14:nvPr/>
              </p14:nvContentPartPr>
              <p14:xfrm>
                <a:off x="2081160" y="824384"/>
                <a:ext cx="17640" cy="205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D68C5523-90DA-061A-E125-00DC60A53A0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2063520" y="806384"/>
                  <a:ext cx="532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559B09E-4EFD-2D56-2C79-E25783A190B1}"/>
                    </a:ext>
                  </a:extLst>
                </p14:cNvPr>
                <p14:cNvContentPartPr/>
                <p14:nvPr/>
              </p14:nvContentPartPr>
              <p14:xfrm>
                <a:off x="2340720" y="924104"/>
                <a:ext cx="50040" cy="3409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559B09E-4EFD-2D56-2C79-E25783A190B1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2323080" y="906464"/>
                  <a:ext cx="8568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8F2EF2C-5C96-4CEB-B502-DFC1A6EEF738}"/>
                    </a:ext>
                  </a:extLst>
                </p14:cNvPr>
                <p14:cNvContentPartPr/>
                <p14:nvPr/>
              </p14:nvContentPartPr>
              <p14:xfrm>
                <a:off x="2318040" y="920504"/>
                <a:ext cx="235440" cy="2300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8F2EF2C-5C96-4CEB-B502-DFC1A6EEF73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300400" y="902864"/>
                  <a:ext cx="2710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05E835B-FC3D-0A63-95E7-DC7F79A0CE91}"/>
                    </a:ext>
                  </a:extLst>
                </p14:cNvPr>
                <p14:cNvContentPartPr/>
                <p14:nvPr/>
              </p14:nvContentPartPr>
              <p14:xfrm>
                <a:off x="2606040" y="1113464"/>
                <a:ext cx="86400" cy="1746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05E835B-FC3D-0A63-95E7-DC7F79A0CE91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2588400" y="1095824"/>
                  <a:ext cx="12204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B75FE91C-A64F-D749-FE2C-546BEEEBE1D7}"/>
              </a:ext>
            </a:extLst>
          </p:cNvPr>
          <p:cNvGrpSpPr/>
          <p:nvPr/>
        </p:nvGrpSpPr>
        <p:grpSpPr>
          <a:xfrm>
            <a:off x="252720" y="3357704"/>
            <a:ext cx="3092760" cy="802440"/>
            <a:chOff x="252720" y="3357704"/>
            <a:chExt cx="3092760" cy="80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ACB60F3-DAAA-D979-5652-7376B67A8475}"/>
                    </a:ext>
                  </a:extLst>
                </p14:cNvPr>
                <p14:cNvContentPartPr/>
                <p14:nvPr/>
              </p14:nvContentPartPr>
              <p14:xfrm>
                <a:off x="518040" y="3494864"/>
                <a:ext cx="19080" cy="3160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ACB60F3-DAAA-D979-5652-7376B67A8475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00400" y="3477224"/>
                  <a:ext cx="5472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85E5127-9C09-3BD1-C92B-016355D4ED29}"/>
                    </a:ext>
                  </a:extLst>
                </p14:cNvPr>
                <p14:cNvContentPartPr/>
                <p14:nvPr/>
              </p14:nvContentPartPr>
              <p14:xfrm>
                <a:off x="482040" y="3450944"/>
                <a:ext cx="232920" cy="2289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85E5127-9C09-3BD1-C92B-016355D4ED29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64040" y="3433304"/>
                  <a:ext cx="2685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3882199-F407-5BD0-E69E-10E538870108}"/>
                    </a:ext>
                  </a:extLst>
                </p14:cNvPr>
                <p14:cNvContentPartPr/>
                <p14:nvPr/>
              </p14:nvContentPartPr>
              <p14:xfrm>
                <a:off x="803160" y="3609704"/>
                <a:ext cx="170280" cy="1267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3882199-F407-5BD0-E69E-10E538870108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85520" y="3592064"/>
                  <a:ext cx="2059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E5B4C8C-0F94-3BE2-4483-95C5F285427C}"/>
                    </a:ext>
                  </a:extLst>
                </p14:cNvPr>
                <p14:cNvContentPartPr/>
                <p14:nvPr/>
              </p14:nvContentPartPr>
              <p14:xfrm>
                <a:off x="447840" y="3406304"/>
                <a:ext cx="881280" cy="7538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E5B4C8C-0F94-3BE2-4483-95C5F285427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430200" y="3388664"/>
                  <a:ext cx="916920" cy="78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F592F07-3DB5-5D0D-D4EC-1CCC5FE5307D}"/>
                    </a:ext>
                  </a:extLst>
                </p14:cNvPr>
                <p14:cNvContentPartPr/>
                <p14:nvPr/>
              </p14:nvContentPartPr>
              <p14:xfrm>
                <a:off x="252720" y="3522584"/>
                <a:ext cx="114120" cy="5511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F592F07-3DB5-5D0D-D4EC-1CCC5FE5307D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234720" y="3504584"/>
                  <a:ext cx="149760" cy="58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DA48D39E-9E76-0CB3-8770-F87D0E696343}"/>
                    </a:ext>
                  </a:extLst>
                </p14:cNvPr>
                <p14:cNvContentPartPr/>
                <p14:nvPr/>
              </p14:nvContentPartPr>
              <p14:xfrm>
                <a:off x="1561320" y="3511424"/>
                <a:ext cx="235800" cy="24624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DA48D39E-9E76-0CB3-8770-F87D0E69634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543680" y="3493424"/>
                  <a:ext cx="27144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B033068-6930-B534-B928-2C7776F0A64B}"/>
                    </a:ext>
                  </a:extLst>
                </p14:cNvPr>
                <p14:cNvContentPartPr/>
                <p14:nvPr/>
              </p14:nvContentPartPr>
              <p14:xfrm>
                <a:off x="1908000" y="3690344"/>
                <a:ext cx="129960" cy="1864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B033068-6930-B534-B928-2C7776F0A64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890360" y="3672704"/>
                  <a:ext cx="1656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604940D-6556-6B5B-6D0D-45F2737CA4BA}"/>
                    </a:ext>
                  </a:extLst>
                </p14:cNvPr>
                <p14:cNvContentPartPr/>
                <p14:nvPr/>
              </p14:nvContentPartPr>
              <p14:xfrm>
                <a:off x="2171520" y="3666584"/>
                <a:ext cx="55800" cy="176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604940D-6556-6B5B-6D0D-45F2737CA4B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153880" y="3648944"/>
                  <a:ext cx="914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2CDF9FA5-3445-9FED-479F-AB3995D9B49D}"/>
                    </a:ext>
                  </a:extLst>
                </p14:cNvPr>
                <p14:cNvContentPartPr/>
                <p14:nvPr/>
              </p14:nvContentPartPr>
              <p14:xfrm>
                <a:off x="2227680" y="3743624"/>
                <a:ext cx="72720" cy="198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2CDF9FA5-3445-9FED-479F-AB3995D9B49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209680" y="3725984"/>
                  <a:ext cx="1083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3D67F916-F1A3-8D1D-762F-31510771F2EE}"/>
                    </a:ext>
                  </a:extLst>
                </p14:cNvPr>
                <p14:cNvContentPartPr/>
                <p14:nvPr/>
              </p14:nvContentPartPr>
              <p14:xfrm>
                <a:off x="2521800" y="3579104"/>
                <a:ext cx="95760" cy="2034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3D67F916-F1A3-8D1D-762F-31510771F2EE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503800" y="3561104"/>
                  <a:ext cx="1314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BB7B17CF-A821-898C-326C-27B0A7448050}"/>
                    </a:ext>
                  </a:extLst>
                </p14:cNvPr>
                <p14:cNvContentPartPr/>
                <p14:nvPr/>
              </p14:nvContentPartPr>
              <p14:xfrm>
                <a:off x="2543040" y="3357704"/>
                <a:ext cx="17280" cy="720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BB7B17CF-A821-898C-326C-27B0A744805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2525400" y="3340064"/>
                  <a:ext cx="529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51ECCDE-0E61-186E-9FFC-C7A810D4355C}"/>
                    </a:ext>
                  </a:extLst>
                </p14:cNvPr>
                <p14:cNvContentPartPr/>
                <p14:nvPr/>
              </p14:nvContentPartPr>
              <p14:xfrm>
                <a:off x="2833560" y="3545984"/>
                <a:ext cx="75240" cy="2894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351ECCDE-0E61-186E-9FFC-C7A810D4355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815920" y="3528344"/>
                  <a:ext cx="1108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0D71968E-A4F6-F08D-7C1A-9228D0246803}"/>
                    </a:ext>
                  </a:extLst>
                </p14:cNvPr>
                <p14:cNvContentPartPr/>
                <p14:nvPr/>
              </p14:nvContentPartPr>
              <p14:xfrm>
                <a:off x="2861280" y="3468584"/>
                <a:ext cx="197280" cy="19908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0D71968E-A4F6-F08D-7C1A-9228D024680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843640" y="3450584"/>
                  <a:ext cx="232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09B54683-383C-5D99-38FC-3E78A8F2C489}"/>
                    </a:ext>
                  </a:extLst>
                </p14:cNvPr>
                <p14:cNvContentPartPr/>
                <p14:nvPr/>
              </p14:nvContentPartPr>
              <p14:xfrm>
                <a:off x="3178440" y="3608624"/>
                <a:ext cx="167040" cy="2163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09B54683-383C-5D99-38FC-3E78A8F2C489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160440" y="3590624"/>
                  <a:ext cx="202680" cy="25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1CC60B7F-0EE1-7485-926E-CE000EEB025A}"/>
              </a:ext>
            </a:extLst>
          </p:cNvPr>
          <p:cNvGrpSpPr/>
          <p:nvPr/>
        </p:nvGrpSpPr>
        <p:grpSpPr>
          <a:xfrm>
            <a:off x="639360" y="1598384"/>
            <a:ext cx="2496600" cy="623880"/>
            <a:chOff x="639360" y="1598384"/>
            <a:chExt cx="2496600" cy="62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62A27FDE-2BDD-0058-93EA-E2C832B49734}"/>
                    </a:ext>
                  </a:extLst>
                </p14:cNvPr>
                <p14:cNvContentPartPr/>
                <p14:nvPr/>
              </p14:nvContentPartPr>
              <p14:xfrm>
                <a:off x="639360" y="1893224"/>
                <a:ext cx="273960" cy="2703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62A27FDE-2BDD-0058-93EA-E2C832B49734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21360" y="1875584"/>
                  <a:ext cx="3096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FACEEB7-14D8-BF1D-BAA5-3EF89592C4F8}"/>
                    </a:ext>
                  </a:extLst>
                </p14:cNvPr>
                <p14:cNvContentPartPr/>
                <p14:nvPr/>
              </p14:nvContentPartPr>
              <p14:xfrm>
                <a:off x="1035360" y="2033624"/>
                <a:ext cx="38520" cy="18864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FACEEB7-14D8-BF1D-BAA5-3EF89592C4F8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17720" y="2015984"/>
                  <a:ext cx="741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56CC276-5830-D27F-F28E-F9CABE39E5CD}"/>
                    </a:ext>
                  </a:extLst>
                </p14:cNvPr>
                <p14:cNvContentPartPr/>
                <p14:nvPr/>
              </p14:nvContentPartPr>
              <p14:xfrm>
                <a:off x="1228680" y="1973144"/>
                <a:ext cx="156960" cy="493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56CC276-5830-D27F-F28E-F9CABE39E5C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211040" y="1955144"/>
                  <a:ext cx="192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F5C8A581-46D1-8E16-DA61-601F81514235}"/>
                    </a:ext>
                  </a:extLst>
                </p14:cNvPr>
                <p14:cNvContentPartPr/>
                <p14:nvPr/>
              </p14:nvContentPartPr>
              <p14:xfrm>
                <a:off x="1523160" y="1819064"/>
                <a:ext cx="297720" cy="2156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F5C8A581-46D1-8E16-DA61-601F81514235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505520" y="1801064"/>
                  <a:ext cx="3333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F3EE4A17-30DE-14FD-EDBB-C506A3BDB509}"/>
                    </a:ext>
                  </a:extLst>
                </p14:cNvPr>
                <p14:cNvContentPartPr/>
                <p14:nvPr/>
              </p14:nvContentPartPr>
              <p14:xfrm>
                <a:off x="1901520" y="1935344"/>
                <a:ext cx="218160" cy="1443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F3EE4A17-30DE-14FD-EDBB-C506A3BDB509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883520" y="1917344"/>
                  <a:ext cx="25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4ED63EA6-41DC-88DE-13A6-DBEE3A5256D8}"/>
                    </a:ext>
                  </a:extLst>
                </p14:cNvPr>
                <p14:cNvContentPartPr/>
                <p14:nvPr/>
              </p14:nvContentPartPr>
              <p14:xfrm>
                <a:off x="2221920" y="1882064"/>
                <a:ext cx="75600" cy="295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4ED63EA6-41DC-88DE-13A6-DBEE3A5256D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2203920" y="1864064"/>
                  <a:ext cx="1112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35F6F36-F9A4-284B-E723-B0602556997E}"/>
                    </a:ext>
                  </a:extLst>
                </p14:cNvPr>
                <p14:cNvContentPartPr/>
                <p14:nvPr/>
              </p14:nvContentPartPr>
              <p14:xfrm>
                <a:off x="2263680" y="1960544"/>
                <a:ext cx="99360" cy="4356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35F6F36-F9A4-284B-E723-B0602556997E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2245680" y="1942544"/>
                  <a:ext cx="1350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437C2999-E549-89D3-6A19-4ADC2F97535D}"/>
                    </a:ext>
                  </a:extLst>
                </p14:cNvPr>
                <p14:cNvContentPartPr/>
                <p14:nvPr/>
              </p14:nvContentPartPr>
              <p14:xfrm>
                <a:off x="2566080" y="1763264"/>
                <a:ext cx="100440" cy="2260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437C2999-E549-89D3-6A19-4ADC2F97535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548440" y="1745264"/>
                  <a:ext cx="1360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26FED896-C724-217E-C608-75C224C62862}"/>
                    </a:ext>
                  </a:extLst>
                </p14:cNvPr>
                <p14:cNvContentPartPr/>
                <p14:nvPr/>
              </p14:nvContentPartPr>
              <p14:xfrm>
                <a:off x="2611800" y="1598384"/>
                <a:ext cx="22320" cy="180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26FED896-C724-217E-C608-75C224C6286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593800" y="1580384"/>
                  <a:ext cx="579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6AAB59B0-87F0-5EF1-D6E2-CFDCC1E2B8AD}"/>
                    </a:ext>
                  </a:extLst>
                </p14:cNvPr>
                <p14:cNvContentPartPr/>
                <p14:nvPr/>
              </p14:nvContentPartPr>
              <p14:xfrm>
                <a:off x="2824560" y="1729784"/>
                <a:ext cx="43920" cy="2325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6AAB59B0-87F0-5EF1-D6E2-CFDCC1E2B8A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806920" y="1712144"/>
                  <a:ext cx="79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99C54E0-F618-AAE6-5D85-578EC800941A}"/>
                    </a:ext>
                  </a:extLst>
                </p14:cNvPr>
                <p14:cNvContentPartPr/>
                <p14:nvPr/>
              </p14:nvContentPartPr>
              <p14:xfrm>
                <a:off x="2817000" y="1637264"/>
                <a:ext cx="136440" cy="1893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99C54E0-F618-AAE6-5D85-578EC800941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799360" y="1619624"/>
                  <a:ext cx="1720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C324B5C-85D1-BC08-21D3-94DD655245E0}"/>
                    </a:ext>
                  </a:extLst>
                </p14:cNvPr>
                <p14:cNvContentPartPr/>
                <p14:nvPr/>
              </p14:nvContentPartPr>
              <p14:xfrm>
                <a:off x="3074760" y="1753544"/>
                <a:ext cx="61200" cy="2026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C324B5C-85D1-BC08-21D3-94DD655245E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3057120" y="1735904"/>
                  <a:ext cx="968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1DD61E71-AF67-2E43-1DCC-5896101C0DDF}"/>
              </a:ext>
            </a:extLst>
          </p:cNvPr>
          <p:cNvGrpSpPr/>
          <p:nvPr/>
        </p:nvGrpSpPr>
        <p:grpSpPr>
          <a:xfrm>
            <a:off x="1300680" y="4048544"/>
            <a:ext cx="2814840" cy="719640"/>
            <a:chOff x="1300680" y="4048544"/>
            <a:chExt cx="2814840" cy="71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7FA000E9-B7BB-5E46-A5D7-CE92D95E3BF1}"/>
                    </a:ext>
                  </a:extLst>
                </p14:cNvPr>
                <p14:cNvContentPartPr/>
                <p14:nvPr/>
              </p14:nvContentPartPr>
              <p14:xfrm>
                <a:off x="1300680" y="4480904"/>
                <a:ext cx="250560" cy="2872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7FA000E9-B7BB-5E46-A5D7-CE92D95E3BF1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282680" y="4462904"/>
                  <a:ext cx="2862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BC4847A-CCA2-F3FE-2BC3-C661636BC601}"/>
                    </a:ext>
                  </a:extLst>
                </p14:cNvPr>
                <p14:cNvContentPartPr/>
                <p14:nvPr/>
              </p14:nvContentPartPr>
              <p14:xfrm>
                <a:off x="1659600" y="4581704"/>
                <a:ext cx="194760" cy="1004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BC4847A-CCA2-F3FE-2BC3-C661636BC60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641600" y="4563704"/>
                  <a:ext cx="2304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C8C661D-B832-F7C5-8EB3-72453F8BE17E}"/>
                    </a:ext>
                  </a:extLst>
                </p14:cNvPr>
                <p14:cNvContentPartPr/>
                <p14:nvPr/>
              </p14:nvContentPartPr>
              <p14:xfrm>
                <a:off x="1986120" y="4511144"/>
                <a:ext cx="135000" cy="309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C8C661D-B832-F7C5-8EB3-72453F8BE17E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968120" y="4493504"/>
                  <a:ext cx="1706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9DC1D7CC-EE78-FABD-1907-3D3C395F22F4}"/>
                    </a:ext>
                  </a:extLst>
                </p14:cNvPr>
                <p14:cNvContentPartPr/>
                <p14:nvPr/>
              </p14:nvContentPartPr>
              <p14:xfrm>
                <a:off x="2315520" y="4337264"/>
                <a:ext cx="190440" cy="2800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9DC1D7CC-EE78-FABD-1907-3D3C395F22F4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297520" y="4319624"/>
                  <a:ext cx="2260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EE0A3ED-64EF-526E-AD71-A47510DB8500}"/>
                    </a:ext>
                  </a:extLst>
                </p14:cNvPr>
                <p14:cNvContentPartPr/>
                <p14:nvPr/>
              </p14:nvContentPartPr>
              <p14:xfrm>
                <a:off x="2567880" y="4363904"/>
                <a:ext cx="33480" cy="1926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EE0A3ED-64EF-526E-AD71-A47510DB8500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2549880" y="4346264"/>
                  <a:ext cx="691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58A1C480-7D48-F81E-9A77-FAAB9CB5BE8A}"/>
                    </a:ext>
                  </a:extLst>
                </p14:cNvPr>
                <p14:cNvContentPartPr/>
                <p14:nvPr/>
              </p14:nvContentPartPr>
              <p14:xfrm>
                <a:off x="2580480" y="4349864"/>
                <a:ext cx="160200" cy="13680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58A1C480-7D48-F81E-9A77-FAAB9CB5BE8A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2562480" y="4332224"/>
                  <a:ext cx="1958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67B1076-6077-3955-3336-567B376E0D29}"/>
                    </a:ext>
                  </a:extLst>
                </p14:cNvPr>
                <p14:cNvContentPartPr/>
                <p14:nvPr/>
              </p14:nvContentPartPr>
              <p14:xfrm>
                <a:off x="2821680" y="4241864"/>
                <a:ext cx="73440" cy="2808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67B1076-6077-3955-3336-567B376E0D29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803680" y="4223864"/>
                  <a:ext cx="1090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623B4F90-3E55-9467-BA2A-B2D84B006393}"/>
                    </a:ext>
                  </a:extLst>
                </p14:cNvPr>
                <p14:cNvContentPartPr/>
                <p14:nvPr/>
              </p14:nvContentPartPr>
              <p14:xfrm>
                <a:off x="2844720" y="4231784"/>
                <a:ext cx="173160" cy="2455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623B4F90-3E55-9467-BA2A-B2D84B00639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2827080" y="4213784"/>
                  <a:ext cx="2088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A5F4B7E-BC4F-FEAA-A9B3-1AB35881D65A}"/>
                    </a:ext>
                  </a:extLst>
                </p14:cNvPr>
                <p14:cNvContentPartPr/>
                <p14:nvPr/>
              </p14:nvContentPartPr>
              <p14:xfrm>
                <a:off x="3157560" y="4313504"/>
                <a:ext cx="83520" cy="2916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A5F4B7E-BC4F-FEAA-A9B3-1AB35881D65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139560" y="4295864"/>
                  <a:ext cx="119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BDE1473-C621-11D8-4A78-1CF00BA025C8}"/>
                    </a:ext>
                  </a:extLst>
                </p14:cNvPr>
                <p14:cNvContentPartPr/>
                <p14:nvPr/>
              </p14:nvContentPartPr>
              <p14:xfrm>
                <a:off x="3227400" y="4371464"/>
                <a:ext cx="96480" cy="439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BDE1473-C621-11D8-4A78-1CF00BA025C8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3209400" y="4353464"/>
                  <a:ext cx="1321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82CE0D2-4308-00BE-999B-D1C0023387F4}"/>
                    </a:ext>
                  </a:extLst>
                </p14:cNvPr>
                <p14:cNvContentPartPr/>
                <p14:nvPr/>
              </p14:nvContentPartPr>
              <p14:xfrm>
                <a:off x="3458160" y="4219184"/>
                <a:ext cx="96840" cy="2235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82CE0D2-4308-00BE-999B-D1C0023387F4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3440520" y="4201544"/>
                  <a:ext cx="1324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5431B85A-B813-7734-C794-8D2F984FE5C0}"/>
                    </a:ext>
                  </a:extLst>
                </p14:cNvPr>
                <p14:cNvContentPartPr/>
                <p14:nvPr/>
              </p14:nvContentPartPr>
              <p14:xfrm>
                <a:off x="3468960" y="4073744"/>
                <a:ext cx="30240" cy="223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5431B85A-B813-7734-C794-8D2F984FE5C0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3451320" y="4056104"/>
                  <a:ext cx="65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EE33A4FE-C64B-5E67-1F79-46D336FBA86E}"/>
                    </a:ext>
                  </a:extLst>
                </p14:cNvPr>
                <p14:cNvContentPartPr/>
                <p14:nvPr/>
              </p14:nvContentPartPr>
              <p14:xfrm>
                <a:off x="3680640" y="4104704"/>
                <a:ext cx="84960" cy="23040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EE33A4FE-C64B-5E67-1F79-46D336FBA86E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3663000" y="4086704"/>
                  <a:ext cx="1206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207CFDCF-AB20-6C25-374B-55A80A540579}"/>
                    </a:ext>
                  </a:extLst>
                </p14:cNvPr>
                <p14:cNvContentPartPr/>
                <p14:nvPr/>
              </p14:nvContentPartPr>
              <p14:xfrm>
                <a:off x="3672720" y="4048544"/>
                <a:ext cx="178200" cy="16884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207CFDCF-AB20-6C25-374B-55A80A540579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3654720" y="4030544"/>
                  <a:ext cx="2138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74EAF78-D9A5-61F6-DB13-75DAD6069CB2}"/>
                    </a:ext>
                  </a:extLst>
                </p14:cNvPr>
                <p14:cNvContentPartPr/>
                <p14:nvPr/>
              </p14:nvContentPartPr>
              <p14:xfrm>
                <a:off x="3949200" y="4112984"/>
                <a:ext cx="166320" cy="1472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74EAF78-D9A5-61F6-DB13-75DAD6069CB2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3931560" y="4095344"/>
                  <a:ext cx="201960" cy="18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3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BFE0BEAA-2A94-35F9-F998-9BA077EF72E0}"/>
                  </a:ext>
                </a:extLst>
              </p14:cNvPr>
              <p14:cNvContentPartPr/>
              <p14:nvPr/>
            </p14:nvContentPartPr>
            <p14:xfrm>
              <a:off x="5237640" y="1987544"/>
              <a:ext cx="2273760" cy="729360"/>
            </p14:xfrm>
          </p:contentPart>
        </mc:Choice>
        <mc:Fallback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BFE0BEAA-2A94-35F9-F998-9BA077EF72E0}"/>
                  </a:ext>
                </a:extLst>
              </p:cNvPr>
              <p:cNvPicPr/>
              <p:nvPr/>
            </p:nvPicPr>
            <p:blipFill>
              <a:blip r:embed="rId314"/>
              <a:stretch>
                <a:fillRect/>
              </a:stretch>
            </p:blipFill>
            <p:spPr>
              <a:xfrm>
                <a:off x="5183640" y="1879904"/>
                <a:ext cx="2381400" cy="9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5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7C788F6A-B46E-8499-F918-298E78D89C8F}"/>
                  </a:ext>
                </a:extLst>
              </p14:cNvPr>
              <p14:cNvContentPartPr/>
              <p14:nvPr/>
            </p14:nvContentPartPr>
            <p14:xfrm>
              <a:off x="499680" y="1779104"/>
              <a:ext cx="1638360" cy="453960"/>
            </p14:xfrm>
          </p:contentPart>
        </mc:Choice>
        <mc:Fallback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7C788F6A-B46E-8499-F918-298E78D89C8F}"/>
                  </a:ext>
                </a:extLst>
              </p:cNvPr>
              <p:cNvPicPr/>
              <p:nvPr/>
            </p:nvPicPr>
            <p:blipFill>
              <a:blip r:embed="rId316"/>
              <a:stretch>
                <a:fillRect/>
              </a:stretch>
            </p:blipFill>
            <p:spPr>
              <a:xfrm>
                <a:off x="446040" y="1671464"/>
                <a:ext cx="1746000" cy="66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7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0113256F-4C96-AF34-B6C6-F09C9D3435A4}"/>
                  </a:ext>
                </a:extLst>
              </p14:cNvPr>
              <p14:cNvContentPartPr/>
              <p14:nvPr/>
            </p14:nvContentPartPr>
            <p14:xfrm>
              <a:off x="789840" y="4109024"/>
              <a:ext cx="2381400" cy="642600"/>
            </p14:xfrm>
          </p:contentPart>
        </mc:Choice>
        <mc:Fallback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0113256F-4C96-AF34-B6C6-F09C9D3435A4}"/>
                  </a:ext>
                </a:extLst>
              </p:cNvPr>
              <p:cNvPicPr/>
              <p:nvPr/>
            </p:nvPicPr>
            <p:blipFill>
              <a:blip r:embed="rId318"/>
              <a:stretch>
                <a:fillRect/>
              </a:stretch>
            </p:blipFill>
            <p:spPr>
              <a:xfrm>
                <a:off x="735840" y="4001024"/>
                <a:ext cx="2489040" cy="85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F695F726-6000-BB08-2B06-8C3BEB14099B}"/>
                  </a:ext>
                </a:extLst>
              </p14:cNvPr>
              <p14:cNvContentPartPr/>
              <p14:nvPr/>
            </p14:nvContentPartPr>
            <p14:xfrm>
              <a:off x="1140480" y="3966824"/>
              <a:ext cx="1875240" cy="861480"/>
            </p14:xfrm>
          </p:contentPart>
        </mc:Choice>
        <mc:Fallback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F695F726-6000-BB08-2B06-8C3BEB14099B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1086480" y="3859184"/>
                <a:ext cx="1982880" cy="107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263" name="Ink 262">
                <a:extLst>
                  <a:ext uri="{FF2B5EF4-FFF2-40B4-BE49-F238E27FC236}">
                    <a16:creationId xmlns:a16="http://schemas.microsoft.com/office/drawing/2014/main" id="{4E04AC7D-9888-55D9-63A3-115DF8EDCD26}"/>
                  </a:ext>
                </a:extLst>
              </p14:cNvPr>
              <p14:cNvContentPartPr/>
              <p14:nvPr/>
            </p14:nvContentPartPr>
            <p14:xfrm>
              <a:off x="7313040" y="2788904"/>
              <a:ext cx="444240" cy="930600"/>
            </p14:xfrm>
          </p:contentPart>
        </mc:Choice>
        <mc:Fallback>
          <p:pic>
            <p:nvPicPr>
              <p:cNvPr id="263" name="Ink 262">
                <a:extLst>
                  <a:ext uri="{FF2B5EF4-FFF2-40B4-BE49-F238E27FC236}">
                    <a16:creationId xmlns:a16="http://schemas.microsoft.com/office/drawing/2014/main" id="{4E04AC7D-9888-55D9-63A3-115DF8EDCD26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7259040" y="2680904"/>
                <a:ext cx="551880" cy="11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3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8E398E8C-6FFE-B737-44E0-05792BCAE76E}"/>
                  </a:ext>
                </a:extLst>
              </p14:cNvPr>
              <p14:cNvContentPartPr/>
              <p14:nvPr/>
            </p14:nvContentPartPr>
            <p14:xfrm>
              <a:off x="7484400" y="2666144"/>
              <a:ext cx="313560" cy="255240"/>
            </p14:xfrm>
          </p:contentPart>
        </mc:Choice>
        <mc:Fallback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8E398E8C-6FFE-B737-44E0-05792BCAE76E}"/>
                  </a:ext>
                </a:extLst>
              </p:cNvPr>
              <p:cNvPicPr/>
              <p:nvPr/>
            </p:nvPicPr>
            <p:blipFill>
              <a:blip r:embed="rId324"/>
              <a:stretch>
                <a:fillRect/>
              </a:stretch>
            </p:blipFill>
            <p:spPr>
              <a:xfrm>
                <a:off x="7430400" y="2558504"/>
                <a:ext cx="42120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5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F49A3B6B-B0F0-29D6-7369-22D0D5B1306B}"/>
                  </a:ext>
                </a:extLst>
              </p14:cNvPr>
              <p14:cNvContentPartPr/>
              <p14:nvPr/>
            </p14:nvContentPartPr>
            <p14:xfrm>
              <a:off x="7481880" y="3512504"/>
              <a:ext cx="117360" cy="141840"/>
            </p14:xfrm>
          </p:contentPart>
        </mc:Choice>
        <mc:Fallback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F49A3B6B-B0F0-29D6-7369-22D0D5B1306B}"/>
                  </a:ext>
                </a:extLst>
              </p:cNvPr>
              <p:cNvPicPr/>
              <p:nvPr/>
            </p:nvPicPr>
            <p:blipFill>
              <a:blip r:embed="rId326"/>
              <a:stretch>
                <a:fillRect/>
              </a:stretch>
            </p:blipFill>
            <p:spPr>
              <a:xfrm>
                <a:off x="7427880" y="3404504"/>
                <a:ext cx="225000" cy="357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19220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5D91C-782A-DD0F-9D67-4906A0BA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on a white background&#10;&#10;Description automatically generated">
            <a:extLst>
              <a:ext uri="{FF2B5EF4-FFF2-40B4-BE49-F238E27FC236}">
                <a16:creationId xmlns:a16="http://schemas.microsoft.com/office/drawing/2014/main" id="{062345C9-BBB4-2068-8A53-217BC9417B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332" y="1113183"/>
            <a:ext cx="5700963" cy="512739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E940A-2F9E-4A78-5598-2B891D64A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C11A9576-5BDC-F778-F3FC-F9F60B878B9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87" t="20939" r="21758" b="37185"/>
          <a:stretch/>
        </p:blipFill>
        <p:spPr>
          <a:xfrm>
            <a:off x="143122" y="3277926"/>
            <a:ext cx="3140765" cy="2210462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B392ED9-C507-E878-D514-045E610626AD}"/>
              </a:ext>
            </a:extLst>
          </p:cNvPr>
          <p:cNvGrpSpPr/>
          <p:nvPr/>
        </p:nvGrpSpPr>
        <p:grpSpPr>
          <a:xfrm>
            <a:off x="566880" y="1925040"/>
            <a:ext cx="1427400" cy="1091520"/>
            <a:chOff x="566880" y="1925040"/>
            <a:chExt cx="1427400" cy="10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9F401D8-5A82-B5A2-0C68-231F8220816F}"/>
                    </a:ext>
                  </a:extLst>
                </p14:cNvPr>
                <p14:cNvContentPartPr/>
                <p14:nvPr/>
              </p14:nvContentPartPr>
              <p14:xfrm>
                <a:off x="566880" y="2656200"/>
                <a:ext cx="217080" cy="276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9F401D8-5A82-B5A2-0C68-231F8220816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9240" y="2638560"/>
                  <a:ext cx="2527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46E9EAA-8D3F-7ECF-276B-77EF75AEA988}"/>
                    </a:ext>
                  </a:extLst>
                </p14:cNvPr>
                <p14:cNvContentPartPr/>
                <p14:nvPr/>
              </p14:nvContentPartPr>
              <p14:xfrm>
                <a:off x="872520" y="2746560"/>
                <a:ext cx="116280" cy="199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46E9EAA-8D3F-7ECF-276B-77EF75AEA9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54880" y="2728560"/>
                  <a:ext cx="1519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724EA5E-2CE6-B92D-DD8F-69C9D41A1EEB}"/>
                    </a:ext>
                  </a:extLst>
                </p14:cNvPr>
                <p14:cNvContentPartPr/>
                <p14:nvPr/>
              </p14:nvContentPartPr>
              <p14:xfrm>
                <a:off x="1066920" y="2705880"/>
                <a:ext cx="21600" cy="11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724EA5E-2CE6-B92D-DD8F-69C9D41A1EE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48920" y="2687880"/>
                  <a:ext cx="572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16AC60-A0A8-2343-A054-B074194A5CCF}"/>
                    </a:ext>
                  </a:extLst>
                </p14:cNvPr>
                <p14:cNvContentPartPr/>
                <p14:nvPr/>
              </p14:nvContentPartPr>
              <p14:xfrm>
                <a:off x="1115160" y="2694000"/>
                <a:ext cx="45360" cy="62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16AC60-A0A8-2343-A054-B074194A5CC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97160" y="2676360"/>
                  <a:ext cx="810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13DD19C-B072-5758-6364-290B014391E9}"/>
                    </a:ext>
                  </a:extLst>
                </p14:cNvPr>
                <p14:cNvContentPartPr/>
                <p14:nvPr/>
              </p14:nvContentPartPr>
              <p14:xfrm>
                <a:off x="1162680" y="2346240"/>
                <a:ext cx="312480" cy="230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13DD19C-B072-5758-6364-290B014391E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44680" y="2328240"/>
                  <a:ext cx="3481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FB6A917-7947-75A7-DDE6-1BA6D17C29B8}"/>
                    </a:ext>
                  </a:extLst>
                </p14:cNvPr>
                <p14:cNvContentPartPr/>
                <p14:nvPr/>
              </p14:nvContentPartPr>
              <p14:xfrm>
                <a:off x="1563720" y="2426520"/>
                <a:ext cx="74160" cy="90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FB6A917-7947-75A7-DDE6-1BA6D17C29B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46080" y="2408880"/>
                  <a:ext cx="1098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C710BD5-7516-2D99-4B6B-371C830AFA03}"/>
                    </a:ext>
                  </a:extLst>
                </p14:cNvPr>
                <p14:cNvContentPartPr/>
                <p14:nvPr/>
              </p14:nvContentPartPr>
              <p14:xfrm>
                <a:off x="1682880" y="2200800"/>
                <a:ext cx="99360" cy="100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C710BD5-7516-2D99-4B6B-371C830AFA0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65240" y="2183160"/>
                  <a:ext cx="135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32F9A58-B253-0311-82D0-D24F5329EB74}"/>
                    </a:ext>
                  </a:extLst>
                </p14:cNvPr>
                <p14:cNvContentPartPr/>
                <p14:nvPr/>
              </p14:nvContentPartPr>
              <p14:xfrm>
                <a:off x="1853520" y="1925040"/>
                <a:ext cx="140760" cy="198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32F9A58-B253-0311-82D0-D24F5329EB7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835520" y="1907040"/>
                  <a:ext cx="1764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3BBEEBD-3EDB-E982-A7FB-84E3D9EE7B12}"/>
                    </a:ext>
                  </a:extLst>
                </p14:cNvPr>
                <p14:cNvContentPartPr/>
                <p14:nvPr/>
              </p14:nvContentPartPr>
              <p14:xfrm>
                <a:off x="1460400" y="2894880"/>
                <a:ext cx="42480" cy="56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3BBEEBD-3EDB-E982-A7FB-84E3D9EE7B1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42400" y="2876880"/>
                  <a:ext cx="78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1F54982-1E81-B686-0403-C145121285D9}"/>
                    </a:ext>
                  </a:extLst>
                </p14:cNvPr>
                <p14:cNvContentPartPr/>
                <p14:nvPr/>
              </p14:nvContentPartPr>
              <p14:xfrm>
                <a:off x="1550400" y="2999280"/>
                <a:ext cx="10800" cy="17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1F54982-1E81-B686-0403-C145121285D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32400" y="2981640"/>
                  <a:ext cx="464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68B3505-F95A-9706-621A-5232BB29F1F5}"/>
                    </a:ext>
                  </a:extLst>
                </p14:cNvPr>
                <p14:cNvContentPartPr/>
                <p14:nvPr/>
              </p14:nvContentPartPr>
              <p14:xfrm>
                <a:off x="1590360" y="2684640"/>
                <a:ext cx="267480" cy="165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68B3505-F95A-9706-621A-5232BB29F1F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572720" y="2667000"/>
                  <a:ext cx="3031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1A737E2-2266-504B-1F25-4C44A2D16E53}"/>
                    </a:ext>
                  </a:extLst>
                </p14:cNvPr>
                <p14:cNvContentPartPr/>
                <p14:nvPr/>
              </p14:nvContentPartPr>
              <p14:xfrm>
                <a:off x="1901400" y="2686440"/>
                <a:ext cx="79560" cy="75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1A737E2-2266-504B-1F25-4C44A2D16E5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883400" y="2668800"/>
                  <a:ext cx="115200" cy="110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3F0DD74-8327-9296-31C3-77F91E64A72E}"/>
                  </a:ext>
                </a:extLst>
              </p14:cNvPr>
              <p14:cNvContentPartPr/>
              <p14:nvPr/>
            </p14:nvContentPartPr>
            <p14:xfrm>
              <a:off x="5007840" y="4740600"/>
              <a:ext cx="835920" cy="7502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3F0DD74-8327-9296-31C3-77F91E64A72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989840" y="4722960"/>
                <a:ext cx="871560" cy="78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6DE2C98-914B-F1F5-62CF-FB39592524D3}"/>
                  </a:ext>
                </a:extLst>
              </p14:cNvPr>
              <p14:cNvContentPartPr/>
              <p14:nvPr/>
            </p14:nvContentPartPr>
            <p14:xfrm>
              <a:off x="677400" y="3763920"/>
              <a:ext cx="28440" cy="169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6DE2C98-914B-F1F5-62CF-FB39592524D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59760" y="3745920"/>
                <a:ext cx="64080" cy="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D07CD04B-D2A1-25EB-3D37-F5E5E481565C}"/>
              </a:ext>
            </a:extLst>
          </p:cNvPr>
          <p:cNvGrpSpPr/>
          <p:nvPr/>
        </p:nvGrpSpPr>
        <p:grpSpPr>
          <a:xfrm>
            <a:off x="1030200" y="3859680"/>
            <a:ext cx="1464480" cy="1840320"/>
            <a:chOff x="1030200" y="3859680"/>
            <a:chExt cx="1464480" cy="184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FDAFE0C-A8A2-D7BF-0F92-96D5DA90830E}"/>
                    </a:ext>
                  </a:extLst>
                </p14:cNvPr>
                <p14:cNvContentPartPr/>
                <p14:nvPr/>
              </p14:nvContentPartPr>
              <p14:xfrm>
                <a:off x="1030200" y="3859680"/>
                <a:ext cx="497160" cy="1344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FDAFE0C-A8A2-D7BF-0F92-96D5DA90830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12560" y="3841680"/>
                  <a:ext cx="532800" cy="13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F1E503B-1AB8-B4D5-FF15-39757A8E4018}"/>
                    </a:ext>
                  </a:extLst>
                </p14:cNvPr>
                <p14:cNvContentPartPr/>
                <p14:nvPr/>
              </p14:nvContentPartPr>
              <p14:xfrm>
                <a:off x="1473360" y="5076840"/>
                <a:ext cx="145800" cy="132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F1E503B-1AB8-B4D5-FF15-39757A8E401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455720" y="5059200"/>
                  <a:ext cx="1814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9A5B1E9-7D51-4A14-07AB-67E5D83CED62}"/>
                    </a:ext>
                  </a:extLst>
                </p14:cNvPr>
                <p14:cNvContentPartPr/>
                <p14:nvPr/>
              </p14:nvContentPartPr>
              <p14:xfrm>
                <a:off x="1620600" y="5587320"/>
                <a:ext cx="129240" cy="112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9A5B1E9-7D51-4A14-07AB-67E5D83CED6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02960" y="5569320"/>
                  <a:ext cx="1648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E95F44E-2BA3-BE08-C38E-753D71397CF4}"/>
                    </a:ext>
                  </a:extLst>
                </p14:cNvPr>
                <p14:cNvContentPartPr/>
                <p14:nvPr/>
              </p14:nvContentPartPr>
              <p14:xfrm>
                <a:off x="1582800" y="5478960"/>
                <a:ext cx="24120" cy="3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E95F44E-2BA3-BE08-C38E-753D71397CF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65160" y="5461320"/>
                  <a:ext cx="597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F79894D-3762-FC45-9FFB-B6E7C72B2694}"/>
                    </a:ext>
                  </a:extLst>
                </p14:cNvPr>
                <p14:cNvContentPartPr/>
                <p14:nvPr/>
              </p14:nvContentPartPr>
              <p14:xfrm>
                <a:off x="1866120" y="5507760"/>
                <a:ext cx="96480" cy="173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F79894D-3762-FC45-9FFB-B6E7C72B269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48120" y="5489760"/>
                  <a:ext cx="132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68B2476-AD46-637A-C5CA-670F9D6C3131}"/>
                    </a:ext>
                  </a:extLst>
                </p14:cNvPr>
                <p14:cNvContentPartPr/>
                <p14:nvPr/>
              </p14:nvContentPartPr>
              <p14:xfrm>
                <a:off x="1992120" y="5436840"/>
                <a:ext cx="25560" cy="16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68B2476-AD46-637A-C5CA-670F9D6C313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974120" y="5418840"/>
                  <a:ext cx="612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AE385F4-FCB7-63A9-60EE-38FE846A8DD0}"/>
                    </a:ext>
                  </a:extLst>
                </p14:cNvPr>
                <p14:cNvContentPartPr/>
                <p14:nvPr/>
              </p14:nvContentPartPr>
              <p14:xfrm>
                <a:off x="2059440" y="5409120"/>
                <a:ext cx="28800" cy="57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AE385F4-FCB7-63A9-60EE-38FE846A8DD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041800" y="5391480"/>
                  <a:ext cx="644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6B87473-5B8A-18E6-CA58-DEE2AD2C97F4}"/>
                    </a:ext>
                  </a:extLst>
                </p14:cNvPr>
                <p14:cNvContentPartPr/>
                <p14:nvPr/>
              </p14:nvContentPartPr>
              <p14:xfrm>
                <a:off x="2131800" y="5315160"/>
                <a:ext cx="129960" cy="81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6B87473-5B8A-18E6-CA58-DEE2AD2C97F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114160" y="5297520"/>
                  <a:ext cx="1656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E3D58D7-6A97-73B9-5C52-433439807ABC}"/>
                    </a:ext>
                  </a:extLst>
                </p14:cNvPr>
                <p14:cNvContentPartPr/>
                <p14:nvPr/>
              </p14:nvContentPartPr>
              <p14:xfrm>
                <a:off x="2089320" y="5206440"/>
                <a:ext cx="20160" cy="5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E3D58D7-6A97-73B9-5C52-433439807AB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71680" y="5188440"/>
                  <a:ext cx="558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CE2DB7B-8AB3-448C-3FE6-AEEBA54B75F6}"/>
                    </a:ext>
                  </a:extLst>
                </p14:cNvPr>
                <p14:cNvContentPartPr/>
                <p14:nvPr/>
              </p14:nvContentPartPr>
              <p14:xfrm>
                <a:off x="2396760" y="5264760"/>
                <a:ext cx="97920" cy="151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CE2DB7B-8AB3-448C-3FE6-AEEBA54B75F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379120" y="5246760"/>
                  <a:ext cx="13356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92D889C-53CD-5ABB-EB08-A322E07ABBD8}"/>
              </a:ext>
            </a:extLst>
          </p:cNvPr>
          <p:cNvGrpSpPr/>
          <p:nvPr/>
        </p:nvGrpSpPr>
        <p:grpSpPr>
          <a:xfrm>
            <a:off x="2870160" y="3762840"/>
            <a:ext cx="36360" cy="48240"/>
            <a:chOff x="2870160" y="3762840"/>
            <a:chExt cx="36360" cy="4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B0D3F76-D08A-BC0A-DB15-30B0AB0C54CC}"/>
                    </a:ext>
                  </a:extLst>
                </p14:cNvPr>
                <p14:cNvContentPartPr/>
                <p14:nvPr/>
              </p14:nvContentPartPr>
              <p14:xfrm>
                <a:off x="2870160" y="3762840"/>
                <a:ext cx="25200" cy="18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B0D3F76-D08A-BC0A-DB15-30B0AB0C54C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852520" y="3744840"/>
                  <a:ext cx="608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633F351-552E-6910-86CC-8701AC558AEF}"/>
                    </a:ext>
                  </a:extLst>
                </p14:cNvPr>
                <p14:cNvContentPartPr/>
                <p14:nvPr/>
              </p14:nvContentPartPr>
              <p14:xfrm>
                <a:off x="2870160" y="3765360"/>
                <a:ext cx="36360" cy="45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633F351-552E-6910-86CC-8701AC558AE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852160" y="3747720"/>
                  <a:ext cx="7200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B4C036C-77F0-E94B-7AE2-AAA7225D3E76}"/>
              </a:ext>
            </a:extLst>
          </p:cNvPr>
          <p:cNvGrpSpPr/>
          <p:nvPr/>
        </p:nvGrpSpPr>
        <p:grpSpPr>
          <a:xfrm>
            <a:off x="2786280" y="2949600"/>
            <a:ext cx="685080" cy="420120"/>
            <a:chOff x="2786280" y="2949600"/>
            <a:chExt cx="685080" cy="42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878492E-87EB-6863-FC0C-5748C09440AE}"/>
                    </a:ext>
                  </a:extLst>
                </p14:cNvPr>
                <p14:cNvContentPartPr/>
                <p14:nvPr/>
              </p14:nvContentPartPr>
              <p14:xfrm>
                <a:off x="2838840" y="3269280"/>
                <a:ext cx="118800" cy="100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878492E-87EB-6863-FC0C-5748C09440A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20840" y="3251640"/>
                  <a:ext cx="1544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1D43515-8D05-23BD-6B62-DB605E17D208}"/>
                    </a:ext>
                  </a:extLst>
                </p14:cNvPr>
                <p14:cNvContentPartPr/>
                <p14:nvPr/>
              </p14:nvContentPartPr>
              <p14:xfrm>
                <a:off x="2786280" y="3124200"/>
                <a:ext cx="28440" cy="28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1D43515-8D05-23BD-6B62-DB605E17D20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68640" y="3106560"/>
                  <a:ext cx="640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D6F892E-2802-E79B-94C9-0DD6AB1637E0}"/>
                    </a:ext>
                  </a:extLst>
                </p14:cNvPr>
                <p14:cNvContentPartPr/>
                <p14:nvPr/>
              </p14:nvContentPartPr>
              <p14:xfrm>
                <a:off x="3000840" y="3242280"/>
                <a:ext cx="78480" cy="90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D6F892E-2802-E79B-94C9-0DD6AB1637E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983200" y="3224280"/>
                  <a:ext cx="1141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ABB6824-6B87-7511-004E-42BEBF839481}"/>
                    </a:ext>
                  </a:extLst>
                </p14:cNvPr>
                <p14:cNvContentPartPr/>
                <p14:nvPr/>
              </p14:nvContentPartPr>
              <p14:xfrm>
                <a:off x="3057720" y="3182160"/>
                <a:ext cx="28800" cy="45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ABB6824-6B87-7511-004E-42BEBF83948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40080" y="3164160"/>
                  <a:ext cx="644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34B14BA-A51D-BF1B-FA8D-6AA379563E8A}"/>
                    </a:ext>
                  </a:extLst>
                </p14:cNvPr>
                <p14:cNvContentPartPr/>
                <p14:nvPr/>
              </p14:nvContentPartPr>
              <p14:xfrm>
                <a:off x="3101640" y="3254880"/>
                <a:ext cx="16200" cy="21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34B14BA-A51D-BF1B-FA8D-6AA379563E8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84000" y="3236880"/>
                  <a:ext cx="518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5FB2F60-3D56-3BF4-8F9B-1A8402F8512C}"/>
                    </a:ext>
                  </a:extLst>
                </p14:cNvPr>
                <p14:cNvContentPartPr/>
                <p14:nvPr/>
              </p14:nvContentPartPr>
              <p14:xfrm>
                <a:off x="3165360" y="3063000"/>
                <a:ext cx="111960" cy="98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5FB2F60-3D56-3BF4-8F9B-1A8402F8512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147720" y="3045000"/>
                  <a:ext cx="1476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8CC9345-C23B-C20E-62FC-06B31D4F5007}"/>
                    </a:ext>
                  </a:extLst>
                </p14:cNvPr>
                <p14:cNvContentPartPr/>
                <p14:nvPr/>
              </p14:nvContentPartPr>
              <p14:xfrm>
                <a:off x="3130440" y="2949600"/>
                <a:ext cx="27720" cy="12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8CC9345-C23B-C20E-62FC-06B31D4F500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112440" y="2931600"/>
                  <a:ext cx="633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45ADB56-8D58-662A-FD8C-9C61878D68A9}"/>
                    </a:ext>
                  </a:extLst>
                </p14:cNvPr>
                <p14:cNvContentPartPr/>
                <p14:nvPr/>
              </p14:nvContentPartPr>
              <p14:xfrm>
                <a:off x="3348240" y="3032040"/>
                <a:ext cx="123120" cy="954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45ADB56-8D58-662A-FD8C-9C61878D68A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330240" y="3014040"/>
                  <a:ext cx="158760" cy="13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046BF80-A73E-9B0F-E4BB-7F16543A6DF3}"/>
                  </a:ext>
                </a:extLst>
              </p14:cNvPr>
              <p14:cNvContentPartPr/>
              <p14:nvPr/>
            </p14:nvContentPartPr>
            <p14:xfrm>
              <a:off x="661920" y="4836000"/>
              <a:ext cx="108720" cy="666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046BF80-A73E-9B0F-E4BB-7F16543A6DF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643920" y="4818000"/>
                <a:ext cx="144360" cy="10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CA6FA327-53D9-4F9E-73F9-93D60EE83E48}"/>
              </a:ext>
            </a:extLst>
          </p:cNvPr>
          <p:cNvGrpSpPr/>
          <p:nvPr/>
        </p:nvGrpSpPr>
        <p:grpSpPr>
          <a:xfrm>
            <a:off x="400200" y="5370600"/>
            <a:ext cx="826200" cy="619920"/>
            <a:chOff x="400200" y="5370600"/>
            <a:chExt cx="826200" cy="61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27DD238-6B36-0E94-4FB4-2E5EA794821B}"/>
                    </a:ext>
                  </a:extLst>
                </p14:cNvPr>
                <p14:cNvContentPartPr/>
                <p14:nvPr/>
              </p14:nvContentPartPr>
              <p14:xfrm>
                <a:off x="452400" y="5862000"/>
                <a:ext cx="190080" cy="128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27DD238-6B36-0E94-4FB4-2E5EA794821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4760" y="5844000"/>
                  <a:ext cx="2257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BB7781C-3838-32C1-B641-A5888EE4CECB}"/>
                    </a:ext>
                  </a:extLst>
                </p14:cNvPr>
                <p14:cNvContentPartPr/>
                <p14:nvPr/>
              </p14:nvContentPartPr>
              <p14:xfrm>
                <a:off x="400200" y="5748600"/>
                <a:ext cx="14400" cy="6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BB7781C-3838-32C1-B641-A5888EE4CEC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2200" y="5730960"/>
                  <a:ext cx="50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91B261D-5814-F043-640C-C8F424739854}"/>
                    </a:ext>
                  </a:extLst>
                </p14:cNvPr>
                <p14:cNvContentPartPr/>
                <p14:nvPr/>
              </p14:nvContentPartPr>
              <p14:xfrm>
                <a:off x="748680" y="5743200"/>
                <a:ext cx="139680" cy="77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91B261D-5814-F043-640C-C8F42473985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30680" y="5725200"/>
                  <a:ext cx="1753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F1DFEA0-8A55-476C-8641-5C7DB794B13F}"/>
                    </a:ext>
                  </a:extLst>
                </p14:cNvPr>
                <p14:cNvContentPartPr/>
                <p14:nvPr/>
              </p14:nvContentPartPr>
              <p14:xfrm>
                <a:off x="879720" y="5574360"/>
                <a:ext cx="38520" cy="42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F1DFEA0-8A55-476C-8641-5C7DB794B13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62080" y="5556360"/>
                  <a:ext cx="741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643B1E3-5B74-9506-85A7-B2F94AF7376A}"/>
                    </a:ext>
                  </a:extLst>
                </p14:cNvPr>
                <p14:cNvContentPartPr/>
                <p14:nvPr/>
              </p14:nvContentPartPr>
              <p14:xfrm>
                <a:off x="927960" y="5616120"/>
                <a:ext cx="29160" cy="39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643B1E3-5B74-9506-85A7-B2F94AF7376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10320" y="5598120"/>
                  <a:ext cx="648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9E214D7-BC7F-3C4A-0E22-7CDEFEC0E4BD}"/>
                    </a:ext>
                  </a:extLst>
                </p14:cNvPr>
                <p14:cNvContentPartPr/>
                <p14:nvPr/>
              </p14:nvContentPartPr>
              <p14:xfrm>
                <a:off x="961800" y="5493000"/>
                <a:ext cx="148320" cy="80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9E214D7-BC7F-3C4A-0E22-7CDEFEC0E4B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43800" y="5475360"/>
                  <a:ext cx="1839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A63CF59-3691-48B0-32D0-259DB6052D5F}"/>
                    </a:ext>
                  </a:extLst>
                </p14:cNvPr>
                <p14:cNvContentPartPr/>
                <p14:nvPr/>
              </p14:nvContentPartPr>
              <p14:xfrm>
                <a:off x="933720" y="5372400"/>
                <a:ext cx="21960" cy="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A63CF59-3691-48B0-32D0-259DB6052D5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15720" y="5354400"/>
                  <a:ext cx="576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0372487-DCE6-E492-4742-EC25B1D60F81}"/>
                    </a:ext>
                  </a:extLst>
                </p14:cNvPr>
                <p14:cNvContentPartPr/>
                <p14:nvPr/>
              </p14:nvContentPartPr>
              <p14:xfrm>
                <a:off x="1155120" y="5370600"/>
                <a:ext cx="71280" cy="169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0372487-DCE6-E492-4742-EC25B1D60F8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37120" y="5352600"/>
                  <a:ext cx="106920" cy="20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4620212-6CBF-F062-475F-25165EFB7A9F}"/>
                  </a:ext>
                </a:extLst>
              </p14:cNvPr>
              <p14:cNvContentPartPr/>
              <p14:nvPr/>
            </p14:nvContentPartPr>
            <p14:xfrm>
              <a:off x="160800" y="4646640"/>
              <a:ext cx="1257840" cy="16938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4620212-6CBF-F062-475F-25165EFB7A9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42800" y="4628640"/>
                <a:ext cx="1293480" cy="172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163CA095-306C-F976-7245-2215FD77DD21}"/>
                  </a:ext>
                </a:extLst>
              </p14:cNvPr>
              <p14:cNvContentPartPr/>
              <p14:nvPr/>
            </p14:nvContentPartPr>
            <p14:xfrm>
              <a:off x="2583240" y="2641800"/>
              <a:ext cx="1199880" cy="13024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163CA095-306C-F976-7245-2215FD77DD2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2565240" y="2624160"/>
                <a:ext cx="1235520" cy="133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4B7AF99B-AE70-DE75-58EF-A4F1BAACB9F8}"/>
                  </a:ext>
                </a:extLst>
              </p14:cNvPr>
              <p14:cNvContentPartPr/>
              <p14:nvPr/>
            </p14:nvContentPartPr>
            <p14:xfrm>
              <a:off x="394440" y="3291600"/>
              <a:ext cx="2402280" cy="27032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4B7AF99B-AE70-DE75-58EF-A4F1BAACB9F8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376440" y="3273600"/>
                <a:ext cx="2437920" cy="273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1392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0CE8-8591-FD2D-F755-8CA9604C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paper with black text&#10;&#10;Description automatically generated">
            <a:extLst>
              <a:ext uri="{FF2B5EF4-FFF2-40B4-BE49-F238E27FC236}">
                <a16:creationId xmlns:a16="http://schemas.microsoft.com/office/drawing/2014/main" id="{F86F6DC3-AC14-1869-FF86-DD653F8C7F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720" y="1789044"/>
            <a:ext cx="7544603" cy="347494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26C24-EB2F-7995-710F-D456F46ED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9E0D3B82-77A9-DB1F-00C3-A6B9B028D36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188181" y="4017397"/>
            <a:ext cx="5318332" cy="221046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D2C360B4-BA38-010D-1F1A-DBAB32D9CB1E}"/>
              </a:ext>
            </a:extLst>
          </p:cNvPr>
          <p:cNvGrpSpPr/>
          <p:nvPr/>
        </p:nvGrpSpPr>
        <p:grpSpPr>
          <a:xfrm>
            <a:off x="1150080" y="3678600"/>
            <a:ext cx="752040" cy="636480"/>
            <a:chOff x="1150080" y="3678600"/>
            <a:chExt cx="752040" cy="63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3C85CDC-9361-C90F-D2DB-62EBA1B6F954}"/>
                    </a:ext>
                  </a:extLst>
                </p14:cNvPr>
                <p14:cNvContentPartPr/>
                <p14:nvPr/>
              </p14:nvContentPartPr>
              <p14:xfrm>
                <a:off x="1150080" y="4081800"/>
                <a:ext cx="160920" cy="233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3C85CDC-9361-C90F-D2DB-62EBA1B6F9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32440" y="4064160"/>
                  <a:ext cx="19656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C673427-A2FE-D450-CD27-27C9761E27E1}"/>
                    </a:ext>
                  </a:extLst>
                </p14:cNvPr>
                <p14:cNvContentPartPr/>
                <p14:nvPr/>
              </p14:nvContentPartPr>
              <p14:xfrm>
                <a:off x="1193280" y="4005480"/>
                <a:ext cx="163800" cy="148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C673427-A2FE-D450-CD27-27C9761E27E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75640" y="3987480"/>
                  <a:ext cx="1994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C623C62-C346-5144-5D1B-7EB73FEEA80D}"/>
                    </a:ext>
                  </a:extLst>
                </p14:cNvPr>
                <p14:cNvContentPartPr/>
                <p14:nvPr/>
              </p14:nvContentPartPr>
              <p14:xfrm>
                <a:off x="1412160" y="4019880"/>
                <a:ext cx="81000" cy="70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C623C62-C346-5144-5D1B-7EB73FEEA80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94160" y="4002240"/>
                  <a:ext cx="1166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D2D774D-5FAC-765E-9F8E-7902E61AC490}"/>
                    </a:ext>
                  </a:extLst>
                </p14:cNvPr>
                <p14:cNvContentPartPr/>
                <p14:nvPr/>
              </p14:nvContentPartPr>
              <p14:xfrm>
                <a:off x="1499280" y="3842760"/>
                <a:ext cx="129240" cy="191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D2D774D-5FAC-765E-9F8E-7902E61AC49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81280" y="3825120"/>
                  <a:ext cx="1648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374AADB-795D-63EB-BD66-0741DBAB7C40}"/>
                    </a:ext>
                  </a:extLst>
                </p14:cNvPr>
                <p14:cNvContentPartPr/>
                <p14:nvPr/>
              </p14:nvContentPartPr>
              <p14:xfrm>
                <a:off x="1662720" y="3837000"/>
                <a:ext cx="140040" cy="100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374AADB-795D-63EB-BD66-0741DBAB7C4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44720" y="3819000"/>
                  <a:ext cx="1756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95F7400-163A-19D2-92A8-04832DD62453}"/>
                    </a:ext>
                  </a:extLst>
                </p14:cNvPr>
                <p14:cNvContentPartPr/>
                <p14:nvPr/>
              </p14:nvContentPartPr>
              <p14:xfrm>
                <a:off x="1786920" y="3678600"/>
                <a:ext cx="115200" cy="228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95F7400-163A-19D2-92A8-04832DD624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69280" y="3660600"/>
                  <a:ext cx="15084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1AB1E01-5B9E-6E8B-7119-547B7DEE74ED}"/>
              </a:ext>
            </a:extLst>
          </p:cNvPr>
          <p:cNvGrpSpPr/>
          <p:nvPr/>
        </p:nvGrpSpPr>
        <p:grpSpPr>
          <a:xfrm>
            <a:off x="3918480" y="3552240"/>
            <a:ext cx="934920" cy="559080"/>
            <a:chOff x="3918480" y="3552240"/>
            <a:chExt cx="934920" cy="55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3C38E6E-3F8E-10FC-CB86-9FB8680CA5B4}"/>
                    </a:ext>
                  </a:extLst>
                </p14:cNvPr>
                <p14:cNvContentPartPr/>
                <p14:nvPr/>
              </p14:nvContentPartPr>
              <p14:xfrm>
                <a:off x="3918480" y="3922320"/>
                <a:ext cx="72000" cy="189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3C38E6E-3F8E-10FC-CB86-9FB8680CA5B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00840" y="3904320"/>
                  <a:ext cx="1076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3069008-DBEE-E4D8-E92B-32DB146023B1}"/>
                    </a:ext>
                  </a:extLst>
                </p14:cNvPr>
                <p14:cNvContentPartPr/>
                <p14:nvPr/>
              </p14:nvContentPartPr>
              <p14:xfrm>
                <a:off x="3923160" y="3798480"/>
                <a:ext cx="167400" cy="197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3069008-DBEE-E4D8-E92B-32DB146023B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905160" y="3780840"/>
                  <a:ext cx="203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2EA9F28-C24E-0BE4-705D-C6001136251F}"/>
                    </a:ext>
                  </a:extLst>
                </p14:cNvPr>
                <p14:cNvContentPartPr/>
                <p14:nvPr/>
              </p14:nvContentPartPr>
              <p14:xfrm>
                <a:off x="4193160" y="3832320"/>
                <a:ext cx="85680" cy="107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2EA9F28-C24E-0BE4-705D-C600113625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75520" y="3814680"/>
                  <a:ext cx="121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EA177FB-B770-611A-A9B7-D26FA96647EB}"/>
                    </a:ext>
                  </a:extLst>
                </p14:cNvPr>
                <p14:cNvContentPartPr/>
                <p14:nvPr/>
              </p14:nvContentPartPr>
              <p14:xfrm>
                <a:off x="4368120" y="3663480"/>
                <a:ext cx="143280" cy="209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EA177FB-B770-611A-A9B7-D26FA96647E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50480" y="3645480"/>
                  <a:ext cx="178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B6ED29B-545C-F73A-951D-29E9F388BEB4}"/>
                    </a:ext>
                  </a:extLst>
                </p14:cNvPr>
                <p14:cNvContentPartPr/>
                <p14:nvPr/>
              </p14:nvContentPartPr>
              <p14:xfrm>
                <a:off x="4542360" y="3691200"/>
                <a:ext cx="106560" cy="87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B6ED29B-545C-F73A-951D-29E9F388BEB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24360" y="3673560"/>
                  <a:ext cx="1422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F98A3B0-4CC2-DB4C-C528-17F1C83A827D}"/>
                    </a:ext>
                  </a:extLst>
                </p14:cNvPr>
                <p14:cNvContentPartPr/>
                <p14:nvPr/>
              </p14:nvContentPartPr>
              <p14:xfrm>
                <a:off x="4691400" y="3552240"/>
                <a:ext cx="162000" cy="131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F98A3B0-4CC2-DB4C-C528-17F1C83A827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673400" y="3534600"/>
                  <a:ext cx="19764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59A301-C36F-95A9-4853-B75FBC8AB130}"/>
              </a:ext>
            </a:extLst>
          </p:cNvPr>
          <p:cNvGrpSpPr/>
          <p:nvPr/>
        </p:nvGrpSpPr>
        <p:grpSpPr>
          <a:xfrm>
            <a:off x="2920920" y="5786400"/>
            <a:ext cx="920880" cy="344160"/>
            <a:chOff x="2920920" y="5786400"/>
            <a:chExt cx="92088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0C97B78-0F0D-CC2E-2C5E-5D510354CCC8}"/>
                    </a:ext>
                  </a:extLst>
                </p14:cNvPr>
                <p14:cNvContentPartPr/>
                <p14:nvPr/>
              </p14:nvContentPartPr>
              <p14:xfrm>
                <a:off x="2920920" y="5909520"/>
                <a:ext cx="94320" cy="221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0C97B78-0F0D-CC2E-2C5E-5D510354CCC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02920" y="5891880"/>
                  <a:ext cx="1299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2C7D574-E1BA-B461-C403-6807698440A5}"/>
                    </a:ext>
                  </a:extLst>
                </p14:cNvPr>
                <p14:cNvContentPartPr/>
                <p14:nvPr/>
              </p14:nvContentPartPr>
              <p14:xfrm>
                <a:off x="2937480" y="5904480"/>
                <a:ext cx="177120" cy="108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2C7D574-E1BA-B461-C403-6807698440A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19840" y="5886480"/>
                  <a:ext cx="2127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81DA072-EE59-CA64-A292-D4F5B315CB75}"/>
                    </a:ext>
                  </a:extLst>
                </p14:cNvPr>
                <p14:cNvContentPartPr/>
                <p14:nvPr/>
              </p14:nvContentPartPr>
              <p14:xfrm>
                <a:off x="3209280" y="5901600"/>
                <a:ext cx="86400" cy="11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81DA072-EE59-CA64-A292-D4F5B315CB7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91280" y="5883600"/>
                  <a:ext cx="1220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47527D3-5D01-DE45-CE40-F30082D525D5}"/>
                    </a:ext>
                  </a:extLst>
                </p14:cNvPr>
                <p14:cNvContentPartPr/>
                <p14:nvPr/>
              </p14:nvContentPartPr>
              <p14:xfrm>
                <a:off x="3392880" y="5796840"/>
                <a:ext cx="123480" cy="182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47527D3-5D01-DE45-CE40-F30082D525D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74880" y="5779200"/>
                  <a:ext cx="1591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901E18A-A6E2-9233-1F10-9B788EFE3D4D}"/>
                    </a:ext>
                  </a:extLst>
                </p14:cNvPr>
                <p14:cNvContentPartPr/>
                <p14:nvPr/>
              </p14:nvContentPartPr>
              <p14:xfrm>
                <a:off x="3575040" y="5822400"/>
                <a:ext cx="61920" cy="113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901E18A-A6E2-9233-1F10-9B788EFE3D4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557040" y="5804760"/>
                  <a:ext cx="975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EB20256-3BF9-EE33-31DB-33F74C84CC9D}"/>
                    </a:ext>
                  </a:extLst>
                </p14:cNvPr>
                <p14:cNvContentPartPr/>
                <p14:nvPr/>
              </p14:nvContentPartPr>
              <p14:xfrm>
                <a:off x="3714360" y="5786400"/>
                <a:ext cx="127440" cy="161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EB20256-3BF9-EE33-31DB-33F74C84CC9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696720" y="5768760"/>
                  <a:ext cx="163080" cy="19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B1DA03F-4003-8951-6A80-515EA56B0B82}"/>
                  </a:ext>
                </a:extLst>
              </p14:cNvPr>
              <p14:cNvContentPartPr/>
              <p14:nvPr/>
            </p14:nvContentPartPr>
            <p14:xfrm>
              <a:off x="5443080" y="3629280"/>
              <a:ext cx="360" cy="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B1DA03F-4003-8951-6A80-515EA56B0B8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5425440" y="3611640"/>
                <a:ext cx="360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FF7D7131-13FE-3B78-58BD-798EB8B2541D}"/>
                  </a:ext>
                </a:extLst>
              </p14:cNvPr>
              <p14:cNvContentPartPr/>
              <p14:nvPr/>
            </p14:nvContentPartPr>
            <p14:xfrm>
              <a:off x="7407240" y="3172800"/>
              <a:ext cx="297000" cy="33433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FF7D7131-13FE-3B78-58BD-798EB8B2541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389600" y="3155160"/>
                <a:ext cx="332640" cy="337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9F0DDB0D-434F-3FCC-CA88-4AE91334D6E1}"/>
              </a:ext>
            </a:extLst>
          </p:cNvPr>
          <p:cNvGrpSpPr/>
          <p:nvPr/>
        </p:nvGrpSpPr>
        <p:grpSpPr>
          <a:xfrm>
            <a:off x="8221560" y="3160200"/>
            <a:ext cx="1266480" cy="3369600"/>
            <a:chOff x="8221560" y="3160200"/>
            <a:chExt cx="1266480" cy="336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ECE21A-223C-74D1-1790-268FF082DD0C}"/>
                    </a:ext>
                  </a:extLst>
                </p14:cNvPr>
                <p14:cNvContentPartPr/>
                <p14:nvPr/>
              </p14:nvContentPartPr>
              <p14:xfrm>
                <a:off x="8221560" y="3366120"/>
                <a:ext cx="95760" cy="275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ECE21A-223C-74D1-1790-268FF082DD0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203560" y="3348480"/>
                  <a:ext cx="1314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56D752A-3C5E-9DBE-E752-8480383596D9}"/>
                    </a:ext>
                  </a:extLst>
                </p14:cNvPr>
                <p14:cNvContentPartPr/>
                <p14:nvPr/>
              </p14:nvContentPartPr>
              <p14:xfrm>
                <a:off x="8306880" y="3409320"/>
                <a:ext cx="99720" cy="128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56D752A-3C5E-9DBE-E752-8480383596D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288880" y="3391320"/>
                  <a:ext cx="135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8A2C1E5-7F43-F654-4AE1-592267FB65C7}"/>
                    </a:ext>
                  </a:extLst>
                </p14:cNvPr>
                <p14:cNvContentPartPr/>
                <p14:nvPr/>
              </p14:nvContentPartPr>
              <p14:xfrm>
                <a:off x="8538720" y="3435600"/>
                <a:ext cx="145080" cy="120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8A2C1E5-7F43-F654-4AE1-592267FB65C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20720" y="3417600"/>
                  <a:ext cx="1807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7990A6E-2685-4ACD-14FF-12ECB99D34CF}"/>
                    </a:ext>
                  </a:extLst>
                </p14:cNvPr>
                <p14:cNvContentPartPr/>
                <p14:nvPr/>
              </p14:nvContentPartPr>
              <p14:xfrm>
                <a:off x="8794320" y="3383400"/>
                <a:ext cx="143280" cy="15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7990A6E-2685-4ACD-14FF-12ECB99D34C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776320" y="3365760"/>
                  <a:ext cx="1789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DC005C8-058F-6FAD-5D4D-AD2D8557B632}"/>
                    </a:ext>
                  </a:extLst>
                </p14:cNvPr>
                <p14:cNvContentPartPr/>
                <p14:nvPr/>
              </p14:nvContentPartPr>
              <p14:xfrm>
                <a:off x="9124080" y="3160200"/>
                <a:ext cx="363960" cy="3369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DC005C8-058F-6FAD-5D4D-AD2D8557B63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06080" y="3142560"/>
                  <a:ext cx="399600" cy="340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6A8D666-6962-A1E7-D6D6-1343612B0D3A}"/>
              </a:ext>
            </a:extLst>
          </p:cNvPr>
          <p:cNvGrpSpPr/>
          <p:nvPr/>
        </p:nvGrpSpPr>
        <p:grpSpPr>
          <a:xfrm>
            <a:off x="7622880" y="3826560"/>
            <a:ext cx="535320" cy="464400"/>
            <a:chOff x="7622880" y="3826560"/>
            <a:chExt cx="535320" cy="46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D70A5A4-9185-9079-7E2C-B9D68E9269A0}"/>
                    </a:ext>
                  </a:extLst>
                </p14:cNvPr>
                <p14:cNvContentPartPr/>
                <p14:nvPr/>
              </p14:nvContentPartPr>
              <p14:xfrm>
                <a:off x="7716120" y="3979920"/>
                <a:ext cx="199440" cy="243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D70A5A4-9185-9079-7E2C-B9D68E9269A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98120" y="3961920"/>
                  <a:ext cx="2350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576548D-6931-CB16-DF75-4AB6970F53EB}"/>
                    </a:ext>
                  </a:extLst>
                </p14:cNvPr>
                <p14:cNvContentPartPr/>
                <p14:nvPr/>
              </p14:nvContentPartPr>
              <p14:xfrm>
                <a:off x="7985760" y="3963720"/>
                <a:ext cx="52920" cy="133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576548D-6931-CB16-DF75-4AB6970F53E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968120" y="3946080"/>
                  <a:ext cx="88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8CB6D81-66EF-1196-CC5E-0A9E8918094A}"/>
                    </a:ext>
                  </a:extLst>
                </p14:cNvPr>
                <p14:cNvContentPartPr/>
                <p14:nvPr/>
              </p14:nvContentPartPr>
              <p14:xfrm>
                <a:off x="7622880" y="3942840"/>
                <a:ext cx="122760" cy="348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8CB6D81-66EF-1196-CC5E-0A9E8918094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604880" y="3924840"/>
                  <a:ext cx="15840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E9C1AF9-862E-E896-464A-B520E6BF8D15}"/>
                    </a:ext>
                  </a:extLst>
                </p14:cNvPr>
                <p14:cNvContentPartPr/>
                <p14:nvPr/>
              </p14:nvContentPartPr>
              <p14:xfrm>
                <a:off x="7643040" y="3826560"/>
                <a:ext cx="515160" cy="453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E9C1AF9-862E-E896-464A-B520E6BF8D1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625040" y="3808920"/>
                  <a:ext cx="550800" cy="48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DBDEDCC-09CC-45B0-8E1E-896F69D62488}"/>
              </a:ext>
            </a:extLst>
          </p:cNvPr>
          <p:cNvGrpSpPr/>
          <p:nvPr/>
        </p:nvGrpSpPr>
        <p:grpSpPr>
          <a:xfrm>
            <a:off x="7787760" y="4848240"/>
            <a:ext cx="539280" cy="556920"/>
            <a:chOff x="7787760" y="4848240"/>
            <a:chExt cx="539280" cy="55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BF99F46-115E-422E-B1DA-CF41CB413826}"/>
                    </a:ext>
                  </a:extLst>
                </p14:cNvPr>
                <p14:cNvContentPartPr/>
                <p14:nvPr/>
              </p14:nvContentPartPr>
              <p14:xfrm>
                <a:off x="7832760" y="5062080"/>
                <a:ext cx="29520" cy="226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BF99F46-115E-422E-B1DA-CF41CB41382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15120" y="5044440"/>
                  <a:ext cx="651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04D9FE1-2A7E-D95E-AC65-643496C8F10F}"/>
                    </a:ext>
                  </a:extLst>
                </p14:cNvPr>
                <p14:cNvContentPartPr/>
                <p14:nvPr/>
              </p14:nvContentPartPr>
              <p14:xfrm>
                <a:off x="7854720" y="4992600"/>
                <a:ext cx="133920" cy="181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04D9FE1-2A7E-D95E-AC65-643496C8F10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836720" y="4974960"/>
                  <a:ext cx="169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D46A571-4096-A747-1FD9-8D125D3536EF}"/>
                    </a:ext>
                  </a:extLst>
                </p14:cNvPr>
                <p14:cNvContentPartPr/>
                <p14:nvPr/>
              </p14:nvContentPartPr>
              <p14:xfrm>
                <a:off x="8053800" y="5090160"/>
                <a:ext cx="151200" cy="63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D46A571-4096-A747-1FD9-8D125D3536E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35800" y="5072520"/>
                  <a:ext cx="186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328567E-1576-96D6-D4DA-51146A267464}"/>
                    </a:ext>
                  </a:extLst>
                </p14:cNvPr>
                <p14:cNvContentPartPr/>
                <p14:nvPr/>
              </p14:nvContentPartPr>
              <p14:xfrm>
                <a:off x="7787760" y="4848240"/>
                <a:ext cx="539280" cy="498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328567E-1576-96D6-D4DA-51146A26746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769760" y="4830240"/>
                  <a:ext cx="574920" cy="53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4420BDB-2814-6BCE-C21F-74DE7BFDAC95}"/>
                    </a:ext>
                  </a:extLst>
                </p14:cNvPr>
                <p14:cNvContentPartPr/>
                <p14:nvPr/>
              </p14:nvContentPartPr>
              <p14:xfrm>
                <a:off x="7800000" y="5080800"/>
                <a:ext cx="249840" cy="324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4420BDB-2814-6BCE-C21F-74DE7BFDAC9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782000" y="5062800"/>
                  <a:ext cx="285480" cy="36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39ACF3C-8BED-26C9-6686-C89777BFFE01}"/>
              </a:ext>
            </a:extLst>
          </p:cNvPr>
          <p:cNvGrpSpPr/>
          <p:nvPr/>
        </p:nvGrpSpPr>
        <p:grpSpPr>
          <a:xfrm>
            <a:off x="7912680" y="6058560"/>
            <a:ext cx="658800" cy="609120"/>
            <a:chOff x="7912680" y="6058560"/>
            <a:chExt cx="65880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67A7DD0-721A-325A-0D27-8F8660E922FE}"/>
                    </a:ext>
                  </a:extLst>
                </p14:cNvPr>
                <p14:cNvContentPartPr/>
                <p14:nvPr/>
              </p14:nvContentPartPr>
              <p14:xfrm>
                <a:off x="7955520" y="6299760"/>
                <a:ext cx="2880" cy="1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67A7DD0-721A-325A-0D27-8F8660E922F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37520" y="6281760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7A51BE8-755B-BD57-15D4-09B28CE726F7}"/>
                    </a:ext>
                  </a:extLst>
                </p14:cNvPr>
                <p14:cNvContentPartPr/>
                <p14:nvPr/>
              </p14:nvContentPartPr>
              <p14:xfrm>
                <a:off x="8002680" y="6294720"/>
                <a:ext cx="38880" cy="215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7A51BE8-755B-BD57-15D4-09B28CE726F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85040" y="6277080"/>
                  <a:ext cx="74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0AD7C8F-795C-4A39-13EA-67BC4AD93240}"/>
                    </a:ext>
                  </a:extLst>
                </p14:cNvPr>
                <p14:cNvContentPartPr/>
                <p14:nvPr/>
              </p14:nvContentPartPr>
              <p14:xfrm>
                <a:off x="8025360" y="6248280"/>
                <a:ext cx="129240" cy="144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0AD7C8F-795C-4A39-13EA-67BC4AD9324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007360" y="6230280"/>
                  <a:ext cx="1648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5DC3A98-11D8-6DAC-1BB0-1D6A4A160566}"/>
                    </a:ext>
                  </a:extLst>
                </p14:cNvPr>
                <p14:cNvContentPartPr/>
                <p14:nvPr/>
              </p14:nvContentPartPr>
              <p14:xfrm>
                <a:off x="8271240" y="6290760"/>
                <a:ext cx="102240" cy="159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5DC3A98-11D8-6DAC-1BB0-1D6A4A16056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53240" y="6273120"/>
                  <a:ext cx="1378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50B44C7-14CB-D7BC-B448-601E74F55E1F}"/>
                    </a:ext>
                  </a:extLst>
                </p14:cNvPr>
                <p14:cNvContentPartPr/>
                <p14:nvPr/>
              </p14:nvContentPartPr>
              <p14:xfrm>
                <a:off x="7912680" y="6058560"/>
                <a:ext cx="658800" cy="609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50B44C7-14CB-D7BC-B448-601E74F55E1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894680" y="6040920"/>
                  <a:ext cx="69444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104D6FC-0A7A-5446-BF89-67501400C5E8}"/>
                    </a:ext>
                  </a:extLst>
                </p14:cNvPr>
                <p14:cNvContentPartPr/>
                <p14:nvPr/>
              </p14:nvContentPartPr>
              <p14:xfrm>
                <a:off x="7931760" y="6299040"/>
                <a:ext cx="70920" cy="311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104D6FC-0A7A-5446-BF89-67501400C5E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914120" y="6281400"/>
                  <a:ext cx="10656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BB2CCEA-4FDC-FC18-86E8-D72D93729FA3}"/>
              </a:ext>
            </a:extLst>
          </p:cNvPr>
          <p:cNvGrpSpPr/>
          <p:nvPr/>
        </p:nvGrpSpPr>
        <p:grpSpPr>
          <a:xfrm>
            <a:off x="8210400" y="4194480"/>
            <a:ext cx="973800" cy="375480"/>
            <a:chOff x="8210400" y="4194480"/>
            <a:chExt cx="973800" cy="37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E08507B-57D8-29EC-C1B3-C8DECD2E3107}"/>
                    </a:ext>
                  </a:extLst>
                </p14:cNvPr>
                <p14:cNvContentPartPr/>
                <p14:nvPr/>
              </p14:nvContentPartPr>
              <p14:xfrm>
                <a:off x="8210400" y="4380240"/>
                <a:ext cx="128520" cy="167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E08507B-57D8-29EC-C1B3-C8DECD2E310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92760" y="4362240"/>
                  <a:ext cx="164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B47598D-1032-3964-0DDA-F38FE4517B08}"/>
                    </a:ext>
                  </a:extLst>
                </p14:cNvPr>
                <p14:cNvContentPartPr/>
                <p14:nvPr/>
              </p14:nvContentPartPr>
              <p14:xfrm>
                <a:off x="8229480" y="4289160"/>
                <a:ext cx="45360" cy="302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B47598D-1032-3964-0DDA-F38FE4517B0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211840" y="4271160"/>
                  <a:ext cx="81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11CABC8-626C-512A-804A-37FEACE0D0AA}"/>
                    </a:ext>
                  </a:extLst>
                </p14:cNvPr>
                <p14:cNvContentPartPr/>
                <p14:nvPr/>
              </p14:nvContentPartPr>
              <p14:xfrm>
                <a:off x="8441880" y="4411200"/>
                <a:ext cx="82800" cy="158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11CABC8-626C-512A-804A-37FEACE0D0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24240" y="4393560"/>
                  <a:ext cx="1184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DF0C31E-B5D0-DB82-4AF3-8704CD17A750}"/>
                    </a:ext>
                  </a:extLst>
                </p14:cNvPr>
                <p14:cNvContentPartPr/>
                <p14:nvPr/>
              </p14:nvContentPartPr>
              <p14:xfrm>
                <a:off x="8652480" y="4382400"/>
                <a:ext cx="41400" cy="23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DF0C31E-B5D0-DB82-4AF3-8704CD17A75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34840" y="4364760"/>
                  <a:ext cx="770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6277515-0008-0C39-7225-C9154B922FCA}"/>
                    </a:ext>
                  </a:extLst>
                </p14:cNvPr>
                <p14:cNvContentPartPr/>
                <p14:nvPr/>
              </p14:nvContentPartPr>
              <p14:xfrm>
                <a:off x="8703240" y="4407600"/>
                <a:ext cx="60120" cy="45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6277515-0008-0C39-7225-C9154B922F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685240" y="4389600"/>
                  <a:ext cx="957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259440B-C569-0DCD-2DCF-63E8660239D1}"/>
                    </a:ext>
                  </a:extLst>
                </p14:cNvPr>
                <p14:cNvContentPartPr/>
                <p14:nvPr/>
              </p14:nvContentPartPr>
              <p14:xfrm>
                <a:off x="8926800" y="4322280"/>
                <a:ext cx="114480" cy="132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259440B-C569-0DCD-2DCF-63E8660239D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909160" y="4304280"/>
                  <a:ext cx="1501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F38B320-FA8B-F550-7FEC-00F99CB397FF}"/>
                    </a:ext>
                  </a:extLst>
                </p14:cNvPr>
                <p14:cNvContentPartPr/>
                <p14:nvPr/>
              </p14:nvContentPartPr>
              <p14:xfrm>
                <a:off x="8912040" y="4194480"/>
                <a:ext cx="28800" cy="16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F38B320-FA8B-F550-7FEC-00F99CB397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894040" y="4176480"/>
                  <a:ext cx="644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BD7D929-B3C5-D1BD-6232-24E487324016}"/>
                    </a:ext>
                  </a:extLst>
                </p14:cNvPr>
                <p14:cNvContentPartPr/>
                <p14:nvPr/>
              </p14:nvContentPartPr>
              <p14:xfrm>
                <a:off x="9130920" y="4374120"/>
                <a:ext cx="53280" cy="154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BD7D929-B3C5-D1BD-6232-24E48732401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112920" y="4356480"/>
                  <a:ext cx="8892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B00DADC-571D-6BB5-41BC-41C5E1487355}"/>
              </a:ext>
            </a:extLst>
          </p:cNvPr>
          <p:cNvGrpSpPr/>
          <p:nvPr/>
        </p:nvGrpSpPr>
        <p:grpSpPr>
          <a:xfrm>
            <a:off x="8297880" y="5248920"/>
            <a:ext cx="912960" cy="464040"/>
            <a:chOff x="8297880" y="5248920"/>
            <a:chExt cx="912960" cy="46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CDC5074-9626-3FCE-700A-35310D4DCCF5}"/>
                    </a:ext>
                  </a:extLst>
                </p14:cNvPr>
                <p14:cNvContentPartPr/>
                <p14:nvPr/>
              </p14:nvContentPartPr>
              <p14:xfrm>
                <a:off x="8297880" y="5561040"/>
                <a:ext cx="69480" cy="1519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CDC5074-9626-3FCE-700A-35310D4DCCF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280240" y="5543400"/>
                  <a:ext cx="1051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0191DF7-1B7B-32C7-7CD2-BC59518F8820}"/>
                    </a:ext>
                  </a:extLst>
                </p14:cNvPr>
                <p14:cNvContentPartPr/>
                <p14:nvPr/>
              </p14:nvContentPartPr>
              <p14:xfrm>
                <a:off x="8308680" y="5437200"/>
                <a:ext cx="17280" cy="3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0191DF7-1B7B-32C7-7CD2-BC59518F882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291040" y="5419560"/>
                  <a:ext cx="529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7DCD05B-367B-BFA7-E6B8-F1FAC68DCBFD}"/>
                    </a:ext>
                  </a:extLst>
                </p14:cNvPr>
                <p14:cNvContentPartPr/>
                <p14:nvPr/>
              </p14:nvContentPartPr>
              <p14:xfrm>
                <a:off x="8504160" y="5586600"/>
                <a:ext cx="32760" cy="93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7DCD05B-367B-BFA7-E6B8-F1FAC68DCBF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486160" y="5568960"/>
                  <a:ext cx="684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DD6B3F2-2DBE-07F4-BEE8-670C7B92F597}"/>
                    </a:ext>
                  </a:extLst>
                </p14:cNvPr>
                <p14:cNvContentPartPr/>
                <p14:nvPr/>
              </p14:nvContentPartPr>
              <p14:xfrm>
                <a:off x="8640960" y="5519280"/>
                <a:ext cx="64440" cy="40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DD6B3F2-2DBE-07F4-BEE8-670C7B92F59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622960" y="5501280"/>
                  <a:ext cx="1000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598D387-434C-6A10-96D2-5EE76696B5C6}"/>
                    </a:ext>
                  </a:extLst>
                </p14:cNvPr>
                <p14:cNvContentPartPr/>
                <p14:nvPr/>
              </p14:nvContentPartPr>
              <p14:xfrm>
                <a:off x="8709360" y="5556720"/>
                <a:ext cx="27360" cy="27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598D387-434C-6A10-96D2-5EE76696B5C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691720" y="5539080"/>
                  <a:ext cx="630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69972C2-404C-F115-7AB8-B6B81F5DA85A}"/>
                    </a:ext>
                  </a:extLst>
                </p14:cNvPr>
                <p14:cNvContentPartPr/>
                <p14:nvPr/>
              </p14:nvContentPartPr>
              <p14:xfrm>
                <a:off x="8899440" y="5408400"/>
                <a:ext cx="116280" cy="123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69972C2-404C-F115-7AB8-B6B81F5DA85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881440" y="5390400"/>
                  <a:ext cx="1519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861DCA8-B885-522E-0084-9B73B9B27F0A}"/>
                    </a:ext>
                  </a:extLst>
                </p14:cNvPr>
                <p14:cNvContentPartPr/>
                <p14:nvPr/>
              </p14:nvContentPartPr>
              <p14:xfrm>
                <a:off x="8923560" y="5248920"/>
                <a:ext cx="19800" cy="8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861DCA8-B885-522E-0084-9B73B9B27F0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905920" y="5230920"/>
                  <a:ext cx="55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946BF13-8F92-D9A4-2BEE-CE4523872F67}"/>
                    </a:ext>
                  </a:extLst>
                </p14:cNvPr>
                <p14:cNvContentPartPr/>
                <p14:nvPr/>
              </p14:nvContentPartPr>
              <p14:xfrm>
                <a:off x="9081600" y="5413080"/>
                <a:ext cx="129240" cy="1105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946BF13-8F92-D9A4-2BEE-CE4523872F6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063600" y="5395080"/>
                  <a:ext cx="16488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EE037C0-FDC2-F80C-4E4B-68DCEFD1E60C}"/>
              </a:ext>
            </a:extLst>
          </p:cNvPr>
          <p:cNvGrpSpPr/>
          <p:nvPr/>
        </p:nvGrpSpPr>
        <p:grpSpPr>
          <a:xfrm>
            <a:off x="8711160" y="6318480"/>
            <a:ext cx="722160" cy="413640"/>
            <a:chOff x="8711160" y="6318480"/>
            <a:chExt cx="722160" cy="41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5CC8AEA-DBD7-9DA9-A4AB-1C2BCD5F6AC5}"/>
                    </a:ext>
                  </a:extLst>
                </p14:cNvPr>
                <p14:cNvContentPartPr/>
                <p14:nvPr/>
              </p14:nvContentPartPr>
              <p14:xfrm>
                <a:off x="8734560" y="6594240"/>
                <a:ext cx="88920" cy="137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5CC8AEA-DBD7-9DA9-A4AB-1C2BCD5F6AC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16920" y="6576600"/>
                  <a:ext cx="1245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C206A5A-91AF-BCB6-1A4B-1EA7195E93A8}"/>
                    </a:ext>
                  </a:extLst>
                </p14:cNvPr>
                <p14:cNvContentPartPr/>
                <p14:nvPr/>
              </p14:nvContentPartPr>
              <p14:xfrm>
                <a:off x="8711160" y="6465720"/>
                <a:ext cx="24840" cy="21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C206A5A-91AF-BCB6-1A4B-1EA7195E93A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693160" y="6447720"/>
                  <a:ext cx="604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93EC6BE-DD66-4D5C-95DA-CA5CA15A7F55}"/>
                    </a:ext>
                  </a:extLst>
                </p14:cNvPr>
                <p14:cNvContentPartPr/>
                <p14:nvPr/>
              </p14:nvContentPartPr>
              <p14:xfrm>
                <a:off x="8880360" y="6600360"/>
                <a:ext cx="114120" cy="95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93EC6BE-DD66-4D5C-95DA-CA5CA15A7F5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862720" y="6582720"/>
                  <a:ext cx="149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31180B1-F396-2211-FBA1-ABB923E4E2C3}"/>
                    </a:ext>
                  </a:extLst>
                </p14:cNvPr>
                <p14:cNvContentPartPr/>
                <p14:nvPr/>
              </p14:nvContentPartPr>
              <p14:xfrm>
                <a:off x="9054960" y="6517200"/>
                <a:ext cx="27000" cy="17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31180B1-F396-2211-FBA1-ABB923E4E2C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036960" y="6499200"/>
                  <a:ext cx="626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C6A5792-245D-F48F-541E-669A3A1A67F8}"/>
                    </a:ext>
                  </a:extLst>
                </p14:cNvPr>
                <p14:cNvContentPartPr/>
                <p14:nvPr/>
              </p14:nvContentPartPr>
              <p14:xfrm>
                <a:off x="9079080" y="6560400"/>
                <a:ext cx="32760" cy="259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C6A5792-245D-F48F-541E-669A3A1A67F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61440" y="6542760"/>
                  <a:ext cx="684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E208202-50C3-F473-4C37-DCACE242BC5C}"/>
                    </a:ext>
                  </a:extLst>
                </p14:cNvPr>
                <p14:cNvContentPartPr/>
                <p14:nvPr/>
              </p14:nvContentPartPr>
              <p14:xfrm>
                <a:off x="9237480" y="6421080"/>
                <a:ext cx="34200" cy="1479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E208202-50C3-F473-4C37-DCACE242BC5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219840" y="6403440"/>
                  <a:ext cx="698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C601F22-42DE-1D03-B6C4-F6DDFEEEAA87}"/>
                    </a:ext>
                  </a:extLst>
                </p14:cNvPr>
                <p14:cNvContentPartPr/>
                <p14:nvPr/>
              </p14:nvContentPartPr>
              <p14:xfrm>
                <a:off x="9220920" y="6318480"/>
                <a:ext cx="18360" cy="28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C601F22-42DE-1D03-B6C4-F6DDFEEEAA8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202920" y="6300840"/>
                  <a:ext cx="540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0342B83-50DD-D52C-E2A2-5EF73A697EDB}"/>
                    </a:ext>
                  </a:extLst>
                </p14:cNvPr>
                <p14:cNvContentPartPr/>
                <p14:nvPr/>
              </p14:nvContentPartPr>
              <p14:xfrm>
                <a:off x="9366000" y="6543840"/>
                <a:ext cx="67320" cy="154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0342B83-50DD-D52C-E2A2-5EF73A697ED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348000" y="6526200"/>
                  <a:ext cx="102960" cy="18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0B1EDAF-BEA1-A5D2-217F-8E6F644D0EE3}"/>
                  </a:ext>
                </a:extLst>
              </p14:cNvPr>
              <p14:cNvContentPartPr/>
              <p14:nvPr/>
            </p14:nvContentPartPr>
            <p14:xfrm>
              <a:off x="2175000" y="4043280"/>
              <a:ext cx="1180080" cy="12819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0B1EDAF-BEA1-A5D2-217F-8E6F644D0EE3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157360" y="4025640"/>
                <a:ext cx="1215720" cy="13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2BED2AE8-907F-8888-35E4-FEB25B3472F8}"/>
                  </a:ext>
                </a:extLst>
              </p14:cNvPr>
              <p14:cNvContentPartPr/>
              <p14:nvPr/>
            </p14:nvContentPartPr>
            <p14:xfrm>
              <a:off x="3609600" y="4626840"/>
              <a:ext cx="871560" cy="10774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2BED2AE8-907F-8888-35E4-FEB25B3472F8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591960" y="4608840"/>
                <a:ext cx="907200" cy="111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34A99A7F-1CF9-7318-E06F-B7C28FD16242}"/>
              </a:ext>
            </a:extLst>
          </p:cNvPr>
          <p:cNvGrpSpPr/>
          <p:nvPr/>
        </p:nvGrpSpPr>
        <p:grpSpPr>
          <a:xfrm>
            <a:off x="2804640" y="2703720"/>
            <a:ext cx="8265240" cy="1481400"/>
            <a:chOff x="2804640" y="2703720"/>
            <a:chExt cx="8265240" cy="148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CDB4DB9-6DE3-6B9D-6F06-8B319A48106B}"/>
                    </a:ext>
                  </a:extLst>
                </p14:cNvPr>
                <p14:cNvContentPartPr/>
                <p14:nvPr/>
              </p14:nvContentPartPr>
              <p14:xfrm>
                <a:off x="2804640" y="2703720"/>
                <a:ext cx="7526880" cy="14814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CDB4DB9-6DE3-6B9D-6F06-8B319A48106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787000" y="2685720"/>
                  <a:ext cx="7562520" cy="15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7A1D95E-8DD4-BA94-763D-05FFC7A633DD}"/>
                    </a:ext>
                  </a:extLst>
                </p14:cNvPr>
                <p14:cNvContentPartPr/>
                <p14:nvPr/>
              </p14:nvContentPartPr>
              <p14:xfrm>
                <a:off x="10247640" y="3688680"/>
                <a:ext cx="195840" cy="195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7A1D95E-8DD4-BA94-763D-05FFC7A633D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230000" y="3671040"/>
                  <a:ext cx="2314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FAFBD5B-4B17-EE69-19FF-23BF0E9521EF}"/>
                    </a:ext>
                  </a:extLst>
                </p14:cNvPr>
                <p14:cNvContentPartPr/>
                <p14:nvPr/>
              </p14:nvContentPartPr>
              <p14:xfrm>
                <a:off x="10098240" y="3127440"/>
                <a:ext cx="196920" cy="242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FAFBD5B-4B17-EE69-19FF-23BF0E9521E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080240" y="3109800"/>
                  <a:ext cx="2325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7D87A96-2F74-E6F1-5A38-4AC803CEBDE6}"/>
                    </a:ext>
                  </a:extLst>
                </p14:cNvPr>
                <p14:cNvContentPartPr/>
                <p14:nvPr/>
              </p14:nvContentPartPr>
              <p14:xfrm>
                <a:off x="10358520" y="3125280"/>
                <a:ext cx="195840" cy="192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7D87A96-2F74-E6F1-5A38-4AC803CEBDE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340880" y="3107640"/>
                  <a:ext cx="2314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7989E8C-4D2D-A177-F89B-2875B6DFB00F}"/>
                    </a:ext>
                  </a:extLst>
                </p14:cNvPr>
                <p14:cNvContentPartPr/>
                <p14:nvPr/>
              </p14:nvContentPartPr>
              <p14:xfrm>
                <a:off x="10627080" y="3202680"/>
                <a:ext cx="246600" cy="820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7989E8C-4D2D-A177-F89B-2875B6DFB00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609440" y="3185040"/>
                  <a:ext cx="2822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B9AC7B3-247A-719F-76D9-9A755488E513}"/>
                    </a:ext>
                  </a:extLst>
                </p14:cNvPr>
                <p14:cNvContentPartPr/>
                <p14:nvPr/>
              </p14:nvContentPartPr>
              <p14:xfrm>
                <a:off x="10878000" y="2980200"/>
                <a:ext cx="20160" cy="79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B9AC7B3-247A-719F-76D9-9A755488E51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860000" y="2962560"/>
                  <a:ext cx="558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F5391B0-2770-DF1F-98FF-1FEF46137345}"/>
                    </a:ext>
                  </a:extLst>
                </p14:cNvPr>
                <p14:cNvContentPartPr/>
                <p14:nvPr/>
              </p14:nvContentPartPr>
              <p14:xfrm>
                <a:off x="11018400" y="3185400"/>
                <a:ext cx="51480" cy="1069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F5391B0-2770-DF1F-98FF-1FEF4613734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000760" y="3167760"/>
                  <a:ext cx="8712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C3759E1-F24C-B0FE-29F4-C443F4C1784F}"/>
              </a:ext>
            </a:extLst>
          </p:cNvPr>
          <p:cNvGrpSpPr/>
          <p:nvPr/>
        </p:nvGrpSpPr>
        <p:grpSpPr>
          <a:xfrm>
            <a:off x="11308920" y="3067320"/>
            <a:ext cx="476640" cy="240120"/>
            <a:chOff x="11308920" y="3067320"/>
            <a:chExt cx="476640" cy="24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7BAEF82-4198-5360-D2E9-F1C57574A017}"/>
                    </a:ext>
                  </a:extLst>
                </p14:cNvPr>
                <p14:cNvContentPartPr/>
                <p14:nvPr/>
              </p14:nvContentPartPr>
              <p14:xfrm>
                <a:off x="11308920" y="3067320"/>
                <a:ext cx="39960" cy="208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7BAEF82-4198-5360-D2E9-F1C57574A01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290920" y="3049320"/>
                  <a:ext cx="756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DE28325-7CDA-C948-B62C-28F097C752EA}"/>
                    </a:ext>
                  </a:extLst>
                </p14:cNvPr>
                <p14:cNvContentPartPr/>
                <p14:nvPr/>
              </p14:nvContentPartPr>
              <p14:xfrm>
                <a:off x="11439600" y="3211680"/>
                <a:ext cx="10404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DE28325-7CDA-C948-B62C-28F097C752E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421600" y="3194040"/>
                  <a:ext cx="1396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17C4997-F2C4-FB2D-A1BF-B04785061CAF}"/>
                    </a:ext>
                  </a:extLst>
                </p14:cNvPr>
                <p14:cNvContentPartPr/>
                <p14:nvPr/>
              </p14:nvContentPartPr>
              <p14:xfrm>
                <a:off x="11614920" y="3178920"/>
                <a:ext cx="170640" cy="1018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17C4997-F2C4-FB2D-A1BF-B04785061CA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596920" y="3160920"/>
                  <a:ext cx="20628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C353F2F9-A655-C597-CF6E-B3FC203E35A8}"/>
              </a:ext>
            </a:extLst>
          </p:cNvPr>
          <p:cNvGrpSpPr/>
          <p:nvPr/>
        </p:nvGrpSpPr>
        <p:grpSpPr>
          <a:xfrm>
            <a:off x="9693960" y="4013760"/>
            <a:ext cx="1957680" cy="1007640"/>
            <a:chOff x="9693960" y="4013760"/>
            <a:chExt cx="1957680" cy="100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6464D56-BFE2-0243-5BF7-796865DB6DF5}"/>
                    </a:ext>
                  </a:extLst>
                </p14:cNvPr>
                <p14:cNvContentPartPr/>
                <p14:nvPr/>
              </p14:nvContentPartPr>
              <p14:xfrm>
                <a:off x="9693960" y="4125000"/>
                <a:ext cx="203400" cy="243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6464D56-BFE2-0243-5BF7-796865DB6DF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675960" y="4107000"/>
                  <a:ext cx="23904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A64B0B3-0652-BC10-F680-93114D20DD15}"/>
                    </a:ext>
                  </a:extLst>
                </p14:cNvPr>
                <p14:cNvContentPartPr/>
                <p14:nvPr/>
              </p14:nvContentPartPr>
              <p14:xfrm>
                <a:off x="9985560" y="4336320"/>
                <a:ext cx="51120" cy="208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A64B0B3-0652-BC10-F680-93114D20DD1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967560" y="4318320"/>
                  <a:ext cx="867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B99CC0D-CBE6-41AE-972A-D5773429A74A}"/>
                    </a:ext>
                  </a:extLst>
                </p14:cNvPr>
                <p14:cNvContentPartPr/>
                <p14:nvPr/>
              </p14:nvContentPartPr>
              <p14:xfrm>
                <a:off x="9998880" y="4305360"/>
                <a:ext cx="136080" cy="149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B99CC0D-CBE6-41AE-972A-D5773429A74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980880" y="4287720"/>
                  <a:ext cx="171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5962A63-DDA9-2B44-A93F-BE188B31052D}"/>
                    </a:ext>
                  </a:extLst>
                </p14:cNvPr>
                <p14:cNvContentPartPr/>
                <p14:nvPr/>
              </p14:nvContentPartPr>
              <p14:xfrm>
                <a:off x="10231800" y="4333440"/>
                <a:ext cx="15840" cy="75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5962A63-DDA9-2B44-A93F-BE188B31052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214160" y="4315440"/>
                  <a:ext cx="514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BA913AA-F35F-3A58-2726-137B46F47778}"/>
                    </a:ext>
                  </a:extLst>
                </p14:cNvPr>
                <p14:cNvContentPartPr/>
                <p14:nvPr/>
              </p14:nvContentPartPr>
              <p14:xfrm>
                <a:off x="10258440" y="4311120"/>
                <a:ext cx="40320" cy="182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BA913AA-F35F-3A58-2726-137B46F4777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240440" y="4293120"/>
                  <a:ext cx="759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1E8D486-1BB8-6C4E-B9AF-0F76DD1479E1}"/>
                    </a:ext>
                  </a:extLst>
                </p14:cNvPr>
                <p14:cNvContentPartPr/>
                <p14:nvPr/>
              </p14:nvContentPartPr>
              <p14:xfrm>
                <a:off x="10437720" y="4251000"/>
                <a:ext cx="52920" cy="248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1E8D486-1BB8-6C4E-B9AF-0F76DD1479E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419720" y="4233000"/>
                  <a:ext cx="88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BF646B1-F4E3-65EF-DA72-F3145CF66CEA}"/>
                    </a:ext>
                  </a:extLst>
                </p14:cNvPr>
                <p14:cNvContentPartPr/>
                <p14:nvPr/>
              </p14:nvContentPartPr>
              <p14:xfrm>
                <a:off x="10505760" y="4290960"/>
                <a:ext cx="46800" cy="172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BF646B1-F4E3-65EF-DA72-F3145CF66CE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487760" y="4272960"/>
                  <a:ext cx="824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FFC798E-1747-A2DA-90B1-E3751CF66176}"/>
                    </a:ext>
                  </a:extLst>
                </p14:cNvPr>
                <p14:cNvContentPartPr/>
                <p14:nvPr/>
              </p14:nvContentPartPr>
              <p14:xfrm>
                <a:off x="10826160" y="4147680"/>
                <a:ext cx="41400" cy="1717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FFC798E-1747-A2DA-90B1-E3751CF6617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808160" y="4129680"/>
                  <a:ext cx="77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1ECE1DB-8BC9-0CB0-1AE4-BDB9846C6342}"/>
                    </a:ext>
                  </a:extLst>
                </p14:cNvPr>
                <p14:cNvContentPartPr/>
                <p14:nvPr/>
              </p14:nvContentPartPr>
              <p14:xfrm>
                <a:off x="10796280" y="4013760"/>
                <a:ext cx="21960" cy="7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1ECE1DB-8BC9-0CB0-1AE4-BDB9846C634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778640" y="3995760"/>
                  <a:ext cx="576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BC8B010-975D-8622-4AB1-0D06E32225AA}"/>
                    </a:ext>
                  </a:extLst>
                </p14:cNvPr>
                <p14:cNvContentPartPr/>
                <p14:nvPr/>
              </p14:nvContentPartPr>
              <p14:xfrm>
                <a:off x="11003640" y="4260720"/>
                <a:ext cx="16200" cy="1188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BC8B010-975D-8622-4AB1-0D06E32225A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986000" y="4242720"/>
                  <a:ext cx="518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04DC056-009F-06F2-8912-844E0F1AFAC3}"/>
                    </a:ext>
                  </a:extLst>
                </p14:cNvPr>
                <p14:cNvContentPartPr/>
                <p14:nvPr/>
              </p14:nvContentPartPr>
              <p14:xfrm>
                <a:off x="11212080" y="4219320"/>
                <a:ext cx="8640" cy="147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04DC056-009F-06F2-8912-844E0F1AFAC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194080" y="4201680"/>
                  <a:ext cx="44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1B7E56D-6917-E0BF-200D-68F4F31E502D}"/>
                    </a:ext>
                  </a:extLst>
                </p14:cNvPr>
                <p14:cNvContentPartPr/>
                <p14:nvPr/>
              </p14:nvContentPartPr>
              <p14:xfrm>
                <a:off x="11361480" y="4104120"/>
                <a:ext cx="47160" cy="167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1B7E56D-6917-E0BF-200D-68F4F31E502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343480" y="4086480"/>
                  <a:ext cx="828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8F4DB6D-141E-B204-80CD-23308DC30124}"/>
                    </a:ext>
                  </a:extLst>
                </p14:cNvPr>
                <p14:cNvContentPartPr/>
                <p14:nvPr/>
              </p14:nvContentPartPr>
              <p14:xfrm>
                <a:off x="11394240" y="4030680"/>
                <a:ext cx="135360" cy="165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8F4DB6D-141E-B204-80CD-23308DC30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376240" y="4012680"/>
                  <a:ext cx="1710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99126FD-CA8B-317A-3673-393252F21EA3}"/>
                    </a:ext>
                  </a:extLst>
                </p14:cNvPr>
                <p14:cNvContentPartPr/>
                <p14:nvPr/>
              </p14:nvContentPartPr>
              <p14:xfrm>
                <a:off x="11612400" y="4170360"/>
                <a:ext cx="39240" cy="129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99126FD-CA8B-317A-3673-393252F21EA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594400" y="4152720"/>
                  <a:ext cx="748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EA394C3-03AE-F7BB-9CC1-043EDA78C010}"/>
                    </a:ext>
                  </a:extLst>
                </p14:cNvPr>
                <p14:cNvContentPartPr/>
                <p14:nvPr/>
              </p14:nvContentPartPr>
              <p14:xfrm>
                <a:off x="9703320" y="4819440"/>
                <a:ext cx="200880" cy="169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EA394C3-03AE-F7BB-9CC1-043EDA78C01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685680" y="4801800"/>
                  <a:ext cx="2365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908E480-C519-E6E3-F463-67ABC548DB84}"/>
                    </a:ext>
                  </a:extLst>
                </p14:cNvPr>
                <p14:cNvContentPartPr/>
                <p14:nvPr/>
              </p14:nvContentPartPr>
              <p14:xfrm>
                <a:off x="10032360" y="4923480"/>
                <a:ext cx="26280" cy="97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908E480-C519-E6E3-F463-67ABC548DB8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014360" y="4905480"/>
                  <a:ext cx="619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2434E7C-D39E-63A9-5F72-CCCACC83F08D}"/>
                    </a:ext>
                  </a:extLst>
                </p14:cNvPr>
                <p14:cNvContentPartPr/>
                <p14:nvPr/>
              </p14:nvContentPartPr>
              <p14:xfrm>
                <a:off x="10194720" y="4867320"/>
                <a:ext cx="135360" cy="291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2434E7C-D39E-63A9-5F72-CCCACC83F08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176720" y="4849680"/>
                  <a:ext cx="1710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E784C96-2096-B5B2-60B4-BB1249C27BE4}"/>
                    </a:ext>
                  </a:extLst>
                </p14:cNvPr>
                <p14:cNvContentPartPr/>
                <p14:nvPr/>
              </p14:nvContentPartPr>
              <p14:xfrm>
                <a:off x="10400640" y="4733760"/>
                <a:ext cx="168120" cy="110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E784C96-2096-B5B2-60B4-BB1249C27BE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382640" y="4715760"/>
                  <a:ext cx="203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A96BA2D-55F9-B63F-70B9-203823C1A76E}"/>
                    </a:ext>
                  </a:extLst>
                </p14:cNvPr>
                <p14:cNvContentPartPr/>
                <p14:nvPr/>
              </p14:nvContentPartPr>
              <p14:xfrm>
                <a:off x="10631760" y="4803960"/>
                <a:ext cx="104400" cy="997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A96BA2D-55F9-B63F-70B9-203823C1A76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614120" y="4785960"/>
                  <a:ext cx="140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95A4C86-3C9D-7A7A-DEC3-A045D119963F}"/>
                    </a:ext>
                  </a:extLst>
                </p14:cNvPr>
                <p14:cNvContentPartPr/>
                <p14:nvPr/>
              </p14:nvContentPartPr>
              <p14:xfrm>
                <a:off x="10844880" y="4772640"/>
                <a:ext cx="58320" cy="10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95A4C86-3C9D-7A7A-DEC3-A045D119963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827240" y="4754640"/>
                  <a:ext cx="93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5CF387-CEA9-85FF-5147-FEC2A488E871}"/>
                    </a:ext>
                  </a:extLst>
                </p14:cNvPr>
                <p14:cNvContentPartPr/>
                <p14:nvPr/>
              </p14:nvContentPartPr>
              <p14:xfrm>
                <a:off x="10896720" y="4809000"/>
                <a:ext cx="65880" cy="205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5CF387-CEA9-85FF-5147-FEC2A488E87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878720" y="4791360"/>
                  <a:ext cx="1015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8FEE1A2-0408-9C47-636F-9ABE6F2CDACA}"/>
                    </a:ext>
                  </a:extLst>
                </p14:cNvPr>
                <p14:cNvContentPartPr/>
                <p14:nvPr/>
              </p14:nvContentPartPr>
              <p14:xfrm>
                <a:off x="11116680" y="4708560"/>
                <a:ext cx="70560" cy="142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8FEE1A2-0408-9C47-636F-9ABE6F2CDAC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099040" y="4690560"/>
                  <a:ext cx="106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B612A20-85A5-2783-E50F-62D9EE12EA69}"/>
                    </a:ext>
                  </a:extLst>
                </p14:cNvPr>
                <p14:cNvContentPartPr/>
                <p14:nvPr/>
              </p14:nvContentPartPr>
              <p14:xfrm>
                <a:off x="11117040" y="4566720"/>
                <a:ext cx="12240" cy="201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B612A20-85A5-2783-E50F-62D9EE12EA6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099040" y="4548720"/>
                  <a:ext cx="47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276972E-7640-2692-2EF9-7DA2A8668D27}"/>
                    </a:ext>
                  </a:extLst>
                </p14:cNvPr>
                <p14:cNvContentPartPr/>
                <p14:nvPr/>
              </p14:nvContentPartPr>
              <p14:xfrm>
                <a:off x="11334840" y="4744920"/>
                <a:ext cx="17280" cy="115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276972E-7640-2692-2EF9-7DA2A8668D2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317200" y="4727280"/>
                  <a:ext cx="529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1E65D55-D8B0-DA80-8DC0-2575D4FEA66F}"/>
                    </a:ext>
                  </a:extLst>
                </p14:cNvPr>
                <p14:cNvContentPartPr/>
                <p14:nvPr/>
              </p14:nvContentPartPr>
              <p14:xfrm>
                <a:off x="11457600" y="4695960"/>
                <a:ext cx="41760" cy="170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1E65D55-D8B0-DA80-8DC0-2575D4FEA66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1439960" y="4677960"/>
                  <a:ext cx="774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CE11F62-A920-D1C1-278C-2186EEF51BF5}"/>
                    </a:ext>
                  </a:extLst>
                </p14:cNvPr>
                <p14:cNvContentPartPr/>
                <p14:nvPr/>
              </p14:nvContentPartPr>
              <p14:xfrm>
                <a:off x="11481000" y="4637280"/>
                <a:ext cx="124560" cy="1350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CE11F62-A920-D1C1-278C-2186EEF51BF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463000" y="4619640"/>
                  <a:ext cx="16020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3E15BE8-A45A-3301-1BC4-68892AF6044F}"/>
              </a:ext>
            </a:extLst>
          </p:cNvPr>
          <p:cNvGrpSpPr/>
          <p:nvPr/>
        </p:nvGrpSpPr>
        <p:grpSpPr>
          <a:xfrm>
            <a:off x="11754600" y="4684800"/>
            <a:ext cx="132840" cy="239760"/>
            <a:chOff x="11754600" y="4684800"/>
            <a:chExt cx="132840" cy="2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841E943-E12C-2925-B6FE-65AD582A1D16}"/>
                    </a:ext>
                  </a:extLst>
                </p14:cNvPr>
                <p14:cNvContentPartPr/>
                <p14:nvPr/>
              </p14:nvContentPartPr>
              <p14:xfrm>
                <a:off x="11754600" y="4684800"/>
                <a:ext cx="86040" cy="2397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841E943-E12C-2925-B6FE-65AD582A1D1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736600" y="4667160"/>
                  <a:ext cx="1216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B5536CF-5C24-B4D5-E16A-EC2130DA116B}"/>
                    </a:ext>
                  </a:extLst>
                </p14:cNvPr>
                <p14:cNvContentPartPr/>
                <p14:nvPr/>
              </p14:nvContentPartPr>
              <p14:xfrm>
                <a:off x="11826240" y="4886040"/>
                <a:ext cx="61200" cy="378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B5536CF-5C24-B4D5-E16A-EC2130DA116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808240" y="4868400"/>
                  <a:ext cx="9684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B351303-752F-69E2-371D-B5635499E34F}"/>
              </a:ext>
            </a:extLst>
          </p:cNvPr>
          <p:cNvGrpSpPr/>
          <p:nvPr/>
        </p:nvGrpSpPr>
        <p:grpSpPr>
          <a:xfrm>
            <a:off x="4263000" y="5231280"/>
            <a:ext cx="5702040" cy="588600"/>
            <a:chOff x="4263000" y="5231280"/>
            <a:chExt cx="5702040" cy="58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0ED9BB7-C153-E5D0-9871-5F1CEF93D8F9}"/>
                    </a:ext>
                  </a:extLst>
                </p14:cNvPr>
                <p14:cNvContentPartPr/>
                <p14:nvPr/>
              </p14:nvContentPartPr>
              <p14:xfrm>
                <a:off x="4263000" y="5231280"/>
                <a:ext cx="5702040" cy="5767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0ED9BB7-C153-E5D0-9871-5F1CEF93D8F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245360" y="5213640"/>
                  <a:ext cx="573768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EE23495-44ED-34CC-153A-EECB2575B0F9}"/>
                    </a:ext>
                  </a:extLst>
                </p14:cNvPr>
                <p14:cNvContentPartPr/>
                <p14:nvPr/>
              </p14:nvContentPartPr>
              <p14:xfrm>
                <a:off x="9871800" y="5548440"/>
                <a:ext cx="92880" cy="2714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EE23495-44ED-34CC-153A-EECB2575B0F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853800" y="5530440"/>
                  <a:ext cx="128520" cy="30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18C8B7F-DE71-DF66-A3A1-DE471423F69B}"/>
              </a:ext>
            </a:extLst>
          </p:cNvPr>
          <p:cNvGrpSpPr/>
          <p:nvPr/>
        </p:nvGrpSpPr>
        <p:grpSpPr>
          <a:xfrm>
            <a:off x="10134240" y="5194200"/>
            <a:ext cx="706320" cy="369000"/>
            <a:chOff x="10134240" y="5194200"/>
            <a:chExt cx="70632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AA04F19-6E56-327E-E9C9-48E2508D0FE2}"/>
                    </a:ext>
                  </a:extLst>
                </p14:cNvPr>
                <p14:cNvContentPartPr/>
                <p14:nvPr/>
              </p14:nvContentPartPr>
              <p14:xfrm>
                <a:off x="10134240" y="5194200"/>
                <a:ext cx="276120" cy="2599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AA04F19-6E56-327E-E9C9-48E2508D0FE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116600" y="5176560"/>
                  <a:ext cx="3117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037F869-718A-0A62-D6E8-2001C4AC750D}"/>
                    </a:ext>
                  </a:extLst>
                </p14:cNvPr>
                <p14:cNvContentPartPr/>
                <p14:nvPr/>
              </p14:nvContentPartPr>
              <p14:xfrm>
                <a:off x="10515840" y="5408400"/>
                <a:ext cx="29160" cy="1548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037F869-718A-0A62-D6E8-2001C4AC750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497840" y="5390400"/>
                  <a:ext cx="648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86B2303-25AA-079E-147D-E0E8465EF447}"/>
                    </a:ext>
                  </a:extLst>
                </p14:cNvPr>
                <p14:cNvContentPartPr/>
                <p14:nvPr/>
              </p14:nvContentPartPr>
              <p14:xfrm>
                <a:off x="10512240" y="5339280"/>
                <a:ext cx="149400" cy="124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86B2303-25AA-079E-147D-E0E8465EF44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494240" y="5321640"/>
                  <a:ext cx="1850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03B1A9F-D450-1293-4635-E8FD8E5EF622}"/>
                    </a:ext>
                  </a:extLst>
                </p14:cNvPr>
                <p14:cNvContentPartPr/>
                <p14:nvPr/>
              </p14:nvContentPartPr>
              <p14:xfrm>
                <a:off x="10735440" y="5405520"/>
                <a:ext cx="105120" cy="108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03B1A9F-D450-1293-4635-E8FD8E5EF62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717800" y="5387520"/>
                  <a:ext cx="14076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A7BAE632-F26F-DF5E-A92F-BCB7A8D97E46}"/>
              </a:ext>
            </a:extLst>
          </p:cNvPr>
          <p:cNvGrpSpPr/>
          <p:nvPr/>
        </p:nvGrpSpPr>
        <p:grpSpPr>
          <a:xfrm>
            <a:off x="11017680" y="5384640"/>
            <a:ext cx="55080" cy="78120"/>
            <a:chOff x="11017680" y="5384640"/>
            <a:chExt cx="55080" cy="7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EBF07E1-507D-8D23-0A50-FD0EC0A8868C}"/>
                    </a:ext>
                  </a:extLst>
                </p14:cNvPr>
                <p14:cNvContentPartPr/>
                <p14:nvPr/>
              </p14:nvContentPartPr>
              <p14:xfrm>
                <a:off x="11017680" y="5384640"/>
                <a:ext cx="30240" cy="5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EBF07E1-507D-8D23-0A50-FD0EC0A8868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000040" y="5367000"/>
                  <a:ext cx="65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B9FB0F8-481F-063A-AB0B-B677A855E881}"/>
                    </a:ext>
                  </a:extLst>
                </p14:cNvPr>
                <p14:cNvContentPartPr/>
                <p14:nvPr/>
              </p14:nvContentPartPr>
              <p14:xfrm>
                <a:off x="11023800" y="5440080"/>
                <a:ext cx="48960" cy="226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B9FB0F8-481F-063A-AB0B-B677A855E88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006160" y="5422440"/>
                  <a:ext cx="8460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B76C05ED-5876-7063-BD59-DFCC6A1DDB02}"/>
              </a:ext>
            </a:extLst>
          </p:cNvPr>
          <p:cNvGrpSpPr/>
          <p:nvPr/>
        </p:nvGrpSpPr>
        <p:grpSpPr>
          <a:xfrm>
            <a:off x="11256720" y="5187000"/>
            <a:ext cx="729000" cy="310680"/>
            <a:chOff x="11256720" y="5187000"/>
            <a:chExt cx="72900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AD2FCCE-DE37-93CA-AD94-FF16EC4CD10B}"/>
                    </a:ext>
                  </a:extLst>
                </p14:cNvPr>
                <p14:cNvContentPartPr/>
                <p14:nvPr/>
              </p14:nvContentPartPr>
              <p14:xfrm>
                <a:off x="11256720" y="5295000"/>
                <a:ext cx="65160" cy="1746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AD2FCCE-DE37-93CA-AD94-FF16EC4CD10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239080" y="5277360"/>
                  <a:ext cx="1008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44141B5-60EB-F615-3B22-34A72167DA13}"/>
                    </a:ext>
                  </a:extLst>
                </p14:cNvPr>
                <p14:cNvContentPartPr/>
                <p14:nvPr/>
              </p14:nvContentPartPr>
              <p14:xfrm>
                <a:off x="11266440" y="5187000"/>
                <a:ext cx="29160" cy="33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44141B5-60EB-F615-3B22-34A72167DA1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248440" y="5169000"/>
                  <a:ext cx="648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BF6E9FB-6C5E-AF49-B797-A356BAC983FC}"/>
                    </a:ext>
                  </a:extLst>
                </p14:cNvPr>
                <p14:cNvContentPartPr/>
                <p14:nvPr/>
              </p14:nvContentPartPr>
              <p14:xfrm>
                <a:off x="11436000" y="5399400"/>
                <a:ext cx="90720" cy="982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BF6E9FB-6C5E-AF49-B797-A356BAC983F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418360" y="5381760"/>
                  <a:ext cx="126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29BBB0B-A8EE-9BCF-52CA-0339F087A43D}"/>
                    </a:ext>
                  </a:extLst>
                </p14:cNvPr>
                <p14:cNvContentPartPr/>
                <p14:nvPr/>
              </p14:nvContentPartPr>
              <p14:xfrm>
                <a:off x="11668920" y="5316600"/>
                <a:ext cx="2880" cy="162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29BBB0B-A8EE-9BCF-52CA-0339F087A43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650920" y="5298960"/>
                  <a:ext cx="385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9C48C4D-69DC-C85D-806A-9ECEA3722256}"/>
                    </a:ext>
                  </a:extLst>
                </p14:cNvPr>
                <p14:cNvContentPartPr/>
                <p14:nvPr/>
              </p14:nvContentPartPr>
              <p14:xfrm>
                <a:off x="11659920" y="5271600"/>
                <a:ext cx="144720" cy="1188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9C48C4D-69DC-C85D-806A-9ECEA372225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641920" y="5253960"/>
                  <a:ext cx="180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0D5160D-C132-D403-F483-68CBD7E38709}"/>
                    </a:ext>
                  </a:extLst>
                </p14:cNvPr>
                <p14:cNvContentPartPr/>
                <p14:nvPr/>
              </p14:nvContentPartPr>
              <p14:xfrm>
                <a:off x="11873040" y="5392920"/>
                <a:ext cx="112680" cy="954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0D5160D-C132-D403-F483-68CBD7E3870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855040" y="5374920"/>
                  <a:ext cx="14832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4F4B3E77-D759-148D-A47F-41203127ED4A}"/>
              </a:ext>
            </a:extLst>
          </p:cNvPr>
          <p:cNvGrpSpPr/>
          <p:nvPr/>
        </p:nvGrpSpPr>
        <p:grpSpPr>
          <a:xfrm>
            <a:off x="9995640" y="5993040"/>
            <a:ext cx="618480" cy="201240"/>
            <a:chOff x="9995640" y="5993040"/>
            <a:chExt cx="618480" cy="20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993A985-122C-F3C0-48A2-8DAAB3E0D3BA}"/>
                    </a:ext>
                  </a:extLst>
                </p14:cNvPr>
                <p14:cNvContentPartPr/>
                <p14:nvPr/>
              </p14:nvContentPartPr>
              <p14:xfrm>
                <a:off x="9995640" y="5993040"/>
                <a:ext cx="253800" cy="2012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993A985-122C-F3C0-48A2-8DAAB3E0D3B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977640" y="5975400"/>
                  <a:ext cx="2894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E26929A-7BB0-24C2-EA21-14D06F6618BD}"/>
                    </a:ext>
                  </a:extLst>
                </p14:cNvPr>
                <p14:cNvContentPartPr/>
                <p14:nvPr/>
              </p14:nvContentPartPr>
              <p14:xfrm>
                <a:off x="10310640" y="6072960"/>
                <a:ext cx="141840" cy="100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E26929A-7BB0-24C2-EA21-14D06F6618B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292640" y="6054960"/>
                  <a:ext cx="1774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2C85288-A85B-0835-60EE-1F3E9842C025}"/>
                    </a:ext>
                  </a:extLst>
                </p14:cNvPr>
                <p14:cNvContentPartPr/>
                <p14:nvPr/>
              </p14:nvContentPartPr>
              <p14:xfrm>
                <a:off x="10550400" y="5994480"/>
                <a:ext cx="63720" cy="30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2C85288-A85B-0835-60EE-1F3E9842C02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532400" y="5976840"/>
                  <a:ext cx="9936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B0D2F1E3-C00A-90F6-A408-B6EEA82E2421}"/>
              </a:ext>
            </a:extLst>
          </p:cNvPr>
          <p:cNvGrpSpPr/>
          <p:nvPr/>
        </p:nvGrpSpPr>
        <p:grpSpPr>
          <a:xfrm>
            <a:off x="10812120" y="5809080"/>
            <a:ext cx="1155240" cy="272520"/>
            <a:chOff x="10812120" y="5809080"/>
            <a:chExt cx="115524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5DB2DCE-C204-C402-0E99-507DBD581667}"/>
                    </a:ext>
                  </a:extLst>
                </p14:cNvPr>
                <p14:cNvContentPartPr/>
                <p14:nvPr/>
              </p14:nvContentPartPr>
              <p14:xfrm>
                <a:off x="10812120" y="5873160"/>
                <a:ext cx="100440" cy="1810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5DB2DCE-C204-C402-0E99-507DBD58166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794120" y="5855160"/>
                  <a:ext cx="1360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8042E75-CB82-67E8-1D76-4873BB979539}"/>
                    </a:ext>
                  </a:extLst>
                </p14:cNvPr>
                <p14:cNvContentPartPr/>
                <p14:nvPr/>
              </p14:nvContentPartPr>
              <p14:xfrm>
                <a:off x="11036760" y="5941920"/>
                <a:ext cx="47160" cy="10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8042E75-CB82-67E8-1D76-4873BB97953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019120" y="5924280"/>
                  <a:ext cx="828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019E54E-7FE1-352F-7DB2-EAC777EFB8F0}"/>
                    </a:ext>
                  </a:extLst>
                </p14:cNvPr>
                <p14:cNvContentPartPr/>
                <p14:nvPr/>
              </p14:nvContentPartPr>
              <p14:xfrm>
                <a:off x="11096520" y="5978280"/>
                <a:ext cx="60480" cy="144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019E54E-7FE1-352F-7DB2-EAC777EFB8F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078880" y="5960280"/>
                  <a:ext cx="96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7A2F9DC-4297-B136-B8AB-74B961F17038}"/>
                    </a:ext>
                  </a:extLst>
                </p14:cNvPr>
                <p14:cNvContentPartPr/>
                <p14:nvPr/>
              </p14:nvContentPartPr>
              <p14:xfrm>
                <a:off x="11270400" y="5898720"/>
                <a:ext cx="108360" cy="1814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7A2F9DC-4297-B136-B8AB-74B961F1703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252400" y="5880720"/>
                  <a:ext cx="1440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56F988C-BB7B-A714-6C24-081E704489BB}"/>
                    </a:ext>
                  </a:extLst>
                </p14:cNvPr>
                <p14:cNvContentPartPr/>
                <p14:nvPr/>
              </p14:nvContentPartPr>
              <p14:xfrm>
                <a:off x="11285160" y="5809080"/>
                <a:ext cx="28440" cy="147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56F988C-BB7B-A714-6C24-081E704489B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267520" y="5791080"/>
                  <a:ext cx="640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720AB15-31EA-5942-A8F8-CCD5CE0F3759}"/>
                    </a:ext>
                  </a:extLst>
                </p14:cNvPr>
                <p14:cNvContentPartPr/>
                <p14:nvPr/>
              </p14:nvContentPartPr>
              <p14:xfrm>
                <a:off x="11431320" y="5991240"/>
                <a:ext cx="122760" cy="648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720AB15-31EA-5942-A8F8-CCD5CE0F375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413320" y="5973600"/>
                  <a:ext cx="1584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87B605F-877B-F392-4B56-090ED81D558C}"/>
                    </a:ext>
                  </a:extLst>
                </p14:cNvPr>
                <p14:cNvContentPartPr/>
                <p14:nvPr/>
              </p14:nvContentPartPr>
              <p14:xfrm>
                <a:off x="11640840" y="5918520"/>
                <a:ext cx="36720" cy="163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87B605F-877B-F392-4B56-090ED81D558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623200" y="5900520"/>
                  <a:ext cx="723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787C7C0-F936-162B-1A1A-5CDA5B594DC4}"/>
                    </a:ext>
                  </a:extLst>
                </p14:cNvPr>
                <p14:cNvContentPartPr/>
                <p14:nvPr/>
              </p14:nvContentPartPr>
              <p14:xfrm>
                <a:off x="11661360" y="5840040"/>
                <a:ext cx="101160" cy="100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787C7C0-F936-162B-1A1A-5CDA5B594DC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643360" y="5822040"/>
                  <a:ext cx="1368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55CB452-00B6-74D8-50AD-72F1F1175D36}"/>
                    </a:ext>
                  </a:extLst>
                </p14:cNvPr>
                <p14:cNvContentPartPr/>
                <p14:nvPr/>
              </p14:nvContentPartPr>
              <p14:xfrm>
                <a:off x="11857920" y="5897280"/>
                <a:ext cx="109440" cy="943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55CB452-00B6-74D8-50AD-72F1F1175D3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839920" y="5879280"/>
                  <a:ext cx="14508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FFD1AEB2-3D89-44F3-248D-B9F4A644C447}"/>
              </a:ext>
            </a:extLst>
          </p:cNvPr>
          <p:cNvGrpSpPr/>
          <p:nvPr/>
        </p:nvGrpSpPr>
        <p:grpSpPr>
          <a:xfrm>
            <a:off x="10226760" y="6342240"/>
            <a:ext cx="1471680" cy="271440"/>
            <a:chOff x="10226760" y="6342240"/>
            <a:chExt cx="1471680" cy="27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20E60FA-16EA-1557-80BB-3C5477083660}"/>
                    </a:ext>
                  </a:extLst>
                </p14:cNvPr>
                <p14:cNvContentPartPr/>
                <p14:nvPr/>
              </p14:nvContentPartPr>
              <p14:xfrm>
                <a:off x="10226760" y="6414600"/>
                <a:ext cx="216360" cy="1299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20E60FA-16EA-1557-80BB-3C547708366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208760" y="6396600"/>
                  <a:ext cx="2520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BE0626D-1E78-C847-35F5-9845CC667EA0}"/>
                    </a:ext>
                  </a:extLst>
                </p14:cNvPr>
                <p14:cNvContentPartPr/>
                <p14:nvPr/>
              </p14:nvContentPartPr>
              <p14:xfrm>
                <a:off x="10570560" y="6445560"/>
                <a:ext cx="129960" cy="874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BE0626D-1E78-C847-35F5-9845CC667EA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552920" y="6427560"/>
                  <a:ext cx="1656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CF99E8E-1078-A53D-E5F2-68F2EB48D94A}"/>
                    </a:ext>
                  </a:extLst>
                </p14:cNvPr>
                <p14:cNvContentPartPr/>
                <p14:nvPr/>
              </p14:nvContentPartPr>
              <p14:xfrm>
                <a:off x="10796640" y="6481920"/>
                <a:ext cx="27360" cy="8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CF99E8E-1078-A53D-E5F2-68F2EB48D94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778640" y="6464280"/>
                  <a:ext cx="630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1C1FF43-3E77-EF1F-3922-EC7F65B81492}"/>
                    </a:ext>
                  </a:extLst>
                </p14:cNvPr>
                <p14:cNvContentPartPr/>
                <p14:nvPr/>
              </p14:nvContentPartPr>
              <p14:xfrm>
                <a:off x="10837680" y="6505680"/>
                <a:ext cx="30960" cy="147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1C1FF43-3E77-EF1F-3922-EC7F65B8149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820040" y="6487680"/>
                  <a:ext cx="66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A69269C-EA81-3D44-9969-BDFCC66788F1}"/>
                    </a:ext>
                  </a:extLst>
                </p14:cNvPr>
                <p14:cNvContentPartPr/>
                <p14:nvPr/>
              </p14:nvContentPartPr>
              <p14:xfrm>
                <a:off x="11008680" y="6443400"/>
                <a:ext cx="93600" cy="170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A69269C-EA81-3D44-9969-BDFCC66788F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990680" y="6425400"/>
                  <a:ext cx="1292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E86B99D-B522-C731-9CD2-D7E478B8033A}"/>
                    </a:ext>
                  </a:extLst>
                </p14:cNvPr>
                <p14:cNvContentPartPr/>
                <p14:nvPr/>
              </p14:nvContentPartPr>
              <p14:xfrm>
                <a:off x="11039640" y="6342240"/>
                <a:ext cx="25200" cy="10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E86B99D-B522-C731-9CD2-D7E478B8033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021640" y="6324240"/>
                  <a:ext cx="608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02632C0-0A71-791C-FC34-D0BBF923B623}"/>
                    </a:ext>
                  </a:extLst>
                </p14:cNvPr>
                <p14:cNvContentPartPr/>
                <p14:nvPr/>
              </p14:nvContentPartPr>
              <p14:xfrm>
                <a:off x="11174280" y="6506040"/>
                <a:ext cx="113760" cy="759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02632C0-0A71-791C-FC34-D0BBF923B62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156640" y="6488040"/>
                  <a:ext cx="1494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2FAACAE-2CBF-C540-F036-3474AD36FA3A}"/>
                    </a:ext>
                  </a:extLst>
                </p14:cNvPr>
                <p14:cNvContentPartPr/>
                <p14:nvPr/>
              </p14:nvContentPartPr>
              <p14:xfrm>
                <a:off x="11420160" y="6423960"/>
                <a:ext cx="11880" cy="1468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2FAACAE-2CBF-C540-F036-3474AD36FA3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402160" y="6406320"/>
                  <a:ext cx="475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2F87FDF-D9E3-2FED-C298-1615F69166AB}"/>
                    </a:ext>
                  </a:extLst>
                </p14:cNvPr>
                <p14:cNvContentPartPr/>
                <p14:nvPr/>
              </p14:nvContentPartPr>
              <p14:xfrm>
                <a:off x="11383440" y="6348720"/>
                <a:ext cx="131760" cy="145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2F87FDF-D9E3-2FED-C298-1615F69166AB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365440" y="6331080"/>
                  <a:ext cx="1674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4ACCDC5-3F90-F01D-EC78-A1E7C5F83BBB}"/>
                    </a:ext>
                  </a:extLst>
                </p14:cNvPr>
                <p14:cNvContentPartPr/>
                <p14:nvPr/>
              </p14:nvContentPartPr>
              <p14:xfrm>
                <a:off x="11585400" y="6454200"/>
                <a:ext cx="113040" cy="100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4ACCDC5-3F90-F01D-EC78-A1E7C5F83BB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567760" y="6436560"/>
                  <a:ext cx="148680" cy="136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81162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1ECBA-A6B7-C367-7488-B243E956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with black lines and symbols&#10;&#10;Description automatically generated with medium confidence">
            <a:extLst>
              <a:ext uri="{FF2B5EF4-FFF2-40B4-BE49-F238E27FC236}">
                <a16:creationId xmlns:a16="http://schemas.microsoft.com/office/drawing/2014/main" id="{66206BD6-DC52-649A-99E5-C248B12A33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167" y="1304013"/>
            <a:ext cx="4916833" cy="475368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5F424-20C3-E922-49B0-871A1A921F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BF361F69-547D-AFA3-54BA-A68AB73EA79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6096000" y="2323769"/>
            <a:ext cx="5318332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334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5B340-A599-0ABC-EEB7-FDDF96E94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 for unknowns </a:t>
            </a:r>
          </a:p>
        </p:txBody>
      </p:sp>
      <p:pic>
        <p:nvPicPr>
          <p:cNvPr id="6" name="Content Placeholder 5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48F139F2-86D9-2D38-501E-EA54F31BFC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957" y="1240816"/>
            <a:ext cx="6970761" cy="42054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6A395-124A-70E0-D1B8-80F3A50DBC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1C64B1F0-F372-3372-64E1-2713A113A5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214685" y="2349610"/>
            <a:ext cx="4690179" cy="1949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305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4054" y="214837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97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57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93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774" y="2032090"/>
                  <a:ext cx="957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894" y="1962970"/>
                  <a:ext cx="947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73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57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313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97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094" y="3625450"/>
                  <a:ext cx="5313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909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733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774" y="292237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45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894" y="3606370"/>
                  <a:ext cx="531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454" y="2016970"/>
                  <a:ext cx="1339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41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113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73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97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694" y="417625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70"/>
                  <a:ext cx="8676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774" y="5196850"/>
                  <a:ext cx="9010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774" y="5208010"/>
                  <a:ext cx="6782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14" y="5080570"/>
                  <a:ext cx="1020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930"/>
                  <a:ext cx="6415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4254" y="3639490"/>
                  <a:ext cx="124200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8254" y="4260850"/>
                  <a:ext cx="2073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934" y="4529770"/>
                  <a:ext cx="86760" cy="72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854" y="1827250"/>
                  <a:ext cx="380160" cy="39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69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97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454" y="147013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654" y="1301650"/>
                  <a:ext cx="18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574" y="5114410"/>
                  <a:ext cx="6357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54" y="5196130"/>
                  <a:ext cx="35208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49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654" y="5389090"/>
                  <a:ext cx="608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814" y="530377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570"/>
                  <a:ext cx="72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34" y="5309530"/>
                  <a:ext cx="169560" cy="278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D174AE1-135A-8F1A-0130-992CFD8CA171}"/>
                  </a:ext>
                </a:extLst>
              </p14:cNvPr>
              <p14:cNvContentPartPr/>
              <p14:nvPr/>
            </p14:nvContentPartPr>
            <p14:xfrm>
              <a:off x="3072240" y="2097704"/>
              <a:ext cx="159120" cy="179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D174AE1-135A-8F1A-0130-992CFD8CA17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3054600" y="2079704"/>
                <a:ext cx="19476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02BD4D6-5230-897C-1C30-1DC2517C0020}"/>
                  </a:ext>
                </a:extLst>
              </p14:cNvPr>
              <p14:cNvContentPartPr/>
              <p14:nvPr/>
            </p14:nvContentPartPr>
            <p14:xfrm>
              <a:off x="4478040" y="1986464"/>
              <a:ext cx="120240" cy="1249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02BD4D6-5230-897C-1C30-1DC2517C0020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4460400" y="1968464"/>
                <a:ext cx="155880" cy="16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D70C1D7-2CC9-02D7-5130-6CCC543E16E7}"/>
                  </a:ext>
                </a:extLst>
              </p14:cNvPr>
              <p14:cNvContentPartPr/>
              <p14:nvPr/>
            </p14:nvContentPartPr>
            <p14:xfrm>
              <a:off x="3161880" y="3534104"/>
              <a:ext cx="130680" cy="19224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D70C1D7-2CC9-02D7-5130-6CCC543E16E7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143880" y="3516464"/>
                <a:ext cx="16632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1CCEABC7-3396-B4E8-42BC-3421A17E11F1}"/>
                  </a:ext>
                </a:extLst>
              </p14:cNvPr>
              <p14:cNvContentPartPr/>
              <p14:nvPr/>
            </p14:nvContentPartPr>
            <p14:xfrm>
              <a:off x="4648680" y="3571184"/>
              <a:ext cx="191520" cy="18720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1CCEABC7-3396-B4E8-42BC-3421A17E11F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4631040" y="3553544"/>
                <a:ext cx="22716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21E78FA1-8698-4530-EEF3-A69F0A57B116}"/>
                  </a:ext>
                </a:extLst>
              </p14:cNvPr>
              <p14:cNvContentPartPr/>
              <p14:nvPr/>
            </p14:nvContentPartPr>
            <p14:xfrm>
              <a:off x="3173400" y="5172464"/>
              <a:ext cx="139320" cy="12780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21E78FA1-8698-4530-EEF3-A69F0A57B116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155760" y="5154464"/>
                <a:ext cx="17496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925A0F4-9E11-DAFC-D4A4-3502F8B1CA99}"/>
                  </a:ext>
                </a:extLst>
              </p14:cNvPr>
              <p14:cNvContentPartPr/>
              <p14:nvPr/>
            </p14:nvContentPartPr>
            <p14:xfrm>
              <a:off x="4725000" y="5129264"/>
              <a:ext cx="169560" cy="8532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925A0F4-9E11-DAFC-D4A4-3502F8B1CA99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707000" y="5111264"/>
                <a:ext cx="20520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5EC2E207-8A12-6910-B196-F4327C284D95}"/>
                  </a:ext>
                </a:extLst>
              </p14:cNvPr>
              <p14:cNvContentPartPr/>
              <p14:nvPr/>
            </p14:nvContentPartPr>
            <p14:xfrm>
              <a:off x="6392160" y="5117024"/>
              <a:ext cx="149760" cy="1051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5EC2E207-8A12-6910-B196-F4327C284D95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6374160" y="5099024"/>
                <a:ext cx="185400" cy="14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3A45802-B65C-C189-9FB1-577A5F0B1BE8}"/>
                  </a:ext>
                </a:extLst>
              </p14:cNvPr>
              <p14:cNvContentPartPr/>
              <p14:nvPr/>
            </p14:nvContentPartPr>
            <p14:xfrm>
              <a:off x="6341760" y="3638144"/>
              <a:ext cx="68400" cy="16308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3A45802-B65C-C189-9FB1-577A5F0B1BE8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6323760" y="3620144"/>
                <a:ext cx="104040" cy="1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8966921A-73B6-A279-2D59-A5D6B6ABB027}"/>
                  </a:ext>
                </a:extLst>
              </p14:cNvPr>
              <p14:cNvContentPartPr/>
              <p14:nvPr/>
            </p14:nvContentPartPr>
            <p14:xfrm>
              <a:off x="6215040" y="1940384"/>
              <a:ext cx="133560" cy="1576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8966921A-73B6-A279-2D59-A5D6B6ABB027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6197400" y="1922744"/>
                <a:ext cx="169200" cy="19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30179226-3A58-089E-BAA7-7C91C1EA58F0}"/>
              </a:ext>
            </a:extLst>
          </p:cNvPr>
          <p:cNvGrpSpPr/>
          <p:nvPr/>
        </p:nvGrpSpPr>
        <p:grpSpPr>
          <a:xfrm>
            <a:off x="3232080" y="1506224"/>
            <a:ext cx="392400" cy="348120"/>
            <a:chOff x="3232080" y="1506224"/>
            <a:chExt cx="392400" cy="34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EB0F828-DFA9-B0CC-CB37-8CC8AD50921D}"/>
                    </a:ext>
                  </a:extLst>
                </p14:cNvPr>
                <p14:cNvContentPartPr/>
                <p14:nvPr/>
              </p14:nvContentPartPr>
              <p14:xfrm>
                <a:off x="3232080" y="1506224"/>
                <a:ext cx="222120" cy="3481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EB0F828-DFA9-B0CC-CB37-8CC8AD50921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214440" y="1488584"/>
                  <a:ext cx="25776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16C9D51-042A-4488-F689-0A4DC7F7142F}"/>
                    </a:ext>
                  </a:extLst>
                </p14:cNvPr>
                <p14:cNvContentPartPr/>
                <p14:nvPr/>
              </p14:nvContentPartPr>
              <p14:xfrm>
                <a:off x="3545640" y="1569944"/>
                <a:ext cx="78840" cy="255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16C9D51-042A-4488-F689-0A4DC7F7142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27640" y="1552304"/>
                  <a:ext cx="114480" cy="29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5391C9F-5CDA-D423-947C-22A46A0A1DD4}"/>
              </a:ext>
            </a:extLst>
          </p:cNvPr>
          <p:cNvGrpSpPr/>
          <p:nvPr/>
        </p:nvGrpSpPr>
        <p:grpSpPr>
          <a:xfrm>
            <a:off x="6820200" y="844544"/>
            <a:ext cx="4989960" cy="4290120"/>
            <a:chOff x="6820200" y="844544"/>
            <a:chExt cx="4989960" cy="429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2466190-D062-A1F4-CFED-1C931678C199}"/>
                    </a:ext>
                  </a:extLst>
                </p14:cNvPr>
                <p14:cNvContentPartPr/>
                <p14:nvPr/>
              </p14:nvContentPartPr>
              <p14:xfrm>
                <a:off x="6820200" y="4855664"/>
                <a:ext cx="118440" cy="199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2466190-D062-A1F4-CFED-1C931678C19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02560" y="4838024"/>
                  <a:ext cx="1540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85EE79E-B1F7-52C4-6199-39D3DDA70DAD}"/>
                    </a:ext>
                  </a:extLst>
                </p14:cNvPr>
                <p14:cNvContentPartPr/>
                <p14:nvPr/>
              </p14:nvContentPartPr>
              <p14:xfrm>
                <a:off x="7037280" y="4822904"/>
                <a:ext cx="226800" cy="3117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85EE79E-B1F7-52C4-6199-39D3DDA70DA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019640" y="4804904"/>
                  <a:ext cx="26244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C9C689A-786F-6181-0216-923AFE2342BB}"/>
                    </a:ext>
                  </a:extLst>
                </p14:cNvPr>
                <p14:cNvContentPartPr/>
                <p14:nvPr/>
              </p14:nvContentPartPr>
              <p14:xfrm>
                <a:off x="8178840" y="1239824"/>
                <a:ext cx="248040" cy="397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C9C689A-786F-6181-0216-923AFE2342B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60840" y="1222184"/>
                  <a:ext cx="283680" cy="43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40793D4-D18E-7C40-B451-0A9797F54CAE}"/>
                    </a:ext>
                  </a:extLst>
                </p14:cNvPr>
                <p14:cNvContentPartPr/>
                <p14:nvPr/>
              </p14:nvContentPartPr>
              <p14:xfrm>
                <a:off x="8663040" y="1387424"/>
                <a:ext cx="258480" cy="1688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40793D4-D18E-7C40-B451-0A9797F54CA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645400" y="1369424"/>
                  <a:ext cx="2941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0D7F40D-E46D-37A4-3F36-8CADAE688F81}"/>
                    </a:ext>
                  </a:extLst>
                </p14:cNvPr>
                <p14:cNvContentPartPr/>
                <p14:nvPr/>
              </p14:nvContentPartPr>
              <p14:xfrm>
                <a:off x="9054000" y="1418744"/>
                <a:ext cx="140760" cy="1364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0D7F40D-E46D-37A4-3F36-8CADAE688F8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036000" y="1401104"/>
                  <a:ext cx="176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1EE578F-4CBF-C77F-BEE1-FD1317431429}"/>
                    </a:ext>
                  </a:extLst>
                </p14:cNvPr>
                <p14:cNvContentPartPr/>
                <p14:nvPr/>
              </p14:nvContentPartPr>
              <p14:xfrm>
                <a:off x="9351000" y="1203464"/>
                <a:ext cx="180720" cy="344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1EE578F-4CBF-C77F-BEE1-FD131743142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333000" y="1185824"/>
                  <a:ext cx="2163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2DDCF03-AF1A-B75B-BA08-D6054A3B0B0A}"/>
                    </a:ext>
                  </a:extLst>
                </p14:cNvPr>
                <p14:cNvContentPartPr/>
                <p14:nvPr/>
              </p14:nvContentPartPr>
              <p14:xfrm>
                <a:off x="9661320" y="1366544"/>
                <a:ext cx="217440" cy="1926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2DDCF03-AF1A-B75B-BA08-D6054A3B0B0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643320" y="1348544"/>
                  <a:ext cx="2530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D4DAF5-1485-874A-94DC-81876B3A6D6A}"/>
                    </a:ext>
                  </a:extLst>
                </p14:cNvPr>
                <p14:cNvContentPartPr/>
                <p14:nvPr/>
              </p14:nvContentPartPr>
              <p14:xfrm>
                <a:off x="10077120" y="1338464"/>
                <a:ext cx="118080" cy="195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D4DAF5-1485-874A-94DC-81876B3A6D6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059120" y="1320464"/>
                  <a:ext cx="1537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AB3F2D9-348D-95DC-1FDE-366D7DA705AF}"/>
                    </a:ext>
                  </a:extLst>
                </p14:cNvPr>
                <p14:cNvContentPartPr/>
                <p14:nvPr/>
              </p14:nvContentPartPr>
              <p14:xfrm>
                <a:off x="7358760" y="2240264"/>
                <a:ext cx="412560" cy="24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AB3F2D9-348D-95DC-1FDE-366D7DA705A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341120" y="2222624"/>
                  <a:ext cx="4482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7332E6D-7155-E17F-C9CF-76A10C99596D}"/>
                    </a:ext>
                  </a:extLst>
                </p14:cNvPr>
                <p14:cNvContentPartPr/>
                <p14:nvPr/>
              </p14:nvContentPartPr>
              <p14:xfrm>
                <a:off x="7664040" y="2118224"/>
                <a:ext cx="178920" cy="262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7332E6D-7155-E17F-C9CF-76A10C99596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646040" y="2100584"/>
                  <a:ext cx="2145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9888007-9ABA-BE15-B40A-25E77F164BD7}"/>
                    </a:ext>
                  </a:extLst>
                </p14:cNvPr>
                <p14:cNvContentPartPr/>
                <p14:nvPr/>
              </p14:nvContentPartPr>
              <p14:xfrm>
                <a:off x="8297640" y="2097704"/>
                <a:ext cx="65520" cy="448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9888007-9ABA-BE15-B40A-25E77F164BD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279640" y="2079704"/>
                  <a:ext cx="10116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C9347AB-4FBD-B8A1-1D5E-5009FD523E6A}"/>
                    </a:ext>
                  </a:extLst>
                </p14:cNvPr>
                <p14:cNvContentPartPr/>
                <p14:nvPr/>
              </p14:nvContentPartPr>
              <p14:xfrm>
                <a:off x="8371080" y="2097344"/>
                <a:ext cx="183960" cy="317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C9347AB-4FBD-B8A1-1D5E-5009FD523E6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353080" y="2079344"/>
                  <a:ext cx="21960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45E7D26-8EDA-751D-073F-028E560AA394}"/>
                    </a:ext>
                  </a:extLst>
                </p14:cNvPr>
                <p14:cNvContentPartPr/>
                <p14:nvPr/>
              </p14:nvContentPartPr>
              <p14:xfrm>
                <a:off x="8336520" y="2283824"/>
                <a:ext cx="133560" cy="18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45E7D26-8EDA-751D-073F-028E560AA39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318880" y="2265824"/>
                  <a:ext cx="1692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C8325EB-7071-AB69-CEF8-18651570423F}"/>
                    </a:ext>
                  </a:extLst>
                </p14:cNvPr>
                <p14:cNvContentPartPr/>
                <p14:nvPr/>
              </p14:nvContentPartPr>
              <p14:xfrm>
                <a:off x="8671320" y="2239184"/>
                <a:ext cx="54000" cy="202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C8325EB-7071-AB69-CEF8-18651570423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653320" y="2221184"/>
                  <a:ext cx="8964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5611565-B9D8-4628-2837-2072C43E8F33}"/>
                    </a:ext>
                  </a:extLst>
                </p14:cNvPr>
                <p14:cNvContentPartPr/>
                <p14:nvPr/>
              </p14:nvContentPartPr>
              <p14:xfrm>
                <a:off x="8650440" y="2221544"/>
                <a:ext cx="143280" cy="113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611565-B9D8-4628-2837-2072C43E8F3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632440" y="2203544"/>
                  <a:ext cx="178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2B11E31-7B36-6FF0-1306-A17D5E285960}"/>
                    </a:ext>
                  </a:extLst>
                </p14:cNvPr>
                <p14:cNvContentPartPr/>
                <p14:nvPr/>
              </p14:nvContentPartPr>
              <p14:xfrm>
                <a:off x="8874720" y="2217224"/>
                <a:ext cx="20160" cy="241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2B11E31-7B36-6FF0-1306-A17D5E28596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857080" y="2199224"/>
                  <a:ext cx="558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4EA6EC8-0F19-AB6C-6D15-FEBF5EFADEC5}"/>
                    </a:ext>
                  </a:extLst>
                </p14:cNvPr>
                <p14:cNvContentPartPr/>
                <p14:nvPr/>
              </p14:nvContentPartPr>
              <p14:xfrm>
                <a:off x="8920440" y="2228024"/>
                <a:ext cx="80640" cy="1000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4EA6EC8-0F19-AB6C-6D15-FEBF5EFADEC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902800" y="2210024"/>
                  <a:ext cx="1162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0DBF2C4-E288-B5A3-8EC9-0580C0A1F10F}"/>
                    </a:ext>
                  </a:extLst>
                </p14:cNvPr>
                <p14:cNvContentPartPr/>
                <p14:nvPr/>
              </p14:nvContentPartPr>
              <p14:xfrm>
                <a:off x="9091080" y="2062784"/>
                <a:ext cx="428400" cy="5036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0DBF2C4-E288-B5A3-8EC9-0580C0A1F10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073080" y="2045144"/>
                  <a:ext cx="464040" cy="53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D6DE9D2-066F-BD71-2955-5F539A394AC3}"/>
                    </a:ext>
                  </a:extLst>
                </p14:cNvPr>
                <p14:cNvContentPartPr/>
                <p14:nvPr/>
              </p14:nvContentPartPr>
              <p14:xfrm>
                <a:off x="9812880" y="2154224"/>
                <a:ext cx="97920" cy="301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D6DE9D2-066F-BD71-2955-5F539A394AC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794880" y="2136224"/>
                  <a:ext cx="13356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D3BC819-2E30-13BD-08CE-AC62919C7B21}"/>
                    </a:ext>
                  </a:extLst>
                </p14:cNvPr>
                <p14:cNvContentPartPr/>
                <p14:nvPr/>
              </p14:nvContentPartPr>
              <p14:xfrm>
                <a:off x="9866160" y="2159984"/>
                <a:ext cx="183240" cy="183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D3BC819-2E30-13BD-08CE-AC62919C7B2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848520" y="2142344"/>
                  <a:ext cx="218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B2FC8C5-53AF-C641-8D35-44C7ECBCB440}"/>
                    </a:ext>
                  </a:extLst>
                </p14:cNvPr>
                <p14:cNvContentPartPr/>
                <p14:nvPr/>
              </p14:nvContentPartPr>
              <p14:xfrm>
                <a:off x="10162800" y="2165024"/>
                <a:ext cx="160560" cy="1954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B2FC8C5-53AF-C641-8D35-44C7ECBCB44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144800" y="2147384"/>
                  <a:ext cx="1962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6367269-39D9-3E78-F084-E50EEAF32D60}"/>
                    </a:ext>
                  </a:extLst>
                </p14:cNvPr>
                <p14:cNvContentPartPr/>
                <p14:nvPr/>
              </p14:nvContentPartPr>
              <p14:xfrm>
                <a:off x="10425600" y="2134784"/>
                <a:ext cx="272880" cy="2642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6367269-39D9-3E78-F084-E50EEAF32D6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407600" y="2116784"/>
                  <a:ext cx="30852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C787A92-76A9-FDC6-BABB-16A95A20404D}"/>
                    </a:ext>
                  </a:extLst>
                </p14:cNvPr>
                <p14:cNvContentPartPr/>
                <p14:nvPr/>
              </p14:nvContentPartPr>
              <p14:xfrm>
                <a:off x="8273160" y="3158624"/>
                <a:ext cx="30960" cy="313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C787A92-76A9-FDC6-BABB-16A95A20404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255160" y="3140624"/>
                  <a:ext cx="6660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063C536-BC83-51E0-F47E-98AEF4C2641E}"/>
                    </a:ext>
                  </a:extLst>
                </p14:cNvPr>
                <p14:cNvContentPartPr/>
                <p14:nvPr/>
              </p14:nvContentPartPr>
              <p14:xfrm>
                <a:off x="8392320" y="3191384"/>
                <a:ext cx="190800" cy="228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063C536-BC83-51E0-F47E-98AEF4C2641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374680" y="3173744"/>
                  <a:ext cx="22644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72211A4-A0DF-9E1C-B4B8-3B99D5385FCA}"/>
                    </a:ext>
                  </a:extLst>
                </p14:cNvPr>
                <p14:cNvContentPartPr/>
                <p14:nvPr/>
              </p14:nvContentPartPr>
              <p14:xfrm>
                <a:off x="9054000" y="3200024"/>
                <a:ext cx="19080" cy="235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72211A4-A0DF-9E1C-B4B8-3B99D5385FC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36000" y="3182024"/>
                  <a:ext cx="547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18510E8-50BC-195C-BB37-1B74E79085D4}"/>
                    </a:ext>
                  </a:extLst>
                </p14:cNvPr>
                <p14:cNvContentPartPr/>
                <p14:nvPr/>
              </p14:nvContentPartPr>
              <p14:xfrm>
                <a:off x="9048240" y="3123344"/>
                <a:ext cx="227880" cy="2293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18510E8-50BC-195C-BB37-1B74E79085D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030240" y="3105344"/>
                  <a:ext cx="2635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62945D6-D98A-1336-C313-8F0398AD2D57}"/>
                    </a:ext>
                  </a:extLst>
                </p14:cNvPr>
                <p14:cNvContentPartPr/>
                <p14:nvPr/>
              </p14:nvContentPartPr>
              <p14:xfrm>
                <a:off x="9351720" y="3271304"/>
                <a:ext cx="305280" cy="1987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62945D6-D98A-1336-C313-8F0398AD2D5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333720" y="3253304"/>
                  <a:ext cx="340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F8FD8CD-BA02-F743-4AF7-5C07DD73EF71}"/>
                    </a:ext>
                  </a:extLst>
                </p14:cNvPr>
                <p14:cNvContentPartPr/>
                <p14:nvPr/>
              </p14:nvContentPartPr>
              <p14:xfrm>
                <a:off x="9770760" y="3288584"/>
                <a:ext cx="4680" cy="1299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F8FD8CD-BA02-F743-4AF7-5C07DD73EF7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752760" y="3270584"/>
                  <a:ext cx="403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F39320E-AE69-B944-21A6-396275313876}"/>
                    </a:ext>
                  </a:extLst>
                </p14:cNvPr>
                <p14:cNvContentPartPr/>
                <p14:nvPr/>
              </p14:nvContentPartPr>
              <p14:xfrm>
                <a:off x="9797760" y="3131264"/>
                <a:ext cx="19080" cy="51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F39320E-AE69-B944-21A6-39627531387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779760" y="3113624"/>
                  <a:ext cx="547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4C96333-C975-5D5B-9D5A-C24751DDF85B}"/>
                    </a:ext>
                  </a:extLst>
                </p14:cNvPr>
                <p14:cNvContentPartPr/>
                <p14:nvPr/>
              </p14:nvContentPartPr>
              <p14:xfrm>
                <a:off x="9911160" y="3224504"/>
                <a:ext cx="85320" cy="197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4C96333-C975-5D5B-9D5A-C24751DDF85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893160" y="3206504"/>
                  <a:ext cx="1209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535D751-7E24-6EB1-41A8-E75565C32BBC}"/>
                    </a:ext>
                  </a:extLst>
                </p14:cNvPr>
                <p14:cNvContentPartPr/>
                <p14:nvPr/>
              </p14:nvContentPartPr>
              <p14:xfrm>
                <a:off x="10115280" y="3089864"/>
                <a:ext cx="54720" cy="2318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535D751-7E24-6EB1-41A8-E75565C32BB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097280" y="3071864"/>
                  <a:ext cx="903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E437CBF-BCAF-0441-695A-7AC4141BC5A8}"/>
                    </a:ext>
                  </a:extLst>
                </p14:cNvPr>
                <p14:cNvContentPartPr/>
                <p14:nvPr/>
              </p14:nvContentPartPr>
              <p14:xfrm>
                <a:off x="10069560" y="3207224"/>
                <a:ext cx="339840" cy="144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E437CBF-BCAF-0441-695A-7AC4141BC5A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051560" y="3189584"/>
                  <a:ext cx="3754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7316BB0-E649-559B-DD7B-FA6CFE575684}"/>
                    </a:ext>
                  </a:extLst>
                </p14:cNvPr>
                <p14:cNvContentPartPr/>
                <p14:nvPr/>
              </p14:nvContentPartPr>
              <p14:xfrm>
                <a:off x="10445400" y="3213704"/>
                <a:ext cx="114840" cy="1166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7316BB0-E649-559B-DD7B-FA6CFE57568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427760" y="3196064"/>
                  <a:ext cx="1504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54F2733-FFC4-9C5E-5BBF-DA32E152CD26}"/>
                    </a:ext>
                  </a:extLst>
                </p14:cNvPr>
                <p14:cNvContentPartPr/>
                <p14:nvPr/>
              </p14:nvContentPartPr>
              <p14:xfrm>
                <a:off x="10668960" y="3193544"/>
                <a:ext cx="87480" cy="175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54F2733-FFC4-9C5E-5BBF-DA32E152CD2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650960" y="3175904"/>
                  <a:ext cx="1231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64C6FB7-F0CF-A085-3061-1E60C3588D62}"/>
                    </a:ext>
                  </a:extLst>
                </p14:cNvPr>
                <p14:cNvContentPartPr/>
                <p14:nvPr/>
              </p14:nvContentPartPr>
              <p14:xfrm>
                <a:off x="7835760" y="4267424"/>
                <a:ext cx="357120" cy="151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64C6FB7-F0CF-A085-3061-1E60C3588D6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817760" y="4249784"/>
                  <a:ext cx="3927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7B7C613-8F8E-90D5-2A9C-90BFE756B4DF}"/>
                    </a:ext>
                  </a:extLst>
                </p14:cNvPr>
                <p14:cNvContentPartPr/>
                <p14:nvPr/>
              </p14:nvContentPartPr>
              <p14:xfrm>
                <a:off x="8163000" y="4133864"/>
                <a:ext cx="180360" cy="1954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7B7C613-8F8E-90D5-2A9C-90BFE756B4D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145000" y="4116224"/>
                  <a:ext cx="2160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D152462-D2FC-575F-F46B-28514ED341C3}"/>
                    </a:ext>
                  </a:extLst>
                </p14:cNvPr>
                <p14:cNvContentPartPr/>
                <p14:nvPr/>
              </p14:nvContentPartPr>
              <p14:xfrm>
                <a:off x="8596800" y="4104704"/>
                <a:ext cx="72000" cy="2466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D152462-D2FC-575F-F46B-28514ED341C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578800" y="4087064"/>
                  <a:ext cx="1076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D8C2147-FA4C-06A4-A704-16F381AA0494}"/>
                    </a:ext>
                  </a:extLst>
                </p14:cNvPr>
                <p14:cNvContentPartPr/>
                <p14:nvPr/>
              </p14:nvContentPartPr>
              <p14:xfrm>
                <a:off x="8607240" y="4095344"/>
                <a:ext cx="191520" cy="1623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D8C2147-FA4C-06A4-A704-16F381AA049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89600" y="4077704"/>
                  <a:ext cx="2271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076A589-EAF1-2E88-DF8D-0EA34347C1A5}"/>
                    </a:ext>
                  </a:extLst>
                </p14:cNvPr>
                <p14:cNvContentPartPr/>
                <p14:nvPr/>
              </p14:nvContentPartPr>
              <p14:xfrm>
                <a:off x="8660880" y="4204784"/>
                <a:ext cx="104760" cy="392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076A589-EAF1-2E88-DF8D-0EA34347C1A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643240" y="4186784"/>
                  <a:ext cx="1404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6A83954-7F31-6398-BA47-8D349A17C82A}"/>
                    </a:ext>
                  </a:extLst>
                </p14:cNvPr>
                <p14:cNvContentPartPr/>
                <p14:nvPr/>
              </p14:nvContentPartPr>
              <p14:xfrm>
                <a:off x="9023760" y="4033064"/>
                <a:ext cx="11160" cy="64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6A83954-7F31-6398-BA47-8D349A17C82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005760" y="4015064"/>
                  <a:ext cx="468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10CB561-11A7-B1AE-A6A1-BEE0DB75BD67}"/>
                    </a:ext>
                  </a:extLst>
                </p14:cNvPr>
                <p14:cNvContentPartPr/>
                <p14:nvPr/>
              </p14:nvContentPartPr>
              <p14:xfrm>
                <a:off x="9027360" y="4092104"/>
                <a:ext cx="39960" cy="1922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10CB561-11A7-B1AE-A6A1-BEE0DB75BD6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009720" y="4074464"/>
                  <a:ext cx="756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19D0235-25E0-241B-A55F-89FADA67D4FC}"/>
                    </a:ext>
                  </a:extLst>
                </p14:cNvPr>
                <p14:cNvContentPartPr/>
                <p14:nvPr/>
              </p14:nvContentPartPr>
              <p14:xfrm>
                <a:off x="9027360" y="4078784"/>
                <a:ext cx="100800" cy="1213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19D0235-25E0-241B-A55F-89FADA67D4F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009720" y="4060784"/>
                  <a:ext cx="1364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BAADBD6-1BC3-43D1-B877-29A7EB39DEB8}"/>
                    </a:ext>
                  </a:extLst>
                </p14:cNvPr>
                <p14:cNvContentPartPr/>
                <p14:nvPr/>
              </p14:nvContentPartPr>
              <p14:xfrm>
                <a:off x="9182160" y="4087784"/>
                <a:ext cx="43920" cy="207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BAADBD6-1BC3-43D1-B877-29A7EB39DEB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164160" y="4069784"/>
                  <a:ext cx="795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42BDB65-1DE9-9471-FD54-8B4B456D812B}"/>
                    </a:ext>
                  </a:extLst>
                </p14:cNvPr>
                <p14:cNvContentPartPr/>
                <p14:nvPr/>
              </p14:nvContentPartPr>
              <p14:xfrm>
                <a:off x="9244440" y="4068704"/>
                <a:ext cx="84240" cy="1087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42BDB65-1DE9-9471-FD54-8B4B456D812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226440" y="4051064"/>
                  <a:ext cx="1198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E473B30-DFEE-7B85-E389-16D28B9FA399}"/>
                    </a:ext>
                  </a:extLst>
                </p14:cNvPr>
                <p14:cNvContentPartPr/>
                <p14:nvPr/>
              </p14:nvContentPartPr>
              <p14:xfrm>
                <a:off x="9447840" y="3970064"/>
                <a:ext cx="395280" cy="2775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E473B30-DFEE-7B85-E389-16D28B9FA39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430200" y="3952424"/>
                  <a:ext cx="4309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D1D85F1-AC22-D193-0AC0-CCCCB2C4C3FF}"/>
                    </a:ext>
                  </a:extLst>
                </p14:cNvPr>
                <p14:cNvContentPartPr/>
                <p14:nvPr/>
              </p14:nvContentPartPr>
              <p14:xfrm>
                <a:off x="10264680" y="4050704"/>
                <a:ext cx="136800" cy="189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D1D85F1-AC22-D193-0AC0-CCCCB2C4C3F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246680" y="4032704"/>
                  <a:ext cx="172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CD824E1-0F6A-008F-F1CB-D5FA31265195}"/>
                    </a:ext>
                  </a:extLst>
                </p14:cNvPr>
                <p14:cNvContentPartPr/>
                <p14:nvPr/>
              </p14:nvContentPartPr>
              <p14:xfrm>
                <a:off x="10559880" y="4047464"/>
                <a:ext cx="172800" cy="2178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CD824E1-0F6A-008F-F1CB-D5FA3126519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541880" y="4029824"/>
                  <a:ext cx="2084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8F0048F-A617-FFDD-04F1-BF213002B7F6}"/>
                    </a:ext>
                  </a:extLst>
                </p14:cNvPr>
                <p14:cNvContentPartPr/>
                <p14:nvPr/>
              </p14:nvContentPartPr>
              <p14:xfrm>
                <a:off x="10864800" y="4151504"/>
                <a:ext cx="322920" cy="1209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8F0048F-A617-FFDD-04F1-BF213002B7F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847160" y="4133504"/>
                  <a:ext cx="358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B7C9416-B9D9-EB26-E341-4E3ACA963B85}"/>
                    </a:ext>
                  </a:extLst>
                </p14:cNvPr>
                <p14:cNvContentPartPr/>
                <p14:nvPr/>
              </p14:nvContentPartPr>
              <p14:xfrm>
                <a:off x="11313360" y="4136744"/>
                <a:ext cx="47160" cy="1494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B7C9416-B9D9-EB26-E341-4E3ACA963B8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295360" y="4119104"/>
                  <a:ext cx="828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EFD1867-935E-9B6D-DD98-8308184C1588}"/>
                    </a:ext>
                  </a:extLst>
                </p14:cNvPr>
                <p14:cNvContentPartPr/>
                <p14:nvPr/>
              </p14:nvContentPartPr>
              <p14:xfrm>
                <a:off x="11169360" y="3907424"/>
                <a:ext cx="34200" cy="142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EFD1867-935E-9B6D-DD98-8308184C158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151360" y="3889424"/>
                  <a:ext cx="698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4EB1C2D-783D-F967-959A-D1C0F59F1DF9}"/>
                    </a:ext>
                  </a:extLst>
                </p14:cNvPr>
                <p14:cNvContentPartPr/>
                <p14:nvPr/>
              </p14:nvContentPartPr>
              <p14:xfrm>
                <a:off x="9819360" y="4673504"/>
                <a:ext cx="55080" cy="2257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4EB1C2D-783D-F967-959A-D1C0F59F1DF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801360" y="4655504"/>
                  <a:ext cx="907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AAFF912-D897-A11E-9EA1-5F587FC356E1}"/>
                    </a:ext>
                  </a:extLst>
                </p14:cNvPr>
                <p14:cNvContentPartPr/>
                <p14:nvPr/>
              </p14:nvContentPartPr>
              <p14:xfrm>
                <a:off x="10057680" y="4732184"/>
                <a:ext cx="271080" cy="1263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AAFF912-D897-A11E-9EA1-5F587FC356E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040040" y="4714184"/>
                  <a:ext cx="3067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C33A280-9736-452A-DE04-93E78A65EDAC}"/>
                    </a:ext>
                  </a:extLst>
                </p14:cNvPr>
                <p14:cNvContentPartPr/>
                <p14:nvPr/>
              </p14:nvContentPartPr>
              <p14:xfrm>
                <a:off x="10327320" y="4722824"/>
                <a:ext cx="166320" cy="1094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C33A280-9736-452A-DE04-93E78A65EDA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309320" y="4705184"/>
                  <a:ext cx="2019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3E89CDA-BF48-5469-B74F-62115BBDC4E4}"/>
                    </a:ext>
                  </a:extLst>
                </p14:cNvPr>
                <p14:cNvContentPartPr/>
                <p14:nvPr/>
              </p14:nvContentPartPr>
              <p14:xfrm>
                <a:off x="7808760" y="2796104"/>
                <a:ext cx="4001400" cy="22892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3E89CDA-BF48-5469-B74F-62115BBDC4E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791120" y="2778464"/>
                  <a:ext cx="4037040" cy="232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93F4799-53CC-EDEA-3A5D-8AC8C74499DD}"/>
                    </a:ext>
                  </a:extLst>
                </p14:cNvPr>
                <p14:cNvContentPartPr/>
                <p14:nvPr/>
              </p14:nvContentPartPr>
              <p14:xfrm>
                <a:off x="7560000" y="3107144"/>
                <a:ext cx="258840" cy="16552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93F4799-53CC-EDEA-3A5D-8AC8C74499D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542000" y="3089144"/>
                  <a:ext cx="294480" cy="169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E298E66-724D-03DD-2A2D-29DDB6A7A785}"/>
                    </a:ext>
                  </a:extLst>
                </p14:cNvPr>
                <p14:cNvContentPartPr/>
                <p14:nvPr/>
              </p14:nvContentPartPr>
              <p14:xfrm>
                <a:off x="7341480" y="844544"/>
                <a:ext cx="3692160" cy="19602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E298E66-724D-03DD-2A2D-29DDB6A7A78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323840" y="826544"/>
                  <a:ext cx="3727800" cy="19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0816A1A-034A-12CA-5D15-43A1B4E25205}"/>
                    </a:ext>
                  </a:extLst>
                </p14:cNvPr>
                <p14:cNvContentPartPr/>
                <p14:nvPr/>
              </p14:nvContentPartPr>
              <p14:xfrm>
                <a:off x="11088000" y="2654624"/>
                <a:ext cx="14040" cy="172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0816A1A-034A-12CA-5D15-43A1B4E2520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070360" y="2636984"/>
                  <a:ext cx="49680" cy="52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18072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65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574" y="288709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65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6054" y="446569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814" y="443581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7254" y="4563250"/>
                  <a:ext cx="11592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7094" y="1567690"/>
                  <a:ext cx="604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454" y="1556170"/>
                  <a:ext cx="208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14" y="1642570"/>
                  <a:ext cx="17568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805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694" y="3182290"/>
                  <a:ext cx="2059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374" y="3235570"/>
                  <a:ext cx="112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2734" y="3296050"/>
                  <a:ext cx="396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37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934" y="4862410"/>
                  <a:ext cx="169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8374" y="4877530"/>
                  <a:ext cx="972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894" y="1442770"/>
                <a:ext cx="39600" cy="4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73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454" y="2643370"/>
                  <a:ext cx="1191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694" y="2623570"/>
                  <a:ext cx="284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217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8134" y="4283170"/>
                  <a:ext cx="223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433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614" y="145825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517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654" y="160009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374" y="3173650"/>
                  <a:ext cx="856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494" y="3111730"/>
                  <a:ext cx="210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14" y="3182650"/>
                  <a:ext cx="1738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70014" y="4680610"/>
                  <a:ext cx="91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494" y="4597090"/>
                  <a:ext cx="147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494" y="4670170"/>
                  <a:ext cx="236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610"/>
                  <a:ext cx="705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1014" y="472021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305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50334" y="2722930"/>
                  <a:ext cx="56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854" y="270745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610"/>
                  <a:ext cx="730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81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505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574" y="4425730"/>
                  <a:ext cx="23832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50945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101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925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6334" y="3572890"/>
                  <a:ext cx="150120" cy="158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729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401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814" y="508525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934" y="1828330"/>
                <a:ext cx="19188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521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4294" y="508237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805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574" y="2139370"/>
                  <a:ext cx="1933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854" y="3508450"/>
                  <a:ext cx="166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89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34" y="5290450"/>
                  <a:ext cx="19620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929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774" y="5439130"/>
                  <a:ext cx="20700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45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930"/>
                  <a:ext cx="141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417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4005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5254" y="331621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14" y="3322330"/>
                  <a:ext cx="150840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3214" y="4891210"/>
                  <a:ext cx="1962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974" y="5021530"/>
                  <a:ext cx="16560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494" y="1714570"/>
                  <a:ext cx="1879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6014" y="1812490"/>
                  <a:ext cx="20628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81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894" y="4804090"/>
                  <a:ext cx="1908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894" y="481201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69864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10"/>
                <a:ext cx="205200" cy="24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130"/>
                  <a:ext cx="143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454" y="1556170"/>
                  <a:ext cx="56664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61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10"/>
                  <a:ext cx="266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34" y="2471650"/>
                  <a:ext cx="154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125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694" y="218617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89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414" y="2087890"/>
                  <a:ext cx="398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77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57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494" y="1607650"/>
                  <a:ext cx="14040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4094" y="1866490"/>
                  <a:ext cx="1706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00174" y="1987450"/>
                  <a:ext cx="2026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694" y="196405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53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574" y="195973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1025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81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534" y="1595770"/>
                <a:ext cx="14688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61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934" y="187729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4094" y="185533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734" y="1945330"/>
                  <a:ext cx="66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374" y="1767130"/>
                  <a:ext cx="258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6174" y="1644730"/>
                <a:ext cx="1054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654" y="1470850"/>
                <a:ext cx="7704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654" y="185281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9014" y="1824730"/>
                  <a:ext cx="1872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305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530"/>
                <a:ext cx="87840" cy="7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814" y="280141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010"/>
                  <a:ext cx="1353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934" y="2777650"/>
                <a:ext cx="12636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233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6094" y="283381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814" y="259189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61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694" y="2871250"/>
                  <a:ext cx="55080" cy="22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50054" y="3296410"/>
                <a:ext cx="63000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81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49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9014" y="362293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717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4174" y="355885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65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414" y="3622930"/>
                <a:ext cx="174960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494" y="3648850"/>
                  <a:ext cx="2052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294" y="3582250"/>
                  <a:ext cx="68040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1174" y="3316210"/>
                <a:ext cx="536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73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5094" y="3509530"/>
                  <a:ext cx="18144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9094" y="4457410"/>
                <a:ext cx="5616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974" y="495349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521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574" y="4851610"/>
                <a:ext cx="4824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8454" y="5137090"/>
                  <a:ext cx="460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209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4894" y="5110810"/>
                  <a:ext cx="49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10001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521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93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3134" y="502333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5014" y="4862770"/>
                <a:ext cx="56520" cy="6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513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9214" y="5271010"/>
                  <a:ext cx="121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934" y="513565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89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9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CB946772-DA23-3690-126E-8447E598F6F5}"/>
                  </a:ext>
                </a:extLst>
              </p14:cNvPr>
              <p14:cNvContentPartPr/>
              <p14:nvPr/>
            </p14:nvContentPartPr>
            <p14:xfrm>
              <a:off x="2770440" y="1700760"/>
              <a:ext cx="342000" cy="37260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CB946772-DA23-3690-126E-8447E598F6F5}"/>
                  </a:ext>
                </a:extLst>
              </p:cNvPr>
              <p:cNvPicPr/>
              <p:nvPr/>
            </p:nvPicPr>
            <p:blipFill>
              <a:blip r:embed="rId420"/>
              <a:stretch>
                <a:fillRect/>
              </a:stretch>
            </p:blipFill>
            <p:spPr>
              <a:xfrm>
                <a:off x="2752800" y="1682760"/>
                <a:ext cx="377640" cy="40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2" name="Group 201">
            <a:extLst>
              <a:ext uri="{FF2B5EF4-FFF2-40B4-BE49-F238E27FC236}">
                <a16:creationId xmlns:a16="http://schemas.microsoft.com/office/drawing/2014/main" id="{EB19D1FE-E7EA-44CB-44D8-465855CE234D}"/>
              </a:ext>
            </a:extLst>
          </p:cNvPr>
          <p:cNvGrpSpPr/>
          <p:nvPr/>
        </p:nvGrpSpPr>
        <p:grpSpPr>
          <a:xfrm>
            <a:off x="2796360" y="1748280"/>
            <a:ext cx="745200" cy="880200"/>
            <a:chOff x="2796360" y="1748280"/>
            <a:chExt cx="745200" cy="88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2883133-776F-DE03-8C65-730BF4593050}"/>
                    </a:ext>
                  </a:extLst>
                </p14:cNvPr>
                <p14:cNvContentPartPr/>
                <p14:nvPr/>
              </p14:nvContentPartPr>
              <p14:xfrm>
                <a:off x="2796360" y="1748280"/>
                <a:ext cx="339840" cy="361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2883133-776F-DE03-8C65-730BF459305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2778720" y="1730640"/>
                  <a:ext cx="37548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36262A1-0601-001D-20DF-505C46FDF684}"/>
                    </a:ext>
                  </a:extLst>
                </p14:cNvPr>
                <p14:cNvContentPartPr/>
                <p14:nvPr/>
              </p14:nvContentPartPr>
              <p14:xfrm>
                <a:off x="2897520" y="1761960"/>
                <a:ext cx="228600" cy="324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36262A1-0601-001D-20DF-505C46FDF684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2879880" y="1744320"/>
                  <a:ext cx="2642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4E042A3-5825-F5C4-1FF2-392880F22103}"/>
                    </a:ext>
                  </a:extLst>
                </p14:cNvPr>
                <p14:cNvContentPartPr/>
                <p14:nvPr/>
              </p14:nvContentPartPr>
              <p14:xfrm>
                <a:off x="3149160" y="2231400"/>
                <a:ext cx="13680" cy="3780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4E042A3-5825-F5C4-1FF2-392880F22103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3131160" y="2213760"/>
                  <a:ext cx="4932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085FAC4-EC89-0143-ABE3-888F0C2E1C42}"/>
                    </a:ext>
                  </a:extLst>
                </p14:cNvPr>
                <p14:cNvContentPartPr/>
                <p14:nvPr/>
              </p14:nvContentPartPr>
              <p14:xfrm>
                <a:off x="3144120" y="2627760"/>
                <a:ext cx="720" cy="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085FAC4-EC89-0143-ABE3-888F0C2E1C4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3126480" y="2609760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415D8741-F8C3-92AC-D805-D2DDF7D76905}"/>
                    </a:ext>
                  </a:extLst>
                </p14:cNvPr>
                <p14:cNvContentPartPr/>
                <p14:nvPr/>
              </p14:nvContentPartPr>
              <p14:xfrm>
                <a:off x="3080040" y="2483400"/>
                <a:ext cx="162360" cy="119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15D8741-F8C3-92AC-D805-D2DDF7D76905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3062400" y="2465760"/>
                  <a:ext cx="198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09C5202-830F-C79F-A1C4-70C8EDAFB784}"/>
                    </a:ext>
                  </a:extLst>
                </p14:cNvPr>
                <p14:cNvContentPartPr/>
                <p14:nvPr/>
              </p14:nvContentPartPr>
              <p14:xfrm>
                <a:off x="3239520" y="2113320"/>
                <a:ext cx="290520" cy="291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09C5202-830F-C79F-A1C4-70C8EDAFB784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3221880" y="2095320"/>
                  <a:ext cx="326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977FFDF3-3852-F73F-D3EC-6EA19105922E}"/>
                    </a:ext>
                  </a:extLst>
                </p14:cNvPr>
                <p14:cNvContentPartPr/>
                <p14:nvPr/>
              </p14:nvContentPartPr>
              <p14:xfrm>
                <a:off x="3424920" y="2025480"/>
                <a:ext cx="116640" cy="2152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977FFDF3-3852-F73F-D3EC-6EA19105922E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3406920" y="2007840"/>
                  <a:ext cx="152280" cy="2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67361E57-41A1-42C5-525F-DBD5DA66BE7F}"/>
              </a:ext>
            </a:extLst>
          </p:cNvPr>
          <p:cNvGrpSpPr/>
          <p:nvPr/>
        </p:nvGrpSpPr>
        <p:grpSpPr>
          <a:xfrm>
            <a:off x="386160" y="1698600"/>
            <a:ext cx="1822680" cy="1362600"/>
            <a:chOff x="386160" y="1698600"/>
            <a:chExt cx="1822680" cy="13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EDDE968-E65F-AF3B-425A-7D702B5F414E}"/>
                    </a:ext>
                  </a:extLst>
                </p14:cNvPr>
                <p14:cNvContentPartPr/>
                <p14:nvPr/>
              </p14:nvContentPartPr>
              <p14:xfrm>
                <a:off x="681720" y="1948440"/>
                <a:ext cx="305280" cy="4798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EDDE968-E65F-AF3B-425A-7D702B5F414E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64080" y="1930800"/>
                  <a:ext cx="340920" cy="51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5998574-7114-E4EC-C309-EA3AA6A4696B}"/>
                    </a:ext>
                  </a:extLst>
                </p14:cNvPr>
                <p14:cNvContentPartPr/>
                <p14:nvPr/>
              </p14:nvContentPartPr>
              <p14:xfrm>
                <a:off x="792600" y="2256240"/>
                <a:ext cx="258840" cy="2127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5998574-7114-E4EC-C309-EA3AA6A4696B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774960" y="2238240"/>
                  <a:ext cx="2944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6AA7028-EC21-3875-AED3-5E798DBC09C8}"/>
                    </a:ext>
                  </a:extLst>
                </p14:cNvPr>
                <p14:cNvContentPartPr/>
                <p14:nvPr/>
              </p14:nvContentPartPr>
              <p14:xfrm>
                <a:off x="929400" y="1844040"/>
                <a:ext cx="142920" cy="1717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6AA7028-EC21-3875-AED3-5E798DBC09C8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911760" y="1826040"/>
                  <a:ext cx="1785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B15DA76-587B-997D-1593-8B86C262A232}"/>
                    </a:ext>
                  </a:extLst>
                </p14:cNvPr>
                <p14:cNvContentPartPr/>
                <p14:nvPr/>
              </p14:nvContentPartPr>
              <p14:xfrm>
                <a:off x="901680" y="1766280"/>
                <a:ext cx="38520" cy="324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B15DA76-587B-997D-1593-8B86C262A232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883680" y="1748280"/>
                  <a:ext cx="741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5FE26C8-7381-8DD3-3D4E-64446C4B5B1F}"/>
                    </a:ext>
                  </a:extLst>
                </p14:cNvPr>
                <p14:cNvContentPartPr/>
                <p14:nvPr/>
              </p14:nvContentPartPr>
              <p14:xfrm>
                <a:off x="1073760" y="1998480"/>
                <a:ext cx="55440" cy="72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5FE26C8-7381-8DD3-3D4E-64446C4B5B1F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055760" y="1980840"/>
                  <a:ext cx="910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5E6C422-803C-431E-1950-645CC997E71F}"/>
                    </a:ext>
                  </a:extLst>
                </p14:cNvPr>
                <p14:cNvContentPartPr/>
                <p14:nvPr/>
              </p14:nvContentPartPr>
              <p14:xfrm>
                <a:off x="1188600" y="1849440"/>
                <a:ext cx="124920" cy="946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5E6C422-803C-431E-1950-645CC997E71F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170600" y="1831800"/>
                  <a:ext cx="1605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EC8D93B-E2E3-338E-F24A-E26DB0276A33}"/>
                    </a:ext>
                  </a:extLst>
                </p14:cNvPr>
                <p14:cNvContentPartPr/>
                <p14:nvPr/>
              </p14:nvContentPartPr>
              <p14:xfrm>
                <a:off x="1256280" y="1881480"/>
                <a:ext cx="37440" cy="745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EC8D93B-E2E3-338E-F24A-E26DB0276A33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238640" y="1863480"/>
                  <a:ext cx="730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CB027D0-88A2-D3C4-1797-95A925BCCF97}"/>
                    </a:ext>
                  </a:extLst>
                </p14:cNvPr>
                <p14:cNvContentPartPr/>
                <p14:nvPr/>
              </p14:nvContentPartPr>
              <p14:xfrm>
                <a:off x="1318200" y="1817760"/>
                <a:ext cx="73800" cy="673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CB027D0-88A2-D3C4-1797-95A925BCCF9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300200" y="1799760"/>
                  <a:ext cx="1094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13182BB-38CB-99C8-914D-5F50D6E30464}"/>
                    </a:ext>
                  </a:extLst>
                </p14:cNvPr>
                <p14:cNvContentPartPr/>
                <p14:nvPr/>
              </p14:nvContentPartPr>
              <p14:xfrm>
                <a:off x="1388400" y="1698600"/>
                <a:ext cx="99720" cy="1666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13182BB-38CB-99C8-914D-5F50D6E30464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370760" y="1680960"/>
                  <a:ext cx="1353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71915A4D-9056-71D8-CE09-162CE024B1A2}"/>
                    </a:ext>
                  </a:extLst>
                </p14:cNvPr>
                <p14:cNvContentPartPr/>
                <p14:nvPr/>
              </p14:nvContentPartPr>
              <p14:xfrm>
                <a:off x="1424400" y="1723800"/>
                <a:ext cx="57960" cy="1123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71915A4D-9056-71D8-CE09-162CE024B1A2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406760" y="1705800"/>
                  <a:ext cx="93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D00580C6-1249-EC9F-0EC2-AE340CEEEF17}"/>
                    </a:ext>
                  </a:extLst>
                </p14:cNvPr>
                <p14:cNvContentPartPr/>
                <p14:nvPr/>
              </p14:nvContentPartPr>
              <p14:xfrm>
                <a:off x="956400" y="2461800"/>
                <a:ext cx="20160" cy="58788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D00580C6-1249-EC9F-0EC2-AE340CEEEF17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938760" y="2444160"/>
                  <a:ext cx="55800" cy="62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5502FDA-441A-5195-209D-718B9B4F8496}"/>
                    </a:ext>
                  </a:extLst>
                </p14:cNvPr>
                <p14:cNvContentPartPr/>
                <p14:nvPr/>
              </p14:nvContentPartPr>
              <p14:xfrm>
                <a:off x="901320" y="2984520"/>
                <a:ext cx="132120" cy="766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5502FDA-441A-5195-209D-718B9B4F8496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883320" y="2966520"/>
                  <a:ext cx="167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33D4653C-6861-AAC1-8DE1-2465A58F593B}"/>
                    </a:ext>
                  </a:extLst>
                </p14:cNvPr>
                <p14:cNvContentPartPr/>
                <p14:nvPr/>
              </p14:nvContentPartPr>
              <p14:xfrm>
                <a:off x="1012920" y="2373960"/>
                <a:ext cx="540720" cy="961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33D4653C-6861-AAC1-8DE1-2465A58F593B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994920" y="2356320"/>
                  <a:ext cx="5763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283B1C4-348A-6EE0-5E03-6AFD0AE09465}"/>
                    </a:ext>
                  </a:extLst>
                </p14:cNvPr>
                <p14:cNvContentPartPr/>
                <p14:nvPr/>
              </p14:nvContentPartPr>
              <p14:xfrm>
                <a:off x="1461840" y="2292960"/>
                <a:ext cx="138600" cy="1746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283B1C4-348A-6EE0-5E03-6AFD0AE09465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1443840" y="2274960"/>
                  <a:ext cx="1742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FE3A6CF8-BBE4-D5AF-550E-6BC3EC25DCFA}"/>
                    </a:ext>
                  </a:extLst>
                </p14:cNvPr>
                <p14:cNvContentPartPr/>
                <p14:nvPr/>
              </p14:nvContentPartPr>
              <p14:xfrm>
                <a:off x="409560" y="2871840"/>
                <a:ext cx="162360" cy="1472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FE3A6CF8-BBE4-D5AF-550E-6BC3EC25DCFA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391920" y="2853840"/>
                  <a:ext cx="1980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A783B00B-64E5-14C9-EB81-8DC129037753}"/>
                    </a:ext>
                  </a:extLst>
                </p14:cNvPr>
                <p14:cNvContentPartPr/>
                <p14:nvPr/>
              </p14:nvContentPartPr>
              <p14:xfrm>
                <a:off x="386160" y="2764560"/>
                <a:ext cx="20160" cy="277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A783B00B-64E5-14C9-EB81-8DC129037753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68160" y="2746560"/>
                  <a:ext cx="558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FFEFBF62-DA0A-9656-8022-DADCB193F280}"/>
                    </a:ext>
                  </a:extLst>
                </p14:cNvPr>
                <p14:cNvContentPartPr/>
                <p14:nvPr/>
              </p14:nvContentPartPr>
              <p14:xfrm>
                <a:off x="615120" y="2848080"/>
                <a:ext cx="73440" cy="950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FFEFBF62-DA0A-9656-8022-DADCB193F280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597480" y="2830440"/>
                  <a:ext cx="1090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FD0E1B29-A213-E45A-FD00-73974B65B91B}"/>
                    </a:ext>
                  </a:extLst>
                </p14:cNvPr>
                <p14:cNvContentPartPr/>
                <p14:nvPr/>
              </p14:nvContentPartPr>
              <p14:xfrm>
                <a:off x="602520" y="2767800"/>
                <a:ext cx="232200" cy="1054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FD0E1B29-A213-E45A-FD00-73974B65B91B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584880" y="2750160"/>
                  <a:ext cx="2678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C600ABAA-7535-86C8-E3D3-4DAD5F4FDCF4}"/>
                    </a:ext>
                  </a:extLst>
                </p14:cNvPr>
                <p14:cNvContentPartPr/>
                <p14:nvPr/>
              </p14:nvContentPartPr>
              <p14:xfrm>
                <a:off x="1685040" y="2097480"/>
                <a:ext cx="165960" cy="14508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C600ABAA-7535-86C8-E3D3-4DAD5F4FDCF4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667400" y="2079840"/>
                  <a:ext cx="2016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AC523F8D-A3BB-904A-3E0B-DF64342520FA}"/>
                    </a:ext>
                  </a:extLst>
                </p14:cNvPr>
                <p14:cNvContentPartPr/>
                <p14:nvPr/>
              </p14:nvContentPartPr>
              <p14:xfrm>
                <a:off x="1682520" y="1973640"/>
                <a:ext cx="18360" cy="262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AC523F8D-A3BB-904A-3E0B-DF64342520FA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664520" y="1955640"/>
                  <a:ext cx="540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CAC7ECEC-C31F-02D2-A7A2-F7AE883E1668}"/>
                    </a:ext>
                  </a:extLst>
                </p14:cNvPr>
                <p14:cNvContentPartPr/>
                <p14:nvPr/>
              </p14:nvContentPartPr>
              <p14:xfrm>
                <a:off x="1935240" y="2080560"/>
                <a:ext cx="61560" cy="1123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CAC7ECEC-C31F-02D2-A7A2-F7AE883E166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917600" y="2062560"/>
                  <a:ext cx="972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A1685BAA-178F-235D-683B-293AC12B685A}"/>
                    </a:ext>
                  </a:extLst>
                </p14:cNvPr>
                <p14:cNvContentPartPr/>
                <p14:nvPr/>
              </p14:nvContentPartPr>
              <p14:xfrm>
                <a:off x="1900320" y="2012160"/>
                <a:ext cx="141480" cy="810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A1685BAA-178F-235D-683B-293AC12B685A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882680" y="1994520"/>
                  <a:ext cx="1771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C564546-5F03-164B-9957-D42C94538B85}"/>
                    </a:ext>
                  </a:extLst>
                </p14:cNvPr>
                <p14:cNvContentPartPr/>
                <p14:nvPr/>
              </p14:nvContentPartPr>
              <p14:xfrm>
                <a:off x="2093280" y="1994160"/>
                <a:ext cx="115560" cy="1339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C564546-5F03-164B-9957-D42C94538B85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2075280" y="1976520"/>
                  <a:ext cx="15120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275FCA80-B963-B43E-8F48-B19F5F62400C}"/>
              </a:ext>
            </a:extLst>
          </p:cNvPr>
          <p:cNvGrpSpPr/>
          <p:nvPr/>
        </p:nvGrpSpPr>
        <p:grpSpPr>
          <a:xfrm>
            <a:off x="3143400" y="3200160"/>
            <a:ext cx="580680" cy="909720"/>
            <a:chOff x="3143400" y="3200160"/>
            <a:chExt cx="580680" cy="90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CD59774-3AF0-B663-3C92-2D9A2DB80BFF}"/>
                    </a:ext>
                  </a:extLst>
                </p14:cNvPr>
                <p14:cNvContentPartPr/>
                <p14:nvPr/>
              </p14:nvContentPartPr>
              <p14:xfrm>
                <a:off x="3211080" y="3200160"/>
                <a:ext cx="33840" cy="4413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CD59774-3AF0-B663-3C92-2D9A2DB80BFF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3193440" y="3182160"/>
                  <a:ext cx="69480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57670DAC-CC26-62D0-1689-8E0B816455A8}"/>
                    </a:ext>
                  </a:extLst>
                </p14:cNvPr>
                <p14:cNvContentPartPr/>
                <p14:nvPr/>
              </p14:nvContentPartPr>
              <p14:xfrm>
                <a:off x="3143400" y="3474120"/>
                <a:ext cx="261000" cy="1749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57670DAC-CC26-62D0-1689-8E0B816455A8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3125400" y="3456120"/>
                  <a:ext cx="2966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FA6CDCA6-34B6-E933-61BC-37A8C1D73AF0}"/>
                    </a:ext>
                  </a:extLst>
                </p14:cNvPr>
                <p14:cNvContentPartPr/>
                <p14:nvPr/>
              </p14:nvContentPartPr>
              <p14:xfrm>
                <a:off x="3202440" y="3667440"/>
                <a:ext cx="44640" cy="4424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FA6CDCA6-34B6-E933-61BC-37A8C1D73AF0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3184800" y="3649440"/>
                  <a:ext cx="8028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FDC4C26-16BB-C3B3-1998-964277850B99}"/>
                    </a:ext>
                  </a:extLst>
                </p14:cNvPr>
                <p14:cNvContentPartPr/>
                <p14:nvPr/>
              </p14:nvContentPartPr>
              <p14:xfrm>
                <a:off x="3150960" y="3981000"/>
                <a:ext cx="152280" cy="1029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FDC4C26-16BB-C3B3-1998-964277850B99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3132960" y="3963000"/>
                  <a:ext cx="1879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C794FA76-3FFF-58E0-9E4E-C792141C4DAE}"/>
                    </a:ext>
                  </a:extLst>
                </p14:cNvPr>
                <p14:cNvContentPartPr/>
                <p14:nvPr/>
              </p14:nvContentPartPr>
              <p14:xfrm>
                <a:off x="3243120" y="3636120"/>
                <a:ext cx="480960" cy="6048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C794FA76-3FFF-58E0-9E4E-C792141C4DA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3225120" y="3618480"/>
                  <a:ext cx="5166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67FF5258-FB92-8924-DF27-7A123B5B6E2F}"/>
                    </a:ext>
                  </a:extLst>
                </p14:cNvPr>
                <p14:cNvContentPartPr/>
                <p14:nvPr/>
              </p14:nvContentPartPr>
              <p14:xfrm>
                <a:off x="3592320" y="3548640"/>
                <a:ext cx="131760" cy="2300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67FF5258-FB92-8924-DF27-7A123B5B6E2F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3574320" y="3531000"/>
                  <a:ext cx="16740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343DB8FF-CEB0-0062-F3AC-7D640D286087}"/>
              </a:ext>
            </a:extLst>
          </p:cNvPr>
          <p:cNvGrpSpPr/>
          <p:nvPr/>
        </p:nvGrpSpPr>
        <p:grpSpPr>
          <a:xfrm>
            <a:off x="6164160" y="4715400"/>
            <a:ext cx="539280" cy="704160"/>
            <a:chOff x="6164160" y="4715400"/>
            <a:chExt cx="539280" cy="70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C335474D-C975-1226-D6E9-B8A5BCB0D422}"/>
                    </a:ext>
                  </a:extLst>
                </p14:cNvPr>
                <p14:cNvContentPartPr/>
                <p14:nvPr/>
              </p14:nvContentPartPr>
              <p14:xfrm>
                <a:off x="6164160" y="5032560"/>
                <a:ext cx="170280" cy="3870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C335474D-C975-1226-D6E9-B8A5BCB0D422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6146160" y="5014920"/>
                  <a:ext cx="20592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644AF93-4FE7-463A-EA26-0BDF0E85B7A1}"/>
                    </a:ext>
                  </a:extLst>
                </p14:cNvPr>
                <p14:cNvContentPartPr/>
                <p14:nvPr/>
              </p14:nvContentPartPr>
              <p14:xfrm>
                <a:off x="6427680" y="4715400"/>
                <a:ext cx="275760" cy="1929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644AF93-4FE7-463A-EA26-0BDF0E85B7A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6409680" y="4697760"/>
                  <a:ext cx="31140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5AC9FA8F-8F8A-54EC-8042-AE1E283F4C99}"/>
              </a:ext>
            </a:extLst>
          </p:cNvPr>
          <p:cNvGrpSpPr/>
          <p:nvPr/>
        </p:nvGrpSpPr>
        <p:grpSpPr>
          <a:xfrm>
            <a:off x="5662680" y="5568240"/>
            <a:ext cx="535680" cy="379800"/>
            <a:chOff x="5662680" y="5568240"/>
            <a:chExt cx="535680" cy="37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8B3489C0-7EC3-CF0E-7F65-6A2FEA8F8D4C}"/>
                    </a:ext>
                  </a:extLst>
                </p14:cNvPr>
                <p14:cNvContentPartPr/>
                <p14:nvPr/>
              </p14:nvContentPartPr>
              <p14:xfrm>
                <a:off x="5662680" y="5706840"/>
                <a:ext cx="168840" cy="2412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8B3489C0-7EC3-CF0E-7F65-6A2FEA8F8D4C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5645040" y="5689200"/>
                  <a:ext cx="2044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21E1EC6-AEFA-9FF5-C49D-14BD9A8BD36D}"/>
                    </a:ext>
                  </a:extLst>
                </p14:cNvPr>
                <p14:cNvContentPartPr/>
                <p14:nvPr/>
              </p14:nvContentPartPr>
              <p14:xfrm>
                <a:off x="5675280" y="5628000"/>
                <a:ext cx="183240" cy="1598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21E1EC6-AEFA-9FF5-C49D-14BD9A8BD36D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5657640" y="5610000"/>
                  <a:ext cx="2188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AC8A7371-5FAB-A6F1-FFD5-44EE07B8196C}"/>
                    </a:ext>
                  </a:extLst>
                </p14:cNvPr>
                <p14:cNvContentPartPr/>
                <p14:nvPr/>
              </p14:nvContentPartPr>
              <p14:xfrm>
                <a:off x="5948520" y="5640240"/>
                <a:ext cx="90360" cy="1209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AC8A7371-5FAB-A6F1-FFD5-44EE07B8196C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5930520" y="5622240"/>
                  <a:ext cx="1260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801C7837-86F9-3E6C-E2AD-65C52A9E6390}"/>
                    </a:ext>
                  </a:extLst>
                </p14:cNvPr>
                <p14:cNvContentPartPr/>
                <p14:nvPr/>
              </p14:nvContentPartPr>
              <p14:xfrm>
                <a:off x="6081000" y="5568240"/>
                <a:ext cx="117360" cy="11952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801C7837-86F9-3E6C-E2AD-65C52A9E6390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6063360" y="5550240"/>
                  <a:ext cx="153000" cy="15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5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4CECE2FB-9AEC-E039-2194-20C43CDCC31B}"/>
                  </a:ext>
                </a:extLst>
              </p14:cNvPr>
              <p14:cNvContentPartPr/>
              <p14:nvPr/>
            </p14:nvContentPartPr>
            <p14:xfrm>
              <a:off x="6898560" y="4645200"/>
              <a:ext cx="24120" cy="7200"/>
            </p14:xfrm>
          </p:contentPart>
        </mc:Choice>
        <mc:Fallback xmlns=""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4CECE2FB-9AEC-E039-2194-20C43CDCC31B}"/>
                  </a:ext>
                </a:extLst>
              </p:cNvPr>
              <p:cNvPicPr/>
              <p:nvPr/>
            </p:nvPicPr>
            <p:blipFill>
              <a:blip r:embed="rId506"/>
              <a:stretch>
                <a:fillRect/>
              </a:stretch>
            </p:blipFill>
            <p:spPr>
              <a:xfrm>
                <a:off x="6880920" y="4627200"/>
                <a:ext cx="5976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7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9E5F398B-720C-92A3-4B9F-CFD5D3C8040B}"/>
                  </a:ext>
                </a:extLst>
              </p14:cNvPr>
              <p14:cNvContentPartPr/>
              <p14:nvPr/>
            </p14:nvContentPartPr>
            <p14:xfrm>
              <a:off x="6731520" y="5176560"/>
              <a:ext cx="184320" cy="20196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9E5F398B-720C-92A3-4B9F-CFD5D3C8040B}"/>
                  </a:ext>
                </a:extLst>
              </p:cNvPr>
              <p:cNvPicPr/>
              <p:nvPr/>
            </p:nvPicPr>
            <p:blipFill>
              <a:blip r:embed="rId508"/>
              <a:stretch>
                <a:fillRect/>
              </a:stretch>
            </p:blipFill>
            <p:spPr>
              <a:xfrm>
                <a:off x="6713880" y="5158560"/>
                <a:ext cx="219960" cy="23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7" name="Group 336">
            <a:extLst>
              <a:ext uri="{FF2B5EF4-FFF2-40B4-BE49-F238E27FC236}">
                <a16:creationId xmlns:a16="http://schemas.microsoft.com/office/drawing/2014/main" id="{A0640BC6-35EE-D24F-3C9D-F16D72887E60}"/>
              </a:ext>
            </a:extLst>
          </p:cNvPr>
          <p:cNvGrpSpPr/>
          <p:nvPr/>
        </p:nvGrpSpPr>
        <p:grpSpPr>
          <a:xfrm>
            <a:off x="7766160" y="104880"/>
            <a:ext cx="1968120" cy="1534680"/>
            <a:chOff x="7766160" y="104880"/>
            <a:chExt cx="1968120" cy="153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15D224C3-0FE5-8131-6D53-9AF06E08C5AA}"/>
                    </a:ext>
                  </a:extLst>
                </p14:cNvPr>
                <p14:cNvContentPartPr/>
                <p14:nvPr/>
              </p14:nvContentPartPr>
              <p14:xfrm>
                <a:off x="7766160" y="191640"/>
                <a:ext cx="501840" cy="46548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15D224C3-0FE5-8131-6D53-9AF06E08C5AA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7748160" y="174000"/>
                  <a:ext cx="53748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05F70A73-BCD2-8241-CEAF-A158D07998A4}"/>
                    </a:ext>
                  </a:extLst>
                </p14:cNvPr>
                <p14:cNvContentPartPr/>
                <p14:nvPr/>
              </p14:nvContentPartPr>
              <p14:xfrm>
                <a:off x="8030400" y="409800"/>
                <a:ext cx="266760" cy="2084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05F70A73-BCD2-8241-CEAF-A158D07998A4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012760" y="391800"/>
                  <a:ext cx="3024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22636C72-A47F-0C6B-6ECB-F292AABE7DAA}"/>
                    </a:ext>
                  </a:extLst>
                </p14:cNvPr>
                <p14:cNvContentPartPr/>
                <p14:nvPr/>
              </p14:nvContentPartPr>
              <p14:xfrm>
                <a:off x="8116080" y="471360"/>
                <a:ext cx="180360" cy="1533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22636C72-A47F-0C6B-6ECB-F292AABE7DAA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8098080" y="453720"/>
                  <a:ext cx="2160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F4F47A7-5246-8120-7BB0-F0212AD1F92C}"/>
                    </a:ext>
                  </a:extLst>
                </p14:cNvPr>
                <p14:cNvContentPartPr/>
                <p14:nvPr/>
              </p14:nvContentPartPr>
              <p14:xfrm>
                <a:off x="8321280" y="616800"/>
                <a:ext cx="32040" cy="1137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F4F47A7-5246-8120-7BB0-F0212AD1F92C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303640" y="599160"/>
                  <a:ext cx="676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CCE4DBC1-AC41-9729-BC01-6A1B6B91EC91}"/>
                    </a:ext>
                  </a:extLst>
                </p14:cNvPr>
                <p14:cNvContentPartPr/>
                <p14:nvPr/>
              </p14:nvContentPartPr>
              <p14:xfrm>
                <a:off x="8308680" y="625440"/>
                <a:ext cx="310320" cy="2714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CCE4DBC1-AC41-9729-BC01-6A1B6B91EC91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291040" y="607800"/>
                  <a:ext cx="3459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1DFF1790-3B0C-2754-4316-A4D39602AD11}"/>
                    </a:ext>
                  </a:extLst>
                </p14:cNvPr>
                <p14:cNvContentPartPr/>
                <p14:nvPr/>
              </p14:nvContentPartPr>
              <p14:xfrm>
                <a:off x="8303280" y="527520"/>
                <a:ext cx="594360" cy="1522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1DFF1790-3B0C-2754-4316-A4D39602AD11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8285640" y="509520"/>
                  <a:ext cx="6300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7873022-C27F-A75B-FE77-8F11E834850A}"/>
                    </a:ext>
                  </a:extLst>
                </p14:cNvPr>
                <p14:cNvContentPartPr/>
                <p14:nvPr/>
              </p14:nvContentPartPr>
              <p14:xfrm>
                <a:off x="8218320" y="750720"/>
                <a:ext cx="259560" cy="3636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7873022-C27F-A75B-FE77-8F11E834850A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200320" y="733080"/>
                  <a:ext cx="29520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D0525BF4-F265-A927-6252-E279C8F3885A}"/>
                    </a:ext>
                  </a:extLst>
                </p14:cNvPr>
                <p14:cNvContentPartPr/>
                <p14:nvPr/>
              </p14:nvContentPartPr>
              <p14:xfrm>
                <a:off x="8607120" y="1193520"/>
                <a:ext cx="1800" cy="46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D0525BF4-F265-A927-6252-E279C8F3885A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8589480" y="1175520"/>
                  <a:ext cx="374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C4C8DF54-7340-0D1A-DCDB-D06E1ECCDF27}"/>
                    </a:ext>
                  </a:extLst>
                </p14:cNvPr>
                <p14:cNvContentPartPr/>
                <p14:nvPr/>
              </p14:nvContentPartPr>
              <p14:xfrm>
                <a:off x="8605320" y="1043400"/>
                <a:ext cx="373320" cy="1519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C4C8DF54-7340-0D1A-DCDB-D06E1ECCDF27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587680" y="1025760"/>
                  <a:ext cx="4089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093DD007-9BF3-4F2B-0518-17B73C81DDD0}"/>
                    </a:ext>
                  </a:extLst>
                </p14:cNvPr>
                <p14:cNvContentPartPr/>
                <p14:nvPr/>
              </p14:nvContentPartPr>
              <p14:xfrm>
                <a:off x="8910600" y="653160"/>
                <a:ext cx="143280" cy="2181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093DD007-9BF3-4F2B-0518-17B73C81DDD0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892960" y="635160"/>
                  <a:ext cx="1789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409FC4D-35F2-9FAD-FEBF-A5B809980945}"/>
                    </a:ext>
                  </a:extLst>
                </p14:cNvPr>
                <p14:cNvContentPartPr/>
                <p14:nvPr/>
              </p14:nvContentPartPr>
              <p14:xfrm>
                <a:off x="9020400" y="1100280"/>
                <a:ext cx="178920" cy="2145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409FC4D-35F2-9FAD-FEBF-A5B809980945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002760" y="1082640"/>
                  <a:ext cx="2145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9F91339-3ECF-0128-1559-49163AF1C338}"/>
                    </a:ext>
                  </a:extLst>
                </p14:cNvPr>
                <p14:cNvContentPartPr/>
                <p14:nvPr/>
              </p14:nvContentPartPr>
              <p14:xfrm>
                <a:off x="9080160" y="1243200"/>
                <a:ext cx="161640" cy="9144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9F91339-3ECF-0128-1559-49163AF1C338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9062520" y="1225200"/>
                  <a:ext cx="1972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B3026D3D-5E1C-467C-2231-42718512720E}"/>
                    </a:ext>
                  </a:extLst>
                </p14:cNvPr>
                <p14:cNvContentPartPr/>
                <p14:nvPr/>
              </p14:nvContentPartPr>
              <p14:xfrm>
                <a:off x="8931480" y="978600"/>
                <a:ext cx="731880" cy="66096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B3026D3D-5E1C-467C-2231-42718512720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913840" y="960600"/>
                  <a:ext cx="767520" cy="69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6493D394-4DD9-ACAC-0C6B-7F1848A42AE5}"/>
                    </a:ext>
                  </a:extLst>
                </p14:cNvPr>
                <p14:cNvContentPartPr/>
                <p14:nvPr/>
              </p14:nvContentPartPr>
              <p14:xfrm>
                <a:off x="8480040" y="265080"/>
                <a:ext cx="95760" cy="943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6493D394-4DD9-ACAC-0C6B-7F1848A42AE5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462400" y="247080"/>
                  <a:ext cx="1314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99AEC274-98A9-32A7-BB65-7DEDC4D184A5}"/>
                    </a:ext>
                  </a:extLst>
                </p14:cNvPr>
                <p14:cNvContentPartPr/>
                <p14:nvPr/>
              </p14:nvContentPartPr>
              <p14:xfrm>
                <a:off x="8488680" y="104880"/>
                <a:ext cx="12960" cy="334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99AEC274-98A9-32A7-BB65-7DEDC4D184A5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470680" y="86880"/>
                  <a:ext cx="486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E9B949B2-27CB-C2B2-3DA3-B5D01995E8E3}"/>
                    </a:ext>
                  </a:extLst>
                </p14:cNvPr>
                <p14:cNvContentPartPr/>
                <p14:nvPr/>
              </p14:nvContentPartPr>
              <p14:xfrm>
                <a:off x="8615040" y="269760"/>
                <a:ext cx="58680" cy="828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E9B949B2-27CB-C2B2-3DA3-B5D01995E8E3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8597400" y="252120"/>
                  <a:ext cx="943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C39067BB-3374-41E9-EEAF-F3336ED6C5A5}"/>
                    </a:ext>
                  </a:extLst>
                </p14:cNvPr>
                <p14:cNvContentPartPr/>
                <p14:nvPr/>
              </p14:nvContentPartPr>
              <p14:xfrm>
                <a:off x="8644560" y="251040"/>
                <a:ext cx="168480" cy="795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C39067BB-3374-41E9-EEAF-F3336ED6C5A5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8626920" y="233040"/>
                  <a:ext cx="204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CBEA00F-397E-4252-38CC-0E7F4F9C2CDD}"/>
                    </a:ext>
                  </a:extLst>
                </p14:cNvPr>
                <p14:cNvContentPartPr/>
                <p14:nvPr/>
              </p14:nvContentPartPr>
              <p14:xfrm>
                <a:off x="8864160" y="138720"/>
                <a:ext cx="51480" cy="1353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CBEA00F-397E-4252-38CC-0E7F4F9C2CDD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8846160" y="120720"/>
                  <a:ext cx="871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D5C7B625-0C75-2364-8B5A-635B28777DE0}"/>
                    </a:ext>
                  </a:extLst>
                </p14:cNvPr>
                <p14:cNvContentPartPr/>
                <p14:nvPr/>
              </p14:nvContentPartPr>
              <p14:xfrm>
                <a:off x="8880360" y="149160"/>
                <a:ext cx="71640" cy="9288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D5C7B625-0C75-2364-8B5A-635B28777DE0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8862720" y="131520"/>
                  <a:ext cx="1072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DD22FE6D-96AA-BF89-8378-0F53A957CC96}"/>
                    </a:ext>
                  </a:extLst>
                </p14:cNvPr>
                <p14:cNvContentPartPr/>
                <p14:nvPr/>
              </p14:nvContentPartPr>
              <p14:xfrm>
                <a:off x="9285360" y="1001280"/>
                <a:ext cx="86760" cy="8856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DD22FE6D-96AA-BF89-8378-0F53A957CC96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9267720" y="983280"/>
                  <a:ext cx="1224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DD49F2DE-E3CD-E158-D5AB-0EC1E13F7F07}"/>
                    </a:ext>
                  </a:extLst>
                </p14:cNvPr>
                <p14:cNvContentPartPr/>
                <p14:nvPr/>
              </p14:nvContentPartPr>
              <p14:xfrm>
                <a:off x="9284640" y="868080"/>
                <a:ext cx="15480" cy="1368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DD49F2DE-E3CD-E158-D5AB-0EC1E13F7F07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9267000" y="850080"/>
                  <a:ext cx="511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A2539FC2-29CD-A352-A0F0-847B732FC2B1}"/>
                    </a:ext>
                  </a:extLst>
                </p14:cNvPr>
                <p14:cNvContentPartPr/>
                <p14:nvPr/>
              </p14:nvContentPartPr>
              <p14:xfrm>
                <a:off x="9400200" y="945480"/>
                <a:ext cx="74160" cy="630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A2539FC2-29CD-A352-A0F0-847B732FC2B1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382200" y="927840"/>
                  <a:ext cx="109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B2C3E6B-B86D-3274-E52F-01CC4878410B}"/>
                    </a:ext>
                  </a:extLst>
                </p14:cNvPr>
                <p14:cNvContentPartPr/>
                <p14:nvPr/>
              </p14:nvContentPartPr>
              <p14:xfrm>
                <a:off x="9423240" y="939000"/>
                <a:ext cx="86760" cy="10008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B2C3E6B-B86D-3274-E52F-01CC4878410B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405600" y="921000"/>
                  <a:ext cx="122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CD8D3CE1-7D36-D636-61FD-F974EF003930}"/>
                    </a:ext>
                  </a:extLst>
                </p14:cNvPr>
                <p14:cNvContentPartPr/>
                <p14:nvPr/>
              </p14:nvContentPartPr>
              <p14:xfrm>
                <a:off x="9533760" y="913800"/>
                <a:ext cx="66960" cy="4788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CD8D3CE1-7D36-D636-61FD-F974EF003930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516120" y="896160"/>
                  <a:ext cx="1026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93508CDC-DF48-46E5-F970-186416746463}"/>
                    </a:ext>
                  </a:extLst>
                </p14:cNvPr>
                <p14:cNvContentPartPr/>
                <p14:nvPr/>
              </p14:nvContentPartPr>
              <p14:xfrm>
                <a:off x="9612960" y="814440"/>
                <a:ext cx="60120" cy="1080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93508CDC-DF48-46E5-F970-186416746463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594960" y="796800"/>
                  <a:ext cx="957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8D4D0952-8192-A61D-B3BB-DB65451C3653}"/>
                    </a:ext>
                  </a:extLst>
                </p14:cNvPr>
                <p14:cNvContentPartPr/>
                <p14:nvPr/>
              </p14:nvContentPartPr>
              <p14:xfrm>
                <a:off x="9634920" y="819840"/>
                <a:ext cx="99360" cy="9576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8D4D0952-8192-A61D-B3BB-DB65451C3653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617280" y="801840"/>
                  <a:ext cx="135000" cy="131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020713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6CD5E-0023-D8E1-AB91-EF8B2B87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34CD8-FF39-EFF8-EDD4-E2D290D0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42009-0379-E9FA-ECC6-EF79E43AC8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3456C40-37AB-5238-1F9C-8333BEA594DC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3456C40-37AB-5238-1F9C-8333BEA594D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E80F85ED-16BA-C88C-A7B5-8FC332B76BF5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FBFA7F0-7163-5FF7-9B56-2C20D0CD9142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FBFA7F0-7163-5FF7-9B56-2C20D0CD914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EBBA1B9-F347-B405-072D-4843B7202285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EBBA1B9-F347-B405-072D-4843B720228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6368AD4-43C0-FF7B-16B2-B2C279F947A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6368AD4-43C0-FF7B-16B2-B2C279F947A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AEC2926-DF10-B829-A650-C4147966E32B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AEC2926-DF10-B829-A650-C4147966E32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B86039-473C-13E0-3621-1606394534BE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B86039-473C-13E0-3621-1606394534B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196E447-B1CF-D898-B104-72E2A3B66215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196E447-B1CF-D898-B104-72E2A3B6621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C3143F7-86EC-ADE9-72B2-1022DB61EB3E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C3143F7-86EC-ADE9-72B2-1022DB61EB3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45595E2-AE6B-81CB-A9AB-A3E5B1EDEAFC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45595E2-AE6B-81CB-A9AB-A3E5B1EDEAF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A32A796-84ED-3BCD-6F21-8CD9CDF7A3A7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A32A796-84ED-3BCD-6F21-8CD9CDF7A3A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B5127E4-FE39-DF4F-EE9D-4362A44B28B2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B5127E4-FE39-DF4F-EE9D-4362A44B28B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114DC65-9230-2C55-953F-E9B7EC63F2E2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114DC65-9230-2C55-953F-E9B7EC63F2E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BBAD0A-53AA-B0FC-5598-25FD8B300959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BBAD0A-53AA-B0FC-5598-25FD8B30095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BD2883B-75A5-E8A8-6B8F-89E9036E5F2A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BD2883B-75A5-E8A8-6B8F-89E9036E5F2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228E018-0967-630C-8570-FD3832007A98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228E018-0967-630C-8570-FD3832007A9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D3BAADE-DA64-3EE8-D358-9E2247A7FDEC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D3BAADE-DA64-3EE8-D358-9E2247A7FDE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F79CB80-36C7-A78D-3D52-FEAEEDB8D67F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F79CB80-36C7-A78D-3D52-FEAEEDB8D67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DC0224A-E64C-6141-759F-8D6E36D97530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DC0224A-E64C-6141-759F-8D6E36D9753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9D26B5-B9E6-1B08-C22C-7EDAE372626E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9D26B5-B9E6-1B08-C22C-7EDAE372626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F709BB6-96D0-6B80-57DF-575C2851DF5F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F709BB6-96D0-6B80-57DF-575C2851DF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531E93D-4B8A-11BB-EB67-6A3BE91EB5F1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531E93D-4B8A-11BB-EB67-6A3BE91EB5F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11F5BB0-C02F-A5A4-0EC8-63309E67D60A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11F5BB0-C02F-A5A4-0EC8-63309E67D60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A1D114A-0F40-237F-FEF8-090629A4528C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A1D114A-0F40-237F-FEF8-090629A4528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AB1BC20-F85F-4108-2A53-427F73CEDA31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AB1BC20-F85F-4108-2A53-427F73CEDA3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EA5A7E4-FF1A-4315-F61C-0F81F3DBF313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EA5A7E4-FF1A-4315-F61C-0F81F3DBF31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1053021-9B24-D7A2-8DF6-7185805594F1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1053021-9B24-D7A2-8DF6-7185805594F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357075F-F14B-3944-9D09-9919C7F17DD2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357075F-F14B-3944-9D09-9919C7F17DD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4D89435-7897-7E00-5504-D5C5AC2AED9C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4D89435-7897-7E00-5504-D5C5AC2AED9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B4B2C96-B498-1AEF-95D6-0B97BCCB79FD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B4B2C96-B498-1AEF-95D6-0B97BCCB79F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36E6C6D-A0EB-3CAD-87CD-6104D0A5C5B5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36E6C6D-A0EB-3CAD-87CD-6104D0A5C5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E4C68E8-4BF0-C820-ABC7-06E79B199BC3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E4C68E8-4BF0-C820-ABC7-06E79B199BC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B4EFAF9-E07D-2C7D-3483-6F9BCB59FBD8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B4EFAF9-E07D-2C7D-3483-6F9BCB59FBD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17939E8-F952-089F-81FF-B4D80AF1CC52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17939E8-F952-089F-81FF-B4D80AF1CC5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D12A6C5-4E65-AD66-5D23-55C2A52AA983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D12A6C5-4E65-AD66-5D23-55C2A52AA98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22D4195-22FF-CCDF-7DDC-2B606C4B41A0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22D4195-22FF-CCDF-7DDC-2B606C4B41A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17C7CF3-3F58-61EF-FFDC-438A468970C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17C7CF3-3F58-61EF-FFDC-438A468970C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E5EB43D-FDDD-C35B-3A05-D0849523EE3C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E5EB43D-FDDD-C35B-3A05-D0849523EE3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758CC38-B459-4B67-917F-6C8A2A8C657C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758CC38-B459-4B67-917F-6C8A2A8C657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2781249-4417-3387-6CA1-CFF163B4F65E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2781249-4417-3387-6CA1-CFF163B4F65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C41F481-237D-C489-EFD1-643A1F36C9BD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C41F481-237D-C489-EFD1-643A1F36C9B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E8BD6D0-A9BF-719E-2C24-7611D882DED7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E8BD6D0-A9BF-719E-2C24-7611D882DED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497D580-4786-F7DE-E70D-7C71D36796B5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497D580-4786-F7DE-E70D-7C71D36796B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A9EDC08-CEE6-FFAA-86DB-60FB76718660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A9EDC08-CEE6-FFAA-86DB-60FB7671866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A6DDFEE-D633-69D6-B612-744FFF2B4BD6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A6DDFEE-D633-69D6-B612-744FFF2B4BD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3A7B1A5-9F60-6BAD-A051-85AE7527D048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3A7B1A5-9F60-6BAD-A051-85AE7527D04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5D1D8CF-97D7-7791-C07A-7B705FC8D70E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F348C9B-B638-1E2D-436D-1DEDFCC8F0FE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F348C9B-B638-1E2D-436D-1DEDFCC8F0F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CC214E5-A47C-D1D0-C650-EF139A64F1C4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CC214E5-A47C-D1D0-C650-EF139A64F1C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7C3637-2333-A54E-98E6-EF49856C34F2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7C3637-2333-A54E-98E6-EF49856C34F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143DB9E-73CD-DF47-96BC-5F7EF6F38991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AD2946D-20DE-F01D-B0CB-8CC663A42452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AD2946D-20DE-F01D-B0CB-8CC663A4245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283C85F-E258-916F-92A5-E6D23339892E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283C85F-E258-916F-92A5-E6D23339892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FD55186-1B41-5516-9F3B-0C45D71BF0A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FD55186-1B41-5516-9F3B-0C45D71BF0A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C8FFD00-C9B8-8695-4B84-F6DD7789C0DA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27738CD-E15C-5C4D-4B35-F0C841F50C19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27738CD-E15C-5C4D-4B35-F0C841F50C1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10814FD-F942-7E33-65BF-8E81E3BA9D06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10814FD-F942-7E33-65BF-8E81E3BA9D0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4A0E272-73E6-F074-2870-C67C6B52124E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4A0E272-73E6-F074-2870-C67C6B52124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82E308D1-C5BE-DE55-DEBD-61DF5BBD80B8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751CDCC-F8B1-4CD5-E81C-06F9B427C050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751CDCC-F8B1-4CD5-E81C-06F9B427C05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D1B6157-13B4-FC1E-FAFF-35F48A7423FD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D1B6157-13B4-FC1E-FAFF-35F48A7423F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48E3669-ED6D-7E5E-BE08-BC8DF79BC6F2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48E3669-ED6D-7E5E-BE08-BC8DF79BC6F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068B480-B559-1962-4FAA-28CB1DEBD6B6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068B480-B559-1962-4FAA-28CB1DEBD6B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1B0F50A-D18D-3022-9D03-62874279218D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D69D094-A45E-35DC-1870-71B18FC025CA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D69D094-A45E-35DC-1870-71B18FC025C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0BAE1F3-F230-AFEA-43CA-9C9ADA670A9A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0BAE1F3-F230-AFEA-43CA-9C9ADA670A9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9F32766-4258-EF01-B1F5-41896A85C734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9F32766-4258-EF01-B1F5-41896A85C73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AB530A1-675C-D876-A0AD-C0AB6D7F2123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AB530A1-675C-D876-A0AD-C0AB6D7F212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0BCE1036-0218-80A2-F4F5-489A425B5FC3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0BCE1036-0218-80A2-F4F5-489A425B5FC3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44829A5B-B4A8-4E4A-7529-C8D5EC8B6486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66632AB-9D5C-E5AA-5542-401B758B0C2A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66632AB-9D5C-E5AA-5542-401B758B0C2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D1F94E5-C51D-D899-9A20-653C7009302C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D1F94E5-C51D-D899-9A20-653C7009302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A631B9D-939F-8F15-8E4B-B03E422ACF3C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A631B9D-939F-8F15-8E4B-B03E422ACF3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A038B83-5841-D3B7-C33C-3CF5DD4210A0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A038B83-5841-D3B7-C33C-3CF5DD4210A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4B8C711-5524-0DB2-02D9-C2FBFDBDA2D2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A4EB63B-E312-9D61-0363-2DB09255256C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A4EB63B-E312-9D61-0363-2DB09255256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017509A-C599-B9C4-89F5-32BAEA924D72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017509A-C599-B9C4-89F5-32BAEA924D7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691BB19-08F0-91CF-9C7A-51E7A4D60FBA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691BB19-08F0-91CF-9C7A-51E7A4D60FB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E9A7032-3617-E3D9-B099-7EBBDF392DA4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E9A7032-3617-E3D9-B099-7EBBDF392DA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804C1CD-FFAA-1672-A565-E9527045A46F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55A15FE-15CB-E7D4-DFBF-8910F5F2F8A9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55A15FE-15CB-E7D4-DFBF-8910F5F2F8A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DDFBE74-C550-1743-6F4E-760A5D2E6F44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DDFBE74-C550-1743-6F4E-760A5D2E6F4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43A99AD-1028-F6F5-641E-297ECE886517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43A99AD-1028-F6F5-641E-297ECE88651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6FE890FA-BAE0-727D-53A5-68A70C09B4B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3F0A87E-F177-23E1-866D-1E7958AE3EF0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3F0A87E-F177-23E1-866D-1E7958AE3EF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F407301-6980-4932-F606-383CEB21DC7F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F407301-6980-4932-F606-383CEB21DC7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FD2838B-E786-E904-60BA-B86C61865F8F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FD2838B-E786-E904-60BA-B86C61865F8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1396FFC4-FEFA-EB7A-7DE4-9E89361BF245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F08E7BF-7206-5954-1692-B9F5A8A324A1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F08E7BF-7206-5954-1692-B9F5A8A324A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3DA5EFD-0DC5-39E5-26E2-A81BE0DC6C81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3DA5EFD-0DC5-39E5-26E2-A81BE0DC6C8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AFEF565-0D78-DC7B-612E-3AB26EEF52EB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AFEF565-0D78-DC7B-612E-3AB26EEF52E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9B9FA52-E69A-2AAB-54D4-F34A22695ABD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9B9FA52-E69A-2AAB-54D4-F34A22695AB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E049E59-B92F-D564-013C-87BC3FCBF048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E049E59-B92F-D564-013C-87BC3FCBF04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C0DF022-A169-1EC5-0A70-FDD7C4069A1A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9225707-4E3D-C558-11E2-53715DB0909E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9225707-4E3D-C558-11E2-53715DB0909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2C6247E-09E6-EBB4-1921-96E6AD24D396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2C6247E-09E6-EBB4-1921-96E6AD24D39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56A0E11-C854-3DEB-4FBB-E06A0BBAFD5A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56A0E11-C854-3DEB-4FBB-E06A0BBAFD5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A583061-E749-BA88-3BF4-DDFBCE5093A4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A583061-E749-BA88-3BF4-DDFBCE5093A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2114294-8B70-6968-35CF-40372EA56C06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6420DCD-C48A-2FAD-D0D7-7AB76EE349AB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6420DCD-C48A-2FAD-D0D7-7AB76EE349A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C53B7FE-80B3-D79F-872D-1EF0A0DBC977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C53B7FE-80B3-D79F-872D-1EF0A0DBC97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AA4D2AC-46DD-7ECF-559B-08C5FCAEA5C2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AA4D2AC-46DD-7ECF-559B-08C5FCAEA5C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4ECF4B2-61A4-CE61-DBA9-F44493B0CB57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4ECF4B2-61A4-CE61-DBA9-F44493B0CB5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9669CA3-4A70-9A6B-3BED-2D8D40E622A7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FD184AE-32FC-C862-AF31-77C7D7B2614C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FD184AE-32FC-C862-AF31-77C7D7B2614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5A7502A-5883-1673-A0CB-79F78B4F3ADB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5A7502A-5883-1673-A0CB-79F78B4F3AD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F9320A04-8F1F-412E-FBE0-AD68829C4BB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F9320A04-8F1F-412E-FBE0-AD68829C4BB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CB1F099B-E47C-5BF3-27EF-686CDAC14BB3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8069F6C-94F4-0DFD-ACBC-AC71DE69CE08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8069F6C-94F4-0DFD-ACBC-AC71DE69CE0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A30BA0F-5454-A9E6-472C-7D1ED5E75218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A30BA0F-5454-A9E6-472C-7D1ED5E7521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8BE54CCA-6035-2E49-E6F7-54CF402718F2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8BE54CCA-6035-2E49-E6F7-54CF402718F2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7E9E57CD-71FD-432E-6E03-D347514B0BCD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7E9E57CD-71FD-432E-6E03-D347514B0BCD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1D1CBF21-856C-F5B6-FBAA-ACB34F753874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1D1CBF21-856C-F5B6-FBAA-ACB34F753874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0FCA987C-5D06-3797-D7F1-B3742EA61CA9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0FCA987C-5D06-3797-D7F1-B3742EA61CA9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19A26D4A-2939-CD31-8836-EC80D04BC135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19A26D4A-2939-CD31-8836-EC80D04BC135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D7CFC4CD-5669-F922-5EF2-728B8B97C5E7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D7CFC4CD-5669-F922-5EF2-728B8B97C5E7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B6C9FBE-912E-8C88-B4A3-1B2FCEDEE6DD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C038B88-9C4A-2B32-8E12-EB4038ED5C6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C038B88-9C4A-2B32-8E12-EB4038ED5C6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FE83325-571C-37A3-0827-FB56F1F8C924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FE83325-571C-37A3-0827-FB56F1F8C92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4B5047A-0DB5-FFDC-5E76-2F63A7422E68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4B5047A-0DB5-FFDC-5E76-2F63A7422E6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31C51B0-C226-72F0-1B00-350D89BAF83D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5896003-E138-B0D8-AB80-5CF28F920BAC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5896003-E138-B0D8-AB80-5CF28F920BA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47BDAA3-8FA2-858C-7ABD-50F56CF73F51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47BDAA3-8FA2-858C-7ABD-50F56CF73F5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23A17FEC-0090-C1CD-863B-F1B7F30E37D9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14B8540-670C-71BC-8D87-5D49BCDDC3D7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14B8540-670C-71BC-8D87-5D49BCDDC3D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DA3A63D-73CA-3129-9675-D114873DE7CF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DA3A63D-73CA-3129-9675-D114873DE7C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3981EEC-BE8E-BFE5-BEB5-541662AEE2B3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3981EEC-BE8E-BFE5-BEB5-541662AEE2B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40FC1AA6-9E4F-A8FE-C707-BBB4E6513D5A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40CDA58-6477-13B1-C61A-110B9052B920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40CDA58-6477-13B1-C61A-110B9052B92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35F13B7-F9D6-EB6A-62BC-7589D1DEBB90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35F13B7-F9D6-EB6A-62BC-7589D1DEBB9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2E21A92-7A6F-8ECE-46CA-27108AD9C5ED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2E21A92-7A6F-8ECE-46CA-27108AD9C5E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6213DCA6-3214-A889-4681-A7275376B11B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E6C282B-702F-39C2-3CCD-754FC7C446AC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E6C282B-702F-39C2-3CCD-754FC7C446A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70845CF-35E7-CC75-54AE-343BB7A884BA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70845CF-35E7-CC75-54AE-343BB7A884BA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0107EE6-2C87-0FF1-B1A8-EBA3459D9CAA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0107EE6-2C87-0FF1-B1A8-EBA3459D9CA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D27A76C-AD3E-8785-E125-A02F8E94B555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D27A76C-AD3E-8785-E125-A02F8E94B555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C6D6DEE3-3AD0-2F9E-E543-1DC4AEF5B413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CBE9715-40BA-CFE3-643E-6F48542036C1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CBE9715-40BA-CFE3-643E-6F48542036C1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0A6409F-46F3-2391-2C50-AACCF4C83ABA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0A6409F-46F3-2391-2C50-AACCF4C83ABA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BBD80A0B-1D47-B40D-8DFB-D820F6764738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C0D37F0-1CE7-13D3-5246-23E6D68BE99C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C0D37F0-1CE7-13D3-5246-23E6D68BE99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9CA30AD-13B4-970D-7CD3-4E39FF84DB2F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9CA30AD-13B4-970D-7CD3-4E39FF84DB2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C3E75A1-28ED-AA8E-8D98-FF692A4A7425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C3E75A1-28ED-AA8E-8D98-FF692A4A742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831850E-F268-C179-1D08-F964E4998BDA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B943686-8230-9503-A4E1-2BC6227B160B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B943686-8230-9503-A4E1-2BC6227B160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231D921-C326-B11E-432B-555277D2C1A1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231D921-C326-B11E-432B-555277D2C1A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79EF3324-C177-B370-50C0-905D0CD1FBFC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0D571B8-402A-0F2C-7257-3C9E4C28BD22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0D571B8-402A-0F2C-7257-3C9E4C28BD22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EFC9B22-DA17-B441-E0F6-C35A674758C6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EFC9B22-DA17-B441-E0F6-C35A674758C6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AE70680E-ABF1-EF6D-9A30-59541EDD635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AE70680E-ABF1-EF6D-9A30-59541EDD635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07E3550E-4F21-E7EA-3BBB-451B7076DE6F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C561E75-0D81-CD0C-4F38-8DA2575C3D38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C561E75-0D81-CD0C-4F38-8DA2575C3D3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3BF4B56-6B72-7920-DDE3-5D07C567560F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3BF4B56-6B72-7920-DDE3-5D07C567560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54C6AA96-FE1A-4279-573E-D3E7E9AD6587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54C6AA96-FE1A-4279-573E-D3E7E9AD658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C6630EA-A0CE-D66D-34A3-5BE21B4FE44B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C6630EA-A0CE-D66D-34A3-5BE21B4FE44B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6F48D6E-C0D4-E085-CA59-7026B3907979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6F48D6E-C0D4-E085-CA59-7026B3907979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08752E1-39C5-F18A-DB30-0E0668FC446A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08752E1-39C5-F18A-DB30-0E0668FC446A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07EDC1B-E54D-CF63-14B4-A13BDE0FDC0C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07EDC1B-E54D-CF63-14B4-A13BDE0FDC0C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B23BE07-2315-7CCD-FDAC-8D06E3D34C73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B23BE07-2315-7CCD-FDAC-8D06E3D34C7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947A1E1-4084-DF4A-62F8-0BC83B0CE0ED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947A1E1-4084-DF4A-62F8-0BC83B0CE0E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337319C-6299-F6A5-3BD7-7FE1D07279DC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337319C-6299-F6A5-3BD7-7FE1D07279DC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3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73F9D481-1B8C-A2BF-9AF6-FD1D39C1F93B}"/>
                  </a:ext>
                </a:extLst>
              </p14:cNvPr>
              <p14:cNvContentPartPr/>
              <p14:nvPr/>
            </p14:nvContentPartPr>
            <p14:xfrm>
              <a:off x="2770440" y="1700760"/>
              <a:ext cx="342000" cy="37260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73F9D481-1B8C-A2BF-9AF6-FD1D39C1F93B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2752440" y="1682760"/>
                <a:ext cx="377640" cy="40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2" name="Group 201">
            <a:extLst>
              <a:ext uri="{FF2B5EF4-FFF2-40B4-BE49-F238E27FC236}">
                <a16:creationId xmlns:a16="http://schemas.microsoft.com/office/drawing/2014/main" id="{C63BB368-D6E2-AE9B-4113-74316ADB9DE5}"/>
              </a:ext>
            </a:extLst>
          </p:cNvPr>
          <p:cNvGrpSpPr/>
          <p:nvPr/>
        </p:nvGrpSpPr>
        <p:grpSpPr>
          <a:xfrm>
            <a:off x="2796360" y="1748280"/>
            <a:ext cx="745200" cy="880200"/>
            <a:chOff x="2796360" y="1748280"/>
            <a:chExt cx="745200" cy="88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78286A6-5A20-A817-964F-0E646B910E87}"/>
                    </a:ext>
                  </a:extLst>
                </p14:cNvPr>
                <p14:cNvContentPartPr/>
                <p14:nvPr/>
              </p14:nvContentPartPr>
              <p14:xfrm>
                <a:off x="2796360" y="1748280"/>
                <a:ext cx="339840" cy="361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78286A6-5A20-A817-964F-0E646B910E87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778360" y="1730262"/>
                  <a:ext cx="375480" cy="3967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0AF02A9-0BC0-90A4-C796-83D76A1BACFF}"/>
                    </a:ext>
                  </a:extLst>
                </p14:cNvPr>
                <p14:cNvContentPartPr/>
                <p14:nvPr/>
              </p14:nvContentPartPr>
              <p14:xfrm>
                <a:off x="2897520" y="1761960"/>
                <a:ext cx="228600" cy="3247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0AF02A9-0BC0-90A4-C796-83D76A1BACFF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879520" y="1743960"/>
                  <a:ext cx="2642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5FE6CA8-DF53-D965-8C54-997ED8A93256}"/>
                    </a:ext>
                  </a:extLst>
                </p14:cNvPr>
                <p14:cNvContentPartPr/>
                <p14:nvPr/>
              </p14:nvContentPartPr>
              <p14:xfrm>
                <a:off x="3149160" y="2231400"/>
                <a:ext cx="13680" cy="3780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5FE6CA8-DF53-D965-8C54-997ED8A93256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3131622" y="2213400"/>
                  <a:ext cx="48406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40E050B-DBF5-D88D-7A48-AF39B2BF7579}"/>
                    </a:ext>
                  </a:extLst>
                </p14:cNvPr>
                <p14:cNvContentPartPr/>
                <p14:nvPr/>
              </p14:nvContentPartPr>
              <p14:xfrm>
                <a:off x="3144120" y="2627760"/>
                <a:ext cx="720" cy="7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40E050B-DBF5-D88D-7A48-AF39B2BF757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3126120" y="2609760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B39F4BD-FE48-2D68-1CED-22121B9085A2}"/>
                    </a:ext>
                  </a:extLst>
                </p14:cNvPr>
                <p14:cNvContentPartPr/>
                <p14:nvPr/>
              </p14:nvContentPartPr>
              <p14:xfrm>
                <a:off x="3080040" y="2483400"/>
                <a:ext cx="162360" cy="1191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B39F4BD-FE48-2D68-1CED-22121B9085A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062000" y="2465400"/>
                  <a:ext cx="198079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4AE9CA4-BDBA-E690-42A3-F661D4C479A7}"/>
                    </a:ext>
                  </a:extLst>
                </p14:cNvPr>
                <p14:cNvContentPartPr/>
                <p14:nvPr/>
              </p14:nvContentPartPr>
              <p14:xfrm>
                <a:off x="3239520" y="2113320"/>
                <a:ext cx="290520" cy="291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4AE9CA4-BDBA-E690-42A3-F661D4C479A7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221498" y="2095320"/>
                  <a:ext cx="326204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2D25EF9A-3177-B16B-0AAC-49D43E958503}"/>
                    </a:ext>
                  </a:extLst>
                </p14:cNvPr>
                <p14:cNvContentPartPr/>
                <p14:nvPr/>
              </p14:nvContentPartPr>
              <p14:xfrm>
                <a:off x="3424920" y="2025480"/>
                <a:ext cx="116640" cy="2152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2D25EF9A-3177-B16B-0AAC-49D43E958503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406975" y="2007480"/>
                  <a:ext cx="152170" cy="2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88B9E798-1559-7121-FE0D-61BBE8B48070}"/>
              </a:ext>
            </a:extLst>
          </p:cNvPr>
          <p:cNvGrpSpPr/>
          <p:nvPr/>
        </p:nvGrpSpPr>
        <p:grpSpPr>
          <a:xfrm>
            <a:off x="3143400" y="3200160"/>
            <a:ext cx="580680" cy="909720"/>
            <a:chOff x="3143400" y="3200160"/>
            <a:chExt cx="580680" cy="90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FFCF17F4-1863-E27E-C13E-749C4ED60F84}"/>
                    </a:ext>
                  </a:extLst>
                </p14:cNvPr>
                <p14:cNvContentPartPr/>
                <p14:nvPr/>
              </p14:nvContentPartPr>
              <p14:xfrm>
                <a:off x="3211080" y="3200160"/>
                <a:ext cx="33840" cy="4413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FFCF17F4-1863-E27E-C13E-749C4ED60F84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3192886" y="3182160"/>
                  <a:ext cx="69863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A5D0192-AC73-4980-10A5-F0C5D3B43BD8}"/>
                    </a:ext>
                  </a:extLst>
                </p14:cNvPr>
                <p14:cNvContentPartPr/>
                <p14:nvPr/>
              </p14:nvContentPartPr>
              <p14:xfrm>
                <a:off x="3143400" y="3474120"/>
                <a:ext cx="261000" cy="17496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A5D0192-AC73-4980-10A5-F0C5D3B43BD8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125400" y="3456120"/>
                  <a:ext cx="2966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951980FB-48EA-3FD5-1AAB-5584E3ABA5F2}"/>
                    </a:ext>
                  </a:extLst>
                </p14:cNvPr>
                <p14:cNvContentPartPr/>
                <p14:nvPr/>
              </p14:nvContentPartPr>
              <p14:xfrm>
                <a:off x="3202440" y="3667440"/>
                <a:ext cx="44640" cy="44244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951980FB-48EA-3FD5-1AAB-5584E3ABA5F2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3184440" y="3649455"/>
                  <a:ext cx="80280" cy="47805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AEEC2DB7-5A8D-46FF-0671-F7F377F22566}"/>
                    </a:ext>
                  </a:extLst>
                </p14:cNvPr>
                <p14:cNvContentPartPr/>
                <p14:nvPr/>
              </p14:nvContentPartPr>
              <p14:xfrm>
                <a:off x="3150960" y="3981000"/>
                <a:ext cx="152280" cy="10296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AEEC2DB7-5A8D-46FF-0671-F7F377F22566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3132960" y="3963063"/>
                  <a:ext cx="187920" cy="1384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8BD00E6B-3343-DE73-D544-0E82663D19ED}"/>
                    </a:ext>
                  </a:extLst>
                </p14:cNvPr>
                <p14:cNvContentPartPr/>
                <p14:nvPr/>
              </p14:nvContentPartPr>
              <p14:xfrm>
                <a:off x="3243120" y="3636120"/>
                <a:ext cx="480960" cy="6048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8BD00E6B-3343-DE73-D544-0E82663D19ED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3225120" y="3618120"/>
                  <a:ext cx="5166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8E975957-3646-EF73-7C69-94974B4C6B3D}"/>
                    </a:ext>
                  </a:extLst>
                </p14:cNvPr>
                <p14:cNvContentPartPr/>
                <p14:nvPr/>
              </p14:nvContentPartPr>
              <p14:xfrm>
                <a:off x="3592320" y="3548640"/>
                <a:ext cx="131760" cy="23004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8E975957-3646-EF73-7C69-94974B4C6B3D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574369" y="3530640"/>
                  <a:ext cx="167303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955FA78B-BCAA-B19C-5356-915D188D00B4}"/>
              </a:ext>
            </a:extLst>
          </p:cNvPr>
          <p:cNvGrpSpPr/>
          <p:nvPr/>
        </p:nvGrpSpPr>
        <p:grpSpPr>
          <a:xfrm>
            <a:off x="6164160" y="4715400"/>
            <a:ext cx="539280" cy="704160"/>
            <a:chOff x="6164160" y="4715400"/>
            <a:chExt cx="539280" cy="70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93B343FB-BBC3-53BB-BCB6-06D530DADDE8}"/>
                    </a:ext>
                  </a:extLst>
                </p14:cNvPr>
                <p14:cNvContentPartPr/>
                <p14:nvPr/>
              </p14:nvContentPartPr>
              <p14:xfrm>
                <a:off x="6164160" y="5032560"/>
                <a:ext cx="170280" cy="38700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93B343FB-BBC3-53BB-BCB6-06D530DADDE8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6146160" y="5014560"/>
                  <a:ext cx="20592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8F5F6E9D-8C25-22F9-D713-F61AED8A0168}"/>
                    </a:ext>
                  </a:extLst>
                </p14:cNvPr>
                <p14:cNvContentPartPr/>
                <p14:nvPr/>
              </p14:nvContentPartPr>
              <p14:xfrm>
                <a:off x="6427680" y="4715400"/>
                <a:ext cx="275760" cy="19296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8F5F6E9D-8C25-22F9-D713-F61AED8A0168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6409680" y="4697400"/>
                  <a:ext cx="31140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28453F43-5C08-54E7-A006-6240815A553E}"/>
              </a:ext>
            </a:extLst>
          </p:cNvPr>
          <p:cNvGrpSpPr/>
          <p:nvPr/>
        </p:nvGrpSpPr>
        <p:grpSpPr>
          <a:xfrm>
            <a:off x="5662680" y="5568240"/>
            <a:ext cx="535680" cy="379800"/>
            <a:chOff x="5662680" y="5568240"/>
            <a:chExt cx="535680" cy="37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25353046-117E-C58B-FC96-A7DCA80CB547}"/>
                    </a:ext>
                  </a:extLst>
                </p14:cNvPr>
                <p14:cNvContentPartPr/>
                <p14:nvPr/>
              </p14:nvContentPartPr>
              <p14:xfrm>
                <a:off x="5662680" y="5706840"/>
                <a:ext cx="168840" cy="2412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25353046-117E-C58B-FC96-A7DCA80CB54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644680" y="5688840"/>
                  <a:ext cx="2044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41BFE031-3BD1-250C-2912-9B81D8C452D9}"/>
                    </a:ext>
                  </a:extLst>
                </p14:cNvPr>
                <p14:cNvContentPartPr/>
                <p14:nvPr/>
              </p14:nvContentPartPr>
              <p14:xfrm>
                <a:off x="5675280" y="5628000"/>
                <a:ext cx="183240" cy="1598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41BFE031-3BD1-250C-2912-9B81D8C452D9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5657280" y="5610000"/>
                  <a:ext cx="2188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1B944451-BC4C-E8FF-466A-B222A4E9815D}"/>
                    </a:ext>
                  </a:extLst>
                </p14:cNvPr>
                <p14:cNvContentPartPr/>
                <p14:nvPr/>
              </p14:nvContentPartPr>
              <p14:xfrm>
                <a:off x="5948520" y="5640240"/>
                <a:ext cx="90360" cy="1209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1B944451-BC4C-E8FF-466A-B222A4E9815D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5930591" y="5622240"/>
                  <a:ext cx="125859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9A2716B2-9BE8-C672-94F6-D81F56DB2248}"/>
                    </a:ext>
                  </a:extLst>
                </p14:cNvPr>
                <p14:cNvContentPartPr/>
                <p14:nvPr/>
              </p14:nvContentPartPr>
              <p14:xfrm>
                <a:off x="6081000" y="5568240"/>
                <a:ext cx="117360" cy="11952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9A2716B2-9BE8-C672-94F6-D81F56DB224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6063000" y="5550240"/>
                  <a:ext cx="153000" cy="15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3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07336311-ACC8-02AD-48BB-C90AA8F30299}"/>
                  </a:ext>
                </a:extLst>
              </p14:cNvPr>
              <p14:cNvContentPartPr/>
              <p14:nvPr/>
            </p14:nvContentPartPr>
            <p14:xfrm>
              <a:off x="6898560" y="4645200"/>
              <a:ext cx="24120" cy="7200"/>
            </p14:xfrm>
          </p:contentPart>
        </mc:Choice>
        <mc:Fallback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07336311-ACC8-02AD-48BB-C90AA8F30299}"/>
                  </a:ext>
                </a:extLst>
              </p:cNvPr>
              <p:cNvPicPr/>
              <p:nvPr/>
            </p:nvPicPr>
            <p:blipFill>
              <a:blip r:embed="rId314"/>
              <a:stretch>
                <a:fillRect/>
              </a:stretch>
            </p:blipFill>
            <p:spPr>
              <a:xfrm>
                <a:off x="6880287" y="4627200"/>
                <a:ext cx="6030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5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F051CAEC-DED2-5FD2-17D6-F840371C7679}"/>
                  </a:ext>
                </a:extLst>
              </p14:cNvPr>
              <p14:cNvContentPartPr/>
              <p14:nvPr/>
            </p14:nvContentPartPr>
            <p14:xfrm>
              <a:off x="6731520" y="5176560"/>
              <a:ext cx="184320" cy="201960"/>
            </p14:xfrm>
          </p:contentPart>
        </mc:Choice>
        <mc:Fallback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F051CAEC-DED2-5FD2-17D6-F840371C7679}"/>
                  </a:ext>
                </a:extLst>
              </p:cNvPr>
              <p:cNvPicPr/>
              <p:nvPr/>
            </p:nvPicPr>
            <p:blipFill>
              <a:blip r:embed="rId316"/>
              <a:stretch>
                <a:fillRect/>
              </a:stretch>
            </p:blipFill>
            <p:spPr>
              <a:xfrm>
                <a:off x="6713485" y="5158560"/>
                <a:ext cx="220030" cy="23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71" name="Group 370">
            <a:extLst>
              <a:ext uri="{FF2B5EF4-FFF2-40B4-BE49-F238E27FC236}">
                <a16:creationId xmlns:a16="http://schemas.microsoft.com/office/drawing/2014/main" id="{37AD62A5-C1DF-B23D-7BB9-1301000D69B4}"/>
              </a:ext>
            </a:extLst>
          </p:cNvPr>
          <p:cNvGrpSpPr/>
          <p:nvPr/>
        </p:nvGrpSpPr>
        <p:grpSpPr>
          <a:xfrm>
            <a:off x="8313840" y="982784"/>
            <a:ext cx="507600" cy="396360"/>
            <a:chOff x="8313840" y="982784"/>
            <a:chExt cx="507600" cy="39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895C551-ADE2-B446-6F48-B0BD4A544A46}"/>
                    </a:ext>
                  </a:extLst>
                </p14:cNvPr>
                <p14:cNvContentPartPr/>
                <p14:nvPr/>
              </p14:nvContentPartPr>
              <p14:xfrm>
                <a:off x="8313840" y="1375184"/>
                <a:ext cx="7920" cy="39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895C551-ADE2-B446-6F48-B0BD4A544A46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295840" y="1357184"/>
                  <a:ext cx="435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6A22B3FF-692D-9CF3-F0C7-2845534DB165}"/>
                    </a:ext>
                  </a:extLst>
                </p14:cNvPr>
                <p14:cNvContentPartPr/>
                <p14:nvPr/>
              </p14:nvContentPartPr>
              <p14:xfrm>
                <a:off x="8821080" y="982784"/>
                <a:ext cx="360" cy="3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6A22B3FF-692D-9CF3-F0C7-2845534DB165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8803440" y="96478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420" name="Ink 419">
                <a:extLst>
                  <a:ext uri="{FF2B5EF4-FFF2-40B4-BE49-F238E27FC236}">
                    <a16:creationId xmlns:a16="http://schemas.microsoft.com/office/drawing/2014/main" id="{C8D1F662-4DA1-8881-C660-137B84965D59}"/>
                  </a:ext>
                </a:extLst>
              </p14:cNvPr>
              <p14:cNvContentPartPr/>
              <p14:nvPr/>
            </p14:nvContentPartPr>
            <p14:xfrm>
              <a:off x="7430400" y="1270064"/>
              <a:ext cx="454320" cy="355320"/>
            </p14:xfrm>
          </p:contentPart>
        </mc:Choice>
        <mc:Fallback>
          <p:pic>
            <p:nvPicPr>
              <p:cNvPr id="420" name="Ink 419">
                <a:extLst>
                  <a:ext uri="{FF2B5EF4-FFF2-40B4-BE49-F238E27FC236}">
                    <a16:creationId xmlns:a16="http://schemas.microsoft.com/office/drawing/2014/main" id="{C8D1F662-4DA1-8881-C660-137B84965D59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7412400" y="1252064"/>
                <a:ext cx="489960" cy="39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3">
            <p14:nvContentPartPr>
              <p14:cNvPr id="421" name="Ink 420">
                <a:extLst>
                  <a:ext uri="{FF2B5EF4-FFF2-40B4-BE49-F238E27FC236}">
                    <a16:creationId xmlns:a16="http://schemas.microsoft.com/office/drawing/2014/main" id="{D5A95C5F-10B8-F3CA-2BC3-82DF6B9070B3}"/>
                  </a:ext>
                </a:extLst>
              </p14:cNvPr>
              <p14:cNvContentPartPr/>
              <p14:nvPr/>
            </p14:nvContentPartPr>
            <p14:xfrm>
              <a:off x="8600400" y="645824"/>
              <a:ext cx="88920" cy="242280"/>
            </p14:xfrm>
          </p:contentPart>
        </mc:Choice>
        <mc:Fallback>
          <p:pic>
            <p:nvPicPr>
              <p:cNvPr id="421" name="Ink 420">
                <a:extLst>
                  <a:ext uri="{FF2B5EF4-FFF2-40B4-BE49-F238E27FC236}">
                    <a16:creationId xmlns:a16="http://schemas.microsoft.com/office/drawing/2014/main" id="{D5A95C5F-10B8-F3CA-2BC3-82DF6B9070B3}"/>
                  </a:ext>
                </a:extLst>
              </p:cNvPr>
              <p:cNvPicPr/>
              <p:nvPr/>
            </p:nvPicPr>
            <p:blipFill>
              <a:blip r:embed="rId324"/>
              <a:stretch>
                <a:fillRect/>
              </a:stretch>
            </p:blipFill>
            <p:spPr>
              <a:xfrm>
                <a:off x="8582760" y="627824"/>
                <a:ext cx="124560" cy="27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5">
            <p14:nvContentPartPr>
              <p14:cNvPr id="422" name="Ink 421">
                <a:extLst>
                  <a:ext uri="{FF2B5EF4-FFF2-40B4-BE49-F238E27FC236}">
                    <a16:creationId xmlns:a16="http://schemas.microsoft.com/office/drawing/2014/main" id="{02F0B5A2-4376-AD2C-2515-8463A2F03483}"/>
                  </a:ext>
                </a:extLst>
              </p14:cNvPr>
              <p14:cNvContentPartPr/>
              <p14:nvPr/>
            </p14:nvContentPartPr>
            <p14:xfrm>
              <a:off x="8603280" y="438824"/>
              <a:ext cx="11520" cy="24840"/>
            </p14:xfrm>
          </p:contentPart>
        </mc:Choice>
        <mc:Fallback>
          <p:pic>
            <p:nvPicPr>
              <p:cNvPr id="422" name="Ink 421">
                <a:extLst>
                  <a:ext uri="{FF2B5EF4-FFF2-40B4-BE49-F238E27FC236}">
                    <a16:creationId xmlns:a16="http://schemas.microsoft.com/office/drawing/2014/main" id="{02F0B5A2-4376-AD2C-2515-8463A2F03483}"/>
                  </a:ext>
                </a:extLst>
              </p:cNvPr>
              <p:cNvPicPr/>
              <p:nvPr/>
            </p:nvPicPr>
            <p:blipFill>
              <a:blip r:embed="rId326"/>
              <a:stretch>
                <a:fillRect/>
              </a:stretch>
            </p:blipFill>
            <p:spPr>
              <a:xfrm>
                <a:off x="8585280" y="421184"/>
                <a:ext cx="4716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7">
            <p14:nvContentPartPr>
              <p14:cNvPr id="423" name="Ink 422">
                <a:extLst>
                  <a:ext uri="{FF2B5EF4-FFF2-40B4-BE49-F238E27FC236}">
                    <a16:creationId xmlns:a16="http://schemas.microsoft.com/office/drawing/2014/main" id="{F29DEEF2-BEA9-1A7A-8F3F-3438041940A8}"/>
                  </a:ext>
                </a:extLst>
              </p14:cNvPr>
              <p14:cNvContentPartPr/>
              <p14:nvPr/>
            </p14:nvContentPartPr>
            <p14:xfrm>
              <a:off x="8821080" y="776144"/>
              <a:ext cx="39600" cy="131400"/>
            </p14:xfrm>
          </p:contentPart>
        </mc:Choice>
        <mc:Fallback>
          <p:pic>
            <p:nvPicPr>
              <p:cNvPr id="423" name="Ink 422">
                <a:extLst>
                  <a:ext uri="{FF2B5EF4-FFF2-40B4-BE49-F238E27FC236}">
                    <a16:creationId xmlns:a16="http://schemas.microsoft.com/office/drawing/2014/main" id="{F29DEEF2-BEA9-1A7A-8F3F-3438041940A8}"/>
                  </a:ext>
                </a:extLst>
              </p:cNvPr>
              <p:cNvPicPr/>
              <p:nvPr/>
            </p:nvPicPr>
            <p:blipFill>
              <a:blip r:embed="rId328"/>
              <a:stretch>
                <a:fillRect/>
              </a:stretch>
            </p:blipFill>
            <p:spPr>
              <a:xfrm>
                <a:off x="8803440" y="758144"/>
                <a:ext cx="7524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9">
            <p14:nvContentPartPr>
              <p14:cNvPr id="424" name="Ink 423">
                <a:extLst>
                  <a:ext uri="{FF2B5EF4-FFF2-40B4-BE49-F238E27FC236}">
                    <a16:creationId xmlns:a16="http://schemas.microsoft.com/office/drawing/2014/main" id="{B1DEB221-1803-A776-B9B6-915B9E9E4B7B}"/>
                  </a:ext>
                </a:extLst>
              </p14:cNvPr>
              <p14:cNvContentPartPr/>
              <p14:nvPr/>
            </p14:nvContentPartPr>
            <p14:xfrm>
              <a:off x="8953920" y="738704"/>
              <a:ext cx="10800" cy="29160"/>
            </p14:xfrm>
          </p:contentPart>
        </mc:Choice>
        <mc:Fallback>
          <p:pic>
            <p:nvPicPr>
              <p:cNvPr id="424" name="Ink 423">
                <a:extLst>
                  <a:ext uri="{FF2B5EF4-FFF2-40B4-BE49-F238E27FC236}">
                    <a16:creationId xmlns:a16="http://schemas.microsoft.com/office/drawing/2014/main" id="{B1DEB221-1803-A776-B9B6-915B9E9E4B7B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8935920" y="721064"/>
                <a:ext cx="4644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1">
            <p14:nvContentPartPr>
              <p14:cNvPr id="425" name="Ink 424">
                <a:extLst>
                  <a:ext uri="{FF2B5EF4-FFF2-40B4-BE49-F238E27FC236}">
                    <a16:creationId xmlns:a16="http://schemas.microsoft.com/office/drawing/2014/main" id="{258AE927-84E3-FFA7-C068-5C46E1DAA3F6}"/>
                  </a:ext>
                </a:extLst>
              </p14:cNvPr>
              <p14:cNvContentPartPr/>
              <p14:nvPr/>
            </p14:nvContentPartPr>
            <p14:xfrm>
              <a:off x="8922960" y="750944"/>
              <a:ext cx="162720" cy="101160"/>
            </p14:xfrm>
          </p:contentPart>
        </mc:Choice>
        <mc:Fallback>
          <p:pic>
            <p:nvPicPr>
              <p:cNvPr id="425" name="Ink 424">
                <a:extLst>
                  <a:ext uri="{FF2B5EF4-FFF2-40B4-BE49-F238E27FC236}">
                    <a16:creationId xmlns:a16="http://schemas.microsoft.com/office/drawing/2014/main" id="{258AE927-84E3-FFA7-C068-5C46E1DAA3F6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8905320" y="733304"/>
                <a:ext cx="19836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3">
            <p14:nvContentPartPr>
              <p14:cNvPr id="426" name="Ink 425">
                <a:extLst>
                  <a:ext uri="{FF2B5EF4-FFF2-40B4-BE49-F238E27FC236}">
                    <a16:creationId xmlns:a16="http://schemas.microsoft.com/office/drawing/2014/main" id="{07F16E10-8C98-1BE0-BC23-EA8E901E7360}"/>
                  </a:ext>
                </a:extLst>
              </p14:cNvPr>
              <p14:cNvContentPartPr/>
              <p14:nvPr/>
            </p14:nvContentPartPr>
            <p14:xfrm>
              <a:off x="9289080" y="737624"/>
              <a:ext cx="75960" cy="17640"/>
            </p14:xfrm>
          </p:contentPart>
        </mc:Choice>
        <mc:Fallback>
          <p:pic>
            <p:nvPicPr>
              <p:cNvPr id="426" name="Ink 425">
                <a:extLst>
                  <a:ext uri="{FF2B5EF4-FFF2-40B4-BE49-F238E27FC236}">
                    <a16:creationId xmlns:a16="http://schemas.microsoft.com/office/drawing/2014/main" id="{07F16E10-8C98-1BE0-BC23-EA8E901E7360}"/>
                  </a:ext>
                </a:extLst>
              </p:cNvPr>
              <p:cNvPicPr/>
              <p:nvPr/>
            </p:nvPicPr>
            <p:blipFill>
              <a:blip r:embed="rId334"/>
              <a:stretch>
                <a:fillRect/>
              </a:stretch>
            </p:blipFill>
            <p:spPr>
              <a:xfrm>
                <a:off x="9271080" y="719984"/>
                <a:ext cx="11160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5">
            <p14:nvContentPartPr>
              <p14:cNvPr id="427" name="Ink 426">
                <a:extLst>
                  <a:ext uri="{FF2B5EF4-FFF2-40B4-BE49-F238E27FC236}">
                    <a16:creationId xmlns:a16="http://schemas.microsoft.com/office/drawing/2014/main" id="{6AB41CF7-869D-A812-EE84-4370E9CCEFAA}"/>
                  </a:ext>
                </a:extLst>
              </p14:cNvPr>
              <p14:cNvContentPartPr/>
              <p14:nvPr/>
            </p14:nvContentPartPr>
            <p14:xfrm>
              <a:off x="9320040" y="799184"/>
              <a:ext cx="71280" cy="23040"/>
            </p14:xfrm>
          </p:contentPart>
        </mc:Choice>
        <mc:Fallback>
          <p:pic>
            <p:nvPicPr>
              <p:cNvPr id="427" name="Ink 426">
                <a:extLst>
                  <a:ext uri="{FF2B5EF4-FFF2-40B4-BE49-F238E27FC236}">
                    <a16:creationId xmlns:a16="http://schemas.microsoft.com/office/drawing/2014/main" id="{6AB41CF7-869D-A812-EE84-4370E9CCEFAA}"/>
                  </a:ext>
                </a:extLst>
              </p:cNvPr>
              <p:cNvPicPr/>
              <p:nvPr/>
            </p:nvPicPr>
            <p:blipFill>
              <a:blip r:embed="rId336"/>
              <a:stretch>
                <a:fillRect/>
              </a:stretch>
            </p:blipFill>
            <p:spPr>
              <a:xfrm>
                <a:off x="9302040" y="781184"/>
                <a:ext cx="10692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7">
            <p14:nvContentPartPr>
              <p14:cNvPr id="428" name="Ink 427">
                <a:extLst>
                  <a:ext uri="{FF2B5EF4-FFF2-40B4-BE49-F238E27FC236}">
                    <a16:creationId xmlns:a16="http://schemas.microsoft.com/office/drawing/2014/main" id="{25E5AC7A-44EB-A673-8133-3B3CD152C96A}"/>
                  </a:ext>
                </a:extLst>
              </p14:cNvPr>
              <p14:cNvContentPartPr/>
              <p14:nvPr/>
            </p14:nvContentPartPr>
            <p14:xfrm>
              <a:off x="9524520" y="670664"/>
              <a:ext cx="122760" cy="126720"/>
            </p14:xfrm>
          </p:contentPart>
        </mc:Choice>
        <mc:Fallback>
          <p:pic>
            <p:nvPicPr>
              <p:cNvPr id="428" name="Ink 427">
                <a:extLst>
                  <a:ext uri="{FF2B5EF4-FFF2-40B4-BE49-F238E27FC236}">
                    <a16:creationId xmlns:a16="http://schemas.microsoft.com/office/drawing/2014/main" id="{25E5AC7A-44EB-A673-8133-3B3CD152C96A}"/>
                  </a:ext>
                </a:extLst>
              </p:cNvPr>
              <p:cNvPicPr/>
              <p:nvPr/>
            </p:nvPicPr>
            <p:blipFill>
              <a:blip r:embed="rId338"/>
              <a:stretch>
                <a:fillRect/>
              </a:stretch>
            </p:blipFill>
            <p:spPr>
              <a:xfrm>
                <a:off x="9506520" y="653024"/>
                <a:ext cx="15840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9">
            <p14:nvContentPartPr>
              <p14:cNvPr id="429" name="Ink 428">
                <a:extLst>
                  <a:ext uri="{FF2B5EF4-FFF2-40B4-BE49-F238E27FC236}">
                    <a16:creationId xmlns:a16="http://schemas.microsoft.com/office/drawing/2014/main" id="{F3CDEB9A-4827-ED83-EFD9-DECA82AFC844}"/>
                  </a:ext>
                </a:extLst>
              </p14:cNvPr>
              <p14:cNvContentPartPr/>
              <p14:nvPr/>
            </p14:nvContentPartPr>
            <p14:xfrm>
              <a:off x="9545040" y="475544"/>
              <a:ext cx="29880" cy="23400"/>
            </p14:xfrm>
          </p:contentPart>
        </mc:Choice>
        <mc:Fallback>
          <p:pic>
            <p:nvPicPr>
              <p:cNvPr id="429" name="Ink 428">
                <a:extLst>
                  <a:ext uri="{FF2B5EF4-FFF2-40B4-BE49-F238E27FC236}">
                    <a16:creationId xmlns:a16="http://schemas.microsoft.com/office/drawing/2014/main" id="{F3CDEB9A-4827-ED83-EFD9-DECA82AFC844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9527400" y="457544"/>
                <a:ext cx="6552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1">
            <p14:nvContentPartPr>
              <p14:cNvPr id="430" name="Ink 429">
                <a:extLst>
                  <a:ext uri="{FF2B5EF4-FFF2-40B4-BE49-F238E27FC236}">
                    <a16:creationId xmlns:a16="http://schemas.microsoft.com/office/drawing/2014/main" id="{C8C4ABE6-4781-EFFF-8DBE-50C9005B4E5E}"/>
                  </a:ext>
                </a:extLst>
              </p14:cNvPr>
              <p14:cNvContentPartPr/>
              <p14:nvPr/>
            </p14:nvContentPartPr>
            <p14:xfrm>
              <a:off x="9741240" y="771464"/>
              <a:ext cx="80280" cy="126000"/>
            </p14:xfrm>
          </p:contentPart>
        </mc:Choice>
        <mc:Fallback>
          <p:pic>
            <p:nvPicPr>
              <p:cNvPr id="430" name="Ink 429">
                <a:extLst>
                  <a:ext uri="{FF2B5EF4-FFF2-40B4-BE49-F238E27FC236}">
                    <a16:creationId xmlns:a16="http://schemas.microsoft.com/office/drawing/2014/main" id="{C8C4ABE6-4781-EFFF-8DBE-50C9005B4E5E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9723240" y="753824"/>
                <a:ext cx="115920" cy="16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3">
            <p14:nvContentPartPr>
              <p14:cNvPr id="431" name="Ink 430">
                <a:extLst>
                  <a:ext uri="{FF2B5EF4-FFF2-40B4-BE49-F238E27FC236}">
                    <a16:creationId xmlns:a16="http://schemas.microsoft.com/office/drawing/2014/main" id="{67182297-86A0-2C1B-B2CF-13709DDF7AC8}"/>
                  </a:ext>
                </a:extLst>
              </p14:cNvPr>
              <p14:cNvContentPartPr/>
              <p14:nvPr/>
            </p14:nvContentPartPr>
            <p14:xfrm>
              <a:off x="9946080" y="772544"/>
              <a:ext cx="156960" cy="79560"/>
            </p14:xfrm>
          </p:contentPart>
        </mc:Choice>
        <mc:Fallback>
          <p:pic>
            <p:nvPicPr>
              <p:cNvPr id="431" name="Ink 430">
                <a:extLst>
                  <a:ext uri="{FF2B5EF4-FFF2-40B4-BE49-F238E27FC236}">
                    <a16:creationId xmlns:a16="http://schemas.microsoft.com/office/drawing/2014/main" id="{67182297-86A0-2C1B-B2CF-13709DDF7AC8}"/>
                  </a:ext>
                </a:extLst>
              </p:cNvPr>
              <p:cNvPicPr/>
              <p:nvPr/>
            </p:nvPicPr>
            <p:blipFill>
              <a:blip r:embed="rId344"/>
              <a:stretch>
                <a:fillRect/>
              </a:stretch>
            </p:blipFill>
            <p:spPr>
              <a:xfrm>
                <a:off x="9928440" y="754544"/>
                <a:ext cx="192600" cy="11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5">
            <p14:nvContentPartPr>
              <p14:cNvPr id="432" name="Ink 431">
                <a:extLst>
                  <a:ext uri="{FF2B5EF4-FFF2-40B4-BE49-F238E27FC236}">
                    <a16:creationId xmlns:a16="http://schemas.microsoft.com/office/drawing/2014/main" id="{750DDEF1-8AB9-331A-ABC0-B4370D7E8855}"/>
                  </a:ext>
                </a:extLst>
              </p14:cNvPr>
              <p14:cNvContentPartPr/>
              <p14:nvPr/>
            </p14:nvContentPartPr>
            <p14:xfrm>
              <a:off x="10234800" y="609824"/>
              <a:ext cx="34920" cy="243000"/>
            </p14:xfrm>
          </p:contentPart>
        </mc:Choice>
        <mc:Fallback>
          <p:pic>
            <p:nvPicPr>
              <p:cNvPr id="432" name="Ink 431">
                <a:extLst>
                  <a:ext uri="{FF2B5EF4-FFF2-40B4-BE49-F238E27FC236}">
                    <a16:creationId xmlns:a16="http://schemas.microsoft.com/office/drawing/2014/main" id="{750DDEF1-8AB9-331A-ABC0-B4370D7E8855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10217160" y="591824"/>
                <a:ext cx="70560" cy="2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7">
            <p14:nvContentPartPr>
              <p14:cNvPr id="433" name="Ink 432">
                <a:extLst>
                  <a:ext uri="{FF2B5EF4-FFF2-40B4-BE49-F238E27FC236}">
                    <a16:creationId xmlns:a16="http://schemas.microsoft.com/office/drawing/2014/main" id="{52EAF16E-D630-2F6C-8F91-A663DF61C2A5}"/>
                  </a:ext>
                </a:extLst>
              </p14:cNvPr>
              <p14:cNvContentPartPr/>
              <p14:nvPr/>
            </p14:nvContentPartPr>
            <p14:xfrm>
              <a:off x="10208880" y="697664"/>
              <a:ext cx="124200" cy="81360"/>
            </p14:xfrm>
          </p:contentPart>
        </mc:Choice>
        <mc:Fallback>
          <p:pic>
            <p:nvPicPr>
              <p:cNvPr id="433" name="Ink 432">
                <a:extLst>
                  <a:ext uri="{FF2B5EF4-FFF2-40B4-BE49-F238E27FC236}">
                    <a16:creationId xmlns:a16="http://schemas.microsoft.com/office/drawing/2014/main" id="{52EAF16E-D630-2F6C-8F91-A663DF61C2A5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10191240" y="680024"/>
                <a:ext cx="159840" cy="11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9">
            <p14:nvContentPartPr>
              <p14:cNvPr id="437" name="Ink 436">
                <a:extLst>
                  <a:ext uri="{FF2B5EF4-FFF2-40B4-BE49-F238E27FC236}">
                    <a16:creationId xmlns:a16="http://schemas.microsoft.com/office/drawing/2014/main" id="{24264569-F258-C296-5AE5-F1D2332BEB18}"/>
                  </a:ext>
                </a:extLst>
              </p14:cNvPr>
              <p14:cNvContentPartPr/>
              <p14:nvPr/>
            </p14:nvContentPartPr>
            <p14:xfrm>
              <a:off x="10469880" y="847424"/>
              <a:ext cx="20880" cy="16920"/>
            </p14:xfrm>
          </p:contentPart>
        </mc:Choice>
        <mc:Fallback>
          <p:pic>
            <p:nvPicPr>
              <p:cNvPr id="437" name="Ink 436">
                <a:extLst>
                  <a:ext uri="{FF2B5EF4-FFF2-40B4-BE49-F238E27FC236}">
                    <a16:creationId xmlns:a16="http://schemas.microsoft.com/office/drawing/2014/main" id="{24264569-F258-C296-5AE5-F1D2332BEB18}"/>
                  </a:ext>
                </a:extLst>
              </p:cNvPr>
              <p:cNvPicPr/>
              <p:nvPr/>
            </p:nvPicPr>
            <p:blipFill>
              <a:blip r:embed="rId350"/>
              <a:stretch>
                <a:fillRect/>
              </a:stretch>
            </p:blipFill>
            <p:spPr>
              <a:xfrm>
                <a:off x="10452240" y="829424"/>
                <a:ext cx="56520" cy="5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1">
            <p14:nvContentPartPr>
              <p14:cNvPr id="434" name="Ink 433">
                <a:extLst>
                  <a:ext uri="{FF2B5EF4-FFF2-40B4-BE49-F238E27FC236}">
                    <a16:creationId xmlns:a16="http://schemas.microsoft.com/office/drawing/2014/main" id="{1D04036D-E4F2-1EAD-E584-9AEA7978A572}"/>
                  </a:ext>
                </a:extLst>
              </p14:cNvPr>
              <p14:cNvContentPartPr/>
              <p14:nvPr/>
            </p14:nvContentPartPr>
            <p14:xfrm>
              <a:off x="10184400" y="1050464"/>
              <a:ext cx="72720" cy="32760"/>
            </p14:xfrm>
          </p:contentPart>
        </mc:Choice>
        <mc:Fallback>
          <p:pic>
            <p:nvPicPr>
              <p:cNvPr id="434" name="Ink 433">
                <a:extLst>
                  <a:ext uri="{FF2B5EF4-FFF2-40B4-BE49-F238E27FC236}">
                    <a16:creationId xmlns:a16="http://schemas.microsoft.com/office/drawing/2014/main" id="{1D04036D-E4F2-1EAD-E584-9AEA7978A572}"/>
                  </a:ext>
                </a:extLst>
              </p:cNvPr>
              <p:cNvPicPr/>
              <p:nvPr/>
            </p:nvPicPr>
            <p:blipFill>
              <a:blip r:embed="rId352"/>
              <a:stretch>
                <a:fillRect/>
              </a:stretch>
            </p:blipFill>
            <p:spPr>
              <a:xfrm>
                <a:off x="10166400" y="1032464"/>
                <a:ext cx="10836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3">
            <p14:nvContentPartPr>
              <p14:cNvPr id="435" name="Ink 434">
                <a:extLst>
                  <a:ext uri="{FF2B5EF4-FFF2-40B4-BE49-F238E27FC236}">
                    <a16:creationId xmlns:a16="http://schemas.microsoft.com/office/drawing/2014/main" id="{BC95652E-F6C7-6FAF-5889-50E02315D396}"/>
                  </a:ext>
                </a:extLst>
              </p14:cNvPr>
              <p14:cNvContentPartPr/>
              <p14:nvPr/>
            </p14:nvContentPartPr>
            <p14:xfrm>
              <a:off x="10224000" y="1102664"/>
              <a:ext cx="90000" cy="30600"/>
            </p14:xfrm>
          </p:contentPart>
        </mc:Choice>
        <mc:Fallback>
          <p:pic>
            <p:nvPicPr>
              <p:cNvPr id="435" name="Ink 434">
                <a:extLst>
                  <a:ext uri="{FF2B5EF4-FFF2-40B4-BE49-F238E27FC236}">
                    <a16:creationId xmlns:a16="http://schemas.microsoft.com/office/drawing/2014/main" id="{BC95652E-F6C7-6FAF-5889-50E02315D396}"/>
                  </a:ext>
                </a:extLst>
              </p:cNvPr>
              <p:cNvPicPr/>
              <p:nvPr/>
            </p:nvPicPr>
            <p:blipFill>
              <a:blip r:embed="rId354"/>
              <a:stretch>
                <a:fillRect/>
              </a:stretch>
            </p:blipFill>
            <p:spPr>
              <a:xfrm>
                <a:off x="10206000" y="1085024"/>
                <a:ext cx="12564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5">
            <p14:nvContentPartPr>
              <p14:cNvPr id="436" name="Ink 435">
                <a:extLst>
                  <a:ext uri="{FF2B5EF4-FFF2-40B4-BE49-F238E27FC236}">
                    <a16:creationId xmlns:a16="http://schemas.microsoft.com/office/drawing/2014/main" id="{B72F8519-BA2A-8C99-8B5A-F225F967F13A}"/>
                  </a:ext>
                </a:extLst>
              </p14:cNvPr>
              <p14:cNvContentPartPr/>
              <p14:nvPr/>
            </p14:nvContentPartPr>
            <p14:xfrm>
              <a:off x="10467360" y="1019864"/>
              <a:ext cx="87120" cy="200520"/>
            </p14:xfrm>
          </p:contentPart>
        </mc:Choice>
        <mc:Fallback>
          <p:pic>
            <p:nvPicPr>
              <p:cNvPr id="436" name="Ink 435">
                <a:extLst>
                  <a:ext uri="{FF2B5EF4-FFF2-40B4-BE49-F238E27FC236}">
                    <a16:creationId xmlns:a16="http://schemas.microsoft.com/office/drawing/2014/main" id="{B72F8519-BA2A-8C99-8B5A-F225F967F13A}"/>
                  </a:ext>
                </a:extLst>
              </p:cNvPr>
              <p:cNvPicPr/>
              <p:nvPr/>
            </p:nvPicPr>
            <p:blipFill>
              <a:blip r:embed="rId356"/>
              <a:stretch>
                <a:fillRect/>
              </a:stretch>
            </p:blipFill>
            <p:spPr>
              <a:xfrm>
                <a:off x="10449720" y="1002224"/>
                <a:ext cx="12276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7">
            <p14:nvContentPartPr>
              <p14:cNvPr id="438" name="Ink 437">
                <a:extLst>
                  <a:ext uri="{FF2B5EF4-FFF2-40B4-BE49-F238E27FC236}">
                    <a16:creationId xmlns:a16="http://schemas.microsoft.com/office/drawing/2014/main" id="{3F586BA4-ED29-B919-4FDF-27D6B6DED0DA}"/>
                  </a:ext>
                </a:extLst>
              </p14:cNvPr>
              <p14:cNvContentPartPr/>
              <p14:nvPr/>
            </p14:nvContentPartPr>
            <p14:xfrm>
              <a:off x="10717200" y="1089704"/>
              <a:ext cx="46440" cy="217800"/>
            </p14:xfrm>
          </p:contentPart>
        </mc:Choice>
        <mc:Fallback>
          <p:pic>
            <p:nvPicPr>
              <p:cNvPr id="438" name="Ink 437">
                <a:extLst>
                  <a:ext uri="{FF2B5EF4-FFF2-40B4-BE49-F238E27FC236}">
                    <a16:creationId xmlns:a16="http://schemas.microsoft.com/office/drawing/2014/main" id="{3F586BA4-ED29-B919-4FDF-27D6B6DED0DA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10699200" y="1071704"/>
                <a:ext cx="8208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9">
            <p14:nvContentPartPr>
              <p14:cNvPr id="439" name="Ink 438">
                <a:extLst>
                  <a:ext uri="{FF2B5EF4-FFF2-40B4-BE49-F238E27FC236}">
                    <a16:creationId xmlns:a16="http://schemas.microsoft.com/office/drawing/2014/main" id="{A261ACF5-78D2-7CC0-B0A1-E442ECA324C7}"/>
                  </a:ext>
                </a:extLst>
              </p14:cNvPr>
              <p14:cNvContentPartPr/>
              <p14:nvPr/>
            </p14:nvContentPartPr>
            <p14:xfrm>
              <a:off x="10666440" y="1145864"/>
              <a:ext cx="274320" cy="111600"/>
            </p14:xfrm>
          </p:contentPart>
        </mc:Choice>
        <mc:Fallback>
          <p:pic>
            <p:nvPicPr>
              <p:cNvPr id="439" name="Ink 438">
                <a:extLst>
                  <a:ext uri="{FF2B5EF4-FFF2-40B4-BE49-F238E27FC236}">
                    <a16:creationId xmlns:a16="http://schemas.microsoft.com/office/drawing/2014/main" id="{A261ACF5-78D2-7CC0-B0A1-E442ECA324C7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10648800" y="1128224"/>
                <a:ext cx="30996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1">
            <p14:nvContentPartPr>
              <p14:cNvPr id="440" name="Ink 439">
                <a:extLst>
                  <a:ext uri="{FF2B5EF4-FFF2-40B4-BE49-F238E27FC236}">
                    <a16:creationId xmlns:a16="http://schemas.microsoft.com/office/drawing/2014/main" id="{326DA50A-0DFC-31D2-467A-C246C4B275AF}"/>
                  </a:ext>
                </a:extLst>
              </p14:cNvPr>
              <p14:cNvContentPartPr/>
              <p14:nvPr/>
            </p14:nvContentPartPr>
            <p14:xfrm>
              <a:off x="11065320" y="1063064"/>
              <a:ext cx="28080" cy="227160"/>
            </p14:xfrm>
          </p:contentPart>
        </mc:Choice>
        <mc:Fallback>
          <p:pic>
            <p:nvPicPr>
              <p:cNvPr id="440" name="Ink 439">
                <a:extLst>
                  <a:ext uri="{FF2B5EF4-FFF2-40B4-BE49-F238E27FC236}">
                    <a16:creationId xmlns:a16="http://schemas.microsoft.com/office/drawing/2014/main" id="{326DA50A-0DFC-31D2-467A-C246C4B275AF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1047680" y="1045064"/>
                <a:ext cx="6372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3">
            <p14:nvContentPartPr>
              <p14:cNvPr id="441" name="Ink 440">
                <a:extLst>
                  <a:ext uri="{FF2B5EF4-FFF2-40B4-BE49-F238E27FC236}">
                    <a16:creationId xmlns:a16="http://schemas.microsoft.com/office/drawing/2014/main" id="{A8A75903-37B7-1C7D-5F96-F7475D445901}"/>
                  </a:ext>
                </a:extLst>
              </p14:cNvPr>
              <p14:cNvContentPartPr/>
              <p14:nvPr/>
            </p14:nvContentPartPr>
            <p14:xfrm>
              <a:off x="11025360" y="1184024"/>
              <a:ext cx="113400" cy="24120"/>
            </p14:xfrm>
          </p:contentPart>
        </mc:Choice>
        <mc:Fallback>
          <p:pic>
            <p:nvPicPr>
              <p:cNvPr id="441" name="Ink 440">
                <a:extLst>
                  <a:ext uri="{FF2B5EF4-FFF2-40B4-BE49-F238E27FC236}">
                    <a16:creationId xmlns:a16="http://schemas.microsoft.com/office/drawing/2014/main" id="{A8A75903-37B7-1C7D-5F96-F7475D445901}"/>
                  </a:ext>
                </a:extLst>
              </p:cNvPr>
              <p:cNvPicPr/>
              <p:nvPr/>
            </p:nvPicPr>
            <p:blipFill>
              <a:blip r:embed="rId364"/>
              <a:stretch>
                <a:fillRect/>
              </a:stretch>
            </p:blipFill>
            <p:spPr>
              <a:xfrm>
                <a:off x="11007360" y="1166384"/>
                <a:ext cx="14904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5">
            <p14:nvContentPartPr>
              <p14:cNvPr id="442" name="Ink 441">
                <a:extLst>
                  <a:ext uri="{FF2B5EF4-FFF2-40B4-BE49-F238E27FC236}">
                    <a16:creationId xmlns:a16="http://schemas.microsoft.com/office/drawing/2014/main" id="{B661A566-4BAF-4656-32E0-A2141A4CB74B}"/>
                  </a:ext>
                </a:extLst>
              </p14:cNvPr>
              <p14:cNvContentPartPr/>
              <p14:nvPr/>
            </p14:nvContentPartPr>
            <p14:xfrm>
              <a:off x="11211120" y="1204184"/>
              <a:ext cx="64080" cy="79920"/>
            </p14:xfrm>
          </p:contentPart>
        </mc:Choice>
        <mc:Fallback>
          <p:pic>
            <p:nvPicPr>
              <p:cNvPr id="442" name="Ink 441">
                <a:extLst>
                  <a:ext uri="{FF2B5EF4-FFF2-40B4-BE49-F238E27FC236}">
                    <a16:creationId xmlns:a16="http://schemas.microsoft.com/office/drawing/2014/main" id="{B661A566-4BAF-4656-32E0-A2141A4CB74B}"/>
                  </a:ext>
                </a:extLst>
              </p:cNvPr>
              <p:cNvPicPr/>
              <p:nvPr/>
            </p:nvPicPr>
            <p:blipFill>
              <a:blip r:embed="rId366"/>
              <a:stretch>
                <a:fillRect/>
              </a:stretch>
            </p:blipFill>
            <p:spPr>
              <a:xfrm>
                <a:off x="11193120" y="1186184"/>
                <a:ext cx="9972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7">
            <p14:nvContentPartPr>
              <p14:cNvPr id="443" name="Ink 442">
                <a:extLst>
                  <a:ext uri="{FF2B5EF4-FFF2-40B4-BE49-F238E27FC236}">
                    <a16:creationId xmlns:a16="http://schemas.microsoft.com/office/drawing/2014/main" id="{2F6043B6-ADF1-EC21-D5B6-1820E73B5D87}"/>
                  </a:ext>
                </a:extLst>
              </p14:cNvPr>
              <p14:cNvContentPartPr/>
              <p14:nvPr/>
            </p14:nvContentPartPr>
            <p14:xfrm>
              <a:off x="11293560" y="1257464"/>
              <a:ext cx="44280" cy="51480"/>
            </p14:xfrm>
          </p:contentPart>
        </mc:Choice>
        <mc:Fallback>
          <p:pic>
            <p:nvPicPr>
              <p:cNvPr id="443" name="Ink 442">
                <a:extLst>
                  <a:ext uri="{FF2B5EF4-FFF2-40B4-BE49-F238E27FC236}">
                    <a16:creationId xmlns:a16="http://schemas.microsoft.com/office/drawing/2014/main" id="{2F6043B6-ADF1-EC21-D5B6-1820E73B5D87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1275920" y="1239464"/>
                <a:ext cx="7992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9">
            <p14:nvContentPartPr>
              <p14:cNvPr id="444" name="Ink 443">
                <a:extLst>
                  <a:ext uri="{FF2B5EF4-FFF2-40B4-BE49-F238E27FC236}">
                    <a16:creationId xmlns:a16="http://schemas.microsoft.com/office/drawing/2014/main" id="{BF856CD9-E80A-8BB6-C1C1-D4D32346C02E}"/>
                  </a:ext>
                </a:extLst>
              </p14:cNvPr>
              <p14:cNvContentPartPr/>
              <p14:nvPr/>
            </p14:nvContentPartPr>
            <p14:xfrm>
              <a:off x="11446560" y="1117064"/>
              <a:ext cx="66240" cy="189000"/>
            </p14:xfrm>
          </p:contentPart>
        </mc:Choice>
        <mc:Fallback>
          <p:pic>
            <p:nvPicPr>
              <p:cNvPr id="444" name="Ink 443">
                <a:extLst>
                  <a:ext uri="{FF2B5EF4-FFF2-40B4-BE49-F238E27FC236}">
                    <a16:creationId xmlns:a16="http://schemas.microsoft.com/office/drawing/2014/main" id="{BF856CD9-E80A-8BB6-C1C1-D4D32346C02E}"/>
                  </a:ext>
                </a:extLst>
              </p:cNvPr>
              <p:cNvPicPr/>
              <p:nvPr/>
            </p:nvPicPr>
            <p:blipFill>
              <a:blip r:embed="rId370"/>
              <a:stretch>
                <a:fillRect/>
              </a:stretch>
            </p:blipFill>
            <p:spPr>
              <a:xfrm>
                <a:off x="11428560" y="1099424"/>
                <a:ext cx="101880" cy="22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54" name="Group 453">
            <a:extLst>
              <a:ext uri="{FF2B5EF4-FFF2-40B4-BE49-F238E27FC236}">
                <a16:creationId xmlns:a16="http://schemas.microsoft.com/office/drawing/2014/main" id="{46F3F721-3DFB-FBF1-B57A-A9AA9287352D}"/>
              </a:ext>
            </a:extLst>
          </p:cNvPr>
          <p:cNvGrpSpPr/>
          <p:nvPr/>
        </p:nvGrpSpPr>
        <p:grpSpPr>
          <a:xfrm>
            <a:off x="7703280" y="1419824"/>
            <a:ext cx="2656440" cy="2529720"/>
            <a:chOff x="7703280" y="1419824"/>
            <a:chExt cx="2656440" cy="252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8164229A-E741-3C6D-7772-FB5B0DB81096}"/>
                    </a:ext>
                  </a:extLst>
                </p14:cNvPr>
                <p14:cNvContentPartPr/>
                <p14:nvPr/>
              </p14:nvContentPartPr>
              <p14:xfrm>
                <a:off x="8105040" y="1988984"/>
                <a:ext cx="27360" cy="47340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8164229A-E741-3C6D-7772-FB5B0DB81096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8087040" y="1970984"/>
                  <a:ext cx="63000" cy="50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1C9CECF1-C843-8CC5-716A-256D68792D53}"/>
                    </a:ext>
                  </a:extLst>
                </p14:cNvPr>
                <p14:cNvContentPartPr/>
                <p14:nvPr/>
              </p14:nvContentPartPr>
              <p14:xfrm>
                <a:off x="8106480" y="1873784"/>
                <a:ext cx="760320" cy="11700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1C9CECF1-C843-8CC5-716A-256D68792D53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8088840" y="1855784"/>
                  <a:ext cx="7959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13D35E42-295B-8BE3-C73E-00A2EAAD5208}"/>
                    </a:ext>
                  </a:extLst>
                </p14:cNvPr>
                <p14:cNvContentPartPr/>
                <p14:nvPr/>
              </p14:nvContentPartPr>
              <p14:xfrm>
                <a:off x="8891640" y="1929584"/>
                <a:ext cx="632520" cy="4104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13D35E42-295B-8BE3-C73E-00A2EAAD5208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8873640" y="1911584"/>
                  <a:ext cx="6681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68F0058C-EF5E-4B98-350E-048146C76A59}"/>
                    </a:ext>
                  </a:extLst>
                </p14:cNvPr>
                <p14:cNvContentPartPr/>
                <p14:nvPr/>
              </p14:nvContentPartPr>
              <p14:xfrm>
                <a:off x="8067240" y="2527184"/>
                <a:ext cx="181440" cy="9590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68F0058C-EF5E-4B98-350E-048146C76A59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049600" y="2509184"/>
                  <a:ext cx="217080" cy="9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135C40C-2ED4-2BAB-770E-A0946B085697}"/>
                    </a:ext>
                  </a:extLst>
                </p14:cNvPr>
                <p14:cNvContentPartPr/>
                <p14:nvPr/>
              </p14:nvContentPartPr>
              <p14:xfrm>
                <a:off x="8250480" y="3350144"/>
                <a:ext cx="869400" cy="1299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135C40C-2ED4-2BAB-770E-A0946B085697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32480" y="3332144"/>
                  <a:ext cx="9050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0223C7AA-E8E8-6D98-095F-1529B05F08B3}"/>
                    </a:ext>
                  </a:extLst>
                </p14:cNvPr>
                <p14:cNvContentPartPr/>
                <p14:nvPr/>
              </p14:nvContentPartPr>
              <p14:xfrm>
                <a:off x="9120600" y="3410624"/>
                <a:ext cx="433080" cy="3240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0223C7AA-E8E8-6D98-095F-1529B05F08B3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102600" y="3392624"/>
                  <a:ext cx="4687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76DC6ED3-6541-9B9C-C63F-AC0A0C21FBD7}"/>
                    </a:ext>
                  </a:extLst>
                </p14:cNvPr>
                <p14:cNvContentPartPr/>
                <p14:nvPr/>
              </p14:nvContentPartPr>
              <p14:xfrm>
                <a:off x="9500760" y="1927784"/>
                <a:ext cx="111960" cy="57312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76DC6ED3-6541-9B9C-C63F-AC0A0C21FBD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482760" y="1910144"/>
                  <a:ext cx="147600" cy="60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C7470422-FA00-30F4-BD11-F6F4773DCEC1}"/>
                    </a:ext>
                  </a:extLst>
                </p14:cNvPr>
                <p14:cNvContentPartPr/>
                <p14:nvPr/>
              </p14:nvContentPartPr>
              <p14:xfrm>
                <a:off x="9510480" y="2492624"/>
                <a:ext cx="207360" cy="103716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C7470422-FA00-30F4-BD11-F6F4773DCEC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492480" y="2474624"/>
                  <a:ext cx="243000" cy="10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B5499675-0A51-E08E-7607-677F8EDEB227}"/>
                    </a:ext>
                  </a:extLst>
                </p14:cNvPr>
                <p14:cNvContentPartPr/>
                <p14:nvPr/>
              </p14:nvContentPartPr>
              <p14:xfrm>
                <a:off x="9473400" y="1866224"/>
                <a:ext cx="815760" cy="5112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B5499675-0A51-E08E-7607-677F8EDEB22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455400" y="1848224"/>
                  <a:ext cx="851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A10CCF86-6DE8-28B7-DE44-1C068E65042E}"/>
                    </a:ext>
                  </a:extLst>
                </p14:cNvPr>
                <p14:cNvContentPartPr/>
                <p14:nvPr/>
              </p14:nvContentPartPr>
              <p14:xfrm>
                <a:off x="8240760" y="3533744"/>
                <a:ext cx="46440" cy="41580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A10CCF86-6DE8-28B7-DE44-1C068E65042E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223120" y="3516104"/>
                  <a:ext cx="8208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EAD62A29-7CDD-8C8D-A17C-114573779733}"/>
                    </a:ext>
                  </a:extLst>
                </p14:cNvPr>
                <p14:cNvContentPartPr/>
                <p14:nvPr/>
              </p14:nvContentPartPr>
              <p14:xfrm>
                <a:off x="7703280" y="1463024"/>
                <a:ext cx="498960" cy="51948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EAD62A29-7CDD-8C8D-A17C-114573779733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7685280" y="1445384"/>
                  <a:ext cx="534600" cy="55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15D95185-CAEC-B17D-FBC9-4E20BEFAD47B}"/>
                    </a:ext>
                  </a:extLst>
                </p14:cNvPr>
                <p14:cNvContentPartPr/>
                <p14:nvPr/>
              </p14:nvContentPartPr>
              <p14:xfrm>
                <a:off x="7828920" y="1553744"/>
                <a:ext cx="210960" cy="21996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15D95185-CAEC-B17D-FBC9-4E20BEFAD47B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7811280" y="1536104"/>
                  <a:ext cx="2466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6A1E9C78-B544-CF31-230E-9DFB8D1A87AB}"/>
                    </a:ext>
                  </a:extLst>
                </p14:cNvPr>
                <p14:cNvContentPartPr/>
                <p14:nvPr/>
              </p14:nvContentPartPr>
              <p14:xfrm>
                <a:off x="7752240" y="2649584"/>
                <a:ext cx="43200" cy="2167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6A1E9C78-B544-CF31-230E-9DFB8D1A87AB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7734240" y="2631944"/>
                  <a:ext cx="788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546A41A8-32A8-6F9D-6250-80009BB273DF}"/>
                    </a:ext>
                  </a:extLst>
                </p14:cNvPr>
                <p14:cNvContentPartPr/>
                <p14:nvPr/>
              </p14:nvContentPartPr>
              <p14:xfrm>
                <a:off x="7740360" y="2544464"/>
                <a:ext cx="128520" cy="20196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546A41A8-32A8-6F9D-6250-80009BB273DF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7722360" y="2526464"/>
                  <a:ext cx="1641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A3B4555C-9E0C-C3A7-BBA3-55686A52CEB2}"/>
                    </a:ext>
                  </a:extLst>
                </p14:cNvPr>
                <p14:cNvContentPartPr/>
                <p14:nvPr/>
              </p14:nvContentPartPr>
              <p14:xfrm>
                <a:off x="7957080" y="2733824"/>
                <a:ext cx="42840" cy="17676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A3B4555C-9E0C-C3A7-BBA3-55686A52CEB2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7939440" y="2715824"/>
                  <a:ext cx="784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3C36D8D-A914-55F6-8D1D-9A8F625813E8}"/>
                    </a:ext>
                  </a:extLst>
                </p14:cNvPr>
                <p14:cNvContentPartPr/>
                <p14:nvPr/>
              </p14:nvContentPartPr>
              <p14:xfrm>
                <a:off x="8820000" y="2946944"/>
                <a:ext cx="54720" cy="20376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3C36D8D-A914-55F6-8D1D-9A8F625813E8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8802000" y="2929304"/>
                  <a:ext cx="903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1CE8EC9D-ED80-555F-A8DE-BE76CBAB7E9E}"/>
                    </a:ext>
                  </a:extLst>
                </p14:cNvPr>
                <p14:cNvContentPartPr/>
                <p14:nvPr/>
              </p14:nvContentPartPr>
              <p14:xfrm>
                <a:off x="8803800" y="2806544"/>
                <a:ext cx="169920" cy="21564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1CE8EC9D-ED80-555F-A8DE-BE76CBAB7E9E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8785800" y="2788904"/>
                  <a:ext cx="2055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3A3B4B93-5D2F-01BF-B7D0-605EA17EFEF2}"/>
                    </a:ext>
                  </a:extLst>
                </p14:cNvPr>
                <p14:cNvContentPartPr/>
                <p14:nvPr/>
              </p14:nvContentPartPr>
              <p14:xfrm>
                <a:off x="9124560" y="3019304"/>
                <a:ext cx="172080" cy="17604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3A3B4B93-5D2F-01BF-B7D0-605EA17EFEF2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9106560" y="3001664"/>
                  <a:ext cx="2077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5F35E686-B477-1AF1-2D1E-EC37EDE99CCD}"/>
                    </a:ext>
                  </a:extLst>
                </p14:cNvPr>
                <p14:cNvContentPartPr/>
                <p14:nvPr/>
              </p14:nvContentPartPr>
              <p14:xfrm>
                <a:off x="9232920" y="3073304"/>
                <a:ext cx="17640" cy="21204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5F35E686-B477-1AF1-2D1E-EC37EDE99CCD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9214920" y="3055304"/>
                  <a:ext cx="53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36866063-996D-58CE-A23E-5F3243C4590A}"/>
                    </a:ext>
                  </a:extLst>
                </p14:cNvPr>
                <p14:cNvContentPartPr/>
                <p14:nvPr/>
              </p14:nvContentPartPr>
              <p14:xfrm>
                <a:off x="9865800" y="2496944"/>
                <a:ext cx="49320" cy="27864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36866063-996D-58CE-A23E-5F3243C4590A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9847800" y="2478944"/>
                  <a:ext cx="849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FD251A08-F90B-A88D-7E2B-1348E4608E75}"/>
                    </a:ext>
                  </a:extLst>
                </p14:cNvPr>
                <p14:cNvContentPartPr/>
                <p14:nvPr/>
              </p14:nvContentPartPr>
              <p14:xfrm>
                <a:off x="9835920" y="2496584"/>
                <a:ext cx="225000" cy="20664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FD251A08-F90B-A88D-7E2B-1348E4608E75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9817920" y="2478944"/>
                  <a:ext cx="2606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C25E4D50-9107-AA67-FB7E-D0DF8871C4B2}"/>
                    </a:ext>
                  </a:extLst>
                </p14:cNvPr>
                <p14:cNvContentPartPr/>
                <p14:nvPr/>
              </p14:nvContentPartPr>
              <p14:xfrm>
                <a:off x="10222920" y="2592704"/>
                <a:ext cx="136800" cy="20124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C25E4D50-9107-AA67-FB7E-D0DF8871C4B2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0205280" y="2575064"/>
                  <a:ext cx="1724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625E28C0-0933-0B8B-0E0F-47BAC14C95A6}"/>
                    </a:ext>
                  </a:extLst>
                </p14:cNvPr>
                <p14:cNvContentPartPr/>
                <p14:nvPr/>
              </p14:nvContentPartPr>
              <p14:xfrm>
                <a:off x="8577360" y="1419824"/>
                <a:ext cx="101520" cy="29268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625E28C0-0933-0B8B-0E0F-47BAC14C95A6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559360" y="1402184"/>
                  <a:ext cx="1371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5A5064BD-0D05-3961-26C6-2362AD07389E}"/>
                    </a:ext>
                  </a:extLst>
                </p14:cNvPr>
                <p14:cNvContentPartPr/>
                <p14:nvPr/>
              </p14:nvContentPartPr>
              <p14:xfrm>
                <a:off x="8589600" y="1422704"/>
                <a:ext cx="221040" cy="15156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5A5064BD-0D05-3961-26C6-2362AD07389E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8571960" y="1404704"/>
                  <a:ext cx="256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94E4FDA6-C922-7AC5-86BB-B8F4EF4950FC}"/>
                    </a:ext>
                  </a:extLst>
                </p14:cNvPr>
                <p14:cNvContentPartPr/>
                <p14:nvPr/>
              </p14:nvContentPartPr>
              <p14:xfrm>
                <a:off x="8974800" y="1441784"/>
                <a:ext cx="256680" cy="21600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94E4FDA6-C922-7AC5-86BB-B8F4EF4950FC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8956800" y="1424144"/>
                  <a:ext cx="2923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455B5249-41AC-936C-53AB-5369482490D5}"/>
                    </a:ext>
                  </a:extLst>
                </p14:cNvPr>
                <p14:cNvContentPartPr/>
                <p14:nvPr/>
              </p14:nvContentPartPr>
              <p14:xfrm>
                <a:off x="8034480" y="1956944"/>
                <a:ext cx="189720" cy="12636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455B5249-41AC-936C-53AB-5369482490D5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8016840" y="1939304"/>
                  <a:ext cx="225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662A7EAE-A87B-F4F2-0CB3-4AD5938DFCE4}"/>
                    </a:ext>
                  </a:extLst>
                </p14:cNvPr>
                <p14:cNvContentPartPr/>
                <p14:nvPr/>
              </p14:nvContentPartPr>
              <p14:xfrm>
                <a:off x="8350560" y="2202464"/>
                <a:ext cx="171360" cy="25560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662A7EAE-A87B-F4F2-0CB3-4AD5938DFCE4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8332560" y="2184824"/>
                  <a:ext cx="2070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F78AB9D5-0E18-4A72-5E66-3A1B4109EF8C}"/>
                    </a:ext>
                  </a:extLst>
                </p14:cNvPr>
                <p14:cNvContentPartPr/>
                <p14:nvPr/>
              </p14:nvContentPartPr>
              <p14:xfrm>
                <a:off x="8682120" y="2330264"/>
                <a:ext cx="95400" cy="24948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F78AB9D5-0E18-4A72-5E66-3A1B4109EF8C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664480" y="2312264"/>
                  <a:ext cx="13104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4" name="Group 463">
            <a:extLst>
              <a:ext uri="{FF2B5EF4-FFF2-40B4-BE49-F238E27FC236}">
                <a16:creationId xmlns:a16="http://schemas.microsoft.com/office/drawing/2014/main" id="{251EE4D8-B145-9621-643B-58F8424DE0DC}"/>
              </a:ext>
            </a:extLst>
          </p:cNvPr>
          <p:cNvGrpSpPr/>
          <p:nvPr/>
        </p:nvGrpSpPr>
        <p:grpSpPr>
          <a:xfrm>
            <a:off x="8494200" y="4278224"/>
            <a:ext cx="1196640" cy="441000"/>
            <a:chOff x="8494200" y="4278224"/>
            <a:chExt cx="1196640" cy="44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D29367B7-9F36-1F99-3A13-6886D2208403}"/>
                    </a:ext>
                  </a:extLst>
                </p14:cNvPr>
                <p14:cNvContentPartPr/>
                <p14:nvPr/>
              </p14:nvContentPartPr>
              <p14:xfrm>
                <a:off x="8494200" y="4278224"/>
                <a:ext cx="49320" cy="42516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D29367B7-9F36-1F99-3A13-6886D2208403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8476560" y="4260584"/>
                  <a:ext cx="8496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FEB2CC52-5AC1-336A-D38D-8B71EE24B734}"/>
                    </a:ext>
                  </a:extLst>
                </p14:cNvPr>
                <p14:cNvContentPartPr/>
                <p14:nvPr/>
              </p14:nvContentPartPr>
              <p14:xfrm>
                <a:off x="8511120" y="4307384"/>
                <a:ext cx="244800" cy="30096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FEB2CC52-5AC1-336A-D38D-8B71EE24B734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8493480" y="4289744"/>
                  <a:ext cx="28044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BC9AD334-5950-0D4B-D33C-673B21463DBD}"/>
                    </a:ext>
                  </a:extLst>
                </p14:cNvPr>
                <p14:cNvContentPartPr/>
                <p14:nvPr/>
              </p14:nvContentPartPr>
              <p14:xfrm>
                <a:off x="8564040" y="4523024"/>
                <a:ext cx="108720" cy="3816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BC9AD334-5950-0D4B-D33C-673B21463DBD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8546040" y="4505024"/>
                  <a:ext cx="1443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40407907-6473-D810-925C-F3CA13466A6E}"/>
                    </a:ext>
                  </a:extLst>
                </p14:cNvPr>
                <p14:cNvContentPartPr/>
                <p14:nvPr/>
              </p14:nvContentPartPr>
              <p14:xfrm>
                <a:off x="8939520" y="4443824"/>
                <a:ext cx="138960" cy="27540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40407907-6473-D810-925C-F3CA13466A6E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8921880" y="4425824"/>
                  <a:ext cx="1746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536898F0-22D7-4778-F247-5B6AED93A138}"/>
                    </a:ext>
                  </a:extLst>
                </p14:cNvPr>
                <p14:cNvContentPartPr/>
                <p14:nvPr/>
              </p14:nvContentPartPr>
              <p14:xfrm>
                <a:off x="9146880" y="4458584"/>
                <a:ext cx="19080" cy="16056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536898F0-22D7-4778-F247-5B6AED93A138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9129240" y="4440944"/>
                  <a:ext cx="547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8278541E-4F50-99EB-AA36-243BF7AFB912}"/>
                    </a:ext>
                  </a:extLst>
                </p14:cNvPr>
                <p14:cNvContentPartPr/>
                <p14:nvPr/>
              </p14:nvContentPartPr>
              <p14:xfrm>
                <a:off x="9188640" y="4439144"/>
                <a:ext cx="81720" cy="12744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8278541E-4F50-99EB-AA36-243BF7AFB912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171000" y="4421504"/>
                  <a:ext cx="1173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8E5AED0-5056-B23D-6F04-4FCF1797BDB1}"/>
                    </a:ext>
                  </a:extLst>
                </p14:cNvPr>
                <p14:cNvContentPartPr/>
                <p14:nvPr/>
              </p14:nvContentPartPr>
              <p14:xfrm>
                <a:off x="9376920" y="4366064"/>
                <a:ext cx="313920" cy="24768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8E5AED0-5056-B23D-6F04-4FCF1797BDB1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9359280" y="4348064"/>
                  <a:ext cx="349560" cy="28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6FAED29B-445D-A985-FDB7-34CDB559E266}"/>
              </a:ext>
            </a:extLst>
          </p:cNvPr>
          <p:cNvGrpSpPr/>
          <p:nvPr/>
        </p:nvGrpSpPr>
        <p:grpSpPr>
          <a:xfrm>
            <a:off x="10082520" y="4041344"/>
            <a:ext cx="1945080" cy="906120"/>
            <a:chOff x="10082520" y="4041344"/>
            <a:chExt cx="1945080" cy="90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73A073C8-348B-3FAD-A648-21D0FE9094D5}"/>
                    </a:ext>
                  </a:extLst>
                </p14:cNvPr>
                <p14:cNvContentPartPr/>
                <p14:nvPr/>
              </p14:nvContentPartPr>
              <p14:xfrm>
                <a:off x="10082520" y="4327544"/>
                <a:ext cx="105480" cy="34020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73A073C8-348B-3FAD-A648-21D0FE9094D5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0064520" y="4309904"/>
                  <a:ext cx="1411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03CA36BA-6C4E-53F6-8173-1DEF83582EBE}"/>
                    </a:ext>
                  </a:extLst>
                </p14:cNvPr>
                <p14:cNvContentPartPr/>
                <p14:nvPr/>
              </p14:nvContentPartPr>
              <p14:xfrm>
                <a:off x="10177200" y="4334024"/>
                <a:ext cx="155520" cy="19224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03CA36BA-6C4E-53F6-8173-1DEF83582EBE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0159200" y="4316384"/>
                  <a:ext cx="1911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C1E0041C-3F4B-5076-E34A-04BB4483BA21}"/>
                    </a:ext>
                  </a:extLst>
                </p14:cNvPr>
                <p14:cNvContentPartPr/>
                <p14:nvPr/>
              </p14:nvContentPartPr>
              <p14:xfrm>
                <a:off x="10530720" y="4359944"/>
                <a:ext cx="169560" cy="16488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C1E0041C-3F4B-5076-E34A-04BB4483BA21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0513080" y="4341944"/>
                  <a:ext cx="205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A695175E-2A6F-B34A-F4CD-67E2E8065857}"/>
                    </a:ext>
                  </a:extLst>
                </p14:cNvPr>
                <p14:cNvContentPartPr/>
                <p14:nvPr/>
              </p14:nvContentPartPr>
              <p14:xfrm>
                <a:off x="10784160" y="4352024"/>
                <a:ext cx="155520" cy="20880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A695175E-2A6F-B34A-F4CD-67E2E806585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0766160" y="4334384"/>
                  <a:ext cx="1911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B850BAD1-3526-DC33-2487-ED6E2A6F84E9}"/>
                    </a:ext>
                  </a:extLst>
                </p14:cNvPr>
                <p14:cNvContentPartPr/>
                <p14:nvPr/>
              </p14:nvContentPartPr>
              <p14:xfrm>
                <a:off x="11269440" y="4262744"/>
                <a:ext cx="192240" cy="30312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B850BAD1-3526-DC33-2487-ED6E2A6F84E9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1251800" y="4244744"/>
                  <a:ext cx="22788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5CBD6DA7-4218-2F7E-EFE3-A7D17716336B}"/>
                    </a:ext>
                  </a:extLst>
                </p14:cNvPr>
                <p14:cNvContentPartPr/>
                <p14:nvPr/>
              </p14:nvContentPartPr>
              <p14:xfrm>
                <a:off x="11594160" y="4449944"/>
                <a:ext cx="38160" cy="20556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5CBD6DA7-4218-2F7E-EFE3-A7D17716336B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1576520" y="4431944"/>
                  <a:ext cx="738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7857687A-94B0-8647-3E80-F5315D88FC56}"/>
                    </a:ext>
                  </a:extLst>
                </p14:cNvPr>
                <p14:cNvContentPartPr/>
                <p14:nvPr/>
              </p14:nvContentPartPr>
              <p14:xfrm>
                <a:off x="11072520" y="4041344"/>
                <a:ext cx="955080" cy="80712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7857687A-94B0-8647-3E80-F5315D88FC56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1054520" y="4023344"/>
                  <a:ext cx="990720" cy="84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9356577B-D459-AC90-9AF7-C2FC77670154}"/>
                    </a:ext>
                  </a:extLst>
                </p14:cNvPr>
                <p14:cNvContentPartPr/>
                <p14:nvPr/>
              </p14:nvContentPartPr>
              <p14:xfrm>
                <a:off x="11082240" y="4088864"/>
                <a:ext cx="136440" cy="85860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9356577B-D459-AC90-9AF7-C2FC77670154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11064600" y="4070864"/>
                  <a:ext cx="172080" cy="89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8E6D5E67-9222-C546-EA6B-97F5F3D4DAC1}"/>
              </a:ext>
            </a:extLst>
          </p:cNvPr>
          <p:cNvGrpSpPr/>
          <p:nvPr/>
        </p:nvGrpSpPr>
        <p:grpSpPr>
          <a:xfrm>
            <a:off x="7384680" y="1227224"/>
            <a:ext cx="2475360" cy="1910520"/>
            <a:chOff x="7384680" y="1227224"/>
            <a:chExt cx="2475360" cy="191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C9D298A5-5DBC-2685-8A2F-65A13A44494C}"/>
                    </a:ext>
                  </a:extLst>
                </p14:cNvPr>
                <p14:cNvContentPartPr/>
                <p14:nvPr/>
              </p14:nvContentPartPr>
              <p14:xfrm>
                <a:off x="9406800" y="1314344"/>
                <a:ext cx="171360" cy="22392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C9D298A5-5DBC-2685-8A2F-65A13A44494C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9388800" y="1296704"/>
                  <a:ext cx="2070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873044F5-3730-804D-372D-3CF01AF66C25}"/>
                    </a:ext>
                  </a:extLst>
                </p14:cNvPr>
                <p14:cNvContentPartPr/>
                <p14:nvPr/>
              </p14:nvContentPartPr>
              <p14:xfrm>
                <a:off x="9356760" y="1227224"/>
                <a:ext cx="36720" cy="1368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873044F5-3730-804D-372D-3CF01AF66C25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9339120" y="1209584"/>
                  <a:ext cx="72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A73AE2F8-E17F-5E9F-436A-49050B3823BD}"/>
                    </a:ext>
                  </a:extLst>
                </p14:cNvPr>
                <p14:cNvContentPartPr/>
                <p14:nvPr/>
              </p14:nvContentPartPr>
              <p14:xfrm>
                <a:off x="9673920" y="1413344"/>
                <a:ext cx="186120" cy="24768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A73AE2F8-E17F-5E9F-436A-49050B3823BD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9655920" y="1395344"/>
                  <a:ext cx="2217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4FCA9768-39F0-E89D-DEC1-3709A9DF4D88}"/>
                    </a:ext>
                  </a:extLst>
                </p14:cNvPr>
                <p14:cNvContentPartPr/>
                <p14:nvPr/>
              </p14:nvContentPartPr>
              <p14:xfrm>
                <a:off x="7424640" y="1878104"/>
                <a:ext cx="110160" cy="18684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4FCA9768-39F0-E89D-DEC1-3709A9DF4D88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7407000" y="1860104"/>
                  <a:ext cx="1458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ACDEB412-DA13-6E43-833A-8F2210116BFE}"/>
                    </a:ext>
                  </a:extLst>
                </p14:cNvPr>
                <p14:cNvContentPartPr/>
                <p14:nvPr/>
              </p14:nvContentPartPr>
              <p14:xfrm>
                <a:off x="7384680" y="1807904"/>
                <a:ext cx="20880" cy="2484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ACDEB412-DA13-6E43-833A-8F2210116BFE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7366680" y="1789904"/>
                  <a:ext cx="565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9756EF72-033E-5F7A-5F68-7AB2D3E03801}"/>
                    </a:ext>
                  </a:extLst>
                </p14:cNvPr>
                <p14:cNvContentPartPr/>
                <p14:nvPr/>
              </p14:nvContentPartPr>
              <p14:xfrm>
                <a:off x="7615800" y="1864784"/>
                <a:ext cx="80640" cy="16200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9756EF72-033E-5F7A-5F68-7AB2D3E03801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598160" y="1847144"/>
                  <a:ext cx="1162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E5DC7E56-5F5F-A648-C49D-AE4B6F431FB7}"/>
                    </a:ext>
                  </a:extLst>
                </p14:cNvPr>
                <p14:cNvContentPartPr/>
                <p14:nvPr/>
              </p14:nvContentPartPr>
              <p14:xfrm>
                <a:off x="7589160" y="1908344"/>
                <a:ext cx="221400" cy="8028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E5DC7E56-5F5F-A648-C49D-AE4B6F431FB7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7571520" y="1890704"/>
                  <a:ext cx="257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D57D1D80-7DC0-F557-A6B9-C4F9C0DF7062}"/>
                    </a:ext>
                  </a:extLst>
                </p14:cNvPr>
                <p14:cNvContentPartPr/>
                <p14:nvPr/>
              </p14:nvContentPartPr>
              <p14:xfrm>
                <a:off x="7827480" y="1782704"/>
                <a:ext cx="116280" cy="19260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D57D1D80-7DC0-F557-A6B9-C4F9C0DF7062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7809840" y="1764704"/>
                  <a:ext cx="1519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040328CE-85F4-A06D-0998-C6B7D69E8C38}"/>
                    </a:ext>
                  </a:extLst>
                </p14:cNvPr>
                <p14:cNvContentPartPr/>
                <p14:nvPr/>
              </p14:nvContentPartPr>
              <p14:xfrm>
                <a:off x="7870320" y="1811504"/>
                <a:ext cx="95760" cy="11340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040328CE-85F4-A06D-0998-C6B7D69E8C38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7852680" y="1793504"/>
                  <a:ext cx="1314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7D2AD4ED-69F7-F4CD-86BD-D9B49A09014E}"/>
                    </a:ext>
                  </a:extLst>
                </p14:cNvPr>
                <p14:cNvContentPartPr/>
                <p14:nvPr/>
              </p14:nvContentPartPr>
              <p14:xfrm>
                <a:off x="7470360" y="2763704"/>
                <a:ext cx="130680" cy="19044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7D2AD4ED-69F7-F4CD-86BD-D9B49A09014E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7452720" y="2745704"/>
                  <a:ext cx="166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7056BCC8-39CB-9B8A-D15E-304E862C48B4}"/>
                    </a:ext>
                  </a:extLst>
                </p14:cNvPr>
                <p14:cNvContentPartPr/>
                <p14:nvPr/>
              </p14:nvContentPartPr>
              <p14:xfrm>
                <a:off x="7458120" y="2622224"/>
                <a:ext cx="30600" cy="5364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7056BCC8-39CB-9B8A-D15E-304E862C48B4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7440120" y="2604584"/>
                  <a:ext cx="662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F6FD73FE-792C-26FA-F210-783B08F0C101}"/>
                    </a:ext>
                  </a:extLst>
                </p14:cNvPr>
                <p14:cNvContentPartPr/>
                <p14:nvPr/>
              </p14:nvContentPartPr>
              <p14:xfrm>
                <a:off x="7777440" y="2979704"/>
                <a:ext cx="65880" cy="15804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F6FD73FE-792C-26FA-F210-783B08F0C101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7759440" y="2962064"/>
                  <a:ext cx="101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02098F2D-E93D-1A9A-C9AB-6DA5542A57A6}"/>
                    </a:ext>
                  </a:extLst>
                </p14:cNvPr>
                <p14:cNvContentPartPr/>
                <p14:nvPr/>
              </p14:nvContentPartPr>
              <p14:xfrm>
                <a:off x="7823160" y="1509464"/>
                <a:ext cx="389880" cy="44928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02098F2D-E93D-1A9A-C9AB-6DA5542A57A6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7805520" y="1491464"/>
                  <a:ext cx="425520" cy="48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39FA6FEC-0C46-FDBF-265F-BF4EF29D04D5}"/>
                    </a:ext>
                  </a:extLst>
                </p14:cNvPr>
                <p14:cNvContentPartPr/>
                <p14:nvPr/>
              </p14:nvContentPartPr>
              <p14:xfrm>
                <a:off x="8133120" y="1969904"/>
                <a:ext cx="147600" cy="111960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39FA6FEC-0C46-FDBF-265F-BF4EF29D04D5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8115480" y="1952264"/>
                  <a:ext cx="183240" cy="11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3A167050-F7A9-F79E-B1AB-4A6D1CE1273E}"/>
                    </a:ext>
                  </a:extLst>
                </p14:cNvPr>
                <p14:cNvContentPartPr/>
                <p14:nvPr/>
              </p14:nvContentPartPr>
              <p14:xfrm>
                <a:off x="8160840" y="2887904"/>
                <a:ext cx="219240" cy="18432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3A167050-F7A9-F79E-B1AB-4A6D1CE1273E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8142840" y="2870264"/>
                  <a:ext cx="2548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5D622FC5-4679-958E-61A8-A5DF95DED2C3}"/>
                    </a:ext>
                  </a:extLst>
                </p14:cNvPr>
                <p14:cNvContentPartPr/>
                <p14:nvPr/>
              </p14:nvContentPartPr>
              <p14:xfrm>
                <a:off x="8239680" y="1857224"/>
                <a:ext cx="1009800" cy="12636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5D622FC5-4679-958E-61A8-A5DF95DED2C3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8221680" y="1839584"/>
                  <a:ext cx="10454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8FCB30C5-2DC5-C580-2F04-CFA01F20E6F1}"/>
                    </a:ext>
                  </a:extLst>
                </p14:cNvPr>
                <p14:cNvContentPartPr/>
                <p14:nvPr/>
              </p14:nvContentPartPr>
              <p14:xfrm>
                <a:off x="9139320" y="1747784"/>
                <a:ext cx="160200" cy="27288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8FCB30C5-2DC5-C580-2F04-CFA01F20E6F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121680" y="1729784"/>
                  <a:ext cx="195840" cy="30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2D0B0FDC-9F1E-536C-4718-B51103552F66}"/>
              </a:ext>
            </a:extLst>
          </p:cNvPr>
          <p:cNvGrpSpPr/>
          <p:nvPr/>
        </p:nvGrpSpPr>
        <p:grpSpPr>
          <a:xfrm>
            <a:off x="9262440" y="5184344"/>
            <a:ext cx="2700360" cy="662400"/>
            <a:chOff x="9262440" y="5184344"/>
            <a:chExt cx="2700360" cy="66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B6F2E085-24F6-FC0D-BFDA-4CFB4E4D726E}"/>
                    </a:ext>
                  </a:extLst>
                </p14:cNvPr>
                <p14:cNvContentPartPr/>
                <p14:nvPr/>
              </p14:nvContentPartPr>
              <p14:xfrm>
                <a:off x="9262440" y="5349224"/>
                <a:ext cx="137520" cy="34560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B6F2E085-24F6-FC0D-BFDA-4CFB4E4D726E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9244800" y="5331224"/>
                  <a:ext cx="17316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314D2343-00F9-9F6D-2DFA-0005845B1D75}"/>
                    </a:ext>
                  </a:extLst>
                </p14:cNvPr>
                <p14:cNvContentPartPr/>
                <p14:nvPr/>
              </p14:nvContentPartPr>
              <p14:xfrm>
                <a:off x="9313920" y="5184344"/>
                <a:ext cx="27720" cy="900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314D2343-00F9-9F6D-2DFA-0005845B1D75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296280" y="5166704"/>
                  <a:ext cx="633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01CA1132-BD6E-F649-3F8B-19EF5CCFA4ED}"/>
                    </a:ext>
                  </a:extLst>
                </p14:cNvPr>
                <p14:cNvContentPartPr/>
                <p14:nvPr/>
              </p14:nvContentPartPr>
              <p14:xfrm>
                <a:off x="9543240" y="5593664"/>
                <a:ext cx="47880" cy="24228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01CA1132-BD6E-F649-3F8B-19EF5CCFA4ED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525240" y="5576024"/>
                  <a:ext cx="8352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E2138D17-9BFB-BAC3-2727-497987544123}"/>
                    </a:ext>
                  </a:extLst>
                </p14:cNvPr>
                <p14:cNvContentPartPr/>
                <p14:nvPr/>
              </p14:nvContentPartPr>
              <p14:xfrm>
                <a:off x="9507240" y="5661704"/>
                <a:ext cx="294840" cy="12492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E2138D17-9BFB-BAC3-2727-497987544123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9489600" y="5644064"/>
                  <a:ext cx="3304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348BF46B-A607-849B-CDDB-9C0386F3BE18}"/>
                    </a:ext>
                  </a:extLst>
                </p14:cNvPr>
                <p14:cNvContentPartPr/>
                <p14:nvPr/>
              </p14:nvContentPartPr>
              <p14:xfrm>
                <a:off x="9866880" y="5585744"/>
                <a:ext cx="58320" cy="20196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348BF46B-A607-849B-CDDB-9C0386F3BE18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9849240" y="5567744"/>
                  <a:ext cx="939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6D9D4140-1E18-9474-7B52-F688774531D2}"/>
                    </a:ext>
                  </a:extLst>
                </p14:cNvPr>
                <p14:cNvContentPartPr/>
                <p14:nvPr/>
              </p14:nvContentPartPr>
              <p14:xfrm>
                <a:off x="9827640" y="5678624"/>
                <a:ext cx="138960" cy="5688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6D9D4140-1E18-9474-7B52-F688774531D2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9809640" y="5660984"/>
                  <a:ext cx="1746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04FBC16B-0EE5-5F27-7C3D-DDE48335890C}"/>
                    </a:ext>
                  </a:extLst>
                </p14:cNvPr>
                <p14:cNvContentPartPr/>
                <p14:nvPr/>
              </p14:nvContentPartPr>
              <p14:xfrm>
                <a:off x="10055520" y="5663504"/>
                <a:ext cx="160200" cy="12492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04FBC16B-0EE5-5F27-7C3D-DDE48335890C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0037520" y="5645504"/>
                  <a:ext cx="1958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35F26D9E-3A29-F2A3-2209-93091055D128}"/>
                    </a:ext>
                  </a:extLst>
                </p14:cNvPr>
                <p14:cNvContentPartPr/>
                <p14:nvPr/>
              </p14:nvContentPartPr>
              <p14:xfrm>
                <a:off x="10299240" y="5575664"/>
                <a:ext cx="41400" cy="27108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35F26D9E-3A29-F2A3-2209-93091055D128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0281240" y="5558024"/>
                  <a:ext cx="7704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C87929C7-396C-3ADB-85A1-F0057B50ED71}"/>
                    </a:ext>
                  </a:extLst>
                </p14:cNvPr>
                <p14:cNvContentPartPr/>
                <p14:nvPr/>
              </p14:nvContentPartPr>
              <p14:xfrm>
                <a:off x="10531440" y="5558744"/>
                <a:ext cx="50040" cy="3312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C87929C7-396C-3ADB-85A1-F0057B50ED71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0513800" y="5540744"/>
                  <a:ext cx="856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0348F3A3-FF86-F78E-7A21-4FDE5C73A0D9}"/>
                    </a:ext>
                  </a:extLst>
                </p14:cNvPr>
                <p14:cNvContentPartPr/>
                <p14:nvPr/>
              </p14:nvContentPartPr>
              <p14:xfrm>
                <a:off x="10562400" y="5644784"/>
                <a:ext cx="72720" cy="2304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0348F3A3-FF86-F78E-7A21-4FDE5C73A0D9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10544400" y="5626784"/>
                  <a:ext cx="1083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57056888-5FDC-65AD-3CA6-373CD4CD2BDA}"/>
                    </a:ext>
                  </a:extLst>
                </p14:cNvPr>
                <p14:cNvContentPartPr/>
                <p14:nvPr/>
              </p14:nvContentPartPr>
              <p14:xfrm>
                <a:off x="10817640" y="5403944"/>
                <a:ext cx="113760" cy="29088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57056888-5FDC-65AD-3CA6-373CD4CD2BDA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10800000" y="5385944"/>
                  <a:ext cx="1494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243FE007-5906-23D3-A9A8-FB6E054EFD67}"/>
                    </a:ext>
                  </a:extLst>
                </p14:cNvPr>
                <p14:cNvContentPartPr/>
                <p14:nvPr/>
              </p14:nvContentPartPr>
              <p14:xfrm>
                <a:off x="10825560" y="5210624"/>
                <a:ext cx="39600" cy="1944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243FE007-5906-23D3-A9A8-FB6E054EFD67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10807920" y="5192984"/>
                  <a:ext cx="752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B323E88F-A7DE-A2C9-F489-797F76A9CCBA}"/>
                    </a:ext>
                  </a:extLst>
                </p14:cNvPr>
                <p14:cNvContentPartPr/>
                <p14:nvPr/>
              </p14:nvContentPartPr>
              <p14:xfrm>
                <a:off x="11082960" y="5589344"/>
                <a:ext cx="32400" cy="14544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B323E88F-A7DE-A2C9-F489-797F76A9CCBA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11065320" y="5571704"/>
                  <a:ext cx="680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12FB46F2-D41D-B734-A64E-E87467DADFFB}"/>
                    </a:ext>
                  </a:extLst>
                </p14:cNvPr>
                <p14:cNvContentPartPr/>
                <p14:nvPr/>
              </p14:nvContentPartPr>
              <p14:xfrm>
                <a:off x="11235240" y="5437784"/>
                <a:ext cx="67680" cy="2556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12FB46F2-D41D-B734-A64E-E87467DADFFB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11217240" y="5420144"/>
                  <a:ext cx="103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9FAE3616-95B8-91C7-D544-FF0BE38402FC}"/>
                    </a:ext>
                  </a:extLst>
                </p14:cNvPr>
                <p14:cNvContentPartPr/>
                <p14:nvPr/>
              </p14:nvContentPartPr>
              <p14:xfrm>
                <a:off x="11273400" y="5518784"/>
                <a:ext cx="92160" cy="2628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9FAE3616-95B8-91C7-D544-FF0BE38402FC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11255760" y="5501144"/>
                  <a:ext cx="1278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31E05C66-2FB2-F37F-9832-B3A4F93DEFC2}"/>
                    </a:ext>
                  </a:extLst>
                </p14:cNvPr>
                <p14:cNvContentPartPr/>
                <p14:nvPr/>
              </p14:nvContentPartPr>
              <p14:xfrm>
                <a:off x="11623320" y="5237984"/>
                <a:ext cx="38880" cy="1404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31E05C66-2FB2-F37F-9832-B3A4F93DEFC2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1605320" y="5219984"/>
                  <a:ext cx="745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2ED136BB-EAB3-C9E6-44ED-50276EED9E8C}"/>
                    </a:ext>
                  </a:extLst>
                </p14:cNvPr>
                <p14:cNvContentPartPr/>
                <p14:nvPr/>
              </p14:nvContentPartPr>
              <p14:xfrm>
                <a:off x="11632680" y="5404664"/>
                <a:ext cx="113400" cy="25236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2ED136BB-EAB3-C9E6-44ED-50276EED9E8C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1614680" y="5387024"/>
                  <a:ext cx="14904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0CDB4ADE-4156-5830-92C4-BB1FC5939133}"/>
                    </a:ext>
                  </a:extLst>
                </p14:cNvPr>
                <p14:cNvContentPartPr/>
                <p14:nvPr/>
              </p14:nvContentPartPr>
              <p14:xfrm>
                <a:off x="11815560" y="5529584"/>
                <a:ext cx="147240" cy="27396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0CDB4ADE-4156-5830-92C4-BB1FC5939133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1797920" y="5511584"/>
                  <a:ext cx="182880" cy="309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8359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21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072" y="1607650"/>
                  <a:ext cx="140523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3686" y="1866490"/>
                  <a:ext cx="170735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99775" y="1987090"/>
                  <a:ext cx="20275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334" y="196369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17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214" y="195937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0989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45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116" y="1595770"/>
                <a:ext cx="146996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25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574" y="187693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3734" y="185497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165" y="1944970"/>
                  <a:ext cx="67374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403" y="1767317"/>
                  <a:ext cx="258423" cy="6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5721" y="1644730"/>
                <a:ext cx="105665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136" y="1471021"/>
                <a:ext cx="77353" cy="72741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294" y="185245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8654" y="1824792"/>
                  <a:ext cx="18720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269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692"/>
                <a:ext cx="87840" cy="74919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454" y="280105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343"/>
                  <a:ext cx="135360" cy="540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574" y="2777681"/>
                <a:ext cx="126360" cy="2425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197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5734" y="283345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454" y="259153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25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334" y="2871284"/>
                  <a:ext cx="55080" cy="22457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49454" y="3296410"/>
                <a:ext cx="63475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45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13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8654" y="362257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681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3814" y="355849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29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007" y="3622570"/>
                <a:ext cx="175052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096" y="3648490"/>
                  <a:ext cx="20527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492" y="3581890"/>
                  <a:ext cx="67648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0814" y="3315250"/>
                <a:ext cx="53640" cy="47988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37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4689" y="3509530"/>
                  <a:ext cx="181528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8413" y="4457008"/>
                <a:ext cx="56796" cy="190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614" y="495313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485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214" y="4851712"/>
                <a:ext cx="48240" cy="98438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9054" y="5136730"/>
                  <a:ext cx="44892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173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5344" y="5110409"/>
                  <a:ext cx="48789" cy="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09965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485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57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2774" y="502297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4654" y="4862210"/>
                <a:ext cx="56520" cy="68796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477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8778" y="5270650"/>
                  <a:ext cx="12183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574" y="513529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53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6E96109-8F8C-D098-9F52-A2E91EDB07F5}"/>
              </a:ext>
            </a:extLst>
          </p:cNvPr>
          <p:cNvGrpSpPr/>
          <p:nvPr/>
        </p:nvGrpSpPr>
        <p:grpSpPr>
          <a:xfrm>
            <a:off x="221134" y="2865490"/>
            <a:ext cx="467280" cy="304920"/>
            <a:chOff x="221134" y="2865490"/>
            <a:chExt cx="46728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14:cNvPr>
                <p14:cNvContentPartPr/>
                <p14:nvPr/>
              </p14:nvContentPartPr>
              <p14:xfrm>
                <a:off x="221134" y="2865490"/>
                <a:ext cx="190080" cy="304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03134" y="2847850"/>
                  <a:ext cx="2257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14:cNvPr>
                <p14:cNvContentPartPr/>
                <p14:nvPr/>
              </p14:nvContentPartPr>
              <p14:xfrm>
                <a:off x="557014" y="2979250"/>
                <a:ext cx="59040" cy="12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39374" y="2961610"/>
                  <a:ext cx="9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14:cNvPr>
                <p14:cNvContentPartPr/>
                <p14:nvPr/>
              </p14:nvContentPartPr>
              <p14:xfrm>
                <a:off x="571774" y="3044050"/>
                <a:ext cx="116640" cy="54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53774" y="3026410"/>
                  <a:ext cx="1522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D3F6FC3-EE5A-E46E-7BB8-48D8D7132688}"/>
              </a:ext>
            </a:extLst>
          </p:cNvPr>
          <p:cNvGrpSpPr/>
          <p:nvPr/>
        </p:nvGrpSpPr>
        <p:grpSpPr>
          <a:xfrm>
            <a:off x="869854" y="2860450"/>
            <a:ext cx="332640" cy="307800"/>
            <a:chOff x="869854" y="2860450"/>
            <a:chExt cx="332640" cy="30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14:cNvPr>
                <p14:cNvContentPartPr/>
                <p14:nvPr/>
              </p14:nvContentPartPr>
              <p14:xfrm>
                <a:off x="869854" y="2860450"/>
                <a:ext cx="23040" cy="276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51854" y="2842810"/>
                  <a:ext cx="586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14:cNvPr>
                <p14:cNvContentPartPr/>
                <p14:nvPr/>
              </p14:nvContentPartPr>
              <p14:xfrm>
                <a:off x="1066054" y="2902570"/>
                <a:ext cx="22320" cy="265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48054" y="2884570"/>
                  <a:ext cx="57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14:cNvPr>
                <p14:cNvContentPartPr/>
                <p14:nvPr/>
              </p14:nvContentPartPr>
              <p14:xfrm>
                <a:off x="1061014" y="2877730"/>
                <a:ext cx="141480" cy="126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43374" y="2860090"/>
                  <a:ext cx="1771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1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14:cNvPr>
              <p14:cNvContentPartPr/>
              <p14:nvPr/>
            </p14:nvContentPartPr>
            <p14:xfrm>
              <a:off x="305014" y="3610690"/>
              <a:ext cx="96840" cy="28260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287374" y="3593050"/>
                <a:ext cx="132480" cy="31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F87D69ED-2714-2914-5254-7C0A8CD8A7D5}"/>
              </a:ext>
            </a:extLst>
          </p:cNvPr>
          <p:cNvGrpSpPr/>
          <p:nvPr/>
        </p:nvGrpSpPr>
        <p:grpSpPr>
          <a:xfrm>
            <a:off x="568534" y="3508810"/>
            <a:ext cx="1633680" cy="456840"/>
            <a:chOff x="568534" y="3508810"/>
            <a:chExt cx="1633680" cy="45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14:cNvPr>
                <p14:cNvContentPartPr/>
                <p14:nvPr/>
              </p14:nvContentPartPr>
              <p14:xfrm>
                <a:off x="568534" y="3806170"/>
                <a:ext cx="3960" cy="1533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550894" y="3788170"/>
                  <a:ext cx="3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14:cNvPr>
                <p14:cNvContentPartPr/>
                <p14:nvPr/>
              </p14:nvContentPartPr>
              <p14:xfrm>
                <a:off x="688054" y="3707170"/>
                <a:ext cx="183240" cy="561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70054" y="3689170"/>
                  <a:ext cx="2188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14:cNvPr>
                <p14:cNvContentPartPr/>
                <p14:nvPr/>
              </p14:nvContentPartPr>
              <p14:xfrm>
                <a:off x="964174" y="3559210"/>
                <a:ext cx="147960" cy="289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46174" y="3541570"/>
                  <a:ext cx="1836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14:cNvPr>
                <p14:cNvContentPartPr/>
                <p14:nvPr/>
              </p14:nvContentPartPr>
              <p14:xfrm>
                <a:off x="1141294" y="3722290"/>
                <a:ext cx="95400" cy="1558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3654" y="3704650"/>
                  <a:ext cx="131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14:cNvPr>
                <p14:cNvContentPartPr/>
                <p14:nvPr/>
              </p14:nvContentPartPr>
              <p14:xfrm>
                <a:off x="1330294" y="3683050"/>
                <a:ext cx="77400" cy="39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312654" y="3665410"/>
                  <a:ext cx="1130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14:cNvPr>
                <p14:cNvContentPartPr/>
                <p14:nvPr/>
              </p14:nvContentPartPr>
              <p14:xfrm>
                <a:off x="1324534" y="3737410"/>
                <a:ext cx="120960" cy="511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306534" y="3719770"/>
                  <a:ext cx="156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14:cNvPr>
                <p14:cNvContentPartPr/>
                <p14:nvPr/>
              </p14:nvContentPartPr>
              <p14:xfrm>
                <a:off x="1574734" y="3638770"/>
                <a:ext cx="71280" cy="1735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557094" y="3621130"/>
                  <a:ext cx="1069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14:cNvPr>
                <p14:cNvContentPartPr/>
                <p14:nvPr/>
              </p14:nvContentPartPr>
              <p14:xfrm>
                <a:off x="1583374" y="3508810"/>
                <a:ext cx="23040" cy="11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565734" y="3490810"/>
                  <a:ext cx="586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14:cNvPr>
                <p14:cNvContentPartPr/>
                <p14:nvPr/>
              </p14:nvContentPartPr>
              <p14:xfrm>
                <a:off x="1782814" y="3798610"/>
                <a:ext cx="26280" cy="1670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64814" y="3780610"/>
                  <a:ext cx="619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14:cNvPr>
                <p14:cNvContentPartPr/>
                <p14:nvPr/>
              </p14:nvContentPartPr>
              <p14:xfrm>
                <a:off x="1969654" y="3574690"/>
                <a:ext cx="9720" cy="2412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951654" y="3557050"/>
                  <a:ext cx="453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14:cNvPr>
                <p14:cNvContentPartPr/>
                <p14:nvPr/>
              </p14:nvContentPartPr>
              <p14:xfrm>
                <a:off x="1935094" y="3545530"/>
                <a:ext cx="192240" cy="1728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917094" y="3527890"/>
                  <a:ext cx="227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14:cNvPr>
                <p14:cNvContentPartPr/>
                <p14:nvPr/>
              </p14:nvContentPartPr>
              <p14:xfrm>
                <a:off x="2184574" y="3689170"/>
                <a:ext cx="17640" cy="1807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166934" y="3671530"/>
                  <a:ext cx="53280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7">
            <p14:nvContentPartPr>
              <p14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14:cNvPr>
              <p14:cNvContentPartPr/>
              <p14:nvPr/>
            </p14:nvContentPartPr>
            <p14:xfrm>
              <a:off x="799654" y="4306930"/>
              <a:ext cx="11520" cy="17640"/>
            </p14:xfrm>
          </p:contentPart>
        </mc:Choice>
        <mc:Fallback xmlns="">
          <p:pic>
            <p:nvPicPr>
              <p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781654" y="4288930"/>
                <a:ext cx="471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14:cNvPr>
              <p14:cNvContentPartPr/>
              <p14:nvPr/>
            </p14:nvContentPartPr>
            <p14:xfrm>
              <a:off x="831334" y="4509970"/>
              <a:ext cx="23760" cy="864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813694" y="4492330"/>
                <a:ext cx="5940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1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14:cNvPr>
              <p14:cNvContentPartPr/>
              <p14:nvPr/>
            </p14:nvContentPartPr>
            <p14:xfrm>
              <a:off x="840694" y="4682770"/>
              <a:ext cx="33120" cy="227880"/>
            </p14:xfrm>
          </p:contentPart>
        </mc:Choice>
        <mc:Fallback xmlns=""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823054" y="4664770"/>
                <a:ext cx="687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2C4E6C41-211B-E6C2-DBD4-A514FDAC8F43}"/>
              </a:ext>
            </a:extLst>
          </p:cNvPr>
          <p:cNvGrpSpPr/>
          <p:nvPr/>
        </p:nvGrpSpPr>
        <p:grpSpPr>
          <a:xfrm>
            <a:off x="254974" y="5033050"/>
            <a:ext cx="2226960" cy="521280"/>
            <a:chOff x="254974" y="5033050"/>
            <a:chExt cx="222696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14:cNvPr>
                <p14:cNvContentPartPr/>
                <p14:nvPr/>
              </p14:nvContentPartPr>
              <p14:xfrm>
                <a:off x="254974" y="5114050"/>
                <a:ext cx="159480" cy="3034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37334" y="5096050"/>
                  <a:ext cx="195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14:cNvPr>
                <p14:cNvContentPartPr/>
                <p14:nvPr/>
              </p14:nvContentPartPr>
              <p14:xfrm>
                <a:off x="492934" y="5283970"/>
                <a:ext cx="108360" cy="231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475294" y="5265970"/>
                  <a:ext cx="1440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14:cNvPr>
                <p14:cNvContentPartPr/>
                <p14:nvPr/>
              </p14:nvContentPartPr>
              <p14:xfrm>
                <a:off x="730174" y="5249410"/>
                <a:ext cx="167400" cy="360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12534" y="5231410"/>
                  <a:ext cx="203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14:cNvPr>
                <p14:cNvContentPartPr/>
                <p14:nvPr/>
              </p14:nvContentPartPr>
              <p14:xfrm>
                <a:off x="979294" y="5078410"/>
                <a:ext cx="151200" cy="3139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61294" y="5060770"/>
                  <a:ext cx="1868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14:cNvPr>
                <p14:cNvContentPartPr/>
                <p14:nvPr/>
              </p14:nvContentPartPr>
              <p14:xfrm>
                <a:off x="1143454" y="5321050"/>
                <a:ext cx="120240" cy="225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5454" y="5303050"/>
                  <a:ext cx="1558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14:cNvPr>
                <p14:cNvContentPartPr/>
                <p14:nvPr/>
              </p14:nvContentPartPr>
              <p14:xfrm>
                <a:off x="1364134" y="5268130"/>
                <a:ext cx="76320" cy="374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346134" y="5250130"/>
                  <a:ext cx="111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14:cNvPr>
                <p14:cNvContentPartPr/>
                <p14:nvPr/>
              </p14:nvContentPartPr>
              <p14:xfrm>
                <a:off x="1406614" y="5358130"/>
                <a:ext cx="116280" cy="327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388614" y="5340130"/>
                  <a:ext cx="151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14:cNvPr>
                <p14:cNvContentPartPr/>
                <p14:nvPr/>
              </p14:nvContentPartPr>
              <p14:xfrm>
                <a:off x="1615774" y="5199370"/>
                <a:ext cx="65160" cy="223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97774" y="5181730"/>
                  <a:ext cx="100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14:cNvPr>
                <p14:cNvContentPartPr/>
                <p14:nvPr/>
              </p14:nvContentPartPr>
              <p14:xfrm>
                <a:off x="1657174" y="5033050"/>
                <a:ext cx="8280" cy="2304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39534" y="5015050"/>
                  <a:ext cx="439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14:cNvPr>
                <p14:cNvContentPartPr/>
                <p14:nvPr/>
              </p14:nvContentPartPr>
              <p14:xfrm>
                <a:off x="1797934" y="5430490"/>
                <a:ext cx="22320" cy="123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780294" y="5412850"/>
                  <a:ext cx="579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14:cNvPr>
                <p14:cNvContentPartPr/>
                <p14:nvPr/>
              </p14:nvContentPartPr>
              <p14:xfrm>
                <a:off x="1876054" y="5388730"/>
                <a:ext cx="121680" cy="1591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858414" y="5371090"/>
                  <a:ext cx="1573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14:cNvPr>
                <p14:cNvContentPartPr/>
                <p14:nvPr/>
              </p14:nvContentPartPr>
              <p14:xfrm>
                <a:off x="2082694" y="5155450"/>
                <a:ext cx="19440" cy="2077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064694" y="5137810"/>
                  <a:ext cx="55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14:cNvPr>
                <p14:cNvContentPartPr/>
                <p14:nvPr/>
              </p14:nvContentPartPr>
              <p14:xfrm>
                <a:off x="2071174" y="5077690"/>
                <a:ext cx="173520" cy="1872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053534" y="5059690"/>
                  <a:ext cx="2091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14:cNvPr>
                <p14:cNvContentPartPr/>
                <p14:nvPr/>
              </p14:nvContentPartPr>
              <p14:xfrm>
                <a:off x="2298334" y="5299450"/>
                <a:ext cx="12240" cy="195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280694" y="5281810"/>
                  <a:ext cx="47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14:cNvPr>
                <p14:cNvContentPartPr/>
                <p14:nvPr/>
              </p14:nvContentPartPr>
              <p14:xfrm>
                <a:off x="2402734" y="5309530"/>
                <a:ext cx="79200" cy="1450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385094" y="5291890"/>
                  <a:ext cx="114840" cy="18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3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9739DEAB-92D9-45C7-CC01-007BB10ECBF3}"/>
                  </a:ext>
                </a:extLst>
              </p14:cNvPr>
              <p14:cNvContentPartPr/>
              <p14:nvPr/>
            </p14:nvContentPartPr>
            <p14:xfrm>
              <a:off x="3070320" y="2691480"/>
              <a:ext cx="349920" cy="67248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9739DEAB-92D9-45C7-CC01-007BB10ECBF3}"/>
                  </a:ext>
                </a:extLst>
              </p:cNvPr>
              <p:cNvPicPr/>
              <p:nvPr/>
            </p:nvPicPr>
            <p:blipFill>
              <a:blip r:embed="rId494"/>
              <a:stretch>
                <a:fillRect/>
              </a:stretch>
            </p:blipFill>
            <p:spPr>
              <a:xfrm>
                <a:off x="3016680" y="2583840"/>
                <a:ext cx="457560" cy="88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5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F8DE18F1-2A02-0C13-1337-4BC1B531897A}"/>
                  </a:ext>
                </a:extLst>
              </p14:cNvPr>
              <p14:cNvContentPartPr/>
              <p14:nvPr/>
            </p14:nvContentPartPr>
            <p14:xfrm>
              <a:off x="2994720" y="4346760"/>
              <a:ext cx="438480" cy="533520"/>
            </p14:xfrm>
          </p:contentPart>
        </mc:Choice>
        <mc:Fallback xmlns=""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F8DE18F1-2A02-0C13-1337-4BC1B531897A}"/>
                  </a:ext>
                </a:extLst>
              </p:cNvPr>
              <p:cNvPicPr/>
              <p:nvPr/>
            </p:nvPicPr>
            <p:blipFill>
              <a:blip r:embed="rId496"/>
              <a:stretch>
                <a:fillRect/>
              </a:stretch>
            </p:blipFill>
            <p:spPr>
              <a:xfrm>
                <a:off x="2941080" y="4238760"/>
                <a:ext cx="546120" cy="74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7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B1A7753F-8444-1C3E-8084-655A714632C9}"/>
                  </a:ext>
                </a:extLst>
              </p14:cNvPr>
              <p14:cNvContentPartPr/>
              <p14:nvPr/>
            </p14:nvContentPartPr>
            <p14:xfrm>
              <a:off x="4632720" y="4143000"/>
              <a:ext cx="307080" cy="48672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B1A7753F-8444-1C3E-8084-655A714632C9}"/>
                  </a:ext>
                </a:extLst>
              </p:cNvPr>
              <p:cNvPicPr/>
              <p:nvPr/>
            </p:nvPicPr>
            <p:blipFill>
              <a:blip r:embed="rId498"/>
              <a:stretch>
                <a:fillRect/>
              </a:stretch>
            </p:blipFill>
            <p:spPr>
              <a:xfrm>
                <a:off x="4578720" y="4035000"/>
                <a:ext cx="414720" cy="70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9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BFFFBAA6-754A-460A-3734-13B3A02B170E}"/>
                  </a:ext>
                </a:extLst>
              </p14:cNvPr>
              <p14:cNvContentPartPr/>
              <p14:nvPr/>
            </p14:nvContentPartPr>
            <p14:xfrm>
              <a:off x="3692040" y="5192400"/>
              <a:ext cx="529920" cy="403560"/>
            </p14:xfrm>
          </p:contentPart>
        </mc:Choice>
        <mc:Fallback xmlns=""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BFFFBAA6-754A-460A-3734-13B3A02B170E}"/>
                  </a:ext>
                </a:extLst>
              </p:cNvPr>
              <p:cNvPicPr/>
              <p:nvPr/>
            </p:nvPicPr>
            <p:blipFill>
              <a:blip r:embed="rId500"/>
              <a:stretch>
                <a:fillRect/>
              </a:stretch>
            </p:blipFill>
            <p:spPr>
              <a:xfrm>
                <a:off x="3638400" y="5084760"/>
                <a:ext cx="637560" cy="61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1">
            <p14:nvContentPartPr>
              <p14:cNvPr id="293" name="Ink 292">
                <a:extLst>
                  <a:ext uri="{FF2B5EF4-FFF2-40B4-BE49-F238E27FC236}">
                    <a16:creationId xmlns:a16="http://schemas.microsoft.com/office/drawing/2014/main" id="{696D9AEB-183E-6E7F-D53C-820DBD117779}"/>
                  </a:ext>
                </a:extLst>
              </p14:cNvPr>
              <p14:cNvContentPartPr/>
              <p14:nvPr/>
            </p14:nvContentPartPr>
            <p14:xfrm>
              <a:off x="4444080" y="2511480"/>
              <a:ext cx="214920" cy="277920"/>
            </p14:xfrm>
          </p:contentPart>
        </mc:Choice>
        <mc:Fallback xmlns="">
          <p:pic>
            <p:nvPicPr>
              <p:cNvPr id="293" name="Ink 292">
                <a:extLst>
                  <a:ext uri="{FF2B5EF4-FFF2-40B4-BE49-F238E27FC236}">
                    <a16:creationId xmlns:a16="http://schemas.microsoft.com/office/drawing/2014/main" id="{696D9AEB-183E-6E7F-D53C-820DBD117779}"/>
                  </a:ext>
                </a:extLst>
              </p:cNvPr>
              <p:cNvPicPr/>
              <p:nvPr/>
            </p:nvPicPr>
            <p:blipFill>
              <a:blip r:embed="rId502"/>
              <a:stretch>
                <a:fillRect/>
              </a:stretch>
            </p:blipFill>
            <p:spPr>
              <a:xfrm>
                <a:off x="4390080" y="2403480"/>
                <a:ext cx="322560" cy="49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3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8F0320B3-9FB1-827D-0ADF-9F70E512A388}"/>
                  </a:ext>
                </a:extLst>
              </p14:cNvPr>
              <p14:cNvContentPartPr/>
              <p14:nvPr/>
            </p14:nvContentPartPr>
            <p14:xfrm>
              <a:off x="4600320" y="2605080"/>
              <a:ext cx="219240" cy="427680"/>
            </p14:xfrm>
          </p:contentPart>
        </mc:Choice>
        <mc:Fallback xmlns=""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8F0320B3-9FB1-827D-0ADF-9F70E512A388}"/>
                  </a:ext>
                </a:extLst>
              </p:cNvPr>
              <p:cNvPicPr/>
              <p:nvPr/>
            </p:nvPicPr>
            <p:blipFill>
              <a:blip r:embed="rId504"/>
              <a:stretch>
                <a:fillRect/>
              </a:stretch>
            </p:blipFill>
            <p:spPr>
              <a:xfrm>
                <a:off x="4546320" y="2497080"/>
                <a:ext cx="32688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5">
            <p14:nvContentPartPr>
              <p14:cNvPr id="302" name="Ink 301">
                <a:extLst>
                  <a:ext uri="{FF2B5EF4-FFF2-40B4-BE49-F238E27FC236}">
                    <a16:creationId xmlns:a16="http://schemas.microsoft.com/office/drawing/2014/main" id="{B199C964-057B-452F-76A4-AFCD39754725}"/>
                  </a:ext>
                </a:extLst>
              </p14:cNvPr>
              <p14:cNvContentPartPr/>
              <p14:nvPr/>
            </p14:nvContentPartPr>
            <p14:xfrm>
              <a:off x="5112960" y="1918920"/>
              <a:ext cx="352440" cy="230040"/>
            </p14:xfrm>
          </p:contentPart>
        </mc:Choice>
        <mc:Fallback xmlns="">
          <p:pic>
            <p:nvPicPr>
              <p:cNvPr id="302" name="Ink 301">
                <a:extLst>
                  <a:ext uri="{FF2B5EF4-FFF2-40B4-BE49-F238E27FC236}">
                    <a16:creationId xmlns:a16="http://schemas.microsoft.com/office/drawing/2014/main" id="{B199C964-057B-452F-76A4-AFCD39754725}"/>
                  </a:ext>
                </a:extLst>
              </p:cNvPr>
              <p:cNvPicPr/>
              <p:nvPr/>
            </p:nvPicPr>
            <p:blipFill>
              <a:blip r:embed="rId506"/>
              <a:stretch>
                <a:fillRect/>
              </a:stretch>
            </p:blipFill>
            <p:spPr>
              <a:xfrm>
                <a:off x="5059320" y="1811280"/>
                <a:ext cx="460080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7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45C93C1F-52BE-7E1B-95B0-CB360635D9A6}"/>
                  </a:ext>
                </a:extLst>
              </p14:cNvPr>
              <p14:cNvContentPartPr/>
              <p14:nvPr/>
            </p14:nvContentPartPr>
            <p14:xfrm>
              <a:off x="5291160" y="3493200"/>
              <a:ext cx="630000" cy="331200"/>
            </p14:xfrm>
          </p:contentPart>
        </mc:Choice>
        <mc:Fallback xmlns=""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45C93C1F-52BE-7E1B-95B0-CB360635D9A6}"/>
                  </a:ext>
                </a:extLst>
              </p:cNvPr>
              <p:cNvPicPr/>
              <p:nvPr/>
            </p:nvPicPr>
            <p:blipFill>
              <a:blip r:embed="rId508"/>
              <a:stretch>
                <a:fillRect/>
              </a:stretch>
            </p:blipFill>
            <p:spPr>
              <a:xfrm>
                <a:off x="5237160" y="3385560"/>
                <a:ext cx="737640" cy="54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9">
            <p14:nvContentPartPr>
              <p14:cNvPr id="304" name="Ink 303">
                <a:extLst>
                  <a:ext uri="{FF2B5EF4-FFF2-40B4-BE49-F238E27FC236}">
                    <a16:creationId xmlns:a16="http://schemas.microsoft.com/office/drawing/2014/main" id="{1F9743D3-C8AA-716C-93ED-4C9915702978}"/>
                  </a:ext>
                </a:extLst>
              </p14:cNvPr>
              <p14:cNvContentPartPr/>
              <p14:nvPr/>
            </p14:nvContentPartPr>
            <p14:xfrm>
              <a:off x="6234000" y="2699040"/>
              <a:ext cx="259920" cy="428760"/>
            </p14:xfrm>
          </p:contentPart>
        </mc:Choice>
        <mc:Fallback xmlns="">
          <p:pic>
            <p:nvPicPr>
              <p:cNvPr id="304" name="Ink 303">
                <a:extLst>
                  <a:ext uri="{FF2B5EF4-FFF2-40B4-BE49-F238E27FC236}">
                    <a16:creationId xmlns:a16="http://schemas.microsoft.com/office/drawing/2014/main" id="{1F9743D3-C8AA-716C-93ED-4C9915702978}"/>
                  </a:ext>
                </a:extLst>
              </p:cNvPr>
              <p:cNvPicPr/>
              <p:nvPr/>
            </p:nvPicPr>
            <p:blipFill>
              <a:blip r:embed="rId510"/>
              <a:stretch>
                <a:fillRect/>
              </a:stretch>
            </p:blipFill>
            <p:spPr>
              <a:xfrm>
                <a:off x="6180360" y="2591040"/>
                <a:ext cx="367560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1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7C8A0E5F-9AFA-5855-3D13-F48235F8F8A9}"/>
                  </a:ext>
                </a:extLst>
              </p14:cNvPr>
              <p14:cNvContentPartPr/>
              <p14:nvPr/>
            </p14:nvContentPartPr>
            <p14:xfrm>
              <a:off x="6415080" y="4266840"/>
              <a:ext cx="343080" cy="372600"/>
            </p14:xfrm>
          </p:contentPart>
        </mc:Choice>
        <mc:Fallback xmlns=""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7C8A0E5F-9AFA-5855-3D13-F48235F8F8A9}"/>
                  </a:ext>
                </a:extLst>
              </p:cNvPr>
              <p:cNvPicPr/>
              <p:nvPr/>
            </p:nvPicPr>
            <p:blipFill>
              <a:blip r:embed="rId512"/>
              <a:stretch>
                <a:fillRect/>
              </a:stretch>
            </p:blipFill>
            <p:spPr>
              <a:xfrm>
                <a:off x="6361080" y="4158840"/>
                <a:ext cx="450720" cy="58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3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427FF3DC-7FEB-C4C9-B96D-880552998206}"/>
                  </a:ext>
                </a:extLst>
              </p14:cNvPr>
              <p14:cNvContentPartPr/>
              <p14:nvPr/>
            </p14:nvContentPartPr>
            <p14:xfrm>
              <a:off x="5536680" y="5008800"/>
              <a:ext cx="495720" cy="271080"/>
            </p14:xfrm>
          </p:contentPart>
        </mc:Choice>
        <mc:Fallback xmlns=""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427FF3DC-7FEB-C4C9-B96D-880552998206}"/>
                  </a:ext>
                </a:extLst>
              </p:cNvPr>
              <p:cNvPicPr/>
              <p:nvPr/>
            </p:nvPicPr>
            <p:blipFill>
              <a:blip r:embed="rId514"/>
              <a:stretch>
                <a:fillRect/>
              </a:stretch>
            </p:blipFill>
            <p:spPr>
              <a:xfrm>
                <a:off x="5483040" y="4901160"/>
                <a:ext cx="603360" cy="48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5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640E0D79-7DBA-2CAE-47ED-A5418825C92A}"/>
                  </a:ext>
                </a:extLst>
              </p14:cNvPr>
              <p14:cNvContentPartPr/>
              <p14:nvPr/>
            </p14:nvContentPartPr>
            <p14:xfrm>
              <a:off x="94920" y="2698680"/>
              <a:ext cx="1307160" cy="71280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640E0D79-7DBA-2CAE-47ED-A5418825C92A}"/>
                  </a:ext>
                </a:extLst>
              </p:cNvPr>
              <p:cNvPicPr/>
              <p:nvPr/>
            </p:nvPicPr>
            <p:blipFill>
              <a:blip r:embed="rId516"/>
              <a:stretch>
                <a:fillRect/>
              </a:stretch>
            </p:blipFill>
            <p:spPr>
              <a:xfrm>
                <a:off x="40920" y="2591040"/>
                <a:ext cx="1414800" cy="9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7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CEBADE68-416E-5B9D-84AC-BA60989B9100}"/>
                  </a:ext>
                </a:extLst>
              </p14:cNvPr>
              <p14:cNvContentPartPr/>
              <p14:nvPr/>
            </p14:nvContentPartPr>
            <p14:xfrm>
              <a:off x="241440" y="3035640"/>
              <a:ext cx="48600" cy="26280"/>
            </p14:xfrm>
          </p:contentPart>
        </mc:Choice>
        <mc:Fallback xmlns=""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CEBADE68-416E-5B9D-84AC-BA60989B9100}"/>
                  </a:ext>
                </a:extLst>
              </p:cNvPr>
              <p:cNvPicPr/>
              <p:nvPr/>
            </p:nvPicPr>
            <p:blipFill>
              <a:blip r:embed="rId518"/>
              <a:stretch>
                <a:fillRect/>
              </a:stretch>
            </p:blipFill>
            <p:spPr>
              <a:xfrm>
                <a:off x="187800" y="2927640"/>
                <a:ext cx="15624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9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0631EF93-41D1-0715-EB43-AD0C9C76FC93}"/>
                  </a:ext>
                </a:extLst>
              </p14:cNvPr>
              <p14:cNvContentPartPr/>
              <p14:nvPr/>
            </p14:nvContentPartPr>
            <p14:xfrm>
              <a:off x="3494040" y="2016840"/>
              <a:ext cx="477000" cy="31212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0631EF93-41D1-0715-EB43-AD0C9C76FC93}"/>
                  </a:ext>
                </a:extLst>
              </p:cNvPr>
              <p:cNvPicPr/>
              <p:nvPr/>
            </p:nvPicPr>
            <p:blipFill>
              <a:blip r:embed="rId520"/>
              <a:stretch>
                <a:fillRect/>
              </a:stretch>
            </p:blipFill>
            <p:spPr>
              <a:xfrm>
                <a:off x="3440040" y="1908840"/>
                <a:ext cx="584640" cy="527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01992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0A588-F79C-EEF1-F8E8-91FA6E2AA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372F8-ECA2-7E60-BD10-AD8F77928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26D69-2485-E22B-E8D5-C4A9A33A9E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1E0120F-D055-70B5-E995-6A8CDCF43E80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1E0120F-D055-70B5-E995-6A8CDCF43E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4B3BF2A5-9557-6C18-8086-2E61E4155201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C2FF0DC-023E-7F98-557B-3EC1EAC0F2A0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C2FF0DC-023E-7F98-557B-3EC1EAC0F2A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8564A1A-1E40-8D84-33F0-8B1C09A97A77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8564A1A-1E40-8D84-33F0-8B1C09A97A7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2AB92EC-7F17-3EAD-85C3-56D1D42297D2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2AB92EC-7F17-3EAD-85C3-56D1D42297D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8ED7373-6E54-7F75-7FDE-0C0DAD41D6E8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8ED7373-6E54-7F75-7FDE-0C0DAD41D6E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90B3CF6-1D53-B2DD-E963-8118A569AD66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90B3CF6-1D53-B2DD-E963-8118A569AD6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4A5BBCD-A32D-5BC8-38F4-772CC9FF86D4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4A5BBCD-A32D-5BC8-38F4-772CC9FF86D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A5ECB29-6270-AAAE-9354-900832B2798C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A5ECB29-6270-AAAE-9354-900832B2798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23FFA78-866D-B627-5E4D-7A131EED442F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23FFA78-866D-B627-5E4D-7A131EED442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C8E66DE-B6CC-C95D-BCC7-6A0FBA20E32A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C8E66DE-B6CC-C95D-BCC7-6A0FBA20E32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C72066D-5525-0456-872B-BD6144E13C03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C72066D-5525-0456-872B-BD6144E13C0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9358FBD-19D6-1AB7-B5A9-43F006E4472C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9358FBD-19D6-1AB7-B5A9-43F006E4472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8E2BAB9-F6F6-9031-449C-636BF09A6DB9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8E2BAB9-F6F6-9031-449C-636BF09A6DB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6354633-9647-4D05-8897-D5212C0E8E12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6354633-9647-4D05-8897-D5212C0E8E1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A1D8C11-4D97-84B8-487C-752381991CFE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A1D8C11-4D97-84B8-487C-752381991CF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06DEBFF-CC0A-4909-40EE-9EF810083022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06DEBFF-CC0A-4909-40EE-9EF81008302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7072775-16BE-44BB-9EEC-71BBFF676717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7072775-16BE-44BB-9EEC-71BBFF67671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9A65B92-7CFB-28DC-D486-F674670403BC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9A65B92-7CFB-28DC-D486-F674670403B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870DD51-AD74-25E3-9ED3-B84B14CDC9D7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870DD51-AD74-25E3-9ED3-B84B14CDC9D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E0D8C3C-0793-C966-D4B8-BD357E7E0BB4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E0D8C3C-0793-C966-D4B8-BD357E7E0BB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07D9B01-F72C-C834-512D-E3855414F311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07D9B01-F72C-C834-512D-E3855414F31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FB3F114-9FFF-6142-FD30-6FDDF040FA24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FB3F114-9FFF-6142-FD30-6FDDF040FA2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DA3022C-3E07-1051-1B6E-00E254D2E5D0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DA3022C-3E07-1051-1B6E-00E254D2E5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3329C14-C1AB-4544-5632-CFA356C0F625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3329C14-C1AB-4544-5632-CFA356C0F62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686B3AA-FDC4-899F-635D-68ABA9498ADE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686B3AA-FDC4-899F-635D-68ABA9498AD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8587F45-5F14-85E4-7ED9-C56B721E3315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8587F45-5F14-85E4-7ED9-C56B721E331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1A5D72C-B381-2FF9-D458-28509172BCB2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1A5D72C-B381-2FF9-D458-28509172BCB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FACBFE5-DAC1-D540-F126-73D2711BFDC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FACBFE5-DAC1-D540-F126-73D2711BFDC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5BE4F93-6395-BCF5-A5FB-12687CBA465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5BE4F93-6395-BCF5-A5FB-12687CBA465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00B750B-6D3A-FEBB-A329-29DB22627B57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00B750B-6D3A-FEBB-A329-29DB22627B5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F802621-DC8D-608B-072E-C99DE476827E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F802621-DC8D-608B-072E-C99DE476827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347EDDF-4AD3-699F-8711-544B6BBC09D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347EDDF-4AD3-699F-8711-544B6BBC09D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A7F6BB4-ACA8-6E5E-EBCD-C0128EC0132F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A7F6BB4-ACA8-6E5E-EBCD-C0128EC0132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7533552-7D9D-380E-C36E-20A67C8E5173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7533552-7D9D-380E-C36E-20A67C8E517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E4FBAAB-55C4-29F7-89AC-70EFD6B003BD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E4FBAAB-55C4-29F7-89AC-70EFD6B003B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2FDACFA-C325-4C73-CE19-D14BADD855BC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2FDACFA-C325-4C73-CE19-D14BADD855B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C743E32-74C9-E0EE-7B28-263AA5CE2C33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C743E32-74C9-E0EE-7B28-263AA5CE2C3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14868CA-2359-A212-51E3-7943F6D7A166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14868CA-2359-A212-51E3-7943F6D7A16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A2B33F9-982A-CD75-9D07-248A9CE19491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A2B33F9-982A-CD75-9D07-248A9CE1949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4F10E31-3C0B-08AD-1AA3-D8EB320DD0CC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4F10E31-3C0B-08AD-1AA3-D8EB320DD0C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C144743-3961-28B4-F21D-EFB7954CD5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C144743-3961-28B4-F21D-EFB7954CD5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9730FB6-515C-552D-8D16-3AD275ED6A98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9730FB6-515C-552D-8D16-3AD275ED6A9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EEABE42-7362-8A47-9A37-4F4744163B38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EEABE42-7362-8A47-9A37-4F4744163B3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D3B2F20-578C-A8EF-4D83-BA0A5414B59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D3B2F20-578C-A8EF-4D83-BA0A5414B59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80528FD-770C-E973-9816-51667EEC15C9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80528FD-770C-E973-9816-51667EEC15C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73DC5BB-A6DF-D7DB-61E7-F61845E65872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600EDC7-1FEF-583E-49CB-C60C4F866E29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600EDC7-1FEF-583E-49CB-C60C4F866E2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2804BE3-BD93-08CA-13BD-CF6790801C94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2804BE3-BD93-08CA-13BD-CF6790801C9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ADA7454-E932-AF10-5778-428F8E997B30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ADA7454-E932-AF10-5778-428F8E997B3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656B4E2-A6E3-B8D1-9134-B8DA7693F67E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62714E3-32E2-2886-8011-61ED9B6CFFE5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62714E3-32E2-2886-8011-61ED9B6CFFE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32BAF7E-AD47-B137-C9FC-EBEC95244F09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32BAF7E-AD47-B137-C9FC-EBEC95244F0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EB6F7C1-D3F3-9BD0-9A81-C8BD5175AF30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EB6F7C1-D3F3-9BD0-9A81-C8BD5175AF3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7810559-779F-F4E6-074A-AF1FCB9899E4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2C813AE-0991-7339-1199-BA9236868623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2C813AE-0991-7339-1199-BA923686862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72EC14A-E7C3-1E66-6C1D-9529E9E2BA14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72EC14A-E7C3-1E66-6C1D-9529E9E2BA1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30E9F3E-1FFA-E1D8-86F8-4FB1FFE993FA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30E9F3E-1FFA-E1D8-86F8-4FB1FFE993F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0FB8722-00C8-4180-1CE9-2CE84158E602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EF4E362-86F7-A9B0-F384-1E0FBAC738C9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EF4E362-86F7-A9B0-F384-1E0FBAC738C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C15417A-818E-BC37-6C96-3E06F2BD144C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C15417A-818E-BC37-6C96-3E06F2BD144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CC7EE48-6B23-F326-A1F5-080C5E4F55AD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CC7EE48-6B23-F326-A1F5-080C5E4F55A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40DB4D3-D93F-0DA0-AD06-211CD8947068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40DB4D3-D93F-0DA0-AD06-211CD894706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1C988D2-8D7E-02F1-A8E2-0640877E7577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A0AE3E0-A06A-C5B6-D0D7-58FD7C40CB73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A0AE3E0-A06A-C5B6-D0D7-58FD7C40CB7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8266E33-1E83-0125-0103-BAB580FF1C5D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8266E33-1E83-0125-0103-BAB580FF1C5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F91C059-98E2-7D7A-1DA3-C828480C407E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F91C059-98E2-7D7A-1DA3-C828480C407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21D701C-750F-C57F-E845-202084BAAB63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21D701C-750F-C57F-E845-202084BAAB6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EB5F79AC-09AA-34BC-13C3-BCBF182EE203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EB5F79AC-09AA-34BC-13C3-BCBF182EE203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DD68CE4D-A4C9-2356-86F6-279DB0374B0B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9435D3D-B1F0-AD34-D30D-22D436B27A48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9435D3D-B1F0-AD34-D30D-22D436B27A4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336F4E6-6266-AC01-24C7-B94709879C9B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336F4E6-6266-AC01-24C7-B94709879C9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9B74397-A8C1-F9A8-4F6C-CFB1DCB1DA2D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9B74397-A8C1-F9A8-4F6C-CFB1DCB1DA2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9798632-B720-DB1B-9F90-DD764ED1B715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9798632-B720-DB1B-9F90-DD764ED1B71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023721C-B300-E117-4AC1-258EDCF2F807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28E43DB-6389-9763-1AFD-65F598C3A0E1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28E43DB-6389-9763-1AFD-65F598C3A0E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3EF3585-EA01-35C2-6B89-24B895194C2A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3EF3585-EA01-35C2-6B89-24B895194C2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5CC24B8-F06C-2206-D914-C9A7411FC1D7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5CC24B8-F06C-2206-D914-C9A7411FC1D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829AACC-071C-673C-DCCA-A9FB012AC626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829AACC-071C-673C-DCCA-A9FB012AC62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24335AE1-D1E8-1BAA-C717-CD8FC5917FEB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823449B-E269-85D7-D69F-35D8312D77BD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823449B-E269-85D7-D69F-35D8312D77B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774EF94-A88C-07EC-702E-7071F8CB92FA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774EF94-A88C-07EC-702E-7071F8CB92F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FCD6D85-7C93-F9E1-FC7D-AFDF81753187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FCD6D85-7C93-F9E1-FC7D-AFDF8175318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8F9519B-C1C5-A542-1EF5-8C7FE89997E6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330CAD7-3D94-CCB5-CF81-00F055273269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330CAD7-3D94-CCB5-CF81-00F05527326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F079C9A-4C05-A146-DB0F-B2F62DB42048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F079C9A-4C05-A146-DB0F-B2F62DB4204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AD4DCC8-6BB5-1175-55AD-C3853CE3C874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AD4DCC8-6BB5-1175-55AD-C3853CE3C87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133BE28F-BEF6-DCB1-5E34-7322EC22E6A3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422C5B0-C1DC-BCE8-6D01-0F0303FD3848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422C5B0-C1DC-BCE8-6D01-0F0303FD384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EC11682-D1D6-7354-1F5F-5056E1E58940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EC11682-D1D6-7354-1F5F-5056E1E5894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AE98DFA-BC2E-F593-B4DA-0A436EF212B0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AE98DFA-BC2E-F593-B4DA-0A436EF212B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AC4E7FE-789A-2668-DF0A-7EB67498DBF9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AC4E7FE-789A-2668-DF0A-7EB67498DBF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E85BF03-355A-9998-E3CB-5BF9A918DB36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E85BF03-355A-9998-E3CB-5BF9A918DB3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621F96F-BE5D-F169-D63E-62A027620141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BA6610E-976C-D113-B796-A05C4A1738E2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BA6610E-976C-D113-B796-A05C4A1738E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FF4FF8C-BB7A-6F82-3BEB-53AB68001A62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FF4FF8C-BB7A-6F82-3BEB-53AB68001A6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502A679-FA76-DFD0-6ECC-EFCE1C27975D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502A679-FA76-DFD0-6ECC-EFCE1C27975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0FB9DC5-E0BF-5467-3370-262B75F9CD70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0FB9DC5-E0BF-5467-3370-262B75F9CD7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6BF79EE-1A44-81AF-3001-0B7E89016D17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EA692DE-9FF6-50FB-EA23-54709FF5275B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EA692DE-9FF6-50FB-EA23-54709FF5275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E1D67DB-1313-F590-5D66-78C1F4C7E8FA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E1D67DB-1313-F590-5D66-78C1F4C7E8F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4200F39-8485-612A-0289-76618CE3FA62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4200F39-8485-612A-0289-76618CE3FA6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0706034-C9D9-2571-E0F1-DA6E2DA59C0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0706034-C9D9-2571-E0F1-DA6E2DA59C0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CAE870FF-382B-340B-01DC-D32000E5AEA4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25EE664-16AC-3F5B-628B-BE8E862C7413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25EE664-16AC-3F5B-628B-BE8E862C741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ACB9720-6CE2-F0A9-33D6-C74713DE7B39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ACB9720-6CE2-F0A9-33D6-C74713DE7B3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1B0BDA1E-B94A-D041-3738-810613B2CE58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1B0BDA1E-B94A-D041-3738-810613B2CE58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854E3633-BD6A-AF65-1F12-24644C3BF813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CA7C1BD-8072-CCB1-080D-77F971306A45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CA7C1BD-8072-CCB1-080D-77F971306A4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B4788EA-C8E6-51D8-592C-94C3477AD4E2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B4788EA-C8E6-51D8-592C-94C3477AD4E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EEB19597-2584-C153-FB74-BA00EF3F65BD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EEB19597-2584-C153-FB74-BA00EF3F65BD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E9073628-9513-0CFB-C774-7A78BA8160FD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E9073628-9513-0CFB-C774-7A78BA8160FD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CA931CE3-43AB-FD20-C8ED-C39A1233A8B9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CA931CE3-43AB-FD20-C8ED-C39A1233A8B9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BDBB0136-63BB-1236-B110-93B89046C470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BDBB0136-63BB-1236-B110-93B89046C470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92974BE-ED4F-226A-E4D8-0F45C437B55C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92974BE-ED4F-226A-E4D8-0F45C437B55C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CF2EB8F5-5A57-732A-1DD5-2E687CB529EB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CF2EB8F5-5A57-732A-1DD5-2E687CB529EB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FBD3F337-0E76-0AC9-5E7B-8B1958999F3E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57808C0-C2D1-F00C-585A-A82701E0FC39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57808C0-C2D1-F00C-585A-A82701E0FC3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7B66CB1-F215-C0FD-369A-EC749D0CA5C5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7B66CB1-F215-C0FD-369A-EC749D0CA5C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B4DDD5-C54D-3EFF-9C8D-65AEFE3043CE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B4DDD5-C54D-3EFF-9C8D-65AEFE3043C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25B412A0-D17C-B3B5-117F-79EA40822BB1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6CA585B-7405-53AF-C50C-821072EB156E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6CA585B-7405-53AF-C50C-821072EB156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7480374-543B-F4B3-38CD-7A2AD02A9B91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7480374-543B-F4B3-38CD-7A2AD02A9B9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DDF8EBFD-5E90-2778-324E-E07AF7FCCC52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7A77855-9178-BBC4-5086-BA57677E36C1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7A77855-9178-BBC4-5086-BA57677E36C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7EF06B1-69DA-AAE9-809C-135EE253C5D3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7EF06B1-69DA-AAE9-809C-135EE253C5D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CB72983-B8DD-1D4A-8B48-B6AEB0B73D48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CB72983-B8DD-1D4A-8B48-B6AEB0B73D4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3D84378-9CC1-2C98-7757-27C3DF3D10B3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36FEC2A-13FC-81AC-3A85-31A1DF498249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36FEC2A-13FC-81AC-3A85-31A1DF498249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7B6B007-C6C9-A68D-3164-5879E8DBB090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7B6B007-C6C9-A68D-3164-5879E8DBB09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BF15663-FFE4-D5C6-EB30-3F82A0770B14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BF15663-FFE4-D5C6-EB30-3F82A0770B1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745CE96E-131D-06CF-CE25-B47ED2B34B67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C31CEBA-4728-E31C-08A5-7A75C87D92B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C31CEBA-4728-E31C-08A5-7A75C87D92B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207EEBC-762A-9997-AF08-D6E110BF8F08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207EEBC-762A-9997-AF08-D6E110BF8F0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8832DAF-F8C4-70ED-6801-FB960B91B423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8832DAF-F8C4-70ED-6801-FB960B91B423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1F1BEA8-350C-D80C-CC52-20C24609EE33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1F1BEA8-350C-D80C-CC52-20C24609EE33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AD3B274D-183D-5935-5D37-D4E67899C66F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D9CB9DCD-3071-7EA7-2AFF-DFF57A4F56F9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D9CB9DCD-3071-7EA7-2AFF-DFF57A4F56F9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69C3CDC-C172-976C-6056-4525C4D11DFB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69C3CDC-C172-976C-6056-4525C4D11DFB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5AAA1329-7441-DF17-907C-5D373CC376EF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94ADBF9-84AA-06B2-0556-B6D3DABD0662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94ADBF9-84AA-06B2-0556-B6D3DABD066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8369186-E6A2-42E2-210D-917281228DA4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8369186-E6A2-42E2-210D-917281228DA4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BB6241F-911E-B248-9D76-79A2F4A0331F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BB6241F-911E-B248-9D76-79A2F4A0331F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99EE1933-09B9-3B6A-4156-C729EADE9228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1870E50-3B13-AE70-9FC8-DC26BE57BC0B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1870E50-3B13-AE70-9FC8-DC26BE57BC0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2889BF6-36CD-D68A-026A-57F37241446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2889BF6-36CD-D68A-026A-57F37241446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4D27DC40-E9D3-4322-8584-B0F530D88B88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B54B47E-9B40-A0EE-DFC8-2A9DA6F8597B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B54B47E-9B40-A0EE-DFC8-2A9DA6F8597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36AC854-C141-3A9A-ACC9-6B25BB9F6A9C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36AC854-C141-3A9A-ACC9-6B25BB9F6A9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4B7A66F6-ED1D-363F-EF27-8652DAB9D1AC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4B7A66F6-ED1D-363F-EF27-8652DAB9D1AC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C39A3EE-1A73-7B52-6C8C-043BB40A47FD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13F34B3-8F6E-C2CA-A664-D491B04A697C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13F34B3-8F6E-C2CA-A664-D491B04A697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7842C3D-4718-1BF1-C315-E9BF41BCFB9B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7842C3D-4718-1BF1-C315-E9BF41BCFB9B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B9FEC856-1BBB-894A-06DE-BA827F0F5B1C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B9FEC856-1BBB-894A-06DE-BA827F0F5B1C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6CDEA3B-1BFE-D735-10A3-25A550DF4634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6CDEA3B-1BFE-D735-10A3-25A550DF4634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1135B77-960C-CD94-E60D-BBDEF545EC40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1135B77-960C-CD94-E60D-BBDEF545EC40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E4D06F8-D2FB-AFF4-22C4-6B5EF27DDC8A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E4D06F8-D2FB-AFF4-22C4-6B5EF27DDC8A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CEEA506-4197-D23C-9D77-319D0A0712AD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CEEA506-4197-D23C-9D77-319D0A0712AD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C85B4C3-466D-C914-E33F-000EB8E4988A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C85B4C3-466D-C914-E33F-000EB8E4988A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729686F-537B-F267-C41D-A3832F20FD85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729686F-537B-F267-C41D-A3832F20FD8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2BBF87B-745B-4026-B234-9943B288E557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2BBF87B-745B-4026-B234-9943B288E557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F708E587-9D79-AB0A-4DD5-8F69B86D1E07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F2BD738-AD45-C057-3D50-A2A348E30894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F2BD738-AD45-C057-3D50-A2A348E30894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4DEAA37-3962-4232-EBEB-D3FD6A095B2B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4DEAA37-3962-4232-EBEB-D3FD6A095B2B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B2397896-F1D8-8293-A883-46619ED87232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B2397896-F1D8-8293-A883-46619ED87232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21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E5082A6E-4DDD-C9CA-37A5-0240CFB70543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D24F21D-E664-5E51-0C28-12D376677769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D24F21D-E664-5E51-0C28-12D37667776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072" y="1607650"/>
                  <a:ext cx="140523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D95EE9F-40BA-6407-BF33-E6F5197889BF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D95EE9F-40BA-6407-BF33-E6F5197889BF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3686" y="1866490"/>
                  <a:ext cx="170735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F1AD93A-87D2-EC26-6754-2F2BD4F387F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F1AD93A-87D2-EC26-6754-2F2BD4F387F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99775" y="1987090"/>
                  <a:ext cx="20275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402D731-7871-AEE4-2311-1B04DF7E8A9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402D731-7871-AEE4-2311-1B04DF7E8A9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334" y="196369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EAC4E71-8EC8-4D1C-DA1D-7E2711F30ED2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EAC4E71-8EC8-4D1C-DA1D-7E2711F30ED2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17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2AB3BD5-F70B-019F-B4AB-546D1ADF9BD0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2AB3BD5-F70B-019F-B4AB-546D1ADF9BD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214" y="195937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CD5EB683-0FCD-7BB9-7224-61F7BD858E1E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7E2EC14-EA7C-0DC1-2D06-1C583553A72C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7E2EC14-EA7C-0DC1-2D06-1C583553A72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0989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E686719-79C7-5304-1B93-2FE1AD5DFDAA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E686719-79C7-5304-1B93-2FE1AD5DFDAA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45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0EA6EA40-63DD-1B53-FCDB-D19621950603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0EA6EA40-63DD-1B53-FCDB-D19621950603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116" y="1595770"/>
                <a:ext cx="146996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E0A99F81-238B-A4E8-7143-978C8DA6853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E0A99F81-238B-A4E8-7143-978C8DA6853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25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AF08CEE9-FA21-6BBC-2AD7-75F38B058758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44F65BF-60AA-C322-2BFB-0872F274FCED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44F65BF-60AA-C322-2BFB-0872F274FCED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574" y="187693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DCD3BE42-7531-2188-0907-932A30401952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DCD3BE42-7531-2188-0907-932A30401952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3734" y="185497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EBDB42C-1484-74EB-50FC-58EE55AD6056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EBDB42C-1484-74EB-50FC-58EE55AD605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165" y="1944970"/>
                  <a:ext cx="67374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AF02217-151C-63CF-7C9A-796B7FD052EE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AF02217-151C-63CF-7C9A-796B7FD052EE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403" y="1767317"/>
                  <a:ext cx="258423" cy="6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3535AD8F-7256-3FF2-8261-292223F21AF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3535AD8F-7256-3FF2-8261-292223F21AF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FC7E1D4C-6B7E-6CCF-3220-CC41D877399E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FC7E1D4C-6B7E-6CCF-3220-CC41D877399E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5721" y="1644730"/>
                <a:ext cx="105665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7B110DE0-F9A1-5F95-F551-88996FF4783D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7B110DE0-F9A1-5F95-F551-88996FF4783D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136" y="1471021"/>
                <a:ext cx="77353" cy="72741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312345D8-D849-6633-9001-84A544086C5D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36DCDDA-4ECC-5307-A432-A5A1D3DF7E91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36DCDDA-4ECC-5307-A432-A5A1D3DF7E91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294" y="185245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7E051A1-1E1D-C673-7CDF-9844AD5B830C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7E051A1-1E1D-C673-7CDF-9844AD5B830C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8654" y="1824792"/>
                  <a:ext cx="18720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290F73A-47E7-3679-A254-E5CAEA762A3E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290F73A-47E7-3679-A254-E5CAEA762A3E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9A929D46-A20C-66F0-E78C-57969ED71C62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9A929D46-A20C-66F0-E78C-57969ED71C62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269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38C009E7-4C94-0595-DC4D-DEB60F1D54AA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38C009E7-4C94-0595-DC4D-DEB60F1D54AA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692"/>
                <a:ext cx="87840" cy="74919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CE11DA1-4737-BBAA-967E-AB6D3614264F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08720FC-A88C-B19B-5C1F-C89E4DEB6BA2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08720FC-A88C-B19B-5C1F-C89E4DEB6BA2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047DBF4-B2B4-9670-89E2-72153C206830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047DBF4-B2B4-9670-89E2-72153C206830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454" y="280105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66D8D58-37D5-DB46-2BFC-0BE2F93A4BCE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66D8D58-37D5-DB46-2BFC-0BE2F93A4BCE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343"/>
                  <a:ext cx="135360" cy="540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CCDD747E-786C-562B-CFFD-4B22250FABEB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CCDD747E-786C-562B-CFFD-4B22250FABEB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574" y="2777681"/>
                <a:ext cx="126360" cy="2425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C028D0C9-C77C-D7E9-ACE6-B22BB003B0DB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C028D0C9-C77C-D7E9-ACE6-B22BB003B0DB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197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24C0B899-A5B2-567B-DA40-F67C80CABE83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32E22A8E-7791-DAEC-2659-DD19FEAE6B6F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32E22A8E-7791-DAEC-2659-DD19FEAE6B6F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036A80BF-1396-169E-334F-31F82D6BA1DD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036A80BF-1396-169E-334F-31F82D6BA1DD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5734" y="283345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C3DBF75-330F-502B-3338-8BF398D0E21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C3DBF75-330F-502B-3338-8BF398D0E21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10B5D8EE-472D-B460-5ABA-275837A1C815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10B5D8EE-472D-B460-5ABA-275837A1C815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5D1AF747-D543-2A37-20C0-731123A63CB5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5D1AF747-D543-2A37-20C0-731123A63CB5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454" y="259153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5F5C7DE3-D829-DCDB-5AFF-7D0394F9C6F6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0159926-C09A-258F-3EFB-F29EF9C7BEDC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0159926-C09A-258F-3EFB-F29EF9C7BEDC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25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2096CCD-654F-4F77-D1A8-815CB989EB8C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2096CCD-654F-4F77-D1A8-815CB989EB8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334" y="2871284"/>
                  <a:ext cx="55080" cy="22457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D0279956-B865-80FE-4671-78816F0ED033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D0279956-B865-80FE-4671-78816F0ED033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49454" y="3296410"/>
                <a:ext cx="63475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7C69CCCC-98CA-1C9F-856F-28A34CA5579A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931452A6-1C59-A92B-DD24-1B46B144921A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931452A6-1C59-A92B-DD24-1B46B144921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45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B5C3C74B-4595-331C-E1E6-42210DF575E7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B5C3C74B-4595-331C-E1E6-42210DF575E7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13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BE6EFD53-F7A7-49DD-A10E-5536BAC8C8F3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A44392C9-F366-EBF3-FCAD-31927B03EB28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A44392C9-F366-EBF3-FCAD-31927B03EB28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8654" y="362257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620A606-1CC1-4DB2-91A2-9B3939B63B70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620A606-1CC1-4DB2-91A2-9B3939B63B70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681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25F53FAA-4A97-441E-FBC0-FF8274B9B4A6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25F53FAA-4A97-441E-FBC0-FF8274B9B4A6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3814" y="355849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81F18411-96E7-86EF-E2ED-0F890ACE50BD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81F18411-96E7-86EF-E2ED-0F890ACE50BD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29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5282454D-36E4-4B81-7283-C2A0F89EE3AD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5282454D-36E4-4B81-7283-C2A0F89EE3AD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007" y="3622570"/>
                <a:ext cx="175052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960BCC25-8A82-80A4-FBB3-A4C2B6660FA1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86602D0-F73B-D96A-0BB4-541D7DE53429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86602D0-F73B-D96A-0BB4-541D7DE5342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096" y="3648490"/>
                  <a:ext cx="20527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F9E3384-4464-649F-96A3-F530DD244B9C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F9E3384-4464-649F-96A3-F530DD244B9C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492" y="3581890"/>
                  <a:ext cx="67648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7D878A20-3C3D-7A90-30F3-1ED85881DAA3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7D878A20-3C3D-7A90-30F3-1ED85881DAA3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0814" y="3315250"/>
                <a:ext cx="53640" cy="47988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1F5810BA-C43D-4B01-D1F8-0A938B4501BC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ED684A4-B718-8D69-8FA2-8179624D188E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ED684A4-B718-8D69-8FA2-8179624D188E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37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D08A9F2-171C-3E9F-5AFE-113EBD42788E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D08A9F2-171C-3E9F-5AFE-113EBD42788E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4689" y="3509530"/>
                  <a:ext cx="181528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712BC92C-64FA-E2A7-45F6-66B0D7300321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712BC92C-64FA-E2A7-45F6-66B0D7300321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C88BE7F0-9694-566A-3FD8-C4E61BA505C0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C88BE7F0-9694-566A-3FD8-C4E61BA505C0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4E345396-5432-07B3-74BD-3BC95719AA93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4E345396-5432-07B3-74BD-3BC95719AA93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8413" y="4457008"/>
                <a:ext cx="56796" cy="190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7E31101C-21BA-A76A-CEF9-BE9092EA637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7E31101C-21BA-A76A-CEF9-BE9092EA637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614" y="495313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7CE0B7C9-1ACA-3E79-8704-5013839D29F0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7CE0B7C9-1ACA-3E79-8704-5013839D29F0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485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F388A49B-1752-64D7-4A5F-8919EFF45B1B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F388A49B-1752-64D7-4A5F-8919EFF45B1B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214" y="4851712"/>
                <a:ext cx="48240" cy="98438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99629427-33E6-1BFE-DF2A-681F2E6C69D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88E5F7A7-A2F4-EE2A-95B7-F4F6A89B5E88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88E5F7A7-A2F4-EE2A-95B7-F4F6A89B5E88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9054" y="5136730"/>
                  <a:ext cx="44892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408AAC42-DF8F-7A27-A60F-23C548A42C2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408AAC42-DF8F-7A27-A60F-23C548A42C2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FD5CDB8E-5EA9-BE8A-91A0-726A6E950240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057F043-8853-8F3F-D5E1-E38670E2EF14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057F043-8853-8F3F-D5E1-E38670E2EF1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61337C3-B909-31E0-5543-5BB542267FE2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61337C3-B909-31E0-5543-5BB542267FE2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173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FD6BB1D3-F372-F225-8A54-B8DD5B164D39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FD6BB1D3-F372-F225-8A54-B8DD5B164D39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952B0FFF-077A-2984-C42A-E48283B9297C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952B0FFF-077A-2984-C42A-E48283B9297C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A7A82D16-B594-3307-BEF2-93B7C256373B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D4741CC9-FB69-3A29-6D75-1ADA66C89CF4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D4741CC9-FB69-3A29-6D75-1ADA66C89CF4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5344" y="5110409"/>
                  <a:ext cx="48789" cy="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93247E8-B539-0BD7-7FBF-8F5578723D4D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93247E8-B539-0BD7-7FBF-8F5578723D4D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09965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7E589CD2-02F8-DD2A-153E-F9C1DD7BFBF0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98CFE67-E3C5-402B-7208-4147B15DD4A1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98CFE67-E3C5-402B-7208-4147B15DD4A1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485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9284B6E6-1D04-01EB-2431-44AF8D2F706D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9284B6E6-1D04-01EB-2431-44AF8D2F706D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57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7A2E1E03-EF38-C821-1D14-9B3243A68125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7A2E1E03-EF38-C821-1D14-9B3243A68125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2774" y="502297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A51202C0-7C7A-637B-10CD-8A986E478E35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A51202C0-7C7A-637B-10CD-8A986E478E35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4654" y="4862210"/>
                <a:ext cx="56520" cy="68796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8A2BFE47-1C4D-F1CB-3005-3F1D0466E1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E193E931-A8A6-89AE-F522-A6C8644B9F8A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E193E931-A8A6-89AE-F522-A6C8644B9F8A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477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A0028E6E-710A-CCC7-C0BF-C69996B566B7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A0028E6E-710A-CCC7-C0BF-C69996B566B7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8778" y="5270650"/>
                  <a:ext cx="12183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E41E5726-702A-D723-D08B-862B6D0C8D4C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E41E5726-702A-D723-D08B-862B6D0C8D4C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0048DF8-2FF0-4806-E077-1ABD5DAEEA45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0048DF8-2FF0-4806-E077-1ABD5DAEEA45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574" y="513529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60435D47-C75F-023C-ECD9-0560908CB4CC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60435D47-C75F-023C-ECD9-0560908CB4CC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53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7445A052-C15A-D913-0617-CC0E353866E2}"/>
              </a:ext>
            </a:extLst>
          </p:cNvPr>
          <p:cNvGrpSpPr/>
          <p:nvPr/>
        </p:nvGrpSpPr>
        <p:grpSpPr>
          <a:xfrm>
            <a:off x="221134" y="2865490"/>
            <a:ext cx="467280" cy="304920"/>
            <a:chOff x="221134" y="2865490"/>
            <a:chExt cx="467280" cy="30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112CBB2-AFED-0FA1-30FE-2503CF20FBD8}"/>
                    </a:ext>
                  </a:extLst>
                </p14:cNvPr>
                <p14:cNvContentPartPr/>
                <p14:nvPr/>
              </p14:nvContentPartPr>
              <p14:xfrm>
                <a:off x="221134" y="2865490"/>
                <a:ext cx="190080" cy="3049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112CBB2-AFED-0FA1-30FE-2503CF20FBD8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03134" y="2847490"/>
                  <a:ext cx="2257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BAD8165-2463-5FE0-5459-7A6257426CCB}"/>
                    </a:ext>
                  </a:extLst>
                </p14:cNvPr>
                <p14:cNvContentPartPr/>
                <p14:nvPr/>
              </p14:nvContentPartPr>
              <p14:xfrm>
                <a:off x="557014" y="2979250"/>
                <a:ext cx="59040" cy="122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BAD8165-2463-5FE0-5459-7A6257426CCB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39014" y="2961250"/>
                  <a:ext cx="9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F40C6D3-4AD2-DFC6-0E66-A59F960C5CD7}"/>
                    </a:ext>
                  </a:extLst>
                </p14:cNvPr>
                <p14:cNvContentPartPr/>
                <p14:nvPr/>
              </p14:nvContentPartPr>
              <p14:xfrm>
                <a:off x="571774" y="3044050"/>
                <a:ext cx="116640" cy="547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F40C6D3-4AD2-DFC6-0E66-A59F960C5CD7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53774" y="3026050"/>
                  <a:ext cx="1522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D94E985B-9CA9-9796-4ECA-640B46598249}"/>
              </a:ext>
            </a:extLst>
          </p:cNvPr>
          <p:cNvGrpSpPr/>
          <p:nvPr/>
        </p:nvGrpSpPr>
        <p:grpSpPr>
          <a:xfrm>
            <a:off x="869854" y="2860450"/>
            <a:ext cx="332640" cy="307800"/>
            <a:chOff x="869854" y="2860450"/>
            <a:chExt cx="332640" cy="30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3D2B10D-1242-7EF4-BF0B-CAB90B945761}"/>
                    </a:ext>
                  </a:extLst>
                </p14:cNvPr>
                <p14:cNvContentPartPr/>
                <p14:nvPr/>
              </p14:nvContentPartPr>
              <p14:xfrm>
                <a:off x="869854" y="2860450"/>
                <a:ext cx="23040" cy="2764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3D2B10D-1242-7EF4-BF0B-CAB90B945761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51854" y="2842427"/>
                  <a:ext cx="58680" cy="3121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5EE07C3C-EC63-EF0A-7131-BD38861CC165}"/>
                    </a:ext>
                  </a:extLst>
                </p14:cNvPr>
                <p14:cNvContentPartPr/>
                <p14:nvPr/>
              </p14:nvContentPartPr>
              <p14:xfrm>
                <a:off x="1066054" y="2902570"/>
                <a:ext cx="22320" cy="2656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5EE07C3C-EC63-EF0A-7131-BD38861CC165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48054" y="2884570"/>
                  <a:ext cx="57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2776C80-8DEA-05C0-881A-82DF0803FCD4}"/>
                    </a:ext>
                  </a:extLst>
                </p14:cNvPr>
                <p14:cNvContentPartPr/>
                <p14:nvPr/>
              </p14:nvContentPartPr>
              <p14:xfrm>
                <a:off x="1061014" y="2877730"/>
                <a:ext cx="141480" cy="12600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2776C80-8DEA-05C0-881A-82DF0803FCD4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43014" y="2859730"/>
                  <a:ext cx="1771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1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04D246F8-D6A7-A67A-AC53-AAC12E8B80F1}"/>
                  </a:ext>
                </a:extLst>
              </p14:cNvPr>
              <p14:cNvContentPartPr/>
              <p14:nvPr/>
            </p14:nvContentPartPr>
            <p14:xfrm>
              <a:off x="305014" y="3610690"/>
              <a:ext cx="96840" cy="28260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04D246F8-D6A7-A67A-AC53-AAC12E8B80F1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287014" y="3592667"/>
                <a:ext cx="132480" cy="318285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57579AED-EA4A-B622-184B-1E8F4FAE6E8B}"/>
              </a:ext>
            </a:extLst>
          </p:cNvPr>
          <p:cNvGrpSpPr/>
          <p:nvPr/>
        </p:nvGrpSpPr>
        <p:grpSpPr>
          <a:xfrm>
            <a:off x="568534" y="3508810"/>
            <a:ext cx="1633680" cy="456840"/>
            <a:chOff x="568534" y="3508810"/>
            <a:chExt cx="1633680" cy="45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82695F50-564C-D191-FDC0-690485FF5BF2}"/>
                    </a:ext>
                  </a:extLst>
                </p14:cNvPr>
                <p14:cNvContentPartPr/>
                <p14:nvPr/>
              </p14:nvContentPartPr>
              <p14:xfrm>
                <a:off x="568534" y="3806170"/>
                <a:ext cx="3960" cy="15336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82695F50-564C-D191-FDC0-690485FF5BF2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550534" y="3788170"/>
                  <a:ext cx="3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6756AED-F594-6619-CC43-685266F68755}"/>
                    </a:ext>
                  </a:extLst>
                </p14:cNvPr>
                <p14:cNvContentPartPr/>
                <p14:nvPr/>
              </p14:nvContentPartPr>
              <p14:xfrm>
                <a:off x="688054" y="3707170"/>
                <a:ext cx="183240" cy="561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6756AED-F594-6619-CC43-685266F68755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70089" y="3689170"/>
                  <a:ext cx="21881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D2DCCA9-50F5-D398-6513-CCABF39CF4A0}"/>
                    </a:ext>
                  </a:extLst>
                </p14:cNvPr>
                <p14:cNvContentPartPr/>
                <p14:nvPr/>
              </p14:nvContentPartPr>
              <p14:xfrm>
                <a:off x="964174" y="3559210"/>
                <a:ext cx="147960" cy="2898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D2DCCA9-50F5-D398-6513-CCABF39CF4A0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46218" y="3541210"/>
                  <a:ext cx="183513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7FD463A-F28E-9C74-C842-DAEF62DD389D}"/>
                    </a:ext>
                  </a:extLst>
                </p14:cNvPr>
                <p14:cNvContentPartPr/>
                <p14:nvPr/>
              </p14:nvContentPartPr>
              <p14:xfrm>
                <a:off x="1141294" y="3722290"/>
                <a:ext cx="95400" cy="1558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7FD463A-F28E-9C74-C842-DAEF62DD389D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3294" y="3704290"/>
                  <a:ext cx="131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F3DE67BD-8B58-7420-7911-B96EDAA14AD1}"/>
                    </a:ext>
                  </a:extLst>
                </p14:cNvPr>
                <p14:cNvContentPartPr/>
                <p14:nvPr/>
              </p14:nvContentPartPr>
              <p14:xfrm>
                <a:off x="1330294" y="3683050"/>
                <a:ext cx="77400" cy="392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F3DE67BD-8B58-7420-7911-B96EDAA14AD1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312294" y="3664883"/>
                  <a:ext cx="113040" cy="752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703D7DA-9338-21A6-553C-DC4CD521874C}"/>
                    </a:ext>
                  </a:extLst>
                </p14:cNvPr>
                <p14:cNvContentPartPr/>
                <p14:nvPr/>
              </p14:nvContentPartPr>
              <p14:xfrm>
                <a:off x="1324534" y="3737410"/>
                <a:ext cx="120960" cy="511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703D7DA-9338-21A6-553C-DC4CD521874C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306534" y="3719410"/>
                  <a:ext cx="156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B78430C-C537-9D92-06E0-E5DEDAEECA1C}"/>
                    </a:ext>
                  </a:extLst>
                </p14:cNvPr>
                <p14:cNvContentPartPr/>
                <p14:nvPr/>
              </p14:nvContentPartPr>
              <p14:xfrm>
                <a:off x="1574734" y="3638770"/>
                <a:ext cx="71280" cy="1735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B78430C-C537-9D92-06E0-E5DEDAEECA1C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556734" y="3620770"/>
                  <a:ext cx="1069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4C8156C-017A-D8FD-EF74-9F14E98F9460}"/>
                    </a:ext>
                  </a:extLst>
                </p14:cNvPr>
                <p14:cNvContentPartPr/>
                <p14:nvPr/>
              </p14:nvContentPartPr>
              <p14:xfrm>
                <a:off x="1583374" y="3508810"/>
                <a:ext cx="23040" cy="115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4C8156C-017A-D8FD-EF74-9F14E98F9460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565374" y="3491355"/>
                  <a:ext cx="586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0A09ABC5-1E25-B4D1-45C4-014487FACFC4}"/>
                    </a:ext>
                  </a:extLst>
                </p14:cNvPr>
                <p14:cNvContentPartPr/>
                <p14:nvPr/>
              </p14:nvContentPartPr>
              <p14:xfrm>
                <a:off x="1782814" y="3798610"/>
                <a:ext cx="26280" cy="1670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0A09ABC5-1E25-B4D1-45C4-014487FACFC4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64814" y="3780610"/>
                  <a:ext cx="619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C4B208B6-655D-FE91-F32E-44EA0ADBA490}"/>
                    </a:ext>
                  </a:extLst>
                </p14:cNvPr>
                <p14:cNvContentPartPr/>
                <p14:nvPr/>
              </p14:nvContentPartPr>
              <p14:xfrm>
                <a:off x="1969654" y="3574690"/>
                <a:ext cx="9720" cy="24120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C4B208B6-655D-FE91-F32E-44EA0ADBA490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951654" y="3556663"/>
                  <a:ext cx="45360" cy="2768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7B8B9555-296F-4B5A-B176-BD125DB04DB0}"/>
                    </a:ext>
                  </a:extLst>
                </p14:cNvPr>
                <p14:cNvContentPartPr/>
                <p14:nvPr/>
              </p14:nvContentPartPr>
              <p14:xfrm>
                <a:off x="1935094" y="3545530"/>
                <a:ext cx="192240" cy="1728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7B8B9555-296F-4B5A-B176-BD125DB04DB0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917094" y="3527530"/>
                  <a:ext cx="227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358A021B-8AAB-58B8-A521-E22AE99CC897}"/>
                    </a:ext>
                  </a:extLst>
                </p14:cNvPr>
                <p14:cNvContentPartPr/>
                <p14:nvPr/>
              </p14:nvContentPartPr>
              <p14:xfrm>
                <a:off x="2184574" y="3689170"/>
                <a:ext cx="17640" cy="18072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358A021B-8AAB-58B8-A521-E22AE99CC897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166199" y="3671170"/>
                  <a:ext cx="54023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57">
            <p14:nvContentPartPr>
              <p14:cNvPr id="279" name="Ink 278">
                <a:extLst>
                  <a:ext uri="{FF2B5EF4-FFF2-40B4-BE49-F238E27FC236}">
                    <a16:creationId xmlns:a16="http://schemas.microsoft.com/office/drawing/2014/main" id="{83F019E5-7EB0-6474-2679-49A1D186F9BA}"/>
                  </a:ext>
                </a:extLst>
              </p14:cNvPr>
              <p14:cNvContentPartPr/>
              <p14:nvPr/>
            </p14:nvContentPartPr>
            <p14:xfrm>
              <a:off x="799654" y="4306930"/>
              <a:ext cx="11520" cy="17640"/>
            </p14:xfrm>
          </p:contentPart>
        </mc:Choice>
        <mc:Fallback>
          <p:pic>
            <p:nvPicPr>
              <p:cNvPr id="279" name="Ink 278">
                <a:extLst>
                  <a:ext uri="{FF2B5EF4-FFF2-40B4-BE49-F238E27FC236}">
                    <a16:creationId xmlns:a16="http://schemas.microsoft.com/office/drawing/2014/main" id="{83F019E5-7EB0-6474-2679-49A1D186F9BA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781654" y="4289290"/>
                <a:ext cx="47160" cy="52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97D595BC-1E55-D6BC-91AA-6105EFABC12F}"/>
                  </a:ext>
                </a:extLst>
              </p14:cNvPr>
              <p14:cNvContentPartPr/>
              <p14:nvPr/>
            </p14:nvContentPartPr>
            <p14:xfrm>
              <a:off x="831334" y="4509970"/>
              <a:ext cx="23760" cy="8640"/>
            </p14:xfrm>
          </p:contentPart>
        </mc:Choice>
        <mc:Fallback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97D595BC-1E55-D6BC-91AA-6105EFABC12F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813057" y="4491970"/>
                <a:ext cx="59948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1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4A783A4E-F668-E7DF-56AE-125CA23772C7}"/>
                  </a:ext>
                </a:extLst>
              </p14:cNvPr>
              <p14:cNvContentPartPr/>
              <p14:nvPr/>
            </p14:nvContentPartPr>
            <p14:xfrm>
              <a:off x="840694" y="4682770"/>
              <a:ext cx="33120" cy="227880"/>
            </p14:xfrm>
          </p:contentPart>
        </mc:Choice>
        <mc:Fallback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4A783A4E-F668-E7DF-56AE-125CA23772C7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822694" y="4664770"/>
                <a:ext cx="687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06688253-90A2-60A6-F36D-B1171C481CDA}"/>
              </a:ext>
            </a:extLst>
          </p:cNvPr>
          <p:cNvGrpSpPr/>
          <p:nvPr/>
        </p:nvGrpSpPr>
        <p:grpSpPr>
          <a:xfrm>
            <a:off x="254974" y="5033050"/>
            <a:ext cx="2226960" cy="521280"/>
            <a:chOff x="254974" y="5033050"/>
            <a:chExt cx="2226960" cy="52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3C48E389-3C17-C657-E336-ADB3A101DE02}"/>
                    </a:ext>
                  </a:extLst>
                </p14:cNvPr>
                <p14:cNvContentPartPr/>
                <p14:nvPr/>
              </p14:nvContentPartPr>
              <p14:xfrm>
                <a:off x="254974" y="5114050"/>
                <a:ext cx="159480" cy="3034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3C48E389-3C17-C657-E336-ADB3A101DE02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36974" y="5096050"/>
                  <a:ext cx="195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30AF5E6-3B09-BD2F-73EA-0B415DB76C67}"/>
                    </a:ext>
                  </a:extLst>
                </p14:cNvPr>
                <p14:cNvContentPartPr/>
                <p14:nvPr/>
              </p14:nvContentPartPr>
              <p14:xfrm>
                <a:off x="492934" y="5283970"/>
                <a:ext cx="108360" cy="2311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30AF5E6-3B09-BD2F-73EA-0B415DB76C67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474934" y="5265998"/>
                  <a:ext cx="144000" cy="266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07F52CEC-45D2-0DA9-A79F-1D252C31A25F}"/>
                    </a:ext>
                  </a:extLst>
                </p14:cNvPr>
                <p14:cNvContentPartPr/>
                <p14:nvPr/>
              </p14:nvContentPartPr>
              <p14:xfrm>
                <a:off x="730174" y="5249410"/>
                <a:ext cx="167400" cy="360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07F52CEC-45D2-0DA9-A79F-1D252C31A25F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12174" y="5231588"/>
                  <a:ext cx="203040" cy="712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48942D33-99C2-A4E8-AC7C-2C88B2A99B5A}"/>
                    </a:ext>
                  </a:extLst>
                </p14:cNvPr>
                <p14:cNvContentPartPr/>
                <p14:nvPr/>
              </p14:nvContentPartPr>
              <p14:xfrm>
                <a:off x="979294" y="5078410"/>
                <a:ext cx="151200" cy="31392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48942D33-99C2-A4E8-AC7C-2C88B2A99B5A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61294" y="5060389"/>
                  <a:ext cx="186840" cy="3496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74562E1A-2C65-9D66-7475-5833808E1CA5}"/>
                    </a:ext>
                  </a:extLst>
                </p14:cNvPr>
                <p14:cNvContentPartPr/>
                <p14:nvPr/>
              </p14:nvContentPartPr>
              <p14:xfrm>
                <a:off x="1143454" y="5321050"/>
                <a:ext cx="120240" cy="22536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74562E1A-2C65-9D66-7475-5833808E1CA5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5454" y="5303050"/>
                  <a:ext cx="1558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B0E2FE0-9F47-6500-5AF8-0A1126F52C83}"/>
                    </a:ext>
                  </a:extLst>
                </p14:cNvPr>
                <p14:cNvContentPartPr/>
                <p14:nvPr/>
              </p14:nvContentPartPr>
              <p14:xfrm>
                <a:off x="1364134" y="5268130"/>
                <a:ext cx="76320" cy="374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B0E2FE0-9F47-6500-5AF8-0A1126F52C83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346134" y="5250130"/>
                  <a:ext cx="111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BE985C8B-1B61-B329-FFA9-B052EEE23329}"/>
                    </a:ext>
                  </a:extLst>
                </p14:cNvPr>
                <p14:cNvContentPartPr/>
                <p14:nvPr/>
              </p14:nvContentPartPr>
              <p14:xfrm>
                <a:off x="1406614" y="5358130"/>
                <a:ext cx="116280" cy="3276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BE985C8B-1B61-B329-FFA9-B052EEE23329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388614" y="5340130"/>
                  <a:ext cx="151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07769C0E-DAB7-5DE4-8ED4-3C4802D3CA81}"/>
                    </a:ext>
                  </a:extLst>
                </p14:cNvPr>
                <p14:cNvContentPartPr/>
                <p14:nvPr/>
              </p14:nvContentPartPr>
              <p14:xfrm>
                <a:off x="1615774" y="5199370"/>
                <a:ext cx="65160" cy="22392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07769C0E-DAB7-5DE4-8ED4-3C4802D3CA81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97873" y="5181370"/>
                  <a:ext cx="100604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C91F0208-7BFE-2E15-0C06-EAE74BE659AD}"/>
                    </a:ext>
                  </a:extLst>
                </p14:cNvPr>
                <p14:cNvContentPartPr/>
                <p14:nvPr/>
              </p14:nvContentPartPr>
              <p14:xfrm>
                <a:off x="1657174" y="5033050"/>
                <a:ext cx="8280" cy="2304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C91F0208-7BFE-2E15-0C06-EAE74BE659AD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39174" y="5015050"/>
                  <a:ext cx="439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E460E00-A88B-E89A-A23E-0ABF828DAED6}"/>
                    </a:ext>
                  </a:extLst>
                </p14:cNvPr>
                <p14:cNvContentPartPr/>
                <p14:nvPr/>
              </p14:nvContentPartPr>
              <p14:xfrm>
                <a:off x="1797934" y="5430490"/>
                <a:ext cx="22320" cy="12384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E460E00-A88B-E89A-A23E-0ABF828DAED6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779639" y="5412490"/>
                  <a:ext cx="58544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0A675D11-9F28-5329-DDEA-E8C54FB1AD60}"/>
                    </a:ext>
                  </a:extLst>
                </p14:cNvPr>
                <p14:cNvContentPartPr/>
                <p14:nvPr/>
              </p14:nvContentPartPr>
              <p14:xfrm>
                <a:off x="1876054" y="5388730"/>
                <a:ext cx="121680" cy="15912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0A675D11-9F28-5329-DDEA-E8C54FB1AD60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858001" y="5370730"/>
                  <a:ext cx="157426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F6FDF87B-899E-D29F-E166-CEE2C4603E01}"/>
                    </a:ext>
                  </a:extLst>
                </p14:cNvPr>
                <p14:cNvContentPartPr/>
                <p14:nvPr/>
              </p14:nvContentPartPr>
              <p14:xfrm>
                <a:off x="2082694" y="5155450"/>
                <a:ext cx="19440" cy="2077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F6FDF87B-899E-D29F-E166-CEE2C4603E01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064694" y="5137450"/>
                  <a:ext cx="55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A09EFB79-FB5A-A10B-66EE-31B572F8848A}"/>
                    </a:ext>
                  </a:extLst>
                </p14:cNvPr>
                <p14:cNvContentPartPr/>
                <p14:nvPr/>
              </p14:nvContentPartPr>
              <p14:xfrm>
                <a:off x="2071174" y="5077690"/>
                <a:ext cx="173520" cy="18720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A09EFB79-FB5A-A10B-66EE-31B572F8848A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053137" y="5059725"/>
                  <a:ext cx="209234" cy="2227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2543E993-C12C-807A-54CF-BA26B4F6FCFE}"/>
                    </a:ext>
                  </a:extLst>
                </p14:cNvPr>
                <p14:cNvContentPartPr/>
                <p14:nvPr/>
              </p14:nvContentPartPr>
              <p14:xfrm>
                <a:off x="2298334" y="5299450"/>
                <a:ext cx="12240" cy="19584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2543E993-C12C-807A-54CF-BA26B4F6FCF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279789" y="5281450"/>
                  <a:ext cx="489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8718107B-CE86-3B0B-A250-196B9DB2954F}"/>
                    </a:ext>
                  </a:extLst>
                </p14:cNvPr>
                <p14:cNvContentPartPr/>
                <p14:nvPr/>
              </p14:nvContentPartPr>
              <p14:xfrm>
                <a:off x="2402734" y="5309530"/>
                <a:ext cx="79200" cy="14508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8718107B-CE86-3B0B-A250-196B9DB2954F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384652" y="5291530"/>
                  <a:ext cx="115003" cy="18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3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6B7D5CDE-2B9A-349E-01D6-3EA51262C7A6}"/>
                  </a:ext>
                </a:extLst>
              </p14:cNvPr>
              <p14:cNvContentPartPr/>
              <p14:nvPr/>
            </p14:nvContentPartPr>
            <p14:xfrm>
              <a:off x="3070320" y="2691480"/>
              <a:ext cx="349920" cy="67248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6B7D5CDE-2B9A-349E-01D6-3EA51262C7A6}"/>
                  </a:ext>
                </a:extLst>
              </p:cNvPr>
              <p:cNvPicPr/>
              <p:nvPr/>
            </p:nvPicPr>
            <p:blipFill>
              <a:blip r:embed="rId494"/>
              <a:stretch>
                <a:fillRect/>
              </a:stretch>
            </p:blipFill>
            <p:spPr>
              <a:xfrm>
                <a:off x="3016320" y="2583422"/>
                <a:ext cx="457560" cy="8882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5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6A14CDD4-277A-2233-212E-69D21DA81509}"/>
                  </a:ext>
                </a:extLst>
              </p14:cNvPr>
              <p14:cNvContentPartPr/>
              <p14:nvPr/>
            </p14:nvContentPartPr>
            <p14:xfrm>
              <a:off x="2994720" y="4346760"/>
              <a:ext cx="438480" cy="53352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6A14CDD4-277A-2233-212E-69D21DA81509}"/>
                  </a:ext>
                </a:extLst>
              </p:cNvPr>
              <p:cNvPicPr/>
              <p:nvPr/>
            </p:nvPicPr>
            <p:blipFill>
              <a:blip r:embed="rId496"/>
              <a:stretch>
                <a:fillRect/>
              </a:stretch>
            </p:blipFill>
            <p:spPr>
              <a:xfrm>
                <a:off x="2940720" y="4238760"/>
                <a:ext cx="546120" cy="74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7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BF010ABF-8710-1D40-9E2C-26128EAF6115}"/>
                  </a:ext>
                </a:extLst>
              </p14:cNvPr>
              <p14:cNvContentPartPr/>
              <p14:nvPr/>
            </p14:nvContentPartPr>
            <p14:xfrm>
              <a:off x="4632720" y="4143000"/>
              <a:ext cx="307080" cy="486720"/>
            </p14:xfrm>
          </p:contentPart>
        </mc:Choice>
        <mc:Fallback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BF010ABF-8710-1D40-9E2C-26128EAF6115}"/>
                  </a:ext>
                </a:extLst>
              </p:cNvPr>
              <p:cNvPicPr/>
              <p:nvPr/>
            </p:nvPicPr>
            <p:blipFill>
              <a:blip r:embed="rId498"/>
              <a:stretch>
                <a:fillRect/>
              </a:stretch>
            </p:blipFill>
            <p:spPr>
              <a:xfrm>
                <a:off x="4578783" y="4035000"/>
                <a:ext cx="414594" cy="70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9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5F1F3D80-9FA2-D400-8167-457F61628E65}"/>
                  </a:ext>
                </a:extLst>
              </p14:cNvPr>
              <p14:cNvContentPartPr/>
              <p14:nvPr/>
            </p14:nvContentPartPr>
            <p14:xfrm>
              <a:off x="3692040" y="5192400"/>
              <a:ext cx="529920" cy="403560"/>
            </p14:xfrm>
          </p:contentPart>
        </mc:Choice>
        <mc:Fallback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5F1F3D80-9FA2-D400-8167-457F61628E65}"/>
                  </a:ext>
                </a:extLst>
              </p:cNvPr>
              <p:cNvPicPr/>
              <p:nvPr/>
            </p:nvPicPr>
            <p:blipFill>
              <a:blip r:embed="rId500"/>
              <a:stretch>
                <a:fillRect/>
              </a:stretch>
            </p:blipFill>
            <p:spPr>
              <a:xfrm>
                <a:off x="3638040" y="5084400"/>
                <a:ext cx="637560" cy="61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1">
            <p14:nvContentPartPr>
              <p14:cNvPr id="293" name="Ink 292">
                <a:extLst>
                  <a:ext uri="{FF2B5EF4-FFF2-40B4-BE49-F238E27FC236}">
                    <a16:creationId xmlns:a16="http://schemas.microsoft.com/office/drawing/2014/main" id="{53775270-32EF-57CC-0161-822B1E717B4C}"/>
                  </a:ext>
                </a:extLst>
              </p14:cNvPr>
              <p14:cNvContentPartPr/>
              <p14:nvPr/>
            </p14:nvContentPartPr>
            <p14:xfrm>
              <a:off x="4444080" y="2511480"/>
              <a:ext cx="214920" cy="277920"/>
            </p14:xfrm>
          </p:contentPart>
        </mc:Choice>
        <mc:Fallback>
          <p:pic>
            <p:nvPicPr>
              <p:cNvPr id="293" name="Ink 292">
                <a:extLst>
                  <a:ext uri="{FF2B5EF4-FFF2-40B4-BE49-F238E27FC236}">
                    <a16:creationId xmlns:a16="http://schemas.microsoft.com/office/drawing/2014/main" id="{53775270-32EF-57CC-0161-822B1E717B4C}"/>
                  </a:ext>
                </a:extLst>
              </p:cNvPr>
              <p:cNvPicPr/>
              <p:nvPr/>
            </p:nvPicPr>
            <p:blipFill>
              <a:blip r:embed="rId502"/>
              <a:stretch>
                <a:fillRect/>
              </a:stretch>
            </p:blipFill>
            <p:spPr>
              <a:xfrm>
                <a:off x="4390080" y="2403620"/>
                <a:ext cx="322560" cy="4932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3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FD5E7586-7EB8-8382-E4C9-660D3E762CBD}"/>
                  </a:ext>
                </a:extLst>
              </p14:cNvPr>
              <p14:cNvContentPartPr/>
              <p14:nvPr/>
            </p14:nvContentPartPr>
            <p14:xfrm>
              <a:off x="4600320" y="2605080"/>
              <a:ext cx="219240" cy="427680"/>
            </p14:xfrm>
          </p:contentPart>
        </mc:Choice>
        <mc:Fallback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FD5E7586-7EB8-8382-E4C9-660D3E762CBD}"/>
                  </a:ext>
                </a:extLst>
              </p:cNvPr>
              <p:cNvPicPr/>
              <p:nvPr/>
            </p:nvPicPr>
            <p:blipFill>
              <a:blip r:embed="rId504"/>
              <a:stretch>
                <a:fillRect/>
              </a:stretch>
            </p:blipFill>
            <p:spPr>
              <a:xfrm>
                <a:off x="4546409" y="2497171"/>
                <a:ext cx="326704" cy="6431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5">
            <p14:nvContentPartPr>
              <p14:cNvPr id="302" name="Ink 301">
                <a:extLst>
                  <a:ext uri="{FF2B5EF4-FFF2-40B4-BE49-F238E27FC236}">
                    <a16:creationId xmlns:a16="http://schemas.microsoft.com/office/drawing/2014/main" id="{8881698D-6A29-C921-738E-E746F6572119}"/>
                  </a:ext>
                </a:extLst>
              </p14:cNvPr>
              <p14:cNvContentPartPr/>
              <p14:nvPr/>
            </p14:nvContentPartPr>
            <p14:xfrm>
              <a:off x="5112960" y="1918920"/>
              <a:ext cx="352440" cy="230040"/>
            </p14:xfrm>
          </p:contentPart>
        </mc:Choice>
        <mc:Fallback>
          <p:pic>
            <p:nvPicPr>
              <p:cNvPr id="302" name="Ink 301">
                <a:extLst>
                  <a:ext uri="{FF2B5EF4-FFF2-40B4-BE49-F238E27FC236}">
                    <a16:creationId xmlns:a16="http://schemas.microsoft.com/office/drawing/2014/main" id="{8881698D-6A29-C921-738E-E746F6572119}"/>
                  </a:ext>
                </a:extLst>
              </p:cNvPr>
              <p:cNvPicPr/>
              <p:nvPr/>
            </p:nvPicPr>
            <p:blipFill>
              <a:blip r:embed="rId506"/>
              <a:stretch>
                <a:fillRect/>
              </a:stretch>
            </p:blipFill>
            <p:spPr>
              <a:xfrm>
                <a:off x="5058905" y="1810920"/>
                <a:ext cx="460190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7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B5C45EAD-F6A9-FAE1-18D6-982160AB363B}"/>
                  </a:ext>
                </a:extLst>
              </p14:cNvPr>
              <p14:cNvContentPartPr/>
              <p14:nvPr/>
            </p14:nvContentPartPr>
            <p14:xfrm>
              <a:off x="5291160" y="3493200"/>
              <a:ext cx="630000" cy="331200"/>
            </p14:xfrm>
          </p:contentPart>
        </mc:Choice>
        <mc:Fallback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B5C45EAD-F6A9-FAE1-18D6-982160AB363B}"/>
                  </a:ext>
                </a:extLst>
              </p:cNvPr>
              <p:cNvPicPr/>
              <p:nvPr/>
            </p:nvPicPr>
            <p:blipFill>
              <a:blip r:embed="rId508"/>
              <a:stretch>
                <a:fillRect/>
              </a:stretch>
            </p:blipFill>
            <p:spPr>
              <a:xfrm>
                <a:off x="5237191" y="3385200"/>
                <a:ext cx="737579" cy="54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9">
            <p14:nvContentPartPr>
              <p14:cNvPr id="304" name="Ink 303">
                <a:extLst>
                  <a:ext uri="{FF2B5EF4-FFF2-40B4-BE49-F238E27FC236}">
                    <a16:creationId xmlns:a16="http://schemas.microsoft.com/office/drawing/2014/main" id="{569C9349-7147-CFA5-84EC-02FA29F19B63}"/>
                  </a:ext>
                </a:extLst>
              </p14:cNvPr>
              <p14:cNvContentPartPr/>
              <p14:nvPr/>
            </p14:nvContentPartPr>
            <p14:xfrm>
              <a:off x="6234000" y="2699040"/>
              <a:ext cx="259920" cy="428760"/>
            </p14:xfrm>
          </p:contentPart>
        </mc:Choice>
        <mc:Fallback>
          <p:pic>
            <p:nvPicPr>
              <p:cNvPr id="304" name="Ink 303">
                <a:extLst>
                  <a:ext uri="{FF2B5EF4-FFF2-40B4-BE49-F238E27FC236}">
                    <a16:creationId xmlns:a16="http://schemas.microsoft.com/office/drawing/2014/main" id="{569C9349-7147-CFA5-84EC-02FA29F19B63}"/>
                  </a:ext>
                </a:extLst>
              </p:cNvPr>
              <p:cNvPicPr/>
              <p:nvPr/>
            </p:nvPicPr>
            <p:blipFill>
              <a:blip r:embed="rId510"/>
              <a:stretch>
                <a:fillRect/>
              </a:stretch>
            </p:blipFill>
            <p:spPr>
              <a:xfrm>
                <a:off x="6179925" y="2591040"/>
                <a:ext cx="367709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1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7FA55BA9-8757-90A7-6498-2849A774889D}"/>
                  </a:ext>
                </a:extLst>
              </p14:cNvPr>
              <p14:cNvContentPartPr/>
              <p14:nvPr/>
            </p14:nvContentPartPr>
            <p14:xfrm>
              <a:off x="6415080" y="4266840"/>
              <a:ext cx="343080" cy="372600"/>
            </p14:xfrm>
          </p:contentPart>
        </mc:Choice>
        <mc:Fallback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7FA55BA9-8757-90A7-6498-2849A774889D}"/>
                  </a:ext>
                </a:extLst>
              </p:cNvPr>
              <p:cNvPicPr/>
              <p:nvPr/>
            </p:nvPicPr>
            <p:blipFill>
              <a:blip r:embed="rId512"/>
              <a:stretch>
                <a:fillRect/>
              </a:stretch>
            </p:blipFill>
            <p:spPr>
              <a:xfrm>
                <a:off x="6361080" y="4158840"/>
                <a:ext cx="450720" cy="58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3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841B3821-1FCD-50CE-5FB6-1AB858463363}"/>
                  </a:ext>
                </a:extLst>
              </p14:cNvPr>
              <p14:cNvContentPartPr/>
              <p14:nvPr/>
            </p14:nvContentPartPr>
            <p14:xfrm>
              <a:off x="5536680" y="5008800"/>
              <a:ext cx="495720" cy="271080"/>
            </p14:xfrm>
          </p:contentPart>
        </mc:Choice>
        <mc:Fallback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841B3821-1FCD-50CE-5FB6-1AB858463363}"/>
                  </a:ext>
                </a:extLst>
              </p:cNvPr>
              <p:cNvPicPr/>
              <p:nvPr/>
            </p:nvPicPr>
            <p:blipFill>
              <a:blip r:embed="rId514"/>
              <a:stretch>
                <a:fillRect/>
              </a:stretch>
            </p:blipFill>
            <p:spPr>
              <a:xfrm>
                <a:off x="5482680" y="4900800"/>
                <a:ext cx="603360" cy="48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5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7148D2B9-28DA-E165-3EF8-42E8C3EC8FAE}"/>
                  </a:ext>
                </a:extLst>
              </p14:cNvPr>
              <p14:cNvContentPartPr/>
              <p14:nvPr/>
            </p14:nvContentPartPr>
            <p14:xfrm>
              <a:off x="94920" y="2698680"/>
              <a:ext cx="1307160" cy="712800"/>
            </p14:xfrm>
          </p:contentPart>
        </mc:Choice>
        <mc:Fallback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7148D2B9-28DA-E165-3EF8-42E8C3EC8FAE}"/>
                  </a:ext>
                </a:extLst>
              </p:cNvPr>
              <p:cNvPicPr/>
              <p:nvPr/>
            </p:nvPicPr>
            <p:blipFill>
              <a:blip r:embed="rId516"/>
              <a:stretch>
                <a:fillRect/>
              </a:stretch>
            </p:blipFill>
            <p:spPr>
              <a:xfrm>
                <a:off x="40920" y="2590625"/>
                <a:ext cx="1414800" cy="9285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7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ECF62D4E-CB5A-4FD9-958D-67FF24A6B277}"/>
                  </a:ext>
                </a:extLst>
              </p14:cNvPr>
              <p14:cNvContentPartPr/>
              <p14:nvPr/>
            </p14:nvContentPartPr>
            <p14:xfrm>
              <a:off x="241440" y="3035640"/>
              <a:ext cx="48600" cy="26280"/>
            </p14:xfrm>
          </p:contentPart>
        </mc:Choice>
        <mc:Fallback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ECF62D4E-CB5A-4FD9-958D-67FF24A6B277}"/>
                  </a:ext>
                </a:extLst>
              </p:cNvPr>
              <p:cNvPicPr/>
              <p:nvPr/>
            </p:nvPicPr>
            <p:blipFill>
              <a:blip r:embed="rId518"/>
              <a:stretch>
                <a:fillRect/>
              </a:stretch>
            </p:blipFill>
            <p:spPr>
              <a:xfrm>
                <a:off x="187440" y="2927640"/>
                <a:ext cx="15624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9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A696C0EB-2593-1CEC-F0D2-C3F85A647EC5}"/>
                  </a:ext>
                </a:extLst>
              </p14:cNvPr>
              <p14:cNvContentPartPr/>
              <p14:nvPr/>
            </p14:nvContentPartPr>
            <p14:xfrm>
              <a:off x="3494040" y="2016840"/>
              <a:ext cx="477000" cy="312120"/>
            </p14:xfrm>
          </p:contentPart>
        </mc:Choice>
        <mc:Fallback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A696C0EB-2593-1CEC-F0D2-C3F85A647EC5}"/>
                  </a:ext>
                </a:extLst>
              </p:cNvPr>
              <p:cNvPicPr/>
              <p:nvPr/>
            </p:nvPicPr>
            <p:blipFill>
              <a:blip r:embed="rId520"/>
              <a:stretch>
                <a:fillRect/>
              </a:stretch>
            </p:blipFill>
            <p:spPr>
              <a:xfrm>
                <a:off x="3440040" y="1908964"/>
                <a:ext cx="584640" cy="527512"/>
              </a:xfrm>
              <a:prstGeom prst="rect">
                <a:avLst/>
              </a:prstGeom>
            </p:spPr>
          </p:pic>
        </mc:Fallback>
      </mc:AlternateContent>
      <p:grpSp>
        <p:nvGrpSpPr>
          <p:cNvPr id="326" name="Group 325">
            <a:extLst>
              <a:ext uri="{FF2B5EF4-FFF2-40B4-BE49-F238E27FC236}">
                <a16:creationId xmlns:a16="http://schemas.microsoft.com/office/drawing/2014/main" id="{C1426F49-0DC4-71B3-DEF4-BA160E70F754}"/>
              </a:ext>
            </a:extLst>
          </p:cNvPr>
          <p:cNvGrpSpPr/>
          <p:nvPr/>
        </p:nvGrpSpPr>
        <p:grpSpPr>
          <a:xfrm>
            <a:off x="9763560" y="714584"/>
            <a:ext cx="2227680" cy="760680"/>
            <a:chOff x="9763560" y="714584"/>
            <a:chExt cx="2227680" cy="76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54D91203-7E27-6F5E-B453-E1C9E9ED8E55}"/>
                    </a:ext>
                  </a:extLst>
                </p14:cNvPr>
                <p14:cNvContentPartPr/>
                <p14:nvPr/>
              </p14:nvContentPartPr>
              <p14:xfrm>
                <a:off x="9763560" y="714584"/>
                <a:ext cx="34560" cy="46908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54D91203-7E27-6F5E-B453-E1C9E9ED8E55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9745560" y="696584"/>
                  <a:ext cx="7020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F615581-FD90-0A55-7D6A-842AE0E568BC}"/>
                    </a:ext>
                  </a:extLst>
                </p14:cNvPr>
                <p14:cNvContentPartPr/>
                <p14:nvPr/>
              </p14:nvContentPartPr>
              <p14:xfrm>
                <a:off x="9765360" y="768584"/>
                <a:ext cx="350280" cy="2340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F615581-FD90-0A55-7D6A-842AE0E568BC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9747360" y="750584"/>
                  <a:ext cx="3859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0AFFD702-BA17-1E1A-1664-27A5D52EF0D7}"/>
                    </a:ext>
                  </a:extLst>
                </p14:cNvPr>
                <p14:cNvContentPartPr/>
                <p14:nvPr/>
              </p14:nvContentPartPr>
              <p14:xfrm>
                <a:off x="10283400" y="802784"/>
                <a:ext cx="223560" cy="21060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0AFFD702-BA17-1E1A-1664-27A5D52EF0D7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0265400" y="785144"/>
                  <a:ext cx="2592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B87C4A9-42A1-64FC-079F-AC8DDAC4B665}"/>
                    </a:ext>
                  </a:extLst>
                </p14:cNvPr>
                <p14:cNvContentPartPr/>
                <p14:nvPr/>
              </p14:nvContentPartPr>
              <p14:xfrm>
                <a:off x="10629000" y="782624"/>
                <a:ext cx="241200" cy="24948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B87C4A9-42A1-64FC-079F-AC8DDAC4B665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10611360" y="764984"/>
                  <a:ext cx="2768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A91E98F6-67A3-9C8C-BA64-6ED870A461B1}"/>
                    </a:ext>
                  </a:extLst>
                </p14:cNvPr>
                <p14:cNvContentPartPr/>
                <p14:nvPr/>
              </p14:nvContentPartPr>
              <p14:xfrm>
                <a:off x="9887400" y="1231904"/>
                <a:ext cx="65520" cy="2433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A91E98F6-67A3-9C8C-BA64-6ED870A461B1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869400" y="1214264"/>
                  <a:ext cx="1011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7D7F9FB9-559B-B27C-2038-9A497B258044}"/>
                    </a:ext>
                  </a:extLst>
                </p14:cNvPr>
                <p14:cNvContentPartPr/>
                <p14:nvPr/>
              </p14:nvContentPartPr>
              <p14:xfrm>
                <a:off x="9819000" y="1339184"/>
                <a:ext cx="171360" cy="9108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7D7F9FB9-559B-B27C-2038-9A497B258044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9801360" y="1321544"/>
                  <a:ext cx="207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E667C321-53D5-737C-E81F-B6BBE7755723}"/>
                    </a:ext>
                  </a:extLst>
                </p14:cNvPr>
                <p14:cNvContentPartPr/>
                <p14:nvPr/>
              </p14:nvContentPartPr>
              <p14:xfrm>
                <a:off x="10036080" y="1303544"/>
                <a:ext cx="109440" cy="14436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E667C321-53D5-737C-E81F-B6BBE7755723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0018080" y="1285544"/>
                  <a:ext cx="1450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4A234CC4-169C-03DA-8D78-684C1461BE42}"/>
                    </a:ext>
                  </a:extLst>
                </p14:cNvPr>
                <p14:cNvContentPartPr/>
                <p14:nvPr/>
              </p14:nvContentPartPr>
              <p14:xfrm>
                <a:off x="10208880" y="1264304"/>
                <a:ext cx="83880" cy="12600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4A234CC4-169C-03DA-8D78-684C1461BE42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0191240" y="1246664"/>
                  <a:ext cx="1195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9DB6FEB7-4F1E-9CBD-4DEB-116493D10965}"/>
                    </a:ext>
                  </a:extLst>
                </p14:cNvPr>
                <p14:cNvContentPartPr/>
                <p14:nvPr/>
              </p14:nvContentPartPr>
              <p14:xfrm>
                <a:off x="10581480" y="1193384"/>
                <a:ext cx="186120" cy="2293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9DB6FEB7-4F1E-9CBD-4DEB-116493D10965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10563840" y="1175384"/>
                  <a:ext cx="221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3D2C42CD-981C-9104-7031-98391B389BD9}"/>
                    </a:ext>
                  </a:extLst>
                </p14:cNvPr>
                <p14:cNvContentPartPr/>
                <p14:nvPr/>
              </p14:nvContentPartPr>
              <p14:xfrm>
                <a:off x="10970640" y="1186904"/>
                <a:ext cx="202680" cy="14184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3D2C42CD-981C-9104-7031-98391B389BD9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10952640" y="1169264"/>
                  <a:ext cx="2383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D36A5144-C32B-7047-B4D3-ACCCF3BAC63C}"/>
                    </a:ext>
                  </a:extLst>
                </p14:cNvPr>
                <p14:cNvContentPartPr/>
                <p14:nvPr/>
              </p14:nvContentPartPr>
              <p14:xfrm>
                <a:off x="11278800" y="1166384"/>
                <a:ext cx="91080" cy="13032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D36A5144-C32B-7047-B4D3-ACCCF3BAC63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11260800" y="1148384"/>
                  <a:ext cx="1267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CCAFE206-48A7-3539-F969-DA79979E66A0}"/>
                    </a:ext>
                  </a:extLst>
                </p14:cNvPr>
                <p14:cNvContentPartPr/>
                <p14:nvPr/>
              </p14:nvContentPartPr>
              <p14:xfrm>
                <a:off x="11466720" y="983144"/>
                <a:ext cx="149400" cy="2844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CCAFE206-48A7-3539-F969-DA79979E66A0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11448720" y="965144"/>
                  <a:ext cx="18504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04CD0F9-6669-A75E-EE81-1B4967C3DFDB}"/>
                    </a:ext>
                  </a:extLst>
                </p14:cNvPr>
                <p14:cNvContentPartPr/>
                <p14:nvPr/>
              </p14:nvContentPartPr>
              <p14:xfrm>
                <a:off x="11691720" y="1090064"/>
                <a:ext cx="126360" cy="1800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04CD0F9-6669-A75E-EE81-1B4967C3DFDB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11674080" y="1072064"/>
                  <a:ext cx="1620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C97DAF8E-BBCE-ACBF-47E7-F730A3BC8941}"/>
                    </a:ext>
                  </a:extLst>
                </p14:cNvPr>
                <p14:cNvContentPartPr/>
                <p14:nvPr/>
              </p14:nvContentPartPr>
              <p14:xfrm>
                <a:off x="11901600" y="1087904"/>
                <a:ext cx="89640" cy="16488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C97DAF8E-BBCE-ACBF-47E7-F730A3BC8941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11883960" y="1070264"/>
                  <a:ext cx="12528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58189C6B-933F-8F5F-87BE-C50B3E447A66}"/>
              </a:ext>
            </a:extLst>
          </p:cNvPr>
          <p:cNvGrpSpPr/>
          <p:nvPr/>
        </p:nvGrpSpPr>
        <p:grpSpPr>
          <a:xfrm>
            <a:off x="87840" y="616304"/>
            <a:ext cx="2432520" cy="5788440"/>
            <a:chOff x="87840" y="616304"/>
            <a:chExt cx="2432520" cy="578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47E27521-1610-7F23-6DC9-02976D75B802}"/>
                    </a:ext>
                  </a:extLst>
                </p14:cNvPr>
                <p14:cNvContentPartPr/>
                <p14:nvPr/>
              </p14:nvContentPartPr>
              <p14:xfrm>
                <a:off x="224640" y="1096184"/>
                <a:ext cx="80280" cy="3751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47E27521-1610-7F23-6DC9-02976D75B802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207000" y="1078544"/>
                  <a:ext cx="11592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1C2E48AA-7EB0-76EF-E18C-D26B983D2327}"/>
                    </a:ext>
                  </a:extLst>
                </p14:cNvPr>
                <p14:cNvContentPartPr/>
                <p14:nvPr/>
              </p14:nvContentPartPr>
              <p14:xfrm>
                <a:off x="225360" y="1179704"/>
                <a:ext cx="219960" cy="27216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1C2E48AA-7EB0-76EF-E18C-D26B983D2327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207360" y="1161704"/>
                  <a:ext cx="2556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7B13CAD4-EF7C-0369-A639-38EA9FD0AB9F}"/>
                    </a:ext>
                  </a:extLst>
                </p14:cNvPr>
                <p14:cNvContentPartPr/>
                <p14:nvPr/>
              </p14:nvContentPartPr>
              <p14:xfrm>
                <a:off x="283320" y="1290944"/>
                <a:ext cx="158040" cy="543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7B13CAD4-EF7C-0369-A639-38EA9FD0AB9F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265680" y="1272944"/>
                  <a:ext cx="1936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2CE482D0-F733-4202-8A5F-43F0677FC53D}"/>
                    </a:ext>
                  </a:extLst>
                </p14:cNvPr>
                <p14:cNvContentPartPr/>
                <p14:nvPr/>
              </p14:nvContentPartPr>
              <p14:xfrm>
                <a:off x="524880" y="1177904"/>
                <a:ext cx="146520" cy="2455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2CE482D0-F733-4202-8A5F-43F0677FC53D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506880" y="1160264"/>
                  <a:ext cx="1821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F2F3811-28F6-13C1-F6E8-E29A5DE91CE3}"/>
                    </a:ext>
                  </a:extLst>
                </p14:cNvPr>
                <p14:cNvContentPartPr/>
                <p14:nvPr/>
              </p14:nvContentPartPr>
              <p14:xfrm>
                <a:off x="725400" y="1109864"/>
                <a:ext cx="8280" cy="4248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F2F3811-28F6-13C1-F6E8-E29A5DE91CE3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707400" y="1091864"/>
                  <a:ext cx="439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9B88E07D-E605-2F93-DBEB-0A93F6CAF35D}"/>
                    </a:ext>
                  </a:extLst>
                </p14:cNvPr>
                <p14:cNvContentPartPr/>
                <p14:nvPr/>
              </p14:nvContentPartPr>
              <p14:xfrm>
                <a:off x="748440" y="1175744"/>
                <a:ext cx="40320" cy="16416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9B88E07D-E605-2F93-DBEB-0A93F6CAF35D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730440" y="1158104"/>
                  <a:ext cx="759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61A7F57B-606E-A48A-5440-2A8763270C1C}"/>
                    </a:ext>
                  </a:extLst>
                </p14:cNvPr>
                <p14:cNvContentPartPr/>
                <p14:nvPr/>
              </p14:nvContentPartPr>
              <p14:xfrm>
                <a:off x="749160" y="1123544"/>
                <a:ext cx="126720" cy="1486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61A7F57B-606E-A48A-5440-2A8763270C1C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731520" y="1105904"/>
                  <a:ext cx="1623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47F715FC-4897-554C-AC2A-054E1F13C1C6}"/>
                    </a:ext>
                  </a:extLst>
                </p14:cNvPr>
                <p14:cNvContentPartPr/>
                <p14:nvPr/>
              </p14:nvContentPartPr>
              <p14:xfrm>
                <a:off x="893880" y="1036784"/>
                <a:ext cx="279720" cy="2883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47F715FC-4897-554C-AC2A-054E1F13C1C6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875880" y="1018784"/>
                  <a:ext cx="3153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DA421299-1AF8-47EE-6B03-9178C90B465A}"/>
                    </a:ext>
                  </a:extLst>
                </p14:cNvPr>
                <p14:cNvContentPartPr/>
                <p14:nvPr/>
              </p14:nvContentPartPr>
              <p14:xfrm>
                <a:off x="316800" y="1681184"/>
                <a:ext cx="146520" cy="18900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DA421299-1AF8-47EE-6B03-9178C90B465A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299160" y="1663184"/>
                  <a:ext cx="1821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25B2492-FD3C-C543-0340-FC5FE34955A6}"/>
                    </a:ext>
                  </a:extLst>
                </p14:cNvPr>
                <p14:cNvContentPartPr/>
                <p14:nvPr/>
              </p14:nvContentPartPr>
              <p14:xfrm>
                <a:off x="578520" y="1595864"/>
                <a:ext cx="200520" cy="22284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25B2492-FD3C-C543-0340-FC5FE34955A6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560520" y="1578224"/>
                  <a:ext cx="2361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0295B41C-F3E5-64B5-44DF-F35491FDD8FF}"/>
                    </a:ext>
                  </a:extLst>
                </p14:cNvPr>
                <p14:cNvContentPartPr/>
                <p14:nvPr/>
              </p14:nvContentPartPr>
              <p14:xfrm>
                <a:off x="851400" y="1623944"/>
                <a:ext cx="216720" cy="10620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0295B41C-F3E5-64B5-44DF-F35491FDD8FF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833760" y="1606304"/>
                  <a:ext cx="2523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2763BFA-2F8E-EF6D-704C-D62141588A22}"/>
                    </a:ext>
                  </a:extLst>
                </p14:cNvPr>
                <p14:cNvContentPartPr/>
                <p14:nvPr/>
              </p14:nvContentPartPr>
              <p14:xfrm>
                <a:off x="1083600" y="1578224"/>
                <a:ext cx="112320" cy="810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2763BFA-2F8E-EF6D-704C-D62141588A22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065960" y="1560224"/>
                  <a:ext cx="1479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BCB7D4C4-36D0-FC2F-114B-C867B8125CD0}"/>
                    </a:ext>
                  </a:extLst>
                </p14:cNvPr>
                <p14:cNvContentPartPr/>
                <p14:nvPr/>
              </p14:nvContentPartPr>
              <p14:xfrm>
                <a:off x="1281240" y="1456544"/>
                <a:ext cx="69840" cy="21852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BCB7D4C4-36D0-FC2F-114B-C867B8125CD0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263240" y="1438544"/>
                  <a:ext cx="1054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83CDC365-1E4A-44A7-6916-D238AE6672CB}"/>
                    </a:ext>
                  </a:extLst>
                </p14:cNvPr>
                <p14:cNvContentPartPr/>
                <p14:nvPr/>
              </p14:nvContentPartPr>
              <p14:xfrm>
                <a:off x="1164960" y="1365104"/>
                <a:ext cx="12960" cy="14688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83CDC365-1E4A-44A7-6916-D238AE6672CB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1146960" y="1347104"/>
                  <a:ext cx="48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927F9BA6-C603-2C6C-26A5-945179EA02A6}"/>
                    </a:ext>
                  </a:extLst>
                </p14:cNvPr>
                <p14:cNvContentPartPr/>
                <p14:nvPr/>
              </p14:nvContentPartPr>
              <p14:xfrm>
                <a:off x="424080" y="2003024"/>
                <a:ext cx="65160" cy="1767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927F9BA6-C603-2C6C-26A5-945179EA02A6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406080" y="1985024"/>
                  <a:ext cx="1008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D77CCD9E-178E-711D-36E3-C583BC755E9D}"/>
                    </a:ext>
                  </a:extLst>
                </p14:cNvPr>
                <p14:cNvContentPartPr/>
                <p14:nvPr/>
              </p14:nvContentPartPr>
              <p14:xfrm>
                <a:off x="604800" y="1969184"/>
                <a:ext cx="286920" cy="1645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D77CCD9E-178E-711D-36E3-C583BC755E9D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587160" y="1951544"/>
                  <a:ext cx="322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80CB8BA-5BD2-9112-5AD6-E960D5861DD6}"/>
                    </a:ext>
                  </a:extLst>
                </p14:cNvPr>
                <p14:cNvContentPartPr/>
                <p14:nvPr/>
              </p14:nvContentPartPr>
              <p14:xfrm>
                <a:off x="915120" y="1886024"/>
                <a:ext cx="105840" cy="1328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80CB8BA-5BD2-9112-5AD6-E960D5861DD6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897120" y="1868024"/>
                  <a:ext cx="141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867666B9-B57D-5B34-1AF8-306B494E6D0F}"/>
                    </a:ext>
                  </a:extLst>
                </p14:cNvPr>
                <p14:cNvContentPartPr/>
                <p14:nvPr/>
              </p14:nvContentPartPr>
              <p14:xfrm>
                <a:off x="287280" y="631784"/>
                <a:ext cx="1796040" cy="188460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867666B9-B57D-5B34-1AF8-306B494E6D0F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269280" y="613784"/>
                  <a:ext cx="1831680" cy="19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0D8ECB03-065C-8EB6-8AE1-846E288CC8FE}"/>
                    </a:ext>
                  </a:extLst>
                </p14:cNvPr>
                <p14:cNvContentPartPr/>
                <p14:nvPr/>
              </p14:nvContentPartPr>
              <p14:xfrm>
                <a:off x="103320" y="616304"/>
                <a:ext cx="159840" cy="175680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0D8ECB03-065C-8EB6-8AE1-846E288CC8FE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85680" y="598304"/>
                  <a:ext cx="195480" cy="179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013E37C7-9128-FC03-0D30-56B4B8874B85}"/>
                    </a:ext>
                  </a:extLst>
                </p14:cNvPr>
                <p14:cNvContentPartPr/>
                <p14:nvPr/>
              </p14:nvContentPartPr>
              <p14:xfrm>
                <a:off x="1443960" y="1860464"/>
                <a:ext cx="65160" cy="25560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013E37C7-9128-FC03-0D30-56B4B8874B85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426320" y="1842824"/>
                  <a:ext cx="1008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C0E77593-3A36-96AE-9AD1-822B0DFC1114}"/>
                    </a:ext>
                  </a:extLst>
                </p14:cNvPr>
                <p14:cNvContentPartPr/>
                <p14:nvPr/>
              </p14:nvContentPartPr>
              <p14:xfrm>
                <a:off x="1555920" y="1836344"/>
                <a:ext cx="151920" cy="1576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C0E77593-3A36-96AE-9AD1-822B0DFC1114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537920" y="1818344"/>
                  <a:ext cx="1875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7217C21-306D-DD3B-0B8B-216C523A58D7}"/>
                    </a:ext>
                  </a:extLst>
                </p14:cNvPr>
                <p14:cNvContentPartPr/>
                <p14:nvPr/>
              </p14:nvContentPartPr>
              <p14:xfrm>
                <a:off x="1323000" y="1686224"/>
                <a:ext cx="579240" cy="53928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7217C21-306D-DD3B-0B8B-216C523A58D7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1305000" y="1668584"/>
                  <a:ext cx="614880" cy="5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9FCBB0AC-D9DB-BFCC-7096-C39478428B9E}"/>
                    </a:ext>
                  </a:extLst>
                </p14:cNvPr>
                <p14:cNvContentPartPr/>
                <p14:nvPr/>
              </p14:nvContentPartPr>
              <p14:xfrm>
                <a:off x="1343520" y="1828064"/>
                <a:ext cx="19800" cy="39456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9FCBB0AC-D9DB-BFCC-7096-C39478428B9E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1325520" y="1810064"/>
                  <a:ext cx="554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FD58C4E-EBF8-B7B7-C51D-EB6C71F49FEB}"/>
                    </a:ext>
                  </a:extLst>
                </p14:cNvPr>
                <p14:cNvContentPartPr/>
                <p14:nvPr/>
              </p14:nvContentPartPr>
              <p14:xfrm>
                <a:off x="2135160" y="2127224"/>
                <a:ext cx="385200" cy="418356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FD58C4E-EBF8-B7B7-C51D-EB6C71F49FEB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2117160" y="2109584"/>
                  <a:ext cx="420840" cy="42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1F99DCA7-0D38-9728-DA18-12C546449C27}"/>
                    </a:ext>
                  </a:extLst>
                </p14:cNvPr>
                <p14:cNvContentPartPr/>
                <p14:nvPr/>
              </p14:nvContentPartPr>
              <p14:xfrm>
                <a:off x="87840" y="2503784"/>
                <a:ext cx="266400" cy="390096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1F99DCA7-0D38-9728-DA18-12C546449C27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70200" y="2486144"/>
                  <a:ext cx="302040" cy="39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121576F3-D401-E746-506C-CEB3B56672AE}"/>
                    </a:ext>
                  </a:extLst>
                </p14:cNvPr>
                <p14:cNvContentPartPr/>
                <p14:nvPr/>
              </p14:nvContentPartPr>
              <p14:xfrm>
                <a:off x="450360" y="6228344"/>
                <a:ext cx="23760" cy="3744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121576F3-D401-E746-506C-CEB3B56672AE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432720" y="6210344"/>
                  <a:ext cx="59400" cy="73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6497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B1B13-FB52-DF72-838F-6188329EB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8B70E-5775-64E9-9C5D-537C40082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14596-585A-D36D-4A98-37648D0E1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4AA5AF2-104C-7D3A-57A4-296543364A58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4AA5AF2-104C-7D3A-57A4-296543364A5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3B53167B-8549-6F65-5B31-5CBCEA3EC5A2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19E0D69-5D30-6DA7-66A6-2A4CCD2E6055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19E0D69-5D30-6DA7-66A6-2A4CCD2E605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18E20F4-F2A2-F501-E71A-ECDD115A9F32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18E20F4-F2A2-F501-E71A-ECDD115A9F3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3E66C52-9ED3-0F01-A614-ADD90B29C25A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3E66C52-9ED3-0F01-A614-ADD90B29C25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04858B0-D96B-F8C1-A295-C6922D8DE7F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04858B0-D96B-F8C1-A295-C6922D8DE7F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B00BC48-5C8E-82E9-A0E8-C57D0164420E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B00BC48-5C8E-82E9-A0E8-C57D0164420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10BA163-E5EC-B353-D81E-1EDA5BC6B643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10BA163-E5EC-B353-D81E-1EDA5BC6B64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CC25F93-63B7-C6A4-71B1-4F01C2CBF7A5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CC25F93-63B7-C6A4-71B1-4F01C2CBF7A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1391E4E-0DE1-75ED-396F-1A31F0AEAF81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1391E4E-0DE1-75ED-396F-1A31F0AEAF8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0DF7080-29E1-0938-1619-7EB7B92EA813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0DF7080-29E1-0938-1619-7EB7B92EA81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B898B8C-7B3B-2E30-604C-E8B5FBB22AD0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B898B8C-7B3B-2E30-604C-E8B5FBB22A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DEAB157-0C8B-5A2F-5153-4268657C825F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DEAB157-0C8B-5A2F-5153-4268657C825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F1A0422-7FA5-AFB7-A8C2-57A4F6344E50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F1A0422-7FA5-AFB7-A8C2-57A4F6344E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961A484-4824-72E0-D61C-7B5A5FEF5D35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961A484-4824-72E0-D61C-7B5A5FEF5D3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BED09CE-CF7A-E1DF-3E1D-4057052AE562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BED09CE-CF7A-E1DF-3E1D-4057052AE56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5D1B61A-5F46-3287-9F6D-3BC53EBB90E6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5D1B61A-5F46-3287-9F6D-3BC53EBB90E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326E076-15FB-E65D-9135-EEF6F1DBC326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326E076-15FB-E65D-9135-EEF6F1DBC32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E12B5F2-CD03-B15C-6F3A-B4959F9C7089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E12B5F2-CD03-B15C-6F3A-B4959F9C708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FA0DECE-A25F-4839-4DD8-8E9B5F15DD7B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FA0DECE-A25F-4839-4DD8-8E9B5F15DD7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9750AD6-DAC2-9D64-4580-D7EE065513BE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9750AD6-DAC2-9D64-4580-D7EE065513B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BEDAE77-9ACA-6E2E-D98A-1C00D28F49F0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BEDAE77-9ACA-6E2E-D98A-1C00D28F49F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00886BA-F869-3C03-5519-3424EF684745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00886BA-F869-3C03-5519-3424EF68474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04D1097-4695-B5C5-C2D4-B5900003FFFC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04D1097-4695-B5C5-C2D4-B5900003FFF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9766D3D-E0E7-F449-BBCB-3CBC270EDC07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9766D3D-E0E7-F449-BBCB-3CBC270EDC0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737AE54-644A-5BBF-94A9-AEBA4134EF1E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737AE54-644A-5BBF-94A9-AEBA4134EF1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6593D5-00AE-81BC-4ACD-BD57A4C836EB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6593D5-00AE-81BC-4ACD-BD57A4C836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78BE46D-BCC3-7904-0286-665C82D802C6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78BE46D-BCC3-7904-0286-665C82D802C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7FDF32F-04B7-5F57-EE2F-5A3F494C10E0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7FDF32F-04B7-5F57-EE2F-5A3F494C10E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7F0F20A-FD4E-05ED-192D-0B6B5639CF99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7F0F20A-FD4E-05ED-192D-0B6B5639CF9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CF2FEB0-0747-55E5-F117-92D1245ECCAB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CF2FEB0-0747-55E5-F117-92D1245ECCA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E967BEB-EE11-4733-49EE-682062D66213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E967BEB-EE11-4733-49EE-682062D6621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85B849F-F459-E0B4-67EF-03A05ECC8E41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85B849F-F459-E0B4-67EF-03A05ECC8E4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F468042-E9AD-8538-80D4-A99C4D1E4648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F468042-E9AD-8538-80D4-A99C4D1E464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F643426-03C9-2FC0-E9F0-51F7569D3C1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F643426-03C9-2FC0-E9F0-51F7569D3C1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1BD6FD8-27A1-DB52-5C98-1C3E875E1D3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1BD6FD8-27A1-DB52-5C98-1C3E875E1D3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1AE2601-BF11-EC45-4243-F0813F788A19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1AE2601-BF11-EC45-4243-F0813F788A1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8322ED0-03ED-E8EC-5286-03F50F5558FC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8322ED0-03ED-E8EC-5286-03F50F5558F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AA9361F-F778-F2F7-C0C7-D254D1D30CDB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AA9361F-F778-F2F7-C0C7-D254D1D30CD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4973EA9-6D49-68C7-F82C-1793F33DD46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4973EA9-6D49-68C7-F82C-1793F33DD46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70E856F-CFEF-8C69-C887-DAE9ABE153FD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70E856F-CFEF-8C69-C887-DAE9ABE153F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C2AA70-C163-970E-E0AC-D28DCCFE99A6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C2AA70-C163-970E-E0AC-D28DCCFE99A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4963BEA-0729-D416-9C6C-CE98EE589065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4963BEA-0729-D416-9C6C-CE98EE58906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DA4F9E7-2095-A38B-8294-E71E1E248CC9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DA4F9E7-2095-A38B-8294-E71E1E248CC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765F767-ADB2-0F54-59FC-61A9159B58C4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765F767-ADB2-0F54-59FC-61A9159B58C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56F956C-5FD6-A5D4-886F-32C24A439C82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56F956C-5FD6-A5D4-886F-32C24A439C8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A93F28F-E505-C29C-FAB8-C4D04AA2DBC8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1591C95-7A7B-77ED-640D-CC40B49A6D47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1591C95-7A7B-77ED-640D-CC40B49A6D4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3C583D8-BFA1-9180-5BCF-EC2B5614B2E7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3C583D8-BFA1-9180-5BCF-EC2B5614B2E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A76CB56-C81D-69DE-CBCD-3CC46853FFD1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A76CB56-C81D-69DE-CBCD-3CC46853FFD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293D5D1-1482-306B-B99E-C15D9B7FEF9F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6B01AEC-B50C-03AA-78F8-C6CA62E1BBCB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6B01AEC-B50C-03AA-78F8-C6CA62E1BBC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5F7F86C-57E8-4D36-48C3-7C01D1BD7BA8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5F7F86C-57E8-4D36-48C3-7C01D1BD7BA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C059423-8D21-297B-C32B-DC319CA416D3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C059423-8D21-297B-C32B-DC319CA416D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13A14AF-87B1-89C1-873E-F60DD23AFFD9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83CE2A6-C705-051D-E125-E39437B1D167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83CE2A6-C705-051D-E125-E39437B1D16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9FD7B4D-B746-D444-0BD2-421CA28E8334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9FD7B4D-B746-D444-0BD2-421CA28E833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364E9A0-43F0-8B85-12E6-695B1522CB45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364E9A0-43F0-8B85-12E6-695B1522CB4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8E3C1434-393D-1401-B8B3-9A5DBE046B3B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B664331-E719-87D1-74CB-11A2582896BA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B664331-E719-87D1-74CB-11A2582896B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46F511B-0954-B604-63EC-BE3F1837BE65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46F511B-0954-B604-63EC-BE3F1837BE6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C941C68-41B5-C74A-2080-71381545897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C941C68-41B5-C74A-2080-71381545897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19F9A2E-7D6F-31C3-486E-8342A7A1FF9C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19F9A2E-7D6F-31C3-486E-8342A7A1FF9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DE12772-3B22-4E80-382F-00DE8F336E08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C324399-FA6B-5717-2916-431F05FC2D7D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C324399-FA6B-5717-2916-431F05FC2D7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8B5D487-B880-59C4-A26E-7526814940FA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8B5D487-B880-59C4-A26E-7526814940F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4522DC8-8CED-3BFB-C93A-ED3B425C7E8F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4522DC8-8CED-3BFB-C93A-ED3B425C7E8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A7C1C5B-1BD5-F28A-9C71-BF5777A9CC62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A7C1C5B-1BD5-F28A-9C71-BF5777A9CC6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6CB4D172-8583-1F0B-A309-7BE37D6A4788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6CB4D172-8583-1F0B-A309-7BE37D6A4788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328E28AA-6C0D-6EBE-DDAB-1BD6F9EDE3FD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2EE3F32-64F0-34C1-A244-99A7FAA9E12F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2EE3F32-64F0-34C1-A244-99A7FAA9E12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852FD80-A5E6-BB45-00C4-B79B20DE1769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852FD80-A5E6-BB45-00C4-B79B20DE176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6FC9B9D-C243-B931-FDD3-A40EB3EA2CDC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6FC9B9D-C243-B931-FDD3-A40EB3EA2CD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FA3BF4A-E1B7-4EE6-3FAF-867D16FB222D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FA3BF4A-E1B7-4EE6-3FAF-867D16FB222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D8B8751-24A2-5406-8B9C-964016FCDA27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68D4116-D28A-1AA8-C702-DA25A8796BC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68D4116-D28A-1AA8-C702-DA25A8796BC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01AA7CA-DBF9-E815-EECF-4CB92A9164B4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01AA7CA-DBF9-E815-EECF-4CB92A9164B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2764D4C-E5DC-47D2-0336-07D083B7DF2D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2764D4C-E5DC-47D2-0336-07D083B7DF2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4EC7DC5-E4DF-2F8D-037F-62C43EB2B751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4EC7DC5-E4DF-2F8D-037F-62C43EB2B75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45F702B7-5234-CC20-526D-A69D0318AE75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8698F4B-2DF0-A892-3E34-035E49FD67C5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8698F4B-2DF0-A892-3E34-035E49FD67C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8E79DEA-611F-E16F-11AE-E61CA92E09F1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8E79DEA-611F-E16F-11AE-E61CA92E09F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60B5C54-909B-249C-A772-76769E303093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60B5C54-909B-249C-A772-76769E30309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F60A1AC-428F-B83B-F0DB-3970BF3B88AE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65631B7-3DCB-D720-C71A-2881F4DB0BB6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65631B7-3DCB-D720-C71A-2881F4DB0BB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E82532B-476C-F796-0A72-8DE9509D0B41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E82532B-476C-F796-0A72-8DE9509D0B4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38C997F-581F-C2BD-354B-8B72C6C8CA78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38C997F-581F-C2BD-354B-8B72C6C8CA7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EDDA3107-55AC-6DE6-A0D1-7F9A5D75AB9F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A2B823A-98A0-0634-DE0A-99CB056C5359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A2B823A-98A0-0634-DE0A-99CB056C535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F57AF29-A847-D53B-5FB6-B9F439B80A64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F57AF29-A847-D53B-5FB6-B9F439B80A6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BD87FB8-0A47-E3E7-586F-2D6BF3FAB99A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BD87FB8-0A47-E3E7-586F-2D6BF3FAB99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67FC9E0-D46C-F490-1349-D4DE5CE85039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67FC9E0-D46C-F490-1349-D4DE5CE8503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91F05CF-F745-15B9-292B-B2B2A10D315D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91F05CF-F745-15B9-292B-B2B2A10D315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8965CF28-512D-FDBA-A167-B989DC0032F5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DD43AFB-6BC7-E22B-24AC-1AAF7756C9A9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DD43AFB-6BC7-E22B-24AC-1AAF7756C9A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16DA344-FA57-1C25-2127-823D42F026DC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16DA344-FA57-1C25-2127-823D42F026D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A0E2A4D-7387-CF57-FBB9-3F268F35A013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A0E2A4D-7387-CF57-FBB9-3F268F35A01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29103BB-497E-A5D6-8266-7A02C353DB40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29103BB-497E-A5D6-8266-7A02C353DB4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B5FC6E7-BA18-C717-1DCD-669210DB49EB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527CE68-98ED-4299-5F44-66DE52C603F2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527CE68-98ED-4299-5F44-66DE52C603F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51D86F4-68DE-DBBD-19DF-FF9AA3EAB5EF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51D86F4-68DE-DBBD-19DF-FF9AA3EAB5E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9C06379-6935-08CC-16CE-AF04A18490F7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9C06379-6935-08CC-16CE-AF04A18490F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7FEA661-2713-F7EE-0BE5-38BFD08E2635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7FEA661-2713-F7EE-0BE5-38BFD08E263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861D5FB-37CA-DC9D-2033-0C84DB47B4DC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ED327ED-ADD8-1936-C737-12ADDC85FB0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ED327ED-ADD8-1936-C737-12ADDC85FB0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332AA-8E8E-51BE-C44A-A9A3F47203D0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332AA-8E8E-51BE-C44A-A9A3F47203D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1AF8BD65-1706-53BD-5F82-0AC8E94E46B2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1AF8BD65-1706-53BD-5F82-0AC8E94E46B2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BDB9B073-5A6B-F67A-D76A-6B019B0C99CB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951689B-DCC7-4D3C-EFF7-D3D0564B31F8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951689B-DCC7-4D3C-EFF7-D3D0564B31F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0364044-903E-65A7-0DFB-6ACF5EA38F10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0364044-903E-65A7-0DFB-6ACF5EA38F1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C1D06BD3-F199-C44E-423A-0173048A2F66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C1D06BD3-F199-C44E-423A-0173048A2F66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8A3677E2-0994-5279-0F06-0204180BC1A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8A3677E2-0994-5279-0F06-0204180BC1A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9A908B7D-5AD0-DCE4-C6FF-B5CB96B6907D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9A908B7D-5AD0-DCE4-C6FF-B5CB96B6907D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A96991A5-CB41-2EA8-3884-F59FBB4E5FDE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A96991A5-CB41-2EA8-3884-F59FBB4E5FDE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28286140-46C8-8A14-28EA-0935106AD514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28286140-46C8-8A14-28EA-0935106AD514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2EB7B05D-6425-895C-1230-FC187861E6AD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2EB7B05D-6425-895C-1230-FC187861E6AD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304D89B-7584-05A0-686F-A30AA5771227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13EECDF-0647-3C97-5D22-860431360700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13EECDF-0647-3C97-5D22-86043136070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970F1FB-9D30-685A-8B67-001EDA95E3FD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970F1FB-9D30-685A-8B67-001EDA95E3F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822DF2C-9141-2A05-A778-0DDEE0EC9174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822DF2C-9141-2A05-A778-0DDEE0EC917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F4E7996-9993-B17E-FB85-34556D393AD3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2D8BE9E-DB24-E94B-7090-D1C097319D7A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2D8BE9E-DB24-E94B-7090-D1C097319D7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87EF08D-8313-31D0-980F-DEE63586605E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87EF08D-8313-31D0-980F-DEE63586605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DCCBCD51-ACD3-B486-E473-4D81C9D23B54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D2A53B0-61FC-3EC1-9F4D-DA287284C006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D2A53B0-61FC-3EC1-9F4D-DA287284C00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C98D24B-C81B-1674-E9F8-0951E6CDF2CD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C98D24B-C81B-1674-E9F8-0951E6CDF2C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C62DC91-584A-25C5-27D0-AC792EB4A70F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C62DC91-584A-25C5-27D0-AC792EB4A70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4246D597-89D7-8747-2615-39507AC20037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91242D0-AB0E-935D-A0F7-5E09D1E5570F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91242D0-AB0E-935D-A0F7-5E09D1E5570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CFB9E14-1F5A-ACD5-2D4B-738C9E98311C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CFB9E14-1F5A-ACD5-2D4B-738C9E98311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A1AE9FF-2704-61E3-2473-4F613D848C4F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A1AE9FF-2704-61E3-2473-4F613D848C4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445428DA-DA58-92E1-769F-D47D2B31EE3C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9016D44-09B8-C826-0AA2-F97C6B4A90EB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9016D44-09B8-C826-0AA2-F97C6B4A90E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6D87047-F163-342E-58EF-E73BC694D631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6D87047-F163-342E-58EF-E73BC694D63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57CC0B7-4AE1-4AA1-0D43-D2685C0ABB74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57CC0B7-4AE1-4AA1-0D43-D2685C0ABB74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7E50874-2EDF-30C0-0C12-129FB686AA9C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7E50874-2EDF-30C0-0C12-129FB686AA9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1031266C-CDED-B47A-23B2-799964353720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43BB3C3-EDA0-8654-A636-7DE813152CD9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43BB3C3-EDA0-8654-A636-7DE813152CD9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35D2AD4-435F-0CA0-F7D9-0A3908ED39F0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35D2AD4-435F-0CA0-F7D9-0A3908ED39F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219E0175-4027-F49C-DBD3-BE8166594148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D1961F9-0949-95A0-732A-81FB56C9886A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D1961F9-0949-95A0-732A-81FB56C9886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DBC888A-35D3-E1AC-641B-1DA6CFF9D410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DBC888A-35D3-E1AC-641B-1DA6CFF9D410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5CCA4171-1DB1-DDEC-C554-BC8246299633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5CCA4171-1DB1-DDEC-C554-BC824629963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03D5E4E-FD7C-C2DA-1C33-151B92F26C1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51583EC-2D0A-F5CB-BBD0-6A45179E85A3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51583EC-2D0A-F5CB-BBD0-6A45179E85A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D58EAEB-D5A1-AE93-0EB5-F2B4FFD4A251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D58EAEB-D5A1-AE93-0EB5-F2B4FFD4A25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AF9D9BDF-47BE-AAED-D8D5-26D683C9C645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A1FCFD5-5FA7-F9F3-76BA-34FAF8B73F7D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A1FCFD5-5FA7-F9F3-76BA-34FAF8B73F7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F333E1E-1F22-2AFC-1DDC-A59E9F83B64A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F333E1E-1F22-2AFC-1DDC-A59E9F83B64A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A607813E-D617-8B64-B0BD-0124AED8BD0D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A607813E-D617-8B64-B0BD-0124AED8BD0D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60A3C15D-0608-20C5-BFCB-1AA45DBE2F23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F14CB2E-CBEA-9506-3B0B-EC0E97D797D7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F14CB2E-CBEA-9506-3B0B-EC0E97D797D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B2EC975-888E-33F3-048D-50996736D826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B2EC975-888E-33F3-048D-50996736D82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E958F65-0FEC-382C-E26E-9E4994E1BF1C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E958F65-0FEC-382C-E26E-9E4994E1BF1C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1C1EF99-6746-FCB8-82F3-FFC96203C936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1C1EF99-6746-FCB8-82F3-FFC96203C936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56AC0D8-9041-C47C-0273-EE4CB6D8707B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56AC0D8-9041-C47C-0273-EE4CB6D8707B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804B3C7-7194-BB22-8ED5-98556C6A8137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804B3C7-7194-BB22-8ED5-98556C6A8137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CFFE8C1-C82B-DEAA-31B8-74B33927B65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CFFE8C1-C82B-DEAA-31B8-74B33927B65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D320839-8D10-19BC-5629-0716FDB4CDAF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D320839-8D10-19BC-5629-0716FDB4CDAF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973AECA-8C89-AB30-50FC-97025F769455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973AECA-8C89-AB30-50FC-97025F76945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D95660E-AD50-505F-AB57-C4D636799A79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D95660E-AD50-505F-AB57-C4D636799A7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FD48416D-C256-C719-E8E2-2E72893FB2EA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402D90B-A774-DF6A-05ED-223BCC0925F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402D90B-A774-DF6A-05ED-223BCC0925F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6A18FD9-DEAD-9988-BA8D-EAAE3C212D52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6A18FD9-DEAD-9988-BA8D-EAAE3C212D5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6A4F5CA4-EC28-6240-2AAF-7B86F0510B1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6A4F5CA4-EC28-6240-2AAF-7B86F0510B1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21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106C0AA2-8B47-2986-5E41-89EEE4D63DE9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EB49E22-F119-D787-5349-230F4CFAC603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EB49E22-F119-D787-5349-230F4CFAC60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072" y="1607650"/>
                  <a:ext cx="140523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BCC0102D-1D44-1940-7406-5B1E4575D3B0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BCC0102D-1D44-1940-7406-5B1E4575D3B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3686" y="1866490"/>
                  <a:ext cx="170735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6691C08-872D-1A84-5CB4-2E1672DD628A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6691C08-872D-1A84-5CB4-2E1672DD628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99775" y="1987090"/>
                  <a:ext cx="20275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CC9FB57-F470-ED95-96D8-3821C8277178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CC9FB57-F470-ED95-96D8-3821C8277178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334" y="196369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CC060E1-8A79-6251-B60A-29B455443B6B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CC060E1-8A79-6251-B60A-29B455443B6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17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F18052F-8B97-7CA7-0A6D-D51290655AFD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F18052F-8B97-7CA7-0A6D-D51290655AF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214" y="195937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B53FD268-1499-009A-2F65-D78B7FF16014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DD4287C-A752-4DD1-6F59-9BA9FE840B3F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DD4287C-A752-4DD1-6F59-9BA9FE840B3F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0989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BFA2901-D4A3-89D0-CFEC-1E297303D1CA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BFA2901-D4A3-89D0-CFEC-1E297303D1CA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45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38FADFA6-A594-511E-A3D2-AD49C8451E20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38FADFA6-A594-511E-A3D2-AD49C8451E20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116" y="1595770"/>
                <a:ext cx="146996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9C3EE8E4-3E10-C865-604A-3CD28B4B87BC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9C3EE8E4-3E10-C865-604A-3CD28B4B87BC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25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01BA45B1-6554-871F-F9B0-1FFFBDD05604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A236D6C-BEC8-FA75-4149-6DE561B240D7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A236D6C-BEC8-FA75-4149-6DE561B240D7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574" y="187693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3EF52C2-D382-2516-7EBE-9A426BADFAEF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3EF52C2-D382-2516-7EBE-9A426BADFAE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3734" y="185497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59A18E4-EF6C-C248-CF49-F87C74EAC6DA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59A18E4-EF6C-C248-CF49-F87C74EAC6DA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165" y="1944970"/>
                  <a:ext cx="67374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774414F-9E64-907B-989B-38485AF57809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774414F-9E64-907B-989B-38485AF57809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403" y="1767317"/>
                  <a:ext cx="258423" cy="6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A5C940C-9E70-4B19-6FA2-75C1CC2E8026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A5C940C-9E70-4B19-6FA2-75C1CC2E8026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4C36DD03-FC19-D45A-F471-1B6664D6A4C0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4C36DD03-FC19-D45A-F471-1B6664D6A4C0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5721" y="1644730"/>
                <a:ext cx="105665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3BBA86D5-84D5-47D5-F7BC-6F01F57DB4F6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3BBA86D5-84D5-47D5-F7BC-6F01F57DB4F6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136" y="1471021"/>
                <a:ext cx="77353" cy="72741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775191A3-E441-0260-61F2-584445102BCF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1E26241-0492-3B8B-BE78-7D38D9A1774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1E26241-0492-3B8B-BE78-7D38D9A1774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294" y="185245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EAF9D9B-0960-D764-2BE8-7FADEA1975DD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EAF9D9B-0960-D764-2BE8-7FADEA1975DD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8654" y="1824792"/>
                  <a:ext cx="18720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0BA3462-6B73-AE10-8267-9CF59B7EAFC5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0BA3462-6B73-AE10-8267-9CF59B7EAFC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0FFEA9FD-87CE-6FE7-C238-7B1441E2FE1F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0FFEA9FD-87CE-6FE7-C238-7B1441E2FE1F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269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0A6A24A4-2AF2-277C-33B7-987775F56948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0A6A24A4-2AF2-277C-33B7-987775F56948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692"/>
                <a:ext cx="87840" cy="74919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C28E091C-B285-5771-D86D-BF911D607ABC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355CA28-C1D4-8884-F76F-2EA31C1E607F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355CA28-C1D4-8884-F76F-2EA31C1E607F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7DC4C78-AC9E-FC18-4AD4-A724F23D51FC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7DC4C78-AC9E-FC18-4AD4-A724F23D51F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454" y="280105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AD67D1F6-D398-711D-A862-41419FC588CB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AD67D1F6-D398-711D-A862-41419FC588CB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343"/>
                  <a:ext cx="135360" cy="540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0571C810-9DDA-EA3A-2013-1CEA91B916B8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0571C810-9DDA-EA3A-2013-1CEA91B916B8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574" y="2777681"/>
                <a:ext cx="126360" cy="2425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CD9441AC-686F-FC92-3FE5-5D2857EB2C0B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CD9441AC-686F-FC92-3FE5-5D2857EB2C0B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197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BDDE7D6B-F922-4EC3-87B3-2C2FBDA755D3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7162E44D-C218-E774-F237-1C37A7210848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7162E44D-C218-E774-F237-1C37A7210848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4C4E61EB-C3CD-0B48-91FD-542648F0A0AD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4C4E61EB-C3CD-0B48-91FD-542648F0A0AD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5734" y="283345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91FF6BA-9D6E-2F34-B45D-80FF5B24C4E2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91FF6BA-9D6E-2F34-B45D-80FF5B24C4E2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3990A9D5-7DEA-7B14-EB1D-F62BEB368EF4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3990A9D5-7DEA-7B14-EB1D-F62BEB368EF4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869CFFA9-5230-DC2B-9A86-523688A0E7AC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869CFFA9-5230-DC2B-9A86-523688A0E7AC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454" y="259153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2F202263-92E9-04C5-14D9-905EDE39ABDA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A9555882-29B4-95F5-734F-9D8A97DE4780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A9555882-29B4-95F5-734F-9D8A97DE4780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25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74774750-E3EA-90AE-ED8A-B108409B27C5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74774750-E3EA-90AE-ED8A-B108409B27C5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334" y="2871284"/>
                  <a:ext cx="55080" cy="22457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B6F42526-D7ED-450C-19AF-94DB30372EBA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B6F42526-D7ED-450C-19AF-94DB30372EBA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49454" y="3296410"/>
                <a:ext cx="63475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D0B0CAAF-E53F-5760-0A17-F414E5C5DEBE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C355AF6-1B3C-AB4F-841E-1C8E98745BEE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C355AF6-1B3C-AB4F-841E-1C8E98745BEE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45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BE770BA0-DA3E-BD9A-D56E-C16424D10548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BE770BA0-DA3E-BD9A-D56E-C16424D10548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13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74488B29-C8D9-773F-AEAB-E99EC0E34D1D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32AA388-AB47-75E3-F3BC-EB06C1729386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32AA388-AB47-75E3-F3BC-EB06C1729386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8654" y="362257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C443315-071E-9865-F9E8-B42C552B92AA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C443315-071E-9865-F9E8-B42C552B92AA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681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07689B5E-53BF-D76F-654C-2D4B16CD0FF6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07689B5E-53BF-D76F-654C-2D4B16CD0FF6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3814" y="355849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B5383600-47F0-773B-4C14-EAE88B8F9BF7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B5383600-47F0-773B-4C14-EAE88B8F9BF7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29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4B15C6D4-7A38-115D-A1B7-129A18D059CB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4B15C6D4-7A38-115D-A1B7-129A18D059CB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007" y="3622570"/>
                <a:ext cx="175052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34C4A2DB-CABB-BA9C-3076-1931C8E76ECF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0DF3700-6AF1-D2AE-A72C-414C95F3A0E8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0DF3700-6AF1-D2AE-A72C-414C95F3A0E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096" y="3648490"/>
                  <a:ext cx="20527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B6B4FF7-90C7-07A8-5674-E62E8462CB8F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B6B4FF7-90C7-07A8-5674-E62E8462CB8F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492" y="3581890"/>
                  <a:ext cx="67648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0C05AFFA-9638-21BB-86F5-38C7BA61E8E6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0C05AFFA-9638-21BB-86F5-38C7BA61E8E6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0814" y="3315250"/>
                <a:ext cx="53640" cy="47988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5C1A9AE4-D385-C245-09D3-FF2AD8E2EA5C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8D66C2C-CAAB-173F-3F0D-933FB87D4356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8D66C2C-CAAB-173F-3F0D-933FB87D4356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37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2AA1B97-A2EB-455D-64E4-58DC504B9D9A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2AA1B97-A2EB-455D-64E4-58DC504B9D9A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4689" y="3509530"/>
                  <a:ext cx="181528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64B36005-641E-8468-49A6-256360F3C048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64B36005-641E-8468-49A6-256360F3C048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4E643F98-FEF7-88C4-97C2-F0128E9CEA99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4E643F98-FEF7-88C4-97C2-F0128E9CEA99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92C59C85-89EF-91A0-7B54-70EC079FE9AA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92C59C85-89EF-91A0-7B54-70EC079FE9AA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8413" y="4457008"/>
                <a:ext cx="56796" cy="190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9B68914F-3C57-C59B-E90C-6F4649496F7A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9B68914F-3C57-C59B-E90C-6F4649496F7A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614" y="495313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BD1DF4C9-6A2C-CB5F-F07F-CFF3156E19D0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BD1DF4C9-6A2C-CB5F-F07F-CFF3156E19D0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485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E2F9E274-0B2B-6A4A-553E-B2F70D87D24B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E2F9E274-0B2B-6A4A-553E-B2F70D87D24B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214" y="4851712"/>
                <a:ext cx="48240" cy="98438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BC3ECF5F-7EF6-DA42-6467-7AFF651873D7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E81B7B4-C623-CC4E-7A9F-0B6B3D110F96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E81B7B4-C623-CC4E-7A9F-0B6B3D110F96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9054" y="5136730"/>
                  <a:ext cx="44892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A5B3BFFB-EA1B-7091-084C-AA9D8B92E51F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A5B3BFFB-EA1B-7091-084C-AA9D8B92E51F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9E066371-7524-1ACB-4FCC-47967A4B239A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A7AEDD9-ECC6-D207-8787-6C03C07DE195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A7AEDD9-ECC6-D207-8787-6C03C07DE195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A09325A5-C0A2-30F1-25CB-5E1FA1FECA83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A09325A5-C0A2-30F1-25CB-5E1FA1FECA83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173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F9F70801-1BBD-8DF4-BA62-D79CBD5FDAA1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F9F70801-1BBD-8DF4-BA62-D79CBD5FDAA1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7BE1E797-E44A-56B8-4F5D-871B8C3CE76A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7BE1E797-E44A-56B8-4F5D-871B8C3CE76A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931799E6-5D62-2D5D-0484-B5B8847E43D9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41465CD-1CF8-0D66-CCFB-2F99DFBCCD9A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F41465CD-1CF8-0D66-CCFB-2F99DFBCCD9A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5344" y="5110409"/>
                  <a:ext cx="48789" cy="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CC0F993A-4EB2-D6B8-A2F8-8C8AEAA1AE18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CC0F993A-4EB2-D6B8-A2F8-8C8AEAA1AE18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09965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9D6871C0-9D79-75E9-24B7-1A53B79464A5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3A164223-0968-2FCC-C510-3BA0BBB763B3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3A164223-0968-2FCC-C510-3BA0BBB763B3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485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71F86085-07F0-E7D4-12FF-C5613AE31E36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71F86085-07F0-E7D4-12FF-C5613AE31E36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57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08D62606-932F-8A66-95EE-357347ABB76D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08D62606-932F-8A66-95EE-357347ABB76D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2774" y="502297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69B50F03-DF4A-6DA3-E4F7-7305AE374589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69B50F03-DF4A-6DA3-E4F7-7305AE374589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4654" y="4862210"/>
                <a:ext cx="56520" cy="68796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F4E665B3-438F-02C1-7480-8D1B6865D0D6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23E33062-CD9C-B58C-B549-385E5E34698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23E33062-CD9C-B58C-B549-385E5E34698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477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7CEF57D1-0A41-B2BF-CFC9-95C59D7588AF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7CEF57D1-0A41-B2BF-CFC9-95C59D7588AF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8778" y="5270650"/>
                  <a:ext cx="12183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1000DA3-D0B1-9D93-F038-C7644AFC2130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1000DA3-D0B1-9D93-F038-C7644AFC2130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03F48CD-5EFF-02E6-847F-5B31D8779765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03F48CD-5EFF-02E6-847F-5B31D8779765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574" y="513529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10ACAFF5-D824-B2B0-584E-D72B6E250B8E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10ACAFF5-D824-B2B0-584E-D72B6E250B8E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53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9">
            <p14:nvContentPartPr>
              <p14:cNvPr id="279" name="Ink 278">
                <a:extLst>
                  <a:ext uri="{FF2B5EF4-FFF2-40B4-BE49-F238E27FC236}">
                    <a16:creationId xmlns:a16="http://schemas.microsoft.com/office/drawing/2014/main" id="{6B246A85-A354-A22E-231A-08517BA9F302}"/>
                  </a:ext>
                </a:extLst>
              </p14:cNvPr>
              <p14:cNvContentPartPr/>
              <p14:nvPr/>
            </p14:nvContentPartPr>
            <p14:xfrm>
              <a:off x="799654" y="4306930"/>
              <a:ext cx="11520" cy="17640"/>
            </p14:xfrm>
          </p:contentPart>
        </mc:Choice>
        <mc:Fallback>
          <p:pic>
            <p:nvPicPr>
              <p:cNvPr id="279" name="Ink 278">
                <a:extLst>
                  <a:ext uri="{FF2B5EF4-FFF2-40B4-BE49-F238E27FC236}">
                    <a16:creationId xmlns:a16="http://schemas.microsoft.com/office/drawing/2014/main" id="{6B246A85-A354-A22E-231A-08517BA9F302}"/>
                  </a:ext>
                </a:extLst>
              </p:cNvPr>
              <p:cNvPicPr/>
              <p:nvPr/>
            </p:nvPicPr>
            <p:blipFill>
              <a:blip r:embed="rId420"/>
              <a:stretch>
                <a:fillRect/>
              </a:stretch>
            </p:blipFill>
            <p:spPr>
              <a:xfrm>
                <a:off x="781654" y="4289290"/>
                <a:ext cx="47160" cy="52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1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FEBC4057-C8B1-0C34-DABF-5EA7CB7FBA98}"/>
                  </a:ext>
                </a:extLst>
              </p14:cNvPr>
              <p14:cNvContentPartPr/>
              <p14:nvPr/>
            </p14:nvContentPartPr>
            <p14:xfrm>
              <a:off x="831334" y="4509970"/>
              <a:ext cx="23760" cy="8640"/>
            </p14:xfrm>
          </p:contentPart>
        </mc:Choice>
        <mc:Fallback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FEBC4057-C8B1-0C34-DABF-5EA7CB7FBA98}"/>
                  </a:ext>
                </a:extLst>
              </p:cNvPr>
              <p:cNvPicPr/>
              <p:nvPr/>
            </p:nvPicPr>
            <p:blipFill>
              <a:blip r:embed="rId422"/>
              <a:stretch>
                <a:fillRect/>
              </a:stretch>
            </p:blipFill>
            <p:spPr>
              <a:xfrm>
                <a:off x="813057" y="4491970"/>
                <a:ext cx="59948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3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DD939381-F9E1-374A-1DFE-D816AB827F41}"/>
                  </a:ext>
                </a:extLst>
              </p14:cNvPr>
              <p14:cNvContentPartPr/>
              <p14:nvPr/>
            </p14:nvContentPartPr>
            <p14:xfrm>
              <a:off x="840694" y="4682770"/>
              <a:ext cx="33120" cy="227880"/>
            </p14:xfrm>
          </p:contentPart>
        </mc:Choice>
        <mc:Fallback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DD939381-F9E1-374A-1DFE-D816AB827F41}"/>
                  </a:ext>
                </a:extLst>
              </p:cNvPr>
              <p:cNvPicPr/>
              <p:nvPr/>
            </p:nvPicPr>
            <p:blipFill>
              <a:blip r:embed="rId424"/>
              <a:stretch>
                <a:fillRect/>
              </a:stretch>
            </p:blipFill>
            <p:spPr>
              <a:xfrm>
                <a:off x="822694" y="4664770"/>
                <a:ext cx="68760" cy="26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5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046C8187-A4F7-DBBC-6FEB-0C6215723E36}"/>
                  </a:ext>
                </a:extLst>
              </p14:cNvPr>
              <p14:cNvContentPartPr/>
              <p14:nvPr/>
            </p14:nvContentPartPr>
            <p14:xfrm>
              <a:off x="3070320" y="2691480"/>
              <a:ext cx="349920" cy="67248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046C8187-A4F7-DBBC-6FEB-0C6215723E36}"/>
                  </a:ext>
                </a:extLst>
              </p:cNvPr>
              <p:cNvPicPr/>
              <p:nvPr/>
            </p:nvPicPr>
            <p:blipFill>
              <a:blip r:embed="rId426"/>
              <a:stretch>
                <a:fillRect/>
              </a:stretch>
            </p:blipFill>
            <p:spPr>
              <a:xfrm>
                <a:off x="3016320" y="2583422"/>
                <a:ext cx="457560" cy="8882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7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5D3305E4-96FB-DA11-F205-AC6AD67FD91D}"/>
                  </a:ext>
                </a:extLst>
              </p14:cNvPr>
              <p14:cNvContentPartPr/>
              <p14:nvPr/>
            </p14:nvContentPartPr>
            <p14:xfrm>
              <a:off x="2994720" y="4346760"/>
              <a:ext cx="438480" cy="53352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5D3305E4-96FB-DA11-F205-AC6AD67FD91D}"/>
                  </a:ext>
                </a:extLst>
              </p:cNvPr>
              <p:cNvPicPr/>
              <p:nvPr/>
            </p:nvPicPr>
            <p:blipFill>
              <a:blip r:embed="rId428"/>
              <a:stretch>
                <a:fillRect/>
              </a:stretch>
            </p:blipFill>
            <p:spPr>
              <a:xfrm>
                <a:off x="2940720" y="4238760"/>
                <a:ext cx="546120" cy="74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9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56A44348-37F3-3962-8AFC-E2D824324886}"/>
                  </a:ext>
                </a:extLst>
              </p14:cNvPr>
              <p14:cNvContentPartPr/>
              <p14:nvPr/>
            </p14:nvContentPartPr>
            <p14:xfrm>
              <a:off x="4632720" y="4143000"/>
              <a:ext cx="307080" cy="486720"/>
            </p14:xfrm>
          </p:contentPart>
        </mc:Choice>
        <mc:Fallback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56A44348-37F3-3962-8AFC-E2D824324886}"/>
                  </a:ext>
                </a:extLst>
              </p:cNvPr>
              <p:cNvPicPr/>
              <p:nvPr/>
            </p:nvPicPr>
            <p:blipFill>
              <a:blip r:embed="rId430"/>
              <a:stretch>
                <a:fillRect/>
              </a:stretch>
            </p:blipFill>
            <p:spPr>
              <a:xfrm>
                <a:off x="4578783" y="4035000"/>
                <a:ext cx="414594" cy="70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1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2ED669B8-600E-328F-66A4-CA2EA37F2183}"/>
                  </a:ext>
                </a:extLst>
              </p14:cNvPr>
              <p14:cNvContentPartPr/>
              <p14:nvPr/>
            </p14:nvContentPartPr>
            <p14:xfrm>
              <a:off x="3692040" y="5192400"/>
              <a:ext cx="529920" cy="403560"/>
            </p14:xfrm>
          </p:contentPart>
        </mc:Choice>
        <mc:Fallback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2ED669B8-600E-328F-66A4-CA2EA37F2183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3638040" y="5084400"/>
                <a:ext cx="637560" cy="61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3">
            <p14:nvContentPartPr>
              <p14:cNvPr id="293" name="Ink 292">
                <a:extLst>
                  <a:ext uri="{FF2B5EF4-FFF2-40B4-BE49-F238E27FC236}">
                    <a16:creationId xmlns:a16="http://schemas.microsoft.com/office/drawing/2014/main" id="{2B26E0BA-D119-8EAF-94B7-26463FD34EC2}"/>
                  </a:ext>
                </a:extLst>
              </p14:cNvPr>
              <p14:cNvContentPartPr/>
              <p14:nvPr/>
            </p14:nvContentPartPr>
            <p14:xfrm>
              <a:off x="4444080" y="2511480"/>
              <a:ext cx="214920" cy="277920"/>
            </p14:xfrm>
          </p:contentPart>
        </mc:Choice>
        <mc:Fallback>
          <p:pic>
            <p:nvPicPr>
              <p:cNvPr id="293" name="Ink 292">
                <a:extLst>
                  <a:ext uri="{FF2B5EF4-FFF2-40B4-BE49-F238E27FC236}">
                    <a16:creationId xmlns:a16="http://schemas.microsoft.com/office/drawing/2014/main" id="{2B26E0BA-D119-8EAF-94B7-26463FD34EC2}"/>
                  </a:ext>
                </a:extLst>
              </p:cNvPr>
              <p:cNvPicPr/>
              <p:nvPr/>
            </p:nvPicPr>
            <p:blipFill>
              <a:blip r:embed="rId434"/>
              <a:stretch>
                <a:fillRect/>
              </a:stretch>
            </p:blipFill>
            <p:spPr>
              <a:xfrm>
                <a:off x="4390080" y="2403620"/>
                <a:ext cx="322560" cy="4932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5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042B3118-48DD-943B-6C44-C845BF357AD8}"/>
                  </a:ext>
                </a:extLst>
              </p14:cNvPr>
              <p14:cNvContentPartPr/>
              <p14:nvPr/>
            </p14:nvContentPartPr>
            <p14:xfrm>
              <a:off x="4600320" y="2605080"/>
              <a:ext cx="219240" cy="427680"/>
            </p14:xfrm>
          </p:contentPart>
        </mc:Choice>
        <mc:Fallback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042B3118-48DD-943B-6C44-C845BF357AD8}"/>
                  </a:ext>
                </a:extLst>
              </p:cNvPr>
              <p:cNvPicPr/>
              <p:nvPr/>
            </p:nvPicPr>
            <p:blipFill>
              <a:blip r:embed="rId436"/>
              <a:stretch>
                <a:fillRect/>
              </a:stretch>
            </p:blipFill>
            <p:spPr>
              <a:xfrm>
                <a:off x="4546409" y="2497171"/>
                <a:ext cx="326704" cy="6431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7">
            <p14:nvContentPartPr>
              <p14:cNvPr id="302" name="Ink 301">
                <a:extLst>
                  <a:ext uri="{FF2B5EF4-FFF2-40B4-BE49-F238E27FC236}">
                    <a16:creationId xmlns:a16="http://schemas.microsoft.com/office/drawing/2014/main" id="{4F99C581-F74E-F66D-9A0D-F9A5AE7592E5}"/>
                  </a:ext>
                </a:extLst>
              </p14:cNvPr>
              <p14:cNvContentPartPr/>
              <p14:nvPr/>
            </p14:nvContentPartPr>
            <p14:xfrm>
              <a:off x="5112960" y="1918920"/>
              <a:ext cx="352440" cy="230040"/>
            </p14:xfrm>
          </p:contentPart>
        </mc:Choice>
        <mc:Fallback>
          <p:pic>
            <p:nvPicPr>
              <p:cNvPr id="302" name="Ink 301">
                <a:extLst>
                  <a:ext uri="{FF2B5EF4-FFF2-40B4-BE49-F238E27FC236}">
                    <a16:creationId xmlns:a16="http://schemas.microsoft.com/office/drawing/2014/main" id="{4F99C581-F74E-F66D-9A0D-F9A5AE7592E5}"/>
                  </a:ext>
                </a:extLst>
              </p:cNvPr>
              <p:cNvPicPr/>
              <p:nvPr/>
            </p:nvPicPr>
            <p:blipFill>
              <a:blip r:embed="rId438"/>
              <a:stretch>
                <a:fillRect/>
              </a:stretch>
            </p:blipFill>
            <p:spPr>
              <a:xfrm>
                <a:off x="5058905" y="1810920"/>
                <a:ext cx="460190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9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A5520F64-3617-2E75-EF66-4BCF37244A4D}"/>
                  </a:ext>
                </a:extLst>
              </p14:cNvPr>
              <p14:cNvContentPartPr/>
              <p14:nvPr/>
            </p14:nvContentPartPr>
            <p14:xfrm>
              <a:off x="5291160" y="3493200"/>
              <a:ext cx="630000" cy="331200"/>
            </p14:xfrm>
          </p:contentPart>
        </mc:Choice>
        <mc:Fallback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A5520F64-3617-2E75-EF66-4BCF37244A4D}"/>
                  </a:ext>
                </a:extLst>
              </p:cNvPr>
              <p:cNvPicPr/>
              <p:nvPr/>
            </p:nvPicPr>
            <p:blipFill>
              <a:blip r:embed="rId440"/>
              <a:stretch>
                <a:fillRect/>
              </a:stretch>
            </p:blipFill>
            <p:spPr>
              <a:xfrm>
                <a:off x="5237191" y="3385200"/>
                <a:ext cx="737579" cy="54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1">
            <p14:nvContentPartPr>
              <p14:cNvPr id="304" name="Ink 303">
                <a:extLst>
                  <a:ext uri="{FF2B5EF4-FFF2-40B4-BE49-F238E27FC236}">
                    <a16:creationId xmlns:a16="http://schemas.microsoft.com/office/drawing/2014/main" id="{3B049C5A-E701-3249-BB02-C2176AD5965C}"/>
                  </a:ext>
                </a:extLst>
              </p14:cNvPr>
              <p14:cNvContentPartPr/>
              <p14:nvPr/>
            </p14:nvContentPartPr>
            <p14:xfrm>
              <a:off x="6234000" y="2699040"/>
              <a:ext cx="259920" cy="428760"/>
            </p14:xfrm>
          </p:contentPart>
        </mc:Choice>
        <mc:Fallback>
          <p:pic>
            <p:nvPicPr>
              <p:cNvPr id="304" name="Ink 303">
                <a:extLst>
                  <a:ext uri="{FF2B5EF4-FFF2-40B4-BE49-F238E27FC236}">
                    <a16:creationId xmlns:a16="http://schemas.microsoft.com/office/drawing/2014/main" id="{3B049C5A-E701-3249-BB02-C2176AD5965C}"/>
                  </a:ext>
                </a:extLst>
              </p:cNvPr>
              <p:cNvPicPr/>
              <p:nvPr/>
            </p:nvPicPr>
            <p:blipFill>
              <a:blip r:embed="rId442"/>
              <a:stretch>
                <a:fillRect/>
              </a:stretch>
            </p:blipFill>
            <p:spPr>
              <a:xfrm>
                <a:off x="6179925" y="2591040"/>
                <a:ext cx="367709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3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E582445B-ABC1-4572-4F12-BD8D0766FBF1}"/>
                  </a:ext>
                </a:extLst>
              </p14:cNvPr>
              <p14:cNvContentPartPr/>
              <p14:nvPr/>
            </p14:nvContentPartPr>
            <p14:xfrm>
              <a:off x="6415080" y="4266840"/>
              <a:ext cx="343080" cy="372600"/>
            </p14:xfrm>
          </p:contentPart>
        </mc:Choice>
        <mc:Fallback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E582445B-ABC1-4572-4F12-BD8D0766FBF1}"/>
                  </a:ext>
                </a:extLst>
              </p:cNvPr>
              <p:cNvPicPr/>
              <p:nvPr/>
            </p:nvPicPr>
            <p:blipFill>
              <a:blip r:embed="rId444"/>
              <a:stretch>
                <a:fillRect/>
              </a:stretch>
            </p:blipFill>
            <p:spPr>
              <a:xfrm>
                <a:off x="6361080" y="4158840"/>
                <a:ext cx="450720" cy="58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5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E46E7304-5456-D569-91FE-43B4D2D9581C}"/>
                  </a:ext>
                </a:extLst>
              </p14:cNvPr>
              <p14:cNvContentPartPr/>
              <p14:nvPr/>
            </p14:nvContentPartPr>
            <p14:xfrm>
              <a:off x="5536680" y="5008800"/>
              <a:ext cx="495720" cy="271080"/>
            </p14:xfrm>
          </p:contentPart>
        </mc:Choice>
        <mc:Fallback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E46E7304-5456-D569-91FE-43B4D2D9581C}"/>
                  </a:ext>
                </a:extLst>
              </p:cNvPr>
              <p:cNvPicPr/>
              <p:nvPr/>
            </p:nvPicPr>
            <p:blipFill>
              <a:blip r:embed="rId446"/>
              <a:stretch>
                <a:fillRect/>
              </a:stretch>
            </p:blipFill>
            <p:spPr>
              <a:xfrm>
                <a:off x="5482680" y="4900800"/>
                <a:ext cx="603360" cy="48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7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C7866B8F-2189-E66A-14AA-FA3E6B4F6685}"/>
                  </a:ext>
                </a:extLst>
              </p14:cNvPr>
              <p14:cNvContentPartPr/>
              <p14:nvPr/>
            </p14:nvContentPartPr>
            <p14:xfrm>
              <a:off x="241440" y="3035640"/>
              <a:ext cx="48600" cy="26280"/>
            </p14:xfrm>
          </p:contentPart>
        </mc:Choice>
        <mc:Fallback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C7866B8F-2189-E66A-14AA-FA3E6B4F6685}"/>
                  </a:ext>
                </a:extLst>
              </p:cNvPr>
              <p:cNvPicPr/>
              <p:nvPr/>
            </p:nvPicPr>
            <p:blipFill>
              <a:blip r:embed="rId448"/>
              <a:stretch>
                <a:fillRect/>
              </a:stretch>
            </p:blipFill>
            <p:spPr>
              <a:xfrm>
                <a:off x="187440" y="2927640"/>
                <a:ext cx="15624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9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3E255B7B-C38B-B3D8-C791-3176FA01E6F3}"/>
                  </a:ext>
                </a:extLst>
              </p14:cNvPr>
              <p14:cNvContentPartPr/>
              <p14:nvPr/>
            </p14:nvContentPartPr>
            <p14:xfrm>
              <a:off x="3494040" y="2016840"/>
              <a:ext cx="477000" cy="312120"/>
            </p14:xfrm>
          </p:contentPart>
        </mc:Choice>
        <mc:Fallback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3E255B7B-C38B-B3D8-C791-3176FA01E6F3}"/>
                  </a:ext>
                </a:extLst>
              </p:cNvPr>
              <p:cNvPicPr/>
              <p:nvPr/>
            </p:nvPicPr>
            <p:blipFill>
              <a:blip r:embed="rId450"/>
              <a:stretch>
                <a:fillRect/>
              </a:stretch>
            </p:blipFill>
            <p:spPr>
              <a:xfrm>
                <a:off x="3440040" y="1908964"/>
                <a:ext cx="584640" cy="527512"/>
              </a:xfrm>
              <a:prstGeom prst="rect">
                <a:avLst/>
              </a:prstGeom>
            </p:spPr>
          </p:pic>
        </mc:Fallback>
      </mc:AlternateContent>
      <p:grpSp>
        <p:nvGrpSpPr>
          <p:cNvPr id="326" name="Group 325">
            <a:extLst>
              <a:ext uri="{FF2B5EF4-FFF2-40B4-BE49-F238E27FC236}">
                <a16:creationId xmlns:a16="http://schemas.microsoft.com/office/drawing/2014/main" id="{1858E704-925C-80F0-33B0-ACA798BAD7AB}"/>
              </a:ext>
            </a:extLst>
          </p:cNvPr>
          <p:cNvGrpSpPr/>
          <p:nvPr/>
        </p:nvGrpSpPr>
        <p:grpSpPr>
          <a:xfrm>
            <a:off x="9763560" y="714584"/>
            <a:ext cx="2227680" cy="760680"/>
            <a:chOff x="9763560" y="714584"/>
            <a:chExt cx="2227680" cy="76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22015F22-2898-DC1D-148C-5A73C1B93656}"/>
                    </a:ext>
                  </a:extLst>
                </p14:cNvPr>
                <p14:cNvContentPartPr/>
                <p14:nvPr/>
              </p14:nvContentPartPr>
              <p14:xfrm>
                <a:off x="9763560" y="714584"/>
                <a:ext cx="34560" cy="46908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22015F22-2898-DC1D-148C-5A73C1B93656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9745560" y="696584"/>
                  <a:ext cx="7020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FC2908C-0802-5D60-41B2-7D2908FD9FC0}"/>
                    </a:ext>
                  </a:extLst>
                </p14:cNvPr>
                <p14:cNvContentPartPr/>
                <p14:nvPr/>
              </p14:nvContentPartPr>
              <p14:xfrm>
                <a:off x="9765360" y="768584"/>
                <a:ext cx="350280" cy="2340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FC2908C-0802-5D60-41B2-7D2908FD9FC0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9747378" y="750584"/>
                  <a:ext cx="385883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540BE6C4-9A77-79A2-0C43-B154F8E21225}"/>
                    </a:ext>
                  </a:extLst>
                </p14:cNvPr>
                <p14:cNvContentPartPr/>
                <p14:nvPr/>
              </p14:nvContentPartPr>
              <p14:xfrm>
                <a:off x="10283400" y="802784"/>
                <a:ext cx="223560" cy="21060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540BE6C4-9A77-79A2-0C43-B154F8E21225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10265400" y="784784"/>
                  <a:ext cx="2592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07440F4A-480B-F479-13B1-B95EFC6D395D}"/>
                    </a:ext>
                  </a:extLst>
                </p14:cNvPr>
                <p14:cNvContentPartPr/>
                <p14:nvPr/>
              </p14:nvContentPartPr>
              <p14:xfrm>
                <a:off x="10629000" y="782624"/>
                <a:ext cx="241200" cy="24948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07440F4A-480B-F479-13B1-B95EFC6D395D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10611000" y="764624"/>
                  <a:ext cx="2768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13A740FF-8C9B-6BA3-8DF6-C195C5817FA3}"/>
                    </a:ext>
                  </a:extLst>
                </p14:cNvPr>
                <p14:cNvContentPartPr/>
                <p14:nvPr/>
              </p14:nvContentPartPr>
              <p14:xfrm>
                <a:off x="9887400" y="1231904"/>
                <a:ext cx="65520" cy="2433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13A740FF-8C9B-6BA3-8DF6-C195C5817FA3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9869400" y="1213904"/>
                  <a:ext cx="1011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A6111726-B207-68BF-603A-4F31068F3E3E}"/>
                    </a:ext>
                  </a:extLst>
                </p14:cNvPr>
                <p14:cNvContentPartPr/>
                <p14:nvPr/>
              </p14:nvContentPartPr>
              <p14:xfrm>
                <a:off x="9819000" y="1339184"/>
                <a:ext cx="171360" cy="9108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A6111726-B207-68BF-603A-4F31068F3E3E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9801000" y="1321113"/>
                  <a:ext cx="207000" cy="1268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790976E7-49EC-C188-69CD-3DF0DD5971E9}"/>
                    </a:ext>
                  </a:extLst>
                </p14:cNvPr>
                <p14:cNvContentPartPr/>
                <p14:nvPr/>
              </p14:nvContentPartPr>
              <p14:xfrm>
                <a:off x="10036080" y="1303544"/>
                <a:ext cx="109440" cy="14436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790976E7-49EC-C188-69CD-3DF0DD5971E9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10018080" y="1285544"/>
                  <a:ext cx="1450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154110C6-72AF-1910-0FBE-5EC68CE43CBD}"/>
                    </a:ext>
                  </a:extLst>
                </p14:cNvPr>
                <p14:cNvContentPartPr/>
                <p14:nvPr/>
              </p14:nvContentPartPr>
              <p14:xfrm>
                <a:off x="10208880" y="1264304"/>
                <a:ext cx="83880" cy="12600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154110C6-72AF-1910-0FBE-5EC68CE43CBD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10190880" y="1246252"/>
                  <a:ext cx="119520" cy="1617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36F890BA-9479-DF10-D543-2A30D4C2DFE5}"/>
                    </a:ext>
                  </a:extLst>
                </p14:cNvPr>
                <p14:cNvContentPartPr/>
                <p14:nvPr/>
              </p14:nvContentPartPr>
              <p14:xfrm>
                <a:off x="10581480" y="1193384"/>
                <a:ext cx="186120" cy="2293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36F890BA-9479-DF10-D543-2A30D4C2DFE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10563480" y="1175384"/>
                  <a:ext cx="221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88E9225B-56AE-626A-555B-A2116D47D141}"/>
                    </a:ext>
                  </a:extLst>
                </p14:cNvPr>
                <p14:cNvContentPartPr/>
                <p14:nvPr/>
              </p14:nvContentPartPr>
              <p14:xfrm>
                <a:off x="10970640" y="1186904"/>
                <a:ext cx="202680" cy="14184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88E9225B-56AE-626A-555B-A2116D47D141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10952640" y="1168904"/>
                  <a:ext cx="2383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A3877822-6F26-9109-D0EB-E2958269450B}"/>
                    </a:ext>
                  </a:extLst>
                </p14:cNvPr>
                <p14:cNvContentPartPr/>
                <p14:nvPr/>
              </p14:nvContentPartPr>
              <p14:xfrm>
                <a:off x="11278800" y="1166384"/>
                <a:ext cx="91080" cy="13032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A3877822-6F26-9109-D0EB-E2958269450B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60800" y="1148434"/>
                  <a:ext cx="126720" cy="1658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FBC81FC8-D895-1B36-0DE5-CB327EB7CDE4}"/>
                    </a:ext>
                  </a:extLst>
                </p14:cNvPr>
                <p14:cNvContentPartPr/>
                <p14:nvPr/>
              </p14:nvContentPartPr>
              <p14:xfrm>
                <a:off x="11466720" y="983144"/>
                <a:ext cx="149400" cy="2844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FBC81FC8-D895-1B36-0DE5-CB327EB7CDE4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1448720" y="965144"/>
                  <a:ext cx="18504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6478E3FA-E762-90F6-A2A5-80992B5B1877}"/>
                    </a:ext>
                  </a:extLst>
                </p14:cNvPr>
                <p14:cNvContentPartPr/>
                <p14:nvPr/>
              </p14:nvContentPartPr>
              <p14:xfrm>
                <a:off x="11691720" y="1090064"/>
                <a:ext cx="126360" cy="1800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6478E3FA-E762-90F6-A2A5-80992B5B1877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1673669" y="1072064"/>
                  <a:ext cx="162102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2F4FC7A-4B8A-67EA-9D5A-D551EDB82677}"/>
                    </a:ext>
                  </a:extLst>
                </p14:cNvPr>
                <p14:cNvContentPartPr/>
                <p14:nvPr/>
              </p14:nvContentPartPr>
              <p14:xfrm>
                <a:off x="11901600" y="1087904"/>
                <a:ext cx="89640" cy="16488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2F4FC7A-4B8A-67EA-9D5A-D551EDB82677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1883600" y="1069904"/>
                  <a:ext cx="12528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0FF48907-B26C-E421-95B5-3A74900BAA48}"/>
              </a:ext>
            </a:extLst>
          </p:cNvPr>
          <p:cNvGrpSpPr/>
          <p:nvPr/>
        </p:nvGrpSpPr>
        <p:grpSpPr>
          <a:xfrm>
            <a:off x="87840" y="616304"/>
            <a:ext cx="2432520" cy="5788440"/>
            <a:chOff x="87840" y="616304"/>
            <a:chExt cx="2432520" cy="578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E1564638-8D73-2456-A9D9-B19CBD5A3C94}"/>
                    </a:ext>
                  </a:extLst>
                </p14:cNvPr>
                <p14:cNvContentPartPr/>
                <p14:nvPr/>
              </p14:nvContentPartPr>
              <p14:xfrm>
                <a:off x="224640" y="1096184"/>
                <a:ext cx="80280" cy="3751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E1564638-8D73-2456-A9D9-B19CBD5A3C94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206640" y="1078184"/>
                  <a:ext cx="11592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403A216E-5973-ED2A-E1B0-B9D19B0473D1}"/>
                    </a:ext>
                  </a:extLst>
                </p14:cNvPr>
                <p14:cNvContentPartPr/>
                <p14:nvPr/>
              </p14:nvContentPartPr>
              <p14:xfrm>
                <a:off x="225360" y="1179704"/>
                <a:ext cx="219960" cy="27216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403A216E-5973-ED2A-E1B0-B9D19B0473D1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207360" y="1161728"/>
                  <a:ext cx="255600" cy="3077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B3A7FBAE-417B-093F-82A4-D897B5A122C2}"/>
                    </a:ext>
                  </a:extLst>
                </p14:cNvPr>
                <p14:cNvContentPartPr/>
                <p14:nvPr/>
              </p14:nvContentPartPr>
              <p14:xfrm>
                <a:off x="283320" y="1290944"/>
                <a:ext cx="158040" cy="543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B3A7FBAE-417B-093F-82A4-D897B5A122C2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265320" y="1272944"/>
                  <a:ext cx="1936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589FE04-5324-AC4C-F34E-0DACF05A9C61}"/>
                    </a:ext>
                  </a:extLst>
                </p14:cNvPr>
                <p14:cNvContentPartPr/>
                <p14:nvPr/>
              </p14:nvContentPartPr>
              <p14:xfrm>
                <a:off x="524880" y="1177904"/>
                <a:ext cx="146520" cy="2455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589FE04-5324-AC4C-F34E-0DACF05A9C61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506880" y="1159904"/>
                  <a:ext cx="1821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855ACCF0-717E-E4DE-BF3F-86CC6C3E35BB}"/>
                    </a:ext>
                  </a:extLst>
                </p14:cNvPr>
                <p14:cNvContentPartPr/>
                <p14:nvPr/>
              </p14:nvContentPartPr>
              <p14:xfrm>
                <a:off x="725400" y="1109864"/>
                <a:ext cx="8280" cy="4248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855ACCF0-717E-E4DE-BF3F-86CC6C3E35BB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708150" y="1091864"/>
                  <a:ext cx="42435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09B2FDEB-4785-7C6B-DC79-DA912F9A61BD}"/>
                    </a:ext>
                  </a:extLst>
                </p14:cNvPr>
                <p14:cNvContentPartPr/>
                <p14:nvPr/>
              </p14:nvContentPartPr>
              <p14:xfrm>
                <a:off x="748440" y="1175744"/>
                <a:ext cx="40320" cy="16416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09B2FDEB-4785-7C6B-DC79-DA912F9A61BD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730440" y="1157704"/>
                  <a:ext cx="75960" cy="1998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30CAC956-888C-E30D-1958-BEE13C1C599E}"/>
                    </a:ext>
                  </a:extLst>
                </p14:cNvPr>
                <p14:cNvContentPartPr/>
                <p14:nvPr/>
              </p14:nvContentPartPr>
              <p14:xfrm>
                <a:off x="749160" y="1123544"/>
                <a:ext cx="126720" cy="1486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30CAC956-888C-E30D-1958-BEE13C1C599E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731160" y="1105544"/>
                  <a:ext cx="1623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DE38B7D3-9E8C-324D-3B85-3B0A140B678C}"/>
                    </a:ext>
                  </a:extLst>
                </p14:cNvPr>
                <p14:cNvContentPartPr/>
                <p14:nvPr/>
              </p14:nvContentPartPr>
              <p14:xfrm>
                <a:off x="893880" y="1036784"/>
                <a:ext cx="279720" cy="2883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DE38B7D3-9E8C-324D-3B85-3B0A140B678C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875880" y="1018784"/>
                  <a:ext cx="3153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7CD6FCBF-CFBE-D4BC-1097-2261DD05C429}"/>
                    </a:ext>
                  </a:extLst>
                </p14:cNvPr>
                <p14:cNvContentPartPr/>
                <p14:nvPr/>
              </p14:nvContentPartPr>
              <p14:xfrm>
                <a:off x="316800" y="1681184"/>
                <a:ext cx="146520" cy="18900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7CD6FCBF-CFBE-D4BC-1097-2261DD05C429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298800" y="1663184"/>
                  <a:ext cx="1821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ED36C51D-1F0F-7ECE-7034-03E6FDCBB472}"/>
                    </a:ext>
                  </a:extLst>
                </p14:cNvPr>
                <p14:cNvContentPartPr/>
                <p14:nvPr/>
              </p14:nvContentPartPr>
              <p14:xfrm>
                <a:off x="578520" y="1595864"/>
                <a:ext cx="200520" cy="22284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ED36C51D-1F0F-7ECE-7034-03E6FDCBB472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560552" y="1577835"/>
                  <a:ext cx="236096" cy="2585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1D67F042-D81B-7736-1CDA-A3254BE453B7}"/>
                    </a:ext>
                  </a:extLst>
                </p14:cNvPr>
                <p14:cNvContentPartPr/>
                <p14:nvPr/>
              </p14:nvContentPartPr>
              <p14:xfrm>
                <a:off x="851400" y="1623944"/>
                <a:ext cx="216720" cy="10620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1D67F042-D81B-7736-1CDA-A3254BE453B7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833400" y="1605883"/>
                  <a:ext cx="252360" cy="1419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FF7279AD-984D-F6D4-E60C-4B1FF288F74D}"/>
                    </a:ext>
                  </a:extLst>
                </p14:cNvPr>
                <p14:cNvContentPartPr/>
                <p14:nvPr/>
              </p14:nvContentPartPr>
              <p14:xfrm>
                <a:off x="1083600" y="1578224"/>
                <a:ext cx="112320" cy="810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FF7279AD-984D-F6D4-E60C-4B1FF288F74D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065542" y="1560224"/>
                  <a:ext cx="148075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6829A5D4-30FA-60FE-82C5-5C61F58030F9}"/>
                    </a:ext>
                  </a:extLst>
                </p14:cNvPr>
                <p14:cNvContentPartPr/>
                <p14:nvPr/>
              </p14:nvContentPartPr>
              <p14:xfrm>
                <a:off x="1281240" y="1456544"/>
                <a:ext cx="69840" cy="21852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6829A5D4-30FA-60FE-82C5-5C61F58030F9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263240" y="1438544"/>
                  <a:ext cx="1054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8A805FEE-5732-B1C2-36B3-794E4F766B1F}"/>
                    </a:ext>
                  </a:extLst>
                </p14:cNvPr>
                <p14:cNvContentPartPr/>
                <p14:nvPr/>
              </p14:nvContentPartPr>
              <p14:xfrm>
                <a:off x="1164960" y="1365104"/>
                <a:ext cx="12960" cy="14688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8A805FEE-5732-B1C2-36B3-794E4F766B1F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146960" y="1347104"/>
                  <a:ext cx="48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708A9AD0-E7C3-497E-6814-FF5864348A3E}"/>
                    </a:ext>
                  </a:extLst>
                </p14:cNvPr>
                <p14:cNvContentPartPr/>
                <p14:nvPr/>
              </p14:nvContentPartPr>
              <p14:xfrm>
                <a:off x="424080" y="2003024"/>
                <a:ext cx="65160" cy="1767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708A9AD0-E7C3-497E-6814-FF5864348A3E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406080" y="1985024"/>
                  <a:ext cx="1008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1EF45B16-A197-422C-E7A2-6FF921785A78}"/>
                    </a:ext>
                  </a:extLst>
                </p14:cNvPr>
                <p14:cNvContentPartPr/>
                <p14:nvPr/>
              </p14:nvContentPartPr>
              <p14:xfrm>
                <a:off x="604800" y="1969184"/>
                <a:ext cx="286920" cy="1645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1EF45B16-A197-422C-E7A2-6FF921785A78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586777" y="1951184"/>
                  <a:ext cx="322605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3C585AAF-5673-E790-4B8A-F63568C385E3}"/>
                    </a:ext>
                  </a:extLst>
                </p14:cNvPr>
                <p14:cNvContentPartPr/>
                <p14:nvPr/>
              </p14:nvContentPartPr>
              <p14:xfrm>
                <a:off x="915120" y="1886024"/>
                <a:ext cx="105840" cy="1328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3C585AAF-5673-E790-4B8A-F63568C385E3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97120" y="1868024"/>
                  <a:ext cx="141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5802BD1A-4748-2E62-7C92-699F8A1DEB58}"/>
                    </a:ext>
                  </a:extLst>
                </p14:cNvPr>
                <p14:cNvContentPartPr/>
                <p14:nvPr/>
              </p14:nvContentPartPr>
              <p14:xfrm>
                <a:off x="287280" y="631784"/>
                <a:ext cx="1796040" cy="188460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5802BD1A-4748-2E62-7C92-699F8A1DEB58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269280" y="613784"/>
                  <a:ext cx="1831680" cy="19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9A4813F6-C395-93A9-A41A-8E7FE64ABBF4}"/>
                    </a:ext>
                  </a:extLst>
                </p14:cNvPr>
                <p14:cNvContentPartPr/>
                <p14:nvPr/>
              </p14:nvContentPartPr>
              <p14:xfrm>
                <a:off x="103320" y="616304"/>
                <a:ext cx="159840" cy="175680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9A4813F6-C395-93A9-A41A-8E7FE64ABBF4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5320" y="598304"/>
                  <a:ext cx="195480" cy="179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A85BF3D5-2735-6294-F91C-1087CAC2A3EE}"/>
                    </a:ext>
                  </a:extLst>
                </p14:cNvPr>
                <p14:cNvContentPartPr/>
                <p14:nvPr/>
              </p14:nvContentPartPr>
              <p14:xfrm>
                <a:off x="1443960" y="1860464"/>
                <a:ext cx="65160" cy="25560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A85BF3D5-2735-6294-F91C-1087CAC2A3EE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1425960" y="1842464"/>
                  <a:ext cx="1008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7C02396F-C908-55FC-6D04-318D35CDB99F}"/>
                    </a:ext>
                  </a:extLst>
                </p14:cNvPr>
                <p14:cNvContentPartPr/>
                <p14:nvPr/>
              </p14:nvContentPartPr>
              <p14:xfrm>
                <a:off x="1555920" y="1836344"/>
                <a:ext cx="151920" cy="1576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7C02396F-C908-55FC-6D04-318D35CDB99F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1537920" y="1818344"/>
                  <a:ext cx="1875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328E2D13-BF13-278A-EBE2-53CFEAACA964}"/>
                    </a:ext>
                  </a:extLst>
                </p14:cNvPr>
                <p14:cNvContentPartPr/>
                <p14:nvPr/>
              </p14:nvContentPartPr>
              <p14:xfrm>
                <a:off x="1323000" y="1686224"/>
                <a:ext cx="579240" cy="53928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328E2D13-BF13-278A-EBE2-53CFEAACA964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305011" y="1668212"/>
                  <a:ext cx="614858" cy="5749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D237A5BB-C79D-00F3-86CE-59E566037AC3}"/>
                    </a:ext>
                  </a:extLst>
                </p14:cNvPr>
                <p14:cNvContentPartPr/>
                <p14:nvPr/>
              </p14:nvContentPartPr>
              <p14:xfrm>
                <a:off x="1343520" y="1828064"/>
                <a:ext cx="19800" cy="39456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D237A5BB-C79D-00F3-86CE-59E566037AC3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325520" y="1810064"/>
                  <a:ext cx="554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D0982F8-D23C-270D-F6D5-A8F6B931D733}"/>
                    </a:ext>
                  </a:extLst>
                </p14:cNvPr>
                <p14:cNvContentPartPr/>
                <p14:nvPr/>
              </p14:nvContentPartPr>
              <p14:xfrm>
                <a:off x="2135160" y="2127224"/>
                <a:ext cx="385200" cy="418356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D0982F8-D23C-270D-F6D5-A8F6B931D733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2117177" y="2109224"/>
                  <a:ext cx="420807" cy="42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0BC1AD61-8A12-8E12-854B-2E1123684552}"/>
                    </a:ext>
                  </a:extLst>
                </p14:cNvPr>
                <p14:cNvContentPartPr/>
                <p14:nvPr/>
              </p14:nvContentPartPr>
              <p14:xfrm>
                <a:off x="87840" y="2503784"/>
                <a:ext cx="266400" cy="390096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0BC1AD61-8A12-8E12-854B-2E1123684552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69840" y="2485782"/>
                  <a:ext cx="302040" cy="393660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1FECF402-B2A7-6923-9B1F-73CAB3213CE7}"/>
                    </a:ext>
                  </a:extLst>
                </p14:cNvPr>
                <p14:cNvContentPartPr/>
                <p14:nvPr/>
              </p14:nvContentPartPr>
              <p14:xfrm>
                <a:off x="450360" y="6228344"/>
                <a:ext cx="23760" cy="3744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1FECF402-B2A7-6923-9B1F-73CAB3213CE7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432083" y="6210344"/>
                  <a:ext cx="59948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1978EBE7-5590-8882-4479-5CBCDAF88FC9}"/>
              </a:ext>
            </a:extLst>
          </p:cNvPr>
          <p:cNvGrpSpPr/>
          <p:nvPr/>
        </p:nvGrpSpPr>
        <p:grpSpPr>
          <a:xfrm>
            <a:off x="714600" y="2643464"/>
            <a:ext cx="1164240" cy="1289880"/>
            <a:chOff x="714600" y="2643464"/>
            <a:chExt cx="1164240" cy="128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39DC527-B113-A9F9-C0CC-858FF347EDD6}"/>
                    </a:ext>
                  </a:extLst>
                </p14:cNvPr>
                <p14:cNvContentPartPr/>
                <p14:nvPr/>
              </p14:nvContentPartPr>
              <p14:xfrm>
                <a:off x="1159200" y="2740304"/>
                <a:ext cx="41040" cy="36396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39DC527-B113-A9F9-C0CC-858FF347EDD6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141200" y="2722304"/>
                  <a:ext cx="7668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9A2FCFA-1A13-EC2B-DCF4-81650B7B771B}"/>
                    </a:ext>
                  </a:extLst>
                </p14:cNvPr>
                <p14:cNvContentPartPr/>
                <p14:nvPr/>
              </p14:nvContentPartPr>
              <p14:xfrm>
                <a:off x="1130760" y="3134504"/>
                <a:ext cx="190800" cy="57708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9A2FCFA-1A13-EC2B-DCF4-81650B7B771B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113120" y="3116504"/>
                  <a:ext cx="226440" cy="61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C8022335-8EB9-C99D-D5C9-668B27702B22}"/>
                    </a:ext>
                  </a:extLst>
                </p14:cNvPr>
                <p14:cNvContentPartPr/>
                <p14:nvPr/>
              </p14:nvContentPartPr>
              <p14:xfrm>
                <a:off x="714600" y="2643464"/>
                <a:ext cx="114840" cy="27756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C8022335-8EB9-C99D-D5C9-668B27702B22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696960" y="2625464"/>
                  <a:ext cx="1504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59F9C30B-C9BD-5CD7-7248-D1632111FAFF}"/>
                    </a:ext>
                  </a:extLst>
                </p14:cNvPr>
                <p14:cNvContentPartPr/>
                <p14:nvPr/>
              </p14:nvContentPartPr>
              <p14:xfrm>
                <a:off x="959040" y="2760464"/>
                <a:ext cx="26640" cy="12528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59F9C30B-C9BD-5CD7-7248-D1632111FAFF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941400" y="2742464"/>
                  <a:ext cx="62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A2028FF6-C5E1-A8EB-CA00-E6BF281F1768}"/>
                    </a:ext>
                  </a:extLst>
                </p14:cNvPr>
                <p14:cNvContentPartPr/>
                <p14:nvPr/>
              </p14:nvContentPartPr>
              <p14:xfrm>
                <a:off x="811440" y="3643184"/>
                <a:ext cx="112680" cy="29016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A2028FF6-C5E1-A8EB-CA00-E6BF281F1768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93800" y="3625544"/>
                  <a:ext cx="1483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34805F97-EA8B-19BF-F9AE-07E34BF9EA2F}"/>
                    </a:ext>
                  </a:extLst>
                </p14:cNvPr>
                <p14:cNvContentPartPr/>
                <p14:nvPr/>
              </p14:nvContentPartPr>
              <p14:xfrm>
                <a:off x="1045440" y="3753344"/>
                <a:ext cx="136080" cy="1180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34805F97-EA8B-19BF-F9AE-07E34BF9EA2F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1027440" y="3735344"/>
                  <a:ext cx="1717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7FA28F24-C31B-3FBB-4F28-61A5A3E34F62}"/>
                    </a:ext>
                  </a:extLst>
                </p14:cNvPr>
                <p14:cNvContentPartPr/>
                <p14:nvPr/>
              </p14:nvContentPartPr>
              <p14:xfrm>
                <a:off x="1120320" y="2717264"/>
                <a:ext cx="93240" cy="12312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7FA28F24-C31B-3FBB-4F28-61A5A3E34F62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1102320" y="269926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CF298D9C-B29A-9005-74BF-A77493E89C4A}"/>
                    </a:ext>
                  </a:extLst>
                </p14:cNvPr>
                <p14:cNvContentPartPr/>
                <p14:nvPr/>
              </p14:nvContentPartPr>
              <p14:xfrm>
                <a:off x="1293840" y="3647864"/>
                <a:ext cx="79920" cy="10620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CF298D9C-B29A-9005-74BF-A77493E89C4A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1275840" y="3630224"/>
                  <a:ext cx="1155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DDFAE5C6-2AFC-3E9E-E1DE-4858CB83E667}"/>
                    </a:ext>
                  </a:extLst>
                </p14:cNvPr>
                <p14:cNvContentPartPr/>
                <p14:nvPr/>
              </p14:nvContentPartPr>
              <p14:xfrm>
                <a:off x="1529280" y="3119384"/>
                <a:ext cx="67320" cy="28116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DDFAE5C6-2AFC-3E9E-E1DE-4858CB83E667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1511280" y="3101744"/>
                  <a:ext cx="1029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AFE132CF-79A8-02B9-9F72-4226ADA6E02F}"/>
                    </a:ext>
                  </a:extLst>
                </p14:cNvPr>
                <p14:cNvContentPartPr/>
                <p14:nvPr/>
              </p14:nvContentPartPr>
              <p14:xfrm>
                <a:off x="1496160" y="3030104"/>
                <a:ext cx="233640" cy="19548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AFE132CF-79A8-02B9-9F72-4226ADA6E02F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1478520" y="3012104"/>
                  <a:ext cx="269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EB77A773-9227-8628-78D7-1736BD9C5243}"/>
                    </a:ext>
                  </a:extLst>
                </p14:cNvPr>
                <p14:cNvContentPartPr/>
                <p14:nvPr/>
              </p14:nvContentPartPr>
              <p14:xfrm>
                <a:off x="1829520" y="3073664"/>
                <a:ext cx="49320" cy="21888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EB77A773-9227-8628-78D7-1736BD9C5243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1811520" y="3055664"/>
                  <a:ext cx="8496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E8677E8F-3CD3-BD97-EE47-0B7A51A2AC24}"/>
              </a:ext>
            </a:extLst>
          </p:cNvPr>
          <p:cNvGrpSpPr/>
          <p:nvPr/>
        </p:nvGrpSpPr>
        <p:grpSpPr>
          <a:xfrm>
            <a:off x="442800" y="4437344"/>
            <a:ext cx="726120" cy="334080"/>
            <a:chOff x="442800" y="4437344"/>
            <a:chExt cx="72612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EB3B3B07-8D57-72BC-0E2F-910A929B73C2}"/>
                    </a:ext>
                  </a:extLst>
                </p14:cNvPr>
                <p14:cNvContentPartPr/>
                <p14:nvPr/>
              </p14:nvContentPartPr>
              <p14:xfrm>
                <a:off x="442800" y="4437344"/>
                <a:ext cx="249480" cy="21024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EB3B3B07-8D57-72BC-0E2F-910A929B73C2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424800" y="4419704"/>
                  <a:ext cx="2851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9A755DB1-E531-7608-0A25-8D61473352B5}"/>
                    </a:ext>
                  </a:extLst>
                </p14:cNvPr>
                <p14:cNvContentPartPr/>
                <p14:nvPr/>
              </p14:nvContentPartPr>
              <p14:xfrm>
                <a:off x="808200" y="4546784"/>
                <a:ext cx="68400" cy="22464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9A755DB1-E531-7608-0A25-8D61473352B5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90200" y="4529144"/>
                  <a:ext cx="1040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405A9152-E599-F58E-466D-F5F4E7C2F91D}"/>
                    </a:ext>
                  </a:extLst>
                </p14:cNvPr>
                <p14:cNvContentPartPr/>
                <p14:nvPr/>
              </p14:nvContentPartPr>
              <p14:xfrm>
                <a:off x="1031760" y="4469744"/>
                <a:ext cx="81720" cy="216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405A9152-E599-F58E-466D-F5F4E7C2F91D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1014120" y="4451744"/>
                  <a:ext cx="1173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BDF08782-A4CD-0044-82CD-02B58A342D3C}"/>
                    </a:ext>
                  </a:extLst>
                </p14:cNvPr>
                <p14:cNvContentPartPr/>
                <p14:nvPr/>
              </p14:nvContentPartPr>
              <p14:xfrm>
                <a:off x="1087200" y="4529144"/>
                <a:ext cx="81720" cy="3312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BDF08782-A4CD-0044-82CD-02B58A342D3C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069200" y="4511504"/>
                  <a:ext cx="1173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2CCBD1CA-0B18-2632-7069-D9A0D294B31D}"/>
              </a:ext>
            </a:extLst>
          </p:cNvPr>
          <p:cNvGrpSpPr/>
          <p:nvPr/>
        </p:nvGrpSpPr>
        <p:grpSpPr>
          <a:xfrm>
            <a:off x="1349280" y="4165184"/>
            <a:ext cx="783720" cy="493920"/>
            <a:chOff x="1349280" y="4165184"/>
            <a:chExt cx="783720" cy="49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A846EA5B-59B4-B36E-663C-93D3EF923234}"/>
                    </a:ext>
                  </a:extLst>
                </p14:cNvPr>
                <p14:cNvContentPartPr/>
                <p14:nvPr/>
              </p14:nvContentPartPr>
              <p14:xfrm>
                <a:off x="1349280" y="4335464"/>
                <a:ext cx="118800" cy="22968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A846EA5B-59B4-B36E-663C-93D3EF923234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331640" y="4317824"/>
                  <a:ext cx="1544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88A7A988-FCC4-9D14-F414-DEC61647E2A1}"/>
                    </a:ext>
                  </a:extLst>
                </p14:cNvPr>
                <p14:cNvContentPartPr/>
                <p14:nvPr/>
              </p14:nvContentPartPr>
              <p14:xfrm>
                <a:off x="1361520" y="4165184"/>
                <a:ext cx="14760" cy="3492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88A7A988-FCC4-9D14-F414-DEC61647E2A1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343880" y="4147544"/>
                  <a:ext cx="504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4B0AA446-9938-1B18-CDA2-5244EE087201}"/>
                    </a:ext>
                  </a:extLst>
                </p14:cNvPr>
                <p14:cNvContentPartPr/>
                <p14:nvPr/>
              </p14:nvContentPartPr>
              <p14:xfrm>
                <a:off x="1612800" y="4442384"/>
                <a:ext cx="29880" cy="21672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4B0AA446-9938-1B18-CDA2-5244EE087201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594800" y="4424744"/>
                  <a:ext cx="655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67E66406-4084-A3DC-0D61-0AAB29DCF7C6}"/>
                    </a:ext>
                  </a:extLst>
                </p14:cNvPr>
                <p14:cNvContentPartPr/>
                <p14:nvPr/>
              </p14:nvContentPartPr>
              <p14:xfrm>
                <a:off x="1781640" y="4271384"/>
                <a:ext cx="53640" cy="20844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67E66406-4084-A3DC-0D61-0AAB29DCF7C6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764000" y="4253384"/>
                  <a:ext cx="892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B9E39EE6-3B35-9504-A4CD-B85074F97E12}"/>
                    </a:ext>
                  </a:extLst>
                </p14:cNvPr>
                <p14:cNvContentPartPr/>
                <p14:nvPr/>
              </p14:nvContentPartPr>
              <p14:xfrm>
                <a:off x="1767240" y="4171664"/>
                <a:ext cx="202320" cy="18072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B9E39EE6-3B35-9504-A4CD-B85074F97E12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749240" y="4153664"/>
                  <a:ext cx="2379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2F366EA6-2575-155C-D7EE-D8E91C8E083B}"/>
                    </a:ext>
                  </a:extLst>
                </p14:cNvPr>
                <p14:cNvContentPartPr/>
                <p14:nvPr/>
              </p14:nvContentPartPr>
              <p14:xfrm>
                <a:off x="2071800" y="4266344"/>
                <a:ext cx="61200" cy="20484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2F366EA6-2575-155C-D7EE-D8E91C8E083B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2053800" y="4248344"/>
                  <a:ext cx="96840" cy="24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78E0A52A-5F18-E217-436E-7A118893E213}"/>
              </a:ext>
            </a:extLst>
          </p:cNvPr>
          <p:cNvGrpSpPr/>
          <p:nvPr/>
        </p:nvGrpSpPr>
        <p:grpSpPr>
          <a:xfrm>
            <a:off x="437040" y="5178224"/>
            <a:ext cx="1265040" cy="447480"/>
            <a:chOff x="437040" y="5178224"/>
            <a:chExt cx="1265040" cy="44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C6B1B415-DF49-4F5B-C624-35324BE548C1}"/>
                    </a:ext>
                  </a:extLst>
                </p14:cNvPr>
                <p14:cNvContentPartPr/>
                <p14:nvPr/>
              </p14:nvContentPartPr>
              <p14:xfrm>
                <a:off x="437040" y="5272184"/>
                <a:ext cx="129600" cy="27108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C6B1B415-DF49-4F5B-C624-35324BE548C1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419040" y="5254544"/>
                  <a:ext cx="16524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1F86B6CA-A2F5-F1DE-9C4C-F65C7E3459D7}"/>
                    </a:ext>
                  </a:extLst>
                </p14:cNvPr>
                <p14:cNvContentPartPr/>
                <p14:nvPr/>
              </p14:nvContentPartPr>
              <p14:xfrm>
                <a:off x="686880" y="5404664"/>
                <a:ext cx="48240" cy="2210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1F86B6CA-A2F5-F1DE-9C4C-F65C7E3459D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669240" y="5386664"/>
                  <a:ext cx="838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2570AFE2-DF99-AEF2-2BBF-8CE54DB95693}"/>
                    </a:ext>
                  </a:extLst>
                </p14:cNvPr>
                <p14:cNvContentPartPr/>
                <p14:nvPr/>
              </p14:nvContentPartPr>
              <p14:xfrm>
                <a:off x="831600" y="5378024"/>
                <a:ext cx="168840" cy="3672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2570AFE2-DF99-AEF2-2BBF-8CE54DB95693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13960" y="5360384"/>
                  <a:ext cx="2044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AE6374EB-3B70-73F6-5305-9762A1FC9F4F}"/>
                    </a:ext>
                  </a:extLst>
                </p14:cNvPr>
                <p14:cNvContentPartPr/>
                <p14:nvPr/>
              </p14:nvContentPartPr>
              <p14:xfrm>
                <a:off x="1064160" y="5178224"/>
                <a:ext cx="111600" cy="23364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AE6374EB-3B70-73F6-5305-9762A1FC9F4F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046160" y="5160224"/>
                  <a:ext cx="1472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31B230E3-4F4F-000B-0617-2A275D5FE405}"/>
                    </a:ext>
                  </a:extLst>
                </p14:cNvPr>
                <p14:cNvContentPartPr/>
                <p14:nvPr/>
              </p14:nvContentPartPr>
              <p14:xfrm>
                <a:off x="1300680" y="5329424"/>
                <a:ext cx="132840" cy="12996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31B230E3-4F4F-000B-0617-2A275D5FE405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282680" y="5311424"/>
                  <a:ext cx="1684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D449E433-451B-B730-B200-2ABAC2BF955E}"/>
                    </a:ext>
                  </a:extLst>
                </p14:cNvPr>
                <p14:cNvContentPartPr/>
                <p14:nvPr/>
              </p14:nvContentPartPr>
              <p14:xfrm>
                <a:off x="1563120" y="5226464"/>
                <a:ext cx="100080" cy="1620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D449E433-451B-B730-B200-2ABAC2BF955E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545120" y="5208824"/>
                  <a:ext cx="1357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53F4AF0-F88C-DF02-CC22-144903658B8D}"/>
                    </a:ext>
                  </a:extLst>
                </p14:cNvPr>
                <p14:cNvContentPartPr/>
                <p14:nvPr/>
              </p14:nvContentPartPr>
              <p14:xfrm>
                <a:off x="1652040" y="5285504"/>
                <a:ext cx="50040" cy="2448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53F4AF0-F88C-DF02-CC22-144903658B8D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634400" y="5267864"/>
                  <a:ext cx="85680" cy="6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320AE2B9-163A-998E-9E1A-401AF342E50E}"/>
              </a:ext>
            </a:extLst>
          </p:cNvPr>
          <p:cNvGrpSpPr/>
          <p:nvPr/>
        </p:nvGrpSpPr>
        <p:grpSpPr>
          <a:xfrm>
            <a:off x="1859040" y="4987784"/>
            <a:ext cx="627840" cy="427320"/>
            <a:chOff x="1859040" y="4987784"/>
            <a:chExt cx="62784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1477B410-74D2-30B4-F633-5E04A9D59C9A}"/>
                    </a:ext>
                  </a:extLst>
                </p14:cNvPr>
                <p14:cNvContentPartPr/>
                <p14:nvPr/>
              </p14:nvContentPartPr>
              <p14:xfrm>
                <a:off x="1872000" y="5130344"/>
                <a:ext cx="136440" cy="20556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1477B410-74D2-30B4-F633-5E04A9D59C9A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854000" y="5112344"/>
                  <a:ext cx="1720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954577B9-159E-00C5-F6D0-977FB3228264}"/>
                    </a:ext>
                  </a:extLst>
                </p14:cNvPr>
                <p14:cNvContentPartPr/>
                <p14:nvPr/>
              </p14:nvContentPartPr>
              <p14:xfrm>
                <a:off x="1859040" y="4987784"/>
                <a:ext cx="29160" cy="216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954577B9-159E-00C5-F6D0-977FB3228264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841400" y="4969784"/>
                  <a:ext cx="64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D94EFDA5-2CA2-1D5B-6D00-A560388AEC81}"/>
                    </a:ext>
                  </a:extLst>
                </p14:cNvPr>
                <p14:cNvContentPartPr/>
                <p14:nvPr/>
              </p14:nvContentPartPr>
              <p14:xfrm>
                <a:off x="2104920" y="5222864"/>
                <a:ext cx="34920" cy="1922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D94EFDA5-2CA2-1D5B-6D00-A560388AEC8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2087280" y="5205224"/>
                  <a:ext cx="705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9CFB1727-FA09-1A66-2C67-2B1D53A6EEAB}"/>
                    </a:ext>
                  </a:extLst>
                </p14:cNvPr>
                <p14:cNvContentPartPr/>
                <p14:nvPr/>
              </p14:nvContentPartPr>
              <p14:xfrm>
                <a:off x="2179080" y="5088224"/>
                <a:ext cx="82080" cy="22968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9CFB1727-FA09-1A66-2C67-2B1D53A6EEAB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2161440" y="5070224"/>
                  <a:ext cx="1177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6EDCA245-EDD4-8FB5-7073-3560CF11DF79}"/>
                    </a:ext>
                  </a:extLst>
                </p14:cNvPr>
                <p14:cNvContentPartPr/>
                <p14:nvPr/>
              </p14:nvContentPartPr>
              <p14:xfrm>
                <a:off x="2168280" y="5038544"/>
                <a:ext cx="170640" cy="13536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6EDCA245-EDD4-8FB5-7073-3560CF11DF79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2150640" y="5020544"/>
                  <a:ext cx="2062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48CC1D15-E795-8E06-3AC3-8EB6A8CAB1E3}"/>
                    </a:ext>
                  </a:extLst>
                </p14:cNvPr>
                <p14:cNvContentPartPr/>
                <p14:nvPr/>
              </p14:nvContentPartPr>
              <p14:xfrm>
                <a:off x="2408040" y="5126384"/>
                <a:ext cx="78840" cy="22140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48CC1D15-E795-8E06-3AC3-8EB6A8CAB1E3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2390400" y="5108384"/>
                  <a:ext cx="114480" cy="25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99">
            <p14:nvContentPartPr>
              <p14:cNvPr id="393" name="Ink 392">
                <a:extLst>
                  <a:ext uri="{FF2B5EF4-FFF2-40B4-BE49-F238E27FC236}">
                    <a16:creationId xmlns:a16="http://schemas.microsoft.com/office/drawing/2014/main" id="{14072B86-B87B-DDB5-6515-65011527E465}"/>
                  </a:ext>
                </a:extLst>
              </p14:cNvPr>
              <p14:cNvContentPartPr/>
              <p14:nvPr/>
            </p14:nvContentPartPr>
            <p14:xfrm>
              <a:off x="1343520" y="5999384"/>
              <a:ext cx="13320" cy="38160"/>
            </p14:xfrm>
          </p:contentPart>
        </mc:Choice>
        <mc:Fallback>
          <p:pic>
            <p:nvPicPr>
              <p:cNvPr id="393" name="Ink 392">
                <a:extLst>
                  <a:ext uri="{FF2B5EF4-FFF2-40B4-BE49-F238E27FC236}">
                    <a16:creationId xmlns:a16="http://schemas.microsoft.com/office/drawing/2014/main" id="{14072B86-B87B-DDB5-6515-65011527E465}"/>
                  </a:ext>
                </a:extLst>
              </p:cNvPr>
              <p:cNvPicPr/>
              <p:nvPr/>
            </p:nvPicPr>
            <p:blipFill>
              <a:blip r:embed="rId600"/>
              <a:stretch>
                <a:fillRect/>
              </a:stretch>
            </p:blipFill>
            <p:spPr>
              <a:xfrm>
                <a:off x="1325880" y="5981384"/>
                <a:ext cx="48960" cy="7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1">
            <p14:nvContentPartPr>
              <p14:cNvPr id="394" name="Ink 393">
                <a:extLst>
                  <a:ext uri="{FF2B5EF4-FFF2-40B4-BE49-F238E27FC236}">
                    <a16:creationId xmlns:a16="http://schemas.microsoft.com/office/drawing/2014/main" id="{A91245C3-DC9F-3876-37C3-71BDFC19AA74}"/>
                  </a:ext>
                </a:extLst>
              </p14:cNvPr>
              <p14:cNvContentPartPr/>
              <p14:nvPr/>
            </p14:nvContentPartPr>
            <p14:xfrm>
              <a:off x="1431360" y="6178664"/>
              <a:ext cx="6480" cy="6480"/>
            </p14:xfrm>
          </p:contentPart>
        </mc:Choice>
        <mc:Fallback>
          <p:pic>
            <p:nvPicPr>
              <p:cNvPr id="394" name="Ink 393">
                <a:extLst>
                  <a:ext uri="{FF2B5EF4-FFF2-40B4-BE49-F238E27FC236}">
                    <a16:creationId xmlns:a16="http://schemas.microsoft.com/office/drawing/2014/main" id="{A91245C3-DC9F-3876-37C3-71BDFC19AA74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1413720" y="6160664"/>
                <a:ext cx="42120" cy="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3">
            <p14:nvContentPartPr>
              <p14:cNvPr id="395" name="Ink 394">
                <a:extLst>
                  <a:ext uri="{FF2B5EF4-FFF2-40B4-BE49-F238E27FC236}">
                    <a16:creationId xmlns:a16="http://schemas.microsoft.com/office/drawing/2014/main" id="{71E10794-B0CB-F9BA-A3CD-A66C51752B34}"/>
                  </a:ext>
                </a:extLst>
              </p14:cNvPr>
              <p14:cNvContentPartPr/>
              <p14:nvPr/>
            </p14:nvContentPartPr>
            <p14:xfrm>
              <a:off x="1459080" y="6332024"/>
              <a:ext cx="1440" cy="3960"/>
            </p14:xfrm>
          </p:contentPart>
        </mc:Choice>
        <mc:Fallback>
          <p:pic>
            <p:nvPicPr>
              <p:cNvPr id="395" name="Ink 394">
                <a:extLst>
                  <a:ext uri="{FF2B5EF4-FFF2-40B4-BE49-F238E27FC236}">
                    <a16:creationId xmlns:a16="http://schemas.microsoft.com/office/drawing/2014/main" id="{71E10794-B0CB-F9BA-A3CD-A66C51752B34}"/>
                  </a:ext>
                </a:extLst>
              </p:cNvPr>
              <p:cNvPicPr/>
              <p:nvPr/>
            </p:nvPicPr>
            <p:blipFill>
              <a:blip r:embed="rId604"/>
              <a:stretch>
                <a:fillRect/>
              </a:stretch>
            </p:blipFill>
            <p:spPr>
              <a:xfrm>
                <a:off x="1441440" y="6314024"/>
                <a:ext cx="3708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98" name="Group 397">
            <a:extLst>
              <a:ext uri="{FF2B5EF4-FFF2-40B4-BE49-F238E27FC236}">
                <a16:creationId xmlns:a16="http://schemas.microsoft.com/office/drawing/2014/main" id="{B2D9BCED-015B-98BB-C6F1-9480E9B42812}"/>
              </a:ext>
            </a:extLst>
          </p:cNvPr>
          <p:cNvGrpSpPr/>
          <p:nvPr/>
        </p:nvGrpSpPr>
        <p:grpSpPr>
          <a:xfrm>
            <a:off x="1492920" y="6556304"/>
            <a:ext cx="70560" cy="39960"/>
            <a:chOff x="1492920" y="6556304"/>
            <a:chExt cx="70560" cy="3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7CF09AC1-230F-4B24-33CD-08C26786F7D4}"/>
                    </a:ext>
                  </a:extLst>
                </p14:cNvPr>
                <p14:cNvContentPartPr/>
                <p14:nvPr/>
              </p14:nvContentPartPr>
              <p14:xfrm>
                <a:off x="1492920" y="6556304"/>
                <a:ext cx="7200" cy="972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7CF09AC1-230F-4B24-33CD-08C26786F7D4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475280" y="6538664"/>
                  <a:ext cx="428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815D0677-8E92-06E8-2AD5-CD1B96F54D9B}"/>
                    </a:ext>
                  </a:extLst>
                </p14:cNvPr>
                <p14:cNvContentPartPr/>
                <p14:nvPr/>
              </p14:nvContentPartPr>
              <p14:xfrm>
                <a:off x="1562400" y="6591584"/>
                <a:ext cx="1080" cy="468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815D0677-8E92-06E8-2AD5-CD1B96F54D9B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1544400" y="6573944"/>
                  <a:ext cx="36720" cy="40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289074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8570-DBF5-6E6B-8791-E8D45BA6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DE8BD-E742-3DA7-4964-E9DD2F4BB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6F39C-35A9-86CA-3F07-F4D1BC589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116D007-12F0-D706-4C40-FA3AC9C93D14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116D007-12F0-D706-4C40-FA3AC9C93D1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0D368-E542-0476-D119-15E6F631A1F7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E738ADC-D4DA-DE11-54CF-61816E204773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E738ADC-D4DA-DE11-54CF-61816E20477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42FC38A-B615-FF66-0E92-73EA76748664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42FC38A-B615-FF66-0E92-73EA7674866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33843F8-F7E8-1D20-97A4-E401A37196D9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33843F8-F7E8-1D20-97A4-E401A37196D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50E098F-3080-E832-BEFA-FC62E831240D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50E098F-3080-E832-BEFA-FC62E831240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C517541-B049-4FF7-1C77-2D5B4E12B5DA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C517541-B049-4FF7-1C77-2D5B4E12B5D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9104917-BE0D-5998-BCBA-A7108EF3D44C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9104917-BE0D-5998-BCBA-A7108EF3D44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5E4E789-00D0-7966-ECA6-35BA2A1C0E93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5E4E789-00D0-7966-ECA6-35BA2A1C0E9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D658508-79D5-EAC4-BE28-C9D0DCFFCB5B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D658508-79D5-EAC4-BE28-C9D0DCFFCB5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9040327-6EBC-9C04-418F-FA6195E471AA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9040327-6EBC-9C04-418F-FA6195E471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4A30D73-4B39-96A9-EC32-9834B52AA04D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4A30D73-4B39-96A9-EC32-9834B52AA04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1CF8027-C5D8-6839-6C3E-017261D8D5C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1CF8027-C5D8-6839-6C3E-017261D8D5C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D14FDCD-271F-6476-8C1E-25048EC39827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D14FDCD-271F-6476-8C1E-25048EC3982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A2A3B34-0357-834D-9FAC-5131EEDF227B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A2A3B34-0357-834D-9FAC-5131EEDF227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A05E3D9-C442-EE28-CA32-85DB1F950DD4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A05E3D9-C442-EE28-CA32-85DB1F950DD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DCFADFA-957F-04EB-C9B3-7ADD8B28FC97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DCFADFA-957F-04EB-C9B3-7ADD8B28FC9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697A2DA-5EF7-CADF-A589-702F90250558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697A2DA-5EF7-CADF-A589-702F9025055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600F6EA-086E-FE7C-0576-E57D43AD14F9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600F6EA-086E-FE7C-0576-E57D43AD14F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88B755F-915E-AC8E-6DD3-41712EF90083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88B755F-915E-AC8E-6DD3-41712EF9008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B952B1C-D257-9220-D463-C16B34289BF3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B952B1C-D257-9220-D463-C16B34289BF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D4184B5-B10B-C123-BB49-520D3AB7D6FE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D4184B5-B10B-C123-BB49-520D3AB7D6F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7F51850-B34D-210D-8EA5-52388D385E6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7F51850-B34D-210D-8EA5-52388D385E6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13D96A1-4217-6873-6B3F-A167A3C02C2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13D96A1-4217-6873-6B3F-A167A3C02C2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7467E25-E352-1F53-48A5-ED4930C85895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7467E25-E352-1F53-48A5-ED4930C8589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E66B7F1-1D47-4B0C-0DA7-9B57D74B5FEA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E66B7F1-1D47-4B0C-0DA7-9B57D74B5FE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A52FE90-D49E-F959-24F5-BCE154F9259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A52FE90-D49E-F959-24F5-BCE154F9259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FB59C63-EF1C-3528-D1F8-9BB7F6EF6AFA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FB59C63-EF1C-3528-D1F8-9BB7F6EF6AF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23A84C0-4703-74D0-4C63-EB97C483474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23A84C0-4703-74D0-4C63-EB97C483474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A26EC94-7AC5-A1C6-7DC4-6A714D962572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A26EC94-7AC5-A1C6-7DC4-6A714D96257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89F75B4-143D-FE6E-3F7D-D58F4C6A1C2B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89F75B4-143D-FE6E-3F7D-D58F4C6A1C2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2C99B58-E8B5-4F15-8579-89A9AA8E1E97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2C99B58-E8B5-4F15-8579-89A9AA8E1E9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C672638-E288-554D-6195-D179DBD61D73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C672638-E288-554D-6195-D179DBD61D7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61C62CE-E29B-E2E5-8163-845A653A0E24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61C62CE-E29B-E2E5-8163-845A653A0E2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C0160F3-AC01-5145-FACB-6938E10F2046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C0160F3-AC01-5145-FACB-6938E10F204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5E03813-F0AB-A903-67D9-8C6D7B8820E7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5E03813-F0AB-A903-67D9-8C6D7B8820E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20591C2-89EA-EB8D-961F-BC6ACFEB9735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20591C2-89EA-EB8D-961F-BC6ACFEB973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5BA4A0D-6DD7-AE9E-2041-609E307DC031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5BA4A0D-6DD7-AE9E-2041-609E307DC03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1B8A3F9-6898-2D1B-28CC-BFD98CC2F9F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1B8A3F9-6898-2D1B-28CC-BFD98CC2F9F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FDA5D29-3B08-0E2D-9FAF-154A7F359985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FDA5D29-3B08-0E2D-9FAF-154A7F35998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0740195-ECF7-175E-BAAD-4D90217B07A6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0740195-ECF7-175E-BAAD-4D90217B07A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6560168-05F9-9740-0B5D-6751D5454F01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6560168-05F9-9740-0B5D-6751D5454F0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BD64CA5-36AE-9E2D-6041-53E8CEAD5F64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BD64CA5-36AE-9E2D-6041-53E8CEAD5F6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6E8F8CA-5FD4-317C-EA62-AF113F6F4FB6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6E8F8CA-5FD4-317C-EA62-AF113F6F4FB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3BD4D2D-A161-AA37-04C0-1DC834B52E28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3BD4D2D-A161-AA37-04C0-1DC834B52E2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32882DE-38E5-D953-4FE1-B14E670A7F29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32882DE-38E5-D953-4FE1-B14E670A7F2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B981E6D-23A3-6CFC-CA28-AC67DC16B445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D15A20C-5F25-3E6C-CC65-B88A570F9132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D15A20C-5F25-3E6C-CC65-B88A570F913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0A1C15F-61EA-18F6-B4BA-8AA405483C10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0A1C15F-61EA-18F6-B4BA-8AA405483C1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BB73E75-8C86-904E-2142-5B627F1FAD03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BB73E75-8C86-904E-2142-5B627F1FAD0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E900BEE-67A7-5536-352F-160A164D7C56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A9F1135-5C60-2D97-ADB8-9530656882E9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A9F1135-5C60-2D97-ADB8-9530656882E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1DFDB9A-DE92-D53E-5E30-CF4F0D5CAF7B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1DFDB9A-DE92-D53E-5E30-CF4F0D5CAF7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35EADC7-4A9C-DB13-A94C-84A38C57ED0F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35EADC7-4A9C-DB13-A94C-84A38C57ED0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001F9F5-64C1-D8EA-ECA5-5F6336B7EF82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4653D99-283B-F824-35DA-F1C9D4EF545A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4653D99-283B-F824-35DA-F1C9D4EF545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972FCA5-8692-C4CC-942A-436D4A845C4A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972FCA5-8692-C4CC-942A-436D4A845C4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C26D832-A6D0-B918-3FED-637CF07AAB29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C26D832-A6D0-B918-3FED-637CF07AAB2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DCA777C-73EF-99BB-1E7A-AC2DE42EC502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26BA374-DBC9-F62A-F48F-6AF90B65D732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26BA374-DBC9-F62A-F48F-6AF90B65D73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8C386C5-742C-9FC1-6C72-67BD7310B83B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8C386C5-742C-9FC1-6C72-67BD7310B83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D9DE375-5379-BBE3-FB93-BF39DE61D64F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D9DE375-5379-BBE3-FB93-BF39DE61D64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46CD1BA-CAD9-2D5B-11A0-3A56C44BA06C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46CD1BA-CAD9-2D5B-11A0-3A56C44BA06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08A8D77C-B00B-0B8A-4CE2-54B24C9959BE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FAF04F2-6718-352B-CC05-3D01DCA5A2A4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FAF04F2-6718-352B-CC05-3D01DCA5A2A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2FA206E-1720-6C91-B03F-85DD652F5410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2FA206E-1720-6C91-B03F-85DD652F541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9947EBF-759C-9E4D-8686-B503ABCFA509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9947EBF-759C-9E4D-8686-B503ABCFA50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2DD9650-1993-8CF9-BCEB-F242368D6F0A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2DD9650-1993-8CF9-BCEB-F242368D6F0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F45BD3F4-E34B-7245-FC15-51CFD0F4793B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F45BD3F4-E34B-7245-FC15-51CFD0F4793B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5C7C601A-D195-623D-8B68-513F949F6E72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2A3A93A-5158-9DAF-EC1D-C9505CA306FF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2A3A93A-5158-9DAF-EC1D-C9505CA306F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2B409A0-4FCD-B188-35FF-577BCD65CCB2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2B409A0-4FCD-B188-35FF-577BCD65CCB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49F9070-D165-3249-BFF3-F20CDDA5E934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49F9070-D165-3249-BFF3-F20CDDA5E9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708BA5B-805E-6F19-ED70-21BFEA830277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708BA5B-805E-6F19-ED70-21BFEA83027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FC9F258-A7B5-E648-590C-59B705D035CF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08C28CC-53FB-9D84-E9F9-50F256C6440B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08C28CC-53FB-9D84-E9F9-50F256C6440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029261E-9E54-7AA2-7C47-0C6B74A8E5CB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029261E-9E54-7AA2-7C47-0C6B74A8E5C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522DED9-F4FE-BDCE-0633-DDB48B71B7FC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522DED9-F4FE-BDCE-0633-DDB48B71B7F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69473FE-67E0-4BD6-8688-6A70CA89842D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69473FE-67E0-4BD6-8688-6A70CA89842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C00E1CC2-0A93-0ABF-D69C-D4E235BEC24D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E08DADB-BC08-BCFB-6795-33E29C9CA7AD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E08DADB-BC08-BCFB-6795-33E29C9CA7A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67A3677-25A0-E5E8-7D19-12ECAEEDB87D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67A3677-25A0-E5E8-7D19-12ECAEEDB87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E546930-323D-EB70-5212-C890F0E3B293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E546930-323D-EB70-5212-C890F0E3B29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F296CDF-6BEC-94DD-7CEA-4596D65076F6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3758BB2-8A30-D048-BABB-7D9E4C6B9E8E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3758BB2-8A30-D048-BABB-7D9E4C6B9E8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9C3F310-DCDA-1CB8-F40E-12F791781CD8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9C3F310-DCDA-1CB8-F40E-12F791781CD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CEECA55-4A2A-9A73-686A-A70BEACB482B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CEECA55-4A2A-9A73-686A-A70BEACB482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781883C-6EF4-CDD7-DF7C-5957000F51BC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8D057CA-2A12-CF8F-7F6A-675EBD0E9B52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8D057CA-2A12-CF8F-7F6A-675EBD0E9B5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8177E4C-6BB2-9893-F922-3CC8B728400D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8177E4C-6BB2-9893-F922-3CC8B728400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BDEC8C2-78F5-83F8-5A6D-FC8158DDE5CC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BDEC8C2-78F5-83F8-5A6D-FC8158DDE5C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18283DA-8A36-2D3D-105B-671C2F1F8A41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18283DA-8A36-2D3D-105B-671C2F1F8A4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30C86D4-7D71-D380-2462-78CBA44EC808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30C86D4-7D71-D380-2462-78CBA44EC80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7C803BE-5C45-0B22-F146-2353B338DC4C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86B953C-4412-28B6-CCBC-02A7938D4A4E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86B953C-4412-28B6-CCBC-02A7938D4A4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F8BE008-E860-BB12-F42B-871F9BE9E588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F8BE008-E860-BB12-F42B-871F9BE9E58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8AC9230-A4DB-D586-7F1D-9BDB9F1085B7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8AC9230-A4DB-D586-7F1D-9BDB9F1085B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F2FE856-EEEA-9D2F-3D92-044F6777B4CA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F2FE856-EEEA-9D2F-3D92-044F6777B4C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4D169ED-3A8F-B3C4-5831-4793A5448A2F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11874A0-1942-4104-34D1-AEA6E9621C8C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11874A0-1942-4104-34D1-AEA6E9621C8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533E46B-C2AF-6638-EF1A-DB1A5C5AC4D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533E46B-C2AF-6638-EF1A-DB1A5C5AC4D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239A601-7C53-EA07-CF39-F8A09A38DFFD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239A601-7C53-EA07-CF39-F8A09A38DFF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F339FED-6B58-208E-5341-34594B44F660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F339FED-6B58-208E-5341-34594B44F66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193BFE4C-08C9-7A46-003C-8935AAAD6374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99C504-BBF7-2D1F-49CF-1BF73C97D32E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99C504-BBF7-2D1F-49CF-1BF73C97D32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AE6BF93-E820-8EA1-6B4A-1D7E6A338E4E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AE6BF93-E820-8EA1-6B4A-1D7E6A338E4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5E68FA10-9DCD-8941-B6B8-8C73E6035A5D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5E68FA10-9DCD-8941-B6B8-8C73E6035A5D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2F5FB328-ED56-D00A-7832-FE1B5BE49060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742C7E6-5808-0A11-DF06-8935A0754276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742C7E6-5808-0A11-DF06-8935A075427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BC1AFDB-FBCC-DF40-A2EA-FE7AE8BC962F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BC1AFDB-FBCC-DF40-A2EA-FE7AE8BC962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882F8581-3616-901A-D44B-52EFBD71B135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882F8581-3616-901A-D44B-52EFBD71B135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00623499-73E7-D5C0-00DA-5DB10032D36E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00623499-73E7-D5C0-00DA-5DB10032D36E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EB012DB3-CF13-D548-CAA2-910FA69FDD1C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EB012DB3-CF13-D548-CAA2-910FA69FDD1C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F8242CEC-C1C9-F55A-8D04-9A3B68087CD8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F8242CEC-C1C9-F55A-8D04-9A3B68087CD8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BC1403C0-AB76-A14D-A177-D6DE7260F3E1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BC1403C0-AB76-A14D-A177-D6DE7260F3E1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EDA9D3D7-9ECD-973F-2991-3EE2F8041DA9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EDA9D3D7-9ECD-973F-2991-3EE2F8041DA9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4B5D616D-7DBA-3DFB-200B-F53030903A21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582F795-159F-9071-FDC8-CE51DE773E76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582F795-159F-9071-FDC8-CE51DE773E7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A2DE2C6-17E4-D675-46BD-4163F5A88D38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A2DE2C6-17E4-D675-46BD-4163F5A88D3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BB6CF79-28D7-384A-1611-5C5ACB873EFD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BB6CF79-28D7-384A-1611-5C5ACB873EF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D8CBD76A-68EC-8F0F-5275-A121FE92EC9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CFA8275-F158-9EF2-4FEB-B5E6DCB9BB00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CFA8275-F158-9EF2-4FEB-B5E6DCB9BB0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8904A0B-F009-304D-BD7C-1A21D05FBE78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8904A0B-F009-304D-BD7C-1A21D05FBE7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CE9B43E9-6AA6-6999-19E1-13CAD3685DA1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3A23F1B-83BD-EF69-08E6-358820443F0E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3A23F1B-83BD-EF69-08E6-358820443F0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1729789-4D86-4458-65A9-070FEA5C17B9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1729789-4D86-4458-65A9-070FEA5C17B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8863CAA-F949-83F7-3E8F-CAAD5E0461AE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8863CAA-F949-83F7-3E8F-CAAD5E0461A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A63E152-1C03-C46B-1C2A-42227E80158E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3A1AE19-217D-6C12-6668-2E279E051678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3A1AE19-217D-6C12-6668-2E279E051678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6DAF4A0-DBE5-90C6-3485-F343D16D9DB8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6DAF4A0-DBE5-90C6-3485-F343D16D9DB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0CBD428-A168-9F52-70F9-955BFAAAAB72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0CBD428-A168-9F52-70F9-955BFAAAAB7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9A2CBEE7-C4DD-82BF-43C7-09DB7F0EF0E4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2C9B208-414A-8792-5C12-05E7DD36DA58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2C9B208-414A-8792-5C12-05E7DD36DA5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82B708E-F3A1-64FD-D62F-C7C17A4C3EE3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82B708E-F3A1-64FD-D62F-C7C17A4C3EE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BFDC773-D49B-45DF-B8BA-533651F69487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BFDC773-D49B-45DF-B8BA-533651F6948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F430165-9B0C-FBAF-5699-BDD36F947D51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F430165-9B0C-FBAF-5699-BDD36F947D51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36D139AF-7C22-26A8-0CB1-4450776393A7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3A8C128-3C11-4B9D-A9AE-A63EA91C7719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3A8C128-3C11-4B9D-A9AE-A63EA91C7719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7C4281A-3162-352F-A2EF-2B566277688A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7C4281A-3162-352F-A2EF-2B566277688A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54F4BBD5-A3A3-6D94-E9F5-B179CDC36BE3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6B291BC-3E94-7FD6-0557-B693827A0DB6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6B291BC-3E94-7FD6-0557-B693827A0DB6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CABBF63-BBB5-A1D3-AC70-18AFA3DF870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CABBF63-BBB5-A1D3-AC70-18AFA3DF870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7AAD6B5-1121-B64E-0779-E87DF6855DC0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7AAD6B5-1121-B64E-0779-E87DF6855DC0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CC2B2CE4-EDCB-FCD2-1F36-F69A9C13D2F2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101BB20-6DC2-338C-F381-4270CF3573B3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101BB20-6DC2-338C-F381-4270CF3573B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73FF0CD-4BAC-178E-FC1C-27B92AD5D807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73FF0CD-4BAC-178E-FC1C-27B92AD5D807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EF5FD431-D8D3-552C-3220-720B18D98EFB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C4635D8-9AF5-B3DB-3046-375600FCCA4C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C4635D8-9AF5-B3DB-3046-375600FCCA4C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ED1FDC6-D19B-1026-F545-D6AF04701A8E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ED1FDC6-D19B-1026-F545-D6AF04701A8E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5C624BA4-AA0D-E1A8-4A25-8A09900DC0F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5C624BA4-AA0D-E1A8-4A25-8A09900DC0F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265832FD-379E-0E56-EA3C-3713DB59C1B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2BC90F7-78E8-9B72-909A-4C5268CF6B63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2BC90F7-78E8-9B72-909A-4C5268CF6B63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3B0B050-C202-38B3-397F-E318BD025287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3B0B050-C202-38B3-397F-E318BD025287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D25E5F8-37FD-9E4A-2DC5-8048D6EF27CB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D25E5F8-37FD-9E4A-2DC5-8048D6EF27CB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5B85E68-1006-A2A3-613F-FBA423B237F3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5B85E68-1006-A2A3-613F-FBA423B237F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788140E-2A7E-0C8F-FAE7-9B435FA8CD3D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788140E-2A7E-0C8F-FAE7-9B435FA8CD3D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A5B5BA87-4723-BBC8-AAF3-977568924CC1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A5B5BA87-4723-BBC8-AAF3-977568924CC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1C245C49-AEC6-C871-9B2D-7F21591A2569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1C245C49-AEC6-C871-9B2D-7F21591A256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53CAD244-5635-2EAD-A733-3479E3A27FD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53CAD244-5635-2EAD-A733-3479E3A27FD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ED2347C-21C6-A724-96CD-2088EC93B265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ED2347C-21C6-A724-96CD-2088EC93B26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913B1074-36D5-993F-3084-BE2CD2EA05D2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913B1074-36D5-993F-3084-BE2CD2EA05D2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7DDBD892-61F7-2924-2172-4A29FAFF2F39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F687CA1-8533-2882-ABC2-1E6411AE92B1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F687CA1-8533-2882-ABC2-1E6411AE92B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D5E948C-CA8A-3F83-CCD9-D8FB093073AB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D5E948C-CA8A-3F83-CCD9-D8FB093073AB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4B87DC5-B217-3FD5-B1D9-292F36B6ED1F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4B87DC5-B217-3FD5-B1D9-292F36B6ED1F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21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3AB9F86F-922E-9FF3-6A08-90BF98E0548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A8B5385-227B-9219-92AC-FC806F2A649E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A8B5385-227B-9219-92AC-FC806F2A649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072" y="1607650"/>
                  <a:ext cx="140523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DDBB30A-75D4-9E92-D891-422620C71D30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DDBB30A-75D4-9E92-D891-422620C71D3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3686" y="1866490"/>
                  <a:ext cx="170735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53D9C4C3-06D6-0A6B-2EB1-135476400BA9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53D9C4C3-06D6-0A6B-2EB1-135476400BA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99775" y="1987090"/>
                  <a:ext cx="20275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8B6EB51-176E-3236-96E2-76D8BBD1ECC8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8B6EB51-176E-3236-96E2-76D8BBD1ECC8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334" y="196369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3FF8F811-CEB8-FD59-61CD-183EFC7C1ACA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3FF8F811-CEB8-FD59-61CD-183EFC7C1ACA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17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D3377CE-BF48-873D-817F-96DFE3BE63E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D3377CE-BF48-873D-817F-96DFE3BE63E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214" y="195937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D5A61BB-E1C8-7DB5-5283-137DEEA33E15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04036AB-B338-01EF-08C7-B4ABD453A994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04036AB-B338-01EF-08C7-B4ABD453A994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0989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851E62D-C3F9-3B0B-245A-232D4391416A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851E62D-C3F9-3B0B-245A-232D4391416A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45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B242E971-B8C9-B28E-594D-81F9844E051C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B242E971-B8C9-B28E-594D-81F9844E051C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116" y="1595770"/>
                <a:ext cx="146996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AC97CA8A-A6E8-DC2D-96E3-5B78075020DD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AC97CA8A-A6E8-DC2D-96E3-5B78075020DD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25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259EEEFD-D467-E9A7-F476-1B41F4C69BE3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AFBDC9B-40DE-9380-F4FA-A91BBDE7C568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AFBDC9B-40DE-9380-F4FA-A91BBDE7C568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574" y="187693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AC6B53A0-0881-7D6A-8C7E-E80A99772AF4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AC6B53A0-0881-7D6A-8C7E-E80A99772AF4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3734" y="185497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D31D687-E9E2-A182-C0FA-0094B9247D4C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D31D687-E9E2-A182-C0FA-0094B9247D4C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165" y="1944970"/>
                  <a:ext cx="67374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6D400D3-CDBF-CEEA-6592-C5BEA3A6C1DE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6D400D3-CDBF-CEEA-6592-C5BEA3A6C1DE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403" y="1767317"/>
                  <a:ext cx="258423" cy="6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EEAC56D-7A08-0F33-43CB-3D126A368F49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EEAC56D-7A08-0F33-43CB-3D126A368F49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551C160F-182D-27A4-84F4-A7B42AF406F9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551C160F-182D-27A4-84F4-A7B42AF406F9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5721" y="1644730"/>
                <a:ext cx="105665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3978C9FE-301F-D456-F4BF-DFBE326A3989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3978C9FE-301F-D456-F4BF-DFBE326A3989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136" y="1471021"/>
                <a:ext cx="77353" cy="72741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F6541524-9BCC-8E8B-0AC4-ADC1BF5A73F0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16114C0-BC66-28EB-9016-7910A114CAE9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16114C0-BC66-28EB-9016-7910A114CAE9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294" y="185245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944732E-5D7B-6052-D4E9-74F4165567AA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944732E-5D7B-6052-D4E9-74F4165567AA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8654" y="1824792"/>
                  <a:ext cx="18720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6EB2FD2-D52A-5FB4-7462-0331EF1B1A5D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6EB2FD2-D52A-5FB4-7462-0331EF1B1A5D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62C42405-5286-64A6-6800-D1273E3148F8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62C42405-5286-64A6-6800-D1273E3148F8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269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631ED553-2AA5-62D4-6B01-4B159419D738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631ED553-2AA5-62D4-6B01-4B159419D738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692"/>
                <a:ext cx="87840" cy="74919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4C7C0F0-A15A-8F84-53C8-BCF776F4FE8F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81C4210-4ABD-1A9F-8156-EF4CBED14661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81C4210-4ABD-1A9F-8156-EF4CBED14661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FFD1AD68-8A81-E983-8204-C7352600C9EA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FFD1AD68-8A81-E983-8204-C7352600C9E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454" y="280105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5B7676C-A7F8-08EC-5452-4F5E89D0596D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5B7676C-A7F8-08EC-5452-4F5E89D0596D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343"/>
                  <a:ext cx="135360" cy="540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856B969C-7419-265A-AF35-3930CA434E8E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856B969C-7419-265A-AF35-3930CA434E8E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574" y="2777681"/>
                <a:ext cx="126360" cy="2425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821058E6-1E1B-3F3B-9A3C-A5E6C3B81123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821058E6-1E1B-3F3B-9A3C-A5E6C3B81123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197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F77B8C1F-93DB-7868-B5D2-072C8D035CC2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8BC6219-D938-81F9-5535-27E0A6B7DA9D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8BC6219-D938-81F9-5535-27E0A6B7DA9D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99E8152E-0DC3-6571-EB89-B12E3C701E81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99E8152E-0DC3-6571-EB89-B12E3C701E81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5734" y="283345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B39D472-F927-C6F8-FCA0-C5A650ED323D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B39D472-F927-C6F8-FCA0-C5A650ED323D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B058D243-5940-899A-1097-EEE82CB695D7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B058D243-5940-899A-1097-EEE82CB695D7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B9474573-95C9-E9D0-43CA-4543FE3CCD53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B9474573-95C9-E9D0-43CA-4543FE3CCD53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454" y="259153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D8968199-3D86-BEAC-A10D-80E12BC42749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048D459E-365C-C0EB-5664-EDA8E2718268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048D459E-365C-C0EB-5664-EDA8E2718268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25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8412FDCE-2FB6-AE1C-CC8D-69047CE39FA3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8412FDCE-2FB6-AE1C-CC8D-69047CE39FA3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334" y="2871284"/>
                  <a:ext cx="55080" cy="22457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C8AE6A1A-9AAA-4999-F46B-12F3111CEA7B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C8AE6A1A-9AAA-4999-F46B-12F3111CEA7B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49454" y="3296410"/>
                <a:ext cx="63475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6A06F6E2-DDD5-73FE-D95A-FF489F032A3E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66D9FBE-3B06-3913-5B83-FF01BAEEB887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66D9FBE-3B06-3913-5B83-FF01BAEEB887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45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464ED7F0-66A6-C510-AAB2-1B45F55E885E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464ED7F0-66A6-C510-AAB2-1B45F55E885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13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1010E3EA-F3B3-3DC0-BCF9-6AB585ADD68A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8DBD3603-26C1-90A8-CB67-54F680202652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8DBD3603-26C1-90A8-CB67-54F680202652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8654" y="362257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2D9D407-6584-5DB7-64F0-34B90FEE8622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2D9D407-6584-5DB7-64F0-34B90FEE8622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681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3C5DA83D-50D6-1211-11AB-F109A5A1DD0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3C5DA83D-50D6-1211-11AB-F109A5A1DD0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3814" y="355849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2D25E218-4876-EE09-D8CA-F2F16D786E9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2D25E218-4876-EE09-D8CA-F2F16D786E9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29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6BEEB0D6-B0D0-E64B-31DF-936D3EE64767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6BEEB0D6-B0D0-E64B-31DF-936D3EE64767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007" y="3622570"/>
                <a:ext cx="175052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D2F2FA71-C71F-3D9F-FC99-11FB8A0B442D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D24E921-960F-2484-261A-7B066218F6F5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D24E921-960F-2484-261A-7B066218F6F5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096" y="3648490"/>
                  <a:ext cx="20527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B58D921-486E-5387-2946-673B4D9859B3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B58D921-486E-5387-2946-673B4D9859B3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492" y="3581890"/>
                  <a:ext cx="67648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45ABC729-030C-5510-BC60-BD3743797110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45ABC729-030C-5510-BC60-BD3743797110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0814" y="3315250"/>
                <a:ext cx="53640" cy="47988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A746F91-209D-EAF4-783D-FD5746FAA7D5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E359C6C5-013A-E5F5-68A4-034F5A7ACBEA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E359C6C5-013A-E5F5-68A4-034F5A7ACBEA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37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5F1A2B4-3EAF-433B-E942-AD5BC268AED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5F1A2B4-3EAF-433B-E942-AD5BC268AED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4689" y="3509530"/>
                  <a:ext cx="181528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1A00E41B-ED17-6955-AE36-A0FF1BEC19C8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1A00E41B-ED17-6955-AE36-A0FF1BEC19C8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BB67C3B0-6B81-738C-B329-30FB930A5790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BB67C3B0-6B81-738C-B329-30FB930A5790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AD10A2EC-B43E-BE54-38A7-F9C9A80400CB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AD10A2EC-B43E-BE54-38A7-F9C9A80400CB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8413" y="4457008"/>
                <a:ext cx="56796" cy="190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4C3CC04C-CC65-F6C0-8229-35A9BBF78B9B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4C3CC04C-CC65-F6C0-8229-35A9BBF78B9B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614" y="495313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031888A4-4568-CC42-416B-950CE61B709D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031888A4-4568-CC42-416B-950CE61B709D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485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9726B018-C4B3-20B4-AAEF-04B09B2DBD8F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9726B018-C4B3-20B4-AAEF-04B09B2DBD8F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214" y="4851712"/>
                <a:ext cx="48240" cy="98438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CAC2B568-44AC-9D2C-F64B-D1CF34C739D7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2FB29A6-5C7E-D788-87C3-3E2B3CA30CAA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2FB29A6-5C7E-D788-87C3-3E2B3CA30CAA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9054" y="5136730"/>
                  <a:ext cx="44892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297E7CB-32D4-8271-7595-078F8C0EA564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297E7CB-32D4-8271-7595-078F8C0EA564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131F9EEB-4373-D717-EF4C-0F30218D1696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AF567FA-9189-67BD-3BC6-6265EF7945E3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AF567FA-9189-67BD-3BC6-6265EF7945E3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E6400F4E-6E49-1C4F-1512-2F9BABDD6DD3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E6400F4E-6E49-1C4F-1512-2F9BABDD6DD3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173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38DCDEE2-2A27-0404-2D62-7B4A4FA106BE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38DCDEE2-2A27-0404-2D62-7B4A4FA106BE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F1B68A31-6A39-3E17-7DF5-BF0F8613CC23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F1B68A31-6A39-3E17-7DF5-BF0F8613CC23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DA9BF780-E7F8-ED2B-85EF-CE9765DABA29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0F8D970-BE2C-D43F-6258-9803A5953DA0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0F8D970-BE2C-D43F-6258-9803A5953DA0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5344" y="5110409"/>
                  <a:ext cx="48789" cy="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D267C198-4EB1-1055-2917-4039FC56D68A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D267C198-4EB1-1055-2917-4039FC56D68A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09965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CE26874D-5548-3052-CDC8-5E9CAB87563E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BB4A3E53-F741-119A-6058-18B26ACC741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BB4A3E53-F741-119A-6058-18B26ACC741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485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0193B02C-BEBD-B313-C342-62D2C2002B00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0193B02C-BEBD-B313-C342-62D2C2002B00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57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52A528D-A2AF-A82A-F3E1-A42038E6670E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52A528D-A2AF-A82A-F3E1-A42038E6670E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2774" y="502297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9BFDE3A6-4572-4715-D911-86AF1E417315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9BFDE3A6-4572-4715-D911-86AF1E417315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4654" y="4862210"/>
                <a:ext cx="56520" cy="68796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489D3EF8-C480-B432-E2CA-6640B9E6BBB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1EEBD6C4-877C-3D9E-3116-9153FAF437E9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1EEBD6C4-877C-3D9E-3116-9153FAF437E9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477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BBA50D6-E627-951E-4110-2F70E9F511DA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BBA50D6-E627-951E-4110-2F70E9F511DA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8778" y="5270650"/>
                  <a:ext cx="12183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2FF5A5DF-86BB-E677-37D4-0A3E850A6E9F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2FF5A5DF-86BB-E677-37D4-0A3E850A6E9F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1CB6C2AA-5F96-B11F-C2D0-E0AB685ED435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1CB6C2AA-5F96-B11F-C2D0-E0AB685ED435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574" y="513529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16F5378E-EAB2-CD7B-ED64-A6609CF02F42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16F5378E-EAB2-CD7B-ED64-A6609CF02F42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53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7721A6F3-C588-777B-A4B2-E9F97B3ED840}"/>
              </a:ext>
            </a:extLst>
          </p:cNvPr>
          <p:cNvGrpSpPr/>
          <p:nvPr/>
        </p:nvGrpSpPr>
        <p:grpSpPr>
          <a:xfrm>
            <a:off x="221134" y="2865490"/>
            <a:ext cx="467280" cy="304920"/>
            <a:chOff x="221134" y="2865490"/>
            <a:chExt cx="467280" cy="30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077BBDA-C438-6D9A-B69D-D1D58884AA1A}"/>
                    </a:ext>
                  </a:extLst>
                </p14:cNvPr>
                <p14:cNvContentPartPr/>
                <p14:nvPr/>
              </p14:nvContentPartPr>
              <p14:xfrm>
                <a:off x="221134" y="2865490"/>
                <a:ext cx="190080" cy="3049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077BBDA-C438-6D9A-B69D-D1D58884AA1A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03134" y="2847490"/>
                  <a:ext cx="2257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3DE3CBA-4A77-3779-1A11-08DA15CEFC56}"/>
                    </a:ext>
                  </a:extLst>
                </p14:cNvPr>
                <p14:cNvContentPartPr/>
                <p14:nvPr/>
              </p14:nvContentPartPr>
              <p14:xfrm>
                <a:off x="557014" y="2979250"/>
                <a:ext cx="59040" cy="122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3DE3CBA-4A77-3779-1A11-08DA15CEFC56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39014" y="2961250"/>
                  <a:ext cx="9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17B1A05-0C63-AB30-9E2A-B262D887FC35}"/>
                    </a:ext>
                  </a:extLst>
                </p14:cNvPr>
                <p14:cNvContentPartPr/>
                <p14:nvPr/>
              </p14:nvContentPartPr>
              <p14:xfrm>
                <a:off x="571774" y="3044050"/>
                <a:ext cx="116640" cy="547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17B1A05-0C63-AB30-9E2A-B262D887FC35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53774" y="3026050"/>
                  <a:ext cx="1522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1AE696A-C53B-A856-DC38-F7F77BAC0E1F}"/>
              </a:ext>
            </a:extLst>
          </p:cNvPr>
          <p:cNvGrpSpPr/>
          <p:nvPr/>
        </p:nvGrpSpPr>
        <p:grpSpPr>
          <a:xfrm>
            <a:off x="869854" y="2860450"/>
            <a:ext cx="332640" cy="307800"/>
            <a:chOff x="869854" y="2860450"/>
            <a:chExt cx="332640" cy="30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22F2F9F-0D27-EB4F-9AD7-899B7AA7F42F}"/>
                    </a:ext>
                  </a:extLst>
                </p14:cNvPr>
                <p14:cNvContentPartPr/>
                <p14:nvPr/>
              </p14:nvContentPartPr>
              <p14:xfrm>
                <a:off x="869854" y="2860450"/>
                <a:ext cx="23040" cy="2764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22F2F9F-0D27-EB4F-9AD7-899B7AA7F42F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51854" y="2842427"/>
                  <a:ext cx="58680" cy="3121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7631F42-26AF-6733-7842-301E24B823BB}"/>
                    </a:ext>
                  </a:extLst>
                </p14:cNvPr>
                <p14:cNvContentPartPr/>
                <p14:nvPr/>
              </p14:nvContentPartPr>
              <p14:xfrm>
                <a:off x="1066054" y="2902570"/>
                <a:ext cx="22320" cy="2656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7631F42-26AF-6733-7842-301E24B823BB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48054" y="2884570"/>
                  <a:ext cx="57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FE0AA9C-B060-A4BF-9AEA-82A21CF9EB1B}"/>
                    </a:ext>
                  </a:extLst>
                </p14:cNvPr>
                <p14:cNvContentPartPr/>
                <p14:nvPr/>
              </p14:nvContentPartPr>
              <p14:xfrm>
                <a:off x="1061014" y="2877730"/>
                <a:ext cx="141480" cy="12600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FE0AA9C-B060-A4BF-9AEA-82A21CF9EB1B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43014" y="2859730"/>
                  <a:ext cx="1771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1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A777DBE6-E22D-893B-DBB9-B355E9D38CC3}"/>
                  </a:ext>
                </a:extLst>
              </p14:cNvPr>
              <p14:cNvContentPartPr/>
              <p14:nvPr/>
            </p14:nvContentPartPr>
            <p14:xfrm>
              <a:off x="305014" y="3610690"/>
              <a:ext cx="96840" cy="28260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A777DBE6-E22D-893B-DBB9-B355E9D38CC3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287014" y="3592667"/>
                <a:ext cx="132480" cy="318285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F23988AD-F154-E44A-B417-746021DCD07E}"/>
              </a:ext>
            </a:extLst>
          </p:cNvPr>
          <p:cNvGrpSpPr/>
          <p:nvPr/>
        </p:nvGrpSpPr>
        <p:grpSpPr>
          <a:xfrm>
            <a:off x="568534" y="3508810"/>
            <a:ext cx="1633680" cy="456840"/>
            <a:chOff x="568534" y="3508810"/>
            <a:chExt cx="1633680" cy="45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E382FA9C-E95A-A465-1E21-7D636C5FEDA1}"/>
                    </a:ext>
                  </a:extLst>
                </p14:cNvPr>
                <p14:cNvContentPartPr/>
                <p14:nvPr/>
              </p14:nvContentPartPr>
              <p14:xfrm>
                <a:off x="568534" y="3806170"/>
                <a:ext cx="3960" cy="15336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E382FA9C-E95A-A465-1E21-7D636C5FEDA1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550534" y="3788170"/>
                  <a:ext cx="3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7FFAF761-4ED9-C5CD-C17D-61C2DD5F2106}"/>
                    </a:ext>
                  </a:extLst>
                </p14:cNvPr>
                <p14:cNvContentPartPr/>
                <p14:nvPr/>
              </p14:nvContentPartPr>
              <p14:xfrm>
                <a:off x="688054" y="3707170"/>
                <a:ext cx="183240" cy="561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FFAF761-4ED9-C5CD-C17D-61C2DD5F2106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70089" y="3689170"/>
                  <a:ext cx="21881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9A14F53-A00C-0C1F-6420-0D37AE232A7E}"/>
                    </a:ext>
                  </a:extLst>
                </p14:cNvPr>
                <p14:cNvContentPartPr/>
                <p14:nvPr/>
              </p14:nvContentPartPr>
              <p14:xfrm>
                <a:off x="964174" y="3559210"/>
                <a:ext cx="147960" cy="2898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9A14F53-A00C-0C1F-6420-0D37AE232A7E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46218" y="3541210"/>
                  <a:ext cx="183513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BB351CA-CEA2-F550-9A82-EB9D0A948493}"/>
                    </a:ext>
                  </a:extLst>
                </p14:cNvPr>
                <p14:cNvContentPartPr/>
                <p14:nvPr/>
              </p14:nvContentPartPr>
              <p14:xfrm>
                <a:off x="1141294" y="3722290"/>
                <a:ext cx="95400" cy="1558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BB351CA-CEA2-F550-9A82-EB9D0A948493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3294" y="3704290"/>
                  <a:ext cx="131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063FA75-81FF-06F4-2772-482AE56CE064}"/>
                    </a:ext>
                  </a:extLst>
                </p14:cNvPr>
                <p14:cNvContentPartPr/>
                <p14:nvPr/>
              </p14:nvContentPartPr>
              <p14:xfrm>
                <a:off x="1330294" y="3683050"/>
                <a:ext cx="77400" cy="392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063FA75-81FF-06F4-2772-482AE56CE064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312294" y="3664883"/>
                  <a:ext cx="113040" cy="752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9A210B0-4A9C-0430-34F7-E935DC366DEC}"/>
                    </a:ext>
                  </a:extLst>
                </p14:cNvPr>
                <p14:cNvContentPartPr/>
                <p14:nvPr/>
              </p14:nvContentPartPr>
              <p14:xfrm>
                <a:off x="1324534" y="3737410"/>
                <a:ext cx="120960" cy="511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9A210B0-4A9C-0430-34F7-E935DC366DEC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306534" y="3719410"/>
                  <a:ext cx="156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3F4F15C-E97D-0CE5-6015-1BD0E34142BE}"/>
                    </a:ext>
                  </a:extLst>
                </p14:cNvPr>
                <p14:cNvContentPartPr/>
                <p14:nvPr/>
              </p14:nvContentPartPr>
              <p14:xfrm>
                <a:off x="1574734" y="3638770"/>
                <a:ext cx="71280" cy="1735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53F4F15C-E97D-0CE5-6015-1BD0E34142BE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556734" y="3620770"/>
                  <a:ext cx="1069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5737908-997A-8B36-3762-BDC3FA0A5754}"/>
                    </a:ext>
                  </a:extLst>
                </p14:cNvPr>
                <p14:cNvContentPartPr/>
                <p14:nvPr/>
              </p14:nvContentPartPr>
              <p14:xfrm>
                <a:off x="1583374" y="3508810"/>
                <a:ext cx="23040" cy="115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25737908-997A-8B36-3762-BDC3FA0A5754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565374" y="3491355"/>
                  <a:ext cx="586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1104C97-0E8A-C687-E4F6-D6EB6842308E}"/>
                    </a:ext>
                  </a:extLst>
                </p14:cNvPr>
                <p14:cNvContentPartPr/>
                <p14:nvPr/>
              </p14:nvContentPartPr>
              <p14:xfrm>
                <a:off x="1782814" y="3798610"/>
                <a:ext cx="26280" cy="1670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1104C97-0E8A-C687-E4F6-D6EB6842308E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64814" y="3780610"/>
                  <a:ext cx="619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CCC8DC4-74D4-1E41-D250-A4B6D99F34BE}"/>
                    </a:ext>
                  </a:extLst>
                </p14:cNvPr>
                <p14:cNvContentPartPr/>
                <p14:nvPr/>
              </p14:nvContentPartPr>
              <p14:xfrm>
                <a:off x="1969654" y="3574690"/>
                <a:ext cx="9720" cy="24120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CCC8DC4-74D4-1E41-D250-A4B6D99F34BE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951654" y="3556663"/>
                  <a:ext cx="45360" cy="2768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0D565759-6C15-EE3A-D7DF-513DBB3E7E91}"/>
                    </a:ext>
                  </a:extLst>
                </p14:cNvPr>
                <p14:cNvContentPartPr/>
                <p14:nvPr/>
              </p14:nvContentPartPr>
              <p14:xfrm>
                <a:off x="1935094" y="3545530"/>
                <a:ext cx="192240" cy="1728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0D565759-6C15-EE3A-D7DF-513DBB3E7E91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917094" y="3527530"/>
                  <a:ext cx="227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E8048383-37E5-5E77-239C-F3568C92EF68}"/>
                    </a:ext>
                  </a:extLst>
                </p14:cNvPr>
                <p14:cNvContentPartPr/>
                <p14:nvPr/>
              </p14:nvContentPartPr>
              <p14:xfrm>
                <a:off x="2184574" y="3689170"/>
                <a:ext cx="17640" cy="18072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E8048383-37E5-5E77-239C-F3568C92EF68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166199" y="3671170"/>
                  <a:ext cx="54023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57">
            <p14:nvContentPartPr>
              <p14:cNvPr id="279" name="Ink 278">
                <a:extLst>
                  <a:ext uri="{FF2B5EF4-FFF2-40B4-BE49-F238E27FC236}">
                    <a16:creationId xmlns:a16="http://schemas.microsoft.com/office/drawing/2014/main" id="{BF9E1496-7425-F5ED-66C9-27DEB1FF409B}"/>
                  </a:ext>
                </a:extLst>
              </p14:cNvPr>
              <p14:cNvContentPartPr/>
              <p14:nvPr/>
            </p14:nvContentPartPr>
            <p14:xfrm>
              <a:off x="799654" y="4306930"/>
              <a:ext cx="11520" cy="17640"/>
            </p14:xfrm>
          </p:contentPart>
        </mc:Choice>
        <mc:Fallback>
          <p:pic>
            <p:nvPicPr>
              <p:cNvPr id="279" name="Ink 278">
                <a:extLst>
                  <a:ext uri="{FF2B5EF4-FFF2-40B4-BE49-F238E27FC236}">
                    <a16:creationId xmlns:a16="http://schemas.microsoft.com/office/drawing/2014/main" id="{BF9E1496-7425-F5ED-66C9-27DEB1FF409B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781654" y="4289290"/>
                <a:ext cx="47160" cy="52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B7E1FAB2-3336-F038-4383-5079E8631EE0}"/>
                  </a:ext>
                </a:extLst>
              </p14:cNvPr>
              <p14:cNvContentPartPr/>
              <p14:nvPr/>
            </p14:nvContentPartPr>
            <p14:xfrm>
              <a:off x="831334" y="4509970"/>
              <a:ext cx="23760" cy="8640"/>
            </p14:xfrm>
          </p:contentPart>
        </mc:Choice>
        <mc:Fallback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B7E1FAB2-3336-F038-4383-5079E8631EE0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813057" y="4491970"/>
                <a:ext cx="59948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1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C216A9B9-530C-C18F-F07C-2F2C94379214}"/>
                  </a:ext>
                </a:extLst>
              </p14:cNvPr>
              <p14:cNvContentPartPr/>
              <p14:nvPr/>
            </p14:nvContentPartPr>
            <p14:xfrm>
              <a:off x="840694" y="4682770"/>
              <a:ext cx="33120" cy="227880"/>
            </p14:xfrm>
          </p:contentPart>
        </mc:Choice>
        <mc:Fallback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C216A9B9-530C-C18F-F07C-2F2C94379214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822694" y="4664770"/>
                <a:ext cx="687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58C9B5B1-4390-D91B-544E-0E13C23E1514}"/>
              </a:ext>
            </a:extLst>
          </p:cNvPr>
          <p:cNvGrpSpPr/>
          <p:nvPr/>
        </p:nvGrpSpPr>
        <p:grpSpPr>
          <a:xfrm>
            <a:off x="254974" y="5033050"/>
            <a:ext cx="2226960" cy="521280"/>
            <a:chOff x="254974" y="5033050"/>
            <a:chExt cx="2226960" cy="52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4F726F2A-6377-69DF-C804-9D17D1E399A8}"/>
                    </a:ext>
                  </a:extLst>
                </p14:cNvPr>
                <p14:cNvContentPartPr/>
                <p14:nvPr/>
              </p14:nvContentPartPr>
              <p14:xfrm>
                <a:off x="254974" y="5114050"/>
                <a:ext cx="159480" cy="3034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4F726F2A-6377-69DF-C804-9D17D1E399A8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36974" y="5096050"/>
                  <a:ext cx="195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3AA3415D-988C-2807-4B03-EDD89CE9969E}"/>
                    </a:ext>
                  </a:extLst>
                </p14:cNvPr>
                <p14:cNvContentPartPr/>
                <p14:nvPr/>
              </p14:nvContentPartPr>
              <p14:xfrm>
                <a:off x="492934" y="5283970"/>
                <a:ext cx="108360" cy="2311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3AA3415D-988C-2807-4B03-EDD89CE9969E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474934" y="5265998"/>
                  <a:ext cx="144000" cy="266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F030B2A3-C1F0-9963-2D3B-213EC39E32F7}"/>
                    </a:ext>
                  </a:extLst>
                </p14:cNvPr>
                <p14:cNvContentPartPr/>
                <p14:nvPr/>
              </p14:nvContentPartPr>
              <p14:xfrm>
                <a:off x="730174" y="5249410"/>
                <a:ext cx="167400" cy="360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F030B2A3-C1F0-9963-2D3B-213EC39E32F7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12174" y="5231588"/>
                  <a:ext cx="203040" cy="712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6BDC5D2-14C0-B95C-DB98-15571747F31B}"/>
                    </a:ext>
                  </a:extLst>
                </p14:cNvPr>
                <p14:cNvContentPartPr/>
                <p14:nvPr/>
              </p14:nvContentPartPr>
              <p14:xfrm>
                <a:off x="979294" y="5078410"/>
                <a:ext cx="151200" cy="31392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6BDC5D2-14C0-B95C-DB98-15571747F31B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61294" y="5060389"/>
                  <a:ext cx="186840" cy="3496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B7B74EB8-A454-3D66-EC87-4D9D6D7A959F}"/>
                    </a:ext>
                  </a:extLst>
                </p14:cNvPr>
                <p14:cNvContentPartPr/>
                <p14:nvPr/>
              </p14:nvContentPartPr>
              <p14:xfrm>
                <a:off x="1143454" y="5321050"/>
                <a:ext cx="120240" cy="22536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B7B74EB8-A454-3D66-EC87-4D9D6D7A959F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5454" y="5303050"/>
                  <a:ext cx="1558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EEFEB86-94E1-D660-25CC-E53EC6145D98}"/>
                    </a:ext>
                  </a:extLst>
                </p14:cNvPr>
                <p14:cNvContentPartPr/>
                <p14:nvPr/>
              </p14:nvContentPartPr>
              <p14:xfrm>
                <a:off x="1364134" y="5268130"/>
                <a:ext cx="76320" cy="374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EEFEB86-94E1-D660-25CC-E53EC6145D98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346134" y="5250130"/>
                  <a:ext cx="111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195511F8-BEC4-BBB6-949F-90CD43281329}"/>
                    </a:ext>
                  </a:extLst>
                </p14:cNvPr>
                <p14:cNvContentPartPr/>
                <p14:nvPr/>
              </p14:nvContentPartPr>
              <p14:xfrm>
                <a:off x="1406614" y="5358130"/>
                <a:ext cx="116280" cy="3276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195511F8-BEC4-BBB6-949F-90CD43281329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388614" y="5340130"/>
                  <a:ext cx="151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20B6E216-6AF9-6299-5F17-A0BCFF8B2C0C}"/>
                    </a:ext>
                  </a:extLst>
                </p14:cNvPr>
                <p14:cNvContentPartPr/>
                <p14:nvPr/>
              </p14:nvContentPartPr>
              <p14:xfrm>
                <a:off x="1615774" y="5199370"/>
                <a:ext cx="65160" cy="22392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20B6E216-6AF9-6299-5F17-A0BCFF8B2C0C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97873" y="5181370"/>
                  <a:ext cx="100604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1C8BEBC-056F-139B-475C-1B1502DE4434}"/>
                    </a:ext>
                  </a:extLst>
                </p14:cNvPr>
                <p14:cNvContentPartPr/>
                <p14:nvPr/>
              </p14:nvContentPartPr>
              <p14:xfrm>
                <a:off x="1657174" y="5033050"/>
                <a:ext cx="8280" cy="2304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1C8BEBC-056F-139B-475C-1B1502DE4434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39174" y="5015050"/>
                  <a:ext cx="439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D004227C-A01C-AEB5-41D7-0A6AF8975F51}"/>
                    </a:ext>
                  </a:extLst>
                </p14:cNvPr>
                <p14:cNvContentPartPr/>
                <p14:nvPr/>
              </p14:nvContentPartPr>
              <p14:xfrm>
                <a:off x="1797934" y="5430490"/>
                <a:ext cx="22320" cy="12384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D004227C-A01C-AEB5-41D7-0A6AF8975F51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779639" y="5412490"/>
                  <a:ext cx="58544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A093812-D674-BB80-959D-31D79EE4F33D}"/>
                    </a:ext>
                  </a:extLst>
                </p14:cNvPr>
                <p14:cNvContentPartPr/>
                <p14:nvPr/>
              </p14:nvContentPartPr>
              <p14:xfrm>
                <a:off x="1876054" y="5388730"/>
                <a:ext cx="121680" cy="15912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A093812-D674-BB80-959D-31D79EE4F33D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858001" y="5370730"/>
                  <a:ext cx="157426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01B2CA95-7EC1-49FA-FE47-EC09B90D0236}"/>
                    </a:ext>
                  </a:extLst>
                </p14:cNvPr>
                <p14:cNvContentPartPr/>
                <p14:nvPr/>
              </p14:nvContentPartPr>
              <p14:xfrm>
                <a:off x="2082694" y="5155450"/>
                <a:ext cx="19440" cy="2077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01B2CA95-7EC1-49FA-FE47-EC09B90D0236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064694" y="5137450"/>
                  <a:ext cx="55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192A0930-8E11-1054-A023-2AFFEC5B74B3}"/>
                    </a:ext>
                  </a:extLst>
                </p14:cNvPr>
                <p14:cNvContentPartPr/>
                <p14:nvPr/>
              </p14:nvContentPartPr>
              <p14:xfrm>
                <a:off x="2071174" y="5077690"/>
                <a:ext cx="173520" cy="18720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192A0930-8E11-1054-A023-2AFFEC5B74B3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053137" y="5059725"/>
                  <a:ext cx="209234" cy="2227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18433EFD-6947-2894-D57E-34BD3E043EDB}"/>
                    </a:ext>
                  </a:extLst>
                </p14:cNvPr>
                <p14:cNvContentPartPr/>
                <p14:nvPr/>
              </p14:nvContentPartPr>
              <p14:xfrm>
                <a:off x="2298334" y="5299450"/>
                <a:ext cx="12240" cy="19584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18433EFD-6947-2894-D57E-34BD3E043EDB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279789" y="5281450"/>
                  <a:ext cx="489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8B49DA81-F5BB-94FF-0F78-94B4087E82F4}"/>
                    </a:ext>
                  </a:extLst>
                </p14:cNvPr>
                <p14:cNvContentPartPr/>
                <p14:nvPr/>
              </p14:nvContentPartPr>
              <p14:xfrm>
                <a:off x="2402734" y="5309530"/>
                <a:ext cx="79200" cy="14508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8B49DA81-F5BB-94FF-0F78-94B4087E82F4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384652" y="5291530"/>
                  <a:ext cx="115003" cy="18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3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6B156981-3DDF-8744-53D6-6318D8151967}"/>
                  </a:ext>
                </a:extLst>
              </p14:cNvPr>
              <p14:cNvContentPartPr/>
              <p14:nvPr/>
            </p14:nvContentPartPr>
            <p14:xfrm>
              <a:off x="3070320" y="2691480"/>
              <a:ext cx="349920" cy="67248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6B156981-3DDF-8744-53D6-6318D8151967}"/>
                  </a:ext>
                </a:extLst>
              </p:cNvPr>
              <p:cNvPicPr/>
              <p:nvPr/>
            </p:nvPicPr>
            <p:blipFill>
              <a:blip r:embed="rId494"/>
              <a:stretch>
                <a:fillRect/>
              </a:stretch>
            </p:blipFill>
            <p:spPr>
              <a:xfrm>
                <a:off x="3016320" y="2583422"/>
                <a:ext cx="457560" cy="8882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5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94C15689-AA1B-C02A-28DA-4B47FC657C75}"/>
                  </a:ext>
                </a:extLst>
              </p14:cNvPr>
              <p14:cNvContentPartPr/>
              <p14:nvPr/>
            </p14:nvContentPartPr>
            <p14:xfrm>
              <a:off x="2994720" y="4346760"/>
              <a:ext cx="438480" cy="53352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94C15689-AA1B-C02A-28DA-4B47FC657C75}"/>
                  </a:ext>
                </a:extLst>
              </p:cNvPr>
              <p:cNvPicPr/>
              <p:nvPr/>
            </p:nvPicPr>
            <p:blipFill>
              <a:blip r:embed="rId496"/>
              <a:stretch>
                <a:fillRect/>
              </a:stretch>
            </p:blipFill>
            <p:spPr>
              <a:xfrm>
                <a:off x="2940720" y="4238760"/>
                <a:ext cx="546120" cy="74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7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1C5A84F3-88E1-3FC9-7BB9-ED9CB5C71894}"/>
                  </a:ext>
                </a:extLst>
              </p14:cNvPr>
              <p14:cNvContentPartPr/>
              <p14:nvPr/>
            </p14:nvContentPartPr>
            <p14:xfrm>
              <a:off x="4632720" y="4143000"/>
              <a:ext cx="307080" cy="486720"/>
            </p14:xfrm>
          </p:contentPart>
        </mc:Choice>
        <mc:Fallback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1C5A84F3-88E1-3FC9-7BB9-ED9CB5C71894}"/>
                  </a:ext>
                </a:extLst>
              </p:cNvPr>
              <p:cNvPicPr/>
              <p:nvPr/>
            </p:nvPicPr>
            <p:blipFill>
              <a:blip r:embed="rId498"/>
              <a:stretch>
                <a:fillRect/>
              </a:stretch>
            </p:blipFill>
            <p:spPr>
              <a:xfrm>
                <a:off x="4578783" y="4035000"/>
                <a:ext cx="414594" cy="70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9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6A517486-1D97-F526-77C6-76D745615265}"/>
                  </a:ext>
                </a:extLst>
              </p14:cNvPr>
              <p14:cNvContentPartPr/>
              <p14:nvPr/>
            </p14:nvContentPartPr>
            <p14:xfrm>
              <a:off x="3692040" y="5192400"/>
              <a:ext cx="529920" cy="403560"/>
            </p14:xfrm>
          </p:contentPart>
        </mc:Choice>
        <mc:Fallback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6A517486-1D97-F526-77C6-76D745615265}"/>
                  </a:ext>
                </a:extLst>
              </p:cNvPr>
              <p:cNvPicPr/>
              <p:nvPr/>
            </p:nvPicPr>
            <p:blipFill>
              <a:blip r:embed="rId500"/>
              <a:stretch>
                <a:fillRect/>
              </a:stretch>
            </p:blipFill>
            <p:spPr>
              <a:xfrm>
                <a:off x="3638040" y="5084400"/>
                <a:ext cx="637560" cy="61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1">
            <p14:nvContentPartPr>
              <p14:cNvPr id="293" name="Ink 292">
                <a:extLst>
                  <a:ext uri="{FF2B5EF4-FFF2-40B4-BE49-F238E27FC236}">
                    <a16:creationId xmlns:a16="http://schemas.microsoft.com/office/drawing/2014/main" id="{01458B3A-B68A-5F15-8AB9-FD50617B360B}"/>
                  </a:ext>
                </a:extLst>
              </p14:cNvPr>
              <p14:cNvContentPartPr/>
              <p14:nvPr/>
            </p14:nvContentPartPr>
            <p14:xfrm>
              <a:off x="4444080" y="2511480"/>
              <a:ext cx="214920" cy="277920"/>
            </p14:xfrm>
          </p:contentPart>
        </mc:Choice>
        <mc:Fallback>
          <p:pic>
            <p:nvPicPr>
              <p:cNvPr id="293" name="Ink 292">
                <a:extLst>
                  <a:ext uri="{FF2B5EF4-FFF2-40B4-BE49-F238E27FC236}">
                    <a16:creationId xmlns:a16="http://schemas.microsoft.com/office/drawing/2014/main" id="{01458B3A-B68A-5F15-8AB9-FD50617B360B}"/>
                  </a:ext>
                </a:extLst>
              </p:cNvPr>
              <p:cNvPicPr/>
              <p:nvPr/>
            </p:nvPicPr>
            <p:blipFill>
              <a:blip r:embed="rId502"/>
              <a:stretch>
                <a:fillRect/>
              </a:stretch>
            </p:blipFill>
            <p:spPr>
              <a:xfrm>
                <a:off x="4390080" y="2403620"/>
                <a:ext cx="322560" cy="4932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3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BBD0307F-5A1D-9EEC-D0E3-B3EBDF9554BC}"/>
                  </a:ext>
                </a:extLst>
              </p14:cNvPr>
              <p14:cNvContentPartPr/>
              <p14:nvPr/>
            </p14:nvContentPartPr>
            <p14:xfrm>
              <a:off x="4600320" y="2605080"/>
              <a:ext cx="219240" cy="427680"/>
            </p14:xfrm>
          </p:contentPart>
        </mc:Choice>
        <mc:Fallback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BBD0307F-5A1D-9EEC-D0E3-B3EBDF9554BC}"/>
                  </a:ext>
                </a:extLst>
              </p:cNvPr>
              <p:cNvPicPr/>
              <p:nvPr/>
            </p:nvPicPr>
            <p:blipFill>
              <a:blip r:embed="rId504"/>
              <a:stretch>
                <a:fillRect/>
              </a:stretch>
            </p:blipFill>
            <p:spPr>
              <a:xfrm>
                <a:off x="4546409" y="2497171"/>
                <a:ext cx="326704" cy="6431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5">
            <p14:nvContentPartPr>
              <p14:cNvPr id="302" name="Ink 301">
                <a:extLst>
                  <a:ext uri="{FF2B5EF4-FFF2-40B4-BE49-F238E27FC236}">
                    <a16:creationId xmlns:a16="http://schemas.microsoft.com/office/drawing/2014/main" id="{FBFEB59A-A71C-3AC0-1F0D-7D8352501930}"/>
                  </a:ext>
                </a:extLst>
              </p14:cNvPr>
              <p14:cNvContentPartPr/>
              <p14:nvPr/>
            </p14:nvContentPartPr>
            <p14:xfrm>
              <a:off x="5112960" y="1918920"/>
              <a:ext cx="352440" cy="230040"/>
            </p14:xfrm>
          </p:contentPart>
        </mc:Choice>
        <mc:Fallback>
          <p:pic>
            <p:nvPicPr>
              <p:cNvPr id="302" name="Ink 301">
                <a:extLst>
                  <a:ext uri="{FF2B5EF4-FFF2-40B4-BE49-F238E27FC236}">
                    <a16:creationId xmlns:a16="http://schemas.microsoft.com/office/drawing/2014/main" id="{FBFEB59A-A71C-3AC0-1F0D-7D8352501930}"/>
                  </a:ext>
                </a:extLst>
              </p:cNvPr>
              <p:cNvPicPr/>
              <p:nvPr/>
            </p:nvPicPr>
            <p:blipFill>
              <a:blip r:embed="rId506"/>
              <a:stretch>
                <a:fillRect/>
              </a:stretch>
            </p:blipFill>
            <p:spPr>
              <a:xfrm>
                <a:off x="5058905" y="1810920"/>
                <a:ext cx="460190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7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914CAADA-E65F-558C-D062-D4E518EAEB5F}"/>
                  </a:ext>
                </a:extLst>
              </p14:cNvPr>
              <p14:cNvContentPartPr/>
              <p14:nvPr/>
            </p14:nvContentPartPr>
            <p14:xfrm>
              <a:off x="5291160" y="3493200"/>
              <a:ext cx="630000" cy="331200"/>
            </p14:xfrm>
          </p:contentPart>
        </mc:Choice>
        <mc:Fallback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914CAADA-E65F-558C-D062-D4E518EAEB5F}"/>
                  </a:ext>
                </a:extLst>
              </p:cNvPr>
              <p:cNvPicPr/>
              <p:nvPr/>
            </p:nvPicPr>
            <p:blipFill>
              <a:blip r:embed="rId508"/>
              <a:stretch>
                <a:fillRect/>
              </a:stretch>
            </p:blipFill>
            <p:spPr>
              <a:xfrm>
                <a:off x="5237191" y="3385200"/>
                <a:ext cx="737579" cy="54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9">
            <p14:nvContentPartPr>
              <p14:cNvPr id="304" name="Ink 303">
                <a:extLst>
                  <a:ext uri="{FF2B5EF4-FFF2-40B4-BE49-F238E27FC236}">
                    <a16:creationId xmlns:a16="http://schemas.microsoft.com/office/drawing/2014/main" id="{3CC57DE1-14B3-8102-67F0-0324FA6B2E6B}"/>
                  </a:ext>
                </a:extLst>
              </p14:cNvPr>
              <p14:cNvContentPartPr/>
              <p14:nvPr/>
            </p14:nvContentPartPr>
            <p14:xfrm>
              <a:off x="6234000" y="2699040"/>
              <a:ext cx="259920" cy="428760"/>
            </p14:xfrm>
          </p:contentPart>
        </mc:Choice>
        <mc:Fallback>
          <p:pic>
            <p:nvPicPr>
              <p:cNvPr id="304" name="Ink 303">
                <a:extLst>
                  <a:ext uri="{FF2B5EF4-FFF2-40B4-BE49-F238E27FC236}">
                    <a16:creationId xmlns:a16="http://schemas.microsoft.com/office/drawing/2014/main" id="{3CC57DE1-14B3-8102-67F0-0324FA6B2E6B}"/>
                  </a:ext>
                </a:extLst>
              </p:cNvPr>
              <p:cNvPicPr/>
              <p:nvPr/>
            </p:nvPicPr>
            <p:blipFill>
              <a:blip r:embed="rId510"/>
              <a:stretch>
                <a:fillRect/>
              </a:stretch>
            </p:blipFill>
            <p:spPr>
              <a:xfrm>
                <a:off x="6179925" y="2591040"/>
                <a:ext cx="367709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1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518D675A-4237-0766-EFEF-AF5EDC9F1DF4}"/>
                  </a:ext>
                </a:extLst>
              </p14:cNvPr>
              <p14:cNvContentPartPr/>
              <p14:nvPr/>
            </p14:nvContentPartPr>
            <p14:xfrm>
              <a:off x="6415080" y="4266840"/>
              <a:ext cx="343080" cy="372600"/>
            </p14:xfrm>
          </p:contentPart>
        </mc:Choice>
        <mc:Fallback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518D675A-4237-0766-EFEF-AF5EDC9F1DF4}"/>
                  </a:ext>
                </a:extLst>
              </p:cNvPr>
              <p:cNvPicPr/>
              <p:nvPr/>
            </p:nvPicPr>
            <p:blipFill>
              <a:blip r:embed="rId512"/>
              <a:stretch>
                <a:fillRect/>
              </a:stretch>
            </p:blipFill>
            <p:spPr>
              <a:xfrm>
                <a:off x="6361080" y="4158840"/>
                <a:ext cx="450720" cy="58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3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57F15E94-1431-33F6-6386-980AD1EA8D66}"/>
                  </a:ext>
                </a:extLst>
              </p14:cNvPr>
              <p14:cNvContentPartPr/>
              <p14:nvPr/>
            </p14:nvContentPartPr>
            <p14:xfrm>
              <a:off x="5536680" y="5008800"/>
              <a:ext cx="495720" cy="271080"/>
            </p14:xfrm>
          </p:contentPart>
        </mc:Choice>
        <mc:Fallback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57F15E94-1431-33F6-6386-980AD1EA8D66}"/>
                  </a:ext>
                </a:extLst>
              </p:cNvPr>
              <p:cNvPicPr/>
              <p:nvPr/>
            </p:nvPicPr>
            <p:blipFill>
              <a:blip r:embed="rId514"/>
              <a:stretch>
                <a:fillRect/>
              </a:stretch>
            </p:blipFill>
            <p:spPr>
              <a:xfrm>
                <a:off x="5482680" y="4900800"/>
                <a:ext cx="603360" cy="48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5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DE384635-6BDC-E291-12B1-378456584366}"/>
                  </a:ext>
                </a:extLst>
              </p14:cNvPr>
              <p14:cNvContentPartPr/>
              <p14:nvPr/>
            </p14:nvContentPartPr>
            <p14:xfrm>
              <a:off x="94920" y="2698680"/>
              <a:ext cx="1307160" cy="712800"/>
            </p14:xfrm>
          </p:contentPart>
        </mc:Choice>
        <mc:Fallback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DE384635-6BDC-E291-12B1-378456584366}"/>
                  </a:ext>
                </a:extLst>
              </p:cNvPr>
              <p:cNvPicPr/>
              <p:nvPr/>
            </p:nvPicPr>
            <p:blipFill>
              <a:blip r:embed="rId516"/>
              <a:stretch>
                <a:fillRect/>
              </a:stretch>
            </p:blipFill>
            <p:spPr>
              <a:xfrm>
                <a:off x="40920" y="2590625"/>
                <a:ext cx="1414800" cy="9285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7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F512D585-3CF3-EF5E-8CAE-1F617C552EE6}"/>
                  </a:ext>
                </a:extLst>
              </p14:cNvPr>
              <p14:cNvContentPartPr/>
              <p14:nvPr/>
            </p14:nvContentPartPr>
            <p14:xfrm>
              <a:off x="241440" y="3035640"/>
              <a:ext cx="48600" cy="26280"/>
            </p14:xfrm>
          </p:contentPart>
        </mc:Choice>
        <mc:Fallback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F512D585-3CF3-EF5E-8CAE-1F617C552EE6}"/>
                  </a:ext>
                </a:extLst>
              </p:cNvPr>
              <p:cNvPicPr/>
              <p:nvPr/>
            </p:nvPicPr>
            <p:blipFill>
              <a:blip r:embed="rId518"/>
              <a:stretch>
                <a:fillRect/>
              </a:stretch>
            </p:blipFill>
            <p:spPr>
              <a:xfrm>
                <a:off x="187440" y="2927640"/>
                <a:ext cx="15624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9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6AFEB2F0-A566-AFF6-609F-12FA5EF6986A}"/>
                  </a:ext>
                </a:extLst>
              </p14:cNvPr>
              <p14:cNvContentPartPr/>
              <p14:nvPr/>
            </p14:nvContentPartPr>
            <p14:xfrm>
              <a:off x="3494040" y="2016840"/>
              <a:ext cx="477000" cy="312120"/>
            </p14:xfrm>
          </p:contentPart>
        </mc:Choice>
        <mc:Fallback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6AFEB2F0-A566-AFF6-609F-12FA5EF6986A}"/>
                  </a:ext>
                </a:extLst>
              </p:cNvPr>
              <p:cNvPicPr/>
              <p:nvPr/>
            </p:nvPicPr>
            <p:blipFill>
              <a:blip r:embed="rId520"/>
              <a:stretch>
                <a:fillRect/>
              </a:stretch>
            </p:blipFill>
            <p:spPr>
              <a:xfrm>
                <a:off x="3440040" y="1908964"/>
                <a:ext cx="584640" cy="52751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1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79BD8D1F-F462-5388-5368-928E33A84DD5}"/>
                  </a:ext>
                </a:extLst>
              </p14:cNvPr>
              <p14:cNvContentPartPr/>
              <p14:nvPr/>
            </p14:nvContentPartPr>
            <p14:xfrm>
              <a:off x="2785680" y="1701344"/>
              <a:ext cx="1418400" cy="1540800"/>
            </p14:xfrm>
          </p:contentPart>
        </mc:Choice>
        <mc:Fallback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79BD8D1F-F462-5388-5368-928E33A84DD5}"/>
                  </a:ext>
                </a:extLst>
              </p:cNvPr>
              <p:cNvPicPr/>
              <p:nvPr/>
            </p:nvPicPr>
            <p:blipFill>
              <a:blip r:embed="rId522"/>
              <a:stretch>
                <a:fillRect/>
              </a:stretch>
            </p:blipFill>
            <p:spPr>
              <a:xfrm>
                <a:off x="2732040" y="1593704"/>
                <a:ext cx="1526040" cy="175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3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1957B027-0E39-3BA7-367D-2B64A1CF50E5}"/>
                  </a:ext>
                </a:extLst>
              </p14:cNvPr>
              <p14:cNvContentPartPr/>
              <p14:nvPr/>
            </p14:nvContentPartPr>
            <p14:xfrm>
              <a:off x="8801280" y="1295264"/>
              <a:ext cx="3201480" cy="878760"/>
            </p14:xfrm>
          </p:contentPart>
        </mc:Choice>
        <mc:Fallback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1957B027-0E39-3BA7-367D-2B64A1CF50E5}"/>
                  </a:ext>
                </a:extLst>
              </p:cNvPr>
              <p:cNvPicPr/>
              <p:nvPr/>
            </p:nvPicPr>
            <p:blipFill>
              <a:blip r:embed="rId524"/>
              <a:stretch>
                <a:fillRect/>
              </a:stretch>
            </p:blipFill>
            <p:spPr>
              <a:xfrm>
                <a:off x="8747640" y="1187624"/>
                <a:ext cx="3309120" cy="109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5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C01AA9DB-2FA3-AC30-5095-B884C32755B4}"/>
                  </a:ext>
                </a:extLst>
              </p14:cNvPr>
              <p14:cNvContentPartPr/>
              <p14:nvPr/>
            </p14:nvContentPartPr>
            <p14:xfrm>
              <a:off x="2978640" y="3376064"/>
              <a:ext cx="384840" cy="1395360"/>
            </p14:xfrm>
          </p:contentPart>
        </mc:Choice>
        <mc:Fallback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C01AA9DB-2FA3-AC30-5095-B884C32755B4}"/>
                  </a:ext>
                </a:extLst>
              </p:cNvPr>
              <p:cNvPicPr/>
              <p:nvPr/>
            </p:nvPicPr>
            <p:blipFill>
              <a:blip r:embed="rId526"/>
              <a:stretch>
                <a:fillRect/>
              </a:stretch>
            </p:blipFill>
            <p:spPr>
              <a:xfrm>
                <a:off x="2925000" y="3268424"/>
                <a:ext cx="492480" cy="161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7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DDF1C835-361C-2858-7D06-666586B2778F}"/>
                  </a:ext>
                </a:extLst>
              </p14:cNvPr>
              <p14:cNvContentPartPr/>
              <p14:nvPr/>
            </p14:nvContentPartPr>
            <p14:xfrm>
              <a:off x="3476880" y="3646784"/>
              <a:ext cx="19800" cy="1440"/>
            </p14:xfrm>
          </p:contentPart>
        </mc:Choice>
        <mc:Fallback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DDF1C835-361C-2858-7D06-666586B2778F}"/>
                  </a:ext>
                </a:extLst>
              </p:cNvPr>
              <p:cNvPicPr/>
              <p:nvPr/>
            </p:nvPicPr>
            <p:blipFill>
              <a:blip r:embed="rId528"/>
              <a:stretch>
                <a:fillRect/>
              </a:stretch>
            </p:blipFill>
            <p:spPr>
              <a:xfrm>
                <a:off x="3423240" y="3539144"/>
                <a:ext cx="127440" cy="21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9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416085E5-7EC6-0070-F54B-DF481EC86E71}"/>
                  </a:ext>
                </a:extLst>
              </p14:cNvPr>
              <p14:cNvContentPartPr/>
              <p14:nvPr/>
            </p14:nvContentPartPr>
            <p14:xfrm>
              <a:off x="3328920" y="3489824"/>
              <a:ext cx="969480" cy="354240"/>
            </p14:xfrm>
          </p:contentPart>
        </mc:Choice>
        <mc:Fallback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416085E5-7EC6-0070-F54B-DF481EC86E71}"/>
                  </a:ext>
                </a:extLst>
              </p:cNvPr>
              <p:cNvPicPr/>
              <p:nvPr/>
            </p:nvPicPr>
            <p:blipFill>
              <a:blip r:embed="rId530"/>
              <a:stretch>
                <a:fillRect/>
              </a:stretch>
            </p:blipFill>
            <p:spPr>
              <a:xfrm>
                <a:off x="3275280" y="3382184"/>
                <a:ext cx="1077120" cy="56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27" name="Group 326">
            <a:extLst>
              <a:ext uri="{FF2B5EF4-FFF2-40B4-BE49-F238E27FC236}">
                <a16:creationId xmlns:a16="http://schemas.microsoft.com/office/drawing/2014/main" id="{366218A7-336D-593B-E518-BF54A59CCEC7}"/>
              </a:ext>
            </a:extLst>
          </p:cNvPr>
          <p:cNvGrpSpPr/>
          <p:nvPr/>
        </p:nvGrpSpPr>
        <p:grpSpPr>
          <a:xfrm>
            <a:off x="2460960" y="3837224"/>
            <a:ext cx="1625760" cy="1214280"/>
            <a:chOff x="2460960" y="3837224"/>
            <a:chExt cx="1625760" cy="121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77515A8-9786-7C92-1307-6A4FEF04F3DE}"/>
                    </a:ext>
                  </a:extLst>
                </p14:cNvPr>
                <p14:cNvContentPartPr/>
                <p14:nvPr/>
              </p14:nvContentPartPr>
              <p14:xfrm>
                <a:off x="3497760" y="3884024"/>
                <a:ext cx="558000" cy="277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77515A8-9786-7C92-1307-6A4FEF04F3DE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3479760" y="3866024"/>
                  <a:ext cx="5936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0C6646EF-17D5-3FD4-CBE9-BEEE95818563}"/>
                    </a:ext>
                  </a:extLst>
                </p14:cNvPr>
                <p14:cNvContentPartPr/>
                <p14:nvPr/>
              </p14:nvContentPartPr>
              <p14:xfrm>
                <a:off x="3942360" y="3837224"/>
                <a:ext cx="144360" cy="1357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0C6646EF-17D5-3FD4-CBE9-BEEE95818563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3924720" y="3819584"/>
                  <a:ext cx="1800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7FC1D618-93FB-931B-3C1E-425AA5672455}"/>
                    </a:ext>
                  </a:extLst>
                </p14:cNvPr>
                <p14:cNvContentPartPr/>
                <p14:nvPr/>
              </p14:nvContentPartPr>
              <p14:xfrm>
                <a:off x="2963880" y="3934064"/>
                <a:ext cx="8280" cy="2826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7FC1D618-93FB-931B-3C1E-425AA5672455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2946240" y="3916064"/>
                  <a:ext cx="439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299F0260-2DF7-6921-8A86-8B7A29F1140E}"/>
                    </a:ext>
                  </a:extLst>
                </p14:cNvPr>
                <p14:cNvContentPartPr/>
                <p14:nvPr/>
              </p14:nvContentPartPr>
              <p14:xfrm>
                <a:off x="2876760" y="4160144"/>
                <a:ext cx="216720" cy="12312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299F0260-2DF7-6921-8A86-8B7A29F1140E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2859120" y="4142144"/>
                  <a:ext cx="2523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488557FA-E48D-2CE9-E517-F52F5A43C705}"/>
                    </a:ext>
                  </a:extLst>
                </p14:cNvPr>
                <p14:cNvContentPartPr/>
                <p14:nvPr/>
              </p14:nvContentPartPr>
              <p14:xfrm>
                <a:off x="2460960" y="4342304"/>
                <a:ext cx="678600" cy="70920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488557FA-E48D-2CE9-E517-F52F5A43C705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2443320" y="4324664"/>
                  <a:ext cx="714240" cy="74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59BB7649-2B4B-1BD1-7DB9-D9B8AD9EF3FA}"/>
              </a:ext>
            </a:extLst>
          </p:cNvPr>
          <p:cNvGrpSpPr/>
          <p:nvPr/>
        </p:nvGrpSpPr>
        <p:grpSpPr>
          <a:xfrm>
            <a:off x="3515400" y="2826344"/>
            <a:ext cx="815400" cy="811440"/>
            <a:chOff x="3515400" y="2826344"/>
            <a:chExt cx="815400" cy="81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790CBC5B-C225-D94B-8242-D0E2F33D649C}"/>
                    </a:ext>
                  </a:extLst>
                </p14:cNvPr>
                <p14:cNvContentPartPr/>
                <p14:nvPr/>
              </p14:nvContentPartPr>
              <p14:xfrm>
                <a:off x="3577680" y="2826344"/>
                <a:ext cx="19440" cy="4820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790CBC5B-C225-D94B-8242-D0E2F33D649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3559680" y="2808704"/>
                  <a:ext cx="5508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CD384234-92A1-2448-87E3-FA990ED73642}"/>
                    </a:ext>
                  </a:extLst>
                </p14:cNvPr>
                <p14:cNvContentPartPr/>
                <p14:nvPr/>
              </p14:nvContentPartPr>
              <p14:xfrm>
                <a:off x="3515400" y="3206144"/>
                <a:ext cx="169560" cy="972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CD384234-92A1-2448-87E3-FA990ED73642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3497400" y="3188504"/>
                  <a:ext cx="2052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98F00805-81AB-2557-B964-1D39744FC78E}"/>
                    </a:ext>
                  </a:extLst>
                </p14:cNvPr>
                <p14:cNvContentPartPr/>
                <p14:nvPr/>
              </p14:nvContentPartPr>
              <p14:xfrm>
                <a:off x="3660480" y="3092744"/>
                <a:ext cx="670320" cy="54504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98F00805-81AB-2557-B964-1D39744FC78E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3642480" y="3075104"/>
                  <a:ext cx="705960" cy="580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47">
            <p14:nvContentPartPr>
              <p14:cNvPr id="328" name="Ink 327">
                <a:extLst>
                  <a:ext uri="{FF2B5EF4-FFF2-40B4-BE49-F238E27FC236}">
                    <a16:creationId xmlns:a16="http://schemas.microsoft.com/office/drawing/2014/main" id="{CCF08FE6-6FD1-B0C3-0B20-3B2596B20863}"/>
                  </a:ext>
                </a:extLst>
              </p14:cNvPr>
              <p14:cNvContentPartPr/>
              <p14:nvPr/>
            </p14:nvContentPartPr>
            <p14:xfrm>
              <a:off x="8370000" y="2481824"/>
              <a:ext cx="2592360" cy="652320"/>
            </p14:xfrm>
          </p:contentPart>
        </mc:Choice>
        <mc:Fallback>
          <p:pic>
            <p:nvPicPr>
              <p:cNvPr id="328" name="Ink 327">
                <a:extLst>
                  <a:ext uri="{FF2B5EF4-FFF2-40B4-BE49-F238E27FC236}">
                    <a16:creationId xmlns:a16="http://schemas.microsoft.com/office/drawing/2014/main" id="{CCF08FE6-6FD1-B0C3-0B20-3B2596B20863}"/>
                  </a:ext>
                </a:extLst>
              </p:cNvPr>
              <p:cNvPicPr/>
              <p:nvPr/>
            </p:nvPicPr>
            <p:blipFill>
              <a:blip r:embed="rId548"/>
              <a:stretch>
                <a:fillRect/>
              </a:stretch>
            </p:blipFill>
            <p:spPr>
              <a:xfrm>
                <a:off x="8316360" y="2373824"/>
                <a:ext cx="2700000" cy="86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9">
            <p14:nvContentPartPr>
              <p14:cNvPr id="329" name="Ink 328">
                <a:extLst>
                  <a:ext uri="{FF2B5EF4-FFF2-40B4-BE49-F238E27FC236}">
                    <a16:creationId xmlns:a16="http://schemas.microsoft.com/office/drawing/2014/main" id="{3302B1C2-A203-FCA4-3006-3B2883604413}"/>
                  </a:ext>
                </a:extLst>
              </p14:cNvPr>
              <p14:cNvContentPartPr/>
              <p14:nvPr/>
            </p14:nvContentPartPr>
            <p14:xfrm>
              <a:off x="9993240" y="2866304"/>
              <a:ext cx="375120" cy="97920"/>
            </p14:xfrm>
          </p:contentPart>
        </mc:Choice>
        <mc:Fallback>
          <p:pic>
            <p:nvPicPr>
              <p:cNvPr id="329" name="Ink 328">
                <a:extLst>
                  <a:ext uri="{FF2B5EF4-FFF2-40B4-BE49-F238E27FC236}">
                    <a16:creationId xmlns:a16="http://schemas.microsoft.com/office/drawing/2014/main" id="{3302B1C2-A203-FCA4-3006-3B2883604413}"/>
                  </a:ext>
                </a:extLst>
              </p:cNvPr>
              <p:cNvPicPr/>
              <p:nvPr/>
            </p:nvPicPr>
            <p:blipFill>
              <a:blip r:embed="rId550"/>
              <a:stretch>
                <a:fillRect/>
              </a:stretch>
            </p:blipFill>
            <p:spPr>
              <a:xfrm>
                <a:off x="9939600" y="2758664"/>
                <a:ext cx="482760" cy="31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403991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795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940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3" name="Picture 152" descr="A white paper with black numbers and symbols&#10;&#10;Description automatically generated">
            <a:extLst>
              <a:ext uri="{FF2B5EF4-FFF2-40B4-BE49-F238E27FC236}">
                <a16:creationId xmlns:a16="http://schemas.microsoft.com/office/drawing/2014/main" id="{06621E05-0F8A-4B8E-0A39-83B8509E0B46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4826" y="1008440"/>
            <a:ext cx="3867858" cy="5509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7203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screenshot of a math test&#10;&#10;Description automatically generated">
            <a:extLst>
              <a:ext uri="{FF2B5EF4-FFF2-40B4-BE49-F238E27FC236}">
                <a16:creationId xmlns:a16="http://schemas.microsoft.com/office/drawing/2014/main" id="{46A89DB5-AD3E-B9C9-40CA-70EF6AD9139B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814" y="840336"/>
            <a:ext cx="2769661" cy="586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770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10F0-04BC-5A6B-F84C-BBAF99FDA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circuits</a:t>
            </a:r>
          </a:p>
        </p:txBody>
      </p:sp>
      <p:pic>
        <p:nvPicPr>
          <p:cNvPr id="6" name="Content Placeholder 5" descr="A diagram of a black box&#10;&#10;Description automatically generated">
            <a:extLst>
              <a:ext uri="{FF2B5EF4-FFF2-40B4-BE49-F238E27FC236}">
                <a16:creationId xmlns:a16="http://schemas.microsoft.com/office/drawing/2014/main" id="{FED7D7D0-C46C-0077-4E5C-CA4CD515B8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52" y="1812897"/>
            <a:ext cx="10107368" cy="305817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953C0-F8FE-71F5-D6D4-57C081893C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2279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A8E1-6F31-3374-7A58-8BBF85C6B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BFC027-7C85-B220-72EB-80B9E8CA3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573" y="1176793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1D2A8-ED2B-1EAA-7297-155906297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8870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1C1E1-ABB8-6B5C-67D4-C4207C484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C5A0A12-2B81-0D07-24E1-6BDB4246E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85" y="1571183"/>
            <a:ext cx="555348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0F0F3-CAC1-D731-45D2-E8B8833F4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21523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7284-6480-AFA2-D32C-85EE156E6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9AEEE8CC-210C-5F12-CF21-778D8A3101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39" y="1795026"/>
            <a:ext cx="11073401" cy="326794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56E9A-D2E9-FF09-9DD3-1D1392C1A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5516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5C7A-BACF-CE70-CA01-6BB2C15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CFC8D6A8-1C0B-2257-8B15-2A10F13C3B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22" y="1411231"/>
            <a:ext cx="3687426" cy="323233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2566A-8B72-14E8-856F-2D5CF83C2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669A0189-6DC2-151E-28DD-F33B5A3C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921" y="1300886"/>
            <a:ext cx="4003574" cy="366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6585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86C8-C731-3D40-F142-DC56C18F4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Diagram of an air-core inductor&#10;&#10;Description automatically generated">
            <a:extLst>
              <a:ext uri="{FF2B5EF4-FFF2-40B4-BE49-F238E27FC236}">
                <a16:creationId xmlns:a16="http://schemas.microsoft.com/office/drawing/2014/main" id="{F4A15D06-5BF5-E85E-820E-A2C852033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58" y="1554511"/>
            <a:ext cx="10416484" cy="33752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6D20-072D-2D29-881B-49AC4180D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3043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6C773-9BD3-CCC7-875D-786ECB303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A black and white logo&#10;&#10;Description automatically generated">
            <a:extLst>
              <a:ext uri="{FF2B5EF4-FFF2-40B4-BE49-F238E27FC236}">
                <a16:creationId xmlns:a16="http://schemas.microsoft.com/office/drawing/2014/main" id="{06D0ED81-235E-7456-2BB3-9341E9535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48" y="2343055"/>
            <a:ext cx="4092295" cy="137934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5E82B-4E41-8529-AA29-A7EB6AA52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electrical component&#10;&#10;Description automatically generated">
            <a:extLst>
              <a:ext uri="{FF2B5EF4-FFF2-40B4-BE49-F238E27FC236}">
                <a16:creationId xmlns:a16="http://schemas.microsoft.com/office/drawing/2014/main" id="{CC0F3822-26D5-4367-320D-68A3C8170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143" y="2010707"/>
            <a:ext cx="2304737" cy="212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69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23168</TotalTime>
  <Words>207</Words>
  <Application>Microsoft Office PowerPoint</Application>
  <PresentationFormat>Widescreen</PresentationFormat>
  <Paragraphs>67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Nodal analysis</vt:lpstr>
      <vt:lpstr>Label nodes</vt:lpstr>
      <vt:lpstr>Label currents</vt:lpstr>
      <vt:lpstr>PowerPoint Presentation</vt:lpstr>
      <vt:lpstr>Voltage drop directions</vt:lpstr>
      <vt:lpstr>Voltage drop directions</vt:lpstr>
      <vt:lpstr>Voltage drop directions</vt:lpstr>
      <vt:lpstr>Write equations based on KCL and Ohm’s law </vt:lpstr>
      <vt:lpstr>Write equations based on KCL and Ohm’s law </vt:lpstr>
      <vt:lpstr>Write equations based on KCL and Ohm’s law </vt:lpstr>
      <vt:lpstr>Solve for unknowns 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Equivalent circuits</vt:lpstr>
      <vt:lpstr>Thevenin’s equivalent circuit</vt:lpstr>
      <vt:lpstr>Norton’s equivalent circuit</vt:lpstr>
      <vt:lpstr>Capacitors </vt:lpstr>
      <vt:lpstr>Capacitors </vt:lpstr>
      <vt:lpstr>Inductors </vt:lpstr>
      <vt:lpstr>Inductors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932</cp:revision>
  <cp:lastPrinted>2017-03-30T23:40:26Z</cp:lastPrinted>
  <dcterms:created xsi:type="dcterms:W3CDTF">2014-02-24T21:19:39Z</dcterms:created>
  <dcterms:modified xsi:type="dcterms:W3CDTF">2026-02-06T02:35:36Z</dcterms:modified>
</cp:coreProperties>
</file>