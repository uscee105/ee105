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794" r:id="rId2"/>
    <p:sldId id="802" r:id="rId3"/>
    <p:sldId id="803" r:id="rId4"/>
    <p:sldId id="804" r:id="rId5"/>
    <p:sldId id="805" r:id="rId6"/>
    <p:sldId id="806" r:id="rId7"/>
    <p:sldId id="807" r:id="rId8"/>
    <p:sldId id="808" r:id="rId9"/>
    <p:sldId id="809" r:id="rId10"/>
    <p:sldId id="810" r:id="rId11"/>
    <p:sldId id="811" r:id="rId12"/>
    <p:sldId id="812" r:id="rId13"/>
    <p:sldId id="813" r:id="rId14"/>
    <p:sldId id="814" r:id="rId15"/>
    <p:sldId id="852" r:id="rId16"/>
    <p:sldId id="853" r:id="rId17"/>
    <p:sldId id="854" r:id="rId18"/>
    <p:sldId id="855" r:id="rId19"/>
    <p:sldId id="856" r:id="rId20"/>
    <p:sldId id="857" r:id="rId21"/>
    <p:sldId id="858" r:id="rId22"/>
    <p:sldId id="798" r:id="rId23"/>
    <p:sldId id="799" r:id="rId24"/>
    <p:sldId id="800" r:id="rId25"/>
    <p:sldId id="80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00" autoAdjust="0"/>
    <p:restoredTop sz="69379" autoAdjust="0"/>
  </p:normalViewPr>
  <p:slideViewPr>
    <p:cSldViewPr snapToGrid="0">
      <p:cViewPr varScale="1">
        <p:scale>
          <a:sx n="96" d="100"/>
          <a:sy n="96" d="100"/>
        </p:scale>
        <p:origin x="1258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48.5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380 204 7834 0 0,'1'-13'860'0'0,"-1"0"0"0"0,0 0-1 0 0,-1 0 1 0 0,0 0 0 0 0,-1 0 0 0 0,-1 1 0 0 0,0-1 0 0 0,0 1 0 0 0,-11-23 0 0 0,13 32-746 0 0,0-1 0 0 0,-1 1 0 0 0,0 0-1 0 0,0 0 1 0 0,0 0 0 0 0,0 0 0 0 0,0 0 0 0 0,0 1 0 0 0,-1-1 0 0 0,0 1 0 0 0,1-1 0 0 0,-1 1-1 0 0,0 0 1 0 0,0 0 0 0 0,0 0 0 0 0,0 0 0 0 0,0 1 0 0 0,-1 0 0 0 0,1-1 0 0 0,-1 1 0 0 0,1 0-1 0 0,0 0 1 0 0,-1 1 0 0 0,0-1 0 0 0,1 1 0 0 0,-1 0 0 0 0,1-1 0 0 0,-1 2 0 0 0,1-1 0 0 0,-1 0-1 0 0,0 1 1 0 0,1 0 0 0 0,-1-1 0 0 0,-5 4 0 0 0,-1-1-69 0 0,-1 1 0 0 0,1 0 0 0 0,1 1-1 0 0,-1 0 1 0 0,1 1 0 0 0,0 0 0 0 0,0 0 0 0 0,0 1 0 0 0,1 0 0 0 0,-11 12-1 0 0,4 0-51 0 0,1 1 0 0 0,1 1 0 0 0,1 0 0 0 0,1 1 0 0 0,1 0 0 0 0,0 1 0 0 0,2 0 0 0 0,-10 45 0 0 0,10-27-2 0 0,1-1 0 0 0,3 2 0 0 0,1-1 0 0 0,4 62 0 0 0,0-87-39 0 0,1-1-1 0 0,1 1 0 0 0,0 0 0 0 0,1-1 0 0 0,0 0 0 0 0,2 0 1 0 0,0 0-1 0 0,0 0 0 0 0,1-1 0 0 0,1 0 0 0 0,11 15 0 0 0,-12-20 14 0 0,-1-2 0 0 0,1 1 0 0 0,0-1-1 0 0,1 0 1 0 0,-1-1 0 0 0,1 1-1 0 0,1-1 1 0 0,-1-1 0 0 0,1 0 0 0 0,0 0-1 0 0,0-1 1 0 0,1 0 0 0 0,-1 0 0 0 0,1-1-1 0 0,0-1 1 0 0,0 1 0 0 0,0-2-1 0 0,14 2 1 0 0,-14-3-19 0 0,-1-1 0 0 0,1 1 0 0 0,-1-2 0 0 0,1 1 0 0 0,-1-1 0 0 0,0-1 0 0 0,0 0 0 0 0,0 0 0 0 0,0 0 0 0 0,0-1 0 0 0,0-1 0 0 0,-1 0 0 0 0,9-6 0 0 0,-14 9-28 0 0,1-1 0 0 0,-1 1 0 0 0,0-1 1 0 0,0 0-1 0 0,0 0 0 0 0,0 0 0 0 0,0-1 1 0 0,-1 1-1 0 0,1-1 0 0 0,-1 1 0 0 0,0-1 1 0 0,0 0-1 0 0,0 0 0 0 0,-1 0 0 0 0,1 0 1 0 0,-1 0-1 0 0,0 0 0 0 0,0 0 0 0 0,-1-1 0 0 0,1 1 1 0 0,-1 0-1 0 0,0 0 0 0 0,0-1 0 0 0,0 1 1 0 0,-1 0-1 0 0,1 0 0 0 0,-1-1 0 0 0,0 1 1 0 0,0 0-1 0 0,-1 0 0 0 0,-2-6 0 0 0,-6-7-1273 0 0,0-1-1 0 0,-26-30 0 0 0,25 34 643 0 0,-1-1 1 0 0,2 0-1 0 0,0-1 1 0 0,-14-31-1 0 0,22 42 685 0 0,0 0-1 0 0,1 0 1 0 0,0 0-1 0 0,0 0 1 0 0,0 0-1 0 0,1 0 1 0 0,-1 0-1 0 0,1-1 0 0 0,0 1 1 0 0,1 0-1 0 0,0 0 1 0 0,-1 0-1 0 0,1 0 1 0 0,1 0-1 0 0,-1 0 1 0 0,1 0-1 0 0,0 0 1 0 0,0 0-1 0 0,0 1 1 0 0,1-1-1 0 0,6-7 1 0 0,-6 7 214 0 0,1 0 1 0 0,1 0-1 0 0,-1 1 1 0 0,0-1-1 0 0,1 1 1 0 0,0 1 0 0 0,0-1-1 0 0,0 0 1 0 0,1 1-1 0 0,-1 0 1 0 0,1 1-1 0 0,-1-1 1 0 0,1 1 0 0 0,0 0-1 0 0,0 0 1 0 0,0 1-1 0 0,0 0 1 0 0,0 0-1 0 0,12 0 1 0 0,-13 1-1 0 0,-1 0 1 0 0,1 1-1 0 0,0 0 1 0 0,0 0-1 0 0,-1 0 1 0 0,1 0-1 0 0,0 1 1 0 0,-1-1 0 0 0,1 1-1 0 0,-1 0 1 0 0,0 1-1 0 0,0-1 1 0 0,0 1-1 0 0,0 0 1 0 0,0 0-1 0 0,0 0 1 0 0,-1 0-1 0 0,1 1 1 0 0,-1 0-1 0 0,0-1 1 0 0,0 1-1 0 0,-1 0 1 0 0,1 0-1 0 0,-1 1 1 0 0,3 6-1 0 0,5 19 409 0 0,-1 0-1 0 0,-1 1 0 0 0,-2 0 1 0 0,-2 1-1 0 0,2 39 1 0 0,-4-36-289 0 0,2 0 0 0 0,1-1 1 0 0,19 68-1 0 0,-20-94-1108 0 0,0-1-250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48.7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7834 0 0,'1'3'4569'0'0,"1"11"-2087"0"0,2 6-1108 0 0,-1 31 587 0 0,-4 80 0 0 0,0 11-1662 0 0,3-119-348 0 0,1-1 0 0 0,0 1 1 0 0,1-1-1 0 0,11 30 0 0 0,-10-36-903 0 0,1-1-296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49.0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1 211 8754 0 0,'6'-4'5683'0'0,"-6"4"-5587"0"0,14 2 1189 0 0,4 9-733 0 0,-1 2 0 0 0,-1 0 1 0 0,0 1-1 0 0,-1 0 0 0 0,15 19 0 0 0,21 18 240 0 0,-27-28-440 0 0,74 61 623 0 0,-88-77-888 0 0,0 0-1 0 0,1 0 1 0 0,0-1-1 0 0,0-1 1 0 0,0 0-1 0 0,1 0 1 0 0,0-1-1 0 0,13 2 1 0 0,-23-5-67 0 0,0-1 0 0 0,0 0 0 0 0,1 1 0 0 0,-1-1 0 0 0,0 0 0 0 0,0 0 0 0 0,0-1 0 0 0,0 1 0 0 0,0 0 0 0 0,0-1 1 0 0,0 1-1 0 0,0-1 0 0 0,0 1 0 0 0,0-1 0 0 0,-1 0 0 0 0,1 0 0 0 0,0 0 0 0 0,0 0 0 0 0,0 0 0 0 0,-1-1 0 0 0,1 1 0 0 0,-1 0 0 0 0,1-1 0 0 0,-1 1 1 0 0,0-1-1 0 0,1 0 0 0 0,-1 1 0 0 0,0-1 0 0 0,0 0 0 0 0,0 0 0 0 0,0 1 0 0 0,0-1 0 0 0,-1 0 0 0 0,1 0 0 0 0,0 0 0 0 0,-1-2 0 0 0,3-10 69 0 0,-1 1 0 0 0,0 0-1 0 0,-1-1 1 0 0,-1-19 0 0 0,0 15 29 0 0,-5-216 439 0 0,1 119-7763 0 0,4 91 28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49.4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21 8754 0 0,'13'-21'14047'0'0,"-12"22"-13848"0"0,6 9-1104 0 0,14 50 1302 0 0,23 107 0 0 0,-13-41-137 0 0,-6-48-1149 0 0,3-1 0 0 0,47 89 0 0 0,-73-163 479 0 0,-1 0 0 0 0,1-1 0 0 0,-1 1 1 0 0,1 0-1 0 0,0-1 0 0 0,0 1 0 0 0,0-1 1 0 0,1 1-1 0 0,-1-1 0 0 0,0 0 0 0 0,4 2 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49.6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30 129 1840 0 0,'-16'-22'87'0'0,"14"18"735"0"0,0 0-1 0 0,0 0 1 0 0,0 0 0 0 0,1-1 0 0 0,0 1-1 0 0,0 0 1 0 0,-1-7 0 0 0,2 8-341 0 0,-1 1 1 0 0,1 0-1 0 0,1-1 1 0 0,-1 1-1 0 0,0 0 1 0 0,0-1-1 0 0,1 1 1 0 0,0 0-1 0 0,-1-1 1 0 0,1 1-1 0 0,0 0 1 0 0,0 0-1 0 0,0 0 1 0 0,2-4-1 0 0,-1 4-357 0 0,0 0 0 0 0,0 0 0 0 0,-1 1 0 0 0,1-1 0 0 0,0 0 0 0 0,1 1 0 0 0,-1-1-1 0 0,0 1 1 0 0,4-2 0 0 0,-1 1 79 0 0,1 0 0 0 0,-1 0 0 0 0,1 1-1 0 0,0-1 1 0 0,-1 1 0 0 0,1 1 0 0 0,0-1 0 0 0,-1 1-1 0 0,1 0 1 0 0,0 0 0 0 0,0 1 0 0 0,-1 0-1 0 0,1 0 1 0 0,0 0 0 0 0,-1 1 0 0 0,1-1-1 0 0,-1 2 1 0 0,0-1 0 0 0,1 0 0 0 0,-1 1 0 0 0,0 0-1 0 0,-1 0 1 0 0,10 8 0 0 0,-1-1-112 0 0,-1 1 1 0 0,0 1-1 0 0,-1 0 1 0 0,0 1-1 0 0,-1 0 1 0 0,-1 0-1 0 0,10 18 1 0 0,-11-15-94 0 0,0 0 1 0 0,-1 1-1 0 0,-1-1 1 0 0,0 2-1 0 0,-1-1 1 0 0,-1 1-1 0 0,-1-1 1 0 0,0 1 0 0 0,-1 0-1 0 0,-1 28 1 0 0,-2-28-619 0 0,-1-1 0 0 0,-1 0 0 0 0,-7 27 1 0 0,2-19-6620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50.4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59 9674 0 0,'-5'-7'1737'0'0,"1"-2"-1"0"0,0 1 1 0 0,1 0 0 0 0,-5-18-1 0 0,19 122 1086 0 0,-7-57-2853 0 0,7 40-1 0 0,-3-45 51 0 0,2-1-1 0 0,1 0 0 0 0,1-1 0 0 0,1 0 0 0 0,2-1 0 0 0,31 48 0 0 0,-30-57 2 0 0,1 1 0 0 0,1-2-1 0 0,1 0 1 0 0,1-1 0 0 0,0-2 0 0 0,2 0-1 0 0,0-1 1 0 0,40 24 0 0 0,-5-11 155 0 0,1-3 0 0 0,77 25-1 0 0,128 22 595 0 0,-239-67-758 0 0,0-2 0 0 0,0-1-1 0 0,1-1 1 0 0,-1-1 0 0 0,1-1-1 0 0,0-2 1 0 0,-1 0 0 0 0,1-1-1 0 0,-1-2 1 0 0,42-11 0 0 0,-22 6-2828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39:50.8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66 920 0 0,'-9'-26'2642'0'0,"-6"-13"8751"0"0,24 56-8999 0 0,1-1 1 0 0,17 23-1 0 0,-13-21-2328 0 0,1-2 1 0 0,1 1-1 0 0,0-2 1 0 0,2 0 0 0 0,-1-1-1 0 0,2-1 1 0 0,21 12-1 0 0,-38-23-37 0 0,1-1 0 0 0,-1 0 0 0 0,1 1 0 0 0,-1-1 0 0 0,0 1 0 0 0,1 0 0 0 0,-1-1 0 0 0,0 1 0 0 0,0 0 0 0 0,0 1 0 0 0,2 3 0 0 0,-4-5-11 0 0,1 0-1 0 0,-1 0 0 0 0,0 1 0 0 0,0-1 1 0 0,0 0-1 0 0,0 0 0 0 0,-1 1 0 0 0,1-1 1 0 0,0 0-1 0 0,0 0 0 0 0,-1 0 0 0 0,1 1 0 0 0,-1-1 1 0 0,1 0-1 0 0,-1 0 0 0 0,0 0 0 0 0,1 0 1 0 0,-1 0-1 0 0,0 0 0 0 0,1 0 0 0 0,-1 0 1 0 0,0 0-1 0 0,0 0 0 0 0,0-1 0 0 0,0 1 1 0 0,0 0-1 0 0,-2 1 0 0 0,-60 45 292 0 0,45-36-464 0 0,1 2 0 0 0,-29 27 0 0 0,34-26-305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0:18.8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1 483 3225 0 0,'73'-81'3111'0'0,"-16"24"-982"0"0,124-93 1 0 0,85-21-2300 0 0,-245 158-2379 0 0,1 3-838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0:19.1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61 3225 0 0,'-38'11'2950'0'0,"30"-7"-29"0"0,28-9-1208 0 0,36-13-547 0 0,-13 3-295 0 0,83-17 1 0 0,-113 30-824 0 0,0 0 0 0 0,0 1 0 0 0,1 1 1 0 0,-1 0-1 0 0,0 0 0 0 0,0 2 0 0 0,0-1 1 0 0,0 2-1 0 0,0 0 0 0 0,0 0 0 0 0,12 6 0 0 0,-23-8-18 0 0,-1-1-1 0 0,0 1 0 0 0,1 0 1 0 0,-1 0-1 0 0,0 0 0 0 0,1 0 1 0 0,-1 0-1 0 0,0 1 0 0 0,0-1 0 0 0,0 0 1 0 0,0 0-1 0 0,0 1 0 0 0,0-1 1 0 0,-1 1-1 0 0,1-1 0 0 0,0 1 1 0 0,-1-1-1 0 0,1 1 0 0 0,-1-1 1 0 0,0 1-1 0 0,1-1 0 0 0,-1 1 0 0 0,0 0 1 0 0,0-1-1 0 0,0 1 0 0 0,0-1 1 0 0,0 1-1 0 0,0 0 0 0 0,0-1 1 0 0,-1 1-1 0 0,1-1 0 0 0,-1 1 1 0 0,0 2-1 0 0,-3 8 238 0 0,0-1 1 0 0,-1 1-1 0 0,-10 15 1 0 0,8-13-45 0 0,4-8-283 0 0,-46 96 1264 0 0,23-32-6637 0 0,19-45 145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0:22.4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18 408 6913 0 0,'-15'-13'1094'0'0,"14"13"-987"0"0,1 0-1 0 0,0-1 0 0 0,0 1 1 0 0,0 0-1 0 0,-1-1 0 0 0,1 1 1 0 0,0 0-1 0 0,0-1 0 0 0,0 1 1 0 0,0 0-1 0 0,0-1 0 0 0,0 1 1 0 0,0 0-1 0 0,0-1 0 0 0,0 1 1 0 0,0 0-1 0 0,0-1 1 0 0,0 1-1 0 0,0 0 0 0 0,0-1 1 0 0,0 1-1 0 0,0 0 0 0 0,0-1 1 0 0,0 1-1 0 0,0 0 0 0 0,1-1 1 0 0,-1 1-1 0 0,0-1 0 0 0,2 0 55 0 0,-1 1 1 0 0,0-1-1 0 0,1 0 0 0 0,-1 1 0 0 0,1-1 0 0 0,-1 1 0 0 0,1-1 0 0 0,-1 1 0 0 0,1-1 1 0 0,-1 1-1 0 0,1 0 0 0 0,0 0 0 0 0,-1 0 0 0 0,1 0 0 0 0,-1 0 0 0 0,1 1 0 0 0,0-1 0 0 0,-1 0 1 0 0,3 1-1 0 0,11 3-13 0 0,0 1 0 0 0,-1 0 1 0 0,0 1-1 0 0,0 1 0 0 0,19 11 1 0 0,66 49 132 0 0,-63-40-91 0 0,59 44 237 0 0,-53-38 316 0 0,1-1-1 0 0,72 38 0 0 0,-114-69-701 0 0,-1-1 0 0 0,1 1 0 0 0,-1-1 0 0 0,1 1 0 0 0,-1-1 0 0 0,1 0 0 0 0,-1 1 0 0 0,1-1 0 0 0,0 0 0 0 0,-1 1 0 0 0,1-1 0 0 0,0 0 0 0 0,-1 0 0 0 0,1 0 0 0 0,0 0 0 0 0,-1 0 0 0 0,1 0 0 0 0,0 1 0 0 0,-1-2 0 0 0,1 1 0 0 0,0 0 0 0 0,-1 0 0 0 0,1 0 0 0 0,0 0 0 0 0,-1 0 0 0 0,1 0 0 0 0,0-1 0 0 0,-1 1 0 0 0,1 0 0 0 0,0-1 0 0 0,-1 1 0 0 0,1 0 0 0 0,-1-1 0 0 0,1 1 0 0 0,-1-1 0 0 0,1 1 0 0 0,-1-1 0 0 0,1 1 0 0 0,-1-1-1 0 0,1 1 1 0 0,-1-1 0 0 0,0 1 0 0 0,1-1 0 0 0,-1 0 0 0 0,0 1 0 0 0,0-1 0 0 0,1 0 0 0 0,-1 1 0 0 0,0-1 0 0 0,0 0 0 0 0,0 1 0 0 0,0-1 0 0 0,0 0 0 0 0,0 1 0 0 0,0-1 0 0 0,0 0 0 0 0,0 1 0 0 0,0-1 0 0 0,0 0 0 0 0,0 1 0 0 0,0-1 0 0 0,-1-1 0 0 0,0-9 236 0 0,-1 0 0 0 0,-1 1 0 0 0,-3-13 0 0 0,3 14-177 0 0,-36-149-248 0 0,-33-296 0 0 0,69 421-2426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0:22.9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20 4609 0 0,'-12'-19'4010'0'0,"3"32"-1333"0"0,8-9-2563 0 0,-1 1 0 0 0,1 0 0 0 0,0-1-1 0 0,0 1 1 0 0,0 0 0 0 0,0 0 0 0 0,1-1 0 0 0,0 1 0 0 0,0 0 0 0 0,0 0 0 0 0,1 0 0 0 0,0 0 0 0 0,0-1 0 0 0,0 1 0 0 0,0 0 0 0 0,1-1 0 0 0,-1 1 0 0 0,1-1 0 0 0,0 0-1 0 0,1 1 1 0 0,-1-1 0 0 0,1 0 0 0 0,0 0 0 0 0,0-1 0 0 0,0 1 0 0 0,0 0 0 0 0,7 4 0 0 0,4 3-15 0 0,-1 0 0 0 0,2-2 0 0 0,-1 0-1 0 0,1 0 1 0 0,1-1 0 0 0,23 7 0 0 0,-38-14-7 0 0,1-1-1 0 0,-1 1 1 0 0,1-1 0 0 0,-1 1 0 0 0,1-1-1 0 0,-1 1 1 0 0,1 0 0 0 0,-1 0-1 0 0,1 0 1 0 0,-1 0 0 0 0,0 0 0 0 0,1 0-1 0 0,-1 0 1 0 0,0 0 0 0 0,0 0-1 0 0,0 0 1 0 0,0 1 0 0 0,0-1 0 0 0,0 1-1 0 0,0-1 1 0 0,-1 0 0 0 0,1 1-1 0 0,0 0 1 0 0,-1-1 0 0 0,1 1 0 0 0,-1-1-1 0 0,0 1 1 0 0,1-1 0 0 0,-1 1 0 0 0,0 0-1 0 0,0 3 1 0 0,-2 0 103 0 0,1 0 1 0 0,-1 0-1 0 0,0 0 1 0 0,0 0-1 0 0,-1-1 1 0 0,1 1-1 0 0,-1 0 1 0 0,-6 7-1 0 0,-4 5-52 0 0,-1 0 0 0 0,0-1 0 0 0,-1 0 0 0 0,-1-1 0 0 0,0-1 0 0 0,-1 0 0 0 0,-31 18 0 0 0,43-30-1960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0:26.0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18 220 3225 0 0,'-1'0'160'0'0,"1"0"0"0"0,-1 0 0 0 0,0 0 0 0 0,1 0 0 0 0,-1 0 1 0 0,0 0-1 0 0,1 0 0 0 0,-1 0 0 0 0,1 0 0 0 0,-1-1 0 0 0,0 1 0 0 0,1 0 1 0 0,-1 0-1 0 0,0 0 0 0 0,1-1 0 0 0,-1 1 0 0 0,1 0 0 0 0,-1-1 0 0 0,1 1 1 0 0,-1-1-1 0 0,1 1 0 0 0,-1 0 0 0 0,1-1 0 0 0,-1 1 0 0 0,1-1 0 0 0,-1 1 1 0 0,1-1-1 0 0,0 0 0 0 0,-1 1 0 0 0,1-1 0 0 0,0-1 55 0 0,0 1 0 0 0,0-1 0 0 0,0 1 0 0 0,0-1 0 0 0,0 1 0 0 0,0-1-1 0 0,0 1 1 0 0,1-1 0 0 0,-1 1 0 0 0,1-1 0 0 0,-1 1 0 0 0,1-1 0 0 0,1 0 0 0 0,32-49 2191 0 0,-26 41-2099 0 0,7-11-45 0 0,-2 3 311 0 0,0-1 0 0 0,2 2 1 0 0,25-25-1 0 0,-27 31-900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0:26.2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0 158 6913 0 0,'8'-10'305'0'0,"-2"3"63"0"0,-1-1-296 0 0,0 1-72 0 0,1 2 0 0 0,-2 1 0 0 0,3-1-336 0 0,5-6-81 0 0,6-5-23 0 0,8-6 0 0 0,5 0 360 0 0,-3 0 80 0 0,-6 3 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0:27.9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23 186 5065 0 0,'-2'-1'139'0'0,"0"0"0"0"0,1 0-1 0 0,-1 0 1 0 0,1 0 0 0 0,0-1 0 0 0,-1 1-1 0 0,1-1 1 0 0,0 1 0 0 0,0-1-1 0 0,0 1 1 0 0,0-1 0 0 0,0 0 0 0 0,0 1-1 0 0,0-1 1 0 0,1 0 0 0 0,-1 0 0 0 0,1 0-1 0 0,-1 1 1 0 0,1-1 0 0 0,0 0 0 0 0,0 0-1 0 0,0-2 1 0 0,-1-2 343 0 0,1 0 1 0 0,-1 0-1 0 0,2 0 0 0 0,-1 0 0 0 0,1 0 1 0 0,1-6-1 0 0,1 5 25 0 0,0 0 0 0 0,0 0 0 0 0,0 1 0 0 0,1-1 0 0 0,0 1 0 0 0,1 0 0 0 0,-1 1 0 0 0,1-1 0 0 0,9-7 0 0 0,-12 10-347 0 0,1 0 0 0 0,0 1 0 0 0,0-1 0 0 0,1 1 0 0 0,-1 0-1 0 0,0-1 1 0 0,1 2 0 0 0,-1-1 0 0 0,1 0 0 0 0,0 1 0 0 0,0-1 0 0 0,-1 1 0 0 0,1 0 0 0 0,0 1 0 0 0,0-1-1 0 0,0 1 1 0 0,0-1 0 0 0,8 1 0 0 0,-9 2-116 0 0,0-1 0 0 0,0 0 0 0 0,0 1 0 0 0,0-1 0 0 0,0 1 0 0 0,0 0 0 0 0,-1 0 0 0 0,1 0 0 0 0,-1 0 0 0 0,1 0 0 0 0,-1 0 0 0 0,0 1 0 0 0,0 0 0 0 0,0-1 0 0 0,0 1 0 0 0,0 0 0 0 0,-1 0 0 0 0,1 0 0 0 0,1 4 0 0 0,3 10 12 0 0,0 0 0 0 0,5 25-1 0 0,-5-18 42 0 0,11 42-106 0 0,43 136 547 0 0,-47-166-1016 0 0,1 0 0 0 0,3-1-1 0 0,30 49 1 0 0,-36-67-770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0:28.0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0 12443 0 0,'-2'4'1104'0'0,"2"1"-880"0"0,0-1-224 0 0,0-3 0 0 0,0 0 256 0 0,0 2 0 0 0,0 2 8 0 0,0 5 0 0 0,0 0-264 0 0,0 0-72 0 0,3-4-8 0 0,0 0 0 0 0,2-1 80 0 0,2-2 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19.7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759 206 1840 0 0,'-104'-5'2228'0'0,"76"1"-2038"0"0,1 3 1 0 0,0 0-1 0 0,-1 1 1 0 0,1 2-1 0 0,-1 1 1 0 0,-29 7-1 0 0,37-3-29 0 0,0 0 1 0 0,0 2-1 0 0,1 0 0 0 0,0 1 1 0 0,1 1-1 0 0,0 1 0 0 0,0 0 1 0 0,1 2-1 0 0,1 0 0 0 0,1 0 1 0 0,0 2-1 0 0,-21 27 0 0 0,9-7 80 0 0,3 2 0 0 0,0 0 0 0 0,3 2 0 0 0,1 0 1 0 0,-14 44-1 0 0,28-68-225 0 0,0 0 0 0 0,1 0 0 0 0,1 1 0 0 0,0 0 0 0 0,1 0 0 0 0,1 0 0 0 0,1 0 0 0 0,0 0 0 0 0,2 0 0 0 0,0 0 0 0 0,0 0 0 0 0,2 0 1 0 0,0 0-1 0 0,1 0 0 0 0,0-1 0 0 0,2 1 0 0 0,0-1 0 0 0,11 21 0 0 0,-1-6-38 0 0,2-1 0 0 0,1 0 0 0 0,1-2 0 0 0,1 0 0 0 0,49 48 0 0 0,-55-61 6 0 0,2-2 1 0 0,-1 0-1 0 0,2-1 0 0 0,-1 0 0 0 0,2-2 0 0 0,-1 0 1 0 0,1-1-1 0 0,1-1 0 0 0,0 0 0 0 0,0-2 0 0 0,23 5 1 0 0,-7-6-140 0 0,1-1 0 0 0,0-1 0 0 0,0-2 0 0 0,0-2 0 0 0,0-2 0 0 0,0-1 0 0 0,46-11 0 0 0,-41 5 153 0 0,1-3 1 0 0,-2-2-1 0 0,0-1 0 0 0,0-2 1 0 0,67-42-1 0 0,-89 46 31 0 0,-1 0 1 0 0,0-1-1 0 0,0-1 0 0 0,-2-1 0 0 0,0-1 1 0 0,-1 0-1 0 0,-1-1 0 0 0,-1 0 1 0 0,0-1-1 0 0,-2-1 0 0 0,13-29 0 0 0,-11 19 155 0 0,-1-1 0 0 0,-2 0-1 0 0,-1-1 1 0 0,-2 0 0 0 0,-1 0-1 0 0,-1 0 1 0 0,-1-47-1 0 0,-5 47 268 0 0,-1 0 0 0 0,-2 0-1 0 0,-1 1 1 0 0,-2 0 0 0 0,-1-1 0 0 0,-2 2-1 0 0,-16-37 1 0 0,10 31 20 0 0,-3 1 0 0 0,-1 0 0 0 0,-2 2 0 0 0,-1 0 0 0 0,-40-44 0 0 0,53 67-380 0 0,-1 0-1 0 0,-1 1 0 0 0,1 0 1 0 0,-2 1-1 0 0,1 1 0 0 0,-1 0 0 0 0,0 0 1 0 0,-1 1-1 0 0,0 1 0 0 0,-17-5 0 0 0,21 8-329 0 0,1 0 0 0 0,0 1 0 0 0,0 0 0 0 0,-1 1 1 0 0,1 0-1 0 0,-1 1 0 0 0,1 0 0 0 0,-1 0 0 0 0,1 1 0 0 0,-1 0 0 0 0,1 1 0 0 0,0 0 0 0 0,0 0 0 0 0,0 1 0 0 0,0 0 0 0 0,0 1 0 0 0,-12 6 0 0 0,-2 5-4462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0.6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789 116 6913 0 0,'-23'-15'-159'0'0,"0"0"-1"0"0,-1 2 0 0 0,0 0 1 0 0,-1 2-1 0 0,0 1 0 0 0,-46-12 1 0 0,51 17 625 0 0,0 1 0 0 0,1 1 0 0 0,-1 0 0 0 0,-1 2 0 0 0,1 0 0 0 0,0 2 0 0 0,0 0 0 0 0,0 1 0 0 0,-36 9 0 0 0,41-7-285 0 0,0 2 0 0 0,0 0 0 0 0,0 0 0 0 0,1 2 0 0 0,0-1 0 0 0,0 2 0 0 0,1 0 1 0 0,0 1-1 0 0,1 0 0 0 0,0 1 0 0 0,-11 12 0 0 0,8-5-71 0 0,1 0 1 0 0,1 1-1 0 0,1 0 0 0 0,1 1 1 0 0,0 1-1 0 0,-15 42 0 0 0,10-7-69 0 0,3 0-1 0 0,1 1 0 0 0,4 0 0 0 0,2 1 1 0 0,1 75-1 0 0,4-48-29 0 0,4 0 0 0 0,3 0 0 0 0,24 115 0 0 0,-21-164-23 0 0,0 0 0 0 0,3-1 0 0 0,1 0 0 0 0,1-1 0 0 0,2-1 0 0 0,1 0 0 0 0,2-1 0 0 0,1-1 0 0 0,1 0 0 0 0,34 34 0 0 0,165 142-60 0 0,-196-187 45 0 0,2 0 0 0 0,0-1 0 0 0,2-2 0 0 0,49 24-1 0 0,-58-33-91 0 0,0 0 0 0 0,1-2 0 0 0,0 0 0 0 0,0-1-1 0 0,1-1 1 0 0,-1-1 0 0 0,1-1 0 0 0,29 0 0 0 0,-39-3 40 0 0,0 0 0 0 0,0 0 0 0 0,-1-2-1 0 0,1 1 1 0 0,0-1 0 0 0,-1-1 0 0 0,0 0 0 0 0,1 0 0 0 0,-2-1 0 0 0,1 0 0 0 0,0-1 0 0 0,-1 0 0 0 0,0-1 0 0 0,-1 1 0 0 0,15-16 0 0 0,2-6 611 0 0,-2-1 0 0 0,-1-1-1 0 0,24-44 1 0 0,-10 17 291 0 0,-7 9-685 0 0,-1-2-1 0 0,-3-1 1 0 0,-2-1-1 0 0,17-58 1 0 0,-18 36 130 0 0,-4-1 0 0 0,13-111-1 0 0,-29 157-153 0 0,-1 0 0 0 0,-1 0-1 0 0,-2 0 1 0 0,-1 1 0 0 0,-2-1-1 0 0,0 1 1 0 0,-2 0-1 0 0,-1 0 1 0 0,-21-47 0 0 0,-10-8 890 0 0,-86-134 0 0 0,114 199-1196 0 0,0 0 0 0 0,-1 1-1 0 0,-1 0 1 0 0,0 1 0 0 0,-1 0 0 0 0,-1 1 0 0 0,-1 1 0 0 0,0 1 0 0 0,-1 0-1 0 0,-33-19 1 0 0,32 22-5768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1.6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1071 184 6913 0 0,'-39'-38'1530'0'0,"-76"-59"0"0"0,106 91-1260 0 0,0 0 0 0 0,0 1 0 0 0,-1-1 0 0 0,0 2 0 0 0,0 0 0 0 0,0 0 1 0 0,-1 0-1 0 0,1 2 0 0 0,-1-1 0 0 0,0 1 0 0 0,0 1 0 0 0,0 0 0 0 0,1 0 0 0 0,-1 1 0 0 0,0 0 1 0 0,0 1-1 0 0,0 1 0 0 0,0 0 0 0 0,0 0 0 0 0,1 1 0 0 0,-1 0 0 0 0,1 1 0 0 0,0 0 0 0 0,0 0 1 0 0,-13 9-1 0 0,-156 80 919 0 0,104-59-954 0 0,58-27-224 0 0,0 0 1 0 0,0 2-1 0 0,0-1 1 0 0,1 2-1 0 0,0 0 1 0 0,-19 17-1 0 0,3 5-11 0 0,2 0 0 0 0,1 2 0 0 0,2 1 0 0 0,-41 70 0 0 0,58-85-5 0 0,1 0 0 0 0,1 0 0 0 0,1 0 0 0 0,0 1 0 0 0,2 0 0 0 0,0 0 0 0 0,2 1 0 0 0,0-1 0 0 0,2 1 0 0 0,0 0 0 0 0,1-1-1 0 0,1 1 1 0 0,1 0 0 0 0,1-1 0 0 0,1 1 0 0 0,1-1 0 0 0,12 34 0 0 0,-5-33-233 0 0,0 0 1 0 0,2-1-1 0 0,0 0 0 0 0,1-1 0 0 0,1 0 0 0 0,27 25 1 0 0,-9-9-72 0 0,-11-13 51 0 0,1 0 1 0 0,1-2 0 0 0,1-1 0 0 0,1-1-1 0 0,1-1 1 0 0,36 17 0 0 0,-13-10-657 0 0,1-3-1 0 0,99 27 1 0 0,-115-41 650 0 0,0-2 0 0 0,1-1 1 0 0,-1-2-1 0 0,1-1 0 0 0,0-2 0 0 0,0-2 1 0 0,-1-1-1 0 0,45-10 0 0 0,-68 10 242 0 0,0-1 0 0 0,0 0 0 0 0,0 0 0 0 0,-1-2 0 0 0,0 1 0 0 0,0-2 0 0 0,0 0 0 0 0,-1 0 0 0 0,15-12 1 0 0,-11 6 208 0 0,-2-1 1 0 0,0 0-1 0 0,0 0 1 0 0,-1-1-1 0 0,18-33 1 0 0,-9 7 660 0 0,-2 0 1 0 0,-1-2 0 0 0,-3 0-1 0 0,17-80 1 0 0,-27 102-583 0 0,-1-1-1 0 0,-2 0 0 0 0,0-1 1 0 0,-2 1-1 0 0,0 0 1 0 0,-1 0-1 0 0,-2 0 1 0 0,-9-43-1 0 0,1 28 42 0 0,-2 0-1 0 0,-1 0 1 0 0,-2 1 0 0 0,-25-41-1 0 0,27 53-325 0 0,-21-39-814 0 0,-46-61 0 0 0,57 96-5261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4.2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72 6913 0 0,'-4'-18'1003'0'0,"4"14"-592"0"0,-1 0 0 0 0,1 0 0 0 0,-1 0 0 0 0,0 0 0 0 0,0 0-1 0 0,-1 0 1 0 0,1 0 0 0 0,-1 1 0 0 0,0-1 0 0 0,0 1 0 0 0,0-1 0 0 0,-4-4-1 0 0,5 8-326 0 0,0 1 0 0 0,1-1 0 0 0,-1 0-1 0 0,0 0 1 0 0,0 1 0 0 0,0-1-1 0 0,1 1 1 0 0,-1-1 0 0 0,0 1-1 0 0,1-1 1 0 0,-1 1 0 0 0,0-1-1 0 0,1 1 1 0 0,-1 0 0 0 0,1-1 0 0 0,-1 1-1 0 0,1 0 1 0 0,-1-1 0 0 0,1 1-1 0 0,0 0 1 0 0,-1 0 0 0 0,1 0-1 0 0,0-1 1 0 0,-1 1 0 0 0,1 0-1 0 0,0 0 1 0 0,0 1 0 0 0,-10 30 533 0 0,9-30-530 0 0,-6 30 136 0 0,1 0 1 0 0,1 1 0 0 0,1-1-1 0 0,2 1 1 0 0,2 0-1 0 0,0 0 1 0 0,7 39-1 0 0,-3-45-224 0 0,2 0 0 0 0,0 0 0 0 0,2-1 0 0 0,1 0 0 0 0,0-1 0 0 0,2 0 0 0 0,1 0 0 0 0,2-2 0 0 0,17 26 0 0 0,-8-21-708 0 0,-5-12-4026 0 0,-4-8-710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4.5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11 14283 0 0,'-6'-4'632'0'0,"3"2"136"0"0,2 0-616 0 0,-1 1-152 0 0,2 0 0 0 0,26 18-6121 0 0,-22-4 6121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5.2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23 6593 0 0,'11'-20'2567'0'0,"-10"19"-2384"0"0,-1 1-1 0 0,1 0 0 0 0,-1 0 1 0 0,1-1-1 0 0,-1 1 0 0 0,1 0 1 0 0,-1 0-1 0 0,1 0 0 0 0,-1 0 1 0 0,1 0-1 0 0,-1-1 0 0 0,1 1 1 0 0,-1 0-1 0 0,1 0 0 0 0,-1 0 0 0 0,1 0 1 0 0,-1 1-1 0 0,1-1 0 0 0,-1 0 1 0 0,1 0-1 0 0,0 0 0 0 0,14 14 4174 0 0,-7 2-4663 0 0,0 11 794 0 0,-1 2 1 0 0,-2-1-1 0 0,-1 0 1 0 0,2 56-1 0 0,-1-8-354 0 0,9 45-3022 0 0,-8-82-3282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5.6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60 5529 0 0,'6'-8'3874'0'0,"38"-25"-2932"0"0,-14 19-2289 0 0,-19 10-1930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25.8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91 6913 0 0,'4'-2'305'0'0,"0"1"63"0"0,0 0-296 0 0,0-2-72 0 0,0 2 0 0 0,0-1 0 0 0,0 0 344 0 0,4-2 48 0 0,5-3 16 0 0,3-2 0 0 0,4-2-408 0 0,0 0-96 0 0,-1 0-16 0 0,-2 2 0 0 0,1 2 112 0 0,-5-2 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1.6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53 9674 0 0,'-1'-1'129'0'0,"0"0"0"0"0,1 1 0 0 0,-1-1 0 0 0,0 0 0 0 0,0 0 0 0 0,0 0 0 0 0,1 1 0 0 0,-1-1 0 0 0,0 0 0 0 0,1 0 0 0 0,-1 0 0 0 0,0 0 0 0 0,1 0 0 0 0,0 0 0 0 0,-1 0 0 0 0,1 0 0 0 0,0 0 0 0 0,-1-1 1 0 0,1 1-1 0 0,0 0 0 0 0,0 0 0 0 0,0 0 0 0 0,0 0 0 0 0,0 0 0 0 0,0 0 0 0 0,0-1 0 0 0,0 1 0 0 0,0 0 0 0 0,1 0 0 0 0,-1 0 0 0 0,0 0 0 0 0,1 0 0 0 0,-1 0 0 0 0,1 0 0 0 0,-1 0 0 0 0,1 0 0 0 0,0 0 0 0 0,-1 0 0 0 0,1 0 0 0 0,0 0 0 0 0,0 1 0 0 0,0-1 0 0 0,-1 0 0 0 0,1 0 0 0 0,0 1 0 0 0,0-1 0 0 0,0 1 0 0 0,0-1 0 0 0,0 0 0 0 0,0 1 0 0 0,0 0 0 0 0,2-1 0 0 0,0 0-313 0 0,-1 0 1 0 0,0 1-1 0 0,1-1 0 0 0,-1 0 0 0 0,0 1 0 0 0,1 0 0 0 0,-1 0 0 0 0,0 0 0 0 0,1 0 1 0 0,-1 0-1 0 0,1 0 0 0 0,-1 1 0 0 0,0-1 0 0 0,1 1 0 0 0,-1-1 0 0 0,0 1 0 0 0,0 0 1 0 0,1 0-1 0 0,-1 0 0 0 0,0 0 0 0 0,0 0 0 0 0,0 1 0 0 0,0-1 0 0 0,0 1 1 0 0,0-1-1 0 0,2 4 0 0 0,4 9-322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1.4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31 2304 0 0,'9'-31'10035'0'0,"-9"37"-9082"0"0,0 26-663 0 0,2-1 0 0 0,1 0-1 0 0,1 0 1 0 0,2-1 0 0 0,1 0-1 0 0,1 0 1 0 0,2 0 0 0 0,1-1-1 0 0,1 0 1 0 0,2-1 0 0 0,0-1-1 0 0,2 0 1 0 0,37 48 0 0 0,-50-72-343 0 0,-1 0 0 0 0,0 0 0 0 0,1-1 1 0 0,0 1-1 0 0,-1-1 0 0 0,1 1 0 0 0,0-1 0 0 0,0 0 1 0 0,0 0-1 0 0,1 0 0 0 0,-1-1 0 0 0,0 1 0 0 0,1-1 1 0 0,-1 1-1 0 0,1-1 0 0 0,0 0 0 0 0,-1-1 0 0 0,1 1 1 0 0,0-1-1 0 0,-1 1 0 0 0,8-2 0 0 0,-7 1-425 0 0,0-1-1 0 0,0 0 0 0 0,0-1 1 0 0,0 1-1 0 0,0-1 0 0 0,0 0 1 0 0,0 0-1 0 0,-1 0 0 0 0,1 0 1 0 0,-1-1-1 0 0,0 1 0 0 0,5-6 0 0 0,7-6-3835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2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5 114 1840 0 0,'0'-35'4609'0'0,"2"28"-3823"0"0,-2 5-623 0 0,1 1-1 0 0,-1 0 1 0 0,1-1-1 0 0,-1 1 0 0 0,1 0 1 0 0,-1-1-1 0 0,0 1 1 0 0,0-1-1 0 0,0 1 0 0 0,0-1 1 0 0,0 1-1 0 0,-9-20 9002 0 0,27 7-8815 0 0,-15 11-276 0 0,1 1-1 0 0,-1 0 1 0 0,1 0-1 0 0,-1 0 1 0 0,1 0-1 0 0,0 1 1 0 0,0 0-1 0 0,0-1 1 0 0,0 1-1 0 0,0 1 1 0 0,0-1-1 0 0,0 1 1 0 0,7-1-1 0 0,-8 2-29 0 0,0-1 1 0 0,-1 1-1 0 0,1-1 0 0 0,0 1 0 0 0,0 0 0 0 0,0 0 1 0 0,0 0-1 0 0,0 1 0 0 0,-1-1 0 0 0,1 1 0 0 0,-1-1 1 0 0,1 1-1 0 0,-1 0 0 0 0,4 4 0 0 0,-1-1-11 0 0,-2 0 1 0 0,1 1-1 0 0,0-1 0 0 0,-1 1 0 0 0,0 0 0 0 0,0 0 0 0 0,-1 0 1 0 0,0 0-1 0 0,0 0 0 0 0,0 1 0 0 0,-1-1 0 0 0,0 0 1 0 0,0 1-1 0 0,0-1 0 0 0,-1 11 0 0 0,-2-2 48 0 0,0 1-1 0 0,-8 25 1 0 0,7-31-41 0 0,1 0 1 0 0,-1 0-1 0 0,2 0 1 0 0,-1 0-1 0 0,1 1 0 0 0,1-1 1 0 0,0 0-1 0 0,2 19 1 0 0,-1-27-29 0 0,-1-1 0 0 0,1 1 0 0 0,0-1 0 0 0,0 0 0 0 0,-1 1 0 0 0,1-1 0 0 0,0 0 0 0 0,0 0 1 0 0,1 0-1 0 0,-1 0 0 0 0,0 0 0 0 0,0 0 0 0 0,0 0 0 0 0,1 0 0 0 0,-1 0 0 0 0,1 0 0 0 0,-1-1 0 0 0,0 1 1 0 0,1 0-1 0 0,-1-1 0 0 0,1 0 0 0 0,-1 1 0 0 0,1-1 0 0 0,-1 0 0 0 0,1 0 0 0 0,0 0 0 0 0,-1 0 1 0 0,1 0-1 0 0,-1 0 0 0 0,1 0 0 0 0,-1 0 0 0 0,4-1 0 0 0,5-1 49 0 0,-1 0 1 0 0,1 0-1 0 0,15-7 1 0 0,-2-2-139 0 0,0 0 1 0 0,-1-2-1 0 0,0-1 0 0 0,34-29 1 0 0,-28 22-1506 0 0,-9 6-5672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3.8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13 8290 0 0,'-5'0'-122'0'0,"-19"-7"8256"0"0,36 1-6249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3.6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0 6913 0 0,'-3'16'5004'0'0,"-3"14"-3183"0"0,6 3-1063 0 0,2 0 1 0 0,2 0-1 0 0,1-1 1 0 0,1 1-1 0 0,17 49 1 0 0,-18-67-633 0 0,0 0 0 0 0,2 0 0 0 0,0-1 0 0 0,0 0 0 0 0,1 0 0 0 0,1-1 0 0 0,0 0 0 0 0,1-1 0 0 0,0 0 0 0 0,1 0-1 0 0,0-1 1 0 0,1-1 0 0 0,23 16 0 0 0,-31-23-111 0 0,0 0 0 0 0,0-1 0 0 0,0 0 0 0 0,1 0 0 0 0,-1-1-1 0 0,1 1 1 0 0,-1-1 0 0 0,1 0 0 0 0,0 0 0 0 0,-1 0 0 0 0,8 0 0 0 0,-9-1-182 0 0,-1-1 0 0 0,0 1 1 0 0,1-1-1 0 0,-1 1 1 0 0,0-1-1 0 0,1 0 0 0 0,-1 0 1 0 0,0 0-1 0 0,4-2 1 0 0,-3 1-552 0 0,0 0 1 0 0,-1 0 0 0 0,1-1 0 0 0,0 1-1 0 0,-1-1 1 0 0,0 0 0 0 0,4-5 0 0 0,3-8-4820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4.3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9 104 5985 0 0,'-1'0'89'0'0,"1"0"0"0"0,-1 0 0 0 0,1-1 0 0 0,0 1 0 0 0,-1 0 0 0 0,1 0 0 0 0,-1 0 0 0 0,1-1 0 0 0,0 1-1 0 0,-1 0 1 0 0,1 0 0 0 0,0-1 0 0 0,-1 1 0 0 0,1 0 0 0 0,0-1 0 0 0,0 1 0 0 0,-1 0 0 0 0,1-1 0 0 0,0 1 0 0 0,0 0 0 0 0,-1-1 0 0 0,1 1-1 0 0,0-1 1 0 0,0 1 0 0 0,0-1 0 0 0,0 1 0 0 0,0 0 0 0 0,0-1 0 0 0,0 1 0 0 0,-1-1 0 0 0,1 1 0 0 0,0-1 0 0 0,1 1 0 0 0,-1 0 0 0 0,0-1-1 0 0,0 1 1 0 0,0-1 0 0 0,13-20 2313 0 0,22-12 795 0 0,-28 28-2666 0 0,0 0 0 0 0,0 0 0 0 0,1 0-1 0 0,-1 1 1 0 0,14-5 0 0 0,-19 8-478 0 0,-1 1 0 0 0,1-1 0 0 0,0 1 1 0 0,-1-1-1 0 0,1 1 0 0 0,0 0 0 0 0,0 0 0 0 0,-1 0 1 0 0,1 0-1 0 0,0 0 0 0 0,-1 0 0 0 0,1 0 0 0 0,0 0 1 0 0,0 1-1 0 0,-1-1 0 0 0,1 1 0 0 0,0-1 0 0 0,-1 1 0 0 0,1 0 1 0 0,-1 0-1 0 0,1-1 0 0 0,-1 1 0 0 0,1 0 0 0 0,-1 0 1 0 0,0 1-1 0 0,1-1 0 0 0,-1 0 0 0 0,0 0 0 0 0,0 1 1 0 0,0-1-1 0 0,0 0 0 0 0,0 1 0 0 0,0-1 0 0 0,1 3 1 0 0,3 9-9 0 0,0-1 1 0 0,0 1-1 0 0,-1 0 1 0 0,-1 1-1 0 0,0-1 1 0 0,1 16-1 0 0,0 84 151 0 0,0 0 264 0 0,-4-111-422 0 0,0-1-1 0 0,0 1 0 0 0,0-1 0 0 0,0 1 0 0 0,1-1 0 0 0,-1 1 0 0 0,0-1 0 0 0,1 0 0 0 0,-1 1 0 0 0,1-1 0 0 0,0 1 0 0 0,-1-1 0 0 0,1 0 0 0 0,0 1 1 0 0,0-1-1 0 0,0 0 0 0 0,0 0 0 0 0,0 0 0 0 0,0 0 0 0 0,0 0 0 0 0,0 0 0 0 0,0 0 0 0 0,0 0 0 0 0,3 1 0 0 0,-2-1-16 0 0,0-1-1 0 0,0 0 1 0 0,0 0-1 0 0,-1 0 0 0 0,1 0 1 0 0,0 0-1 0 0,0-1 1 0 0,0 1-1 0 0,0-1 1 0 0,0 1-1 0 0,0-1 0 0 0,0 1 1 0 0,-1-1-1 0 0,1 0 1 0 0,0 0-1 0 0,2-1 1 0 0,8-7-59 0 0,1 0 1 0 0,-1-1 0 0 0,17-19 0 0 0,-25 25 12 0 0,67-69-4134 0 0,-53 57-2453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4.6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0 102 7834 0 0,'4'-4'397'0'0,"64"-59"4798"0"0,-59 57-5220 0 0,0-1 1 0 0,0 1 0 0 0,15-7-1 0 0,-23 13-171 0 0,0-1 1 0 0,-1 1-1 0 0,1-1 0 0 0,0 1 0 0 0,0 0 0 0 0,0 0 1 0 0,0 0-1 0 0,0-1 0 0 0,0 1 0 0 0,-1 0 1 0 0,1 0-1 0 0,0 0 0 0 0,0 0 0 0 0,0 0 0 0 0,0 0 1 0 0,0 1-1 0 0,0-1 0 0 0,0 0 0 0 0,0 0 1 0 0,-1 1-1 0 0,1-1 0 0 0,0 0 0 0 0,0 1 0 0 0,0-1 1 0 0,-1 1-1 0 0,1-1 0 0 0,0 1 0 0 0,0 0 0 0 0,-1-1 1 0 0,2 2-1 0 0,1 2 59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4.7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58 5065 0 0,'-3'4'224'0'0,"2"-3"48"0"0,0 0-272 0 0,1 1 0 0 0,0-1 0 0 0,1-1 0 0 0,0 0 384 0 0,1-1 16 0 0,2-1 8 0 0,1 0 1 0 0,2-2-33 0 0,2-3-8 0 0,0 0 0 0 0,1-1 0 0 0,0 0-304 0 0,0 0-64 0 0,-2-1 0 0 0,-3-2 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5.7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6 104 4057 0 0,'-2'-3'250'0'0,"1"-1"0"0"0,0 1 0 0 0,1-1 0 0 0,-1 0-1 0 0,1 1 1 0 0,-1-1 0 0 0,1 1 0 0 0,0-1 0 0 0,1 0 0 0 0,-1 1 0 0 0,1-1 0 0 0,-1 0 0 0 0,1 1 0 0 0,2-6 0 0 0,-2 7-20 0 0,-1-1 0 0 0,1 0 0 0 0,0 1 0 0 0,1-1 0 0 0,-1 1 0 0 0,0 0 1 0 0,1-1-1 0 0,-1 1 0 0 0,1 0 0 0 0,0 0 0 0 0,-1 0 0 0 0,1 0 0 0 0,0 0 1 0 0,0 0-1 0 0,1 1 0 0 0,-1-1 0 0 0,0 0 0 0 0,0 1 0 0 0,1 0 1 0 0,2-2-1 0 0,-4 3-270 0 0,-1 0-1 0 0,1 0 1 0 0,-1 0 0 0 0,0 0 0 0 0,1 0 0 0 0,-1 0 0 0 0,0 0 0 0 0,1 0-1 0 0,-1 0 1 0 0,1 0 0 0 0,-1 0 0 0 0,0 0 0 0 0,1 0 0 0 0,-1 0 0 0 0,1 1-1 0 0,-1-1 1 0 0,0 0 0 0 0,1 0 0 0 0,-1 0 0 0 0,0 1 0 0 0,1-1 0 0 0,-1 0-1 0 0,0 0 1 0 0,0 0 0 0 0,1 1 0 0 0,-1-1 0 0 0,0 0 0 0 0,0 1 0 0 0,1-1-1 0 0,-1 0 1 0 0,0 1 0 0 0,0-1 0 0 0,0 0 0 0 0,1 1 0 0 0,-1-1 0 0 0,0 0-1 0 0,0 1 1 0 0,0-1 0 0 0,0 1 0 0 0,0-1 0 0 0,0 0 0 0 0,0 1-1 0 0,0-1 1 0 0,0 1 0 0 0,0-1 0 0 0,0 0 0 0 0,0 1 0 0 0,0 0 0 0 0,-2 11-214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5.5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52 4609 0 0,'-3'-21'-257'0'0,"0"-9"13548"0"0,7 56-12210 0 0,1 13-513 0 0,3 0 1 0 0,1 0-1 0 0,24 65 1 0 0,-28-93-541 0 0,0 0-1 0 0,0 0 1 0 0,1 0 0 0 0,1-1 0 0 0,-1 0-1 0 0,2 0 1 0 0,-1-1 0 0 0,1 1 0 0 0,1-2 0 0 0,0 1-1 0 0,0-1 1 0 0,0-1 0 0 0,1 0 0 0 0,0 0-1 0 0,1-1 1 0 0,17 8 0 0 0,-26-12-132 0 0,1-2 0 0 0,-1 1-1 0 0,0 0 1 0 0,1 0 0 0 0,-1-1 0 0 0,1 1 0 0 0,-1-1 0 0 0,1 0 0 0 0,-1 0-1 0 0,1 0 1 0 0,-1 0 0 0 0,1 0 0 0 0,-1 0 0 0 0,1-1 0 0 0,-1 1-1 0 0,0-1 1 0 0,1 0 0 0 0,-1 1 0 0 0,0-1 0 0 0,1 0 0 0 0,-1-1 0 0 0,0 1-1 0 0,0 0 1 0 0,0-1 0 0 0,0 1 0 0 0,0-1 0 0 0,0 1 0 0 0,0-1-1 0 0,-1 0 1 0 0,1 0 0 0 0,0 0 0 0 0,-1 0 0 0 0,0 0 0 0 0,1 0 0 0 0,-1 0-1 0 0,0-1 1 0 0,0 1 0 0 0,0 0 0 0 0,1-5 0 0 0,3-10-1245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6.5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65 2761 0 0,'-24'3'3179'0'0,"13"-3"1510"0"0,27-7-2139 0 0,35-16-387 0 0,-36 16-1749 0 0,0 0 0 0 0,1 0 1 0 0,0 2-1 0 0,24-6 0 0 0,-39 11-405 0 0,0-1-1 0 0,1 1 1 0 0,-1 0-1 0 0,0 0 1 0 0,1 0-1 0 0,-1 0 1 0 0,0 0 0 0 0,1 1-1 0 0,-1-1 1 0 0,0 0-1 0 0,1 1 1 0 0,-1-1-1 0 0,0 0 1 0 0,1 1 0 0 0,-1 0-1 0 0,0-1 1 0 0,0 1-1 0 0,0 0 1 0 0,0-1-1 0 0,0 1 1 0 0,0 0 0 0 0,0 0-1 0 0,0 0 1 0 0,0 0-1 0 0,1 1 1 0 0,0 2 13 0 0,0-1 1 0 0,-1 0 0 0 0,0 0-1 0 0,1 0 1 0 0,-1 1-1 0 0,0-1 1 0 0,-1 1-1 0 0,1-1 1 0 0,0 7-1 0 0,0 5 103 0 0,-2-1 0 0 0,1 1 0 0 0,-6 24 0 0 0,-6 8 87 0 0,9-37-158 0 0,0 0 0 0 0,0 0 1 0 0,1 0-1 0 0,0 0 0 0 0,1 1 0 0 0,0-1 0 0 0,1 11 1 0 0,0-20-56 0 0,1 1 1 0 0,-1-1 0 0 0,1 0-1 0 0,-1-1 1 0 0,1 1 0 0 0,-1 0-1 0 0,1 0 1 0 0,0 0 0 0 0,0 0-1 0 0,-1 0 1 0 0,1-1 0 0 0,0 1-1 0 0,0 0 1 0 0,0-1-1 0 0,0 1 1 0 0,0 0 0 0 0,0-1-1 0 0,0 1 1 0 0,0-1 0 0 0,0 0-1 0 0,0 1 1 0 0,0-1 0 0 0,1 1-1 0 0,34 6-39 0 0,-21-5 30 0 0,-10 0 9 0 0,0-1 1 0 0,1 0-1 0 0,-1 1 0 0 0,0 0 1 0 0,0 0-1 0 0,-1 1 0 0 0,1 0 1 0 0,0-1-1 0 0,-1 1 0 0 0,1 1 0 0 0,-1-1 1 0 0,5 6-1 0 0,-7-7 2 0 0,0 1 1 0 0,-1-1-1 0 0,1 1 0 0 0,-1 0 0 0 0,1 0 1 0 0,-1 0-1 0 0,0 0 0 0 0,0 0 0 0 0,0 0 1 0 0,-1 0-1 0 0,1 0 0 0 0,-1 0 0 0 0,1 0 1 0 0,-1 0-1 0 0,0 0 0 0 0,0 1 0 0 0,-1-1 1 0 0,1 0-1 0 0,-1 0 0 0 0,1 0 1 0 0,-1 0-1 0 0,-2 5 0 0 0,-2 4 62 0 0,-1 0-1 0 0,0-1 1 0 0,0 0-1 0 0,-1 0 1 0 0,-1-1-1 0 0,0 0 1 0 0,0 0 0 0 0,-1 0-1 0 0,0-1 1 0 0,0-1-1 0 0,-21 15 1 0 0,11-10-7083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8.9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31 5985 0 0,'-1'-2'-187'0'0,"-19"-24"5412"0"0,20 25-5090 0 0,-1 1 0 0 0,1 0 0 0 0,0 0 1 0 0,-1 0-1 0 0,1 0 0 0 0,-1-1 0 0 0,1 1 0 0 0,0 0 0 0 0,-1 0 0 0 0,1 0 0 0 0,0 0 0 0 0,-1 0 0 0 0,1 0 0 0 0,-1 0 0 0 0,1 0 0 0 0,0 0 0 0 0,-1 0 0 0 0,1 0 0 0 0,0 0 0 0 0,-1 0 0 0 0,1 0 1 0 0,-1 0-1 0 0,1 1 0 0 0,-1-1 0 0 0,-8 16 1123 0 0,5 0-857 0 0,0 0 0 0 0,2 1 0 0 0,0-1 0 0 0,1 1 0 0 0,1-1 0 0 0,3 33 0 0 0,3 0 39 0 0,14 49 0 0 0,-16-82-374 0 0,1-1 0 0 0,0 1-1 0 0,1-1 1 0 0,0 0-1 0 0,2-1 1 0 0,-1 0-1 0 0,2 0 1 0 0,0 0-1 0 0,17 18 1 0 0,-20-24 0 0 0,1-2-1 0 0,0 1 1 0 0,0-1 0 0 0,1 0 0 0 0,0-1 0 0 0,0 1-1 0 0,1-2 1 0 0,-1 1 0 0 0,1-1 0 0 0,0-1-1 0 0,0 1 1 0 0,0-1 0 0 0,0-1 0 0 0,1 0-1 0 0,-1 0 1 0 0,1-1 0 0 0,13 0 0 0 0,-19-1-47 0 0,0 0 0 0 0,0-1 1 0 0,0 0-1 0 0,-1 0 1 0 0,1 0-1 0 0,0 0 0 0 0,0 0 1 0 0,-1-1-1 0 0,1 0 1 0 0,-1 0-1 0 0,0 0 1 0 0,1 0-1 0 0,-1 0 0 0 0,0 0 1 0 0,0-1-1 0 0,0 0 1 0 0,3-3-1 0 0,2-4-195 0 0,-1 0 0 0 0,0 0 1 0 0,0-1-1 0 0,6-12 0 0 0,-1 0-651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9.1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54 10138 0 0,'-4'-7'448'0'0,"3"3"96"0"0,1 0-440 0 0,0 2-104 0 0,1-1 0 0 0,1 1 0 0 0,0 0 0 0 0,2-2-144 0 0,3-2 32 0 0,4 0 8 0 0,0 0-1272 0 0,1 2-248 0 0,-2 2-49 0 0,0 0-15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40.7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9 5985 0 0,'-5'-8'11065'0'0,"15"10"-9730"0"0,-7-1-1543 0 0,0 0 0 0 0,0 1 0 0 0,0 0 0 0 0,-1-1 0 0 0,1 1 0 0 0,-1 0 0 0 0,1 0 0 0 0,2 4 0 0 0,3 6 187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39.7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51 6913 0 0,'27'-20'783'0'0,"-17"13"409"0"0,-7 4-819 0 0,0 1 1 0 0,0 0 0 0 0,0 0-1 0 0,0 0 1 0 0,0 0-1 0 0,1 0 1 0 0,-1 0-1 0 0,0 1 1 0 0,1 0-1 0 0,0 0 1 0 0,-1 0-1 0 0,1 0 1 0 0,-1 0 0 0 0,8 0-1 0 0,-10 2-343 0 0,0 0 0 0 0,0 0 0 0 0,0-1-1 0 0,0 1 1 0 0,0 0 0 0 0,0 0 0 0 0,0 0 0 0 0,0 0 0 0 0,-1 0 0 0 0,1 0-1 0 0,0 0 1 0 0,-1 1 0 0 0,1-1 0 0 0,0 0 0 0 0,-1 0 0 0 0,1 0-1 0 0,-1 1 1 0 0,1 1 0 0 0,5 30 131 0 0,-3-20 23 0 0,0 2-76 0 0,0-1 0 0 0,2-1 1 0 0,-1 1-1 0 0,10 16 0 0 0,-12-26-103 0 0,0 0 1 0 0,1 0-1 0 0,0 0 0 0 0,0 0 1 0 0,1 0-1 0 0,-1-1 1 0 0,1 0-1 0 0,-1 1 0 0 0,1-1 1 0 0,0-1-1 0 0,0 1 0 0 0,0-1 1 0 0,1 1-1 0 0,-1-1 1 0 0,0 0-1 0 0,9 2 0 0 0,-6-2 8 0 0,0 0 0 0 0,1 1 0 0 0,-1 0 0 0 0,0 0 0 0 0,-1 0 0 0 0,8 6 0 0 0,-12-8 17 0 0,0 0 0 0 0,-1 0 1 0 0,1 1-1 0 0,-1-1 0 0 0,0 1 0 0 0,1-1 0 0 0,-1 1 1 0 0,0 0-1 0 0,0-1 0 0 0,0 1 0 0 0,0 0 1 0 0,0 0-1 0 0,0 0 0 0 0,-1 0 0 0 0,1 0 0 0 0,0 0 1 0 0,-1 0-1 0 0,0 0 0 0 0,1 0 0 0 0,-1 0 1 0 0,0 0-1 0 0,0 0 0 0 0,0 0 0 0 0,0 0 0 0 0,-1 0 1 0 0,1 0-1 0 0,-1 0 0 0 0,0 2 0 0 0,-5 15 594 0 0,-18 35 0 0 0,12-30-1234 0 0,9-15-146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40.0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89 7834 0 0,'3'-2'637'0'0,"1"-1"0"0"0,-1 0 0 0 0,0-1 0 0 0,0 1 0 0 0,0-1 0 0 0,4-5-1 0 0,3-4 187 0 0,-4 7-799 0 0,0 0 0 0 0,0 0 1 0 0,1 0-1 0 0,12-7 0 0 0,-16 11-498 0 0,0 1 0 0 0,-1-1 0 0 0,1 1 0 0 0,0 0 0 0 0,0 0 0 0 0,0 0-1 0 0,0 1 1 0 0,0-1 0 0 0,7 0 0 0 0,-4 3-962 0 0,-1 2 866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40.1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54 8290 0 0,'1'1'136'0'0,"-1"-1"0"0"0,0 1 0 0 0,1-1 0 0 0,-1 1 0 0 0,1-1 0 0 0,-1 1 0 0 0,1-1 0 0 0,-1 1 0 0 0,1-1 0 0 0,-1 0 0 0 0,1 1 0 0 0,-1-1 0 0 0,1 0 1 0 0,0 1-1 0 0,-1-1 0 0 0,1 0 0 0 0,0 0 0 0 0,-1 0 0 0 0,1 1 0 0 0,0-1 0 0 0,-1 0 0 0 0,1 0 0 0 0,0 0 0 0 0,-1 0 0 0 0,1 0 0 0 0,0 0 0 0 0,-1 0 0 0 0,1-1 0 0 0,0 1 0 0 0,-1 0 0 0 0,1 0 0 0 0,0-1 0 0 0,25-4 2040 0 0,27-17-1025 0 0,-2-4-5697 0 0,-39 20 2900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40.5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32 11058 0 0,'-12'-32'7756'0'0,"19"49"-6424"0"0,41 131 1048 0 0,5 11-1857 0 0,-45-140-504 0 0,1 0 0 0 0,1-1 0 0 0,1-1 0 0 0,0 1-1 0 0,1-2 1 0 0,20 21 0 0 0,-26-30-29 0 0,0-1 0 0 0,1 0-1 0 0,0 0 1 0 0,0-1 0 0 0,0 1 0 0 0,15 6-1 0 0,-20-11-92 0 0,0 0-1 0 0,0 0 0 0 0,0 0 1 0 0,0-1-1 0 0,0 1 0 0 0,0-1 1 0 0,1 0-1 0 0,-1 1 0 0 0,0-1 0 0 0,0 0 1 0 0,0 0-1 0 0,0-1 0 0 0,0 1 1 0 0,1 0-1 0 0,-1-1 0 0 0,0 1 1 0 0,0-1-1 0 0,0 1 0 0 0,0-1 1 0 0,0 0-1 0 0,0 0 0 0 0,0 0 0 0 0,-1 0 1 0 0,1-1-1 0 0,0 1 0 0 0,0 0 1 0 0,-1-1-1 0 0,1 1 0 0 0,-1-1 1 0 0,1 1-1 0 0,-1-1 0 0 0,0 0 1 0 0,0 0-1 0 0,2-2 0 0 0,6-11-2100 0 0,0-4-4198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2:41.6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 4145 0 0,'16'-9'15142'0'0,"-12"25"-14409"0"0,-3-13-1110 0 0,34 182 3459 0 0,3 13-4602 0 0,-25-151-6042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2.2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45 237 3225 0 0,'-5'-12'1022'0'0,"1"-1"1"0"0,-7-23 0 0 0,-4-15 1370 0 0,6 20 3627 0 0,9 31-5972 0 0,10 15 720 0 0,55 97 739 0 0,18 30-341 0 0,-68-121-1035 0 0,1 0 0 0 0,0-1 0 0 0,2-1 1 0 0,27 24-1 0 0,-32-33-45 0 0,1 1-1 0 0,0-2 1 0 0,1 0 0 0 0,0 0 0 0 0,0-1 0 0 0,31 10 0 0 0,-40-16-16 0 0,1 0 0 0 0,0 0 0 0 0,0-1 0 0 0,-1 1 0 0 0,1-2 0 0 0,0 1 0 0 0,0-1 0 0 0,0 0 0 0 0,0 0 0 0 0,0-1 0 0 0,0 0 0 0 0,0 0 0 0 0,0-1 0 0 0,0 0 0 0 0,-1 0 0 0 0,1 0 0 0 0,-1-1 0 0 0,0 0 0 0 0,10-6 0 0 0,-11 4 19 0 0,0 0 0 0 0,0 0 0 0 0,0 0-1 0 0,0-1 1 0 0,-1 0 0 0 0,0 0 0 0 0,0 0-1 0 0,-1 0 1 0 0,0-1 0 0 0,0 1 0 0 0,0-1-1 0 0,-1 0 1 0 0,0 1 0 0 0,2-12 0 0 0,0-4 36 0 0,-1-1 1 0 0,-1 1 0 0 0,-1-31-1 0 0,-16-174-138 0 0,5 131-2836 0 0,9 116-4853 0 0,-1 19 7447 0 0,4-15 255 0 0,-2 1 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2.5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87 2761 0 0,'-9'-17'70'0'0,"6"10"1456"0"0,-1 0 0 0 0,1 1 0 0 0,1-2 0 0 0,-1 1 0 0 0,1 0 0 0 0,0 0 0 0 0,-1-14 0 0 0,12 40 3376 0 0,5 8-4292 0 0,34 98 197 0 0,15 32-478 0 0,-53-137-1338 0 0,1 0 0 0 0,1-1 1 0 0,0-1-1 0 0,2 0 0 0 0,24 26 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2.8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22 244 456 0 0,'-3'-6'270'0'0,"0"1"0"0"0,0-1 1 0 0,1 0-1 0 0,0 0 0 0 0,0 0 0 0 0,0 0 0 0 0,1 0 0 0 0,0 0 0 0 0,0 0 1 0 0,0-1-1 0 0,1 1 0 0 0,0 0 0 0 0,0 0 0 0 0,1-1 0 0 0,0 1 1 0 0,0 0-1 0 0,0 0 0 0 0,1 0 0 0 0,0 0 0 0 0,3-8 0 0 0,-1 7 144 0 0,0-1 0 0 0,0 1 0 0 0,1 0 0 0 0,-1 1 0 0 0,1-1 0 0 0,1 1 0 0 0,0 0 0 0 0,0 0 0 0 0,0 1 0 0 0,0 0 0 0 0,1 0 0 0 0,0 0 0 0 0,12-6 0 0 0,-14 9-239 0 0,0-1-1 0 0,0 1 0 0 0,0 0 0 0 0,0 0 0 0 0,0 0 0 0 0,0 1 0 0 0,0 0 1 0 0,1 0-1 0 0,-1 0 0 0 0,0 1 0 0 0,1 0 0 0 0,-1 0 0 0 0,0 0 1 0 0,1 1-1 0 0,-1-1 0 0 0,0 1 0 0 0,0 1 0 0 0,1-1 0 0 0,-1 1 0 0 0,0 0 1 0 0,9 4-1 0 0,-11-3-136 0 0,0 0 0 0 0,0 0 0 0 0,0 0 0 0 0,0 0 0 0 0,-1 0 0 0 0,0 0-1 0 0,1 1 1 0 0,-1 0 0 0 0,0-1 0 0 0,-1 1 0 0 0,1 0 0 0 0,-1 0 0 0 0,1 0 0 0 0,-1 0 0 0 0,0 0 0 0 0,-1 0 0 0 0,1 0 0 0 0,-1 0 0 0 0,0 0 0 0 0,0 0 0 0 0,0 0 0 0 0,-1 5 0 0 0,-1 12 81 0 0,-1 1 0 0 0,-10 38-1 0 0,10-47-36 0 0,-14 37 149 0 0,12-35 312 0 0,0 1 0 0 0,-4 19 0 0 0,9-34-497 0 0,0-1 0 0 0,0 0 1 0 0,-1 1-1 0 0,1-1 0 0 0,0 0 0 0 0,0 1 0 0 0,0-1 1 0 0,0 0-1 0 0,0 1 0 0 0,0-1 0 0 0,0 0 1 0 0,1 1-1 0 0,-1-1 0 0 0,0 0 0 0 0,0 1 0 0 0,0-1 1 0 0,0 0-1 0 0,0 0 0 0 0,0 1 0 0 0,1-1 0 0 0,-1 0 1 0 0,0 1-1 0 0,0-1 0 0 0,0 0 0 0 0,1 0 0 0 0,-1 1 1 0 0,0-1-1 0 0,0 0 0 0 0,1 0 0 0 0,-1 0 0 0 0,0 0 1 0 0,0 1-1 0 0,1-1 0 0 0,-1 0 0 0 0,0 0 0 0 0,1 0 1 0 0,-1 0-1 0 0,1 0 0 0 0,16-1 603 0 0,16-12-455 0 0,24-16-291 0 0,3-1-1447 0 0,-19 12-4396 0 0,-22 11-90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4.0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0 173 5065 0 0,'5'-8'4916'0'0,"7"-10"-2752"0"0,-3 4-1044 0 0,0 0-362 0 0,0 0 0 0 0,8-20 0 0 0,-15 31-743 0 0,-1-1 0 0 0,1 1 1 0 0,-1-1-1 0 0,0 1 0 0 0,0-1 1 0 0,-1 0-1 0 0,1 0 1 0 0,-1 1-1 0 0,0-1 0 0 0,0 0 1 0 0,0 0-1 0 0,0 1 1 0 0,-1-1-1 0 0,1 0 0 0 0,-3-6 1 0 0,3 9-18 0 0,0 1-1 0 0,0 0 1 0 0,0 0 0 0 0,0 0 0 0 0,0-1 0 0 0,0 1 0 0 0,-1 0 0 0 0,1 0 0 0 0,0-1 0 0 0,0 1-1 0 0,0 0 1 0 0,0 0 0 0 0,0 0 0 0 0,0 0 0 0 0,-1-1 0 0 0,1 1 0 0 0,0 0 0 0 0,0 0-1 0 0,0 0 1 0 0,-1 0 0 0 0,1-1 0 0 0,0 1 0 0 0,0 0 0 0 0,0 0 0 0 0,-1 0 0 0 0,1 0-1 0 0,0 0 1 0 0,0 0 0 0 0,-1 0 0 0 0,1 0 0 0 0,0 0 0 0 0,0 0 0 0 0,0 0 0 0 0,-1 0 0 0 0,1 0-1 0 0,0 0 1 0 0,0 0 0 0 0,-1 0 0 0 0,1 0 0 0 0,0 0 0 0 0,0 0 0 0 0,-1 0 0 0 0,1 0-1 0 0,0 0 1 0 0,0 0 0 0 0,0 1 0 0 0,-1-1 0 0 0,1 0 0 0 0,0 0 0 0 0,0 0 0 0 0,0 0 0 0 0,0 1-1 0 0,-1-1 1 0 0,1 0 0 0 0,0 0 0 0 0,0 0 0 0 0,0 0 0 0 0,0 1 0 0 0,0-1 0 0 0,0 0-1 0 0,-1 0 1 0 0,1 1 0 0 0,0-1 0 0 0,0 0 0 0 0,0 0 0 0 0,0 0 0 0 0,0 1 0 0 0,0-1-1 0 0,-8 19 35 0 0,8-18-35 0 0,-1 8 117 0 0,1-1-1 0 0,1 1 0 0 0,-1 0 0 0 0,1-1 1 0 0,1 1-1 0 0,0 0 0 0 0,0-1 0 0 0,0 0 1 0 0,6 12-1 0 0,-1 3 140 0 0,1 0-88 0 0,0 1-1 0 0,1-1 1 0 0,1-1-1 0 0,2 0 1 0 0,23 34 0 0 0,17 8-7061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4.1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1 145 4145 0 0,'0'-4'3257'0'0,"2"0"-2241"0"0,2-2-288 0 0,4-2-56 0 0,0-3-16 0 0,3-1 0 0 0,1-2-656 0 0,3 0-224 0 0,0-1 0 0 0,3-2 0 0 0,3-2 160 0 0,-4-1 64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4.4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66 5985 0 0,'7'-3'5671'0'0,"12"-5"-3370"0"0,53-27-2882 0 0,-44 21-1822 0 0,-16 9-1697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44.7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1 103 6913 0 0,'0'0'315'0'0,"17"-9"315"0"0,39-25 1419 0 0,-45 26-1920 0 0,0 0 0 0 0,1 1 1 0 0,0 1-1 0 0,0 0 0 0 0,0 0 1 0 0,1 2-1 0 0,0-1 0 0 0,25-4 0 0 0,-31 10-141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58.6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33 5065 0 0,'-4'-32'11036'0'0,"2"52"-8398"0"0,3 72-1453 0 0,24 169 0 0 0,-20-224-925 0 0,12 42 0 0 0,-14-67-177 0 0,1-1 0 0 0,0 1 0 0 0,1-1 0 0 0,0 0 0 0 0,1 0 0 0 0,0-1 0 0 0,13 17 0 0 0,-18-26-84 0 0,0 1 1 0 0,0 0-1 0 0,0 0 0 0 0,1-1 1 0 0,-1 1-1 0 0,1-1 1 0 0,0 1-1 0 0,-1-1 0 0 0,1 0 1 0 0,0 0-1 0 0,0 1 1 0 0,-1-1-1 0 0,1-1 0 0 0,0 1 1 0 0,0 0-1 0 0,0 0 1 0 0,0-1-1 0 0,1 1 1 0 0,-1-1-1 0 0,0 1 0 0 0,0-1 1 0 0,0 0-1 0 0,0 0 1 0 0,0 0-1 0 0,0 0 0 0 0,1 0 1 0 0,-1-1-1 0 0,0 1 1 0 0,0-1-1 0 0,0 1 0 0 0,0-1 1 0 0,0 0-1 0 0,0 0 1 0 0,0 0-1 0 0,2-1 0 0 0,-1-1-221 0 0,1 0-1 0 0,-1 0 0 0 0,0 0 1 0 0,0 0-1 0 0,0-1 0 0 0,-1 1 0 0 0,1-1 1 0 0,-1 0-1 0 0,0 0 0 0 0,0 0 1 0 0,0 0-1 0 0,-1 0 0 0 0,1 0 0 0 0,-1 0 1 0 0,0-1-1 0 0,1-4 0 0 0,-1-11-6515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58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83 1 4145 0 0,'-5'0'-184'0'0,"-26"0"2503"0"0,27 1-1409 0 0,-1-1 0 0 0,1 1 0 0 0,0 0 0 0 0,0 0 0 0 0,-1 0 1 0 0,1 0-1 0 0,0 1 0 0 0,-6 3 0 0 0,10-5-873 0 0,0 0 0 0 0,0 0 0 0 0,-1 0 0 0 0,1 0 0 0 0,0 0 0 0 0,0 0 0 0 0,0 0 0 0 0,0 0 0 0 0,0 0 0 0 0,0 0 0 0 0,-1 1 0 0 0,1-1 0 0 0,0 0 0 0 0,0 0 0 0 0,0 0 0 0 0,0 0 0 0 0,0 0 0 0 0,0 0-1 0 0,0 0 1 0 0,0 1 0 0 0,0-1 0 0 0,0 0 0 0 0,0 0 0 0 0,0 0 0 0 0,-1 0 0 0 0,1 0 0 0 0,0 0 0 0 0,0 1 0 0 0,0-1 0 0 0,0 0 0 0 0,0 0 0 0 0,0 0 0 0 0,0 0 0 0 0,0 0 0 0 0,0 1 0 0 0,0-1 0 0 0,1 0 0 0 0,-1 0 0 0 0,0 0 0 0 0,0 0 0 0 0,0 0 0 0 0,0 0 0 0 0,0 1 0 0 0,0-1 0 0 0,0 0 0 0 0,0 0 0 0 0,0 0 0 0 0,0 0 0 0 0,0 0 0 0 0,0 0-1 0 0,1 0 1 0 0,-1 1 0 0 0,0-1 0 0 0,9 4-276 0 0,-5-2-968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4:59.3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 5065 0 0,'3'-12'13858'0'0,"1"17"-13635"0"0,0 0 0 0 0,-1 0 0 0 0,0 0 0 0 0,0 0 0 0 0,0 1 0 0 0,-1-1 0 0 0,0 1 0 0 0,0 0 0 0 0,0 0 1 0 0,1 9-1 0 0,8 74 496 0 0,-8-52-490 0 0,31 157-2334 0 0,-30-175-5176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0.1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32 2304 0 0,'-1'-1'314'0'0,"-2"-3"636"0"0,-1 1 0 0 0,1-1 0 0 0,-1 1 0 0 0,1 0 0 0 0,-1 0 1 0 0,0 1-1 0 0,0-1 0 0 0,-7-2 0 0 0,12 15 2510 0 0,5 12-2416 0 0,53 157 2210 0 0,19 68-2017 0 0,-72-225-1250 0 0,-4-11-375 0 0,1 0-1 0 0,0 0 0 0 0,1 0 1 0 0,0-1-1 0 0,1 1 0 0 0,9 15 0 0 0,-5-21-2811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0.5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1 234 3225 0 0,'2'-18'464'0'0,"0"0"1"0"0,1 0-1 0 0,2 0 1 0 0,-1 0-1 0 0,2 1 1 0 0,0-1-1 0 0,2 1 1 0 0,-1 1-1 0 0,15-23 1 0 0,-20 36-248 0 0,0 1 0 0 0,-1-1 0 0 0,1 1 0 0 0,0 0 0 0 0,0-1 0 0 0,0 1 0 0 0,0 0 0 0 0,0 0 0 0 0,1 0 1 0 0,-1 0-1 0 0,1 1 0 0 0,-1-1 0 0 0,1 1 0 0 0,0-1 0 0 0,0 1 0 0 0,-1 0 0 0 0,1 0 0 0 0,0 0 0 0 0,0 1 0 0 0,0-1 1 0 0,4 0-1 0 0,-3 1-45 0 0,-1 1 0 0 0,0-1 0 0 0,1 1 0 0 0,-1 0 0 0 0,0-1 0 0 0,1 2 0 0 0,-1-1 0 0 0,0 0 0 0 0,0 1 1 0 0,0-1-1 0 0,0 1 0 0 0,0 0 0 0 0,0 0 0 0 0,0 0 0 0 0,-1 0 0 0 0,1 0 0 0 0,-1 1 0 0 0,4 4 0 0 0,-3-3-102 0 0,-1-1 0 0 0,0 1 0 0 0,0 0 0 0 0,0 0 0 0 0,-1 0 0 0 0,1 0 0 0 0,-1 1 0 0 0,0-1 0 0 0,0 0 0 0 0,0 0 0 0 0,-1 1 0 0 0,0-1 0 0 0,0 0 0 0 0,0 1 0 0 0,0-1 0 0 0,0 0 0 0 0,-1 1 0 0 0,0-1 0 0 0,0 0 0 0 0,0 0 0 0 0,-2 5 0 0 0,-5 12 176 0 0,0-1 1 0 0,-22 37-1 0 0,20-38-88 0 0,-11 16 99 0 0,15-25-89 0 0,0-1-1 0 0,0 1 0 0 0,1 1 1 0 0,0-1-1 0 0,0 1 1 0 0,2 0-1 0 0,-6 20 0 0 0,9-30-118 0 0,1 1 0 0 0,-1-1-1 0 0,0 0 1 0 0,0 1 0 0 0,1-1 0 0 0,-1 1-1 0 0,1-1 1 0 0,-1 1 0 0 0,1-1 0 0 0,-1 0-1 0 0,1 1 1 0 0,0-1 0 0 0,0 0 0 0 0,0 0-1 0 0,-1 0 1 0 0,1 1 0 0 0,0-1 0 0 0,1 0-1 0 0,-1 0 1 0 0,0-1 0 0 0,0 1 0 0 0,0 0-1 0 0,1 0 1 0 0,-1 0 0 0 0,0-1 0 0 0,1 1-1 0 0,-1-1 1 0 0,0 1 0 0 0,1-1 0 0 0,-1 1-1 0 0,1-1 1 0 0,-1 0 0 0 0,1 0 0 0 0,-1 0-1 0 0,3 0 1 0 0,9 2 81 0 0,-1-2 0 0 0,1 1 0 0 0,14-3 0 0 0,-18 2-52 0 0,75-7 17 0 0,23-1-582 0 0,-90 8-2089 0 0,0 1 0 0 0,20 3 1 0 0,-17 0-3549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0.8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16 5985 0 0,'-7'-16'12787'0'0,"15"26"-11932"0"0,2 3-462 0 0,-2 2 1 0 0,0-1-1 0 0,-1 1 0 0 0,0 0 0 0 0,-1 1 1 0 0,-1-1-1 0 0,-1 1 0 0 0,0 0 1 0 0,3 24-1 0 0,-5-22-315 0 0,1 0-1 0 0,1 0 1 0 0,1-1-1 0 0,1 0 0 0 0,0 0 1 0 0,1 0-1 0 0,16 26 1 0 0,-16-35-221 0 0,-1-1-241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4.9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74 388 5985 0 0,'-9'-13'1611'0'0,"1"0"0"0"0,-10-20 1 0 0,11 20 417 0 0,0 0 1 0 0,-17-22 0 0 0,24 43 1231 0 0,12 43-2443 0 0,5-9-757 0 0,0-1-1 0 0,3-1 1 0 0,2-1 0 0 0,1-1-1 0 0,1-1 1 0 0,3-1-1 0 0,1-1 1 0 0,44 44 0 0 0,-65-73-24 0 0,0 0 1 0 0,0-1-1 0 0,0 1 1 0 0,0-2-1 0 0,1 1 1 0 0,0-1-1 0 0,0 0 1 0 0,1 0 0 0 0,-1-1-1 0 0,0 0 1 0 0,1-1-1 0 0,0 0 1 0 0,15 2-1 0 0,-17-4-6 0 0,-1 0 0 0 0,0 0 0 0 0,0-1 0 0 0,0 1 0 0 0,0-1 0 0 0,0-1 0 0 0,0 1 0 0 0,0-1 0 0 0,0-1 0 0 0,0 1 0 0 0,-1-1 0 0 0,1 1 0 0 0,-1-2 0 0 0,1 1 0 0 0,-1-1 0 0 0,-1 1 0 0 0,1-1 0 0 0,0-1 0 0 0,-1 1 0 0 0,7-9 0 0 0,-3 1 21 0 0,0 0 0 0 0,0-1-1 0 0,-1 0 1 0 0,-1 0 0 0 0,-1-1 0 0 0,1 1 0 0 0,-2-1-1 0 0,5-25 1 0 0,0-14 126 0 0,1-56-1 0 0,-7 64-97 0 0,3-26-48 0 0,-1-3-218 0 0,20-104 0 0 0,-24 176 74 0 0,9-29-651 0 0,-10 31 663 0 0,0-1 0 0 0,0 1 0 0 0,0-1 0 0 0,0 1 0 0 0,0 0 0 0 0,0-1 0 0 0,1 1 0 0 0,-1-1 0 0 0,0 1-1 0 0,0 0 1 0 0,1-1 0 0 0,-1 1 0 0 0,0 0 0 0 0,0-1 0 0 0,1 1 0 0 0,-1 0 0 0 0,0 0 0 0 0,1-1 0 0 0,-1 1-1 0 0,0 0 1 0 0,1 0 0 0 0,-1-1 0 0 0,0 1 0 0 0,1 0 0 0 0,-1 0 0 0 0,1 0 0 0 0,-1 0 0 0 0,1 0 0 0 0,-1 0-1 0 0,0 0 1 0 0,1 0 0 0 0,-1 0 0 0 0,1 0 0 0 0,-1 0 0 0 0,0 0 0 0 0,1 0 0 0 0,-1 0 0 0 0,1 0-1 0 0,-1 0 1 0 0,1 0 0 0 0,-1 0 0 0 0,0 0 0 0 0,1 1 0 0 0,-1-1 0 0 0,0 0 0 0 0,1 0 0 0 0,-1 1 0 0 0,0-1-1 0 0,1 0 1 0 0,-1 0 0 0 0,0 1 0 0 0,1-1 0 0 0,-1 0 0 0 0,0 1 0 0 0,0-1 0 0 0,1 0 0 0 0,-1 1 0 0 0,0-1-1 0 0,0 0 1 0 0,0 1 0 0 0,0-1 0 0 0,1 1 0 0 0,-1-1 0 0 0,0 1 0 0 0,0 0 0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5.4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16 8290 0 0,'-18'-15'10211'0'0,"25"29"-9018"0"0,8 26-664 0 0,-2-1 0 0 0,-1 1 0 0 0,-2 1 1 0 0,4 42-1 0 0,3 7-846 0 0,-3-31-90 0 0,-7-38-602 0 0,-2 1-1 0 0,0 0 1 0 0,-2-1-1 0 0,2 40 1 0 0,-5-59 745 0 0,0 0 1 0 0,0 0-1 0 0,-1 0 1 0 0,1 0-1 0 0,0 0 1 0 0,-1 0-1 0 0,1 0 0 0 0,-1 0 1 0 0,1 0-1 0 0,-1 0 1 0 0,0 0-1 0 0,0-1 1 0 0,0 1-1 0 0,0 0 1 0 0,0-1-1 0 0,-1 1 0 0 0,1 0 1 0 0,0-1-1 0 0,-1 1 1 0 0,1-1-1 0 0,-1 0 1 0 0,1 1-1 0 0,-1-1 0 0 0,0 0 1 0 0,0 0-1 0 0,-1 1 1 0 0,1-2 237 0 0,0 0 0 0 0,0 0 0 0 0,1 1 1 0 0,-1-1-1 0 0,0 0 0 0 0,0-1 0 0 0,1 1 1 0 0,-1 0-1 0 0,0 0 0 0 0,1-1 0 0 0,-1 1 1 0 0,0-1-1 0 0,1 0 0 0 0,-1 1 0 0 0,1-1 0 0 0,-1 0 1 0 0,1 0-1 0 0,-1 0 0 0 0,1 0 0 0 0,-1 0 1 0 0,1 0-1 0 0,0 0 0 0 0,0-1 0 0 0,0 1 0 0 0,-1 0 1 0 0,1-1-1 0 0,0 1 0 0 0,1-1 0 0 0,-1 1 1 0 0,-1-3-1 0 0,-14-30-150 0 0,9 13 28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5.6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1 171 456 0 0,'2'-7'497'0'0,"0"0"-1"0"0,1 0 0 0 0,0 0 1 0 0,0 0-1 0 0,0 0 1 0 0,1 1-1 0 0,0 0 0 0 0,7-9 1 0 0,42-44 4061 0 0,-48 54-3838 0 0,1 1-1 0 0,0 0 1 0 0,-1-1 0 0 0,1 2-1 0 0,1-1 1 0 0,-1 1 0 0 0,1 0-1 0 0,-1 0 1 0 0,1 1 0 0 0,10-3-1 0 0,-15 4-566 0 0,0 1-1 0 0,0 0 0 0 0,0 0 0 0 0,0 0 0 0 0,0 0 0 0 0,0 0 0 0 0,0 0 0 0 0,0 0 0 0 0,0 1 0 0 0,0-1 0 0 0,0 1 1 0 0,0-1-1 0 0,0 1 0 0 0,-1 0 0 0 0,1 0 0 0 0,0 0 0 0 0,1 1 0 0 0,-1 0-119 0 0,0-1-1 0 0,-1 1 1 0 0,1 0 0 0 0,-1 0 0 0 0,0 0-1 0 0,0 0 1 0 0,0 0 0 0 0,0 0-1 0 0,0 0 1 0 0,0 1 0 0 0,0-1-1 0 0,-1 0 1 0 0,1 0 0 0 0,-1 1-1 0 0,1-1 1 0 0,-1 0 0 0 0,0 5-1 0 0,-1 8-22 0 0,0 1-1 0 0,-2-1 0 0 0,1-1 0 0 0,-2 1 1 0 0,0 0-1 0 0,-1-1 0 0 0,0 1 0 0 0,-10 18 1 0 0,6-13 119 0 0,0 2 1 0 0,-8 34 0 0 0,16-53-78 0 0,1-1 1 0 0,-1 1 0 0 0,1-1-1 0 0,0 1 1 0 0,0-1-1 0 0,0 1 1 0 0,0-1 0 0 0,0 1-1 0 0,1 3 1 0 0,0-5-20 0 0,-1 0-1 0 0,0 0 1 0 0,1-1-1 0 0,-1 1 1 0 0,0 0-1 0 0,1 0 1 0 0,-1 0-1 0 0,1-1 1 0 0,-1 1-1 0 0,1 0 1 0 0,0-1-1 0 0,-1 1 1 0 0,1 0-1 0 0,0-1 1 0 0,-1 1-1 0 0,1-1 1 0 0,0 1-1 0 0,0-1 1 0 0,1 1-1 0 0,0-1-4 0 0,1 1 0 0 0,0-1 0 0 0,0 0 0 0 0,-1 0 0 0 0,1 0 0 0 0,0 0 1 0 0,-1 0-1 0 0,1-1 0 0 0,0 1 0 0 0,0-1 0 0 0,-1 0 0 0 0,1 0 0 0 0,-1 0 0 0 0,1 0 0 0 0,-1 0 0 0 0,4-3 0 0 0,18-9-17 0 0,-6 3-1314 0 0,0 1 0 0 0,25-9 0 0 0,-27 12-5654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6.1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29 10138 0 0,'13'-9'1195'0'0,"-9"6"-611"0"0,-1 1 1 0 0,0 0-1 0 0,0-1 1 0 0,1 1 0 0 0,0 0-1 0 0,-1 1 1 0 0,7-3 0 0 0,-8 3-493 0 0,-1 1 1 0 0,0 0-1 0 0,1 0 1 0 0,-1 0-1 0 0,1 0 0 0 0,-1 0 1 0 0,0 1-1 0 0,1-1 1 0 0,-1 0-1 0 0,0 1 1 0 0,0-1-1 0 0,1 1 1 0 0,-1-1-1 0 0,0 1 1 0 0,0-1-1 0 0,1 1 1 0 0,-1 0-1 0 0,0 0 0 0 0,0-1 1 0 0,0 1-1 0 0,0 0 1 0 0,0 0-1 0 0,0 0 1 0 0,-1 0-1 0 0,1 0 1 0 0,0 1-1 0 0,0-1 1 0 0,-1 0-1 0 0,1 0 1 0 0,0 3-1 0 0,4 5-89 0 0,-2 0 0 0 0,1 0-1 0 0,-1 0 1 0 0,0 0 0 0 0,-1 1 0 0 0,0-1-1 0 0,-1 1 1 0 0,1 11 0 0 0,-2 9 36 0 0,-5 39 1 0 0,3-43 13 0 0,0 0 1 0 0,3 32-1 0 0,-1-56 26 0 0,0 1 0 0 0,0-1 1 0 0,0 1-1 0 0,1-1 0 0 0,-1 0 0 0 0,1 1 0 0 0,-1-1 0 0 0,1 0 1 0 0,0 1-1 0 0,0-1 0 0 0,0 0 0 0 0,0 0 0 0 0,1 0 0 0 0,-1 0 1 0 0,1 0-1 0 0,-1 0 0 0 0,1 0 0 0 0,-1 0 0 0 0,4 2 0 0 0,-3-3-27 0 0,1 0-1 0 0,-1 0 0 0 0,0-1 1 0 0,0 1-1 0 0,1-1 0 0 0,-1 1 0 0 0,0-1 1 0 0,1 0-1 0 0,-1 1 0 0 0,0-1 1 0 0,1-1-1 0 0,-1 1 0 0 0,0 0 0 0 0,1 0 1 0 0,-1-1-1 0 0,3 0 0 0 0,8-4-67 0 0,0-1 0 0 0,0 1 0 0 0,-1-2 0 0 0,0 0 0 0 0,14-10 0 0 0,10-11-2092 0 0,-20 13-4896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6.4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62 11058 0 0,'-1'-2'2374'0'0,"7"-5"-477"0"0,20-16 129 0 0,10 1-2913 0 0,-34 21 514 0 0,1 0 1 0 0,-1 0-1 0 0,1 0 1 0 0,-1 0-1 0 0,1 1 1 0 0,-1-1-1 0 0,1 1 0 0 0,0-1 1 0 0,-1 1-1 0 0,1 0 1 0 0,3 0-1 0 0,-5 1 179 0 0,1 0-1 0 0,0-1 1 0 0,0 1-1 0 0,0 0 1 0 0,0 1 0 0 0,-1-1-1 0 0,1 0 1 0 0,0 0-1 0 0,-1 1 1 0 0,1-1-1 0 0,-1 1 1 0 0,0-1-1 0 0,1 1 1 0 0,-1 0-1 0 0,0-1 1 0 0,0 1 0 0 0,0 0-1 0 0,0 0 1 0 0,-1 0-1 0 0,2 3 1 0 0,0 3 194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6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58 3225 0 0,'-4'8'136'0'0,"1"-4"40"0"0,3-1-176 0 0,0-2 0 0 0,2 0 0 0 0,-1-1 0 0 0,0-1 560 0 0,3 0 80 0 0,3-2 8 0 0,1-2 8 0 0,4-4-368 0 0,3-1-80 0 0,-1-2-16 0 0,1 1 0 0 0,3-1-192 0 0,-2 1 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7.2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42 7370 0 0,'0'-1'176'0'0,"0"1"0"0"0,-1-1 0 0 0,1 0 1 0 0,0 0-1 0 0,0 0 0 0 0,0 1 1 0 0,1-1-1 0 0,-1 0 0 0 0,0 0 1 0 0,0 0-1 0 0,0 1 0 0 0,0-1 0 0 0,1 0 1 0 0,-1 0-1 0 0,0 1 0 0 0,1-1 1 0 0,-1 0-1 0 0,1 1 0 0 0,-1-1 0 0 0,1 0 1 0 0,-1 1-1 0 0,1-1 0 0 0,-1 1 1 0 0,1-1-1 0 0,-1 1 0 0 0,1-1 0 0 0,0 1 1 0 0,-1-1-1 0 0,2 1 0 0 0,22-20 2047 0 0,-22 20-2437 0 0,0 0 0 0 0,0-1 0 0 0,0 1 0 0 0,0 0 1 0 0,-1 0-1 0 0,1 0 0 0 0,0 0 0 0 0,0 0 0 0 0,0 0 1 0 0,0 1-1 0 0,-1-1 0 0 0,1 1 0 0 0,0-1 1 0 0,0 1-1 0 0,-1 0 0 0 0,1 0 0 0 0,0-1 0 0 0,-1 1 1 0 0,1 0-1 0 0,-1 1 0 0 0,1-1 0 0 0,-1 0 0 0 0,1 0 1 0 0,-1 1-1 0 0,0-1 0 0 0,0 0 0 0 0,0 1 1 0 0,0-1-1 0 0,0 1 0 0 0,1 1 0 0 0,2 2-161 0 0,8 10-285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7.0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28 7370 0 0,'1'-2'425'0'0,"-1"-1"0"0"0,1 1 1 0 0,-1 0-1 0 0,1 0 0 0 0,-1 0 0 0 0,14-13 5768 0 0,-9 29-4507 0 0,3 76-811 0 0,-5-42 410 0 0,11 52 0 0 0,-11-83-1073 0 0,2 0 1 0 0,0-1-1 0 0,0 0 1 0 0,2 0 0 0 0,0-1-1 0 0,18 29 1 0 0,-14-27-452 0 0,26 29 0 0 0,-34-42 189 0 0,0-1-1 0 0,0 0 1 0 0,1 1-1 0 0,-1-1 1 0 0,1 0-1 0 0,0-1 1 0 0,0 1-1 0 0,0-1 1 0 0,0 0-1 0 0,1 0 1 0 0,-1 0-1 0 0,0 0 1 0 0,1-1-1 0 0,6 2 1 0 0,-9-3-195 0 0,1-1 0 0 0,-1 1 1 0 0,0-1-1 0 0,0 1 0 0 0,1-1 0 0 0,-1 0 1 0 0,0 0-1 0 0,0 1 0 0 0,0-2 0 0 0,0 1 0 0 0,0 0 1 0 0,0 0-1 0 0,0-1 0 0 0,0 1 0 0 0,-1-1 1 0 0,1 1-1 0 0,-1-1 0 0 0,1 0 0 0 0,-1 0 0 0 0,1 1 1 0 0,-1-1-1 0 0,0 0 0 0 0,1-3 0 0 0,6-9-5600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7.7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1 113 4145 0 0,'0'-2'146'0'0,"0"1"0"0"0,0-1-1 0 0,0 1 1 0 0,0-1 0 0 0,1 1 0 0 0,-1 0 0 0 0,1-1-1 0 0,-1 1 1 0 0,1-1 0 0 0,-1 1 0 0 0,1 0 0 0 0,0-1-1 0 0,0 1 1 0 0,-1 0 0 0 0,1 0 0 0 0,0 0 0 0 0,2-1-1 0 0,17-22 2110 0 0,-19 23-2180 0 0,8-8 1389 0 0,1 0 0 0 0,21-15 1 0 0,-28 21-1123 0 0,0 1 1 0 0,0 0 0 0 0,1 0-1 0 0,0 0 1 0 0,-1 0 0 0 0,1 1-1 0 0,0-1 1 0 0,0 1 0 0 0,-1 0 0 0 0,1 0-1 0 0,0 1 1 0 0,0-1 0 0 0,0 1-1 0 0,5 0 1 0 0,-8 0-308 0 0,1 1 0 0 0,0 0 0 0 0,0 0 0 0 0,-1 0 0 0 0,1 0 0 0 0,0 0 0 0 0,-1 0 0 0 0,1 1 0 0 0,-1-1 0 0 0,0 0 0 0 0,1 1 0 0 0,-1-1 0 0 0,0 1 0 0 0,0-1 0 0 0,0 1 0 0 0,0 0 0 0 0,0 0 0 0 0,0-1 0 0 0,-1 1 0 0 0,1 0 0 0 0,0 0 0 0 0,-1 0 0 0 0,1 0 0 0 0,-1-1 0 0 0,0 1 0 0 0,0 0 0 0 0,0 0 0 0 0,0 4 1 0 0,1 9 263 0 0,-2 0 1 0 0,-2 23 0 0 0,2-29-267 0 0,-16 100-63 0 0,9-69 31 0 0,3 0-1 0 0,-2 45 0 0 0,7-83 39 0 0,0-1-1 0 0,-1 1 1 0 0,1 0-1 0 0,0 0 1 0 0,1 0-1 0 0,-1-1 1 0 0,0 1-1 0 0,0 0 0 0 0,1 0 1 0 0,-1-1-1 0 0,1 1 1 0 0,0 0-1 0 0,-1-1 1 0 0,1 1-1 0 0,0 0 1 0 0,0-1-1 0 0,0 1 1 0 0,0-1-1 0 0,0 0 1 0 0,0 1-1 0 0,1-1 1 0 0,-1 0-1 0 0,3 2 1 0 0,-3-2-34 0 0,1-1 0 0 0,0 0 1 0 0,0 1-1 0 0,0-1 0 0 0,0 0 0 0 0,0 0 0 0 0,0 0 1 0 0,-1 0-1 0 0,1-1 0 0 0,0 1 0 0 0,0 0 1 0 0,0-1-1 0 0,0 0 0 0 0,-1 1 0 0 0,1-1 1 0 0,0 0-1 0 0,-1 0 0 0 0,1 0 0 0 0,0 0 1 0 0,-1 0-1 0 0,1 0 0 0 0,0-1 0 0 0,20-16-1075 0 0,35-35 0 0 0,-21 18-908 0 0,-15 15 544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8.1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9 11058 0 0,'-8'-5'4417'0'0,"5"1"-5653"0"0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8.5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 10594 0 0,'-2'3'460'0'0,"1"0"-1"0"0,0 0 1 0 0,0 0-1 0 0,1 1 0 0 0,-1-1 1 0 0,1 0-1 0 0,-1 0 1 0 0,1 1-1 0 0,0 5 1 0 0,1 6-15 0 0,1-1 1 0 0,0 1-1 0 0,1 0 1 0 0,0 0 0 0 0,2-1-1 0 0,9 24 1 0 0,44 80-695 0 0,-54-110 255 0 0,21 41-1733 0 0,-15-28-2886 0 0,-4-9-447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9.1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70 205 4609 0 0,'-6'-3'502'0'0,"1"0"0"0"0,-1-1-1 0 0,1 0 1 0 0,0 0 0 0 0,0 0 0 0 0,0 0 0 0 0,0-1-1 0 0,1 1 1 0 0,0-1 0 0 0,-6-8 0 0 0,9 11-361 0 0,0 0 1 0 0,0-1 0 0 0,0 1 0 0 0,0 0 0 0 0,0 0-1 0 0,0 0 1 0 0,0-1 0 0 0,1 1 0 0 0,-1 0 0 0 0,1 0-1 0 0,0-1 1 0 0,0 1 0 0 0,0-1 0 0 0,0 1-1 0 0,0 0 1 0 0,0-1 0 0 0,0 1 0 0 0,1 0 0 0 0,-1-1-1 0 0,1 1 1 0 0,0 0 0 0 0,0 0 0 0 0,0 0 0 0 0,0-1-1 0 0,0 1 1 0 0,0 0 0 0 0,0 0 0 0 0,1 1-1 0 0,-1-1 1 0 0,1 0 0 0 0,1-1 0 0 0,8-7 242 0 0,-1 1 0 0 0,2 0 1 0 0,-1 1-1 0 0,1 0 0 0 0,18-8 0 0 0,-23 12-192 0 0,0 1 0 0 0,-1 1 0 0 0,1-1 1 0 0,0 1-1 0 0,1 0 0 0 0,-1 0 0 0 0,0 1 0 0 0,0 0 0 0 0,1 1 0 0 0,-1-1 0 0 0,0 1 0 0 0,9 2 0 0 0,-13-2-159 0 0,-1 0-1 0 0,1 1 0 0 0,-1 0 1 0 0,0 0-1 0 0,1-1 1 0 0,-1 1-1 0 0,0 1 0 0 0,0-1 1 0 0,0 0-1 0 0,1 0 1 0 0,-1 1-1 0 0,0-1 0 0 0,-1 1 1 0 0,1 0-1 0 0,0 0 1 0 0,0-1-1 0 0,-1 1 0 0 0,1 0 1 0 0,1 3-1 0 0,-2-1-56 0 0,1-1 0 0 0,-1 1 0 0 0,0 0 0 0 0,0 0 0 0 0,-1-1 0 0 0,1 1 0 0 0,-1 0 0 0 0,1 0 0 0 0,-1 0 0 0 0,-1 0 0 0 0,0 5 0 0 0,-2 9-260 0 0,-2 0-1 0 0,0 0 1 0 0,-1 0-1 0 0,-9 19 0 0 0,9-22 140 0 0,-7 14-94 0 0,8-19 267 0 0,0 1 0 0 0,0 0 0 0 0,1 1 0 0 0,1-1 0 0 0,0 1 0 0 0,0 0 0 0 0,0 13 0 0 0,3-24 21 0 0,0 1-1 0 0,0-1 1 0 0,0 0-1 0 0,0 0 1 0 0,0 1-1 0 0,0-1 1 0 0,1 0 0 0 0,-1 0-1 0 0,1 1 1 0 0,-1-1-1 0 0,1 0 1 0 0,-1 0-1 0 0,1 0 1 0 0,-1 0-1 0 0,1 0 1 0 0,0 0-1 0 0,0 0 1 0 0,0 0 0 0 0,0 0-1 0 0,-1 0 1 0 0,1 0-1 0 0,0 0 1 0 0,0-1-1 0 0,0 1 1 0 0,1 0-1 0 0,-1-1 1 0 0,0 1-1 0 0,0-1 1 0 0,0 1 0 0 0,0-1-1 0 0,1 0 1 0 0,-1 1-1 0 0,0-1 1 0 0,0 0-1 0 0,1 0 1 0 0,-1 0-1 0 0,0 0 1 0 0,0 0-1 0 0,1 0 1 0 0,-1 0 0 0 0,0 0-1 0 0,3-1 1 0 0,7-1 121 0 0,0 0 0 0 0,0-1 1 0 0,20-8-1 0 0,-20 7-109 0 0,121-36-2321 0 0,-100 31-2341 0 0,-7 1-1523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09.6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2 109 7834 0 0,'0'-2'215'0'0,"0"1"0"0"0,-1-1 0 0 0,1 1 0 0 0,0-1 1 0 0,0 1-1 0 0,0-1 0 0 0,0 1 0 0 0,0-1 0 0 0,0 1 1 0 0,0-1-1 0 0,1 1 0 0 0,-1 0 0 0 0,0-1 0 0 0,1 1 1 0 0,-1-1-1 0 0,1 1 0 0 0,0 0 0 0 0,-1-1 0 0 0,2 0 1 0 0,15-28 2162 0 0,-14 25-2078 0 0,0 1-1 0 0,1 0 0 0 0,-1 0 0 0 0,1 1 0 0 0,0-1 0 0 0,0 1 1 0 0,0 0-1 0 0,1 0 0 0 0,-1 0 0 0 0,1 0 0 0 0,-1 1 0 0 0,1 0 1 0 0,7-2-1 0 0,-10 3-259 0 0,0 1 1 0 0,0-1 0 0 0,0 1 0 0 0,0 0-1 0 0,0 0 1 0 0,0 0 0 0 0,0 0 0 0 0,0 0-1 0 0,0 1 1 0 0,0-1 0 0 0,0 1 0 0 0,0-1-1 0 0,0 1 1 0 0,0 0 0 0 0,0-1 0 0 0,0 1-1 0 0,0 0 1 0 0,0 0 0 0 0,-1 1 0 0 0,1-1-1 0 0,0 0 1 0 0,-1 0 0 0 0,1 1 0 0 0,-1-1-1 0 0,0 1 1 0 0,1-1 0 0 0,-1 1 0 0 0,0 0-1 0 0,0 0 1 0 0,0-1 0 0 0,0 1 0 0 0,0 0-1 0 0,-1 0 1 0 0,1 0 0 0 0,0 0 0 0 0,0 2-1 0 0,2 10 10 0 0,-1-1 0 0 0,0 0 0 0 0,0 1 0 0 0,-2 0 0 0 0,1-1 0 0 0,-2 1 0 0 0,0-1 0 0 0,-1 1 0 0 0,0-1 0 0 0,-5 18-1 0 0,-6 50 589 0 0,13-80-591 0 0,0 0 0 0 0,-1 0 0 0 0,1 0-1 0 0,0 0 1 0 0,0 0 0 0 0,0 0 0 0 0,0 0-1 0 0,0 0 1 0 0,0 0 0 0 0,1 0 0 0 0,-1 0-1 0 0,0 0 1 0 0,0 0 0 0 0,1 0 0 0 0,-1 0-1 0 0,0 0 1 0 0,1 0 0 0 0,-1 0 0 0 0,1 0-1 0 0,-1-1 1 0 0,1 1 0 0 0,0 0 0 0 0,-1 0-1 0 0,1-1 1 0 0,1 2 0 0 0,-1-2-18 0 0,1 1 1 0 0,-1-1 0 0 0,0 0-1 0 0,0 0 1 0 0,1 0-1 0 0,-1 0 1 0 0,0 0 0 0 0,1 0-1 0 0,-1 0 1 0 0,0-1-1 0 0,0 1 1 0 0,1 0-1 0 0,-1-1 1 0 0,0 1 0 0 0,0-1-1 0 0,0 1 1 0 0,2-1-1 0 0,9-6 2 0 0,-1-1 0 0 0,0 1 0 0 0,11-11-1 0 0,-12 10 14 0 0,58-37-1455 0 0,-53 37 496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29.4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45 104 920 0 0,'-27'-4'4352'0'0,"9"2"73"0"0,18 3-4323 0 0,0 0 1 0 0,0 0-1 0 0,1 0 0 0 0,-1 1 0 0 0,0-1 0 0 0,0 0 0 0 0,1 0 1 0 0,-1 0-1 0 0,0 0 0 0 0,1 0 0 0 0,-1 0 0 0 0,1 0 0 0 0,0 0 0 0 0,-1 0 1 0 0,1 0-1 0 0,0-1 0 0 0,-1 1 0 0 0,1 0 0 0 0,0 0 0 0 0,1 0 1 0 0,2 5-23 0 0,0-1 1 0 0,1 0 0 0 0,-1 0-1 0 0,1 0 1 0 0,1-1 0 0 0,-1 0 0 0 0,0 0-1 0 0,11 6 1 0 0,-15-10-38 0 0,1 1-1 0 0,0 0 1 0 0,0-1-1 0 0,-1 1 1 0 0,1-1-1 0 0,0 0 1 0 0,0 1-1 0 0,0-1 1 0 0,0 0-1 0 0,-1 0 1 0 0,1-1-1 0 0,0 1 1 0 0,0 0-1 0 0,0 0 1 0 0,0-1-1 0 0,-1 1 1 0 0,1-1-1 0 0,0 0 1 0 0,0 1-1 0 0,-1-1 1 0 0,1 0-1 0 0,-1 0 1 0 0,1 0-1 0 0,-1 0 1 0 0,1 0-1 0 0,-1-1 1 0 0,1 1-1 0 0,-1 0 1 0 0,0-1-1 0 0,0 1 1 0 0,0-1-1 0 0,0 1 1 0 0,0-1-1 0 0,0 1 1 0 0,1-4-1 0 0,0 1 17 0 0,0 0 0 0 0,-1 0-1 0 0,1 0 1 0 0,-1 0 0 0 0,0-1 0 0 0,-1 1 0 0 0,1 0-1 0 0,-1 0 1 0 0,1 0 0 0 0,-1-1 0 0 0,-1 1-1 0 0,1 0 1 0 0,-1 0 0 0 0,1-1 0 0 0,-1 1 0 0 0,0 0-1 0 0,-2-5 1 0 0,2 7 5 0 0,0-1 0 0 0,0 0 0 0 0,0 1 0 0 0,-1-1-1 0 0,1 1 1 0 0,-1-1 0 0 0,1 1 0 0 0,-1 0 0 0 0,0-1 0 0 0,0 1-1 0 0,0 0 1 0 0,0 0 0 0 0,0 0 0 0 0,-1 1 0 0 0,1-1 0 0 0,0 0 0 0 0,-1 1-1 0 0,1 0 1 0 0,-1-1 0 0 0,0 1 0 0 0,1 0 0 0 0,-1 0 0 0 0,0 1-1 0 0,0-1 1 0 0,1 1 0 0 0,-7-1 0 0 0,8 1-91 0 0,-1 0-1 0 0,1 1 1 0 0,-1-1 0 0 0,1 1 0 0 0,-1-1-1 0 0,1 1 1 0 0,-1-1 0 0 0,1 1 0 0 0,0 0-1 0 0,-1 0 1 0 0,1 0 0 0 0,0 0 0 0 0,0 0-1 0 0,-1 0 1 0 0,1 0 0 0 0,0 0-1 0 0,0 0 1 0 0,0 1 0 0 0,0-1 0 0 0,1 0-1 0 0,-1 1 1 0 0,0-1 0 0 0,0 1 0 0 0,1-1-1 0 0,-1 1 1 0 0,1-1 0 0 0,-1 1 0 0 0,1-1-1 0 0,0 1 1 0 0,0-1 0 0 0,0 1-1 0 0,0 0 1 0 0,0-1 0 0 0,0 4 0 0 0,0 1-102 0 0,0 0-1 0 0,0 1 1 0 0,1-1 0 0 0,0 0 0 0 0,0 0 0 0 0,0 1 0 0 0,4 8 0 0 0,-2-10 99 0 0,-1 0 1 0 0,1-1-1 0 0,0 0 1 0 0,0 0-1 0 0,1 0 1 0 0,-1 0-1 0 0,1 0 1 0 0,0 0-1 0 0,7 4 1 0 0,-9-6 71 0 0,1 0 1 0 0,0 0 0 0 0,0-1-1 0 0,0 1 1 0 0,0-1-1 0 0,0 0 1 0 0,0 1 0 0 0,0-1-1 0 0,0-1 1 0 0,1 1 0 0 0,-1 0-1 0 0,0-1 1 0 0,0 0-1 0 0,1 0 1 0 0,-1 0 0 0 0,4 0-1 0 0,-6-1-13 0 0,0 1 1 0 0,0-1-1 0 0,-1 1 0 0 0,1-1 0 0 0,0 1 1 0 0,0-1-1 0 0,-1 0 0 0 0,1 0 0 0 0,-1 1 0 0 0,1-1 1 0 0,-1 0-1 0 0,1 0 0 0 0,-1 0 0 0 0,1 0 0 0 0,-1 1 1 0 0,1-1-1 0 0,-1 0 0 0 0,0 0 0 0 0,0 0 0 0 0,1 0 1 0 0,-1 0-1 0 0,0 0 0 0 0,0 0 0 0 0,0 0 0 0 0,0 0 1 0 0,0 0-1 0 0,0 0 0 0 0,-1 0 0 0 0,1 0 1 0 0,0-1-1 0 0,-8-30 707 0 0,4 25-609 0 0,0-1 1 0 0,0 1-1 0 0,-1 1 1 0 0,1-1-1 0 0,-2 1 0 0 0,-5-7 1 0 0,9 11-98 0 0,0 0 0 0 0,-1-1 0 0 0,1 1-1 0 0,-1 0 1 0 0,1 1 0 0 0,-1-1 0 0 0,0 0 0 0 0,1 1 0 0 0,-1 0 0 0 0,0-1 0 0 0,0 1 0 0 0,0 0 0 0 0,0 0 0 0 0,0 1 0 0 0,0-1 0 0 0,0 1-1 0 0,-1 0 1 0 0,-4-1 0 0 0,7 1-26 0 0,1 1 0 0 0,-1-1 0 0 0,1 0-1 0 0,-1 0 1 0 0,0 0 0 0 0,1 0 0 0 0,-1 0-1 0 0,1 0 1 0 0,-1 1 0 0 0,1-1 0 0 0,-1 0-1 0 0,1 1 1 0 0,-1-1 0 0 0,1 0-1 0 0,-1 1 1 0 0,1-1 0 0 0,-1 0 0 0 0,1 1-1 0 0,0-1 1 0 0,-1 1 0 0 0,1-1 0 0 0,0 1-1 0 0,-1-1 1 0 0,1 1 0 0 0,0-1 0 0 0,0 1-1 0 0,-1-1 1 0 0,1 1 0 0 0,0-1 0 0 0,0 1-1 0 0,0 0 1 0 0,5 20-86 0 0,20 16-436 0 0,-21-34 511 0 0,0 0 1 0 0,0 1-1 0 0,1-2 0 0 0,-1 1 1 0 0,1-1-1 0 0,0 1 0 0 0,0-1 0 0 0,0-1 1 0 0,0 1-1 0 0,0-1 0 0 0,0 1 1 0 0,0-1-1 0 0,0-1 0 0 0,0 1 0 0 0,1-1 1 0 0,-1 0-1 0 0,0 0 0 0 0,0-1 0 0 0,1 1 1 0 0,6-3-1 0 0,-9 2 29 0 0,1 1 0 0 0,-1-1 0 0 0,0 0 0 0 0,0 0 0 0 0,0-1 0 0 0,0 1 0 0 0,-1 0 0 0 0,1-1-1 0 0,0 0 1 0 0,-1 0 0 0 0,1 0 0 0 0,-1 0 0 0 0,1 0 0 0 0,-1 0 0 0 0,0-1 0 0 0,0 1 0 0 0,0-1 0 0 0,0 1 0 0 0,0-1 0 0 0,-1 0 0 0 0,1 0 0 0 0,-1 0 0 0 0,0 0 0 0 0,0 0 0 0 0,0 0-1 0 0,0 0 1 0 0,0 0 0 0 0,-1 0 0 0 0,1 0 0 0 0,-1 0 0 0 0,0-1 0 0 0,0 1 0 0 0,0 0 0 0 0,-1-4 0 0 0,0 4 1 0 0,1 1 1 0 0,-1-1-1 0 0,0 0 0 0 0,0 1 1 0 0,0-1-1 0 0,-1 1 0 0 0,1-1 1 0 0,0 1-1 0 0,-1 0 0 0 0,0 0 1 0 0,1-1-1 0 0,-1 1 0 0 0,0 0 1 0 0,0 0-1 0 0,0 1 0 0 0,-1-1 1 0 0,1 0-1 0 0,0 1 0 0 0,-1-1 1 0 0,1 1-1 0 0,-1 0 0 0 0,1 0 1 0 0,-1 0-1 0 0,1 0 0 0 0,-1 0 1 0 0,0 1-1 0 0,0-1 0 0 0,1 1 1 0 0,-1-1-1 0 0,0 1 0 0 0,-5 1 1 0 0,6-2-70 0 0,-1 1-1 0 0,1 0 1 0 0,-1 1 0 0 0,1-1 0 0 0,0 0 0 0 0,-1 1 0 0 0,1-1 0 0 0,-1 1 0 0 0,1 0-1 0 0,0-1 1 0 0,0 1 0 0 0,-1 1 0 0 0,1-1 0 0 0,0 0 0 0 0,0 0 0 0 0,0 1 0 0 0,0-1 0 0 0,0 1-1 0 0,0 0 1 0 0,1-1 0 0 0,-1 1 0 0 0,0 0 0 0 0,1 0 0 0 0,0 0 0 0 0,-1 0 0 0 0,1 0 0 0 0,0 1-1 0 0,0-1 1 0 0,0 0 0 0 0,0 0 0 0 0,1 1 0 0 0,-1-1 0 0 0,1 1 0 0 0,-1-1 0 0 0,1 4-1 0 0,0-2-250 0 0,1 0 0 0 0,1-1 0 0 0,-1 1 0 0 0,0 0-1 0 0,1-1 1 0 0,0 1 0 0 0,0-1 0 0 0,0 1-1 0 0,0-1 1 0 0,0 0 0 0 0,1 0 0 0 0,0 0 0 0 0,-1 0-1 0 0,1-1 1 0 0,0 1 0 0 0,0-1 0 0 0,1 1 0 0 0,-1-1-1 0 0,4 2 1 0 0,19 16 410 0 0,-15-7-113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0.4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50 213 6913 0 0,'-4'-7'37'0'0,"1"-1"-1"0"0,0 0 0 0 0,1 0 0 0 0,-3-11 0 0 0,-4-12 941 0 0,-5-3 508 0 0,4 5 5042 0 0,19 46-6367 0 0,0-1 0 0 0,10 33-1 0 0,-14-33-67 0 0,1 0-1 0 0,1 0 1 0 0,1-1-1 0 0,10 16 1 0 0,-6-14-105 0 0,2 0 1 0 0,0-1 0 0 0,27 24-1 0 0,-32-33 6 0 0,-1 0 0 0 0,2-1 0 0 0,-1 0-1 0 0,0 0 1 0 0,1-1 0 0 0,0 0-1 0 0,1-1 1 0 0,19 6 0 0 0,-29-9 45 0 0,0-1 0 0 0,1 0 0 0 0,-1 0 1 0 0,0 0-1 0 0,0 0 0 0 0,1 0 0 0 0,-1 0 0 0 0,0 0 0 0 0,0 0 0 0 0,0 0 1 0 0,1-1-1 0 0,-1 1 0 0 0,0 0 0 0 0,0-1 0 0 0,0 1 0 0 0,0-1 0 0 0,1 1 1 0 0,-1-1-1 0 0,0 0 0 0 0,0 1 0 0 0,0-1 0 0 0,0-1 0 0 0,1 0 22 0 0,0 0 0 0 0,0 0 0 0 0,-1-1-1 0 0,1 1 1 0 0,-1-1 0 0 0,0 1 0 0 0,1-1 0 0 0,-1 0-1 0 0,1-4 1 0 0,1-7 59 0 0,-1-1 1 0 0,0 0-1 0 0,0-16 0 0 0,-1 18-128 0 0,1-25 175 0 0,0 0-1 0 0,-3 1 1 0 0,-9-72 0 0 0,9 107-124 0 0,1-1 0 0 0,-1 1 1 0 0,1 0-1 0 0,0 0 0 0 0,0 0 1 0 0,0 0-1 0 0,0-1 0 0 0,0 1 1 0 0,0 0-1 0 0,1 0 0 0 0,-1 0 1 0 0,1 0-1 0 0,-1 0 0 0 0,1 0 1 0 0,0 0-1 0 0,2-4 0 0 0,-3 6-36 0 0,0-1 0 0 0,1 1 0 0 0,-1 0 0 0 0,1-1 0 0 0,-1 1 0 0 0,1 0 0 0 0,-1-1 0 0 0,1 1 0 0 0,-1 0 0 0 0,1 0 0 0 0,-1 0 0 0 0,1-1 0 0 0,-1 1 0 0 0,1 0 0 0 0,0 0 0 0 0,-1 0 0 0 0,1 0 0 0 0,-1 0 0 0 0,1 0 0 0 0,-1 0-1 0 0,1 0 1 0 0,0 0 0 0 0,0 0 0 0 0,20 13 49 0 0,-4 5 41 0 0,-1 0 0 0 0,-1 1 0 0 0,22 34 1 0 0,-24-31-172 0 0,2-1 1 0 0,1-1 0 0 0,22 23 0 0 0,17 14-2521 0 0,-20-16-4604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0.6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 3225 0 0,'-9'8'11759'0'0,"9"-7"-11498"0"0,9 19 2827 0 0,20 16-3547 0 0,-22-29-913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1.8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55 1 5529 0 0,'1'1'166'0'0,"-1"0"0"0"0,1 0 0 0 0,0 0 0 0 0,0 0 0 0 0,-1 0 0 0 0,1 0-1 0 0,0 0 1 0 0,0 0 0 0 0,0 0 0 0 0,0 0 0 0 0,0 0 0 0 0,0-1 0 0 0,0 1 0 0 0,1-1-1 0 0,-1 1 1 0 0,0 0 0 0 0,0-1 0 0 0,0 0 0 0 0,1 1 0 0 0,-1-1 0 0 0,0 0 0 0 0,0 0 0 0 0,2 1-1 0 0,32 4 1867 0 0,-11-6 292 0 0,-25-3-1257 0 0,-13-1-550 0 0,8 4-362 0 0,1-1 0 0 0,0 1 0 0 0,-1 1 0 0 0,1-1 0 0 0,0 1 0 0 0,-1 0 0 0 0,1 0 0 0 0,-1 1 0 0 0,1-1 0 0 0,-11 4 0 0 0,13-3-311 0 0,0 0 0 0 0,0 1 0 0 0,-1 0 0 0 0,1-1 0 0 0,0 1 0 0 0,1 0 0 0 0,-1 1 0 0 0,0-1 0 0 0,0 0 0 0 0,1 1 0 0 0,0-1 0 0 0,-1 1 0 0 0,1 0 0 0 0,0 0 0 0 0,0 0 0 0 0,0 0 0 0 0,1 0 0 0 0,-2 4 0 0 0,-2 10-2611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2.2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10 1840 0 0,'-2'-9'11820'0'0,"1"9"-11879"0"0,-15 7 456 0 0,16-7-436 0 0,-1 1 0 0 0,1-1 0 0 0,-1 0 1 0 0,1 1-1 0 0,-1-1 0 0 0,1 1 0 0 0,0-1 0 0 0,-1 0 0 0 0,1 1 0 0 0,-1-1 0 0 0,1 1 0 0 0,0-1 1 0 0,-1 1-1 0 0,1-1 0 0 0,0 1 0 0 0,0-1 0 0 0,0 1 0 0 0,-1 0 0 0 0,1-1 0 0 0,0 1 1 0 0,0-1-1 0 0,0 1 0 0 0,0 0 0 0 0,0-1 0 0 0,0 1 0 0 0,0-1 0 0 0,0 1 0 0 0,0-1 0 0 0,0 1 1 0 0,0 0-1 0 0,0-1 0 0 0,1 1 0 0 0,-1 0 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4.3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68 456 0 0,'-3'-2'190'0'0,"0"0"-1"0"0,1-1 1 0 0,0 1 0 0 0,0-1-1 0 0,0 1 1 0 0,0-1 0 0 0,0 0-1 0 0,0 0 1 0 0,1 0 0 0 0,-1 0-1 0 0,1 0 1 0 0,0-1-1 0 0,0 1 1 0 0,0 0 0 0 0,-11-22 10311 0 0,15 42-10148 0 0,0 1 1 0 0,1-1-1 0 0,1 0 1 0 0,0 0-1 0 0,2 0 1 0 0,0-1-1 0 0,12 20 1 0 0,-15-28-199 0 0,1-1 0 0 0,0 1 0 0 0,0-1 1 0 0,1 0-1 0 0,0 0 0 0 0,0-1 0 0 0,1 0 0 0 0,0 0 1 0 0,0-1-1 0 0,0 1 0 0 0,1-2 0 0 0,0 1 0 0 0,0-1 1 0 0,0 0-1 0 0,0-1 0 0 0,16 5 0 0 0,-24-8-166 0 0,1 1 0 0 0,0-1-1 0 0,0 0 1 0 0,-1 0 0 0 0,1 0 0 0 0,0 0 0 0 0,0 0-1 0 0,-1 0 1 0 0,1 0 0 0 0,0 0 0 0 0,0 0-1 0 0,-1 0 1 0 0,1-1 0 0 0,0 1 0 0 0,0 0 0 0 0,-1 0-1 0 0,1-1 1 0 0,0 1 0 0 0,-1 0 0 0 0,1-1 0 0 0,0 1-1 0 0,-1-1 1 0 0,1 1 0 0 0,-1-1 0 0 0,1 1-1 0 0,-1-1 1 0 0,1 1 0 0 0,-1-1 0 0 0,1 0 0 0 0,-1 1-1 0 0,1-1 1 0 0,-1 0 0 0 0,0 1 0 0 0,1-1-1 0 0,-1 0 1 0 0,0 1 0 0 0,0-1 0 0 0,1 0 0 0 0,-1-1-1 0 0,1-38-757 0 0,-1 18 508 0 0,5-23-12 0 0,14-56 1 0 0,5 150 2032 0 0,-13-22-1352 0 0,2-1 0 0 0,0 0 0 0 0,28 39-1 0 0,-31-53-626 0 0,0 0-1 0 0,0-1 0 0 0,15 12 0 0 0,-15-15-894 0 0,1 1 0 0 0,1-2 0 0 0,-1 0 0 0 0,14 6 0 0 0,-14-7-357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4.7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68 1376 0 0,'6'-7'688'0'0,"-1"0"0"0"0,1 1 0 0 0,1-1 0 0 0,12-9-1 0 0,-16 13-238 0 0,1 1 0 0 0,-1-1 0 0 0,1 1 0 0 0,0-1 0 0 0,0 1 0 0 0,0 0 0 0 0,0 1 0 0 0,0-1-1 0 0,0 1 1 0 0,0 0 0 0 0,7-2 0 0 0,-9 4-342 0 0,-1-1 0 0 0,0 1 0 0 0,1-1 0 0 0,-1 1 0 0 0,0-1 0 0 0,1 1-1 0 0,-1 0 1 0 0,0-1 0 0 0,0 1 0 0 0,0 0 0 0 0,0 0 0 0 0,0 0 0 0 0,0 0 0 0 0,0 0-1 0 0,0 0 1 0 0,0 0 0 0 0,0 0 0 0 0,0 0 0 0 0,-1 1 0 0 0,1-1 0 0 0,0 0 0 0 0,-1 0 0 0 0,1 1-1 0 0,-1-1 1 0 0,0 1 0 0 0,1-1 0 0 0,-1 0 0 0 0,0 1 0 0 0,0-1 0 0 0,0 1 0 0 0,0 1 0 0 0,1 51 1357 0 0,-1-48-1224 0 0,-3 30 543 0 0,1-28-401 0 0,1 0 0 0 0,0 0 1 0 0,1 0-1 0 0,-1 0 0 0 0,1 0 0 0 0,1 0 0 0 0,0 0 1 0 0,0 1-1 0 0,1-1 0 0 0,0 0 0 0 0,4 10 0 0 0,-6-17-354 0 0,1 0-1 0 0,0 0 1 0 0,0 0-1 0 0,-1-1 1 0 0,1 1-1 0 0,0 0 1 0 0,0 0-1 0 0,0-1 1 0 0,0 1-1 0 0,0-1 1 0 0,0 1-1 0 0,0-1 1 0 0,0 1-1 0 0,0-1 1 0 0,1 1-1 0 0,-1-1 1 0 0,0 0-1 0 0,0 0 1 0 0,0 0-1 0 0,0 0 1 0 0,1 0-1 0 0,-1 0 1 0 0,0 0-1 0 0,0 0 1 0 0,0 0-1 0 0,0 0 1 0 0,0-1-1 0 0,1 1 1 0 0,-1 0-1 0 0,0-1 1 0 0,0 1-1 0 0,0-1 1 0 0,0 1-1 0 0,0-1 1 0 0,0 0-1 0 0,0 1 1 0 0,1-2-1 0 0,36-27 805 0 0,-37 29-832 0 0,102-100-2521 0 0,-85 83 1633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5.8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61 303 3225 0 0,'-7'-19'1795'0'0,"-1"2"0"0"0,-1-1 0 0 0,0 1 0 0 0,-18-25 4297 0 0,54 76-4089 0 0,-5 14-1274 0 0,30 99 0 0 0,-37-96-605 0 0,2-2-1 0 0,32 63 0 0 0,-42-98-115 0 0,2 0-1 0 0,-1-1 1 0 0,1 0-1 0 0,1 0 1 0 0,1-1 0 0 0,-1-1-1 0 0,2 1 1 0 0,0-2-1 0 0,0 0 1 0 0,1 0-1 0 0,26 15 1 0 0,-36-23 45 0 0,0 0 0 0 0,1-1 0 0 0,-1 1 0 0 0,0-1 0 0 0,0 0 0 0 0,1 0-1 0 0,-1 0 1 0 0,1 0 0 0 0,-1-1 0 0 0,1 1 0 0 0,-1-1 0 0 0,1 0 0 0 0,-1 0 0 0 0,1 0 0 0 0,0 0 0 0 0,-1-1 0 0 0,6-1 0 0 0,-6 1-2 0 0,0-1 1 0 0,0 0-1 0 0,0 0 1 0 0,0 0 0 0 0,0-1-1 0 0,-1 1 1 0 0,1 0 0 0 0,-1-1-1 0 0,1 0 1 0 0,-1 0-1 0 0,0 1 1 0 0,0-1 0 0 0,-1 0-1 0 0,1-1 1 0 0,0 1 0 0 0,-1 0-1 0 0,2-7 1 0 0,3-10 52 0 0,0 1 1 0 0,-2-2-1 0 0,-1 1 1 0 0,2-29-1 0 0,-4-87-5 0 0,-1 58-85 0 0,8-61 53 0 0,1-41-419 0 0,-10 174 224 0 0,0-1 0 0 0,0 0 0 0 0,0 0 0 0 0,-1 1 0 0 0,-4-14-1 0 0,-3-1-4018 0 0,5 12 502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6.1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6449 0 0,'2'9'9372'0'0,"5"13"-6077"0"0,10 44-1388 0 0,-3 45-703 0 0,-11-75-1518 0 0,1-1 1 0 0,2 0-1 0 0,1 0 1 0 0,16 46-1 0 0,-9-56-1808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6.5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0 166 2304 0 0,'2'-8'211'0'0,"-1"1"0"0"0,1-1 0 0 0,1 1 0 0 0,-1-1 0 0 0,1 1 0 0 0,1 0-1 0 0,-1 0 1 0 0,1 0 0 0 0,0 0 0 0 0,1 1 0 0 0,0 0 0 0 0,5-6-1 0 0,-3 4 783 0 0,1 1 0 0 0,-1 0 0 0 0,1 0 0 0 0,1 1-1 0 0,-1 0 1 0 0,1 1 0 0 0,0 0 0 0 0,16-7-1 0 0,-23 11-917 0 0,0 0 0 0 0,0 0 0 0 0,-1 1 1 0 0,1-1-1 0 0,0 1 0 0 0,0-1 0 0 0,0 1 0 0 0,0 0 0 0 0,0-1 0 0 0,0 1 0 0 0,0 0 0 0 0,0 0 0 0 0,0 1 0 0 0,0-1 0 0 0,0 0 0 0 0,0 1 0 0 0,-1-1 0 0 0,1 1 0 0 0,0-1 0 0 0,0 1 0 0 0,0 0 0 0 0,-1 0 0 0 0,1 0 1 0 0,0 0-1 0 0,-1 0 0 0 0,1 0 0 0 0,-1 1 0 0 0,1-1 0 0 0,-1 0 0 0 0,1 1 0 0 0,-1-1 0 0 0,0 1 0 0 0,0-1 0 0 0,0 1 0 0 0,0 0 0 0 0,0 0 0 0 0,0-1 0 0 0,0 1 0 0 0,-1 0 0 0 0,1 0 0 0 0,-1 0 0 0 0,1 0 0 0 0,-1 3 1 0 0,2 5-58 0 0,-1-1 0 0 0,0 1 1 0 0,0 0-1 0 0,-1 0 1 0 0,-1-1-1 0 0,1 1 1 0 0,-4 14-1 0 0,-5 8 221 0 0,-2-2 0 0 0,0 1 0 0 0,-19 32 0 0 0,1 1 2458 0 0,29-64-2672 0 0,0 0 0 0 0,-1 1 0 0 0,1-1 0 0 0,0 0 0 0 0,0 0 0 0 0,0 1 0 0 0,0-1 0 0 0,0 0 0 0 0,0 1 0 0 0,0-1 0 0 0,0 0 0 0 0,-1 0 0 0 0,1 1 0 0 0,0-1 0 0 0,0 0 0 0 0,0 1 1 0 0,0-1-1 0 0,1 0 0 0 0,-1 1 0 0 0,0-1 0 0 0,0 0 0 0 0,0 0 0 0 0,0 1 0 0 0,0-1 0 0 0,0 0 0 0 0,0 1 0 0 0,1-1 0 0 0,-1 0 0 0 0,0 0 0 0 0,0 1 0 0 0,0-1 0 0 0,0 0 0 0 0,1 0 0 0 0,-1 0 0 0 0,0 1 0 0 0,0-1 0 0 0,1 0 0 0 0,-1 0 0 0 0,0 0 0 0 0,0 0 0 0 0,1 1 0 0 0,17-1 331 0 0,19-9-236 0 0,-37 9-117 0 0,45-15-334 0 0,59-16-371 0 0,-87 27-1999 0 0,0 2-1 0 0,22-2 1 0 0,-22 4-3117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6.8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4145 0 0,'2'4'15176'0'0,"7"12"-11930"0"0,-5-9-3252 0 0,-1 0 1 0 0,0 0-1 0 0,-1 0 1 0 0,3 10-1 0 0,-1 17 371 0 0,-1 67 0 0 0,-4-64-2556 0 0,7 55 0 0 0,-2-73-4733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7.0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71 3225 0 0,'14'-10'581'0'0,"0"1"1"0"0,0 0 0 0 0,1 1-1 0 0,0 1 1 0 0,1 0-1 0 0,-1 1 1 0 0,1 1 0 0 0,24-5-1 0 0,-38 10-820 0 0,0 0 0 0 0,0 1 0 0 0,0-1 0 0 0,0 0 0 0 0,0 1 1 0 0,0-1-1 0 0,0 1 0 0 0,0 0 0 0 0,0 0 0 0 0,0-1 0 0 0,0 1 0 0 0,0 0 0 0 0,-1 1 0 0 0,1-1 0 0 0,0 0 0 0 0,-1 0 0 0 0,3 3 0 0 0,-1 2 146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7.2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69 2304 0 0,'29'-17'4409'0'0,"-17"11"-3768"0"0,-2-1-574 0 0,0 1 0 0 0,0 0 0 0 0,1 1 0 0 0,0 0 0 0 0,0 0 0 0 0,0 1 0 0 0,16-3 0 0 0,-17 7-67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7.9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38 253 5065 0 0,'-9'-13'1888'0'0,"3"6"-429"0"0,1-1 1 0 0,0 0 0 0 0,1 0-1 0 0,-4-9 1 0 0,30 87-1009 0 0,-5-15 874 0 0,2 0 0 0 0,49 98-1 0 0,-59-137-1128 0 0,0-1 0 0 0,1 0 0 0 0,1-1 0 0 0,0 0 0 0 0,1-1 0 0 0,1 0 0 0 0,-1-1 0 0 0,2 0 0 0 0,0-1 1 0 0,0-1-1 0 0,1 0 0 0 0,1-1 0 0 0,31 14 0 0 0,-41-21-169 0 0,1 1 0 0 0,0-1 0 0 0,0-1 0 0 0,0 1 0 0 0,1-1 1 0 0,-1 0-1 0 0,0-1 0 0 0,0 0 0 0 0,1 0 0 0 0,-1 0 1 0 0,0-1-1 0 0,0 0 0 0 0,0-1 0 0 0,0 0 0 0 0,0 0 1 0 0,8-3-1 0 0,-9 2-2 0 0,-1 1 1 0 0,0-1 0 0 0,0-1-1 0 0,0 1 1 0 0,0-1 0 0 0,-1 0 0 0 0,1 0-1 0 0,-1 0 1 0 0,0 0 0 0 0,0-1-1 0 0,0 0 1 0 0,-1 0 0 0 0,0 0 0 0 0,0 0-1 0 0,0 0 1 0 0,0-1 0 0 0,-1 1-1 0 0,0-1 1 0 0,2-10 0 0 0,0-6 56 0 0,0-1 0 0 0,-2 0 1 0 0,-1 0-1 0 0,-2-25 0 0 0,-13-94 117 0 0,5 70-132 0 0,4 11-38 0 0,3 31-103 0 0,-1-1 0 0 0,-1 1 0 0 0,-1 0 0 0 0,-11-30 0 0 0,11 47-447 0 0,5 13 461 0 0,0 0 0 0 0,0 0 0 0 0,0-1 0 0 0,-1 1 0 0 0,1 0 0 0 0,0 0 1 0 0,0-1-1 0 0,0 1 0 0 0,0 0 0 0 0,0 0 0 0 0,0-1 0 0 0,-1 1 0 0 0,1 0 1 0 0,0 0-1 0 0,0 0 0 0 0,0 0 0 0 0,-1-1 0 0 0,1 1 0 0 0,0 0 0 0 0,0 0 1 0 0,-1 0-1 0 0,1 0 0 0 0,0 0 0 0 0,0-1 0 0 0,-1 1 0 0 0,1 0 0 0 0,0 0 0 0 0,0 0 1 0 0,-1 0-1 0 0,1 0 0 0 0,0 0 0 0 0,0 0 0 0 0,-1 0 0 0 0,1 0 0 0 0,0 0 1 0 0,0 0-1 0 0,-1 0 0 0 0,1 0 0 0 0,0 0 0 0 0,-1 0 0 0 0,1 0 0 0 0,0 1 1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8.5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0 920 0 0,'3'4'2591'0'0,"-4"0"-2820"0"0,1-3 283 0 0,0 1 35 0 0,-1 1 0 0 0,0-1 0 0 0,1 0 0 0 0,-1 0 0 0 0,0 0 0 0 0,0 0 0 0 0,0 0-1 0 0,0 0 1 0 0,0 0 0 0 0,-3 3 0 0 0,5-6 92 0 0,-1 1 0 0 0,1 0 0 0 0,0-1 0 0 0,-1 1 0 0 0,1 0-1 0 0,0 0 1 0 0,0-1 0 0 0,-1 1 0 0 0,1 0 0 0 0,0 0 0 0 0,0 0 0 0 0,0 0-1 0 0,-1 0 1 0 0,1 0 0 0 0,0 0 0 0 0,0 0 0 0 0,0 0 0 0 0,-1 0 0 0 0,1 1 0 0 0,0-1-1 0 0,0 0 1 0 0,-1 0 0 0 0,1 1 0 0 0,0-1 0 0 0,-1 1 0 0 0,1-1 0 0 0,0 0-1 0 0,-1 1 1 0 0,1-1 0 0 0,-1 1 0 0 0,1 0 0 0 0,0-1 0 0 0,-1 1 0 0 0,1-1-1 0 0,-1 1 1 0 0,0 0 0 0 0,1-1 0 0 0,-1 1 0 0 0,0 0 0 0 0,1 1 0 0 0,22 37 2640 0 0,-18-29-1417 0 0,9 18-100 0 0,-1 0-1 0 0,18 59 0 0 0,-19-51-928 0 0,18 42 0 0 0,-25-69-246 0 0,0 0-1 0 0,1 0 0 0 0,-1-1 1 0 0,2 1-1 0 0,-1-1 1 0 0,1-1-1 0 0,0 1 1 0 0,13 10-1 0 0,-15-15-246 0 0,0 1 0 0 0,1-1 0 0 0,-1 0 0 0 0,0-1 0 0 0,1 1 0 0 0,11 3 0 0 0,-13-5-480 0 0,0-1 0 0 0,1 1 0 0 0,-1 0 0 0 0,1-1-1 0 0,0 0 1 0 0,-1 0 0 0 0,1 0 0 0 0,-1-1-1 0 0,10-2 1 0 0,4-2-5835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8.8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5529 0 0,'6'67'9452'0'0,"11"-1"-4308"0"0,7-1-4278 0 0,4-5-4249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9.1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1 148 8290 0 0,'2'-3'318'0'0,"1"1"0"0"0,0 0 0 0 0,0 0 0 0 0,0 1 0 0 0,0-1 0 0 0,0 0 1 0 0,0 1-1 0 0,1 0 0 0 0,4-1 0 0 0,-3-1-17 0 0,202-75 7001 0 0,-136 55-8748 0 0,-1 3-3601 0 0,-45 14-380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39.8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1 107 5529 0 0,'0'-19'4077'0'0,"1"19"-3891"0"0,-1 0 1 0 0,1 0-1 0 0,-1 0 0 0 0,1-1 0 0 0,0 1 49 0 0,0 0 0 0 0,0-1 0 0 0,0 1 0 0 0,0 0 0 0 0,0 0 0 0 0,0 0 0 0 0,0 0 0 0 0,0 0 0 0 0,0 0 0 0 0,0 0 0 0 0,0 0 0 0 0,0 0 0 0 0,-1 0 0 0 0,1 1 0 0 0,0-1 0 0 0,0 0 0 0 0,0 1 0 0 0,0-1 0 0 0,0 0 0 0 0,0 1 0 0 0,-1-1 0 0 0,1 1-1 0 0,0 0 1 0 0,0-1 0 0 0,-1 1 0 0 0,1 0 0 0 0,0-1 0 0 0,-1 1 0 0 0,1 0 0 0 0,8 17 214 0 0,-2-1 0 0 0,0 1-1 0 0,-1 0 1 0 0,-1 0-1 0 0,4 27 1 0 0,5 15-213 0 0,-5-24-208 0 0,3-1 0 0 0,28 63 0 0 0,-36-89-8 0 0,1-1-1 0 0,-1 0 1 0 0,1 0 0 0 0,0-1 0 0 0,1 0-1 0 0,0 0 1 0 0,0 0 0 0 0,1 0 0 0 0,-1-1 0 0 0,1 0-1 0 0,1-1 1 0 0,-1 1 0 0 0,1-1 0 0 0,0-1-1 0 0,0 0 1 0 0,0 0 0 0 0,13 4 0 0 0,-19-7-16 0 0,1 0 1 0 0,-1-1-1 0 0,1 1 1 0 0,0-1-1 0 0,-1 1 1 0 0,1-1-1 0 0,0 0 1 0 0,-1 0-1 0 0,1 0 0 0 0,-1-1 1 0 0,1 1-1 0 0,0 0 1 0 0,-1-1-1 0 0,1 0 1 0 0,-1 0-1 0 0,1 1 1 0 0,-1-2-1 0 0,1 1 1 0 0,-1 0-1 0 0,0 0 1 0 0,1-1-1 0 0,-1 1 0 0 0,0-1 1 0 0,3-3-1 0 0,-1 0 4 0 0,-1 0-1 0 0,0 0 0 0 0,0 0 1 0 0,-1 0-1 0 0,0-1 0 0 0,0 1 1 0 0,0-1-1 0 0,0 1 0 0 0,-1-1 1 0 0,1-8-1 0 0,17-187 14 0 0,-17 144-155 0 0,3 0-1 0 0,2 1 0 0 0,16-60 0 0 0,-23 115 141 0 0,0 1 0 0 0,0 0 0 0 0,0 0 0 0 0,0 0-1 0 0,0 0 1 0 0,0 0 0 0 0,0-1 0 0 0,0 1 0 0 0,0 0-1 0 0,0 0 1 0 0,0 0 0 0 0,1 0 0 0 0,-1-1 0 0 0,0 1-1 0 0,0 0 1 0 0,0 0 0 0 0,0 0 0 0 0,0 0-1 0 0,0 0 1 0 0,0 0 0 0 0,0-1 0 0 0,1 1 0 0 0,-1 0-1 0 0,0 0 1 0 0,0 0 0 0 0,0 0 0 0 0,0 0 0 0 0,0 0-1 0 0,1 0 1 0 0,-1 0 0 0 0,0 0 0 0 0,0 0 0 0 0,0 0-1 0 0,0 0 1 0 0,1 0 0 0 0,-1 0 0 0 0,0 0 0 0 0,0 0-1 0 0,0 0 1 0 0,0 0 0 0 0,0 0 0 0 0,1 0-1 0 0,-1 0 1 0 0,0 0 0 0 0,0 0 0 0 0,0 0 0 0 0,0 0-1 0 0,1 0 1 0 0,-1 0 0 0 0,0 0 0 0 0,0 0 0 0 0,0 0-1 0 0,0 1 1 0 0,10 10 213 0 0,4 15 58 0 0,115 264 507 0 0,-115-260-1997 0 0,21 34 1 0 0,-25-46-5933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5:40.3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64 8754 0 0,'0'0'65'0'0,"0"-1"0"0"0,-1 1 0 0 0,1 0 0 0 0,-1-1 0 0 0,1 1 0 0 0,0-1 0 0 0,0 1 0 0 0,-1-1 0 0 0,1 1 0 0 0,0-1 0 0 0,0 1 0 0 0,0-1 0 0 0,-1 1 0 0 0,1-1 0 0 0,0 1 0 0 0,0-1 0 0 0,0 1 0 0 0,0-1-1 0 0,0 1 1 0 0,0-1 0 0 0,0 0 0 0 0,0 1 0 0 0,0-1 0 0 0,1 1 0 0 0,-1-1 0 0 0,0 1 0 0 0,0-1 0 0 0,0 1 0 0 0,0-1 0 0 0,1 1 0 0 0,-1-1 0 0 0,17-15 2012 0 0,23-5 1618 0 0,-34 19-3419 0 0,0 0 0 0 0,0 0 1 0 0,-1 1-1 0 0,1-1 0 0 0,0 2 1 0 0,0-1-1 0 0,1 1 0 0 0,-1-1 1 0 0,0 2-1 0 0,0-1 0 0 0,8 2 1 0 0,-12-1-275 0 0,0 0 0 0 0,0-1 1 0 0,1 1-1 0 0,-2 0 1 0 0,1 0-1 0 0,0 1 0 0 0,0-1 1 0 0,0 0-1 0 0,0 1 1 0 0,-1-1-1 0 0,1 1 1 0 0,-1-1-1 0 0,1 1 0 0 0,-1 0 1 0 0,0 0-1 0 0,1-1 1 0 0,-1 1-1 0 0,0 0 1 0 0,0 0-1 0 0,-1 0 0 0 0,1 0 1 0 0,0 1-1 0 0,-1-1 1 0 0,1 0-1 0 0,-1 0 1 0 0,1 0-1 0 0,-1 0 0 0 0,0 1 1 0 0,0-1-1 0 0,0 0 1 0 0,0 0-1 0 0,-1 1 1 0 0,0 2-1 0 0,-8 56-18 0 0,5-44 66 0 0,2 1 0 0 0,0-1 0 0 0,0 0 1 0 0,3 33-1 0 0,-1-49 9 0 0,0 1 1 0 0,0 0 0 0 0,1-1-1 0 0,-1 1 1 0 0,0-1 0 0 0,1 1 0 0 0,0-1-1 0 0,-1 1 1 0 0,1-1 0 0 0,0 1-1 0 0,0-1 1 0 0,0 0 0 0 0,0 1-1 0 0,0-1 1 0 0,0 0 0 0 0,0 0 0 0 0,0 0-1 0 0,1 0 1 0 0,-1 0 0 0 0,0 0-1 0 0,2 1 1 0 0,0-1 3 0 0,0 0 0 0 0,0 0 0 0 0,0 0 0 0 0,0 0 0 0 0,0-1 0 0 0,0 1 0 0 0,0-1 0 0 0,0 0 0 0 0,0 0 0 0 0,5 0 0 0 0,8-3 38 0 0,0 0 0 0 0,-1-1 0 0 0,25-9 0 0 0,-26 8-48 0 0,210-78-2516 0 0,-194 76-854 0 0,-18 6 1607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4.5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100 533 3225 0 0,'-9'-15'648'0'0,"-1"1"0"0"0,-1 0 0 0 0,0 0 0 0 0,-1 1 0 0 0,0 1 1 0 0,-15-13-1 0 0,20 14 1068 0 0,15 6-497 0 0,-6 5-1130 0 0,0 0 0 0 0,0 0 1 0 0,0 0-1 0 0,0 0 0 0 0,-1 1 1 0 0,1-1-1 0 0,0 0 1 0 0,0 1-1 0 0,0-1 0 0 0,0 1 1 0 0,0 0-1 0 0,2 1 1 0 0,25 20 975 0 0,0 2 1 0 0,26 29 0 0 0,-31-28-553 0 0,1-2 0 0 0,51 37-1 0 0,-27-27-337 0 0,-25-15-123 0 0,0-2 1 0 0,1-1 0 0 0,1 0-1 0 0,0-2 1 0 0,1-1-1 0 0,31 9 1 0 0,-56-20-20 0 0,0-1 0 0 0,0 1 0 0 0,1-1 1 0 0,-1 0-1 0 0,0 0 0 0 0,0 1 0 0 0,0-1 0 0 0,0 0 0 0 0,0-1 0 0 0,0 1 1 0 0,0 0-1 0 0,0-1 0 0 0,0 1 0 0 0,0-1 0 0 0,0 0 0 0 0,0 1 1 0 0,0-1-1 0 0,0 0 0 0 0,0 0 0 0 0,0 0 0 0 0,-1-1 0 0 0,3-1 0 0 0,-2 1 76 0 0,1-1 0 0 0,-2 0-1 0 0,1 0 1 0 0,0 0-1 0 0,0 0 1 0 0,-1 0 0 0 0,0 0-1 0 0,1 0 1 0 0,-1 0-1 0 0,0-1 1 0 0,-1 1 0 0 0,1-6-1 0 0,1-7 308 0 0,-2 0-1 0 0,0 0 1 0 0,-1 0-1 0 0,-5-29 1 0 0,-61-234 760 0 0,1-1-1092 0 0,65 276-145 0 0,0 0-77 0 0,0 0-1 0 0,1-1 1 0 0,-1 1-1 0 0,1 0 1 0 0,0 0-1 0 0,0 0 1 0 0,1-5 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5.0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50 133 456 0 0,'-3'-11'617'0'0,"1"0"-1"0"0,0-1 1 0 0,0 1-1 0 0,1-15 1 0 0,1 15 357 0 0,-1-1 0 0 0,0 1 0 0 0,-1 0 0 0 0,-8-6 4079 0 0,-2 64-3006 0 0,9-26-1816 0 0,-1-1-88 0 0,1 0 0 0 0,1 1 0 0 0,1-1 1 0 0,2 36-1 0 0,-1-51-141 0 0,1-1 1 0 0,0 1 0 0 0,0-1 0 0 0,0 1-1 0 0,0-1 1 0 0,1 1 0 0 0,0-1-1 0 0,0 0 1 0 0,0 0 0 0 0,0 0 0 0 0,0 0-1 0 0,1 0 1 0 0,0 0 0 0 0,0-1 0 0 0,0 0-1 0 0,0 1 1 0 0,1-1 0 0 0,-1 0-1 0 0,1 0 1 0 0,0-1 0 0 0,0 1 0 0 0,0-1-1 0 0,0 0 1 0 0,0 0 0 0 0,0 0 0 0 0,8 2-1 0 0,2-1-1 0 0,0-1-1 0 0,1 0 1 0 0,-1-1-1 0 0,21-1 1 0 0,-26-1-7 0 0,1 0 1 0 0,-1 1-1 0 0,0 0 1 0 0,1 1-1 0 0,-1 0 1 0 0,0 1-1 0 0,0 0 1 0 0,0 0-1 0 0,0 1 1 0 0,0 0-1 0 0,-1 0 1 0 0,16 9-1 0 0,-23-11 12 0 0,1 1-1 0 0,0 0 1 0 0,-1 0-1 0 0,0 0 1 0 0,1 0 0 0 0,-1 0-1 0 0,0 0 1 0 0,0 0-1 0 0,0 0 1 0 0,0 1 0 0 0,-1-1-1 0 0,1 0 1 0 0,-1 1 0 0 0,1-1-1 0 0,-1 0 1 0 0,0 1-1 0 0,0-1 1 0 0,0 0 0 0 0,0 1-1 0 0,0-1 1 0 0,0 0-1 0 0,-1 1 1 0 0,1-1 0 0 0,-1 0-1 0 0,0 1 1 0 0,0-1-1 0 0,-1 3 1 0 0,-3 10 136 0 0,-2 0 0 0 0,-14 25 0 0 0,17-33-74 0 0,0 2-64 0 0,-24 35 214 0 0,27-42-244 0 0,-1 0 0 0 0,1 0 0 0 0,-1-1 0 0 0,1 1 1 0 0,-1 0-1 0 0,0-1 0 0 0,0 1 0 0 0,1-1 0 0 0,-1 1 0 0 0,0-1 0 0 0,0 0 0 0 0,-1 0 1 0 0,1 0-1 0 0,0 0 0 0 0,0 0 0 0 0,0-1 0 0 0,-1 1 0 0 0,-2 0 0 0 0,-6-6-1975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5.2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26 4609 0 0,'13'5'9253'0'0,"0"-9"-6206"0"0,12-16-5012 0 0,-17 13 1911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5.3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0 174 6913 0 0,'4'-4'305'0'0,"-1"1"63"0"0,0-1-296 0 0,-1 0-72 0 0,0 3 0 0 0,0-2 0 0 0,2-2-352 0 0,3-3-81 0 0,4-7-15 0 0,3-4-8 0 0,1 0 456 0 0,-1 2 96 0 0,-2 0 24 0 0,0-1 0 0 0,-2 2-120 0 0,0-4 0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6.0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5 427 6913 0 0,'-1'-5'660'0'0,"-1"0"0"0"0,2 0 0 0 0,-1 0-1 0 0,0 0 1 0 0,1-1 0 0 0,0 1 0 0 0,1 0-1 0 0,-1 0 1 0 0,3-10 0 0 0,-3 15-596 0 0,1 0 1 0 0,-1 0 0 0 0,1 0-1 0 0,-1 0 1 0 0,0 0-1 0 0,1 0 1 0 0,-1 0 0 0 0,1 0-1 0 0,-1 0 1 0 0,1 0-1 0 0,-1 0 1 0 0,1 0 0 0 0,-1 0-1 0 0,1 0 1 0 0,-1 0-1 0 0,1 0 1 0 0,-1 1 0 0 0,0-1-1 0 0,1 0 1 0 0,-1 0-1 0 0,1 1 1 0 0,-1-1-1 0 0,0 0 1 0 0,1 0 0 0 0,-1 1-1 0 0,0-1 1 0 0,1 0-1 0 0,-1 1 1 0 0,0-1 0 0 0,1 1-1 0 0,-1-1 1 0 0,0 0-1 0 0,0 1 1 0 0,1 0 0 0 0,13 18 511 0 0,-11-15-362 0 0,15 19 1 0 0,1-1 0 0 0,1 0-1 0 0,1-2 1 0 0,1 0-1 0 0,45 31 1 0 0,-48-39-92 0 0,0 0 0 0 0,0-2 0 0 0,1 0 0 0 0,0-2 0 0 0,0 0-1 0 0,1-1 1 0 0,0-1 0 0 0,35 5 0 0 0,-49-10-101 0 0,0 0-1 0 0,-1-1 1 0 0,1 0-1 0 0,0 0 1 0 0,0 0-1 0 0,-1-1 1 0 0,1 0-1 0 0,-1-1 1 0 0,1 1-1 0 0,-1-1 1 0 0,1 0 0 0 0,8-5-1 0 0,-11 4 0 0 0,0 1-1 0 0,-1-1 1 0 0,1 0 0 0 0,0 0-1 0 0,-1-1 1 0 0,0 1 0 0 0,0 0-1 0 0,0-1 1 0 0,0 0-1 0 0,-1 0 1 0 0,1 0 0 0 0,-1 0-1 0 0,0 0 1 0 0,0-1 0 0 0,-1 1-1 0 0,1 0 1 0 0,-1-1 0 0 0,1-7-1 0 0,2-12 157 0 0,-2-1 1 0 0,-1 1-1 0 0,-1-1 0 0 0,0 1 0 0 0,-6-26 0 0 0,-26-125 244 0 0,20 122-244 0 0,8 35-135 0 0,-10-47 80 0 0,12 60-96 0 0,0-1 1 0 0,0 1 0 0 0,0 0-1 0 0,0 0 1 0 0,-1 0 0 0 0,0 0-1 0 0,0 0 1 0 0,-6-7 0 0 0,8 11-19 0 0,1 1 1 0 0,-1-1-1 0 0,1 0 1 0 0,-1 1-1 0 0,1-1 1 0 0,-1 0-1 0 0,0 1 1 0 0,1-1-1 0 0,-1 1 1 0 0,0-1-1 0 0,1 1 1 0 0,-1-1-1 0 0,0 1 1 0 0,1 0-1 0 0,-1-1 1 0 0,0 1-1 0 0,0 0 1 0 0,1 0-1 0 0,-1 0 1 0 0,0-1-1 0 0,0 1 1 0 0,0 0-1 0 0,0 0 1 0 0,0 1 3 0 0,1-1 0 0 0,0 1 0 0 0,-1 0 1 0 0,1-1-1 0 0,0 1 0 0 0,0 0 1 0 0,-1-1-1 0 0,1 1 0 0 0,0 0 1 0 0,0 0-1 0 0,0-1 0 0 0,0 1 0 0 0,0 0 1 0 0,0-1-1 0 0,0 1 0 0 0,0 0 1 0 0,0 0-1 0 0,0-1 0 0 0,1 2 1 0 0,13 40 174 0 0,3-10-180 0 0,2 0-1 0 0,1-1 1 0 0,1-1 0 0 0,2-1-1 0 0,1-1 1 0 0,1-1 0 0 0,2-2-1 0 0,0 0 1 0 0,2-2 0 0 0,62 40-1 0 0,-16-22-2014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6.3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 2761 0 0,'3'-12'13498'0'0,"9"26"-12752"0"0,-1 1-1 0 0,0 0 0 0 0,17 32 0 0 0,-18-28-144 0 0,2-1 0 0 0,-1 0 0 0 0,22 25 1 0 0,-22-33-2096 0 0,-1 1 0 0 0,1-1 1 0 0,15 9-1 0 0,-10-8-5238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6.9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1 278 5985 0 0,'5'-7'490'0'0,"0"-1"1"0"0,0 1-1 0 0,1 1 0 0 0,14-13 0 0 0,1-3 479 0 0,27-34 1721 0 0,-23 24-976 0 0,2 2 0 0 0,49-45 0 0 0,-56 64-1395 0 0,-20 11-371 0 0,1-1-1 0 0,-1 1 1 0 0,0 0-1 0 0,0-1 1 0 0,1 1-1 0 0,-1 0 1 0 0,0 0 0 0 0,1-1-1 0 0,-1 1 1 0 0,1 0-1 0 0,-1 0 1 0 0,0 0 0 0 0,1-1-1 0 0,-1 1 1 0 0,1 0-1 0 0,-1 0 1 0 0,1 0-1 0 0,-1 0 1 0 0,0 0 0 0 0,1 0-1 0 0,-1 0 1 0 0,1 0-1 0 0,-1 0 1 0 0,1 0-1 0 0,-1 0 1 0 0,0 0 0 0 0,1 0-1 0 0,-1 1 1 0 0,1-1-1 0 0,-1 0 1 0 0,1 0-1 0 0,-1 0 1 0 0,0 0 0 0 0,1 1-1 0 0,-1-1 1 0 0,0 0-1 0 0,1 1 1 0 0,-1-1 0 0 0,0 0-1 0 0,1 0 1 0 0,-1 1-1 0 0,0-1 1 0 0,0 0-1 0 0,1 1 1 0 0,-1 0 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7.4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24 229 456 0 0,'-1'-1'140'0'0,"1"1"-1"0"0,-1 0 1 0 0,1 0 0 0 0,0-1-1 0 0,-1 1 1 0 0,1 0-1 0 0,-1 0 1 0 0,1 0 0 0 0,-1 0-1 0 0,1-1 1 0 0,0 1-1 0 0,-1 0 1 0 0,1 0 0 0 0,-1 0-1 0 0,1 0 1 0 0,-1 0-1 0 0,1 0 1 0 0,-1 0 0 0 0,1 0-1 0 0,-1 1 1 0 0,1-1-1 0 0,-1 0 1 0 0,1 0 0 0 0,0 0-1 0 0,-1 0 1 0 0,1 0-1 0 0,-1 1 1 0 0,1-1 0 0 0,0 0-1 0 0,-1 0 1 0 0,1 1-1 0 0,-1-1 1 0 0,1 0 0 0 0,0 1-1 0 0,0-1 1 0 0,-1 0-1 0 0,1 1 1 0 0,0-1 0 0 0,-1 1-1 0 0,1-1 1 0 0,0 0-1 0 0,0 1 1 0 0,0 0 0 0 0,-7 31 2393 0 0,7-17-1841 0 0,1 0-1 0 0,3 24 0 0 0,-2-29-530 0 0,1 0-1 0 0,0 0 1 0 0,0 0-1 0 0,1 0 1 0 0,1 0-1 0 0,0-1 1 0 0,0 1-1 0 0,1-1 1 0 0,0-1-1 0 0,0 1 1 0 0,1-1-1 0 0,0 0 1 0 0,0-1-1 0 0,10 8 0 0 0,-5-6-20 0 0,1 0 0 0 0,0-1 0 0 0,0 0 0 0 0,0-1-1 0 0,1-1 1 0 0,1 0 0 0 0,-1-1 0 0 0,1 0-1 0 0,18 3 1 0 0,-28-7-84 0 0,-1-1 0 0 0,1 1 0 0 0,0-1 0 0 0,0 0 1 0 0,-1 0-1 0 0,1 0 0 0 0,0 0 0 0 0,0-1 0 0 0,-1 0 0 0 0,1 0 0 0 0,0 0 0 0 0,-1 0 0 0 0,1-1 0 0 0,-1 0 0 0 0,0 0 0 0 0,0 0 0 0 0,1-1 0 0 0,-1 1 0 0 0,-1-1 1 0 0,1 0-1 0 0,0 0 0 0 0,-1 0 0 0 0,1-1 0 0 0,-1 1 0 0 0,0-1 0 0 0,0 0 0 0 0,-1 1 0 0 0,1-2 0 0 0,-1 1 0 0 0,1 0 0 0 0,-1 0 0 0 0,-1-1 0 0 0,3-7 1 0 0,-1 2 128 0 0,0 0 1 0 0,0-1-1 0 0,-1 1 1 0 0,-1-1-1 0 0,0 0 1 0 0,0 1-1 0 0,-1-1 1 0 0,-1 0-1 0 0,0 0 1 0 0,0 1-1 0 0,-1-1 1 0 0,0 1-1 0 0,-1-1 1 0 0,-4-11-1 0 0,-6-6 192 0 0,-1 1 0 0 0,0 1-1 0 0,-2 1 1 0 0,-1 0 0 0 0,-39-43 0 0 0,48 59-439 0 0,-1 0 0 0 0,0 0 1 0 0,-1 1-1 0 0,0 0 0 0 0,0 1 1 0 0,-1 0-1 0 0,0 1 0 0 0,0 0 1 0 0,-1 0-1 0 0,1 1 0 0 0,-1 1 1 0 0,0 0-1 0 0,-1 1 0 0 0,1 0 1 0 0,0 0-1 0 0,-20 0 0 0 0,13 4-5028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7.8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0 157 10138 0 0,'1'-5'11'0'0,"0"0"-1"0"0,0 0 0 0 0,0 0 1 0 0,1 0-1 0 0,-1 1 1 0 0,1-1-1 0 0,0 1 1 0 0,5-8-1 0 0,-1 0 142 0 0,-4 6-225 0 0,0 1 0 0 0,0-1 0 0 0,1 1 1 0 0,0-1-1 0 0,0 1 0 0 0,0 0 1 0 0,0 0-1 0 0,1 0 0 0 0,0 0 0 0 0,0 1 1 0 0,0 0-1 0 0,1-1 0 0 0,0 2 1 0 0,-1-1-1 0 0,1 0 0 0 0,1 1 0 0 0,-1 0 1 0 0,10-4-1 0 0,-4 2 73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7.9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48 3681 0 0,'6'-7'160'0'0,"-3"3"40"0"0,1-2-200 0 0,0 1 0 0 0,-3 1 0 0 0,2 0 0 0 0,1-3 0 0 0,1-3 0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8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42 323 10594 0 0,'-2'0'111'0'0,"1"-1"0"0"0,-1 1 0 0 0,0-1 0 0 0,1 1-1 0 0,-1-1 1 0 0,1 0 0 0 0,-1 1 0 0 0,1-1 0 0 0,-1 0 0 0 0,1 0 0 0 0,-1 0-1 0 0,1 0 1 0 0,0 0 0 0 0,0-1 0 0 0,-3-1 0 0 0,-11-10 4663 0 0,46 39-1501 0 0,1 0-3181 0 0,0-8 42 0 0,1-2-1 0 0,63 21 1 0 0,-22-9-38 0 0,-69-26-99 0 0,1 1 0 0 0,0-1 0 0 0,-1-1 0 0 0,1 1-1 0 0,0-1 1 0 0,0 0 0 0 0,0 0 0 0 0,-1-1 0 0 0,11 0-1 0 0,-14 0 3 0 0,0-1 0 0 0,1 1 0 0 0,-1-1 0 0 0,0 0 0 0 0,0 0 0 0 0,0 0-1 0 0,0 0 1 0 0,0 0 0 0 0,0 0 0 0 0,0-1 0 0 0,-1 1 0 0 0,1 0 0 0 0,0-1-1 0 0,-1 0 1 0 0,1 1 0 0 0,-1-1 0 0 0,1 0 0 0 0,-1 0 0 0 0,0 0 0 0 0,0 0-1 0 0,0 0 1 0 0,0 0 0 0 0,0 0 0 0 0,0 0 0 0 0,-1 0 0 0 0,1 0 0 0 0,0-4-1 0 0,1-5-15 0 0,-1 1-1 0 0,0-1 1 0 0,-1 0-1 0 0,0 1 0 0 0,0-1 1 0 0,-1 0-1 0 0,0 1 1 0 0,-1-1-1 0 0,-6-19 1 0 0,-6-8-127 0 0,-23-48 1 0 0,7 16 69 0 0,17 40 103 0 0,-11-33 116 0 0,59 87 1080 0 0,53 53-1030 0 0,-70-58-138 0 0,1-2 0 0 0,1 0 0 0 0,0-1 0 0 0,1-1 0 0 0,1-1 0 0 0,30 15 0 0 0,-33-21-91 0 0,-4 0-175 0 0,1-1 1 0 0,0-1-1 0 0,0-1 0 0 0,0 0 1 0 0,30 4-1 0 0,-45-9-50 0 0,1 0 0 0 0,-1 0-1 0 0,1 0 1 0 0,-1-1 0 0 0,1 1 0 0 0,-1 0 0 0 0,0 0-1 0 0,1-1 1 0 0,-1 1 0 0 0,0-1 0 0 0,1 0-1 0 0,2-1 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08.8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1376 0 0,'7'0'16369'0'0,"58"61"-12636"0"0,33 42-2490 0 0,-55-64-2130 0 0,-36-35 130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15.7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1687 434 4145 0 0,'2'-10'205'0'0,"2"-9"134"0"0,-1 0 0 0 0,0-1 0 0 0,0-22 0 0 0,-4 35-192 0 0,1-1 1 0 0,-1 1-1 0 0,-1-1 0 0 0,1 1 0 0 0,-1-1 0 0 0,-1 1 0 0 0,1 0 1 0 0,-1 0-1 0 0,-1 0 0 0 0,1 0 0 0 0,-7-9 0 0 0,1 3 205 0 0,0 1 1 0 0,-1 0-1 0 0,-1 1 0 0 0,0 0 0 0 0,-1 0 0 0 0,0 1 0 0 0,0 1 0 0 0,-20-12 1 0 0,12 10-27 0 0,0 1 0 0 0,-1 1 1 0 0,0 1-1 0 0,-1 1 0 0 0,-27-6 1 0 0,1 5 3 0 0,0 2 0 0 0,0 3 0 0 0,0 1 0 0 0,-88 9 0 0 0,90-1-182 0 0,1 2 1 0 0,0 1-1 0 0,0 3 1 0 0,1 2-1 0 0,-54 24 1 0 0,3 8-203 0 0,-106 67 1 0 0,165-89 44 0 0,1 2 1 0 0,1 1 0 0 0,2 1-1 0 0,1 2 1 0 0,1 1 0 0 0,1 2-1 0 0,2 1 1 0 0,1 1-1 0 0,2 1 1 0 0,2 1 0 0 0,1 1-1 0 0,2 1 1 0 0,1 0-1 0 0,2 2 1 0 0,3 0 0 0 0,-13 56-1 0 0,21-61-17 0 0,1 0 0 0 0,1 0 0 0 0,2 0 0 0 0,6 60 0 0 0,4-29 15 0 0,26 103 0 0 0,-25-139-8 0 0,1 0 0 0 0,1-1 0 0 0,1-1 0 0 0,2 0 0 0 0,1-1-1 0 0,1-1 1 0 0,25 31 0 0 0,-11-21-32 0 0,2 0 0 0 0,1-3 0 0 0,1-1 0 0 0,46 33 0 0 0,-46-42 143 0 0,0-1 0 0 0,2-2 0 0 0,0-1-1 0 0,2-2 1 0 0,69 23 0 0 0,-51-25-173 0 0,1-3 0 0 0,0-2 0 0 0,93 5 0 0 0,-41-12 43 0 0,212-20 1 0 0,-289 13 43 0 0,183-28 222 0 0,-187 24-180 0 0,0 0 0 0 0,-1-3-1 0 0,0 0 1 0 0,-1-1 0 0 0,36-21-1 0 0,-29 11 31 0 0,-1-1-1 0 0,-2-2 0 0 0,0 0 1 0 0,-2-3-1 0 0,0 0 0 0 0,-2-2 1 0 0,-1 0-1 0 0,-2-2 0 0 0,28-45 1 0 0,-36 49 95 0 0,-2-1 0 0 0,0 0 0 0 0,-2-1 0 0 0,-1 0 0 0 0,-2-1 1 0 0,0 0-1 0 0,-2-1 0 0 0,-2 0 0 0 0,-1 0 0 0 0,-1 0 0 0 0,-1 0 1 0 0,-4-38-1 0 0,-4 12 230 0 0,-3 1 1 0 0,-2 0-1 0 0,-24-69 1 0 0,-71-156 62 0 0,82 225-341 0 0,-2 1 0 0 0,-3 1-1 0 0,-1 1 1 0 0,-3 2 0 0 0,-58-68 0 0 0,69 95-22 0 0,0 1 0 0 0,-1 1 0 0 0,-1 1 0 0 0,-1 1 0 0 0,-1 1 0 0 0,-1 1 0 0 0,0 2 0 0 0,-1 0 0 0 0,-1 2 1 0 0,-1 1-1 0 0,0 2 0 0 0,-33-9 0 0 0,51 17-489 0 0,-70-13 1036 0 0,73 15-2281 0 0,-1 0 1 0 0,1 1-1 0 0,-17 2 0 0 0,2 2-5217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1T21:46:24.5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 23 7926,'0'1'0,"0"0"0,0 0 0,0 0 0,-1 0 0,1 0 0,0-1 0,-1 1 0,1 0 0,-1 0 0,1 0 0,-1 0 0,0-1 0,0 1 0,1 0 0,-1 0 0,0-1 0,0 1 0,0 0 0,0-1 0,0 1 0,0 0 0,-1-1 0,1 1 0,0-1 0,0 1 0,-1-1 0,1 1 0,0-1 0,-1 0 0,1 1 0,-1-1 0,1 0 0,-1 0 0,1 1 0,-1-1 0,1 0 0,-1 0 0,1 0 0,-1 0 0,1 0 0,-1 0 0,1 0 0,-1 0 0,1 0 0,-1-1 0,1 1 0,-1 0 0,1 0 0,0-1 0,-1 1 0,1 0 0,-1-1 0,1 1 0,0-1 0,0 1 0,-1-1 0,1 1 0,0-1 0,0 0 0,0 1 0,0-1 0,0 0 0,0 1 0,0-1 0,0 0 0,1 0 0,-1 1 0,0-1 0,1 0 0,-1 0 0,0 0 0,1 0 0,0 1 0,-1-1 0,1 0 0,0 0 0,0 0 0,0 0 0,0 0 0,0 0 0,0 0 0,0 1 0,0-1 0,0 0 0,1 0 0,-1 0 0,0 0 0,1 0 0,0 0 0,-1 1 0,1-1 0,0 0 0,-1 0 0,1 1 0,0-1 0,0 0 0,0 0 0,0 1 0,0-1 0,0 0 0,0 1 0,0-1 0,1 1 0,-1-1 0,0 1 0,0-1 0,1 1 0,-1-1 0,1 1 0,-1 0 0,0 0 0,1-1 0,-1 1 0,1 0 0,-1 0 0,1 0 0,-1-1 0,1 1 0,-1 0 0,1 0 0,-1 0 0,1 1 0,-1-1 0,1 0 0,-1 0 0,1 0 0,-1 1 0,1-1 0,-1 0 0,1 0 0,-1 1 0,0-1 0,1 1 0,-1-1 0,0 1 0,0-1 0,1 1 0,-1-1 0,0 1 0,0 0 0,0-1 0,0 1 0,0 0 0,0 0 0,-1-1 0,1 1 0,0 0 0,0 0 0,-1-1 0,1 1 0,-1 0 0,1 0 0,-1 0 0,0 0 0,1 0 0,-1 0 0,0-1 0,0 1 0,0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5.5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88 1376 0 0,'-1'-2'175'0'0,"0"-1"0"0"0,0 1 0 0 0,1-1 0 0 0,-1 1 0 0 0,1-1 0 0 0,-1 1-1 0 0,1-1 1 0 0,0 1 0 0 0,0-1 0 0 0,0 0 0 0 0,0 1 0 0 0,1-1 0 0 0,-1 1 0 0 0,1-1-1 0 0,-1 1 1 0 0,1-1 0 0 0,0 1 0 0 0,0 0 0 0 0,0-1 0 0 0,0 1 0 0 0,1 0 0 0 0,-1 0-1 0 0,0 0 1 0 0,1 0 0 0 0,0 0 0 0 0,-1 0 0 0 0,1 0 0 0 0,0 0 0 0 0,0 0 0 0 0,0 1-1 0 0,0-1 1 0 0,0 1 0 0 0,1 0 0 0 0,-1 0 0 0 0,0 0 0 0 0,1 0 0 0 0,-1 0 0 0 0,0 0-1 0 0,6-1 1 0 0,-1 0 45 0 0,0 1-1 0 0,0 0 0 0 0,0 0 0 0 0,0 0 1 0 0,1 1-1 0 0,-1 0 0 0 0,0 0 1 0 0,0 1-1 0 0,1 0 0 0 0,-1 0 0 0 0,0 1 1 0 0,0 0-1 0 0,8 3 0 0 0,-1 3 57 0 0,-1 0 0 0 0,0 1-1 0 0,0 0 1 0 0,-1 1 0 0 0,18 19 0 0 0,50 64 547 0 0,110 181 372 0 0,-173-248-1122 0 0,22 38 123 0 0,-3 0-1 0 0,39 99 1 0 0,29 148-159 0 0,104 556 281 0 0,-87-341 43 0 0,-17 46 1376 0 0,-65-326 292 0 0,-36-233-2002 0 0,9 67-304 0 0,4-1 0 0 0,3 0 0 0 0,33 85 0 0 0,-40-135-3951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5.9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78 367 3225 0 0,'-15'-44'420'0'0,"-18"-89"1"0"0,7 23 4352 0 0,26 107-4494 0 0,-1 0 1 0 0,0 0-1 0 0,1 0 0 0 0,-1 0 0 0 0,1-1 0 0 0,0 1 0 0 0,0 0 0 0 0,0 0 1 0 0,1-7-1 0 0,0 10-234 0 0,-1 0 0 0 0,0-1 1 0 0,0 1-1 0 0,0 0 0 0 0,0-1 0 0 0,0 1 0 0 0,0 0 1 0 0,1 0-1 0 0,-1-1 0 0 0,0 1 0 0 0,0 0 1 0 0,0 0-1 0 0,1-1 0 0 0,-1 1 0 0 0,0 0 1 0 0,0 0-1 0 0,0 0 0 0 0,1-1 0 0 0,-1 1 1 0 0,0 0-1 0 0,1 0 0 0 0,-1 0 0 0 0,0 0 1 0 0,0 0-1 0 0,1 0 0 0 0,-1-1 0 0 0,0 1 1 0 0,1 0-1 0 0,-1 0 0 0 0,0 0 0 0 0,1 0 1 0 0,-1 0-1 0 0,0 0 0 0 0,1 0 0 0 0,17 14 539 0 0,4 15 397 0 0,33 54 0 0 0,10 15-249 0 0,-57-88-663 0 0,1 0 1 0 0,0-1 0 0 0,0 0-1 0 0,1 0 1 0 0,0-1 0 0 0,0-1-1 0 0,1 0 1 0 0,19 10 0 0 0,-27-16-35 0 0,0 1-1 0 0,1-1 1 0 0,-1 0 0 0 0,1 0 0 0 0,-1-1 0 0 0,1 1 0 0 0,-1-1 0 0 0,1 1 0 0 0,-1-1 0 0 0,1 0 0 0 0,0 0 0 0 0,-1-1 0 0 0,1 1 0 0 0,6-3 0 0 0,-7 2 26 0 0,0-1 0 0 0,1 0 0 0 0,-1 0 0 0 0,0 0 0 0 0,0 0 0 0 0,0 0 0 0 0,-1-1 0 0 0,1 1 0 0 0,-1-1 0 0 0,1 0 0 0 0,-1 0 0 0 0,0 0 0 0 0,0 0 0 0 0,0 0 0 0 0,0-1 0 0 0,0 1 0 0 0,1-5 0 0 0,2-9 230 0 0,0 0-1 0 0,-1 0 1 0 0,-1-1-1 0 0,-1 1 0 0 0,0-1 1 0 0,-1 0-1 0 0,-1 0 1 0 0,-3-25-1 0 0,1 15-996 0 0,2-1 0 0 0,3-29 0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6.5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19 3225 0 0,'-21'-10'2271'0'0,"20"9"-1826"0"0,-1 0 0 0 0,1 0 1 0 0,0 1-1 0 0,0-1 0 0 0,-1 0 0 0 0,1 0 1 0 0,-1 1-1 0 0,1-1 0 0 0,-1 1 0 0 0,1-1 1 0 0,-1 1-1 0 0,1 0 0 0 0,-1-1 0 0 0,0 1 1 0 0,-2 0-1 0 0,11 25 3218 0 0,16 18-2937 0 0,2 0 0 0 0,2-2 0 0 0,39 46 0 0 0,-60-79-646 0 0,1-1 0 0 0,1-1 0 0 0,-1 1 0 0 0,1-1 0 0 0,0-1 0 0 0,0 1 0 0 0,1-1 1 0 0,-1-1-1 0 0,1 0 0 0 0,0 0 0 0 0,13 3 0 0 0,-19-6-69 0 0,0 0 0 0 0,0 0 0 0 0,0-1 0 0 0,0 1 0 0 0,1-1 0 0 0,-1 0 0 0 0,0 0 0 0 0,0 0 0 0 0,0 0 0 0 0,0 0 1 0 0,0-1-1 0 0,0 0 0 0 0,0 1 0 0 0,0-1 0 0 0,0 0 0 0 0,0 0 0 0 0,0-1 0 0 0,0 1 0 0 0,0-1 0 0 0,-1 1 0 0 0,1-1 0 0 0,0 0 0 0 0,-1 0 0 0 0,0 0 0 0 0,1 0 0 0 0,-1-1 0 0 0,0 1 0 0 0,0-1 1 0 0,0 1-1 0 0,-1-1 0 0 0,1 1 0 0 0,-1-1 0 0 0,1 0 0 0 0,-1 0 0 0 0,0 0 0 0 0,0 0 0 0 0,0 0 0 0 0,0-5 0 0 0,4-21-1862 0 0,-4 10-4898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6.7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67 11 6449 0 0,'-45'-7'3412'0'0,"27"4"-898"0"0,15 3-2561 0 0,10 4-2591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7.4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4 2761 0 0,'-9'-4'11953'0'0,"46"121"-9810"0"0,11 40-1367 0 0,-46-147-765 0 0,6 28 112 0 0,-8-37-121 0 0,1 1 0 0 0,-1 0 0 0 0,1-1 0 0 0,-1 1 0 0 0,1-1 0 0 0,0 1 0 0 0,-1-1 0 0 0,1 0 0 0 0,0 1 0 0 0,0-1 0 0 0,0 0 1 0 0,0 1-1 0 0,0-1 0 0 0,0 0 0 0 0,1 0 0 0 0,-1 0 0 0 0,2 1 0 0 0,-2-2-3 0 0,0 0-1 0 0,0 0 1 0 0,1 0 0 0 0,-1 0 0 0 0,0 0 0 0 0,0-1 0 0 0,0 1 0 0 0,1 0-1 0 0,-1-1 1 0 0,0 1 0 0 0,0 0 0 0 0,0-1 0 0 0,0 0 0 0 0,0 1-1 0 0,0-1 1 0 0,0 0 0 0 0,0 1 0 0 0,0-1 0 0 0,0 0 0 0 0,0 0-1 0 0,0 0 1 0 0,1-1 0 0 0,20-28-38 0 0,-16 21 33 0 0,-2 4 6 0 0,29-34 0 0 0,-31 37 0 0 0,0-1 0 0 0,1 1 0 0 0,-1 0 0 0 0,1 0 0 0 0,0 0 0 0 0,0 0 0 0 0,0 0 0 0 0,0 1 0 0 0,0-1 0 0 0,0 1 0 0 0,0 0 0 0 0,4-1 0 0 0,-6 2 0 0 0,0 0 0 0 0,0 0 0 0 0,0 1 0 0 0,0-1 0 0 0,0 0 1 0 0,0 0-1 0 0,0 1 0 0 0,0-1 0 0 0,0 1 0 0 0,0-1 0 0 0,0 1 0 0 0,0-1 0 0 0,-1 1 0 0 0,1-1 1 0 0,0 1-1 0 0,0 0 0 0 0,-1 0 0 0 0,1-1 0 0 0,0 1 0 0 0,-1 0 0 0 0,1 0 0 0 0,0 0 1 0 0,-1 0-1 0 0,1 0 0 0 0,-1 0 0 0 0,0 0 0 0 0,1 0 0 0 0,-1 0 0 0 0,0 0 0 0 0,1 0 1 0 0,-1 0-1 0 0,0 0 0 0 0,0 0 0 0 0,0 0 0 0 0,0 1 0 0 0,1 39-22 0 0,-4-16-649 0 0,-1-1-1 0 0,-1 1 0 0 0,-1-1 0 0 0,-1 0 0 0 0,-15 31 0 0 0,22-54 542 0 0,0-1 0 0 0,0 1 1 0 0,0-1-1 0 0,0 0 0 0 0,-1 1 0 0 0,1-1 1 0 0,0 1-1 0 0,0-1 0 0 0,0 0 0 0 0,-1 1 0 0 0,1-1 1 0 0,0 0-1 0 0,-1 1 0 0 0,1-1 0 0 0,0 0 1 0 0,-1 1-1 0 0,1-1 0 0 0,0 0 0 0 0,-1 0 0 0 0,1 1 1 0 0,-1-1-1 0 0,1 0 0 0 0,0 0 0 0 0,-1 0 1 0 0,0 1-1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7.6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44 3225 0 0,'9'-5'11058'0'0,"27"-19"-11874"0"0,-19 14-1105 0 0,-9 5 929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7.8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1 158 5985 0 0,'0'2'648'0'0,"1"-3"-648"0"0,0 0 0 0 0,1-2 368 0 0,-1-2 57 0 0,3-5 15 0 0,1-2 0 0 0,3-4-184 0 0,-1-1-32 0 0,0-1 0 0 0,1 1-8 0 0,1 1-1200 0 0,1 1-232 0 0,-2 0-57 0 0,0 2-7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8.2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1 2304 0 0,'-30'0'18315'0'0,"45"18"-18030"0"0,82 87 453 0 0,-82-91-713 0 0,1-1 0 0 0,1 0 0 0 0,0-1 0 0 0,0-1 1 0 0,21 10-1 0 0,-32-18-13 0 0,0 0 1 0 0,0-1-1 0 0,0 1 1 0 0,0-1-1 0 0,0-1 1 0 0,0 1-1 0 0,1-1 1 0 0,-1 0 0 0 0,11 0-1 0 0,-14-2-16 0 0,-1 1 0 0 0,0-1 1 0 0,1 1-1 0 0,-1-1 0 0 0,0 0 0 0 0,0 0 0 0 0,1 0 0 0 0,-1 0 1 0 0,0 0-1 0 0,0 0 0 0 0,0-1 0 0 0,0 1 0 0 0,-1 0 1 0 0,1-1-1 0 0,0 0 0 0 0,-1 1 0 0 0,1-1 0 0 0,-1 0 0 0 0,1 0 1 0 0,-1 0-1 0 0,0 0 0 0 0,0 0 0 0 0,0 0 0 0 0,0-1 0 0 0,0 1 1 0 0,0 0-1 0 0,0 0 0 0 0,-1-1 0 0 0,1-2 0 0 0,1-8-754 0 0,0-1 0 0 0,0-23-1 0 0,-2 33 338 0 0,1-17-6499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8.4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15 9218 0 0,'-4'0'521'0'0,"0"0"0"0"0,0 0-1 0 0,0 0 1 0 0,0-1 0 0 0,1 1 0 0 0,-1-1-1 0 0,0 0 1 0 0,1 0 0 0 0,-1-1 0 0 0,0 1 0 0 0,1-1-1 0 0,0 1 1 0 0,-4-4 0 0 0,9 5-1133 0 0,1 0 0 0 0,-1 0 0 0 0,1 0 1 0 0,-1 1-1 0 0,1-1 0 0 0,-1 1 0 0 0,1-1 0 0 0,-1 1 1 0 0,0 0-1 0 0,1 0 0 0 0,2 1 0 0 0,4 3-1810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28.9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0 5529 0 0,'-1'1'202'0'0,"1"-1"1"0"0,-1 0-1 0 0,1 1 0 0 0,-1-1 1 0 0,1 1-1 0 0,-1-1 0 0 0,1 1 0 0 0,-1 0 1 0 0,1-1-1 0 0,-1 1 0 0 0,1-1 0 0 0,0 1 1 0 0,-1 0-1 0 0,1-1 0 0 0,0 1 1 0 0,-1 0-1 0 0,1-1 0 0 0,0 1 0 0 0,0 0 1 0 0,0 0-1 0 0,0-1 0 0 0,0 1 0 0 0,0 0 1 0 0,0 0-1 0 0,0-1 0 0 0,0 1 1 0 0,0 1-1 0 0,16 10 5251 0 0,-1-2-5566 0 0,0 2 437 0 0,-1 1 0 0 0,0 0 0 0 0,-1 1 0 0 0,0 1 0 0 0,-1 0 0 0 0,18 31 0 0 0,47 108 2871 0 0,-36-66-2458 0 0,-41-88-782 0 0,0 1 1 0 0,0-1-1 0 0,0 1 1 0 0,0-1-1 0 0,0 1 1 0 0,0-1-1 0 0,1 0 0 0 0,-1 1 1 0 0,0-1-1 0 0,0 1 1 0 0,1-1-1 0 0,-1 0 1 0 0,0 1-1 0 0,1-1 0 0 0,-1 0 1 0 0,0 1-1 0 0,1-1 1 0 0,-1 0-1 0 0,0 0 1 0 0,1 1-1 0 0,-1-1 1 0 0,1 0-1 0 0,-1 0 0 0 0,0 0 1 0 0,1 0-1 0 0,-1 1 1 0 0,1-1-1 0 0,-1 0 1 0 0,1 0-1 0 0,-1 0 1 0 0,1 0-1 0 0,-1 0 0 0 0,1 0 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0.1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49 2761 0 0,'-3'-13'672'0'0,"11"10"333"0"0,23 12 1047 0 0,-11-3-1438 0 0,-20-6-600 0 0,1 0 1 0 0,-1 0-1 0 0,0 0 0 0 0,1 0 0 0 0,-1 0 0 0 0,1 0 1 0 0,-1 0-1 0 0,1 0 0 0 0,-1-1 0 0 0,0 1 0 0 0,1 0 1 0 0,-1 0-1 0 0,0 0 0 0 0,1-1 0 0 0,-1 1 1 0 0,1 0-1 0 0,-1 0 0 0 0,0-1 0 0 0,0 1 0 0 0,1 0 1 0 0,-1 0-1 0 0,0-1 0 0 0,1 1 0 0 0,-1 0 0 0 0,0-1 1 0 0,0 1-1 0 0,0-1 0 0 0,1 1 0 0 0,-1 0 0 0 0,0-1 1 0 0,0 1-1 0 0,0-1 0 0 0,-8-11 1015 0 0,-26-12 1460 0 0,28 21-1940 0 0,6 3-523 0 0,0 0 1 0 0,0 0-1 0 0,0 0 1 0 0,-1-1-1 0 0,1 1 0 0 0,0 0 1 0 0,0 0-1 0 0,0 0 1 0 0,0 0-1 0 0,-1 0 1 0 0,1 0-1 0 0,0 0 1 0 0,0 0-1 0 0,0 0 0 0 0,-1 0 1 0 0,1 0-1 0 0,0 0 1 0 0,0 1-1 0 0,0-1 1 0 0,0 0-1 0 0,-1 0 0 0 0,1 0 1 0 0,0 0-1 0 0,0 0 1 0 0,0 0-1 0 0,0 0 1 0 0,0 0-1 0 0,-1 0 1 0 0,1 1-1 0 0,0-1 0 0 0,0 0 1 0 0,0 0-1 0 0,0 0 1 0 0,0 0-1 0 0,0 0 1 0 0,0 1-1 0 0,-1-1 0 0 0,1 0 1 0 0,0 0-1 0 0,0 0 1 0 0,0 0-1 0 0,0 1 1 0 0,0-1-1 0 0,0 0 1 0 0,0 0-1 0 0,0 0 0 0 0,0 1 1 0 0,0-1-1 0 0,0 0 1 0 0,0 0-1 0 0,0 0 1 0 0,0 0-1 0 0,0 1 0 0 0,0-1 1 0 0,1 19 420 0 0,1 0-338 0 0,0-15 29 0 0,-2-5 168 0 0,-4-10 2818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0.6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78 6913 0 0,'-1'0'20'0'0,"1"0"0"0"0,-1 1-1 0 0,0-1 1 0 0,0 0-1 0 0,0 0 1 0 0,1 1 0 0 0,-1-1-1 0 0,0 0 1 0 0,0 1-1 0 0,1-1 1 0 0,-1 1 0 0 0,0-1-1 0 0,1 1 1 0 0,-1-1-1 0 0,0 1 1 0 0,1 0-1 0 0,-1-1 1 0 0,1 1 0 0 0,-1 0-1 0 0,1-1 1 0 0,0 1-1 0 0,-1 0 1 0 0,1 0 0 0 0,0-1-1 0 0,-1 1 1 0 0,1 0-1 0 0,0 0 1 0 0,0-1-1 0 0,-1 1 1 0 0,1 0 0 0 0,0 0-1 0 0,0 0 1 0 0,0 0-1 0 0,0-1 1 0 0,0 1 0 0 0,1 0-1 0 0,-1 0 1 0 0,0 0-1 0 0,0 0 1 0 0,0-1 0 0 0,1 1-1 0 0,-1 0 1 0 0,0 0-1 0 0,1 1 1 0 0,0-1 117 0 0,0 0 1 0 0,0 1-1 0 0,1-1 1 0 0,-1 0-1 0 0,0 1 0 0 0,0-1 1 0 0,1 0-1 0 0,-1 0 1 0 0,1 0-1 0 0,-1 0 1 0 0,1 0-1 0 0,-1-1 0 0 0,1 1 1 0 0,-1 0-1 0 0,1-1 1 0 0,0 1-1 0 0,-1-1 1 0 0,1 1-1 0 0,0-1 0 0 0,-1 0 1 0 0,1 0-1 0 0,3 0 1 0 0,-3 0-23 0 0,0 0 1 0 0,0 0-1 0 0,0-1 1 0 0,1 1-1 0 0,-1-1 1 0 0,0 0-1 0 0,0 1 1 0 0,0-1-1 0 0,0 0 1 0 0,0 0-1 0 0,-1 0 0 0 0,1 0 1 0 0,0-1-1 0 0,0 1 1 0 0,-1 0-1 0 0,1-1 1 0 0,-1 0-1 0 0,1 1 1 0 0,-1-1-1 0 0,0 0 1 0 0,1 1-1 0 0,-1-1 1 0 0,0 0-1 0 0,0 0 1 0 0,0 0-1 0 0,0 0 1 0 0,-1 0-1 0 0,1 0 1 0 0,-1 0-1 0 0,1 0 1 0 0,0-4-1 0 0,-1 3-18 0 0,0 0-1 0 0,0-1 0 0 0,0 1 1 0 0,0 0-1 0 0,-1 0 1 0 0,1-1-1 0 0,-1 1 0 0 0,0 0 1 0 0,0 0-1 0 0,0 0 1 0 0,0 0-1 0 0,0 0 0 0 0,-1 0 1 0 0,1 0-1 0 0,-1 0 1 0 0,0 1-1 0 0,0-1 0 0 0,0 1 1 0 0,0-1-1 0 0,-3-2 1 0 0,3 4-74 0 0,0-1 1 0 0,0 1-1 0 0,0-1 1 0 0,0 1 0 0 0,-1 0-1 0 0,1 0 1 0 0,0 0 0 0 0,-1 0-1 0 0,1 0 1 0 0,-1 0-1 0 0,1 1 1 0 0,-1-1 0 0 0,1 1-1 0 0,-1 0 1 0 0,1 0 0 0 0,-1 0-1 0 0,1 0 1 0 0,-1 0-1 0 0,1 0 1 0 0,-5 2 0 0 0,5-2-91 0 0,1 1 0 0 0,0 0-1 0 0,-1-1 1 0 0,1 1 0 0 0,0 0 0 0 0,0 0 0 0 0,0 0 0 0 0,0 0 0 0 0,0 0 0 0 0,0 0 0 0 0,0 0 0 0 0,0 1 0 0 0,0-1 0 0 0,1 0 0 0 0,-1 0-1 0 0,0 1 1 0 0,1-1 0 0 0,-1 0 0 0 0,1 1 0 0 0,-1-1 0 0 0,1 1 0 0 0,0-1 0 0 0,0 0 0 0 0,0 1 0 0 0,-1-1 0 0 0,1 1 0 0 0,1-1 0 0 0,-1 1-1 0 0,0-1 1 0 0,0 1 0 0 0,0-1 0 0 0,1 0 0 0 0,-1 1 0 0 0,1-1 0 0 0,-1 0 0 0 0,2 3 0 0 0,-2-3 42 0 0,1-1 1 0 0,-1 1-1 0 0,0-1 0 0 0,1 1 1 0 0,-1-1-1 0 0,1 1 1 0 0,-1-1-1 0 0,1 1 0 0 0,-1-1 1 0 0,1 1-1 0 0,-1-1 1 0 0,1 0-1 0 0,0 1 0 0 0,-1-1 1 0 0,1 0-1 0 0,-1 0 1 0 0,1 1-1 0 0,0-1 1 0 0,-1 0-1 0 0,1 0 0 0 0,0 0 1 0 0,-1 0-1 0 0,1 0 1 0 0,0 0-1 0 0,-1 0 0 0 0,1 0 1 0 0,0 0-1 0 0,-1 0 1 0 0,1 0-1 0 0,0 0 0 0 0,-1 0 1 0 0,1-1-1 0 0,0 1 1 0 0,7-2-75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2.5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72 51 3473 0 0,'-36'-22'663'0'0,"28"17"227"0"0,0 0 1 0 0,1 0-1 0 0,-6-8 4433 0 0,29 25-4988 0 0,43 74 1193 0 0,-43-60-1124 0 0,1 0 0 0 0,29 32 0 0 0,-39-51-394 0 0,-1 0 0 0 0,2-1 1 0 0,-1 0-1 0 0,1 0 1 0 0,0 0-1 0 0,0-1 1 0 0,1 0-1 0 0,-1-1 1 0 0,1 0-1 0 0,0 0 0 0 0,17 4 1 0 0,-24-7-73 0 0,0-1-1 0 0,1 1 1 0 0,-1-1 0 0 0,0 0-1 0 0,0 0 1 0 0,0 0 0 0 0,0 0-1 0 0,0 0 1 0 0,0 0 0 0 0,1-1 0 0 0,-1 1-1 0 0,0-1 1 0 0,0 1 0 0 0,0-1-1 0 0,0 0 1 0 0,0 0 0 0 0,0 0-1 0 0,-1 0 1 0 0,1 0 0 0 0,0 0-1 0 0,0 0 1 0 0,-1-1 0 0 0,1 1 0 0 0,-1-1-1 0 0,1 1 1 0 0,-1-1 0 0 0,1 1-1 0 0,-1-1 1 0 0,0 0 0 0 0,0 0-1 0 0,0 0 1 0 0,0 0 0 0 0,0 0-1 0 0,0 0 1 0 0,0-3 0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2.8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42 3225 0 0,'-1'-1'258'0'0,"1"0"0"0"0,-1 0 0 0 0,0 0 0 0 0,0 0 0 0 0,0 0 0 0 0,1 0 1 0 0,-1 0-1 0 0,0-1 0 0 0,1 1 0 0 0,-1 0 0 0 0,1 0 0 0 0,0 0 0 0 0,-1-1 1 0 0,1 1-1 0 0,0 0 0 0 0,0-1 0 0 0,0 1 0 0 0,0 0 0 0 0,0-1 0 0 0,0 1 0 0 0,0 0 1 0 0,0-1-1 0 0,0 1 0 0 0,1 0 0 0 0,-1 0 0 0 0,1-3 0 0 0,-1 4-195 0 0,1-1-1 0 0,-1 1 1 0 0,0 0 0 0 0,1-1-1 0 0,-1 1 1 0 0,0-1 0 0 0,1 1-1 0 0,-1 0 1 0 0,1-1-1 0 0,-1 1 1 0 0,1 0 0 0 0,-1-1-1 0 0,0 1 1 0 0,1 0-1 0 0,-1 0 1 0 0,1-1 0 0 0,0 1-1 0 0,-1 0 1 0 0,1 0 0 0 0,-1 0-1 0 0,1 0 1 0 0,-1 0-1 0 0,1 0 1 0 0,0 0 0 0 0,0 0-138 0 0,1 0 1 0 0,-1 1 0 0 0,0-1 0 0 0,1 0 0 0 0,-1 1-1 0 0,0 0 1 0 0,0-1 0 0 0,1 1 0 0 0,-1 0-1 0 0,0-1 1 0 0,0 1 0 0 0,0 0 0 0 0,0 0-1 0 0,1 2 1 0 0,27 36-1384 0 0,-24-30 1472 0 0,6 9-14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3.1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 6449 0 0,'0'-3'4131'0'0,"8"10"-1939"0"0,9 18-638 0 0,-4-3-695 0 0,1 0 0 0 0,1-1 0 0 0,21 24 0 0 0,-11-17-2249 0 0,48 39 0 0 0,-57-54-4078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3.3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10 125 6913 0 0,'0'-1'87'0'0,"-1"1"0"0"0,1 0-1 0 0,-1 0 1 0 0,0-1-1 0 0,1 1 1 0 0,-1-1-1 0 0,1 1 1 0 0,-1 0 0 0 0,1-1-1 0 0,0 1 1 0 0,-1-1-1 0 0,1 1 1 0 0,-1-1-1 0 0,1 1 1 0 0,0-1-1 0 0,-1 0 1 0 0,1 1 0 0 0,0-1-1 0 0,0 1 1 0 0,0-1-1 0 0,-1 0 1 0 0,1 1-1 0 0,0-1 1 0 0,0 0 0 0 0,0 1-1 0 0,0-2 1 0 0,3-22 1663 0 0,15-20-887 0 0,-16 41-1178 0 0,0 0 0 0 0,0 0 0 0 0,0 0 1 0 0,0 0-1 0 0,0 1 0 0 0,1-1 0 0 0,-1 1 0 0 0,1-1 1 0 0,-1 1-1 0 0,1 0 0 0 0,0 0 0 0 0,0 0 0 0 0,0 1 1 0 0,0-1-1 0 0,0 1 0 0 0,0-1 0 0 0,6 0 0 0 0,-3 1 215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3.4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55 3225 0 0,'-5'3'136'0'0,"4"-2"40"0"0,0-1-176 0 0,2 0-88 0 0,2-2-48 0 0,1-1-16 0 0,1-2 0 0 0,3-3 152 0 0,0-5 0 0 0,0 0 0 0 0,-1-2 0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3.9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70 5985 0 0,'-7'-31'1597'0'0,"7"26"-593"0"0,-1-1 0 0 0,0 1 1 0 0,0 0-1 0 0,-1 0 1 0 0,-2-8-1 0 0,10 29 934 0 0,-1-1 1 0 0,5 21-1 0 0,11 32-2268 0 0,-15-56 317 0 0,0-1-1 0 0,0 0 0 0 0,1 0 1 0 0,0 0-1 0 0,1-1 0 0 0,17 17 1 0 0,-21-23 12 0 0,0 0 1 0 0,1 0-1 0 0,-1 0 1 0 0,1 0-1 0 0,0-1 1 0 0,0 0-1 0 0,0 0 0 0 0,1-1 1 0 0,-1 1-1 0 0,0-1 1 0 0,1 0-1 0 0,0-1 1 0 0,-1 1-1 0 0,1-1 1 0 0,0 0-1 0 0,0 0 1 0 0,6-1-1 0 0,-8-1-36 0 0,0 0 1 0 0,0 0-1 0 0,0 0 0 0 0,0-1 0 0 0,0 0 0 0 0,-1 0 1 0 0,1 0-1 0 0,-1 0 0 0 0,1 0 0 0 0,-1 0 1 0 0,0-1-1 0 0,0 0 0 0 0,0 0 0 0 0,0 0 1 0 0,3-5-1 0 0,6-8-1123 0 0,18-31 1 0 0,-28 45 992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4.1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34 10594 0 0,'-39'-24'5890'0'0,"39"24"-5852"0"0,0 0 1 0 0,0-1 0 0 0,0 1 0 0 0,0 0 0 0 0,0 0 0 0 0,0-1 0 0 0,0 1-1 0 0,0 0 1 0 0,1-1 0 0 0,-1 1 0 0 0,0 0 0 0 0,0 0 0 0 0,0-1 0 0 0,0 1-1 0 0,0 0 1 0 0,1 0 0 0 0,-1 0 0 0 0,0-1 0 0 0,0 1 0 0 0,0 0 0 0 0,1 0 0 0 0,-1 0-1 0 0,0-1 1 0 0,0 1 0 0 0,1 0 0 0 0,-1 0 0 0 0,0 0 0 0 0,0 0 0 0 0,1 0-1 0 0,-1 0 1 0 0,0 0 0 0 0,0-1 0 0 0,1 1 0 0 0,-1 0 0 0 0,0 0 0 0 0,1 0-1 0 0,-1 0 1 0 0,16-3-1082 0 0,-12 3 131 0 0,1 1 1 0 0,-1 0-1 0 0,1 0 0 0 0,-1 0 1 0 0,0 1-1 0 0,6 1 1 0 0,7 7-2888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5.2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13 127 456 0 0,'-1'-2'189'0'0,"0"0"0"0"0,-1 0-1 0 0,1 0 1 0 0,0 0 0 0 0,0 0-1 0 0,0-1 1 0 0,0 1 0 0 0,0 0 0 0 0,0 0-1 0 0,1-1 1 0 0,-1 1 0 0 0,1 0 0 0 0,0-1-1 0 0,-1 1 1 0 0,1-1 0 0 0,0 1-1 0 0,1-4 1 0 0,-1 1 273 0 0,1 1-1 0 0,0 0 0 0 0,0 0 1 0 0,0 0-1 0 0,0 0 1 0 0,1 1-1 0 0,-1-1 0 0 0,1 0 1 0 0,3-5-1 0 0,-3 6-241 0 0,0 0-1 0 0,0 1 0 0 0,0-1 1 0 0,0 1-1 0 0,1-1 1 0 0,-1 1-1 0 0,1 0 0 0 0,-1 0 1 0 0,1 0-1 0 0,0 0 1 0 0,-1 0-1 0 0,1 0 0 0 0,0 1 1 0 0,0 0-1 0 0,1-1 1 0 0,-1 1-1 0 0,0 0 0 0 0,0 1 1 0 0,4-2-1 0 0,-4 3-153 0 0,1-1 0 0 0,-1 1 1 0 0,0-1-1 0 0,0 1 0 0 0,0 0 0 0 0,0 0 0 0 0,0 0 0 0 0,0 1 1 0 0,0-1-1 0 0,0 1 0 0 0,0-1 0 0 0,0 1 0 0 0,-1 0 0 0 0,1 0 0 0 0,-1 1 1 0 0,1-1-1 0 0,-1 0 0 0 0,0 1 0 0 0,0-1 0 0 0,2 4 0 0 0,3 4-33 0 0,-1-1-1 0 0,-1 1 1 0 0,1 1-1 0 0,-1-1 1 0 0,-1 1-1 0 0,4 14 0 0 0,13 70-122 0 0,-14-57 56 0 0,-7-38 78 0 0,0 0 0 0 0,0 1-1 0 0,0-1 1 0 0,0 1 0 0 0,0-1-1 0 0,0 0 1 0 0,0 1 0 0 0,1-1 0 0 0,-1 1-1 0 0,0-1 1 0 0,0 0 0 0 0,0 1 0 0 0,0-1-1 0 0,0 0 1 0 0,1 1 0 0 0,-1-1-1 0 0,0 0 1 0 0,0 1 0 0 0,1-1 0 0 0,-1 0-1 0 0,0 0 1 0 0,0 1 0 0 0,1-1 0 0 0,-1 0-1 0 0,0 0 1 0 0,1 1 0 0 0,-1-1-1 0 0,0 0 1 0 0,1 0 0 0 0,-1 0 0 0 0,1 0-1 0 0,-1 1 1 0 0,0-1 0 0 0,1 0 0 0 0,-1 0-1 0 0,0 0 1 0 0,1 0 0 0 0,-1 0-1 0 0,1 0 1 0 0,15-12 1192 0 0,11-25 195 0 0,-26 36-1366 0 0,-1 0-67 0 0,14-21 432 0 0,28-34 0 0 0,-12 26-6222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7.1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0 155 920 0 0,'9'1'1585'0'0,"0"0"-1"0"0,0 1 1 0 0,0 0 0 0 0,14 5-1 0 0,-13-3-1192 0 0,0-1-1 0 0,0 0 1 0 0,1-1 0 0 0,17 2-1 0 0,-25-4-350 0 0,0 0-1 0 0,0 0 1 0 0,0-1-1 0 0,0 1 0 0 0,0-1 1 0 0,-1 1-1 0 0,1-1 1 0 0,0 0-1 0 0,0 0 0 0 0,0 0 1 0 0,-1-1-1 0 0,1 1 1 0 0,0-1-1 0 0,-1 1 1 0 0,1-1-1 0 0,-1 0 0 0 0,0 0 1 0 0,0 0-1 0 0,1 0 1 0 0,-1 0-1 0 0,1-3 0 0 0,-1 2 115 0 0,-1 0-1 0 0,0 0 0 0 0,0 0 0 0 0,0 0 1 0 0,0 0-1 0 0,0 0 0 0 0,-1-1 0 0 0,1 1 0 0 0,-1 0 1 0 0,0 0-1 0 0,0 0 0 0 0,0-1 0 0 0,-1 1 1 0 0,1 0-1 0 0,-1 0 0 0 0,-1-6 0 0 0,2 7-130 0 0,-1 1 1 0 0,1 0-1 0 0,0-1 0 0 0,-1 1 1 0 0,1 0-1 0 0,-1-1 0 0 0,1 1 0 0 0,-1 0 1 0 0,0-1-1 0 0,1 1 0 0 0,-1 0 1 0 0,0 0-1 0 0,0 0 0 0 0,0 0 0 0 0,0 0 1 0 0,0 0-1 0 0,0 0 0 0 0,0 0 0 0 0,0 0 1 0 0,0 0-1 0 0,-1 1 0 0 0,1-1 1 0 0,0 0-1 0 0,0 1 0 0 0,-1-1 0 0 0,1 1 1 0 0,-1-1-1 0 0,1 1 0 0 0,0 0 1 0 0,-1 0-1 0 0,1-1 0 0 0,-1 1 0 0 0,1 0 1 0 0,0 0-1 0 0,-1 0 0 0 0,1 1 0 0 0,-1-1 1 0 0,1 0-1 0 0,-2 1 0 0 0,1 0-60 0 0,1 0 0 0 0,-1 0-1 0 0,1 0 1 0 0,-1 0-1 0 0,1 0 1 0 0,0 0 0 0 0,-1 0-1 0 0,1 1 1 0 0,0-1-1 0 0,0 0 1 0 0,0 1 0 0 0,0-1-1 0 0,0 1 1 0 0,0-1 0 0 0,0 1-1 0 0,0 0 1 0 0,1-1-1 0 0,-1 1 1 0 0,0 0 0 0 0,1 0-1 0 0,0-1 1 0 0,-1 1 0 0 0,1 0-1 0 0,0 0 1 0 0,0 0-1 0 0,0-1 1 0 0,0 1 0 0 0,0 0-1 0 0,1 0 1 0 0,0 2-1 0 0,-1-1-35 0 0,1 0 0 0 0,-1 1 0 0 0,1-1 0 0 0,0 0 0 0 0,0 0 0 0 0,1 0 0 0 0,-1 0 0 0 0,1 0 0 0 0,-1 0 0 0 0,1 0 0 0 0,0 0 0 0 0,0-1 0 0 0,0 1 0 0 0,0-1 0 0 0,1 1 0 0 0,2 1 0 0 0,-2-2 116 0 0,1 0 1 0 0,-1-1-1 0 0,1 1 0 0 0,0-1 1 0 0,0 1-1 0 0,-1-1 1 0 0,1-1-1 0 0,0 1 1 0 0,0 0-1 0 0,0-1 0 0 0,0 0 1 0 0,0 0-1 0 0,0 0 1 0 0,0 0-1 0 0,0-1 0 0 0,0 1 1 0 0,0-1-1 0 0,0 0 1 0 0,0-1-1 0 0,-1 1 1 0 0,1 0-1 0 0,0-1 0 0 0,-1 0 1 0 0,1 0-1 0 0,-1 0 1 0 0,0 0-1 0 0,1-1 0 0 0,-1 1 1 0 0,0-1-1 0 0,0 0 1 0 0,-1 0-1 0 0,1 0 1 0 0,-1 0-1 0 0,4-6 0 0 0,-4 6 54 0 0,1 0-1 0 0,-1 0 0 0 0,0-1 0 0 0,-1 1 0 0 0,1-1 1 0 0,-1 1-1 0 0,1-1 0 0 0,-1 1 0 0 0,0-1 1 0 0,0 0-1 0 0,-1 0 0 0 0,1 0 0 0 0,-1 1 0 0 0,0-1 1 0 0,0 0-1 0 0,0 0 0 0 0,0 0 0 0 0,-1 0 1 0 0,1 1-1 0 0,-1-1 0 0 0,0 0 0 0 0,0 0 0 0 0,-1 1 1 0 0,1-1-1 0 0,-1 1 0 0 0,1-1 0 0 0,-1 1 1 0 0,0 0-1 0 0,-1 0 0 0 0,1 0 0 0 0,0 0 0 0 0,-1 0 1 0 0,0 0-1 0 0,0 0 0 0 0,0 1 0 0 0,-3-3 1 0 0,5 5-82 0 0,1-1 1 0 0,-1 0-1 0 0,1 1 1 0 0,-1 0 0 0 0,0-1-1 0 0,1 1 1 0 0,-1-1-1 0 0,0 1 1 0 0,0 0 0 0 0,1-1-1 0 0,-1 1 1 0 0,0 0-1 0 0,1 0 1 0 0,-1 0 0 0 0,0-1-1 0 0,0 1 1 0 0,0 0-1 0 0,1 0 1 0 0,-1 0 0 0 0,0 0-1 0 0,0 0 1 0 0,1 0-1 0 0,-1 1 1 0 0,0-1 0 0 0,0 0-1 0 0,1 0 1 0 0,-1 1-1 0 0,0-1 1 0 0,0 0 0 0 0,1 1-1 0 0,-1-1 1 0 0,0 0-1 0 0,0 1 1 0 0,0 1 5 0 0,0 0-1 0 0,0-1 1 0 0,0 1 0 0 0,1 0 0 0 0,-1-1-1 0 0,0 1 1 0 0,1 0 0 0 0,-1 0 0 0 0,1 0-1 0 0,0 0 1 0 0,-1-1 0 0 0,1 1 0 0 0,0 3-1 0 0,0-1-39 0 0,0 0 0 0 0,0 0-1 0 0,1 0 1 0 0,-1 0 0 0 0,1 0-1 0 0,0 0 1 0 0,0 0-1 0 0,0 0 1 0 0,0-1 0 0 0,1 1-1 0 0,-1 0 1 0 0,1-1 0 0 0,0 1-1 0 0,3 3 1 0 0,26 4-2253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8.0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0 7370 0 0,'-2'3'4979'0'0,"11"17"-3456"0"0,17 25-1129 0 0,11 9-95 0 0,2-1 0 0 0,73 73 0 0 0,-105-120-230 0 0,0 0-1 0 0,0-1 1 0 0,1 0-1 0 0,-1 0 1 0 0,1-1-1 0 0,1 0 1 0 0,-1 0-1 0 0,0-1 1 0 0,1 0 0 0 0,0 0-1 0 0,0-1 1 0 0,-1 0-1 0 0,1-1 1 0 0,1 0-1 0 0,11 0 1 0 0,-15-1 24 0 0,0 0 1 0 0,0-1 0 0 0,0 1 0 0 0,0-1-1 0 0,-1 0 1 0 0,1-1 0 0 0,0 0-1 0 0,-1 1 1 0 0,1-2 0 0 0,-1 1 0 0 0,0-1-1 0 0,1 0 1 0 0,-1 0 0 0 0,0 0-1 0 0,-1-1 1 0 0,1 1 0 0 0,-1-1 0 0 0,0 0-1 0 0,1-1 1 0 0,-2 1 0 0 0,1-1-1 0 0,-1 1 1 0 0,1-1 0 0 0,3-9 0 0 0,-1 0-128 0 0,0-1 1 0 0,-1 1 0 0 0,-1-1-1 0 0,4-25 1 0 0,-5-29-2972 0 0,-4 47-2648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8.2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7 6913 0 0,'-6'0'609'0'0,"2"0"-481"0"0,1 0-128 0 0,2-1 0 0 0,-1 1 128 0 0,2-1-128 0 0,0-1 96 0 0,2 1 184 0 0,-1 0 32 0 0,3 1 328 0 0,23 12-4065 0 0,-22-8 2153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8.8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87 2304 0 0,'-1'-1'150'0'0,"0"-1"0"0"0,1 1 0 0 0,-1 0 0 0 0,1 0 0 0 0,-1-1 0 0 0,1 1 0 0 0,-1 0-1 0 0,1-1 1 0 0,0 1 0 0 0,-1 0 0 0 0,1-1 0 0 0,0 1 0 0 0,0 0 0 0 0,0-1 0 0 0,0 1-1 0 0,0-1 1 0 0,0 1 0 0 0,1 0 0 0 0,-1-1 0 0 0,0 1 0 0 0,1 0 0 0 0,-1-1-1 0 0,1 1 1 0 0,0 0 0 0 0,0-2 0 0 0,20-29 3867 0 0,-19 31-3863 0 0,-1-1-1 0 0,1 0 0 0 0,0 1 1 0 0,0-1-1 0 0,0 1 1 0 0,0 0-1 0 0,0 0 0 0 0,0-1 1 0 0,0 1-1 0 0,0 0 1 0 0,0 1-1 0 0,0-1 0 0 0,1 0 1 0 0,-1 1-1 0 0,0-1 1 0 0,1 1-1 0 0,-1 0 0 0 0,0-1 1 0 0,1 1-1 0 0,-1 0 1 0 0,4 1-1 0 0,-2 0-36 0 0,-1 0 1 0 0,1 1-1 0 0,0-1 0 0 0,-1 1 0 0 0,1 0 0 0 0,-1 0 1 0 0,1 0-1 0 0,-1 1 0 0 0,0-1 0 0 0,0 1 1 0 0,4 4-1 0 0,6 7 146 0 0,-2 0 1 0 0,0 2-1 0 0,-1-1 0 0 0,10 20 1 0 0,-9-9 90 0 0,-9-20-157 0 0,0 0-1 0 0,1 0 1 0 0,0-1-1 0 0,0 1 1 0 0,0 0-1 0 0,0-1 1 0 0,1 0-1 0 0,0 0 0 0 0,8 8 1 0 0,-11-12-135 0 0,0-1 0 0 0,0 0 0 0 0,1 0 0 0 0,-1 1 0 0 0,0-1 0 0 0,0 0 0 0 0,0 0 0 0 0,1 0 0 0 0,-1-1 0 0 0,0 1 1 0 0,0 0-1 0 0,0 0 0 0 0,0-1 0 0 0,1 1 0 0 0,-1 0 0 0 0,0-1 0 0 0,0 1 0 0 0,0-1 0 0 0,0 0 0 0 0,0 1 0 0 0,0-1 0 0 0,0 0 0 0 0,0 1 0 0 0,0-1 0 0 0,0 0 0 0 0,-1 0 0 0 0,1 0 0 0 0,1-1 0 0 0,25-34 355 0 0,-22 28-241 0 0,15-21-572 0 0,21-44-1 0 0,-23 38-2788 0 0,-9 20-3119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9.1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3 116 3681 0 0,'0'0'258'0'0,"0"-1"1"0"0,-1 0-1 0 0,1 0 1 0 0,0 0-1 0 0,-1 0 0 0 0,1 0 1 0 0,0 0-1 0 0,0 0 1 0 0,0 1-1 0 0,0-1 1 0 0,0 0-1 0 0,0 0 1 0 0,0 0-1 0 0,0 0 0 0 0,0 0 1 0 0,1 0-1 0 0,-1 0 1 0 0,0 0-1 0 0,0 0 1 0 0,1-1-1 0 0,6-22 2180 0 0,-3 15-2963 0 0,1 1-1 0 0,-1 0 0 0 0,1 0 1 0 0,11-14-1 0 0,-15 21 439 0 0,0 0 1 0 0,0-1-1 0 0,0 1 1 0 0,0 0-1 0 0,1 0 0 0 0,-1 0 1 0 0,0 0-1 0 0,0 0 1 0 0,1 0-1 0 0,-1 0 1 0 0,1 0-1 0 0,-1 1 0 0 0,1-1 1 0 0,-1 0-1 0 0,1 1 1 0 0,-1 0-1 0 0,1-1 1 0 0,0 1-1 0 0,-1 0 0 0 0,1 0 1 0 0,0-1-1 0 0,-1 1 1 0 0,1 0-1 0 0,-1 1 1 0 0,1-1-1 0 0,0 0 0 0 0,-1 0 1 0 0,1 1-1 0 0,-1-1 1 0 0,1 1-1 0 0,-1-1 1 0 0,1 1-1 0 0,-1 0 0 0 0,1 0 1 0 0,2 1-1 0 0,4 5 87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9.3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1 110 456 0 0,'7'-10'9946'0'0,"12"-17"-8155"0"0,28-37-2646 0 0,-40 55 855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9.6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5065 0 0,'10'11'10482'0'0,"65"63"-8341"0"0,-43-48-1869 0 0,48 32 1 0 0,-67-50-223 0 0,0-1 1 0 0,0 0-1 0 0,1 0 0 0 0,0-2 1 0 0,0 1-1 0 0,1-2 1 0 0,17 4-1 0 0,-29-8-145 0 0,0 1 1 0 0,-1-1-1 0 0,1 0 0 0 0,0 0 1 0 0,0 0-1 0 0,-1 0 1 0 0,1 0-1 0 0,0 0 0 0 0,0-1 1 0 0,-1 1-1 0 0,1-1 0 0 0,-1 0 1 0 0,1 0-1 0 0,0 0 1 0 0,-1 0-1 0 0,0-1 0 0 0,1 1 1 0 0,-1 0-1 0 0,0-1 0 0 0,1 0 1 0 0,-1 1-1 0 0,2-3 1 0 0,-1 0-291 0 0,-1 0 1 0 0,1-1 0 0 0,-1 1 0 0 0,1 0 0 0 0,-1-1 0 0 0,-1 0 0 0 0,1 1 0 0 0,-1-1 0 0 0,1 0 0 0 0,-1 0 0 0 0,0-6 0 0 0,2-4-4738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39.8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9 3681 0 0,'-26'-9'9678'0'0,"39"10"-10317"0"0,21 4-4546 0 0,-21-4 3251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40.3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97 6 2761 0 0,'-3'-1'285'0'0,"0"0"0"0"0,1 0 0 0 0,-1 0 1 0 0,0 1-1 0 0,0-1 0 0 0,0 1 1 0 0,0-1-1 0 0,0 1 0 0 0,0 0 0 0 0,0 0 1 0 0,0 1-1 0 0,1-1 0 0 0,-1 1 1 0 0,0-1-1 0 0,0 1 0 0 0,0 0 0 0 0,0 0 1 0 0,1 0-1 0 0,-1 0 0 0 0,0 0 1 0 0,1 1-1 0 0,-1-1 0 0 0,1 1 1 0 0,0 0-1 0 0,-1 0 0 0 0,1 0 0 0 0,0 0 1 0 0,0 0-1 0 0,-3 4 0 0 0,3-2-164 0 0,0 0 0 0 0,0-1 0 0 0,1 1 0 0 0,-1 0 0 0 0,1 1 0 0 0,0-1 0 0 0,0 0 0 0 0,0 0 0 0 0,1 1-1 0 0,-1-1 1 0 0,1 0 0 0 0,0 0 0 0 0,0 1 0 0 0,1-1 0 0 0,-1 0 0 0 0,1 1 0 0 0,0-1 0 0 0,0 0 0 0 0,3 8 0 0 0,-2-9-88 0 0,-1-1 0 0 0,1 1 0 0 0,-1 0 0 0 0,1-1 0 0 0,0 1 0 0 0,0-1 0 0 0,0 0 0 0 0,0 1 0 0 0,0-1 0 0 0,0 0 0 0 0,1 0 0 0 0,-1 0 0 0 0,1-1 0 0 0,-1 1 0 0 0,5 1 1 0 0,47 15 370 0 0,-46-17-254 0 0,-1 1 0 0 0,1 0 1 0 0,-1 0-1 0 0,0 1 0 0 0,1 0 0 0 0,-1 0 1 0 0,12 9-1 0 0,-16-9-38 0 0,0-1 1 0 0,-1 1 0 0 0,0 0 0 0 0,0 0-1 0 0,0 0 1 0 0,0 0 0 0 0,0 0 0 0 0,-1 0-1 0 0,1 0 1 0 0,-1 1 0 0 0,0-1 0 0 0,0 1-1 0 0,0-1 1 0 0,0 1 0 0 0,-1-1 0 0 0,1 1-1 0 0,-1 0 1 0 0,0-1 0 0 0,0 1 0 0 0,-1-1-1 0 0,1 1 1 0 0,-1-1 0 0 0,1 1 0 0 0,-1-1-1 0 0,-2 5 1 0 0,-3 12 360 0 0,-1-1 0 0 0,-1-1 0 0 0,-15 26 0 0 0,9-18-355 0 0,-5 9-1644 0 0,10-19-5383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6:48.2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1979 262 3225 0 0,'4'-18'99'0'0,"-1"8"-79"0"0,-1 1 1 0 0,0 0 0 0 0,-1 0 0 0 0,0-1 0 0 0,0 1-1 0 0,-1-1 1 0 0,0 1 0 0 0,0 0 0 0 0,-4-15-1 0 0,4 23 0 0 0,-1 0 0 0 0,0 0 0 0 0,1-1-1 0 0,-1 1 1 0 0,0 0 0 0 0,0 0-1 0 0,0 0 1 0 0,0 0 0 0 0,0 0-1 0 0,0 0 1 0 0,-1 1 0 0 0,1-1-1 0 0,0 0 1 0 0,0 0 0 0 0,0 1 0 0 0,-1-1-1 0 0,1 1 1 0 0,-2-1 0 0 0,-32-6 592 0 0,2 0 108 0 0,-37-27 2278 0 0,53 24-2051 0 0,-1 1 0 0 0,0 1 0 0 0,0 1 0 0 0,-1 0 0 0 0,1 1 0 0 0,-2 1 0 0 0,-31-4-1 0 0,25 8-597 0 0,-1 2-1 0 0,1 0 1 0 0,-49 10 0 0 0,-77 27 34 0 0,135-33-326 0 0,-29 10 101 0 0,0 1-1 0 0,1 3 0 0 0,-67 38 0 0 0,-118 89 439 0 0,213-135-564 0 0,-26 20-16 0 0,2 2 1 0 0,0 2 0 0 0,-65 75-1 0 0,-85 137 35 0 0,158-198-107 0 0,2 0 0 0 0,3 3 0 0 0,-30 73 0 0 0,25-37-68 0 0,-28 123 0 0 0,-35 204-96 0 0,31 3 184 0 0,60 18 16 0 0,9-275 16 0 0,-1-31 17 0 0,5 1 0 0 0,7-1-1 0 0,4-1 1 0 0,40 134 0 0 0,-38-197-13 0 0,3-1 0 0 0,2-2 0 0 0,3-1 0 0 0,3-1 0 0 0,3-1 0 0 0,50 65 0 0 0,-18-27 0 0 0,-37-51 0 0 0,3-1 0 0 0,1-2 0 0 0,58 57 0 0 0,-59-73 9 0 0,1-1 0 0 0,1-2 0 0 0,1-1 0 0 0,1-2 1 0 0,1-2-1 0 0,63 25 0 0 0,-45-24-12 0 0,0-1 0 0 0,2-4 0 0 0,0-1-1 0 0,0-4 1 0 0,120 9 0 0 0,-87-19-112 0 0,1-4 0 0 0,-1-4 0 0 0,0-3 0 0 0,-1-5 0 0 0,104-31-1 0 0,118-27 0 0 0,-139 36-78 0 0,-152 32 189 0 0,0-1 0 0 0,-1 0 0 0 0,0-1-1 0 0,0-1 1 0 0,-1-2 0 0 0,0 1 0 0 0,0-2 0 0 0,-1-1 0 0 0,-1 0 0 0 0,0-1 0 0 0,0-1 0 0 0,-1 0 0 0 0,-1-1 0 0 0,25-32 0 0 0,50-86 144 0 0,2-1 2 0 0,-55 81-141 0 0,-1-1 0 0 0,-3-1 0 0 0,39-91 0 0 0,51-187 0 0 0,-104 274 18 0 0,75-270 252 0 0,-73 226-262 0 0,-3 23 328 0 0,13-150 0 0 0,-31 196-315 0 0,-1 0 0 0 0,-1 0 0 0 0,-9-39 0 0 0,-30-100 478 0 0,-3-23 86 0 0,12 36-234 0 0,-62-179 0 0 0,69 256-154 0 0,-75-208-296 0 0,95 280 101 0 0,-65-152 332 0 0,55 134-258 0 0,-1 0 0 0 0,-1 1 0 0 0,-29-35 1 0 0,2 8-17 0 0,21 25 27 0 0,0 1 0 0 0,-2 2 0 0 0,-1 0 0 0 0,-38-30 1 0 0,36 33-29 0 0,1-1 0 0 0,1-2 0 0 0,2 0 0 0 0,-30-44 0 0 0,15 20-66 0 0,6 8-4 0 0,-2 2 0 0 0,-1 1 1 0 0,-3 2-1 0 0,0 2 0 0 0,-55-39 1 0 0,72 59 99 0 0,-28-27 0 0 0,33 27 35 0 0,-1 1 1 0 0,-22-15-1 0 0,33 26-100 0 0,-1 0-1 0 0,1 0 1 0 0,-1 0-1 0 0,0 1 1 0 0,0 0-1 0 0,0 1 1 0 0,0 0-1 0 0,-1 0 1 0 0,-14-1 0 0 0,-45 1 132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7:02.6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2386 313 5529 0 0,'-36'-11'1300'0'0,"-59"-25"-1"0"0,68 23-658 0 0,-1 2-1 0 0,-1 1 1 0 0,-55-12-1 0 0,36 17-195 0 0,0 1 0 0 0,0 3 1 0 0,0 2-1 0 0,-84 12 0 0 0,-186 57 841 0 0,284-60-1180 0 0,1 2 0 0 0,0 2 0 0 0,0 0 0 0 0,1 2 0 0 0,1 2 0 0 0,-35 25 1 0 0,-27 22-52 0 0,29-23-67 0 0,2 3 0 0 0,2 3 0 0 0,-74 75 1 0 0,-116 165-109 0 0,180-206 106 0 0,29-30 10 0 0,2 3-1 0 0,2 0 0 0 0,3 3 1 0 0,3 1-1 0 0,2 1 1 0 0,-25 74-1 0 0,1 29-11 0 0,-38 200 0 0 0,77-291 16 0 0,2 0 0 0 0,-2 86 0 0 0,13-113 0 0 0,3-1 0 0 0,1 1 0 0 0,2-1 0 0 0,20 80 0 0 0,-6-57 86 0 0,3 0-1 0 0,44 90 0 0 0,-44-114-29 0 0,2-1 0 0 0,2-1 0 0 0,1-1 0 0 0,46 51 0 0 0,-42-57-2 0 0,1-2 0 0 0,2-1-1 0 0,0-1 1 0 0,2-2 0 0 0,2-2-1 0 0,0-1 1 0 0,1-3 0 0 0,2 0 0 0 0,0-3-1 0 0,1-1 1 0 0,0-2 0 0 0,2-3-1 0 0,0-1 1 0 0,68 10 0 0 0,-47-15-22 0 0,0-2 0 0 0,0-4 0 0 0,1-2 0 0 0,-1-3 0 0 0,0-3 0 0 0,0-3 0 0 0,-1-3 0 0 0,-1-2 0 0 0,0-3 0 0 0,-1-3 0 0 0,-1-3 0 0 0,-1-2 0 0 0,64-39 0 0 0,-47 19 122 0 0,-3-4-1 0 0,92-79 1 0 0,-145 110-142 0 0,311-290 761 0 0,-256 230-556 0 0,-3-3 1 0 0,69-103 0 0 0,130-240-146 0 0,-248 380-36 0 0,-1 0-1 0 0,-3-2 1 0 0,-1 0 0 0 0,-2-2 0 0 0,-3 0-1 0 0,-2 0 1 0 0,7-60 0 0 0,-3-44 190 0 0,-5-159 0 0 0,-5 76-128 0 0,-3 168-113 0 0,-2 1 0 0 0,-4-1 0 0 0,-3 1 0 0 0,-21-103 0 0 0,20 141 75 0 0,-1 0 0 0 0,-2 1 1 0 0,-1-1-1 0 0,-1 2 0 0 0,-1 0 0 0 0,-1 0 1 0 0,-1 1-1 0 0,-2 1 0 0 0,-1 1 1 0 0,0 0-1 0 0,-2 1 0 0 0,-35-31 0 0 0,37 39-23 0 0,0 0 1 0 0,0 2-1 0 0,-1 0 0 0 0,-1 2 0 0 0,0 0 0 0 0,0 1 1 0 0,-1 1-1 0 0,-1 0 0 0 0,1 2 0 0 0,-1 1 0 0 0,-1 0 0 0 0,1 2 1 0 0,-1 1-1 0 0,1 0 0 0 0,-1 2 0 0 0,-30 2 0 0 0,-5 3-37 0 0,1 4 0 0 0,0 2 0 0 0,0 2 0 0 0,-101 36 0 0 0,136-39-636 0 0,-1 1-1 0 0,1 1 1 0 0,1 1 0 0 0,0 1-1 0 0,1 1 1 0 0,1 1-1 0 0,-28 25 1 0 0,-84 62-6362 0 0,6-6 2277 0 0,113-86 4432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7:11.9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938 160 5065 0 0,'-23'-7'616'0'0,"0"2"0"0"0,0 0-1 0 0,0 2 1 0 0,-1 0 0 0 0,-25 2 0 0 0,1 2-349 0 0,-71 11 0 0 0,99-8-339 0 0,0 1-1 0 0,1 1 1 0 0,0 1 0 0 0,0 1-1 0 0,0 0 1 0 0,1 2 0 0 0,0 0-1 0 0,1 1 1 0 0,0 0-1 0 0,1 2 1 0 0,-22 21 0 0 0,-1 5 97 0 0,1 1 0 0 0,-63 91-1 0 0,75-91 47 0 0,2 0-1 0 0,2 1 0 0 0,2 2 0 0 0,2 0 0 0 0,1 1 1 0 0,2 1-1 0 0,3 0 0 0 0,1 1 0 0 0,3 0 0 0 0,1 0 0 0 0,2 1 1 0 0,3 0-1 0 0,1 0 0 0 0,3 0 0 0 0,11 72 0 0 0,-8-97 1 0 0,1-1 0 0 0,1 1 0 0 0,1-1 0 0 0,1-1 0 0 0,0 0 0 0 0,2 0 0 0 0,0-1 0 0 0,1 0 0 0 0,29 33 0 0 0,11 6 203 0 0,87 74 0 0 0,-120-115-209 0 0,24 19 93 0 0,1-2-1 0 0,2-2 1 0 0,1-3-1 0 0,1-1 1 0 0,2-3 0 0 0,0-1-1 0 0,102 31 1 0 0,-43-19-332 0 0,-2 5 0 0 0,-2 4 1 0 0,-2 6-1 0 0,107 69 0 0 0,-133-76 189 0 0,146 60-1 0 0,-142-70-11 0 0,-59-23 0 0 0,0 1 0 0 0,-1 1 0 0 0,-1 0 0 0 0,0 2 0 0 0,0 0-1 0 0,-2 1 1 0 0,18 20 0 0 0,106 140 35 0 0,-49-57-27 0 0,-68-88 51 0 0,-1 2 0 0 0,-1 0 0 0 0,-2 1 0 0 0,-1 2 1 0 0,-2 0-1 0 0,-2 0 0 0 0,20 65 0 0 0,87 350 850 0 0,103 312 984 0 0,-185-652-1748 0 0,-5 2 0 0 0,30 153 0 0 0,-31 8-65 0 0,10 54 222 0 0,-9-169 45 0 0,23 129-270 0 0,-34-153 453 0 0,83 255 1 0 0,-90-334-536 0 0,41 112-12 0 0,-46-140 15 0 0,0 1 1 0 0,2-2-1 0 0,31 44 0 0 0,-13-30-46 0 0,2-1-1 0 0,72 63 1 0 0,95 51-232 0 0,-121-105-68 0 0,161 71 1 0 0,-189-98 199 0 0,2-2-1 0 0,1-3 0 0 0,0-2 0 0 0,93 12 1 0 0,236-3-127 0 0,-334-24 191 0 0,-1-3 0 0 0,0-2 0 0 0,0-2 1 0 0,0-2-1 0 0,-1-2 0 0 0,0-3 0 0 0,-1-2 0 0 0,76-35 0 0 0,-24-1-128 0 0,-1-3 0 0 0,118-90 0 0 0,-158 102 422 0 0,137-103 107 0 0,-143 102-427 0 0,74-77 0 0 0,89-133 191 0 0,-170 194-162 0 0,-3-3-1 0 0,48-93 1 0 0,-83 138 51 0 0,0-1 0 0 0,0 0-1 0 0,-2 0 1 0 0,-1 0 0 0 0,0 0-1 0 0,-1-1 1 0 0,-1 0 0 0 0,-1 0-1 0 0,-1 0 1 0 0,0 0 0 0 0,-2 0-1 0 0,0 0 1 0 0,-2 0 0 0 0,0 1 0 0 0,-1-1-1 0 0,-1 0 1 0 0,0 1 0 0 0,-2 0-1 0 0,0 1 1 0 0,-1-1 0 0 0,-1 1-1 0 0,-1 1 1 0 0,0 0 0 0 0,-2 0-1 0 0,1 1 1 0 0,-2 0 0 0 0,0 1-1 0 0,-19-16 1 0 0,-363-326 3326 0 0,335 306-2926 0 0,-129-82 0 0 0,47 37 20 0 0,-140-101 486 0 0,-21-16 482 0 0,230 164-1109 0 0,-90-45 0 0 0,-46-29-78 0 0,-9-47-226 0 0,93 68 16 0 0,-240-226 35 0 0,198 169 13 0 0,121 113 71 0 0,2-1-1 0 0,2-3 1 0 0,2-1 0 0 0,3-2-1 0 0,1-1 1 0 0,4-2 0 0 0,-29-66-1 0 0,-12-32-90 0 0,-83-186-37 0 0,-44-230 66 0 0,163 461-153 0 0,-4 2 0 0 0,-73-133 0 0 0,31 69 40 0 0,-10-74 40 0 0,33 75 0 0 0,33 112 66 0 0,-3 0-1 0 0,-2 2 0 0 0,-3 1 1 0 0,-1 2-1 0 0,-53-58 0 0 0,-188-201 433 0 0,256 288-445 0 0,0 2-1 0 0,-1 0 1 0 0,-1 2 0 0 0,-1 0 0 0 0,-1 1-1 0 0,0 2 1 0 0,-2 1 0 0 0,0 0 0 0 0,0 2 0 0 0,-2 2-1 0 0,-48-16 1 0 0,-17-2-370 0 0,29 8 463 0 0,-1 3 0 0 0,-110-17 0 0 0,159 35-7 0 0,1 0 0 0 0,-1 1 0 0 0,0 1 0 0 0,1 1-1 0 0,-1 0 1 0 0,1 1 0 0 0,0 1 0 0 0,-27 9-1 0 0,-2 6-42 0 0,-69 39 1 0 0,9-2-136 0 0,90-50-252 0 0,0-1-1 0 0,-1 0 1 0 0,-24 4-1 0 0,27-7-1102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29.2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100 149 5065 0 0,'-14'-14'969'0'0,"1"-1"0"0"0,0 0 0 0 0,1-1 0 0 0,1 0-1 0 0,0 0 1 0 0,1-2 0 0 0,-5-20 2281 0 0,15 38-3213 0 0,10 6 903 0 0,10 12-270 0 0,17 29 383 0 0,51 87 0 0 0,-4-4-502 0 0,101 146-1369 0 0,-164-240-3142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29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27 300 6913 0 0,'-5'-10'524'0'0,"1"0"-1"0"0,0-1 1 0 0,0 0-1 0 0,-3-21 1 0 0,6 28-247 0 0,1 0 0 0 0,-1 0 0 0 0,1 1 0 0 0,0-1 0 0 0,0 0 0 0 0,0 0 0 0 0,0 0 0 0 0,1 0 0 0 0,0 0 0 0 0,-1 0 0 0 0,2 0 0 0 0,-1 1 0 0 0,0-1 1 0 0,1 0-1 0 0,-1 1 0 0 0,1-1 0 0 0,4-5 0 0 0,-5 8-218 0 0,0 0 1 0 0,1 0 0 0 0,-1 0-1 0 0,0 1 1 0 0,1-1-1 0 0,-1 0 1 0 0,0 0-1 0 0,1 1 1 0 0,-1-1 0 0 0,1 1-1 0 0,0 0 1 0 0,-1-1-1 0 0,1 1 1 0 0,-1 0-1 0 0,1 0 1 0 0,-1 0 0 0 0,1 0-1 0 0,0 0 1 0 0,-1 0-1 0 0,1 0 1 0 0,-1 1 0 0 0,1-1-1 0 0,-1 0 1 0 0,1 1-1 0 0,-1 0 1 0 0,1-1-1 0 0,1 2 1 0 0,41 25 683 0 0,-37-23-588 0 0,36 30 624 0 0,40 38 1 0 0,29 23-304 0 0,-106-91-463 0 0,0 0 1 0 0,1 0 0 0 0,0-1 0 0 0,-1 1-1 0 0,1-2 1 0 0,0 1 0 0 0,0-1 0 0 0,13 2-1 0 0,-18-3 14 0 0,-1-1 0 0 0,0 0 0 0 0,0 0 1 0 0,1 0-1 0 0,-1 0 0 0 0,0 0 0 0 0,0 0 0 0 0,1 0 0 0 0,-1-1 0 0 0,0 1 0 0 0,0 0 0 0 0,1-1 0 0 0,-1 1 0 0 0,0-1 0 0 0,0 1 0 0 0,0-1 0 0 0,0 1 0 0 0,0-1 0 0 0,0 0 0 0 0,0 0 0 0 0,0 0 0 0 0,1 0 0 0 0,-1-1 54 0 0,0 0 1 0 0,-1 0-1 0 0,1 0 1 0 0,-1 0-1 0 0,1 0 1 0 0,-1 0-1 0 0,0 0 0 0 0,0 0 1 0 0,0 0-1 0 0,0 0 1 0 0,0 0-1 0 0,0 0 1 0 0,0 0-1 0 0,-1 0 0 0 0,1 0 1 0 0,-1 0-1 0 0,1 0 1 0 0,-1 1-1 0 0,-1-3 1 0 0,-11-29 396 0 0,-23-40 1 0 0,22 47-617 0 0,1 0-1 0 0,-16-52 1 0 0,23 59-912 0 0,2 0-1 0 0,0 0 1 0 0,-1-28-1 0 0,5 26-5524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29.8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15 105 2304 0 0,'-2'-2'514'0'0,"1"0"-1"0"0,-1 1 0 0 0,1-1 0 0 0,0 0 0 0 0,-1 0 0 0 0,1 0 1 0 0,0-1-1 0 0,0 1 0 0 0,0 0 0 0 0,0-3 0 0 0,0 0 1430 0 0,7 22-229 0 0,-3-11-1493 0 0,0 1 0 0 0,0-1 0 0 0,0 1 0 0 0,1-1 0 0 0,0 0 0 0 0,0 0 0 0 0,0-1 0 0 0,1 1 0 0 0,0-1 0 0 0,0 0 0 0 0,0 0 0 0 0,1-1 0 0 0,0 1-1 0 0,0-1 1 0 0,9 5 0 0 0,-12-7-194 0 0,1-1-1 0 0,0 1 0 0 0,0 0 0 0 0,0-1 0 0 0,0 0 0 0 0,0 0 1 0 0,0 0-1 0 0,0-1 0 0 0,0 1 0 0 0,0-1 0 0 0,0 0 1 0 0,0 0-1 0 0,0 0 0 0 0,0 0 0 0 0,1-1 0 0 0,-1 0 1 0 0,0 0-1 0 0,0 0 0 0 0,0 0 0 0 0,-1-1 0 0 0,1 1 0 0 0,0-1 1 0 0,-1 0-1 0 0,1 0 0 0 0,-1-1 0 0 0,1 1 0 0 0,-1-1 1 0 0,4-3-1 0 0,-5 4 43 0 0,0-1 0 0 0,0 0 1 0 0,0 1-1 0 0,0-1 0 0 0,0 0 1 0 0,0 0-1 0 0,-1 0 0 0 0,0 0 0 0 0,0 0 1 0 0,1 0-1 0 0,-2-1 0 0 0,1 1 1 0 0,0 0-1 0 0,-1 0 0 0 0,1-1 1 0 0,-1 1-1 0 0,0 0 0 0 0,0-1 0 0 0,-1 1 1 0 0,1 0-1 0 0,0-1 0 0 0,-1 1 1 0 0,0 0-1 0 0,0 0 0 0 0,0-1 0 0 0,0 1 1 0 0,-1 0-1 0 0,1 0 0 0 0,-1 0 1 0 0,0 1-1 0 0,1-1 0 0 0,-1 0 1 0 0,-4-3-1 0 0,2 1-264 0 0,0 0 1 0 0,0 0 0 0 0,-1 0-1 0 0,0 1 1 0 0,0 0-1 0 0,0 0 1 0 0,-1 0-1 0 0,1 0 1 0 0,-1 1-1 0 0,0 0 1 0 0,0 0-1 0 0,0 1 1 0 0,0-1 0 0 0,0 1-1 0 0,-1 1 1 0 0,-7-2-1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0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148 258 5065 0 0,'-3'0'283'0'0,"1"0"0"0"0,-1 1 0 0 0,1-1 0 0 0,-1 1 0 0 0,1-1 0 0 0,-1 1 1 0 0,1 0-1 0 0,-1 0 0 0 0,1 0 0 0 0,0 0 0 0 0,-1 0 0 0 0,1 0 0 0 0,0 1 0 0 0,0-1 0 0 0,0 1 0 0 0,0 0 0 0 0,-3 3 0 0 0,1-1 8 0 0,1 1 1 0 0,0 0-1 0 0,0 0 0 0 0,0 0 0 0 0,0 0 1 0 0,1 1-1 0 0,-3 8 0 0 0,1 1-15 0 0,0 0 1 0 0,2 0-1 0 0,0 0 1 0 0,0 1-1 0 0,1 18 0 0 0,2-28-214 0 0,-1 0 0 0 0,1 0-1 0 0,0 0 1 0 0,1 0 0 0 0,-1 0-1 0 0,1 0 1 0 0,0-1 0 0 0,1 1 0 0 0,-1-1-1 0 0,1 0 1 0 0,4 6 0 0 0,-6-10-83 0 0,0 1 1 0 0,0-1 0 0 0,0 1 0 0 0,0-1 0 0 0,1 0 0 0 0,-1 0 0 0 0,0 0 0 0 0,1 1-1 0 0,-1-1 1 0 0,1-1 0 0 0,-1 1 0 0 0,1 0 0 0 0,0 0 0 0 0,-1 0 0 0 0,1-1-1 0 0,0 1 1 0 0,0-1 0 0 0,0 0 0 0 0,-1 1 0 0 0,1-1 0 0 0,0 0 0 0 0,0 0-1 0 0,0 0 1 0 0,-1 0 0 0 0,1 0 0 0 0,0-1 0 0 0,0 1 0 0 0,0 0 0 0 0,-1-1-1 0 0,1 1 1 0 0,0-1 0 0 0,-1 0 0 0 0,1 0 0 0 0,0 0 0 0 0,-1 1 0 0 0,1-1-1 0 0,-1-1 1 0 0,1 1 0 0 0,1-2 0 0 0,1-1-169 0 0,0 0 0 0 0,0-1 0 0 0,0 1 0 0 0,-1-1 0 0 0,0 0 0 0 0,0 0 0 0 0,0 0 0 0 0,-1 0 0 0 0,1-1 1 0 0,-1 1-1 0 0,-1-1 0 0 0,1 1 0 0 0,-1-1 0 0 0,2-9 0 0 0,-1-3-175 0 0,0 0 0 0 0,-2 0 1 0 0,-1-25-1 0 0,-1 25 289 0 0,-1 0-1 0 0,-1 0 1 0 0,0 0-1 0 0,-2 0 1 0 0,0 1-1 0 0,-1 0 1 0 0,-12-22-1 0 0,3 11 523 0 0,-2 0-1 0 0,0 1 0 0 0,-28-31 1 0 0,43 55-171 0 0,1 0 20 0 0,0 0-1 0 0,0 1 0 0 0,-1-1 1 0 0,1 1-1 0 0,0 0 1 0 0,-1-1-1 0 0,0 1 1 0 0,1 0-1 0 0,-1 0 1 0 0,0 1-1 0 0,0-1 1 0 0,0 1-1 0 0,-9 2 4056 0 0,25 24-3264 0 0,25 34-506 0 0,2-2 0 0 0,64 69-1 0 0,36 21-3299 0 0,-117-123-4352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0.7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114 278 9674 0 0,'2'0'202'0'0,"0"0"0"0"0,-1-1 0 0 0,1 1 0 0 0,-1 0-1 0 0,1-1 1 0 0,-1 0 0 0 0,1 1 0 0 0,-1-1 0 0 0,0 0 0 0 0,1 0 0 0 0,-1 0 0 0 0,0 0-1 0 0,1 0 1 0 0,-1 0 0 0 0,0 0 0 0 0,0 0 0 0 0,0 0 0 0 0,0-1 0 0 0,0 1 0 0 0,0 0-1 0 0,0-1 1 0 0,-1 1 0 0 0,1-1 0 0 0,0 1 0 0 0,-1-1 0 0 0,1 1 0 0 0,-1-1 0 0 0,1 1-1 0 0,-1-1 1 0 0,0 1 0 0 0,0-3 0 0 0,2-5 126 0 0,-2 1 0 0 0,1-1 0 0 0,-1 1 0 0 0,-1-13 0 0 0,-1 8-133 0 0,0-1-1 0 0,-1 1 0 0 0,0 0 0 0 0,-1 0 1 0 0,0 0-1 0 0,-11-20 0 0 0,12 28-149 0 0,0 0 0 0 0,1 0-1 0 0,-2 0 1 0 0,1 0 0 0 0,-1 1 0 0 0,1-1 0 0 0,-1 1-1 0 0,0 0 1 0 0,-1 0 0 0 0,1 0 0 0 0,-1 1 0 0 0,1-1-1 0 0,-1 1 1 0 0,0 0 0 0 0,-1 1 0 0 0,1-1-1 0 0,-10-2 1 0 0,14 4-41 0 0,0 1-1 0 0,0 0 0 0 0,0 0 1 0 0,0-1-1 0 0,0 1 0 0 0,0 0 0 0 0,0 0 1 0 0,0 0-1 0 0,0 0 0 0 0,0 0 1 0 0,0 0-1 0 0,0 1 0 0 0,0-1 1 0 0,0 0-1 0 0,0 0 0 0 0,0 1 1 0 0,0-1-1 0 0,0 1 0 0 0,0-1 1 0 0,1 0-1 0 0,-1 1 0 0 0,0 0 1 0 0,0-1-1 0 0,0 1 0 0 0,1 0 0 0 0,-2 0 1 0 0,1 1-13 0 0,0 0 1 0 0,0 0-1 0 0,1-1 1 0 0,-1 1-1 0 0,1 0 1 0 0,-1 0-1 0 0,1 0 1 0 0,0 0-1 0 0,0 0 1 0 0,-1 0-1 0 0,1 0 1 0 0,1 0-1 0 0,-1 1 0 0 0,2 9-125 0 0,0 0 0 0 0,1 0 0 0 0,6 16 1 0 0,-8-25 90 0 0,2 5 17 0 0,1 1-1 0 0,0-1 1 0 0,1 0-1 0 0,0 0 1 0 0,0 0-1 0 0,0 0 1 0 0,1-1 0 0 0,0 0-1 0 0,1 0 1 0 0,0-1-1 0 0,0 0 1 0 0,0 0-1 0 0,1 0 1 0 0,-1-1-1 0 0,1 0 1 0 0,1-1 0 0 0,-1 0-1 0 0,15 5 1 0 0,-8-4 18 0 0,-1-1-1 0 0,1 0 1 0 0,0-1 0 0 0,1-1 0 0 0,-1 0 0 0 0,0-2 0 0 0,0 1-1 0 0,1-2 1 0 0,-1 0 0 0 0,28-6 0 0 0,-41 7-153 0 0,0-1 0 0 0,1 0 0 0 0,-1 1 0 0 0,1-1 0 0 0,-1 0 0 0 0,0 0 0 0 0,0-1 0 0 0,1 1 0 0 0,-1 0-1 0 0,0-1 1 0 0,0 0 0 0 0,0 1 0 0 0,-1-1 0 0 0,1 0 0 0 0,0 0 0 0 0,1-2 0 0 0,3-7-790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0.9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9 920 0 0,'0'-9'13827'0'0,"1"14"-12269"0"0,9 27-710 0 0,1 0 0 0 0,1 0 0 0 0,28 48 0 0 0,63 90 2571 0 0,-83-138-3282 0 0,5 9-839 0 0,-1 1 0 0 0,33 83 0 0 0,-41-81-65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1.9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73 10594 0 0,'-40'-50'2038'0'0,"26"27"2276"0"0,26 52-807 0 0,4 26-2962 0 0,-4-15-348 0 0,-6-18-354 0 0,71 199 405 0 0,-58-176-3605 0 0,28 50-1 0 0,-37-77-2171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2.3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6 462 3681 0 0,'-1'-5'622'0'0,"-1"0"0"0"0,1 1 0 0 0,0-1 0 0 0,1 1-1 0 0,-1-1 1 0 0,1 0 0 0 0,0 0 0 0 0,0 1 0 0 0,1-1 0 0 0,-1 0 0 0 0,1 1 0 0 0,0-1 0 0 0,0 0 0 0 0,4-8 0 0 0,-4 11-489 0 0,0 1 1 0 0,0-1 0 0 0,0 0 0 0 0,0 0-1 0 0,0 1 1 0 0,0-1 0 0 0,0 1 0 0 0,1-1-1 0 0,-1 1 1 0 0,0 0 0 0 0,1-1 0 0 0,0 1-1 0 0,-1 0 1 0 0,1 0 0 0 0,0 0 0 0 0,-1 0-1 0 0,1 0 1 0 0,0 0 0 0 0,0 1 0 0 0,0-1-1 0 0,0 1 1 0 0,0-1 0 0 0,-1 1 0 0 0,1-1-1 0 0,0 1 1 0 0,0 0 0 0 0,0 0-1 0 0,0 0 1 0 0,0 0 0 0 0,0 1 0 0 0,0-1-1 0 0,0 0 1 0 0,0 1 0 0 0,0 0 0 0 0,0-1-1 0 0,0 1 1 0 0,3 1 0 0 0,17 10 247 0 0,-1 0 1 0 0,0 1-1 0 0,38 31 0 0 0,-41-29-95 0 0,1-1-1 0 0,0 0 1 0 0,1-2-1 0 0,36 18 0 0 0,5-11-188 0 0,-57-18-85 0 0,0 0 0 0 0,1 0 0 0 0,-1-1 0 0 0,0 1 0 0 0,0-1 1 0 0,1 0-1 0 0,-1 0 0 0 0,0-1 0 0 0,1 1 0 0 0,-1-1 0 0 0,0 0 0 0 0,7-2 0 0 0,-10 2 12 0 0,0 0-1 0 0,0 0 1 0 0,0 0 0 0 0,0 0 0 0 0,-1 0-1 0 0,1 0 1 0 0,0 0 0 0 0,0-1-1 0 0,-1 1 1 0 0,1 0 0 0 0,-1 0 0 0 0,1-1-1 0 0,-1 1 1 0 0,0 0 0 0 0,1-1 0 0 0,-1 1-1 0 0,0-1 1 0 0,0 1 0 0 0,0 0-1 0 0,0-1 1 0 0,0 1 0 0 0,0 0 0 0 0,0-1-1 0 0,-1 1 1 0 0,1 0 0 0 0,0-1 0 0 0,-2-1-1 0 0,-12-42 594 0 0,11 37-530 0 0,-39-91 199 0 0,19 45-77 0 0,-17-57 0 0 0,35 94-863 0 0,1 0 1 0 0,1-1-1 0 0,0 0 1 0 0,1 1 0 0 0,1-1-1 0 0,1 0 1 0 0,3-30 0 0 0,0 31-6056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2.7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84 1376 0 0,'-21'-23'11035'0'0,"17"38"-9731"0"0,4-4-1217 0 0,0 0 0 0 0,0-1 0 0 0,1 1 0 0 0,1 0 0 0 0,-1-1 0 0 0,2 1 0 0 0,0-1 0 0 0,0 0 0 0 0,0 0 0 0 0,2 0 0 0 0,-1 0 0 0 0,1 0 0 0 0,11 14 0 0 0,-13-19-56 0 0,0 0 0 0 0,0-1 0 0 0,1 0-1 0 0,0 1 1 0 0,0-1 0 0 0,0-1 0 0 0,0 1 0 0 0,1 0-1 0 0,0-1 1 0 0,-1 0 0 0 0,1 0 0 0 0,0-1-1 0 0,0 1 1 0 0,1-1 0 0 0,-1 0 0 0 0,0 0 0 0 0,1-1-1 0 0,-1 0 1 0 0,1 0 0 0 0,0 0 0 0 0,-1 0 0 0 0,1-1-1 0 0,0 0 1 0 0,-1 0 0 0 0,1-1 0 0 0,0 0 0 0 0,6-1-1 0 0,-9 1 0 0 0,-1 0 1 0 0,1 0-1 0 0,-1 1 0 0 0,0-2 0 0 0,1 1 0 0 0,-1 0 0 0 0,0 0 0 0 0,0-1 0 0 0,0 1 0 0 0,0-1 0 0 0,0 0 1 0 0,0 1-1 0 0,0-1 0 0 0,-1 0 0 0 0,1 0 0 0 0,-1 0 0 0 0,1-1 0 0 0,-1 1 0 0 0,2-3 0 0 0,-2 1 104 0 0,1-1 0 0 0,-1 1 0 0 0,0-1-1 0 0,0 0 1 0 0,-1 1 0 0 0,1-1 0 0 0,-1 0-1 0 0,0 1 1 0 0,-1-9 0 0 0,-2-3 211 0 0,0 0 1 0 0,-1 1 0 0 0,-1 0-1 0 0,0 0 1 0 0,-8-16-1 0 0,9 23-274 0 0,0 1-1 0 0,0 0 0 0 0,-1 0 0 0 0,0 0 1 0 0,0 0-1 0 0,0 1 0 0 0,-1 0 0 0 0,0 0 1 0 0,0 1-1 0 0,-7-5 0 0 0,8 7-196 0 0,1 0 0 0 0,-1 0 0 0 0,0 1 0 0 0,0 0 0 0 0,0 0 0 0 0,0 0-1 0 0,-6 0 1 0 0,7 1-356 0 0,-1 0-1 0 0,1 1 0 0 0,-1 0 0 0 0,1 0 0 0 0,-1 0 1 0 0,1 0-1 0 0,-1 1 0 0 0,1 0 0 0 0,-6 1 0 0 0,-1 2-1306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3.3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218 262 7834 0 0,'-8'-2'406'0'0,"0"1"0"0"0,0 0 0 0 0,0 1 1 0 0,0 0-1 0 0,0 0 0 0 0,0 0 0 0 0,0 1 0 0 0,0 0 1 0 0,1 1-1 0 0,-1 0 0 0 0,0 0 0 0 0,1 0 1 0 0,-1 1-1 0 0,1 0 0 0 0,0 1 0 0 0,0 0 0 0 0,0 0 1 0 0,0 0-1 0 0,-10 10 0 0 0,12-9-310 0 0,1 0 0 0 0,0 0 0 0 0,0 1-1 0 0,0 0 1 0 0,0 0 0 0 0,1 0 0 0 0,0 0 0 0 0,1 0 0 0 0,-1 0 0 0 0,1 1-1 0 0,0 0 1 0 0,1-1 0 0 0,0 1 0 0 0,0 0 0 0 0,0 0 0 0 0,1-1 0 0 0,0 1-1 0 0,1 10 1 0 0,-1-11-88 0 0,1 1-1 0 0,0-1 1 0 0,0 0-1 0 0,1 1 1 0 0,-1-1-1 0 0,1 0 1 0 0,1 0-1 0 0,-1 0 1 0 0,1 0-1 0 0,0-1 1 0 0,1 1-1 0 0,-1-1 1 0 0,1 0-1 0 0,0 0 1 0 0,0 0-1 0 0,0 0 1 0 0,1-1-1 0 0,0 1 1 0 0,10 6-1 0 0,-14-10-31 0 0,1 0 0 0 0,0-1 0 0 0,-1 1 0 0 0,1 0 0 0 0,0 0 0 0 0,0-1-1 0 0,0 1 1 0 0,0-1 0 0 0,-1 0 0 0 0,1 1 0 0 0,0-1 0 0 0,0 0 0 0 0,0 0 0 0 0,0 0 0 0 0,0 0-1 0 0,0-1 1 0 0,0 1 0 0 0,0 0 0 0 0,-1-1 0 0 0,1 1 0 0 0,3-2 0 0 0,-2 0-32 0 0,-1 0 0 0 0,1 0 0 0 0,0 0 0 0 0,0 0 0 0 0,-1 0 0 0 0,0-1 0 0 0,1 1 0 0 0,-1-1 0 0 0,0 0 0 0 0,0 0 0 0 0,2-3 0 0 0,1-5-86 0 0,0 0 0 0 0,0 0 0 0 0,-1 0 0 0 0,0-1 0 0 0,3-20 0 0 0,-6 20 72 0 0,0-1 0 0 0,0 0 0 0 0,-2 0-1 0 0,1 0 1 0 0,-2 0 0 0 0,0 0 0 0 0,0 0-1 0 0,-1 0 1 0 0,-1 1 0 0 0,-9-24 0 0 0,-7-6-7 0 0,-44-68 0 0 0,25 47 691 0 0,3 9 2756 0 0,57 127 54 0 0,-1-29-3434 0 0,1-1 1 0 0,2-2 0 0 0,2 0-1 0 0,2-2 1 0 0,2-1 0 0 0,1-1-1 0 0,55 53 1 0 0,-63-69-1705 0 0,0 0 0 0 0,30 43 0 0 0,-32-35 1202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3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97 244 3225 0 0,'1'0'316'0'0,"0"-1"0"0"0,0 1 0 0 0,0-1 0 0 0,0 1 0 0 0,0-1 0 0 0,-1 0 0 0 0,1 1 0 0 0,0-1 0 0 0,0 0 0 0 0,0 0 0 0 0,0 1 0 0 0,-1-1 0 0 0,1 0 0 0 0,0 0 0 0 0,-1 0 0 0 0,1 0-1 0 0,-1 0 1 0 0,1 0 0 0 0,-1 0 0 0 0,0 0 0 0 0,1 0 0 0 0,-1 0 0 0 0,0 0 0 0 0,0 0 0 0 0,1-1 0 0 0,-1 0 0 0 0,0-1-702 0 0,4-9 848 0 0,-2 1 0 0 0,0-1-1 0 0,0 0 1 0 0,-1 0-1 0 0,0 0 1 0 0,-1 0 0 0 0,-3-22-1 0 0,3 29-309 0 0,-1-1 1 0 0,0 1-1 0 0,0 0 0 0 0,0 0 0 0 0,-1 0 1 0 0,1 0-1 0 0,-1 1 0 0 0,0-1 0 0 0,-1 0 1 0 0,1 1-1 0 0,-1-1 0 0 0,0 1 0 0 0,0 0 0 0 0,-1 0 1 0 0,1 0-1 0 0,-1 0 0 0 0,1 1 0 0 0,-1-1 1 0 0,-9-4-1 0 0,12 7-149 0 0,0 0-1 0 0,-1 1 1 0 0,1-1 0 0 0,0 1-1 0 0,-1-1 1 0 0,1 1 0 0 0,0-1-1 0 0,-1 1 1 0 0,1 0 0 0 0,-1 0-1 0 0,1 0 1 0 0,-1 0 0 0 0,1 0-1 0 0,0 0 1 0 0,-1 0 0 0 0,1 0-1 0 0,-1 0 1 0 0,1 1 0 0 0,0-1-1 0 0,-1 1 1 0 0,1-1 0 0 0,0 1-1 0 0,-3 1 1 0 0,2 0 8 0 0,0-1 0 0 0,0 1 1 0 0,0 0-1 0 0,0 0 0 0 0,1 1 0 0 0,-1-1 0 0 0,1 0 1 0 0,-1 1-1 0 0,1-1 0 0 0,0 1 0 0 0,-2 4 0 0 0,0 1 8 0 0,1 1-1 0 0,0 0 0 0 0,0 0 1 0 0,1 0-1 0 0,0 0 0 0 0,1 16 1 0 0,1-19-16 0 0,-1-1 0 0 0,1 1 0 0 0,0-1 0 0 0,1 1 0 0 0,0-1 0 0 0,-1 0 0 0 0,1 0 0 0 0,1 0 0 0 0,-1 0 0 0 0,1 0 0 0 0,0 0 0 0 0,0-1 0 0 0,1 1 0 0 0,-1-1 0 0 0,1 0 0 0 0,0 0 0 0 0,0 0 0 0 0,0-1 0 0 0,0 0 0 0 0,1 1 0 0 0,0-1 0 0 0,-1-1 0 0 0,1 1 0 0 0,0-1 0 0 0,0 0 1 0 0,1 0-1 0 0,-1 0 0 0 0,0-1 0 0 0,7 2 0 0 0,-2-1-126 0 0,0-1 1 0 0,0 0 0 0 0,0-1 0 0 0,0 0 0 0 0,0 0-1 0 0,0-1 1 0 0,0-1 0 0 0,0 1 0 0 0,0-1 0 0 0,0-1-1 0 0,-1 0 1 0 0,1-1 0 0 0,-1 1 0 0 0,0-2-1 0 0,14-8 1 0 0,-6 1-821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4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9 125 5065 0 0,'-1'-4'407'0'0,"-1"0"0"0"0,1 0 0 0 0,-1 0 0 0 0,1 0 0 0 0,1-1 1 0 0,-1 1-1 0 0,0 0 0 0 0,1-1 0 0 0,0 1 0 0 0,0 0 0 0 0,0-1 0 0 0,1 1 0 0 0,1-9 0 0 0,-1 10-58 0 0,0 0 0 0 0,-1-1 0 0 0,1 1 0 0 0,1 0 0 0 0,-1 0 0 0 0,0 0 0 0 0,1-1 0 0 0,-1 1 0 0 0,1 1 0 0 0,0-1 0 0 0,0 0 0 0 0,0 0 1 0 0,0 1-1 0 0,1-1 0 0 0,-1 1 0 0 0,1 0 0 0 0,-1 0 0 0 0,5-3 0 0 0,-5 5-281 0 0,-1 0 1 0 0,0 0-1 0 0,0 0 1 0 0,1 0-1 0 0,-1 0 1 0 0,0 0-1 0 0,1 0 1 0 0,-1 0-1 0 0,0 1 1 0 0,0-1-1 0 0,0 0 1 0 0,1 1-1 0 0,-1-1 1 0 0,0 1-1 0 0,0 0 1 0 0,0-1-1 0 0,0 1 1 0 0,0 0-1 0 0,0 0 1 0 0,0-1-1 0 0,0 1 1 0 0,0 0-1 0 0,0 0 1 0 0,0 0-1 0 0,-1 0 1 0 0,1 0-1 0 0,0 0 1 0 0,-1 0-1 0 0,1 1 1 0 0,0-1-1 0 0,-1 0 1 0 0,1 2-1 0 0,17 41 406 0 0,-18-43-440 0 0,26 101 40 0 0,-20-73-87 0 0,1 0 1 0 0,2 0 0 0 0,22 51-1 0 0,-30-78 28 0 0,-1 0 0 0 0,1-1-1 0 0,0 1 1 0 0,0-1-1 0 0,0 1 1 0 0,0-1 0 0 0,0 1-1 0 0,0-1 1 0 0,0 0-1 0 0,1 1 1 0 0,-1-1 0 0 0,0 0-1 0 0,1 0 1 0 0,-1 0-1 0 0,1 0 1 0 0,-1 0 0 0 0,1 0-1 0 0,-1-1 1 0 0,1 1-1 0 0,0 0 1 0 0,-1-1 0 0 0,1 1-1 0 0,2-1 1 0 0,-1 0 38 0 0,-1 0-1 0 0,1-1 1 0 0,-1 1 0 0 0,0-1 0 0 0,1 0 0 0 0,-1 0 0 0 0,0 0-1 0 0,0 0 1 0 0,1 0 0 0 0,-1 0 0 0 0,0-1 0 0 0,0 1-1 0 0,0-1 1 0 0,3-2 0 0 0,6-9 286 0 0,0 1-1 0 0,-1-1 1 0 0,16-29-1 0 0,-22 37-310 0 0,127-195-1208 0 0,-116 181 179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6.1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38 6913 0 0,'-3'-29'4131'0'0,"7"21"-1325"0"0,5 20-1171 0 0,97 243 938 0 0,-49-110-1651 0 0,21 33-4591 0 0,-70-155-1992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6.4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2 174 10138 0 0,'-1'-6'367'0'0,"1"-1"-1"0"0,0 1 0 0 0,0 0 1 0 0,1-1-1 0 0,0 1 0 0 0,0-1 1 0 0,1 1-1 0 0,-1 0 1 0 0,6-11-1 0 0,-6 15-280 0 0,-1 0 0 0 0,1 1 0 0 0,0-1 0 0 0,0 1 0 0 0,0-1-1 0 0,0 1 1 0 0,1-1 0 0 0,-1 1 0 0 0,0-1 0 0 0,0 1 0 0 0,1 0 0 0 0,-1 0 0 0 0,1 0 0 0 0,0 0 0 0 0,-1 0-1 0 0,1 0 1 0 0,-1 0 0 0 0,1 1 0 0 0,0-1 0 0 0,0 0 0 0 0,0 1 0 0 0,-1-1 0 0 0,1 1 0 0 0,0 0 0 0 0,0 0-1 0 0,0 0 1 0 0,0 0 0 0 0,0 0 0 0 0,-1 0 0 0 0,1 0 0 0 0,0 0 0 0 0,0 1 0 0 0,0-1 0 0 0,-1 1 0 0 0,1 0-1 0 0,0-1 1 0 0,2 3 0 0 0,11 5 77 0 0,0 1 0 0 0,-1 0-1 0 0,0 1 1 0 0,-1 1 0 0 0,23 22-1 0 0,-20-17-45 0 0,1 0 0 0 0,28 18 0 0 0,-21-19 8 0 0,0-2 1 0 0,31 13-1 0 0,-44-21-11 0 0,0-2 0 0 0,0 1 0 0 0,0-1 0 0 0,0-1 1 0 0,1 0-1 0 0,-1 0 0 0 0,1-1 0 0 0,11-1 0 0 0,-22 0-77 0 0,0 0 0 0 0,-1 0 0 0 0,1 0 0 0 0,-1 0 0 0 0,1 0 0 0 0,0 0 0 0 0,-1 0 0 0 0,1 0 0 0 0,0-1 0 0 0,-1 1 0 0 0,1 0 0 0 0,-1 0 0 0 0,1-1 0 0 0,-1 1 0 0 0,1 0 0 0 0,-1-1 0 0 0,1 1-1 0 0,-1-1 1 0 0,1 1 0 0 0,-1-1 0 0 0,1 1 0 0 0,-1-1 0 0 0,0 1 0 0 0,1-1 0 0 0,-1 1 0 0 0,0-1 0 0 0,1 1 0 0 0,-1-1 0 0 0,0-1 0 0 0,-2-21 633 0 0,-25-30-41 0 0,22 44-494 0 0,-23-38 14 0 0,-18-36-648 0 0,42 74-646 0 0,0-1 0 0 0,1 1 1 0 0,-5-21-1 0 0,6 13-5335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6.8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81 920 0 0,'2'1'424'0'0,"-1"0"-1"0"0,0 0 0 0 0,0 1 1 0 0,0-1-1 0 0,0 0 1 0 0,0 1-1 0 0,0-1 0 0 0,-1 1 1 0 0,1-1-1 0 0,0 1 0 0 0,-1-1 1 0 0,1 1-1 0 0,-1 0 1 0 0,1-1-1 0 0,-1 1 0 0 0,0 3 1 0 0,1-2 357 0 0,6 27 1847 0 0,-2-10-1732 0 0,0 0 0 0 0,1 0 0 0 0,1 0 0 0 0,15 27 0 0 0,-20-42-828 0 0,0-1 0 0 0,1 0 0 0 0,0 0 0 0 0,0 0 0 0 0,0-1 0 0 0,0 1 1 0 0,0-1-1 0 0,1 1 0 0 0,0-1 0 0 0,-1 0 0 0 0,1-1 0 0 0,1 1 1 0 0,-1-1-1 0 0,0 1 0 0 0,0-1 0 0 0,1 0 0 0 0,-1-1 0 0 0,1 1 1 0 0,0-1-1 0 0,-1 0 0 0 0,1 0 0 0 0,0-1 0 0 0,0 1 0 0 0,9-1 0 0 0,-12 0-8 0 0,1-1 0 0 0,0 1 0 0 0,-1 0 0 0 0,1-1 0 0 0,0 1 0 0 0,-1-1-1 0 0,1 0 1 0 0,-1 0 0 0 0,0 0 0 0 0,1 0 0 0 0,-1-1 0 0 0,0 1-1 0 0,1-1 1 0 0,-1 1 0 0 0,0-1 0 0 0,0 0 0 0 0,0 1 0 0 0,-1-1-1 0 0,4-4 1 0 0,-2 2 38 0 0,-1-1 0 0 0,0 1 0 0 0,0-1 0 0 0,0 1 0 0 0,0-1 0 0 0,-1 0 0 0 0,0 0-1 0 0,0 0 1 0 0,1-10 0 0 0,-2 3 84 0 0,0-1 1 0 0,0 1-1 0 0,-1 0 0 0 0,-1-1 1 0 0,0 1-1 0 0,-1 0 0 0 0,-7-21 1 0 0,5 23-85 0 0,0 0 0 0 0,-1 1 0 0 0,0 0 0 0 0,0 0 0 0 0,-1 0 0 0 0,0 0 1 0 0,-1 1-1 0 0,-15-13 0 0 0,19 18-180 0 0,-1-1 0 0 0,1 1 0 0 0,-1 0-1 0 0,1 0 1 0 0,-1 0 0 0 0,0 0 0 0 0,0 1 0 0 0,-1 0 0 0 0,1 0 0 0 0,0 0 0 0 0,-1 1 0 0 0,1 0-1 0 0,-1 0 1 0 0,1 0 0 0 0,-1 0 0 0 0,1 1 0 0 0,-1 0 0 0 0,1 1 0 0 0,-8 0 0 0 0,4 3-1903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7.3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100 250 10594 0 0,'-2'-2'164'0'0,"1"1"0"0"0,-1-1 0 0 0,1 1 0 0 0,-1 0 1 0 0,0-1-1 0 0,1 1 0 0 0,-1 0 0 0 0,0 0 0 0 0,0 0 0 0 0,0 0 0 0 0,0 1 0 0 0,0-1 0 0 0,0 1 0 0 0,0-1 0 0 0,0 1 0 0 0,0-1 0 0 0,0 1 0 0 0,0 0 0 0 0,0 0 0 0 0,0 0 0 0 0,0 0 0 0 0,0 1 0 0 0,0-1 0 0 0,0 0 1 0 0,0 1-1 0 0,0-1 0 0 0,0 1 0 0 0,0 0 0 0 0,0 0 0 0 0,0 0 0 0 0,0 0 0 0 0,0 0 0 0 0,1 0 0 0 0,-1 0 0 0 0,0 1 0 0 0,1-1 0 0 0,-1 0 0 0 0,1 1 0 0 0,0 0 0 0 0,-1-1 0 0 0,1 1 0 0 0,-2 2 0 0 0,0 2-34 0 0,0 0-1 0 0,1-1 0 0 0,-1 1 1 0 0,1 0-1 0 0,0 0 0 0 0,0 1 1 0 0,1-1-1 0 0,0 0 0 0 0,0 0 1 0 0,1 1-1 0 0,-1-1 0 0 0,2 13 0 0 0,1-9-120 0 0,1 1-1 0 0,0-1 0 0 0,1 0 0 0 0,0 0 0 0 0,0 0 0 0 0,1 0 0 0 0,0-1 0 0 0,1 0 0 0 0,7 9 0 0 0,-11-14-6 0 0,0 0 1 0 0,1-1-1 0 0,0 1 0 0 0,0-1 0 0 0,0 0 1 0 0,0 0-1 0 0,0 0 0 0 0,1-1 0 0 0,-1 1 0 0 0,1-1 1 0 0,0 0-1 0 0,0 1 0 0 0,0-2 0 0 0,0 1 0 0 0,0 0 1 0 0,0-1-1 0 0,0 0 0 0 0,1 0 0 0 0,-1 0 0 0 0,0-1 1 0 0,1 1-1 0 0,-1-1 0 0 0,0 0 0 0 0,8-1 0 0 0,-9 0-39 0 0,1-1 0 0 0,-1 0-1 0 0,0 1 1 0 0,0-1 0 0 0,-1-1-1 0 0,1 1 1 0 0,0 0 0 0 0,-1 0 0 0 0,1-1-1 0 0,-1 0 1 0 0,0 1 0 0 0,0-1-1 0 0,0 0 1 0 0,0 0 0 0 0,0 0-1 0 0,-1 0 1 0 0,1-1 0 0 0,-1 1-1 0 0,0 0 1 0 0,0 0 0 0 0,1-5-1 0 0,2-8-188 0 0,-1-1 0 0 0,-1 1 0 0 0,1-18 0 0 0,-3 14 179 0 0,0 0 0 0 0,-2 1 0 0 0,-1-1 0 0 0,0 1 0 0 0,-1 0 0 0 0,-1 0 0 0 0,-1 0 0 0 0,-1 1 0 0 0,0 0 0 0 0,-2 0-1 0 0,0 1 1 0 0,0 0 0 0 0,-2 0 0 0 0,0 1 0 0 0,-1 1 0 0 0,-1 0 0 0 0,0 0 0 0 0,-20-16 0 0 0,22 23 1708 0 0,18 18 704 0 0,5 7-1875 0 0,40 78 270 0 0,-35-58-741 0 0,3-2 0 0 0,0 0 0 0 0,3-1 0 0 0,1-1 1 0 0,30 32-1 0 0,-31-42-1290 0 0,0-1-3684 0 0,2 1-1926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7.8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42 311 10138 0 0,'-8'5'2841'0'0,"8"-16"760"0"0,1 6-2737 0 0,4-18-55 0 0,13-103 789 0 0,-16 111-1589 0 0,-1-1-1 0 0,-1 0 0 0 0,-1 1 0 0 0,0-1 0 0 0,-1 1 0 0 0,-5-18 0 0 0,7 32-27 0 0,0 0-1 0 0,0 0 0 0 0,0 0 0 0 0,0 0 1 0 0,-1 0-1 0 0,1 0 0 0 0,0 0 1 0 0,-1 0-1 0 0,1 0 0 0 0,-1 0 0 0 0,1 0 1 0 0,-1 0-1 0 0,1 0 0 0 0,-1 0 0 0 0,0 0 1 0 0,0 0-1 0 0,1 1 0 0 0,-1-1 1 0 0,0 0-1 0 0,0 1 0 0 0,0-1 0 0 0,0 0 1 0 0,0 1-1 0 0,0-1 0 0 0,0 1 1 0 0,0-1-1 0 0,0 1 0 0 0,0 0 0 0 0,0 0 1 0 0,0-1-1 0 0,0 1 0 0 0,0 0 1 0 0,0 0-1 0 0,0 0 0 0 0,-2 0 0 0 0,2 1-44 0 0,0-1 0 0 0,-1 1-1 0 0,1 0 1 0 0,0 0-1 0 0,-1 0 1 0 0,1-1-1 0 0,0 2 1 0 0,0-1 0 0 0,0 0-1 0 0,0 0 1 0 0,0 0-1 0 0,0 0 1 0 0,0 1-1 0 0,1-1 1 0 0,-1 0 0 0 0,0 1-1 0 0,1-1 1 0 0,-1 0-1 0 0,1 1 1 0 0,-1-1-1 0 0,1 1 1 0 0,0-1 0 0 0,-1 1-1 0 0,1 2 1 0 0,-1 4 81 0 0,0 0 0 0 0,1 1 1 0 0,0-1-1 0 0,0 0 0 0 0,1 0 1 0 0,0 0-1 0 0,1 0 0 0 0,-1 0 1 0 0,2 0-1 0 0,-1 0 0 0 0,1 0 1 0 0,0-1-1 0 0,1 1 0 0 0,-1-1 1 0 0,1 0-1 0 0,1 0 0 0 0,0 0 1 0 0,0-1-1 0 0,0 1 1 0 0,0-1-1 0 0,1 0 0 0 0,0-1 1 0 0,1 0-1 0 0,-1 0 0 0 0,1 0 1 0 0,0-1-1 0 0,0 0 0 0 0,0 0 1 0 0,11 4-1 0 0,30 8-1831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38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55 3225 0 0,'0'0'218'0'0,"-1"0"1"0"0,0 0 0 0 0,0 0 0 0 0,1 0-1 0 0,-1 0 1 0 0,0 0 0 0 0,1-1 0 0 0,-1 1-1 0 0,0 0 1 0 0,1 0 0 0 0,-1-1 0 0 0,0 1-1 0 0,1 0 1 0 0,-1-1 0 0 0,0 1 0 0 0,1-1-1 0 0,-1 1 1 0 0,1-1 0 0 0,-1 1 0 0 0,1-1-1 0 0,-1 1 1 0 0,1-1 0 0 0,-1 1 0 0 0,1-1-1 0 0,0 0 1 0 0,-1 1 0 0 0,1-1 0 0 0,0 0-1 0 0,0 1 1 0 0,-1-1 0 0 0,1-1 0 0 0,0 1 26 0 0,1-1 1 0 0,-1 1 0 0 0,1 0-1 0 0,0 0 1 0 0,-1-1 0 0 0,1 1 0 0 0,0 0-1 0 0,0 0 1 0 0,0 0 0 0 0,0 0-1 0 0,0 0 1 0 0,0 0 0 0 0,0 0 0 0 0,0 0-1 0 0,2 0 1 0 0,1-2 157 0 0,1 0 1 0 0,-1 0-1 0 0,1 1 0 0 0,0-1 1 0 0,0 1-1 0 0,0 0 1 0 0,0 1-1 0 0,8-2 0 0 0,-11 3-364 0 0,1 0-1 0 0,-1 0 1 0 0,1 0-1 0 0,-1 1 1 0 0,1-1-1 0 0,-1 1 1 0 0,1 0-1 0 0,-1 0 1 0 0,1-1-1 0 0,-1 2 1 0 0,0-1-1 0 0,0 0 1 0 0,1 0-1 0 0,-1 1 1 0 0,0-1-1 0 0,0 1 1 0 0,0 0-1 0 0,-1 0 1 0 0,1-1-1 0 0,0 1 1 0 0,-1 0-1 0 0,1 0 1 0 0,1 3-1 0 0,2 5-161 0 0,-1 0 0 0 0,0 1 0 0 0,0-1 0 0 0,3 15 0 0 0,-6-18 20 0 0,1 1 0 0 0,0-1-1 0 0,0 0 1 0 0,1-1 0 0 0,0 1 0 0 0,0 0 0 0 0,0-1 0 0 0,9 12-1 0 0,-9-16 113 0 0,1 0 0 0 0,0-1 0 0 0,-1 1-1 0 0,1-1 1 0 0,0 0 0 0 0,0 0 0 0 0,0 0-1 0 0,0 0 1 0 0,0 0 0 0 0,0-1 0 0 0,0 0-1 0 0,0 0 1 0 0,0 0 0 0 0,0 0 0 0 0,0-1-1 0 0,6-1 1 0 0,-3 1 19 0 0,-1 0 0 0 0,0 1 0 0 0,1 0 1 0 0,-1 0-1 0 0,10 2 0 0 0,-13-2 35 0 0,0 1 1 0 0,0 0 0 0 0,0 0-1 0 0,0 0 1 0 0,0 1-1 0 0,0-1 1 0 0,0 1 0 0 0,-1-1-1 0 0,1 1 1 0 0,-1 0-1 0 0,1 0 1 0 0,-1 0 0 0 0,0 0-1 0 0,1 1 1 0 0,-1-1-1 0 0,0 0 1 0 0,-1 1 0 0 0,1 0-1 0 0,2 5 1 0 0,-2-4 108 0 0,-1 1 1 0 0,0 0 0 0 0,0 0-1 0 0,0-1 1 0 0,-1 1-1 0 0,1 0 1 0 0,-1 0-1 0 0,0 0 1 0 0,-1 0-1 0 0,1 0 1 0 0,-3 7 0 0 0,-2 7 179 0 0,-1-1-1 0 0,0 0 1 0 0,-2-1 0 0 0,0 0 0 0 0,-15 23 0 0 0,12-23-405 0 0,1 0-67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2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1 1 3225 0 0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7.1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9674 0 0,'35'57'1504'0'0,"-19"-13"-930"0"0,-2 1 0 0 0,16 92 0 0 0,-1 98-328 0 0,-24-187-259 0 0,36 425 71 0 0,42 335-62 0 0,-49-583 130 0 0,78 581 1514 0 0,-48-252-336 0 0,161 1595 460 0 0,-101 318 2060 0 0,-118-1689-3318 0 0,-6-522-428 0 0,4-84-217 0 0,-3-141-42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8.2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84 10138 0 0,'-3'-13'478'0'0,"-6"-30"1756"0"0,9 41-1717 0 0,0-1 1 0 0,1 1-1 0 0,-1-1 1 0 0,0 1-1 0 0,1 0 0 0 0,-1-1 1 0 0,1 1-1 0 0,0 0 0 0 0,1-4 1 0 0,-2 6-429 0 0,1 0 1 0 0,-1 0 0 0 0,1 0-1 0 0,-1 0 1 0 0,1 0 0 0 0,-1 0-1 0 0,1 0 1 0 0,-1 0-1 0 0,1 0 1 0 0,-1 1 0 0 0,0-1-1 0 0,1 0 1 0 0,-1 0-1 0 0,1 0 1 0 0,-1 1 0 0 0,1-1-1 0 0,-1 0 1 0 0,0 0-1 0 0,1 1 1 0 0,-1-1 0 0 0,0 0-1 0 0,1 1 1 0 0,-1-1-1 0 0,0 0 1 0 0,1 1 0 0 0,-1-1-1 0 0,0 1 1 0 0,0-1-1 0 0,1 0 1 0 0,-1 2 0 0 0,12 13 104 0 0,4 13 89 0 0,-1 1 0 0 0,-1 0-1 0 0,-1 1 1 0 0,11 43-1 0 0,22 127 0 0 0,-31-124-300 0 0,32 98 1 0 0,-4-76-2707 0 0,-40-94 1428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8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94 150 456 0 0,'11'-23'1949'0'0,"25"-42"0"0"0,0 3 5010 0 0,-55 94-1667 0 0,-4 2-3698 0 0,-19 31-918 0 0,19-24-423 0 0,10-19-33 0 0,1 0 0 0 0,0 0 0 0 0,2 1 0 0 0,-11 36 0 0 0,21-58-174 0 0,-1 0 1 0 0,1 0-1 0 0,0 1 0 0 0,0-1 0 0 0,0 0 0 0 0,-1 0 0 0 0,1 0 0 0 0,0 1 0 0 0,1-1 0 0 0,-1 0 0 0 0,0 0 1 0 0,0 1-1 0 0,1-1 0 0 0,-1 0 0 0 0,0 0 0 0 0,1 0 0 0 0,-1 0 0 0 0,1 1 0 0 0,-1-1 0 0 0,1 0 0 0 0,0 0 1 0 0,0 0-1 0 0,-1 0 0 0 0,1 0 0 0 0,0-1 0 0 0,0 1 0 0 0,0 0 0 0 0,0 0 0 0 0,0 0 0 0 0,0-1 0 0 0,0 1 1 0 0,0-1-1 0 0,0 1 0 0 0,0-1 0 0 0,1 1 0 0 0,-1-1 0 0 0,0 1 0 0 0,0-1 0 0 0,0 0 0 0 0,1 0 1 0 0,-1 0-1 0 0,0 0 0 0 0,0 0 0 0 0,1 0 0 0 0,0 0 0 0 0,10 0 205 0 0,-1-1-1 0 0,0 0 1 0 0,22-4-1 0 0,-24 3-79 0 0,96-13-836 0 0,-60 14-5934 0 0,-28 2-385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8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160 35 5985 0 0,'-2'-2'467'0'0,"1"-1"0"0"0,-1 1 0 0 0,1 0 1 0 0,-1-1-1 0 0,0 1 0 0 0,0 0 0 0 0,0 0 0 0 0,0 0 0 0 0,-1 1 0 0 0,1-1 0 0 0,0 0 0 0 0,-1 1 0 0 0,1 0 0 0 0,-1-1 0 0 0,0 1 0 0 0,1 0 0 0 0,-1 0 0 0 0,0 0 0 0 0,0 1 1 0 0,0-1-1 0 0,1 1 0 0 0,-6-1 0 0 0,6 1-301 0 0,-1 0 0 0 0,0 0 0 0 0,0 1 0 0 0,1-1 0 0 0,-1 0 0 0 0,0 1 0 0 0,0 0 0 0 0,1-1 0 0 0,-1 1 1 0 0,1 0-1 0 0,-1 1 0 0 0,1-1 0 0 0,-1 0 0 0 0,1 1 0 0 0,-1-1 0 0 0,1 1 0 0 0,0 0 0 0 0,0 0 0 0 0,0 0 0 0 0,0 0 0 0 0,0 0 1 0 0,1 0-1 0 0,-3 3 0 0 0,-2 7-59 0 0,-1 0 0 0 0,2 1-1 0 0,0 0 1 0 0,0 0 0 0 0,1 0 0 0 0,1 1 0 0 0,0-1 0 0 0,1 1 0 0 0,0 0 0 0 0,1 23-1 0 0,1-31-103 0 0,1-1 0 0 0,-1 1-1 0 0,1-1 1 0 0,0 1-1 0 0,1-1 1 0 0,-1 1 0 0 0,1-1-1 0 0,0 0 1 0 0,0 1-1 0 0,1-1 1 0 0,0 0 0 0 0,-1-1-1 0 0,2 1 1 0 0,-1 0-1 0 0,0-1 1 0 0,1 0 0 0 0,0 0-1 0 0,0 0 1 0 0,0 0-1 0 0,1-1 1 0 0,-1 1 0 0 0,1-1-1 0 0,0 0 1 0 0,0 0-1 0 0,0-1 1 0 0,0 0-1 0 0,0 0 1 0 0,9 2 0 0 0,0 0 67 0 0,1-1 1 0 0,0-1 0 0 0,0-1-1 0 0,0 0 1 0 0,0-1-1 0 0,0 0 1 0 0,0-2 0 0 0,-1 1-1 0 0,28-8 1 0 0,-34 7-131 0 0,-1 0 0 0 0,0 0 1 0 0,0 0-1 0 0,-1-1 0 0 0,1 0 0 0 0,0-1 0 0 0,-1 1 1 0 0,0-1-1 0 0,0 0 0 0 0,0-1 0 0 0,0 0 0 0 0,-1 1 0 0 0,0-2 1 0 0,0 1-1 0 0,0-1 0 0 0,0 0 0 0 0,-1 0 0 0 0,0 0 1 0 0,0 0-1 0 0,-1-1 0 0 0,5-11 0 0 0,-6 11-2156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49.7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68 6449 0 0,'-3'-6'544'0'0,"1"1"0"0"0,0-1-1 0 0,0 1 1 0 0,0-1 0 0 0,-1-7 0 0 0,3 13-323 0 0,0-1 1 0 0,0 0 0 0 0,-1 0 0 0 0,1 0-1 0 0,0 0 1 0 0,0 0 0 0 0,0 1 0 0 0,0-1 0 0 0,0 0-1 0 0,0 0 1 0 0,0 0 0 0 0,1 0 0 0 0,-1 1 0 0 0,0-1-1 0 0,0 0 1 0 0,1 0 0 0 0,-1 0 0 0 0,0 1 0 0 0,1-1-1 0 0,-1 0 1 0 0,1 0 0 0 0,-1 1 0 0 0,1-1 0 0 0,-1 0-1 0 0,1 1 1 0 0,-1-1 0 0 0,1 0 0 0 0,0 1-1 0 0,-1-1 1 0 0,1 1 0 0 0,0 0 0 0 0,0-1 0 0 0,-1 1-1 0 0,1-1 1 0 0,0 1 0 0 0,0 0 0 0 0,0 0 0 0 0,-1-1-1 0 0,1 1 1 0 0,0 0 0 0 0,0 0 0 0 0,0 0 0 0 0,0 0-1 0 0,1 0 423 0 0,18 48 2335 0 0,-13-7-2970 0 0,3 0 0 0 0,1 0 0 0 0,2-1 1 0 0,2-1-1 0 0,1 0 0 0 0,26 43 0 0 0,-39-77-7 0 0,0-1 0 0 0,0 1 0 0 0,1 0-1 0 0,-1-1 1 0 0,1 0 0 0 0,0 0 0 0 0,1 0 0 0 0,-1 0 0 0 0,7 3 0 0 0,-9-5-1 0 0,0-1 0 0 0,0 0 1 0 0,0-1-1 0 0,1 1 1 0 0,-1 0-1 0 0,0-1 0 0 0,0 1 1 0 0,1-1-1 0 0,-1 0 0 0 0,0 0 1 0 0,1 0-1 0 0,-1 0 1 0 0,0 0-1 0 0,1 0 0 0 0,-1 0 1 0 0,0-1-1 0 0,1 1 1 0 0,-1-1-1 0 0,0 0 0 0 0,0 0 1 0 0,0 0-1 0 0,0 0 1 0 0,0 0-1 0 0,4-3 0 0 0,113-90-1904 0 0,-100 80-5745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0.7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73 4145 0 0,'11'-21'893'0'0,"7"-30"15154"0"0,-19 51-15978 0 0,1 0 0 0 0,-1 1-1 0 0,0-1 1 0 0,1 1 0 0 0,-1-1 0 0 0,1 1 0 0 0,-1-1 0 0 0,1 1 0 0 0,-1 0 0 0 0,1-1-1 0 0,0 1 1 0 0,-1-1 0 0 0,1 1 0 0 0,0 0 0 0 0,-1 0 0 0 0,1-1 0 0 0,0 1-1 0 0,0 0 1 0 0,-1-1 0 0 0,1 1 0 0 0,0 0 0 0 0,0 0 0 0 0,1 19-13 0 0,1 0 0 0 0,1-1 0 0 0,0 0 0 0 0,2 0 0 0 0,7 21 0 0 0,4 21 19 0 0,20 165-17 0 0,4 16-63 0 0,150 637 16 0 0,-114-506 58 0 0,114 923-69 0 0,-110-685-6 0 0,-24-230 85 0 0,-15 47 149 0 0,-12-105-30 0 0,20 247 46 0 0,1 12-356 0 0,-6-17 261 0 0,-22-244-177 0 0,-22-316 28 0 0,34 849 304 0 0,-26-101 585 0 0,-5-680-858 0 0,-5 14-80 0 0,-4-1 1 0 0,-29 148-1 0 0,11-87-414 0 0,22-134 456 0 0,1-1-15 0 0,-1-1-1 0 0,0 0 1 0 0,0 1-1 0 0,-2-1 1 0 0,1-1-1 0 0,-8 16 1 0 0,7-21-1657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7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72 282 4145 0 0,'-26'-65'3777'0'0,"18"45"-2134"0"0,0 0-1 0 0,-11-20 0 0 0,19 68 3847 0 0,9 117-4828 0 0,-4-79-469 0 0,7 66-7 0 0,-9-112-173 0 0,1 0 0 0 0,1 1 0 0 0,1-2 0 0 0,11 26 0 0 0,-15-41-165 0 0,-1 0-1 0 0,1 0 1 0 0,0-1 0 0 0,1 1-1 0 0,-1 0 1 0 0,1-1 0 0 0,0 0-1 0 0,-1 1 1 0 0,1-1 0 0 0,6 4-1 0 0,-24-44-8524 0 0,9 22 7318 0 0,-44-129-3112 0 0,41 106 5225 0 0,1 0 0 0 0,1 0 0 0 0,-2-76 0 0 0,9 102-180 0 0,1-1 0 0 0,0 1 0 0 0,1-1 0 0 0,0 1 0 0 0,1-1 1 0 0,7-20-1 0 0,-6 24 477 0 0,0 0 0 0 0,0 1 0 0 0,1-1 0 0 0,1 1 0 0 0,9-12 1 0 0,-14 19-950 0 0,0 1 1 0 0,0-1 0 0 0,-1 1 0 0 0,1-1 0 0 0,0 1 0 0 0,0 0 0 0 0,0-1 0 0 0,0 1 0 0 0,0 0 0 0 0,0 0-1 0 0,0-1 1 0 0,0 1 0 0 0,0 0 0 0 0,-1 0 0 0 0,1 0 0 0 0,0 0 0 0 0,0 0 0 0 0,0 0 0 0 0,0 0 0 0 0,0 1-1 0 0,0-1 1 0 0,0 0 0 0 0,0 0 0 0 0,0 1 0 0 0,0-1 0 0 0,0 1 0 0 0,-1-1 0 0 0,1 1 0 0 0,0-1 0 0 0,0 1-1 0 0,-1-1 1 0 0,1 1 0 0 0,0 0 0 0 0,0-1 0 0 0,-1 1 0 0 0,2 1 0 0 0,29 34 254 0 0,-24-27-147 0 0,42 49-22 0 0,54 60-117 0 0,-92-107-62 0 0,1-1 0 0 0,1 0 0 0 0,-1-1 0 0 0,2 0 0 0 0,-1 0 1 0 0,1-2-1 0 0,25 11 0 0 0,-35-17 3 0 0,0 1 0 0 0,0-1 0 0 0,1 0 0 0 0,-1 0 0 0 0,0 0 0 0 0,1-1 0 0 0,-1 1 1 0 0,1-1-1 0 0,-1 0 0 0 0,1 0 0 0 0,-1-1 0 0 0,1 1 0 0 0,-1-1 0 0 0,0 0 0 0 0,1 0 1 0 0,-1-1-1 0 0,0 1 0 0 0,0-1 0 0 0,0 0 0 0 0,0 0 0 0 0,0 0 0 0 0,0-1 0 0 0,3-2 1 0 0,-3 1 38 0 0,0 0 1 0 0,-1 0-1 0 0,1-1 1 0 0,-1 1 0 0 0,0-1-1 0 0,0 0 1 0 0,-1 1-1 0 0,1-1 1 0 0,-1 0-1 0 0,0-1 1 0 0,0 1 0 0 0,-1 0-1 0 0,0-1 1 0 0,0 1-1 0 0,0 0 1 0 0,0-1 0 0 0,-1 1-1 0 0,-1-9 1 0 0,-1-9-15 0 0,-2-1-1 0 0,0 1 1 0 0,-2 0 0 0 0,0 1 0 0 0,-13-30-1 0 0,-6-19-1444 0 0,24 68 742 0 0,0-1-1 0 0,1 1 1 0 0,-1-1 0 0 0,1 1-1 0 0,0-1 1 0 0,0 1 0 0 0,1-8-1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8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1376 0 0,'8'-6'12592'0'0,"0"16"-12221"0"0,0 2-1 0 0,-1-1 0 0 0,0 1 0 0 0,0 1 0 0 0,8 23 0 0 0,20 76 2350 0 0,-19-55-2177 0 0,10 24-1523 0 0,-17-57-112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8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8290 0 0,'-2'7'3561'0'0,"8"12"-2653"0"0,-5-16-480 0 0,68 266 3405 0 0,-46-167-3541 0 0,63 175 0 0 0,-11-115-468 0 0,-14-62-2761 0 0,-42-73-2392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9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0 406 5529 0 0,'1'-3'52'0'0,"-1"0"0"0"0,1-1 0 0 0,0 1 0 0 0,-1 0 0 0 0,2-1 0 0 0,-1 1 0 0 0,0 0 0 0 0,1 0 0 0 0,-1 0 0 0 0,1 0 0 0 0,0 0 0 0 0,0 0 0 0 0,0 0 0 0 0,0 1 0 0 0,5-5 0 0 0,46-35 301 0 0,-30 26-211 0 0,195-140 1807 0 0,-187 137-1366 0 0,1 2 1 0 0,0 1 0 0 0,2 1-1 0 0,0 2 1 0 0,49-12 0 0 0,-38 15-230 0 0,0 1 0 0 0,1 2 1 0 0,-1 3-1 0 0,1 1 1 0 0,73 5-1 0 0,-100 0-244 0 0,-1 1 0 0 0,1 0 0 0 0,-1 1 1 0 0,0 1-1 0 0,-1 1 0 0 0,1 1 0 0 0,-1 0 0 0 0,0 1 0 0 0,-1 1 0 0 0,0 1 0 0 0,0 0 0 0 0,-1 1 0 0 0,0 0 1 0 0,-1 1-1 0 0,0 1 0 0 0,18 23 0 0 0,-18-18 15 0 0,-2 1-1 0 0,0 0 1 0 0,-2 1 0 0 0,17 40 0 0 0,21 90 436 0 0,-31-92-502 0 0,58 231-340 0 0,-74-283 335 0 0,0 1 1 0 0,0-1-1 0 0,-1 0 1 0 0,0 1-1 0 0,0-1 1 0 0,0 1-1 0 0,-1-1 1 0 0,0 0-1 0 0,0 1 1 0 0,-1-1-1 0 0,1 0 1 0 0,-1 0-1 0 0,-1 0 1 0 0,-4 10-1 0 0,1-7 146 0 0,0-1 0 0 0,0 1 0 0 0,-1-1 0 0 0,0 0 0 0 0,0-1 0 0 0,-1 1 1 0 0,0-2-1 0 0,-11 9 0 0 0,-6 0 239 0 0,-1 0 0 0 0,0-2 0 0 0,-1 0 0 0 0,0-2-1 0 0,-43 11 1 0 0,-132 25-338 0 0,-52 16-472 0 0,130-17-1711 0 0,74-22-3770 0 0,26-9-333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8:59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7 6913 0 0,'-16'-6'5008'0'0,"16"19"-2929"0"0,0-7-2224 0 0,37 273 3438 0 0,-18-157-2964 0 0,-3 6-1621 0 0,-10-72-2282 0 0,-4-34-1203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0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2 218 10138 0 0,'-1'-1'90'0'0,"1"0"-1"0"0,0 0 1 0 0,0 0-1 0 0,-1 0 1 0 0,1 0-1 0 0,0 0 1 0 0,0 0 0 0 0,0 0-1 0 0,0 0 1 0 0,0 0-1 0 0,0 0 1 0 0,1 0-1 0 0,-1 0 1 0 0,0 0-1 0 0,0 0 1 0 0,1 0-1 0 0,-1 0 1 0 0,1 1-1 0 0,-1-1 1 0 0,1 0 0 0 0,-1 0-1 0 0,1 0 1 0 0,-1 0-1 0 0,1 1 1 0 0,0-1-1 0 0,1-1 1 0 0,-1 2 5 0 0,0 0 1 0 0,0-1 0 0 0,0 1-1 0 0,0 0 1 0 0,1 0 0 0 0,-1 0-1 0 0,0 1 1 0 0,0-1 0 0 0,0 0-1 0 0,0 0 1 0 0,0 1 0 0 0,0-1-1 0 0,0 0 1 0 0,1 1 0 0 0,-1-1-1 0 0,0 1 1 0 0,0-1 0 0 0,0 1-1 0 0,-1 0 1 0 0,1 0 0 0 0,0-1-1 0 0,0 1 1 0 0,0 0 0 0 0,1 1-1 0 0,116 129 2775 0 0,-83-89-2663 0 0,64 60 0 0 0,-95-99-200 0 0,0 0 1 0 0,0 0-1 0 0,0 0 0 0 0,0-1 1 0 0,0 1-1 0 0,1-1 1 0 0,-1 0-1 0 0,8 2 1 0 0,-11-3 9 0 0,1-1 0 0 0,-1 0-1 0 0,0 0 1 0 0,0 0 0 0 0,0 0 0 0 0,0 0 0 0 0,0 0 0 0 0,1 0-1 0 0,-1 0 1 0 0,0 0 0 0 0,0 0 0 0 0,0-1 0 0 0,0 1 0 0 0,0 0 0 0 0,0-1-1 0 0,0 1 1 0 0,0-1 0 0 0,0 1 0 0 0,0-1 0 0 0,0 0 0 0 0,0 1-1 0 0,0-1 1 0 0,0 0 0 0 0,0 0 0 0 0,-1 0 0 0 0,1 1 0 0 0,0-1 0 0 0,0 0-1 0 0,-1 0 1 0 0,1 0 0 0 0,-1 0 0 0 0,1 0 0 0 0,-1 0 0 0 0,1 0-1 0 0,-1 0 1 0 0,0-1 0 0 0,1 1 0 0 0,-1 0 0 0 0,0 0 0 0 0,0 0 0 0 0,0-2-1 0 0,3-29 405 0 0,-2-1 0 0 0,-1 1-1 0 0,-1 0 1 0 0,-2 0-1 0 0,-10-48 1 0 0,5 29-1099 0 0,-2-51 1 0 0,9 84-78 0 0,1 8-139 0 0,-1 0 0 0 0,2 1-1 0 0,1-15 1 0 0,0 14-665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0.6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0 134 5529 0 0,'1'-4'189'0'0,"0"-1"0"0"0,0 1 0 0 0,0 0 0 0 0,1-1 0 0 0,-1 1 0 0 0,1 0 0 0 0,0 0-1 0 0,0 0 1 0 0,1 0 0 0 0,-1 0 0 0 0,1 0 0 0 0,0 1 0 0 0,0-1 0 0 0,0 1 0 0 0,0 0 0 0 0,4-3 0 0 0,7-6 1505 0 0,-1 2 0 0 0,29-18 0 0 0,-39 26-1498 0 0,0 1 1 0 0,0-1-1 0 0,1 0 1 0 0,-1 1-1 0 0,1-1 1 0 0,-1 1-1 0 0,0 0 1 0 0,1 0-1 0 0,0 1 1 0 0,-1-1-1 0 0,1 1 1 0 0,0 0-1 0 0,-1 0 1 0 0,1 0-1 0 0,-1 0 1 0 0,1 0-1 0 0,0 1 1 0 0,-1 0-1 0 0,1-1 1 0 0,4 3-1 0 0,-4-1-110 0 0,-1 0-1 0 0,0 1 0 0 0,1-1 1 0 0,-1 1-1 0 0,0-1 0 0 0,-1 1 1 0 0,1 0-1 0 0,0 0 0 0 0,-1 0 1 0 0,0 0-1 0 0,0 1 0 0 0,0-1 1 0 0,0 1-1 0 0,0-1 0 0 0,-1 1 1 0 0,1 0-1 0 0,-1-1 0 0 0,1 9 1 0 0,3 16 65 0 0,-4-22-20 0 0,0 1 0 0 0,0-1 0 0 0,0 1 0 0 0,1-1 0 0 0,0 0 0 0 0,0 1 0 0 0,5 7 0 0 0,-6-12-101 0 0,0-1 0 0 0,0 0 0 0 0,1 1 0 0 0,-1-1 0 0 0,0 0 0 0 0,1 0-1 0 0,-1 0 1 0 0,1 0 0 0 0,0 0 0 0 0,-1 0 0 0 0,1 0 0 0 0,0-1 0 0 0,-1 1 0 0 0,1-1 0 0 0,0 1-1 0 0,0-1 1 0 0,-1 0 0 0 0,1 1 0 0 0,0-1 0 0 0,0 0 0 0 0,0 0 0 0 0,0 0 0 0 0,-1 0 0 0 0,1-1 0 0 0,0 1-1 0 0,0 0 1 0 0,0-1 0 0 0,-1 0 0 0 0,1 1 0 0 0,0-1 0 0 0,-1 0 0 0 0,3-1 0 0 0,5-2-242 0 0,-1 0 0 0 0,1-1-1 0 0,-1 0 1 0 0,14-12 0 0 0,12-12-3348 0 0,-28 23 2337 0 0,7-6-423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1.5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0 239 10594 0 0,'25'-7'-337'0'0,"78"-28"1793"0"0,183-36 0 0 0,112 14 680 0 0,-204 26-2080 0 0,63-5-2155 0 0,-251 35 2095 0 0,0 1 0 0 0,1-1 1 0 0,-1 2-1 0 0,0-1 1 0 0,0 1-1 0 0,1 0 1 0 0,9 3-1 0 0,-13-3 47 0 0,-1 0 1 0 0,0 0-1 0 0,-1 0 0 0 0,1 0 0 0 0,0 1 1 0 0,0-1-1 0 0,0 1 0 0 0,-1-1 0 0 0,1 1 0 0 0,-1 0 1 0 0,1-1-1 0 0,-1 1 0 0 0,0 0 0 0 0,0 0 1 0 0,1 0-1 0 0,-2 0 0 0 0,1 0 0 0 0,0 0 0 0 0,0 1 1 0 0,0-1-1 0 0,-1 0 0 0 0,0 0 0 0 0,1 0 0 0 0,-1 4 1 0 0,5 88 2584 0 0,1 10-1295 0 0,98 519 992 0 0,-95-573-2289 0 0,-3-17-36 0 0,0 1 0 0 0,-3-1 0 0 0,0 1 0 0 0,-3 45 0 0 0,-1-70 0 0 0,0 0 0 0 0,-1 0 0 0 0,0 0 0 0 0,0 0 0 0 0,0-1 0 0 0,-1 1 0 0 0,-1-1 0 0 0,1 0 0 0 0,-1 0 0 0 0,-1 0 0 0 0,0-1 0 0 0,0 1 0 0 0,0-1 0 0 0,-1 0 0 0 0,0-1 0 0 0,0 1 0 0 0,0-1 0 0 0,-1 0 0 0 0,0-1 0 0 0,-1 1 0 0 0,-11 6 0 0 0,-12 2-234 0 0,-1-2-1 0 0,1 0 0 0 0,-2-2 1 0 0,0-2-1 0 0,-45 7 0 0 0,45-10-765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1.8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29 9674 0 0,'-14'-17'948'0'0,"-1"5"4250"0"0,18 26-4449 0 0,24 91 364 0 0,63 225 221 0 0,-62-243-468 0 0,68 142 0 0 0,-89-212-654 0 0,2-1-1 0 0,0 0 0 0 0,1-1 1 0 0,15 17-1 0 0,-22-28-191 0 0,0-1-1 0 0,0 0 1 0 0,0 0 0 0 0,0 0 0 0 0,1 0 0 0 0,0 0 0 0 0,-1-1-1 0 0,1 0 1 0 0,0 1 0 0 0,0-1 0 0 0,0-1 0 0 0,1 1 0 0 0,-1-1-1 0 0,0 0 1 0 0,1 0 0 0 0,-1 0 0 0 0,0 0 0 0 0,1-1-1 0 0,-1 1 1 0 0,1-1 0 0 0,-1-1 0 0 0,9 0 0 0 0,-2-2-17 0 0,0 0 0 0 0,0-1 1 0 0,0 0-1 0 0,-1-1 1 0 0,0 0-1 0 0,0-1 0 0 0,0 0 1 0 0,9-8-1 0 0,72-66-680 0 0,-36 30-1301 0 0,-14 15-5127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2.3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3 2761 0 0,'-3'0'248'0'0,"2"0"-248"0"0,0 0 0 0 0,-1 0 0 0 0,2 1-272 0 0,0-2 152 0 0,3-2 120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2.6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 7370 0 0,'-16'9'7370'0'0,"15"-7"-7035"0"0,-8 24 2333 0 0,5 32-2279 0 0,4-51 226 0 0,1 51-64 0 0,3 0 0 0 0,2-1 0 0 0,3 1 0 0 0,2-2 0 0 0,27 82 0 0 0,-36-131-793 0 0,1 0 0 0 0,-1 0 0 0 0,1 0 0 0 0,1 0 0 0 0,-1 0 0 0 0,1-1 0 0 0,1 1 0 0 0,6 8 0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2.9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0 158 7370 0 0,'1'-2'345'0'0,"0"-1"0"0"0,0 1 0 0 0,0-1 0 0 0,0 1 0 0 0,1 0 0 0 0,-1 0 1 0 0,1-1-1 0 0,-1 1 0 0 0,1 0 0 0 0,0 0 0 0 0,-1 1 0 0 0,1-1 0 0 0,0 0 1 0 0,0 1-1 0 0,3-3 0 0 0,-3 4-137 0 0,0-1 1 0 0,0 1 0 0 0,0 0-1 0 0,0-1 1 0 0,0 1-1 0 0,0 0 1 0 0,0 0-1 0 0,0 0 1 0 0,0 0-1 0 0,-1 1 1 0 0,1-1-1 0 0,0 1 1 0 0,0-1-1 0 0,0 1 1 0 0,0-1 0 0 0,0 1-1 0 0,0 0 1 0 0,-1 0-1 0 0,1 0 1 0 0,0 0-1 0 0,1 2 1 0 0,26 16 383 0 0,-2 2 0 0 0,0 0 0 0 0,33 36 0 0 0,62 82-218 0 0,-121-137-373 0 0,-1-2 2 0 0,1 1 0 0 0,-1-1 0 0 0,0 1 0 0 0,0-1 0 0 0,1 1 0 0 0,-1-1 0 0 0,0 0-1 0 0,1 1 1 0 0,-1-1 0 0 0,1 1 0 0 0,-1-1 0 0 0,0 0 0 0 0,1 1 0 0 0,-1-1 0 0 0,1 0 0 0 0,-1 1 0 0 0,1-1 0 0 0,-1 0 0 0 0,1 0 0 0 0,-1 0 0 0 0,1 1 0 0 0,0-1 0 0 0,-1 0-1 0 0,1 0 1 0 0,-1 0 0 0 0,1 0 0 0 0,-1 0 0 0 0,1 0 0 0 0,0 0 0 0 0,-1 0 0 0 0,1 0 0 0 0,0-1 16 0 0,0 0 0 0 0,-1 0 0 0 0,1 0 0 0 0,0 0 0 0 0,-1 0 0 0 0,1 0 0 0 0,-1 0 0 0 0,0 0 0 0 0,1 0 0 0 0,-1 0 0 0 0,0 0 0 0 0,1 0 0 0 0,-1 0 0 0 0,0-2 0 0 0,0-50 576 0 0,-1 49-555 0 0,-10-113 734 0 0,1 9-1404 0 0,8 35-2712 0 0,3 46-3303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3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39 104 3569 0 0,'-13'-19'338'0'0,"9"13"-333"0"0,0 1 0 0 0,0-1 0 0 0,1 0 0 0 0,-4-10 0 0 0,6 14-13 0 0,0 0 0 0 0,1-1 0 0 0,-1 1 0 0 0,1 0 0 0 0,-1-1 0 0 0,1 1 0 0 0,0-1 0 0 0,0 1 0 0 0,1-1 0 0 0,-1 1 0 0 0,0 0 0 0 0,1-1 0 0 0,-1 1 0 0 0,8-4 3189 0 0,-5 4-2292 0 0,0 1-675 0 0,-1 1 0 0 0,1-1 1 0 0,0 0-1 0 0,0 1 0 0 0,0-1 1 0 0,-1 1-1 0 0,1 0 0 0 0,0 0 1 0 0,0 0-1 0 0,0 0 0 0 0,0 0 1 0 0,0 1-1 0 0,-1-1 0 0 0,1 1 1 0 0,0 0-1 0 0,0 0 0 0 0,-1 0 1 0 0,1 0-1 0 0,-1 0 0 0 0,1 1 1 0 0,-1-1-1 0 0,1 1 0 0 0,-1 0 1 0 0,0-1-1 0 0,0 1 0 0 0,0 0 1 0 0,0 0-1 0 0,0 1 0 0 0,0-1 1 0 0,0 0-1 0 0,-1 0 0 0 0,1 1 1 0 0,-1-1-1 0 0,0 1 0 0 0,1 0 1 0 0,-1-1-1 0 0,-1 1 0 0 0,1 0 1 0 0,0 0-1 0 0,-1-1 0 0 0,1 6 1 0 0,4 69 843 0 0,-5-58-1032 0 0,1 0 0 0 0,6 36 0 0 0,-7-54-26 0 0,0 0 0 0 0,0 0 0 0 0,1 0 0 0 0,-1 0 0 0 0,1 0-1 0 0,-1 1 1 0 0,1-1 0 0 0,-1 0 0 0 0,1 0 0 0 0,-1 0 0 0 0,1 0 0 0 0,0 0 0 0 0,0-1 0 0 0,-1 1 0 0 0,1 0 0 0 0,0 0 0 0 0,0 0 0 0 0,0-1 0 0 0,0 1 0 0 0,0 0 0 0 0,0-1 0 0 0,0 1-1 0 0,0-1 1 0 0,0 1 0 0 0,0-1 0 0 0,0 0 0 0 0,1 1 0 0 0,-1-1 0 0 0,0 0 0 0 0,1 0 0 0 0,4 0-1 0 0,0 0 1 0 0,1-1-1 0 0,-1 0 1 0 0,0 0-1 0 0,6-2 0 0 0,-8 2 1 0 0,1-1 0 0 0,-1 1 0 0 0,0 1-1 0 0,1-1 1 0 0,-1 0 0 0 0,1 1 0 0 0,-1 0-1 0 0,1 0 1 0 0,6 1 0 0 0,-8 0 21 0 0,-1 1 0 0 0,1-1 0 0 0,0 0 0 0 0,0 1 0 0 0,-1 0 0 0 0,1-1 0 0 0,-1 1 0 0 0,1 0 0 0 0,-1 0 0 0 0,0 0 0 0 0,0 1-1 0 0,0-1 1 0 0,0 1 0 0 0,0-1 0 0 0,0 1 0 0 0,-1-1 0 0 0,1 1 0 0 0,-1 0 0 0 0,0 0 0 0 0,0 0 0 0 0,0 0 0 0 0,0 0 0 0 0,0 0 0 0 0,-1 0 0 0 0,1 0 0 0 0,-1 0 0 0 0,0 0 0 0 0,0 5 0 0 0,-1 1 20 0 0,1 0 0 0 0,-2 0 0 0 0,1 0 0 0 0,-1 0-1 0 0,0-1 1 0 0,-1 1 0 0 0,0-1 0 0 0,-7 14 0 0 0,1-2-2135 0 0,6-9 331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4.5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0 369 9674 0 0,'45'-12'45'0'0,"168"-58"1530"0"0,372-70 0 0 0,-503 125-1258 0 0,551-104-2843 0 0,-629 118 2509 0 0,9-2 107 0 0,1 0 0 0 0,0 1 0 0 0,0 0 0 0 0,0 1 0 0 0,25 1-1 0 0,-38 1 35 0 0,0-1 0 0 0,0 1 0 0 0,0 0 0 0 0,1-1 0 0 0,-1 1 0 0 0,0 0 0 0 0,0 0 0 0 0,0 0-1 0 0,0 0 1 0 0,0 0 0 0 0,-1 0 0 0 0,1 0 0 0 0,0 0 0 0 0,0 0 0 0 0,-1 0 0 0 0,1 0 0 0 0,0 0-1 0 0,-1 1 1 0 0,1-1 0 0 0,-1 0 0 0 0,0 0 0 0 0,1 1 0 0 0,-1-1 0 0 0,0 0 0 0 0,0 1 0 0 0,0 2 0 0 0,1 43 2303 0 0,-1-35-1997 0 0,3 81 1107 0 0,17 113-1 0 0,32 91-893 0 0,-4-22-563 0 0,-46-264-97 0 0,4 26 52 0 0,-1 1 1 0 0,-2 0-1 0 0,-4 70 1 0 0,1-98 35 0 0,-2 0 0 0 0,1-1 1 0 0,-1 1-1 0 0,-1 0 1 0 0,0 0-1 0 0,0-1 0 0 0,-1 0 1 0 0,0 0-1 0 0,-1 0 0 0 0,0 0 1 0 0,0 0-1 0 0,-1-1 0 0 0,0 0 1 0 0,0-1-1 0 0,-1 1 0 0 0,0-1 1 0 0,0 0-1 0 0,-1-1 1 0 0,-14 10-1 0 0,-16 6 42 0 0,-1-2 1 0 0,-1-1-1 0 0,-72 21 1 0 0,-134 23-211 0 0,160-43 39 0 0,-182 35-505 0 0,-281 20 0 0 0,530-73 641 0 0,0-1 1 0 0,0 0-1 0 0,-36-4 0 0 0,47 1-356 0 0,0 1 0 0 0,0-1-1 0 0,1-1 1 0 0,-13-4-1 0 0,13 3-813 0 0,1 0-1 0 0,-1 0 1 0 0,1 0-1 0 0,-1-1 1 0 0,-7-7-1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04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0,'1'18'687'0'0,"1"0"0"0"0,1 0 0 0 0,6 23-1 0 0,2 8-20 0 0,113 495 3776 0 0,-94-427-4574 0 0,-15-57-221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2.9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70 7834 0 0,'-4'-70'9392'0'0,"4"96"-9128"0"0,2-1 0 0 0,0 1-1 0 0,2-1 1 0 0,1 0-1 0 0,1 0 1 0 0,1-1-1 0 0,1 0 1 0 0,12 26 0 0 0,-12-34-106 0 0,1 0 1 0 0,0 0-1 0 0,1-1 1 0 0,1 0 0 0 0,0-1-1 0 0,1 0 1 0 0,0-1 0 0 0,2 0-1 0 0,-1-1 1 0 0,1 0-1 0 0,1-1 1 0 0,17 10 0 0 0,-24-17-248 0 0,0 0 1 0 0,1 0 0 0 0,-1 0-1 0 0,1-1 1 0 0,15 3 0 0 0,-21-5-40 0 0,1 0 0 0 0,-1-1 0 0 0,0 0 0 0 0,0 0 0 0 0,0 0 0 0 0,0 0 0 0 0,0 0 0 0 0,0-1 0 0 0,0 1 0 0 0,0-1 0 0 0,0 0 0 0 0,0 0 0 0 0,0 0 0 0 0,0 0 1 0 0,0 0-1 0 0,-1-1 0 0 0,1 1 0 0 0,0-1 0 0 0,-1 0 0 0 0,5-3 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3.1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126 83 5985 0 0,'-58'-29'1800'0'0,"-2"-2"5980"0"0,60 31-7692 0 0,-1 0 0 0 0,1-1 1 0 0,0 1-1 0 0,-1 0 0 0 0,1 0 0 0 0,-1-1 1 0 0,1 1-1 0 0,0 0 0 0 0,-1 0 1 0 0,1-1-1 0 0,0 1 0 0 0,-1 0 0 0 0,1-1 1 0 0,0 1-1 0 0,0 0 0 0 0,-1-1 1 0 0,1 1-1 0 0,0-1 0 0 0,0 1 1 0 0,-1-1-1 0 0,1 1 0 0 0,0 0 0 0 0,0-1 1 0 0,0 1-1 0 0,0-1 0 0 0,0 1 1 0 0,0-1-1 0 0,0 1 0 0 0,0-1 0 0 0,0 1 1 0 0,0 0-1 0 0,0-1 0 0 0,0 1 1 0 0,0-1-1 0 0,0 1 0 0 0,0-1 0 0 0,1 1 1 0 0,-1-1-1 0 0,0 1 0 0 0,0 0 1 0 0,0-1-1 0 0,1 1 0 0 0,-1-1 1 0 0,1 1-1 0 0,-1-1-213 0 0,1 1 0 0 0,-1-1 0 0 0,1 1 0 0 0,0-1 0 0 0,0 1 0 0 0,-1-1 0 0 0,1 1 0 0 0,0 0 0 0 0,0-1 0 0 0,-1 1 0 0 0,1 0 0 0 0,0 0 1 0 0,0-1-1 0 0,0 1 0 0 0,0 0 0 0 0,-1 0 0 0 0,1 0 0 0 0,0 0 0 0 0,0 0 0 0 0,0 0 0 0 0,0 1 0 0 0,-1-1 0 0 0,1 0 0 0 0,1 1 0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3.6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1 6449 0 0,'-11'11'1231'0'0,"1"1"0"0"0,0 0 0 0 0,-9 16 0 0 0,15-23-1005 0 0,1 1 0 0 0,0 0 0 0 0,0 0 0 0 0,0 0 0 0 0,1 0 0 0 0,0 1 0 0 0,0-1 0 0 0,1 1 0 0 0,-1-1 0 0 0,1 8 0 0 0,1-11-126 0 0,1-1 0 0 0,-1 1 0 0 0,1 0 0 0 0,0 0 1 0 0,0 0-1 0 0,0-1 0 0 0,0 1 0 0 0,0 0 0 0 0,1-1 0 0 0,-1 1 0 0 0,1-1 0 0 0,0 0 0 0 0,0 1 1 0 0,0-1-1 0 0,0 0 0 0 0,0 0 0 0 0,0 0 0 0 0,0 0 0 0 0,1-1 0 0 0,-1 1 0 0 0,1-1 0 0 0,-1 1 1 0 0,1-1-1 0 0,0 0 0 0 0,-1 0 0 0 0,6 1 0 0 0,10 4 97 0 0,-1-1 0 0 0,1-2 0 0 0,20 3 0 0 0,-25-4-207 0 0,-9-2 12 0 0,0 1 1 0 0,-1-1-1 0 0,1 1 1 0 0,0 0 0 0 0,-1 0-1 0 0,1 1 1 0 0,-1-1-1 0 0,1 0 1 0 0,-1 1-1 0 0,0 0 1 0 0,0 0 0 0 0,1 0-1 0 0,-1 0 1 0 0,0 1-1 0 0,-1-1 1 0 0,1 1-1 0 0,2 3 1 0 0,-3-3 38 0 0,0 0 1 0 0,-1 1-1 0 0,0-1 1 0 0,0 1-1 0 0,0-1 1 0 0,0 1-1 0 0,0 0 0 0 0,-1-1 1 0 0,1 1-1 0 0,-1-1 1 0 0,0 1-1 0 0,0 0 1 0 0,0-1-1 0 0,-1 1 1 0 0,1 0-1 0 0,-1-1 0 0 0,-2 7 1 0 0,0 1 124 0 0,-1-1-1 0 0,0 1 1 0 0,0-1 0 0 0,-1 0 0 0 0,0-1-1 0 0,-13 18 1 0 0,-9 5-4132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3.8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66 6913 0 0,'2'-3'800'0'0,"1"0"-1"0"0,-1 0 0 0 0,1 0 0 0 0,0 0 0 0 0,0 0 0 0 0,1 1 0 0 0,-1-1 0 0 0,0 1 0 0 0,1 0 0 0 0,0 0 0 0 0,4-2 0 0 0,-1 0 245 0 0,-1 1-1077 0 0,28-16 1571 0 0,-9 13-7295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4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0 126 6449 0 0,'51'-28'5951'0'0,"-18"3"-4753"0"0,6-4-2257 0 0,-5-3-3352 0 0,-25 20 2820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4.5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27 5985 0 0,'-7'-27'12111'0'0,"5"42"-10420"0"0,3 7-1418 0 0,0 0 0 0 0,2 0-1 0 0,1 0 1 0 0,0-1 0 0 0,2 0 0 0 0,10 29 0 0 0,-10-36-276 0 0,0 0 1 0 0,0-1-1 0 0,2 0 1 0 0,-1 0-1 0 0,2 0 0 0 0,0-1 1 0 0,0 0-1 0 0,1 0 1 0 0,1-1-1 0 0,12 10 1 0 0,-21-19-130 0 0,1 1 0 0 0,0-1 1 0 0,0 0-1 0 0,0 0 1 0 0,0 0-1 0 0,0 0 1 0 0,1 0-1 0 0,-1-1 0 0 0,1 0 1 0 0,-1 1-1 0 0,1-1 1 0 0,-1-1-1 0 0,1 1 1 0 0,-1 0-1 0 0,1-1 0 0 0,0 0 1 0 0,-1 0-1 0 0,1 0 1 0 0,0 0-1 0 0,-1 0 1 0 0,1-1-1 0 0,0 0 0 0 0,-1 1 1 0 0,1-1-1 0 0,-1-1 1 0 0,1 1-1 0 0,-1 0 1 0 0,0-1-1 0 0,0 0 0 0 0,1 0 1 0 0,-1 0-1 0 0,0 0 1 0 0,-1 0-1 0 0,1-1 1 0 0,0 1-1 0 0,-1-1 0 0 0,1 0 1 0 0,-1 1-1 0 0,0-1 1 0 0,4-6-1 0 0,28-47-3517 0 0,-24 37 2370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4.8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45 10594 0 0,'15'-27'3049'0'0,"5"13"-4364"0"0,16 10-5507 0 0,-36 4 6764 0 0,8 0-1845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5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5065 0 0,'6'7'9567'0'0,"6"8"-7283"0"0,-4-2-1711 0 0,-1-1 1 0 0,-1 1-1 0 0,0 1 0 0 0,-1-1 1 0 0,0 1-1 0 0,-1-1 1 0 0,4 29-1 0 0,2 1-25 0 0,31 103 81 0 0,-20-84-6980 0 0,-13-41-664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7.5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6913 0 0,'-1'1'252'0'0,"1"-1"-1"0"0,-1 1 0 0 0,0 0 0 0 0,1 0 1 0 0,-1 0-1 0 0,1-1 0 0 0,-1 1 0 0 0,1 0 1 0 0,-1 0-1 0 0,1 0 0 0 0,0 0 0 0 0,0 0 1 0 0,-1 0-1 0 0,1 0 0 0 0,0 0 0 0 0,0 0 1 0 0,0 0-1 0 0,0 0 0 0 0,0 0 0 0 0,0 0 1 0 0,0 1-1 0 0,1 24 1615 0 0,0 15-683 0 0,3 0-1 0 0,2 0 1 0 0,1-1 0 0 0,2 1 0 0 0,24 64-1 0 0,-31-100-1160 0 0,0 0-1 0 0,1 0 1 0 0,0 0 0 0 0,1 0-1 0 0,-1 0 1 0 0,1-1-1 0 0,-1 0 1 0 0,1 1 0 0 0,1-1-1 0 0,6 5 1 0 0,-10-8-64 0 0,1 0 0 0 0,-1 0 0 0 0,1 0 0 0 0,0-1 0 0 0,-1 1 0 0 0,1 0 0 0 0,0-1 0 0 0,0 1 0 0 0,-1-1 0 0 0,1 1 1 0 0,0-1-1 0 0,0 0 0 0 0,0 0 0 0 0,0 0 0 0 0,-1 0 0 0 0,1 0 0 0 0,0 0 0 0 0,0 0 0 0 0,0-1 0 0 0,0 1 0 0 0,-1-1 0 0 0,1 1 0 0 0,0-1 0 0 0,0 0 0 0 0,-1 1 0 0 0,1-1 0 0 0,-1 0 0 0 0,1 0 1 0 0,0 0-1 0 0,-1-1 0 0 0,0 1 0 0 0,1 0 0 0 0,-1 0 0 0 0,0-1 0 0 0,2-2 0 0 0,16-26-1926 0 0,-12 11 953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7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7 12155 0 0,'-2'0'264'0'0,"0"2"56"0"0,-2-1 648 0 0,5-1-712 0 0,0-1 272 0 0,20-7-4201 0 0,-13 8 2313 0 0,0 2 1080 0 0,0 5 280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8.3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26 3225 0 0,'4'-25'13923'0'0,"6"36"-12732"0"0,0 14-528 0 0,-1 1 1 0 0,9 44 0 0 0,-11-40-970 0 0,17 46 1 0 0,-16-56-474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8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0 111 5529 0 0,'3'-1'488'0'0,"0"-2"-392"0"0,1 2-96 0 0,-3 0 0 0 0,2-1 456 0 0,1 0 73 0 0,3-2 15 0 0,2-3 0 0 0,4-4-400 0 0,3 1-80 0 0,0-2-64 0 0,1 1 96 0 0,-4 0-1144 0 0,2 2-225 0 0,-1 2-39 0 0,0 0-16 0 0,-1 1 1048 0 0,1 0 216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8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66 3225 0 0,'-2'6'288'0'0,"-1"-4"-288"0"0,2 0 0 0 0,1-1 520 0 0,1-1 56 0 0,0-1 0 0 0,2-1 8 0 0,1-2-360 0 0,4-2-64 0 0,1-4-24 0 0,3-2 0 0 0,2 2-136 0 0,-2-5 0 0 0,-1-1 0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9.2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 6913 0 0,'8'-15'7979'0'0,"-7"14"-7681"0"0,0 1-195 0 0,-1 0 0 0 0,1 0 0 0 0,-1 0 0 0 0,1 0 0 0 0,-1 0 1 0 0,1 0-1 0 0,-1 0 0 0 0,0 0 0 0 0,1 0 0 0 0,-1 0 0 0 0,1 1 0 0 0,-1-1 1 0 0,1 0-1 0 0,-1 0 0 0 0,0 0 0 0 0,1 0 0 0 0,-1 1 0 0 0,0-1 1 0 0,1 0-1 0 0,-1 0 0 0 0,0 1 0 0 0,1-1 0 0 0,-1 0 0 0 0,0 1 0 0 0,1-1 1 0 0,-1 0-1 0 0,0 1 0 0 0,0-1 0 0 0,1 1 0 0 0,-1-1 0 0 0,0 0 0 0 0,0 1 1 0 0,0-1-1 0 0,0 1 0 0 0,0-1 0 0 0,1 1 0 0 0,-1-1 0 0 0,0 0 1 0 0,0 1-1 0 0,0 0 0 0 0,5 26 428 0 0,2 0 0 0 0,1-1 1 0 0,1 0-1 0 0,1 0 0 0 0,23 40 0 0 0,-27-56-538 0 0,0 1 0 0 0,1-2 0 0 0,0 1 0 0 0,0-1 0 0 0,1 0 0 0 0,0-1 0 0 0,1 0 0 0 0,0 0-1 0 0,0-1 1 0 0,1 0 0 0 0,0-1 0 0 0,0 0 0 0 0,1 0 0 0 0,-1-1 0 0 0,21 7 0 0 0,-27-11-119 0 0,0-1 0 0 0,0 1 0 0 0,1 0 0 0 0,-1-1 0 0 0,0 0 0 0 0,0 0 0 0 0,1 0 0 0 0,-1 0 0 0 0,0-1 0 0 0,6-1 1 0 0,9-9-6221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19.5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 11 2304 0 0,'-12'-2'-144'0'0,"-2"2"3579"0"0,-14-4 6312 0 0,29 3-9946 0 0,0 1 1 0 0,0-1-1 0 0,0 1 0 0 0,0-1 1 0 0,0 1-1 0 0,1-1 1 0 0,-1 1-1 0 0,0 0 0 0 0,0 0 1 0 0,1-1-1 0 0,-1 1 1 0 0,0 0-1 0 0,1 0 0 0 0,0 0 1 0 0,13 12-1377 0 0,-8-1 1445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0.0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57 6913 0 0,'3'-4'441'0'0,"0"-1"0"0"0,0 1 0 0 0,1 0-1 0 0,-1 1 1 0 0,1-1 0 0 0,0 1-1 0 0,0-1 1 0 0,0 1 0 0 0,0 0-1 0 0,6-3 1 0 0,-7 4-243 0 0,0 0 0 0 0,1 1 0 0 0,-1-1 0 0 0,0 1 0 0 0,1 0-1 0 0,-1-1 1 0 0,1 1 0 0 0,-1 1 0 0 0,1-1 0 0 0,-1 1 0 0 0,1-1 0 0 0,-1 1 0 0 0,1 0-1 0 0,0 0 1 0 0,4 1 0 0 0,-5 1-172 0 0,1-1 0 0 0,-1 1-1 0 0,0 0 1 0 0,0 0 0 0 0,0 0-1 0 0,-1 1 1 0 0,1-1 0 0 0,0 1-1 0 0,-1 0 1 0 0,1-1 0 0 0,-1 1-1 0 0,0 0 1 0 0,0 0 0 0 0,0 0-1 0 0,-1 1 1 0 0,1-1 0 0 0,-1 0-1 0 0,1 1 1 0 0,-1-1 0 0 0,1 5-1 0 0,1 6 65 0 0,0 1 0 0 0,0-1 0 0 0,0 25 0 0 0,-6 15 790 0 0,1-43-380 0 0,1 0 0 0 0,1 1-1 0 0,0-1 1 0 0,0 1 0 0 0,4 21-1 0 0,-4-32-446 0 0,0 0 1 0 0,1 0-1 0 0,-1 0 0 0 0,0 0 0 0 0,1-1 0 0 0,-1 1 0 0 0,0 0 1 0 0,1 0-1 0 0,-1 0 0 0 0,1 0 0 0 0,-1-1 0 0 0,1 1 0 0 0,-1 0 1 0 0,1-1-1 0 0,0 1 0 0 0,-1 0 0 0 0,1-1 0 0 0,0 1 1 0 0,0-1-1 0 0,-1 1 0 0 0,1-1 0 0 0,0 1 0 0 0,0-1 0 0 0,0 0 1 0 0,1 1-1 0 0,0-1-5 0 0,-1 0 0 0 0,1 0 0 0 0,-1 0 1 0 0,1 0-1 0 0,0-1 0 0 0,-1 1 0 0 0,1-1 1 0 0,-1 1-1 0 0,1-1 0 0 0,-1 1 0 0 0,1-1 0 0 0,-1 0 1 0 0,3-1-1 0 0,5-4 50 0 0,-1-1 0 0 0,1-1 0 0 0,10-11 0 0 0,-13 14-15 0 0,75-76-2149 0 0,-60 59-5198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2.6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1 5529 0 0,'-1'0'160'0'0,"-1"0"1"0"0,1 1-1 0 0,0-1 0 0 0,0 0 0 0 0,0 1 0 0 0,0-1 1 0 0,0 1-1 0 0,0 0 0 0 0,0-1 0 0 0,0 1 0 0 0,0 0 1 0 0,0 0-1 0 0,1 0 0 0 0,-1-1 0 0 0,0 1 0 0 0,0 0 1 0 0,1 0-1 0 0,-1 0 0 0 0,1 0 0 0 0,-1 0 0 0 0,1 0 1 0 0,-1 0-1 0 0,1 1 0 0 0,-1-1 0 0 0,1 0 0 0 0,0 0 1 0 0,0 0-1 0 0,0 0 0 0 0,0 0 0 0 0,0 1 0 0 0,0-1 1 0 0,0 0-1 0 0,0 0 0 0 0,0 0 0 0 0,1 2 0 0 0,4 50 1056 0 0,-4-47-849 0 0,4 19 86 0 0,1-1 1 0 0,1 1-1 0 0,1-1 1 0 0,18 37-1 0 0,-21-51-301 0 0,0 0 0 0 0,1 0 1 0 0,0-1-1 0 0,1 1 0 0 0,-1-2 0 0 0,2 1 0 0 0,-1-1 0 0 0,1 0 0 0 0,1 0 0 0 0,0-1 0 0 0,0 0 1 0 0,16 9-1 0 0,-22-14-356 0 0,1-1 0 0 0,-1 1 1 0 0,0-1-1 0 0,1 0 0 0 0,-1 0 1 0 0,1 0-1 0 0,-1-1 0 0 0,1 1 1 0 0,-1-1-1 0 0,1 0 0 0 0,-1 0 1 0 0,1 0-1 0 0,0 0 1 0 0,-1-1-1 0 0,1 1 0 0 0,3-2 1 0 0,7-6-4865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2.9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60 9218 0 0,'-1'-1'158'0'0,"-1"-1"1"0"0,1 1-1 0 0,-1-1 1 0 0,1 1-1 0 0,-1-1 1 0 0,1 0-1 0 0,0 0 0 0 0,0 0 1 0 0,0 0-1 0 0,0 0 1 0 0,0 0-1 0 0,1 0 0 0 0,-1 0 1 0 0,0 0-1 0 0,1 0 1 0 0,0 0-1 0 0,-1 0 1 0 0,1-4-1 0 0,1 5-172 0 0,-1-1 1 0 0,1 1-1 0 0,-1 0 1 0 0,1 0-1 0 0,0 0 1 0 0,-1 0-1 0 0,1 0 1 0 0,0 0-1 0 0,0 0 1 0 0,0 0-1 0 0,0 0 0 0 0,0 0 1 0 0,0 0-1 0 0,0 0 1 0 0,0 1-1 0 0,0-1 1 0 0,1 1-1 0 0,-1-1 1 0 0,0 0-1 0 0,0 1 1 0 0,0 0-1 0 0,1-1 0 0 0,-1 1 1 0 0,0 0-1 0 0,1 0 1 0 0,-1 0-1 0 0,0-1 1 0 0,1 1-1 0 0,-1 1 1 0 0,0-1-1 0 0,3 0 1 0 0,17 3-561 0 0,-10 0 555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3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38 5529 0 0,'0'-1'178'0'0,"0"-1"1"0"0,0 1-1 0 0,0-1 0 0 0,1 0 0 0 0,-1 1 0 0 0,1-1 1 0 0,-1 1-1 0 0,1-1 0 0 0,-1 1 0 0 0,1-1 0 0 0,0 1 1 0 0,-1-1-1 0 0,1 1 0 0 0,0 0 0 0 0,0 0 0 0 0,0-1 1 0 0,0 1-1 0 0,1 0 0 0 0,-1 0 0 0 0,0 0 0 0 0,0 0 1 0 0,1 0-1 0 0,-1 0 0 0 0,0 0 0 0 0,1 1 0 0 0,-1-1 1 0 0,1 0-1 0 0,-1 1 0 0 0,1-1 0 0 0,-1 1 0 0 0,1 0 1 0 0,0-1-1 0 0,-1 1 0 0 0,1 0 0 0 0,-1 0 0 0 0,1 0 0 0 0,0 0 1 0 0,-1 0-1 0 0,1 0 0 0 0,2 1 0 0 0,0 0-78 0 0,1-1-1 0 0,-1 1 1 0 0,1 0-1 0 0,-1 0 0 0 0,0 0 1 0 0,1 1-1 0 0,-1-1 1 0 0,0 1-1 0 0,0 0 0 0 0,0 1 1 0 0,0-1-1 0 0,-1 0 1 0 0,6 5-1 0 0,-4 0-105 0 0,0-1-1 0 0,0 1 1 0 0,-1 0-1 0 0,0 1 1 0 0,0-1 0 0 0,-1 1-1 0 0,1 0 1 0 0,2 12-1 0 0,-1 4-416 0 0,4 38 0 0 0,0 4 208 0 0,-9-66 251 0 0,0 0-1 0 0,0 1 1 0 0,0-1 0 0 0,0 0-1 0 0,0 1 1 0 0,0-1 0 0 0,0 0-1 0 0,0 1 1 0 0,0-1 0 0 0,0 0-1 0 0,1 1 1 0 0,-1-1-1 0 0,0 0 1 0 0,0 0 0 0 0,0 1-1 0 0,1-1 1 0 0,-1 0 0 0 0,0 0-1 0 0,0 1 1 0 0,1-1 0 0 0,-1 0-1 0 0,0 0 1 0 0,0 1 0 0 0,1-1-1 0 0,-1 0 1 0 0,0 0-1 0 0,1 0 1 0 0,-1 0 0 0 0,0 0-1 0 0,1 0 1 0 0,-1 1 0 0 0,0-1-1 0 0,1 0 1 0 0,-1 0 0 0 0,1 0-1 0 0,12-8 1046 0 0,15-21 234 0 0,-23 24-1204 0 0,13-16-697 0 0,35-28 0 0 0,-35 34-5090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4.2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47 6449 0 0,'-9'1'4772'0'0,"15"-10"-2867"0"0,18-13-2770 0 0,11 7-431 0 0,-26 13 1229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4.3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72 3681 0 0,'9'-8'5330'0'0,"61"-48"-6171"0"0,-60 49 841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4.6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 1840 0 0,'-1'0'486'0'0,"-1"0"0"0"0,1 1 0 0 0,-13 9 5831 0 0,13-9-5832 0 0,0 1 1 0 0,0-1 0 0 0,-1 2 0 0 0,1 0 1 0 0,1 0 0 0 0,-1 0 0 0 0,0 0 0 0 0,1 0 0 0 0,-1 0-1 0 0,1 0 1 0 0,0 0 0 0 0,0 0 0 0 0,0 3 0 0 0,3 10 212 0 0,0-1-1 0 0,0 0 1 0 0,7 16-1 0 0,-3-8 535 0 0,12 61-185 0 0,24 76-3121 0 0,-37-145-187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4.8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2 5529 0 0,'-6'0'488'0'0,"-4"-1"2009"0"0,12 2-2497 0 0,-1 2-192 0 0,3 2-8 0 0,7 14 0 0 0,-2-6 200 0 0,2 4 0 0 0,1 2 0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25.4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23 3225 0 0,'0'-1'206'0'0,"1"0"1"0"0,-1 0-1 0 0,0 1 1 0 0,0-1 0 0 0,0 0-1 0 0,0 1 1 0 0,0-1-1 0 0,0 0 1 0 0,0 0-1 0 0,-1 1 1 0 0,1-1-1 0 0,0 0 1 0 0,0 0 0 0 0,0 1-1 0 0,-1-1 1 0 0,1 0-1 0 0,0 1 1 0 0,-1-1-1 0 0,1 0 1 0 0,-1 1 0 0 0,1-1-1 0 0,-1 1 1 0 0,1-1-1 0 0,-1 1 1 0 0,1-1-1 0 0,-1 1 1 0 0,1-1 0 0 0,-1 1-1 0 0,0-1 1 0 0,1 1-1 0 0,-1 0 1 0 0,0-1-1 0 0,1 1 1 0 0,-1 0 0 0 0,0 0-1 0 0,0-1 1 0 0,1 1-1 0 0,-1 0 1 0 0,0 0-1 0 0,0 0 1 0 0,1 0 0 0 0,-1 0-1 0 0,0 0 1 0 0,0 0-1 0 0,0 0 1 0 0,-1 1 22 0 0,0 0 0 0 0,0-1 0 0 0,0 1 0 0 0,0 0 0 0 0,0 0 0 0 0,1 0 0 0 0,-1 0 0 0 0,0 0 0 0 0,1 0 0 0 0,-1 0 0 0 0,1 1 0 0 0,-1-1 0 0 0,1 1 0 0 0,0-1 0 0 0,-1 1 0 0 0,0 2 0 0 0,-3 4 3 0 0,1 1 0 0 0,0-1 0 0 0,1 1 0 0 0,0 0 1 0 0,0 0-1 0 0,1 0 0 0 0,-2 16 0 0 0,4-21-223 0 0,0 0 0 0 0,0 0-1 0 0,0 0 1 0 0,0 0 0 0 0,1 0 0 0 0,-1 0-1 0 0,1-1 1 0 0,0 1 0 0 0,0 0-1 0 0,1 0 1 0 0,-1-1 0 0 0,1 1-1 0 0,0 0 1 0 0,-1-1 0 0 0,2 0-1 0 0,-1 1 1 0 0,0-1 0 0 0,1 0 0 0 0,-1 0-1 0 0,6 4 1 0 0,43 26-69 0 0,-41-27 31 0 0,1 0 0 0 0,-1 0 0 0 0,0 1 0 0 0,-1 1 0 0 0,1-1 0 0 0,11 14 0 0 0,-20-19 35 0 0,1 1-1 0 0,-1-1 1 0 0,1 1 0 0 0,-1 0 0 0 0,0 0 0 0 0,0-1-1 0 0,0 1 1 0 0,0 0 0 0 0,0 0 0 0 0,0 0-1 0 0,-1 0 1 0 0,0 0 0 0 0,0 0 0 0 0,0 0 0 0 0,0 0-1 0 0,0 0 1 0 0,0 0 0 0 0,-1 0 0 0 0,1 0-1 0 0,-1 0 1 0 0,0 0 0 0 0,0 0 0 0 0,0-1 0 0 0,0 1-1 0 0,-1 0 1 0 0,1-1 0 0 0,-1 1 0 0 0,1-1-1 0 0,-1 1 1 0 0,-4 3 0 0 0,3-1 111 0 0,-1-1-1 0 0,0 1 1 0 0,0-1-1 0 0,0 0 1 0 0,-1-1 0 0 0,1 1-1 0 0,-1-1 1 0 0,0 0-1 0 0,0 0 1 0 0,0 0-1 0 0,0 0 1 0 0,0-1 0 0 0,-1 0-1 0 0,1 0 1 0 0,-1-1-1 0 0,1 0 1 0 0,-1 0 0 0 0,-7 1-1 0 0,8-2-294 0 0,0 0 0 0 0,0 0 0 0 0,0-1 0 0 0,0 0 0 0 0,0 0-1 0 0,1 0 1 0 0,-1 0 0 0 0,-6-4 0 0 0,-5-3-6711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34.9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740 182 1376 0 0,'-51'27'913'0'0,"1"3"-1"0"0,1 1 1 0 0,1 3-1 0 0,-48 45 1 0 0,64-48-552 0 0,2 1 1 0 0,1 2 0 0 0,2 1 0 0 0,-45 75-1 0 0,30-32 407 0 0,-48 123-1 0 0,64-131-761 0 0,2 1-1 0 0,4 0 1 0 0,3 2-1 0 0,4 0 1 0 0,2 0 0 0 0,4 1-1 0 0,3 0 1 0 0,3 1 0 0 0,3-1-1 0 0,4 0 1 0 0,2 0-1 0 0,4-1 1 0 0,22 72 0 0 0,9-7 440 0 0,5-1 1 0 0,7-3 0 0 0,124 221 0 0 0,-136-289-297 0 0,96 115 1 0 0,69 43 90 0 0,-177-194-255 0 0,1-1 0 0 0,1-1 0 0 0,1-2 0 0 0,2-2 0 0 0,1-1 0 0 0,0-2 0 0 0,55 23-1 0 0,-38-23-44 0 0,2-3-1 0 0,0-2 0 0 0,0-2 0 0 0,115 11 0 0 0,-85-19 392 0 0,0-3 0 0 0,0-4-1 0 0,-1-4 1 0 0,1-3 0 0 0,-1-5 0 0 0,137-37-1 0 0,-186 38-202 0 0,-2-2-1 0 0,1-1 0 0 0,-2-2 1 0 0,0 0-1 0 0,35-27 0 0 0,-6-2 205 0 0,82-78-1 0 0,-68 50 17 0 0,-4-3 0 0 0,97-133 0 0 0,-130 153-219 0 0,-2-3 0 0 0,-2 0 0 0 0,-3-2 0 0 0,44-124 0 0 0,-60 129-226 0 0,-3-1 0 0 0,-2 0 0 0 0,-2-1 1 0 0,-4 0-1 0 0,-1 0 0 0 0,-7-75 0 0 0,-6 19-12 0 0,-6 0 0 0 0,-35-138 0 0 0,9 92 1646 0 0,-88-222 1 0 0,92 294-1293 0 0,-4 2 1 0 0,-4 1 0 0 0,-105-149-1 0 0,124 201-267 0 0,-1 1 0 0 0,-2 2-1 0 0,-1 1 1 0 0,-2 1 0 0 0,0 2 0 0 0,-2 1-1 0 0,-1 1 1 0 0,-1 2 0 0 0,0 2 0 0 0,-2 1-1 0 0,-1 2 1 0 0,0 2 0 0 0,-1 1-1 0 0,-1 2 1 0 0,0 2 0 0 0,0 2 0 0 0,-1 2-1 0 0,-76-4 1 0 0,50 10 34 0 0,1 3-1 0 0,0 3 1 0 0,0 3 0 0 0,0 2-1 0 0,-76 24 1 0 0,124-28-159 0 0,2 1 0 0 0,-1 0 0 0 0,-27 17-1 0 0,32-16-1814 0 0,1 0-1 0 0,-21 20 1 0 0,7-2-3648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36.1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1561 155 8290 0 0,'-43'-27'935'0'0,"-2"3"0"0"0,-1 2 0 0 0,-1 2 0 0 0,-68-20 0 0 0,91 34-1065 0 0,1 1 0 0 0,-1 0-1 0 0,0 2 1 0 0,0 1 0 0 0,0 1 0 0 0,0 1 0 0 0,0 1-1 0 0,0 1 1 0 0,0 1 0 0 0,0 1 0 0 0,-34 11-1 0 0,-14 10-595 0 0,1 3 0 0 0,-105 57-1 0 0,140-64 909 0 0,1 2 0 0 0,2 1-1 0 0,0 1 1 0 0,1 2-1 0 0,2 1 1 0 0,-39 46-1 0 0,29-24 3 0 0,2 2 0 0 0,3 1-1 0 0,2 2 1 0 0,2 2 0 0 0,2 0-1 0 0,3 2 1 0 0,3 1 0 0 0,3 0-1 0 0,2 2 1 0 0,-14 85 0 0 0,17-36-438 0 0,4 1 0 0 0,6 0 0 0 0,15 205-1 0 0,5-221 322 0 0,4 0-1 0 0,4 0 1 0 0,60 154-1 0 0,-61-199 109 0 0,1 0 0 0 0,2-2 0 0 0,3-1 0 0 0,2-1 1 0 0,1-1-1 0 0,3-2 0 0 0,2-2 0 0 0,62 60 0 0 0,-69-78-160 0 0,1-1 0 0 0,1-1-1 0 0,1-1 1 0 0,1-2 0 0 0,0-2-1 0 0,2-1 1 0 0,0-1 0 0 0,63 17-1 0 0,-50-21-150 0 0,0-2-1 0 0,0-2 0 0 0,1-2 0 0 0,-1-2 0 0 0,1-2 0 0 0,66-8 1 0 0,-60 1 186 0 0,-1-3 1 0 0,83-24 0 0 0,-101 22 168 0 0,-1-3-1 0 0,-1 0 1 0 0,0-3 0 0 0,54-34-1 0 0,-32 10 117 0 0,-1-2 1 0 0,-2-2-1 0 0,-2-3 0 0 0,-2-2 0 0 0,-3-2 0 0 0,52-73 0 0 0,-53 59-126 0 0,-3-3-1 0 0,-3-1 0 0 0,-3-2 0 0 0,-4-1 1 0 0,29-93-1 0 0,-48 121-143 0 0,-3-1 0 0 0,-1 1 0 0 0,-2-2 0 0 0,-2 1 0 0 0,-3-91 0 0 0,-7 72 350 0 0,-3 1 0 0 0,-2 1 0 0 0,-33-111-1 0 0,-64-149 1285 0 0,80 256-1394 0 0,-3 1 0 0 0,-64-107 0 0 0,77 149-264 0 0,0 0-1 0 0,-2 1 0 0 0,0 1 0 0 0,-2 1 1 0 0,0 1-1 0 0,-34-24 0 0 0,22 21 6 0 0,-2 1 1 0 0,0 2-1 0 0,-1 2 0 0 0,-42-15 1 0 0,-51-10-561 0 0,-152-31 1 0 0,96 28-43 0 0,110 30-862 0 0,44 14 690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0.0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163 4115 6913 0 0,'-8'-1'269'0'0,"0"-1"0"0"0,1 1 0 0 0,-1-1 0 0 0,1 0 0 0 0,-1-1 0 0 0,1 0 0 0 0,0 0-1 0 0,0 0 1 0 0,0-1 0 0 0,1 0 0 0 0,-1-1 0 0 0,1 1 0 0 0,0-1 0 0 0,0 0 0 0 0,-7-8-1 0 0,8 6-256 0 0,0 1 0 0 0,0-1 0 0 0,1 0 0 0 0,0-1 0 0 0,1 1 0 0 0,-1-1 0 0 0,1 1 0 0 0,1-1 0 0 0,-1 0 0 0 0,1 0 0 0 0,1 0 0 0 0,-1 0 0 0 0,2 0-1 0 0,-1-12 1 0 0,1-12-27 0 0,2 1 0 0 0,1-1 0 0 0,2 1 0 0 0,1 0 0 0 0,1 0-1 0 0,1 1 1 0 0,2 0 0 0 0,2 1 0 0 0,0 0 0 0 0,2 0 0 0 0,1 1-1 0 0,1 1 1 0 0,1 1 0 0 0,1 0 0 0 0,2 2 0 0 0,1 0 0 0 0,0 1 0 0 0,35-28-1 0 0,256-193-229 0 0,-214 171-356 0 0,153-89-1 0 0,-20 21-213 0 0,136-74 214 0 0,131-7 473 0 0,-86 41 128 0 0,17-7 0 0 0,590-226 0 0 0,-405 186-3 0 0,10 26 13 0 0,-544 177-7 0 0,1005-261 61 0 0,-530 164 41 0 0,656-130-84 0 0,1348-100-85 0 0,-987 293 545 0 0,1 119 853 0 0,-1449-53-1235 0 0,960 67 287 0 0,-12 92-62 0 0,-269 61-192 0 0,-18 57 19 0 0,-419-138 276 0 0,582 323 0 0 0,-797-372-331 0 0,143 119 1 0 0,-173-123-82 0 0,304 264 18 0 0,-258-210-13 0 0,261 279 779 0 0,-240-229 125 0 0,-167-175-845 0 0,72 77 743 0 0,-80-83-706 0 0,0 1 0 0 0,-1 0 0 0 0,-1 1-1 0 0,13 26 1 0 0,-18-27-1151 0 0,-2-2-4139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0.7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129 1 10594 0 0,'0'0'819'0'0,"32"7"795"0"0,-23-5-1320 0 0,0 0 0 0 0,0-1 1 0 0,0 0-1 0 0,0 0 1 0 0,0-1-1 0 0,-1 0 0 0 0,12-1 1 0 0,-9 0 74 0 0,-1 0 0 0 0,1 1-1 0 0,0 1 1 0 0,20 3 0 0 0,-16 1-207 0 0,0 0 0 0 0,-1 2 0 0 0,1-1 0 0 0,-1 2 0 0 0,-1 0 0 0 0,17 12 0 0 0,70 64 866 0 0,-99-84-1022 0 0,0 1 1 0 0,-1-1-1 0 0,1 0 0 0 0,0 1 0 0 0,-1 0 0 0 0,1-1 1 0 0,0 1-1 0 0,-1-1 0 0 0,1 1 0 0 0,-1 0 1 0 0,1-1-1 0 0,-1 1 0 0 0,1 0 0 0 0,-1 0 0 0 0,0-1 1 0 0,1 1-1 0 0,-1 0 0 0 0,0 0 0 0 0,0 0 0 0 0,1-1 1 0 0,-1 1-1 0 0,0 0 0 0 0,0 0 0 0 0,0 0 1 0 0,0 0-1 0 0,0-1 0 0 0,0 1 0 0 0,0 0 0 0 0,0 0 1 0 0,-1 0-1 0 0,1 0 0 0 0,0-1 0 0 0,0 1 0 0 0,-1 1 1 0 0,-2 1 41 0 0,1-1 1 0 0,-1 0 0 0 0,1 1 0 0 0,-1-1-1 0 0,0 0 1 0 0,0 0 0 0 0,-4 2 0 0 0,-7 4 73 0 0,-444 293-541 0 0,415-273-6637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1.9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203 36 6913 0 0,'-3'-3'152'0'0,"1"0"0"0"0,-1 0-1 0 0,0 0 1 0 0,0 1-1 0 0,0-1 1 0 0,0 1-1 0 0,0 0 1 0 0,-1 0-1 0 0,1 0 1 0 0,-1 0-1 0 0,1 1 1 0 0,-1 0-1 0 0,0-1 1 0 0,0 1-1 0 0,1 0 1 0 0,-1 1-1 0 0,0-1 1 0 0,0 1-1 0 0,0 0 1 0 0,0 0 0 0 0,0 0-1 0 0,0 0 1 0 0,0 1-1 0 0,0-1 1 0 0,1 1-1 0 0,-1 0 1 0 0,0 0-1 0 0,-4 2 1 0 0,2 0 24 0 0,1 0 1 0 0,-1 0 0 0 0,1 1 0 0 0,0-1-1 0 0,-1 1 1 0 0,2 0 0 0 0,-1 1 0 0 0,0-1-1 0 0,1 1 1 0 0,0 0 0 0 0,0 0 0 0 0,1 0-1 0 0,-1 0 1 0 0,1 1 0 0 0,0 0 0 0 0,1-1-1 0 0,-1 1 1 0 0,1 0 0 0 0,0 0 0 0 0,0 1-1 0 0,0 6 1 0 0,-2 10 36 0 0,0 0 0 0 0,2 1-1 0 0,1-1 1 0 0,2 32-1 0 0,1-31-141 0 0,1-2-1 0 0,1 1 0 0 0,0 0 1 0 0,2-1-1 0 0,1 1 0 0 0,0-2 1 0 0,2 1-1 0 0,0-1 0 0 0,2 0 1 0 0,21 31-1 0 0,-25-42-61 0 0,0 0 0 0 0,0-1 0 0 0,2 0-1 0 0,-1 0 1 0 0,1 0 0 0 0,0-1 0 0 0,1-1 0 0 0,0 0 0 0 0,0 0-1 0 0,0 0 1 0 0,1-2 0 0 0,0 1 0 0 0,0-1 0 0 0,1-1 0 0 0,-1 0 0 0 0,1-1-1 0 0,0 0 1 0 0,0 0 0 0 0,0-2 0 0 0,0 1 0 0 0,21-1 0 0 0,-24-2 16 0 0,-1 0 0 0 0,0 0 0 0 0,0 0 0 0 0,0-1 1 0 0,0 0-1 0 0,0-1 0 0 0,-1 1 0 0 0,1-2 0 0 0,-1 1 1 0 0,1-1-1 0 0,-1 0 0 0 0,0 0 0 0 0,-1-1 0 0 0,10-8 1 0 0,-8 5 37 0 0,-1 0 1 0 0,0 0-1 0 0,-1-1 1 0 0,0 0 0 0 0,0 0-1 0 0,-1-1 1 0 0,0 1-1 0 0,-1-1 1 0 0,7-20-1 0 0,-6 7 113 0 0,0 0 0 0 0,-1 0 0 0 0,-2 0 0 0 0,0-1 0 0 0,-1 1 0 0 0,-2-1 0 0 0,0 1-1 0 0,-2 0 1 0 0,-7-35 0 0 0,4 37-81 0 0,0 0 0 0 0,-1 0 0 0 0,-1 1 0 0 0,-1 0-1 0 0,-12-18 1 0 0,17 29-94 0 0,-2 1-1 0 0,1 0 0 0 0,-1 0 0 0 0,-1 1 1 0 0,1 0-1 0 0,-1 0 0 0 0,-1 0 1 0 0,1 1-1 0 0,-1 0 0 0 0,0 0 1 0 0,0 1-1 0 0,-1 0 0 0 0,-13-5 1 0 0,19 8-147 0 0,0 2 0 0 0,0-1 0 0 0,-1 0-1 0 0,1 1 1 0 0,0-1 0 0 0,0 1 0 0 0,0 0 0 0 0,-1 0 0 0 0,1 0 0 0 0,0 0 0 0 0,0 1 0 0 0,0-1 0 0 0,-1 1 0 0 0,1 0 0 0 0,0 0 0 0 0,0 0 0 0 0,0 0 0 0 0,0 1 0 0 0,-3 1 0 0 0,0 1 0 0 0,1 0 0 0 0,0 1 0 0 0,-1-1 0 0 0,2 1 0 0 0,-1 0 0 0 0,0 1 0 0 0,1-1 0 0 0,-4 7 0 0 0,-4 10 146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2.4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 75 7370 0 0,'-18'-44'1874'0'0,"1"14"6728"0"0,17 30-8547 0 0,-3 11 1220 0 0,2 14-536 0 0,2 10-329 0 0,1 26 29 0 0,17 107 0 0 0,-16-151-452 0 0,1-1 0 0 0,1 1 0 0 0,0 0 0 0 0,1-1 0 0 0,1 0 1 0 0,0-1-1 0 0,1 1 0 0 0,1-1 0 0 0,1-1 0 0 0,0 0 0 0 0,12 14 0 0 0,-19-25-82 0 0,0 0-1 0 0,0 0 0 0 0,1 0 0 0 0,-1 0 0 0 0,1-1 0 0 0,0 1 0 0 0,0-1 0 0 0,-1 0 0 0 0,1 0 0 0 0,1-1 0 0 0,-1 1 0 0 0,0-1 0 0 0,0 1 0 0 0,1-1 1 0 0,5 0-1 0 0,-7-1-17 0 0,0 0 1 0 0,0 0 0 0 0,-1-1 0 0 0,1 1-1 0 0,0-1 1 0 0,-1 0 0 0 0,1 0 0 0 0,0 0 0 0 0,-1 0-1 0 0,1 0 1 0 0,-1 0 0 0 0,1-1 0 0 0,-1 1-1 0 0,0-1 1 0 0,0 0 0 0 0,0 0 0 0 0,0 0-1 0 0,0 0 1 0 0,0 0 0 0 0,0 0 0 0 0,0 0-1 0 0,-1 0 1 0 0,1-1 0 0 0,-1 1 0 0 0,2-5 0 0 0,26-60-673 0 0,-17 35 717 0 0,18-31 0 0 0,-25 55 201 0 0,-1 0-1 0 0,1 1 1 0 0,1-1 0 0 0,0 1-1 0 0,0 0 1 0 0,0 0 0 0 0,0 1-1 0 0,14-10 1 0 0,-18 15-35 0 0,0-1-1 0 0,0 1 1 0 0,0 0 0 0 0,0 0-1 0 0,0 0 1 0 0,0 0-1 0 0,1 0 1 0 0,-1 0 0 0 0,0 1-1 0 0,0-1 1 0 0,1 1 0 0 0,-1-1-1 0 0,0 1 1 0 0,1 0 0 0 0,-1 0-1 0 0,1 0 1 0 0,-1 0 0 0 0,0 1-1 0 0,1-1 1 0 0,-1 1 0 0 0,0-1-1 0 0,0 1 1 0 0,1 0-1 0 0,-1 0 1 0 0,0 0 0 0 0,0 0-1 0 0,0 0 1 0 0,0 0 0 0 0,0 0-1 0 0,2 3 1 0 0,4 4-35 0 0,0 0 1 0 0,0 1-1 0 0,-1 0 0 0 0,0 0 1 0 0,6 13-1 0 0,16 19-5687 0 0,-16-26-674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3.0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1 117 5065 0 0,'0'-1'195'0'0,"0"0"0"0"0,0-1-1 0 0,0 1 1 0 0,0 0 0 0 0,0-1 0 0 0,1 1-1 0 0,-1 0 1 0 0,1 0 0 0 0,-1-1 0 0 0,1 1 0 0 0,-1 0-1 0 0,1 0 1 0 0,0 0 0 0 0,-1 0 0 0 0,1 0-1 0 0,0 0 1 0 0,0 0 0 0 0,0 0 0 0 0,0 0-1 0 0,0 0 1 0 0,1-1 0 0 0,-1 2-34 0 0,0 1-1 0 0,-1-1 1 0 0,1 0 0 0 0,0 0-1 0 0,0 0 1 0 0,0 1 0 0 0,0-1-1 0 0,-1 0 1 0 0,1 1 0 0 0,0-1 0 0 0,0 1-1 0 0,-1-1 1 0 0,1 1 0 0 0,0-1-1 0 0,-1 1 1 0 0,1 0 0 0 0,-1-1-1 0 0,1 1 1 0 0,-1 0 0 0 0,1-1 0 0 0,-1 1-1 0 0,1 1 1 0 0,6 10 782 0 0,-1 0 0 0 0,9 21 1 0 0,-15-30-1081 0 0,4 5 179 0 0,-1-1 0 0 0,1 1 0 0 0,1-1-1 0 0,4 8 1 0 0,-8-14-44 0 0,0 0 0 0 0,0 1-1 0 0,-1-1 1 0 0,1 0 0 0 0,0 0 0 0 0,0 0-1 0 0,0 0 1 0 0,0 0 0 0 0,0 0-1 0 0,0 0 1 0 0,1 0 0 0 0,-1 0 0 0 0,0 0-1 0 0,0-1 1 0 0,1 1 0 0 0,-1 0 0 0 0,0-1-1 0 0,1 1 1 0 0,-1-1 0 0 0,0 0-1 0 0,1 1 1 0 0,-1-1 0 0 0,1 0 0 0 0,-1 0-1 0 0,1 0 1 0 0,-1 0 0 0 0,1 0-1 0 0,-1 0 1 0 0,0 0 0 0 0,1-1 0 0 0,2 0-1 0 0,-1-2-11 0 0,0 0 0 0 0,0-1-1 0 0,0 0 1 0 0,0 0 0 0 0,-1 1 0 0 0,1-1-1 0 0,-1-1 1 0 0,0 1 0 0 0,2-7-1 0 0,3-5-106 0 0,3-3 46 0 0,1 1 0 0 0,15-20 0 0 0,-22 33 147 0 0,1-1-1 0 0,0 0 1 0 0,0 1 0 0 0,0 0 0 0 0,1 0-1 0 0,0 1 1 0 0,-1 0 0 0 0,2 0 0 0 0,12-7-1 0 0,-18 11-1 0 0,1 0-1 0 0,-1 0 0 0 0,1-1 1 0 0,0 1-1 0 0,-1 0 0 0 0,1 0 0 0 0,0 0 1 0 0,-1 1-1 0 0,1-1 0 0 0,-1 0 0 0 0,1 1 1 0 0,-1-1-1 0 0,1 1 0 0 0,-1-1 1 0 0,1 1-1 0 0,-1 0 0 0 0,1-1 0 0 0,-1 1 1 0 0,1 0-1 0 0,-1 0 0 0 0,0 0 0 0 0,0 0 1 0 0,0 0-1 0 0,1 0 0 0 0,-1 1 1 0 0,0-1-1 0 0,0 0 0 0 0,0 1 0 0 0,-1-1 1 0 0,1 0-1 0 0,0 1 0 0 0,-1-1 1 0 0,2 3-1 0 0,3 7 249 0 0,1 2 1 0 0,-2-1-1 0 0,4 14 1 0 0,-5-16-338 0 0,-2-7-33 0 0,-1 0 0 0 0,1-1 1 0 0,0 1-1 0 0,0 0 0 0 0,1-1 0 0 0,-1 1 1 0 0,0 0-1 0 0,1-1 0 0 0,0 0 1 0 0,-1 1-1 0 0,1-1 0 0 0,0 0 1 0 0,0 0-1 0 0,0 0 0 0 0,3 2 1 0 0,-3-4 24 0 0,-1 0-1 0 0,0 1 1 0 0,1-1 0 0 0,-1 0 0 0 0,1 0 0 0 0,-1 0-1 0 0,1 0 1 0 0,-1 0 0 0 0,1 0 0 0 0,-1 0 0 0 0,1-1-1 0 0,-1 1 1 0 0,1-1 0 0 0,-1 1 0 0 0,1-1 0 0 0,-1 1-1 0 0,0-1 1 0 0,1 0 0 0 0,-1 0 0 0 0,0 1 0 0 0,0-1 0 0 0,0 0-1 0 0,0 0 1 0 0,1 0 0 0 0,-1 0 0 0 0,0-1 0 0 0,-1 1-1 0 0,1 0 1 0 0,0 0 0 0 0,1-2 0 0 0,33-52-105 0 0,4-6-121 0 0,-36 58 243 0 0,0-1-1 0 0,1 0 1 0 0,-1 1 0 0 0,1 0-1 0 0,-1 0 1 0 0,1 0-1 0 0,0 0 1 0 0,0 1 0 0 0,0-1-1 0 0,0 1 1 0 0,9-3-1 0 0,-12 5 22 0 0,0 0 0 0 0,0 0 0 0 0,0 0 0 0 0,0 0 1 0 0,0 0-1 0 0,1 0 0 0 0,-1 0 0 0 0,0 1 0 0 0,0-1 0 0 0,0 0 0 0 0,0 1 0 0 0,0-1 0 0 0,0 1 0 0 0,0-1 0 0 0,0 1 0 0 0,0-1 0 0 0,0 1 0 0 0,0 0 0 0 0,0-1 0 0 0,0 1 0 0 0,-1 0 0 0 0,1 0 0 0 0,0 0 0 0 0,-1 0 0 0 0,1 0 0 0 0,0 0 0 0 0,-1 0 0 0 0,1 0 0 0 0,-1 0 0 0 0,1 0 0 0 0,0 1 0 0 0,14 44 841 0 0,-11-32-630 0 0,1-3-89 0 0,0 1-1 0 0,1-1 0 0 0,0 0 1 0 0,0 0-1 0 0,1-1 1 0 0,14 17-1 0 0,11 7-4133 0 0,-22-22 1235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4.1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5 7370 0 0,'7'-4'7613'0'0,"-7"4"-7427"0"0,6 10 2635 0 0,2 20-1980 0 0,-8-29-749 0 0,17 85 1508 0 0,-11-50-2972 0 0,1 0-3771 0 0,-3-16-887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4.5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112 19 4609 0 0,'0'0'97'0'0,"0"-1"-1"0"0,0 0 1 0 0,0 0-1 0 0,0 1 1 0 0,0-1-1 0 0,0 0 1 0 0,0 0-1 0 0,-1 1 1 0 0,1-1-1 0 0,0 0 1 0 0,-1 1-1 0 0,1-1 1 0 0,0 0-1 0 0,-1 1 1 0 0,1-1-1 0 0,0 1 1 0 0,-1-1-1 0 0,1 0 1 0 0,-1 1-1 0 0,0-1 1 0 0,1 1-1 0 0,-1 0 1 0 0,1-1-1 0 0,-1 1 1 0 0,0-1-1 0 0,1 1 1 0 0,-1 0 0 0 0,0-1-1 0 0,-26 0 3058 0 0,19 2-2257 0 0,0 0-1 0 0,0 2 1 0 0,0-1 0 0 0,-11 5 0 0 0,18-6-841 0 0,-1-1 0 0 0,1 1 0 0 0,0-1 0 0 0,0 1-1 0 0,0-1 1 0 0,0 1 0 0 0,0 0 0 0 0,0-1 0 0 0,0 1 0 0 0,0 0 0 0 0,0 0 0 0 0,0 0 0 0 0,0 0 0 0 0,0 0 0 0 0,0 0-1 0 0,1 0 1 0 0,-1 0 0 0 0,0 0 0 0 0,1 0 0 0 0,-1 0 0 0 0,1 0 0 0 0,-1 1 0 0 0,1-1 0 0 0,0 0 0 0 0,-1 0 0 0 0,1 1-1 0 0,0-1 1 0 0,0 0 0 0 0,0 0 0 0 0,0 1 0 0 0,0-1 0 0 0,0 0 0 0 0,0 0 0 0 0,1 1 0 0 0,-1-1 0 0 0,0 0 0 0 0,1 0 0 0 0,-1 1-1 0 0,1-1 1 0 0,-1 0 0 0 0,1 0 0 0 0,-1 0 0 0 0,1 0 0 0 0,0 0 0 0 0,0 0 0 0 0,-1 0 0 0 0,1 0 0 0 0,1 1 0 0 0,6 7-113 0 0,1-1 0 0 0,0 0 0 0 0,0-1 0 0 0,13 9 0 0 0,-10-8 114 0 0,-5-3-162 0 0,0 0 1 0 0,0 1-1 0 0,-1 0 0 0 0,0 0 0 0 0,0 0 0 0 0,9 13 0 0 0,-14-17 101 0 0,0 0 0 0 0,0 0-1 0 0,0 0 1 0 0,0 0 0 0 0,0 1 0 0 0,0-1 0 0 0,-1 0 0 0 0,1 0 0 0 0,-1 1-1 0 0,1-1 1 0 0,-1 0 0 0 0,0 1 0 0 0,0-1 0 0 0,0 0 0 0 0,-1 1 0 0 0,1-1-1 0 0,0 0 1 0 0,-1 1 0 0 0,1-1 0 0 0,-1 0 0 0 0,0 0 0 0 0,0 1 0 0 0,0-1-1 0 0,0 0 1 0 0,0 0 0 0 0,0 0 0 0 0,-1 0 0 0 0,1 0 0 0 0,-3 2 0 0 0,-3 4-75 0 0,0-1 0 0 0,0-1 0 0 0,-1 1 0 0 0,-9 5 0 0 0,-5 1-4670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4.94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18 10138 0 0,'0'-1'165'0'0,"1"0"0"0"0,-1 0 0 0 0,0 0 0 0 0,0 0 0 0 0,1 0 0 0 0,-1 0 0 0 0,0 0 0 0 0,1 0 0 0 0,-1 0 0 0 0,1 0 0 0 0,0 0 0 0 0,-1 1 0 0 0,1-1 0 0 0,-1 0 0 0 0,1 0 0 0 0,0 1 0 0 0,0-1 0 0 0,1-1 0 0 0,-1 3-52 0 0,-1-1 1 0 0,1 0-1 0 0,-1 0 0 0 0,1 0 1 0 0,-1 1-1 0 0,0-1 0 0 0,1 0 0 0 0,-1 1 1 0 0,1-1-1 0 0,-1 1 0 0 0,0-1 1 0 0,1 0-1 0 0,-1 1 0 0 0,0-1 1 0 0,1 1-1 0 0,-1-1 0 0 0,0 1 0 0 0,0-1 1 0 0,1 1-1 0 0,-1-1 0 0 0,0 1 1 0 0,0-1-1 0 0,0 1 0 0 0,0 0 1 0 0,11 49 3197 0 0,-10-42-3241 0 0,62 410 2488 0 0,-52-357-4336 0 0,-6-30 91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5.37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84 40 4609 0 0,'-4'-14'131'0'0,"-3"-5"7994"0"0,3 13-7109 0 0,-5 6 2865 0 0,-4 14-3919 0 0,6-4 132 0 0,1 1 0 0 0,1 1 1 0 0,0-1-1 0 0,0 1 0 0 0,1 0 0 0 0,0 0 0 0 0,1 0 1 0 0,-3 22-1 0 0,6-29-68 0 0,-1 0-1 0 0,1 0 1 0 0,-1 0-1 0 0,2 0 1 0 0,-1 0-1 0 0,0-1 1 0 0,1 1-1 0 0,0 0 1 0 0,0 0-1 0 0,0 0 1 0 0,1-1 0 0 0,0 1-1 0 0,0-1 1 0 0,0 1-1 0 0,0-1 1 0 0,0 0-1 0 0,1 0 1 0 0,0 0-1 0 0,0 0 1 0 0,0 0-1 0 0,1 0 1 0 0,-1-1-1 0 0,1 0 1 0 0,0 0 0 0 0,4 4-1 0 0,-6-6-47 0 0,0 0-1 0 0,0 0 1 0 0,0 0-1 0 0,0 0 1 0 0,0 0-1 0 0,0-1 1 0 0,0 1-1 0 0,0-1 1 0 0,0 1 0 0 0,0-1-1 0 0,1 0 1 0 0,-1 1-1 0 0,0-1 1 0 0,0 0-1 0 0,0-1 1 0 0,1 1-1 0 0,-1 0 1 0 0,0-1-1 0 0,0 1 1 0 0,0-1 0 0 0,3-1-1 0 0,-2 1-60 0 0,0-1 0 0 0,-1 0 0 0 0,1 0 1 0 0,0 0-1 0 0,-1-1 0 0 0,0 1 0 0 0,0-1 0 0 0,0 1 0 0 0,0-1 0 0 0,0 0 0 0 0,0 0 0 0 0,2-5 0 0 0,1-4-163 0 0,0 0-1 0 0,-1-1 1 0 0,-1 0-1 0 0,0 0 0 0 0,2-23 1 0 0,2-48 2598 0 0,-7 84-2325 0 0,0 0-1 0 0,0 0 0 0 0,0 0 0 0 0,0 0 1 0 0,0-1-1 0 0,0 1 0 0 0,0 0 0 0 0,0 0 0 0 0,0 0 1 0 0,0 0-1 0 0,0 0 0 0 0,0 0 0 0 0,0 0 1 0 0,0-1-1 0 0,0 1 0 0 0,0 0 0 0 0,0 0 1 0 0,0 0-1 0 0,0 0 0 0 0,0 0 0 0 0,0 0 1 0 0,0 0-1 0 0,0 0 0 0 0,0-1 0 0 0,1 1 1 0 0,-1 0-1 0 0,0 0 0 0 0,0 0 0 0 0,0 0 1 0 0,0 0-1 0 0,0 0 0 0 0,0 0 0 0 0,0 0 1 0 0,0 0-1 0 0,0 0 0 0 0,1 0 0 0 0,-1 0 0 0 0,0 0 1 0 0,0 0-1 0 0,0 0 0 0 0,0 0 0 0 0,0 0 1 0 0,0 0-1 0 0,0 0 0 0 0,1 0 0 0 0,-1 0 1 0 0,0 0-1 0 0,0 0 0 0 0,0 0 0 0 0,0 0 1 0 0,0 0-1 0 0,0 0 0 0 0,0 0 0 0 0,0 0 1 0 0,1 0-1 0 0,-1 0 0 0 0,0 0 0 0 0,0 0 1 0 0,0 0-1 0 0,7 9 566 0 0,5 12-321 0 0,-12-21-212 0 0,12 24 45 0 0,1-2 1 0 0,16 22 0 0 0,17 8-3681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5.83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 92 3681 0 0,'1'-5'-48'0'0,"8"-25"1166"0"0,-9 28-755 0 0,1 1 0 0 0,-1 0 0 0 0,0-1 0 0 0,0 1 0 0 0,1 0 0 0 0,-1-1 1 0 0,0 1-1 0 0,-1-1 0 0 0,1 1 0 0 0,0 0 0 0 0,0-1 0 0 0,0 1 1 0 0,-1 0-1 0 0,1-1 0 0 0,-1 1 0 0 0,1 0 0 0 0,-1 0 0 0 0,-1-3 0 0 0,2 4-222 0 0,-1 1-1 0 0,0-1 0 0 0,1 0 1 0 0,-1 0-1 0 0,1 0 0 0 0,-1 0 1 0 0,1 0-1 0 0,-1 1 0 0 0,1-1 1 0 0,-1 0-1 0 0,1 0 0 0 0,-1 1 1 0 0,1-1-1 0 0,-1 0 0 0 0,1 1 1 0 0,-1-1-1 0 0,1 0 0 0 0,0 1 1 0 0,-1-1-1 0 0,1 1 0 0 0,0-1 1 0 0,-1 1-1 0 0,1-1 0 0 0,0 1 1 0 0,0-1-1 0 0,-1 1 0 0 0,1-1 1 0 0,0 1-1 0 0,0-1 0 0 0,0 1 0 0 0,0-1 1 0 0,0 1-1 0 0,0 1 0 0 0,-10 23 707 0 0,10-24-623 0 0,-2 6-121 0 0,1 0 0 0 0,0 0 0 0 0,0-1 0 0 0,1 1 0 0 0,0 0 0 0 0,0 0 0 0 0,1 0 0 0 0,0-1 1 0 0,0 1-1 0 0,0 0 0 0 0,1-1 0 0 0,0 1 0 0 0,0-1 0 0 0,1 1 0 0 0,0-1 0 0 0,5 8 0 0 0,-4-6-84 0 0,1 0 0 0 0,1 0-1 0 0,-1 0 1 0 0,1-1 0 0 0,1 1-1 0 0,-1-2 1 0 0,1 1 0 0 0,0-1-1 0 0,1 0 1 0 0,0 0 0 0 0,9 5-1 0 0,-16-10-30 0 0,0-1 0 0 0,0 0-1 0 0,0 1 1 0 0,0-1 0 0 0,0 0 0 0 0,0 1-1 0 0,0-1 1 0 0,0 0 0 0 0,0 0 0 0 0,0 0-1 0 0,0 0 1 0 0,0 0 0 0 0,0 0 0 0 0,0 0-1 0 0,0-1 1 0 0,0 1 0 0 0,0 0 0 0 0,0 0-1 0 0,0-1 1 0 0,0 1 0 0 0,0-1 0 0 0,0 1-1 0 0,-1-1 1 0 0,1 1 0 0 0,0-1-1 0 0,0 1 1 0 0,0-1 0 0 0,-1 0 0 0 0,1 1-1 0 0,0-1 1 0 0,-1 0 0 0 0,1 0 0 0 0,-1 0-1 0 0,1 1 1 0 0,0-1 0 0 0,-1 0 0 0 0,0 0-1 0 0,1 0 1 0 0,-1 0 0 0 0,0 0 0 0 0,1 0-1 0 0,-1 0 1 0 0,0 0 0 0 0,0 0 0 0 0,0-1-1 0 0,3-9-190 0 0,-1-1-1 0 0,-1 1 0 0 0,1-15 1 0 0,-1 10 101 0 0,-1 14 102 0 0,0 1 0 0 0,0-1 0 0 0,1 0 0 0 0,-1 0 0 0 0,0 1 0 0 0,1-1 0 0 0,-1 0 0 0 0,1 0 0 0 0,-1 1 0 0 0,1-1 0 0 0,0 0 0 0 0,0 1 0 0 0,0-1 0 0 0,0 1 0 0 0,0-1 0 0 0,0 1 0 0 0,0 0 0 0 0,0-1 0 0 0,1 1 0 0 0,-1 0 0 0 0,2-2 0 0 0,-1 3 0 0 0,0 0 0 0 0,-1 0 0 0 0,1 0 0 0 0,0 0 0 0 0,0 0 0 0 0,-1 0 0 0 0,1 0 0 0 0,0 1 0 0 0,0-1 0 0 0,-1 0 0 0 0,1 1 0 0 0,-1-1 0 0 0,1 1 0 0 0,0 0 0 0 0,-1 0 0 0 0,1 0 0 0 0,-1 0 0 0 0,1 0 0 0 0,-1 0 0 0 0,0 0 0 0 0,1 0 0 0 0,0 2 0 0 0,25 21 34 0 0,-19-17 11 0 0,0 0 1 0 0,1 0-1 0 0,-1 0 1 0 0,20 10 0 0 0,-24-16-34 0 0,0 1 1 0 0,0-1 0 0 0,0 0 0 0 0,0 0 0 0 0,0 0 0 0 0,0 0-1 0 0,0-1 1 0 0,1 0 0 0 0,-1 0 0 0 0,0 0 0 0 0,0 0 0 0 0,0 0 0 0 0,1-1-1 0 0,-1 0 1 0 0,0 0 0 0 0,7-3 0 0 0,-4 1 90 0 0,-1 0 0 0 0,0 0 0 0 0,0-1 1 0 0,0 0-1 0 0,-1 0 0 0 0,1-1 0 0 0,-1 1 0 0 0,0-1 0 0 0,0 0 0 0 0,-1-1 1 0 0,0 1-1 0 0,0-1 0 0 0,0 0 0 0 0,0 0 0 0 0,-1 0 0 0 0,0 0 0 0 0,0-1 1 0 0,-1 1-1 0 0,1-1 0 0 0,-2 0 0 0 0,3-10 0 0 0,-3 10-303 0 0,0 1 0 0 0,-1-1-1 0 0,1 1 1 0 0,-1-1 0 0 0,-1 1 0 0 0,1-1-1 0 0,-1 1 1 0 0,0-1 0 0 0,-1 1-1 0 0,0-1 1 0 0,0 1 0 0 0,0 0 0 0 0,0 0-1 0 0,-7-10 1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49.9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47 365 4609 0 0,'-47'-105'11377'0'0,"72"146"-8651"0"0,-11-18-2466 0 0,5 10-200 0 0,13 23 336 0 0,49 64-1 0 0,-69-105-331 0 0,0 0 0 0 0,1-1-1 0 0,0-1 1 0 0,1 0 0 0 0,0-1-1 0 0,1 0 1 0 0,1-1 0 0 0,32 17-1 0 0,-46-27-32 0 0,1 0-1 0 0,0 1 0 0 0,-1-1 0 0 0,1 0 0 0 0,0 0 0 0 0,0 0 0 0 0,0-1 1 0 0,0 1-1 0 0,0-1 0 0 0,0 0 0 0 0,0 1 0 0 0,0-1 0 0 0,0-1 0 0 0,0 1 1 0 0,0 0-1 0 0,0-1 0 0 0,0 1 0 0 0,-1-1 0 0 0,1 0 0 0 0,0 0 1 0 0,0 0-1 0 0,0 0 0 0 0,-1-1 0 0 0,1 1 0 0 0,-1-1 0 0 0,1 0 0 0 0,2-2 1 0 0,-1 0 40 0 0,0-1 0 0 0,-1 0 0 0 0,0 0 0 0 0,1 0 0 0 0,-2 0 0 0 0,1 0 0 0 0,0-1 0 0 0,-1 0 0 0 0,0 1 0 0 0,-1-1 1 0 0,1 0-1 0 0,0-11 0 0 0,21-156 324 0 0,-9 55-1061 0 0,30-116 1 0 0,-43 229 505 0 0,8-24-831 0 0,-9 28 795 0 0,0 0-1 0 0,0 0 1 0 0,1-1-1 0 0,-1 1 0 0 0,1 0 1 0 0,-1 0-1 0 0,1 0 1 0 0,0 0-1 0 0,-1 0 0 0 0,1 0 1 0 0,0 1-1 0 0,-1-1 0 0 0,1 0 1 0 0,0 0-1 0 0,0 0 1 0 0,0 1-1 0 0,0-1 0 0 0,0 0 1 0 0,1 0-1 0 0,-1 2 151 0 0,-1-1 1 0 0,1 0-1 0 0,0 1 0 0 0,0-1 1 0 0,-1 0-1 0 0,1 1 0 0 0,-1-1 1 0 0,1 1-1 0 0,0-1 0 0 0,-1 1 1 0 0,1-1-1 0 0,-1 1 0 0 0,1 0 1 0 0,-1-1-1 0 0,1 1 0 0 0,-1 0 1 0 0,0-1-1 0 0,1 1 0 0 0,-1 0 1 0 0,0 0-1 0 0,1-1 0 0 0,-1 1 1 0 0,0 0-1 0 0,0 0 0 0 0,0-1 1 0 0,0 1-1 0 0,0 0 0 0 0,0 0 1 0 0,0 0-1 0 0,3 26-535 0 0,-3-27 581 0 0,0 23 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0.6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48 5985 0 0,'-1'-4'1114'0'0,"0"-1"-1"0"0,1 1 1 0 0,-1-1 0 0 0,1 0-1 0 0,0 1 1 0 0,1-1-1 0 0,-1 1 1 0 0,2-8-1 0 0,3 23 2662 0 0,5 15-2890 0 0,27 168 1253 0 0,-26-123-2432 0 0,2-2 0 0 0,45 130 0 0 0,-54-190-1291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1.01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3 278 2761 0 0,'-1'-9'311'0'0,"0"0"0"0"0,1 0 0 0 0,-1 0 1 0 0,1 0-1 0 0,1 0 0 0 0,0 0 0 0 0,0 1 1 0 0,1-1-1 0 0,0 0 0 0 0,1 1 0 0 0,0-1 0 0 0,0 1 1 0 0,0 0-1 0 0,1 0 0 0 0,1 0 0 0 0,8-13 1 0 0,-5 9 495 0 0,1 1 0 0 0,0 0 0 0 0,0 0 0 0 0,1 1 1 0 0,1 1-1 0 0,-1-1 0 0 0,2 2 0 0 0,-1-1 0 0 0,24-12 0 0 0,-33 21-719 0 0,-1-1-1 0 0,1 0 0 0 0,-1 0 0 0 0,1 0 0 0 0,0 1 1 0 0,-1-1-1 0 0,1 1 0 0 0,0 0 0 0 0,0-1 0 0 0,-1 1 1 0 0,1 0-1 0 0,0 0 0 0 0,0 0 0 0 0,-1 0 0 0 0,1 0 1 0 0,0 0-1 0 0,0 1 0 0 0,-1-1 0 0 0,1 0 0 0 0,0 1 1 0 0,-1 0-1 0 0,4 1 0 0 0,-3-1-8 0 0,-1 1 0 0 0,1-1 1 0 0,-1 1-1 0 0,0 0 0 0 0,1-1 0 0 0,-1 1 0 0 0,0 0 1 0 0,0 0-1 0 0,0 0 0 0 0,0 0 0 0 0,0 0 0 0 0,-1 0 1 0 0,1 0-1 0 0,-1 0 0 0 0,1 4 0 0 0,0 5 97 0 0,0 0 0 0 0,-1 0 0 0 0,0 0 0 0 0,-1 0 0 0 0,-4 21 0 0 0,-4 3 8 0 0,-23 52 0 0 0,19-56 99 0 0,2 0 0 0 0,-8 37 0 0 0,19-67-259 0 0,0 0 1 0 0,-1 0 0 0 0,1 0-1 0 0,0 0 1 0 0,0 1 0 0 0,-1-1-1 0 0,1 0 1 0 0,0 0 0 0 0,0 0 0 0 0,1 0-1 0 0,-1 1 1 0 0,0-1 0 0 0,0 0-1 0 0,1 0 1 0 0,-1 0 0 0 0,0 0-1 0 0,1 0 1 0 0,-1 0 0 0 0,1 0-1 0 0,-1 1 1 0 0,1-2 0 0 0,0 1-1 0 0,-1 0 1 0 0,1 0 0 0 0,0 0 0 0 0,0 0-1 0 0,0 0 1 0 0,0 0 0 0 0,-1-1-1 0 0,1 1 1 0 0,0 0 0 0 0,0-1-1 0 0,1 1 1 0 0,-1-1 0 0 0,0 1-1 0 0,0-1 1 0 0,0 0 0 0 0,0 1-1 0 0,0-1 1 0 0,0 0 0 0 0,0 0 0 0 0,1 0-1 0 0,-1 0 1 0 0,0 0 0 0 0,0 0-1 0 0,0 0 1 0 0,3 0 0 0 0,8-1-42 0 0,0-1 0 0 0,0 0 0 0 0,22-8 0 0 0,-14 5-75 0 0,79-23-4086 0 0,-79 24 2618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1.4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20 5529 0 0,'1'0'488'0'0,"-1"-1"-392"0"0,1-1-96 0 0,1 2 0 0 0,-1-1 0 0 0,0 0 0 0 0,3-1 64 0 0,2 0-64 0 0,2-2 0 0 0,1 0 0 0 0,0 1 0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2.1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34 4145 0 0,'8'-34'16563'0'0,"-7"56"-16218"0"0,1 0 0 0 0,2-1-1 0 0,-1 1 1 0 0,12 34-1 0 0,1-2-477 0 0,29 119 736 0 0,-38-138-2580 0 0,3 45 0 0 0,-10-60-4967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2.61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 67 6449 0 0,'-7'1'577'0'0,"5"-1"-465"0"0,0 0-112 0 0,2-1 0 0 0,3-2 1128 0 0,1 2-512 0 0,0-3 8 0 0,4 1-208 0 0,3-3-32 0 0,4-2-16 0 0,-1-1 0 0 0,2 1-1248 0 0,0 2-248 0 0,1-1-56 0 0,-3 2-1 0 0,0 2 929 0 0,-4-1 184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2.7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42 4609 0 0,'0'5'3481'0'0,"4"-6"-2401"0"0,3-1-336 0 0,2-2-64 0 0,5 0-8 0 0,3-2-7 0 0,2-1-1322 0 0,0 0-263 0 0,2-1-48 0 0,-2 0-16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3.8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33 5065 0 0,'-8'-33'10735'0'0,"6"51"-7859"0"0,1-14-2909 0 0,-3 36 704 0 0,3 1 0 0 0,0-1 0 0 0,9 62 0 0 0,-5-83-691 0 0,0 0 1 0 0,1-1-1 0 0,2 1 0 0 0,-1-1 0 0 0,2 0 1 0 0,1-1-1 0 0,0 1 0 0 0,1-1 1 0 0,18 25-1 0 0,-1-15-2474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4.02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 19 13827 0 0,'-9'-3'608'0'0,"2"2"128"0"0,3 0-584 0 0,2-1-152 0 0,2 1 0 0 0,1-2-952 0 0,2 1 592 0 0,1-1 184 0 0,2 2 40 0 0,2-1 8 0 0,1 2 0 0 0,1 2 128 0 0,0-1-64 0 0,-1 3 64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4.6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4 3225 0 0,'14'-4'14647'0'0,"-3"21"-10808"0"0,-5-3-4443 0 0,-1 14 851 0 0,-2 1-1 0 0,0-1 0 0 0,-3 57 1 0 0,0 3-2541 0 0,2-48-4862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6.38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 5 9674 0 0,'-3'-3'3625'0'0,"3"2"-3241"0"0,-3 2 576 0 0,-7 23-5265 0 0,7-16 4081 0 0,-1-1 224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6.7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9674 0 0,'14'43'5853'0'0,"-4"-12"-4614"0"0,38 149 2075 0 0,-1-2-6657 0 0,-41-161 1889 0 0,-1-1-210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7.1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20 344 3225 0 0,'-5'-18'468'0'0,"0"-1"1"0"0,2 0-1 0 0,0-1 0 0 0,1 1 1 0 0,1 0-1 0 0,0-1 1 0 0,2 1-1 0 0,0 0 0 0 0,1-1 1 0 0,1 1-1 0 0,1 0 1 0 0,8-25-1 0 0,-10 40-243 0 0,0 0 1 0 0,0-1-1 0 0,1 1 0 0 0,-1 0 1 0 0,1 0-1 0 0,0 0 0 0 0,0 1 1 0 0,1-1-1 0 0,-1 1 0 0 0,1-1 1 0 0,-1 1-1 0 0,1 0 0 0 0,0 1 1 0 0,0-1-1 0 0,0 1 0 0 0,1 0 1 0 0,-1 0-1 0 0,1 0 1 0 0,-1 0-1 0 0,1 1 0 0 0,-1-1 1 0 0,1 1-1 0 0,0 1 0 0 0,0-1 1 0 0,-1 1-1 0 0,1-1 0 0 0,0 1 1 0 0,0 1-1 0 0,0-1 0 0 0,0 1 1 0 0,-1 0-1 0 0,1 0 0 0 0,0 0 1 0 0,7 4-1 0 0,-10-4-211 0 0,0 0-1 0 0,0 0 1 0 0,0 0 0 0 0,0 0-1 0 0,-1 1 1 0 0,1-1 0 0 0,0 1-1 0 0,-1-1 1 0 0,1 1-1 0 0,-1-1 1 0 0,0 1 0 0 0,1 0-1 0 0,-1 0 1 0 0,0 0 0 0 0,0 0-1 0 0,0 0 1 0 0,0 0 0 0 0,-1 0-1 0 0,1 0 1 0 0,0 2 0 0 0,-1 1-39 0 0,1 0-1 0 0,-1-1 1 0 0,0 1 0 0 0,0-1 0 0 0,-1 1 0 0 0,1-1 0 0 0,-1 1 0 0 0,0-1 0 0 0,-2 6 0 0 0,-3 6-44 0 0,-1-1 0 0 0,0 0 0 0 0,-1 0 0 0 0,-12 16 0 0 0,-7 7 108 0 0,-32 50 848 0 0,53-77-505 0 0,0 1-1 0 0,1-1 1 0 0,0 1-1 0 0,0 0 1 0 0,2 0-1 0 0,-4 13 0 0 0,7-24-341 0 0,0 1-1 0 0,0-1 0 0 0,0 0 0 0 0,-1 1 0 0 0,1-1 0 0 0,1 0 0 0 0,-1 1 0 0 0,0-1 0 0 0,0 0 1 0 0,0 1-1 0 0,1-1 0 0 0,-1 0 0 0 0,1 1 0 0 0,-1-1 0 0 0,1 0 0 0 0,-1 1 0 0 0,1-1 0 0 0,0 0 1 0 0,-1 0-1 0 0,1 0 0 0 0,0 0 0 0 0,1 1 0 0 0,0 0 1 0 0,0-1 1 0 0,0 1-1 0 0,1-1 1 0 0,-1 0-1 0 0,0 0 1 0 0,1 0-1 0 0,-1 0 1 0 0,1 0-1 0 0,-1-1 1 0 0,1 1-1 0 0,2 0 1 0 0,10 0 45 0 0,0-1 1 0 0,-1 0-1 0 0,23-4 1 0 0,-19 3-1 0 0,17-1-633 0 0,48 4 0 0 0,-5 7-4606 0 0,-61-6 3649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49:57.3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 14 3225 0 0,'-25'-13'16769'0'0,"26"30"-16136"0"0,6 39 652 0 0,14 56 1 0 0,-16-91-1657 0 0,1 0 0 0 0,2-1 0 0 0,0 0 0 0 0,1 0 0 0 0,22 34 0 0 0,-19-35-7158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4.0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52 4145 0 0,'-5'-10'2286'0'0,"0"-1"1"0"0,-16-19 9624 0 0,21 50-11090 0 0,5 12-781 0 0,2 0 0 0 0,0-1 0 0 0,3 0-1 0 0,23 55 1 0 0,-24-66-19 0 0,2 1-1 0 0,1-1 1 0 0,0-1-1 0 0,1 0 0 0 0,1 0 1 0 0,1-2-1 0 0,24 24 1 0 0,-30-34-47 0 0,-1 0 0 0 0,1-1 0 0 0,0 0 0 0 0,0 0 0 0 0,0-1 0 0 0,1 0 0 0 0,0-1 0 0 0,0 0 0 0 0,14 4 0 0 0,-20-8 15 0 0,0 1-1 0 0,-1 0 1 0 0,1-1-1 0 0,0 0 1 0 0,0 0 0 0 0,-1 0-1 0 0,1 0 1 0 0,0 0-1 0 0,0-1 1 0 0,-1 0 0 0 0,1 0-1 0 0,0 0 1 0 0,-1 0-1 0 0,1 0 1 0 0,-1-1 0 0 0,0 1-1 0 0,1-1 1 0 0,-1 0-1 0 0,0 0 1 0 0,0-1 0 0 0,0 1-1 0 0,0 0 1 0 0,0-1 0 0 0,-1 0-1 0 0,1 0 1 0 0,-1 1-1 0 0,0-2 1 0 0,0 1 0 0 0,3-5-1 0 0,2-7-79 0 0,0 0 0 0 0,-1-1 0 0 0,-1 0 0 0 0,0 0-1 0 0,-1 0 1 0 0,-1-1 0 0 0,-1 1 0 0 0,1-21 0 0 0,-2-14-279 0 0,-7-71 1 0 0,-1 70 1210 0 0,5 47-246 0 0,5 32-289 0 0,1 12-288 0 0,1 1 1 0 0,3-1-1 0 0,1-1 1 0 0,2 1-1 0 0,2-2 1 0 0,1 0-1 0 0,19 36 1 0 0,-10-30-2540 0 0,-11-21-4401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4.3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0 8754 0 0,'3'1'6011'0'0,"4"8"-3000"0"0,6 15-1430 0 0,10 90-55 0 0,-3-15-4253 0 0,-14-75-3867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4.7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 81 4609 0 0,'-6'-5'7886'0'0,"29"-2"-6675"0"0,21-10 575 0 0,2 3 0 0 0,59-13 0 0 0,-77 23-2903 0 0,0 0 0 0 0,53 2 0 0 0,-62 3-4642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6.0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2 7546 0 0,'2'0'888'0'0,"3"7"257"0"0,3 9 386 0 0,-2 8-944 0 0,-3-8-340 0 0,0-1-1 0 0,1 1 1 0 0,1-1-1 0 0,0 0 1 0 0,2-1 0 0 0,-1 1-1 0 0,2-1 1 0 0,0 0-1 0 0,15 19 1 0 0,-17-26-211 0 0,42 44 259 0 0,-44-49-361 0 0,-1 1 0 0 0,0 0 0 0 0,1-1 0 0 0,0 1 0 0 0,-1-1 0 0 0,1 0 0 0 0,0-1 0 0 0,0 1 0 0 0,0 0 0 0 0,0-1 0 0 0,0 0 0 0 0,1 0 0 0 0,6 0 0 0 0,-8-1 14 0 0,0-1 0 0 0,0 1 0 0 0,0-1 0 0 0,0 0 1 0 0,0 0-1 0 0,0-1 0 0 0,0 1 0 0 0,-1 0 0 0 0,1-1 0 0 0,0 0 1 0 0,-1 0-1 0 0,1 0 0 0 0,-1 0 0 0 0,0 0 0 0 0,1 0 1 0 0,-1 0-1 0 0,0-1 0 0 0,0 1 0 0 0,-1-1 0 0 0,1 0 1 0 0,-1 1-1 0 0,1-1 0 0 0,0-3 0 0 0,4-6-55 0 0,-1-1 0 0 0,0 0 0 0 0,5-24 1 0 0,-6 12 179 0 0,-1 0 1 0 0,-1 0 0 0 0,-2-39 0 0 0,3 24 3454 0 0,-3 40-3490 0 0,7 12 921 0 0,6 13-122 0 0,4 15-150 0 0,-3-4-913 0 0,1-1 0 0 0,2 0 0 0 0,1-2 0 0 0,27 38 0 0 0,-29-51-5949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6.6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19 920 0 0,'0'0'67'0'0,"0"0"0"0"0,-1 0-1 0 0,1 0 1 0 0,0-1 0 0 0,0 1 0 0 0,0 0-1 0 0,-1 0 1 0 0,1 0 0 0 0,0 0 0 0 0,0 0-1 0 0,0 0 1 0 0,0 0 0 0 0,-1-1 0 0 0,1 1-1 0 0,0 0 1 0 0,0 0 0 0 0,0 0 0 0 0,0 0-1 0 0,0-1 1 0 0,-1 1 0 0 0,1 0 0 0 0,0 0-1 0 0,0 0 1 0 0,0-1 0 0 0,0 1 0 0 0,0 0-1 0 0,0 0 1 0 0,0 0 0 0 0,0-1 0 0 0,0 1-1 0 0,0 0 1 0 0,0 0 0 0 0,0 0 0 0 0,0-1-1 0 0,0 1 1 0 0,0 0 0 0 0,0 0 0 0 0,0-1-1 0 0,0 1 1 0 0,0 0 0 0 0,0 0 0 0 0,0 0-1 0 0,1-1 1 0 0,-1 1 0 0 0,0 0 0 0 0,0 0-1 0 0,0 0 1 0 0,0 0 0 0 0,0-1-1 0 0,0 1 1 0 0,1 0 0 0 0,-1 0 0 0 0,0 0-1 0 0,0 0 1 0 0,0 0 0 0 0,0-1 0 0 0,1 1-1 0 0,-1 0 1 0 0,0 0 0 0 0,18-1 6875 0 0,-7 1-4383 0 0,-3-2-2249 0 0,-1 0 0 0 0,1 1 0 0 0,-1-1 0 0 0,1 2 0 0 0,-1-1 0 0 0,1 1 0 0 0,0 0 0 0 0,-1 1 0 0 0,14 2 0 0 0,-18-2-285 0 0,1 0 1 0 0,-1 1-1 0 0,0-1 0 0 0,0 1 1 0 0,1 0-1 0 0,-1 0 0 0 0,0 0 0 0 0,-1 0 1 0 0,1 1-1 0 0,0-1 0 0 0,-1 1 1 0 0,1-1-1 0 0,-1 1 0 0 0,0 0 0 0 0,0 0 1 0 0,0 0-1 0 0,0 0 0 0 0,0 1 1 0 0,-1-1-1 0 0,0 0 0 0 0,1 1 1 0 0,0 5-1 0 0,1 5 57 0 0,0 0 0 0 0,-1 0 1 0 0,-1 1-1 0 0,-1-1 0 0 0,0 0 0 0 0,0 0 1 0 0,-5 25-1 0 0,0 6 616 0 0,5-44-631 0 0,0 0 0 0 0,-1 0 0 0 0,1 1 0 0 0,0-1 0 0 0,0 0 0 0 0,0 0 0 0 0,0 0 0 0 0,1 0 0 0 0,-1 0 0 0 0,0 0 0 0 0,0 0 0 0 0,1 1 0 0 0,-1-1 0 0 0,0 0 0 0 0,1 0 0 0 0,-1 0 0 0 0,1 0 0 0 0,-1 0 0 0 0,1-1 0 0 0,1 3 0 0 0,-1-3-37 0 0,0 1 0 0 0,-1-1 1 0 0,1 0-1 0 0,0 0 0 0 0,0 1 0 0 0,0-1 1 0 0,0 0-1 0 0,0 0 0 0 0,-1 0 0 0 0,1 0 1 0 0,0 0-1 0 0,0 0 0 0 0,0 0 0 0 0,0 0 0 0 0,0 0 1 0 0,-1-1-1 0 0,1 1 0 0 0,0 0 0 0 0,0-1 1 0 0,1 1-1 0 0,7-5-22 0 0,-1 0 0 0 0,0 0 1 0 0,15-12-1 0 0,-13 9-66 0 0,5-2-588 0 0,-1-1-225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7.4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29 7370 0 0,'8'0'971'0'0,"0"-2"0"0"0,0 1 0 0 0,0-1 1 0 0,14-6-1 0 0,-11 4-1077 0 0,-1 1-1 0 0,1 0 1 0 0,14-2-1 0 0,-23 5-118 0 0,0-1 0 0 0,1 1 0 0 0,-1 0-1 0 0,1 0 1 0 0,-1 1 0 0 0,1-1-1 0 0,-1 0 1 0 0,1 1 0 0 0,-1-1 0 0 0,0 1-1 0 0,1 0 1 0 0,-1 0 0 0 0,0 0 0 0 0,1 0-1 0 0,-1 0 1 0 0,0 1 0 0 0,0-1-1 0 0,0 0 1 0 0,2 3 0 0 0,-2-1 292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7.5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57 5985 0 0,'27'-12'4196'0'0,"41"-12"-2594"0"0,2 8-6151 0 0,-69 16 4435 0 0,15-4-1389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7.85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4 6913 0 0,'-23'-4'5921'0'0,"23"32"-1541"0"0,0-22-4858 0 0,4 28 869 0 0,1 1 1 0 0,2-1 0 0 0,13 37 0 0 0,-13-49-178 0 0,1-1 0 0 0,1-1 1 0 0,1 0-1 0 0,0 0 0 0 0,27 35 0 0 0,-35-52-384 0 0,0 0 0 0 0,1-1 0 0 0,-1 1 1 0 0,1-1-1 0 0,-1 0 0 0 0,1 0 0 0 0,0 0 0 0 0,0 0 0 0 0,6 3 0 0 0,-8-5 75 0 0,1 1-1 0 0,-1-1 1 0 0,1 1-1 0 0,-1-1 1 0 0,1 0-1 0 0,-1 0 1 0 0,1 0-1 0 0,-1 0 1 0 0,1 0-1 0 0,0 0 1 0 0,-1 0 0 0 0,1 0-1 0 0,-1 0 1 0 0,1-1-1 0 0,-1 1 1 0 0,1-1-1 0 0,-1 1 1 0 0,0-1-1 0 0,1 0 1 0 0,-1 1-1 0 0,1-1 1 0 0,-1 0-1 0 0,2-2 1 0 0,5-5-1116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8.05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0 6449 0 0,'-1'0'577'0'0,"-1"0"-465"0"0,6 4 1224 0 0,-2-1-600 0 0,-1 0 8 0 0,2 1-440 0 0,1 0-88 0 0,0 1-24 0 0,0 0 0 0 0,0 2-1280 0 0,0-2-264 0 0,-3 2-57 0 0,0-2 1 0 0,1-2 1104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8.4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 11979 0 0,'7'22'6663'0'0,"0"34"-4777"0"0,20 146-2399 0 0,-25-187-289 0 0,1 8-6152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8.7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11979 0 0,'3'2'380'0'0,"1"0"1"0"0,-1 0 0 0 0,0 1 0 0 0,0-1 0 0 0,-1 1 0 0 0,1-1 0 0 0,0 1 0 0 0,-1 0-1 0 0,0 0 1 0 0,1 0 0 0 0,-1 1 0 0 0,2 4 0 0 0,1 2 45 0 0,-1 0 1 0 0,-1 0-1 0 0,1 1 1 0 0,1 12-1 0 0,2 19-35 0 0,1 62 0 0 0,-6-77-81 0 0,-2-24-341 0 0,11 106-320 0 0,-8-96-644 0 0,0 0 0 0 0,1-1 0 0 0,7 19 1 0 0,-3-16-4861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09.0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0 159 2304 0 0,'2'-7'281'0'0,"0"0"0"0"0,0 0 0 0 0,1 0 0 0 0,0 0 0 0 0,0 1 0 0 0,0-1 0 0 0,1 1 0 0 0,0 0 0 0 0,1 0 0 0 0,-1 0 0 0 0,11-9 0 0 0,-4 4 202 0 0,1 0 0 0 0,0 1-1 0 0,1 1 1 0 0,20-13 0 0 0,-31 21-399 0 0,-1 0 1 0 0,1 0 0 0 0,0 0 0 0 0,-1 1-1 0 0,1-1 1 0 0,0 0 0 0 0,0 1 0 0 0,0-1-1 0 0,0 1 1 0 0,-1-1 0 0 0,1 1-1 0 0,0 0 1 0 0,0 0 0 0 0,0 0 0 0 0,0 0-1 0 0,0 0 1 0 0,0 0 0 0 0,3 1-1 0 0,-3 0 17 0 0,-1 0 0 0 0,0 0-1 0 0,0 0 1 0 0,0 0 0 0 0,0 0 0 0 0,0 0-1 0 0,0 0 1 0 0,0 0 0 0 0,0 0-1 0 0,0 0 1 0 0,0 0 0 0 0,0 1-1 0 0,-1-1 1 0 0,1 0 0 0 0,-1 0-1 0 0,1 1 1 0 0,-1-1 0 0 0,1 1-1 0 0,-1 1 1 0 0,2 5 206 0 0,-2-1 1 0 0,1 1-1 0 0,-1 0 0 0 0,0 0 0 0 0,-1 0 1 0 0,0 0-1 0 0,-3 12 0 0 0,-21 54 689 0 0,-2 4-329 0 0,25-71-448 0 0,0 1-1 0 0,1 0 0 0 0,0 0 1 0 0,0-1-1 0 0,1 1 0 0 0,0 0 1 0 0,2 15-1 0 0,-1-21-112 0 0,-1 1 0 0 0,1-1 0 0 0,-1 0 0 0 0,1 0 1 0 0,0 0-1 0 0,0 0 0 0 0,0 0 0 0 0,0 0 0 0 0,0 0 0 0 0,0 0 0 0 0,0-1 0 0 0,1 1 0 0 0,-1 0 0 0 0,1-1 0 0 0,-1 1 1 0 0,1-1-1 0 0,0 0 0 0 0,0 1 0 0 0,-1-1 0 0 0,1 0 0 0 0,0 0 0 0 0,0 0 0 0 0,0 0 0 0 0,0 0 0 0 0,0-1 0 0 0,0 1 0 0 0,0 0 1 0 0,1-1-1 0 0,-1 0 0 0 0,0 1 0 0 0,0-1 0 0 0,0 0 0 0 0,3-1 0 0 0,9 0-15 0 0,-1 0-1 0 0,1-1 1 0 0,-1-1 0 0 0,19-6 0 0 0,2 0-592 0 0,-7 6-958 0 0,-9 2-3743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16.7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93 269 3225 0 0,'-5'-1'423'0'0,"-1"0"-1"0"0,0 1 1 0 0,0-1 0 0 0,0 1 0 0 0,0 0 0 0 0,1 1 0 0 0,-12 1-1 0 0,-14 1 3429 0 0,31-3-3818 0 0,0 0 0 0 0,0 0 1 0 0,-1 0-1 0 0,1 0 0 0 0,0 0 0 0 0,0 0 0 0 0,0 0 0 0 0,-1 0 0 0 0,1 0 0 0 0,0 0 0 0 0,0 0 1 0 0,0-1-1 0 0,-1 1 0 0 0,1 0 0 0 0,0 0 0 0 0,0 0 0 0 0,0 0 0 0 0,0 0 0 0 0,-1-1 1 0 0,1 1-1 0 0,0 0 0 0 0,0 0 0 0 0,0 0 0 0 0,0 0 0 0 0,0-1 0 0 0,-1 1 0 0 0,1 0 0 0 0,0 0 1 0 0,0 0-1 0 0,0-1 0 0 0,0 1 0 0 0,0 0 0 0 0,0 0 0 0 0,0-1 0 0 0,0 1 0 0 0,0 0 0 0 0,0-1 1 0 0,3-12 2407 0 0,11-19 2294 0 0,-11 25-4200 0 0,6-13-568 0 0,0 2-89 0 0,-1 0 0 0 0,0-1 0 0 0,-2 0 1 0 0,0-1-1 0 0,-1 0 0 0 0,-1 1 0 0 0,2-27 0 0 0,-4 32 871 0 0,1 33 440 0 0,-1-6-928 0 0,10 141 827 0 0,-2-12-830 0 0,-7-121-201 0 0,1-1 0 0 0,1 0 0 0 0,1 0-1 0 0,1 0 1 0 0,9 19 0 0 0,20 20 163 0 0,-28-47-504 0 0,1 1 0 0 0,-2-1 0 0 0,0 1 0 0 0,-1 1 0 0 0,5 13 0 0 0,-10-25-217 0 0,0 1 1 0 0,-1-1-1 0 0,0 1 0 0 0,1-1 1 0 0,-1 0-1 0 0,0 1 0 0 0,0-1 1 0 0,0 1-1 0 0,0-1 0 0 0,-1 1 1 0 0,1-1-1 0 0,-1 1 0 0 0,1-1 1 0 0,-3 4-1 0 0,-1 1-224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16.8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0 105 6449 0 0,'9'-12'6445'0'0,"-8"11"-6087"0"0,30-21 3584 0 0,-23 17-3445 0 0,53-28 2097 0 0,-20 11-3884 0 0,-23 13-5478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6.01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6913 0 0,'2'2'54'0'0,"0"1"-1"0"0,1-1 0 0 0,-1 1 0 0 0,1-1 0 0 0,0 0 0 0 0,0 0 0 0 0,0 0 0 0 0,0-1 0 0 0,0 1 0 0 0,0-1 0 0 0,0 1 0 0 0,6 0 0 0 0,2 3 35 0 0,77 35 1163 0 0,141 44 0 0 0,-110-44-954 0 0,140 42-379 0 0,-42-15 540 0 0,-62-14-390 0 0,521 162-54 0 0,502 134 30 0 0,-935-280-622 0 0,411 63 1 0 0,262-27-1103 0 0,-559-69 1629 0 0,268 32 790 0 0,904 84 1538 0 0,167-83-2085 0 0,-418-60-1038 0 0,-726-9 620 0 0,727-21 226 0 0,-1184 18-16 0 0,1817-86-2503 0 0,-1076 4 4419 0 0,-728 73-1097 0 0,330-46 4760 0 0,-412 54-5536 0 0,0-2 0 0 0,-1 0 0 0 0,0-2 0 0 0,-1-1 0 0 0,1-1 0 0 0,-2-1 0 0 0,1-1 0 0 0,-2-1 0 0 0,1-1 0 0 0,38-32 0 0 0,-57 42-159 0 0,0 0-1 0 0,0-1 1 0 0,-1 0-1 0 0,1 0 1 0 0,-1 0 0 0 0,0 0-1 0 0,0 0 1 0 0,-1-1-1 0 0,1 1 1 0 0,-1-1-1 0 0,-1 0 1 0 0,1 0-1 0 0,-1 0 1 0 0,0 0 0 0 0,0 0-1 0 0,0 0 1 0 0,-1-6-1 0 0,0 8-117 0 0,-1-1 0 0 0,1 1 0 0 0,-1 0 0 0 0,0 0 0 0 0,0 0-1 0 0,0 0 1 0 0,0 0 0 0 0,-1 0 0 0 0,1 0 0 0 0,-1 1 0 0 0,0-1 0 0 0,0 1 0 0 0,-1-1-1 0 0,1 1 1 0 0,-1-1 0 0 0,0 1 0 0 0,0 0 0 0 0,0 1 0 0 0,0-1 0 0 0,0 0 0 0 0,0 1-1 0 0,-1-1 1 0 0,1 1 0 0 0,-1 0 0 0 0,-4-1 0 0 0,-9-4 59 0 0,-3-2 177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6.69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70 1 8754 0 0,'-14'-1'3049'0'0,"12"11"-1665"0"0,16 20-986 0 0,-9-23-228 0 0,18 43 192 0 0,32 58-235 0 0,-49-98-124 0 0,0-1 0 0 0,1 0-1 0 0,0 0 1 0 0,0-1 0 0 0,1 0-1 0 0,0 0 1 0 0,0-1 0 0 0,14 10-1 0 0,-10-11-95 0 0,-11-6 133 0 0,0 0 0 0 0,0 1 1 0 0,-1-1-1 0 0,1 0 0 0 0,0 0 0 0 0,-1 0 1 0 0,1 1-1 0 0,-1-1 0 0 0,1 0 0 0 0,0 1 0 0 0,-1-1 1 0 0,1 0-1 0 0,-1 1 0 0 0,1-1 0 0 0,-1 1 1 0 0,1-1-1 0 0,-1 1 0 0 0,1-1 0 0 0,-1 1 0 0 0,1 0 1 0 0,-1-1-1 0 0,0 1 0 0 0,1-1 0 0 0,-1 1 1 0 0,0 0-1 0 0,1-1 0 0 0,-1 1 0 0 0,0 0 1 0 0,0-1-1 0 0,0 1 0 0 0,0 0 0 0 0,0-1 0 0 0,0 1 1 0 0,0 0-1 0 0,0 0 0 0 0,0-1 0 0 0,0 1 1 0 0,0 0-1 0 0,0-1 0 0 0,0 1 0 0 0,-1 0 1 0 0,1-1-1 0 0,0 1 0 0 0,0 0 0 0 0,-1-1 0 0 0,1 1 1 0 0,0-1-1 0 0,-1 1 0 0 0,1 0 0 0 0,-1-1 1 0 0,1 1-1 0 0,-1-1 0 0 0,1 1 0 0 0,-2 0 0 0 0,-139 237 2671 0 0,64-102-4269 0 0,45-82-4732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8.1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12 504 7370 0 0,'-3'-6'369'0'0,"1"0"1"0"0,1 0 0 0 0,-1 0 0 0 0,1-1-1 0 0,0 1 1 0 0,0-1 0 0 0,1 1 0 0 0,0-1-1 0 0,0 1 1 0 0,1-1 0 0 0,-1 1 0 0 0,1 0-1 0 0,1-1 1 0 0,-1 1 0 0 0,1 0 0 0 0,0 0-1 0 0,1 0 1 0 0,-1 0 0 0 0,1 0 0 0 0,0 0-1 0 0,6-6 1 0 0,-7 8-220 0 0,1 0 1 0 0,0 1-1 0 0,0 0 1 0 0,0 0-1 0 0,1-1 1 0 0,-1 2-1 0 0,1-1 0 0 0,0 0 1 0 0,0 1-1 0 0,-1 0 1 0 0,2 0-1 0 0,-1 0 0 0 0,0 0 1 0 0,0 1-1 0 0,1-1 1 0 0,-1 1-1 0 0,0 0 1 0 0,1 1-1 0 0,-1-1 0 0 0,1 1 1 0 0,-1 0-1 0 0,1 0 1 0 0,0 0-1 0 0,-1 0 0 0 0,1 1 1 0 0,-1 0-1 0 0,0 0 1 0 0,1 0-1 0 0,-1 0 1 0 0,8 5-1 0 0,-1-1-1 0 0,0 1 0 0 0,-1 1 0 0 0,0 0 0 0 0,0 1 0 0 0,-1-1 0 0 0,0 2 0 0 0,0-1 1 0 0,14 21-1 0 0,5 9 0 0 0,22 42 1 0 0,-18-27-4 0 0,-21-36-139 0 0,3 5-5 0 0,23 28-1 0 0,-34-45 0 0 0,1-1 0 0 0,0 1 0 0 0,0-1 0 0 0,1 0 0 0 0,0 0 0 0 0,-1-1 0 0 0,1 0 0 0 0,0 1 0 0 0,1-2 0 0 0,-1 1-1 0 0,11 3 1 0 0,-14-5 12 0 0,1-1 0 0 0,-1 1-1 0 0,0-1 1 0 0,1 0-1 0 0,-1 0 1 0 0,1 0-1 0 0,-1 0 1 0 0,0 0 0 0 0,1-1-1 0 0,-1 1 1 0 0,1-1-1 0 0,-1 0 1 0 0,0 0-1 0 0,0 1 1 0 0,0-1 0 0 0,1-1-1 0 0,1 0 1 0 0,0-1 19 0 0,1-1 1 0 0,-1 1-1 0 0,0-1 0 0 0,0 0 1 0 0,-1 0-1 0 0,1 0 1 0 0,3-6-1 0 0,2-5 47 0 0,-1 0 1 0 0,0-1-1 0 0,10-28 0 0 0,10-51-53 0 0,15-100 0 0 0,9-29-3297 0 0,-42 188 1120 0 0,0 0-4279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8.44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10 14283 0 0,'2'-10'1411'0'0,"-2"10"-1343"0"0,0 0 0 0 0,0 0 0 0 0,0 0 1 0 0,1 0-1 0 0,-1 0 0 0 0,0 0 0 0 0,0 0 1 0 0,1 0-1 0 0,-1 0 0 0 0,0 0 0 0 0,0 0 1 0 0,0 0-1 0 0,1 0 0 0 0,-1 0 0 0 0,0 0 0 0 0,0 0 1 0 0,0 1-1 0 0,1-1 0 0 0,-1 0 0 0 0,0 0 1 0 0,0 0-1 0 0,0 0 0 0 0,1 0 0 0 0,-1 0 1 0 0,0 1-1 0 0,0-1 0 0 0,0 0 0 0 0,0 0 0 0 0,0 0 1 0 0,1 0-1 0 0,-1 1 0 0 0,0-1 0 0 0,0 0 1 0 0,0 0-1 0 0,0 0 0 0 0,0 1 0 0 0,0-1 0 0 0,0 0 1 0 0,0 0-1 0 0,0 1 0 0 0,0-1 0 0 0,0 0 1 0 0,0 0-1 0 0,0 0 0 0 0,0 1 0 0 0,0-1 1 0 0,0 0-1 0 0,0 0 0 0 0,0 0 0 0 0,0 1 0 0 0,5 29 673 0 0,-2 0-1 0 0,-1 1 0 0 0,-3 35 0 0 0,5 55-801 0 0,-3-107-81 0 0,1 0 1 0 0,1 0-1 0 0,0 0 0 0 0,1 0 0 0 0,1-1 0 0 0,7 18 1 0 0,-10-28-254 0 0,-1-1 1 0 0,0 1 0 0 0,1-1 0 0 0,-1 1 0 0 0,1-1 0 0 0,0 0-1 0 0,0 0 1 0 0,0 0 0 0 0,0 0 0 0 0,4 4 0 0 0,1-5-1228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8.7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5 188 3225 0 0,'-1'-4'57'0'0,"0"-1"0"0"0,0 1 1 0 0,0-1-1 0 0,1 0 0 0 0,-1 1 1 0 0,1-1-1 0 0,1 1 0 0 0,-1-1 1 0 0,0 0-1 0 0,1 1 0 0 0,0-1 0 0 0,0 1 1 0 0,3-6-1 0 0,0 0 594 0 0,1 0 0 0 0,0 0 0 0 0,1 1 0 0 0,10-14 0 0 0,-12 18-278 0 0,0 0 0 0 0,1 0 0 0 0,-1 0 0 0 0,1 1 0 0 0,0-1 0 0 0,0 1 0 0 0,1 1 0 0 0,-1-1 0 0 0,1 1 0 0 0,12-6 0 0 0,-15 8-247 0 0,-1 0 0 0 0,1 0 0 0 0,-1 1 0 0 0,1-1 0 0 0,0 1 0 0 0,-1 0 0 0 0,1 0 0 0 0,0 0 0 0 0,-1 0 0 0 0,1 0 0 0 0,0 0 0 0 0,-1 1-1 0 0,1-1 1 0 0,0 1 0 0 0,-1 0 0 0 0,1 0 0 0 0,-1 0 0 0 0,1 0 0 0 0,-1 0 0 0 0,0 0 0 0 0,1 1 0 0 0,-1-1 0 0 0,0 1 0 0 0,0 0 0 0 0,0-1 0 0 0,0 1-1 0 0,0 0 1 0 0,0 0 0 0 0,2 4 0 0 0,0 1 22 0 0,1 0 0 0 0,-2 0 0 0 0,1 0 0 0 0,-1 0 0 0 0,0 1 0 0 0,0-1 0 0 0,-1 1 0 0 0,0 0 0 0 0,0 0 0 0 0,-1 0 0 0 0,0 0 0 0 0,0 0 0 0 0,-1 0 0 0 0,0 0 0 0 0,-1 0 0 0 0,-1 9 0 0 0,0-3 170 0 0,-2 1 1 0 0,0 0 0 0 0,0-1-1 0 0,-1 0 1 0 0,-1 0 0 0 0,-1 0 0 0 0,-13 21-1 0 0,18-33-235 0 0,1-1 0 0 0,0 1-1 0 0,1 0 1 0 0,-1-1-1 0 0,0 1 1 0 0,0 0 0 0 0,1-1-1 0 0,-1 1 1 0 0,1 0 0 0 0,-1 0-1 0 0,1 2 1 0 0,0-4-51 0 0,0 1-1 0 0,0-1 1 0 0,0 1 0 0 0,0-1 0 0 0,0 1 0 0 0,0-1-1 0 0,1 0 1 0 0,-1 1 0 0 0,0-1 0 0 0,0 1 0 0 0,0-1-1 0 0,1 0 1 0 0,-1 1 0 0 0,0-1 0 0 0,0 0-1 0 0,1 1 1 0 0,-1-1 0 0 0,0 0 0 0 0,1 0 0 0 0,-1 1-1 0 0,0-1 1 0 0,1 0 0 0 0,-1 0 0 0 0,1 0-1 0 0,-1 1 1 0 0,0-1 0 0 0,1 0 0 0 0,-1 0 0 0 0,1 0-1 0 0,5 0 85 0 0,-1 1-1 0 0,0-2 1 0 0,1 1 0 0 0,-1 0-1 0 0,0-1 1 0 0,6-2-1 0 0,-5 2-188 0 0,16-3 50 0 0,0 0 0 0 0,37 0 0 0 0,-9 10-1635 0 0,-43-4 596 0 0,0 1 0 0 0,1 0 0 0 0,-1 0 1 0 0,13 7-1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9.32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89 5529 0 0,'2'-4'431'0'0,"0"0"0"0"0,0 1-1 0 0,0 0 1 0 0,0-1 0 0 0,1 1-1 0 0,0 0 1 0 0,-1 0 0 0 0,1 1-1 0 0,0-1 1 0 0,6-4 0 0 0,38-23 2331 0 0,-40 27-2271 0 0,-4 0-252 0 0,0 1 0 0 0,1 0-1 0 0,0 1 1 0 0,-1-1 0 0 0,1 1-1 0 0,0-1 1 0 0,0 1 0 0 0,0 0 0 0 0,0 0-1 0 0,0 1 1 0 0,0-1 0 0 0,0 1-1 0 0,0 0 1 0 0,4 1 0 0 0,-5-1-157 0 0,-1 1 1 0 0,0 0-1 0 0,0 0 1 0 0,0 0-1 0 0,0 0 1 0 0,-1 0-1 0 0,1 0 1 0 0,0 0-1 0 0,0 1 1 0 0,-1-1-1 0 0,1 1 1 0 0,0-1-1 0 0,-1 1 1 0 0,0 0-1 0 0,1-1 1 0 0,-1 1-1 0 0,0 0 1 0 0,0 0-1 0 0,0 0 1 0 0,0 0-1 0 0,0 0 1 0 0,-1 0-1 0 0,1 0 1 0 0,0 0-1 0 0,-1 1 1 0 0,0-1-1 0 0,1 3 1 0 0,0 7-1 0 0,-1 1 0 0 0,0 0-1 0 0,0 0 1 0 0,-1 0 0 0 0,-1-1 0 0 0,0 1 0 0 0,-1-1 0 0 0,0 1 0 0 0,-7 15 0 0 0,4-10 290 0 0,1 1 0 0 0,-5 35 0 0 0,10-53-334 0 0,0-1 0 0 0,-1 1 0 0 0,1 0 0 0 0,0-1 0 0 0,0 1 0 0 0,0 0 0 0 0,0-1 0 0 0,0 1 1 0 0,1-1-1 0 0,-1 1 0 0 0,0 0 0 0 0,0-1 0 0 0,0 1 0 0 0,0-1 0 0 0,1 1 0 0 0,-1 0 0 0 0,0-1 0 0 0,1 1 0 0 0,-1-1 0 0 0,0 1 0 0 0,1-1 0 0 0,-1 1 0 0 0,0-1 1 0 0,1 1-1 0 0,-1-1 0 0 0,1 0 0 0 0,-1 1 0 0 0,1-1 0 0 0,0 1 0 0 0,1-1-4 0 0,-1 1 0 0 0,1-1 0 0 0,0 0 0 0 0,-1 0 0 0 0,1 0 0 0 0,-1 0 0 0 0,1 0-1 0 0,-1 0 1 0 0,1 0 0 0 0,0 0 0 0 0,2-2 0 0 0,45-18-53 0 0,-43 16 84 0 0,39-17-788 0 0,-28 13 38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9.63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14 10594 0 0,'-10'1'3867'0'0,"20"-5"-2165"0"0,21-5-1782 0 0,-29 9-236 0 0,1-1 0 0 0,-1 1-1 0 0,0 0 1 0 0,0 0 0 0 0,0 0-1 0 0,1 0 1 0 0,-1 0 0 0 0,0 1-1 0 0,0-1 1 0 0,1 0-1 0 0,-1 1 1 0 0,0 0 0 0 0,0 0-1 0 0,0 0 1 0 0,0 0 0 0 0,0 0-1 0 0,2 1 1 0 0,-4 1 201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29.7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62 5529 0 0,'48'-22'5931'0'0,"28"-13"-7722"0"0,-65 31 1572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0.3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7370 0 0,'10'24'5065'0'0,"-1"28"-2703"0"0,-7-37-1645 0 0,5 29 849 0 0,2 0 0 0 0,25 70 0 0 0,-25-88-1318 0 0,2-1-1 0 0,1-1 1 0 0,1 0 0 0 0,1 0-1 0 0,28 35 1 0 0,-40-58-703 0 0,4 7 430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0.53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 5985 0 0,'5'-1'3091'0'0,"12"-1"-692"0"0,-15 2-2436 0 0,-1 0 1 0 0,1 0-1 0 0,0 0 1 0 0,0 1-1 0 0,0-1 1 0 0,-1 0-1 0 0,1 1 1 0 0,0-1-1 0 0,0 1 0 0 0,-1 0 1 0 0,1-1-1 0 0,0 1 1 0 0,-1 0-1 0 0,1 0 1 0 0,-1 0-1 0 0,1 0 1 0 0,1 2-1 0 0,-1 0-385 0 0,1 0-1 0 0,-1 1 1 0 0,1-1 0 0 0,-1 1-1 0 0,0 0 1 0 0,0 0 0 0 0,-1-1-1 0 0,1 1 1 0 0,-1 0 0 0 0,0 0-1 0 0,0 0 1 0 0,1 8-1 0 0,1 12-1382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1.4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68 3225 0 0,'-1'0'235'0'0,"0"-1"1"0"0,1 0 0 0 0,-1 1-1 0 0,1-1 1 0 0,-1 0 0 0 0,0 0 0 0 0,1 1-1 0 0,-1-1 1 0 0,1 0 0 0 0,0 0-1 0 0,-1 0 1 0 0,1 0 0 0 0,0 1-1 0 0,0-1 1 0 0,-1 0 0 0 0,1 0-1 0 0,0 0 1 0 0,0 0 0 0 0,0 0-1 0 0,0 0 1 0 0,0 0 0 0 0,0 0 0 0 0,0 0-1 0 0,0 1 1 0 0,1-1 0 0 0,-1 0-1 0 0,1-1 1 0 0,0 0 172 0 0,0 0-1 0 0,0 0 1 0 0,1 0 0 0 0,-1 0-1 0 0,1 0 1 0 0,-1 1-1 0 0,1-1 1 0 0,0 0 0 0 0,-1 1-1 0 0,5-3 1 0 0,-1 1 73 0 0,0 0-1 0 0,0 1 1 0 0,0-1 0 0 0,1 1 0 0 0,-1 0-1 0 0,1 0 1 0 0,-1 1 0 0 0,11-2 0 0 0,-14 3-413 0 0,1 0 1 0 0,-1 0-1 0 0,1 0 1 0 0,0 0-1 0 0,-1 1 0 0 0,1-1 1 0 0,-1 1-1 0 0,0 0 1 0 0,1-1-1 0 0,-1 1 1 0 0,1 0-1 0 0,-1 0 1 0 0,0 1-1 0 0,0-1 1 0 0,0 0-1 0 0,0 1 1 0 0,0-1-1 0 0,0 1 0 0 0,0 0 1 0 0,0 0-1 0 0,2 3 1 0 0,-2-2-67 0 0,-1 0 0 0 0,1 1 0 0 0,-1-1 1 0 0,0 1-1 0 0,0-1 0 0 0,0 1 0 0 0,0 0 0 0 0,-1 0 1 0 0,1-1-1 0 0,-1 1 0 0 0,0 0 0 0 0,0 0 0 0 0,0-1 0 0 0,-2 5 1 0 0,0 6-83 0 0,-2 0 0 0 0,0 0 0 0 0,-7 17 0 0 0,7-20 68 0 0,0 0 1 0 0,0 0-1 0 0,1 0 0 0 0,0 1 0 0 0,1-1 0 0 0,-1 14 0 0 0,3-24 52 0 0,0 0-1 0 0,0-1 1 0 0,0 1 0 0 0,0 0 0 0 0,1 0 0 0 0,-1 0-1 0 0,0 0 1 0 0,0 0 0 0 0,0 0 0 0 0,1 0-1 0 0,-1 0 1 0 0,0 0 0 0 0,1 0 0 0 0,-1 0-1 0 0,1-1 1 0 0,-1 1 0 0 0,1 0 0 0 0,0 0 0 0 0,-1-1-1 0 0,1 1 1 0 0,0 0 0 0 0,-1 0 0 0 0,1-1-1 0 0,0 1 1 0 0,0-1 0 0 0,1 1 0 0 0,0 0 8 0 0,0 0 0 0 0,0-1 0 0 0,0 0 1 0 0,0 1-1 0 0,0-1 0 0 0,0 0 0 0 0,1 0 0 0 0,-1 0 1 0 0,0 0-1 0 0,0-1 0 0 0,4 0 0 0 0,6-2 39 0 0,0-1 0 0 0,-1-1-1 0 0,15-7 1 0 0,-22 10-67 0 0,43-20-2068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1.73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1 10138 0 0,'2'29'4356'0'0,"1"29"-1242"0"0,-7 88 0 0 0,0-87-4094 0 0,7 87-1 0 0,-1-134-488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2.0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4 252 3681 0 0,'-1'-10'184'0'0,"-1"-1"1"0"0,2 1 0 0 0,-1 0-1 0 0,2-1 1 0 0,1-11 0 0 0,-1 12 425 0 0,1-1 0 0 0,0 1 0 0 0,1 0 0 0 0,0-1 0 0 0,1 1 0 0 0,0 1 0 0 0,1-1 0 0 0,-1 1 0 0 0,2-1 0 0 0,0 1 0 0 0,0 1 0 0 0,0-1 0 0 0,1 1 0 0 0,13-12 0 0 0,-17 18-285 0 0,1-1 0 0 0,0 0 0 0 0,-1 1 0 0 0,1 0 0 0 0,0 0 0 0 0,1 0 0 0 0,-1 1 0 0 0,0-1 0 0 0,0 1 0 0 0,1 0 0 0 0,-1 0 0 0 0,0 1 0 0 0,1-1 0 0 0,6 1 0 0 0,-9 0-259 0 0,0 0 0 0 0,0 0 1 0 0,0 1-1 0 0,0-1 0 0 0,0 1 0 0 0,0-1 1 0 0,0 1-1 0 0,-1 0 0 0 0,1-1 0 0 0,0 1 1 0 0,0 0-1 0 0,-1 0 0 0 0,1 1 0 0 0,-1-1 1 0 0,1 0-1 0 0,-1 0 0 0 0,1 1 0 0 0,-1-1 1 0 0,0 1-1 0 0,1-1 0 0 0,-1 1 0 0 0,0 0 1 0 0,0-1-1 0 0,0 1 0 0 0,-1 0 0 0 0,1 0 1 0 0,0-1-1 0 0,-1 1 0 0 0,1 0 0 0 0,-1 0 1 0 0,1 0-1 0 0,-1 0 0 0 0,0 0 0 0 0,0 3 1 0 0,0 10-75 0 0,-2-1 0 0 0,1 1 1 0 0,-2-1-1 0 0,0 0 1 0 0,0 0-1 0 0,-1 0 1 0 0,-10 20-1 0 0,7-18 0 0 0,2 0-1 0 0,0 1 1 0 0,0-1-1 0 0,-3 30 1 0 0,8-45 33 0 0,0 1 0 0 0,0-1 0 0 0,0 0 0 0 0,0 1 1 0 0,0-1-1 0 0,0 0 0 0 0,0 1 0 0 0,0-1 0 0 0,0 0 0 0 0,1 0 0 0 0,-1 1 1 0 0,0-1-1 0 0,1 0 0 0 0,-1 0 0 0 0,1 1 0 0 0,0-1 0 0 0,-1 0 1 0 0,1 0-1 0 0,0 0 0 0 0,0 0 0 0 0,0 0 0 0 0,-1 0 0 0 0,1 0 0 0 0,0 0 1 0 0,0 0-1 0 0,1-1 0 0 0,-1 1 0 0 0,0 0 0 0 0,0-1 0 0 0,0 1 0 0 0,0-1 1 0 0,1 1-1 0 0,-1-1 0 0 0,0 1 0 0 0,0-1 0 0 0,1 0 0 0 0,-1 0 1 0 0,0 1-1 0 0,1-1 0 0 0,-1 0 0 0 0,3-1 0 0 0,6 1 96 0 0,1-1 0 0 0,-1-1 0 0 0,1 0 0 0 0,14-5 0 0 0,3 0-198 0 0,-16 5-239 0 0,0 1 1 0 0,0 1-1 0 0,22 2 0 0 0,12 4-3362 0 0,-23-2-2873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2.7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49 1376 0 0,'-9'-17'8468'0'0,"9"16"-7998"0"0,0 0 0 0 0,0 0 1 0 0,0 0-1 0 0,1-2 1 0 0,-1 1-188 0 0,1 1 0 0 0,-1 0 0 0 0,1 0 1 0 0,-1 0-1 0 0,1 0 0 0 0,0-1 1 0 0,0 1-1 0 0,0 0 0 0 0,-1 0 1 0 0,1 0-1 0 0,0 0 0 0 0,0 1 1 0 0,0-1-1 0 0,0 0 0 0 0,0 0 0 0 0,2 0 1 0 0,-1 0-203 0 0,-1 0 1 0 0,1 0 0 0 0,-1 0-1 0 0,1 1 1 0 0,0-1 0 0 0,0 1-1 0 0,-1-1 1 0 0,1 1 0 0 0,0 0-1 0 0,0-1 1 0 0,-1 1 0 0 0,1 0-1 0 0,0 0 1 0 0,0 0 0 0 0,0 1-1 0 0,-1-1 1 0 0,1 0 0 0 0,0 1-1 0 0,0-1 1 0 0,-1 1 0 0 0,1-1-1 0 0,0 1 1 0 0,-1 0 0 0 0,1 0-1 0 0,-1 0 1 0 0,1 0 0 0 0,-1 0-1 0 0,3 2 1 0 0,-1 1 10 0 0,1 1 0 0 0,-1 0-1 0 0,0 0 1 0 0,-1 0 0 0 0,1 1-1 0 0,-1-1 1 0 0,0 1 0 0 0,0-1-1 0 0,-1 1 1 0 0,2 11 0 0 0,2 65-124 0 0,-3-24 167 0 0,-2-54-56 0 0,0-1 0 0 0,0 0 0 0 0,1 0 0 0 0,-1 0 0 0 0,1 0 0 0 0,0 0 0 0 0,0 0 0 0 0,0 0 0 0 0,0 0 0 0 0,3 4 0 0 0,-3-6-30 0 0,0 0 1 0 0,0-1 0 0 0,1 1-1 0 0,-1-1 1 0 0,0 1 0 0 0,0-1-1 0 0,1 0 1 0 0,-1 1-1 0 0,0-1 1 0 0,1 0 0 0 0,-1 0-1 0 0,0 0 1 0 0,1 0 0 0 0,-1 0-1 0 0,0 0 1 0 0,1 0 0 0 0,-1-1-1 0 0,0 1 1 0 0,1 0-1 0 0,-1-1 1 0 0,0 1 0 0 0,0-1-1 0 0,1 1 1 0 0,-1-1 0 0 0,0 0-1 0 0,2-1 1 0 0,72-37 690 0 0,-23 11-2106 0 0,-15 11-4241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5.32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26 123 3225 0 0,'-20'-74'3949'0'0,"14"26"6621"0"0,14 86-7982 0 0,-1 3-2527 0 0,42 184 433 0 0,-43-203-455 0 0,2 0 0 0 0,1-1-1 0 0,0 0 1 0 0,1 0 0 0 0,2-1-1 0 0,0 0 1 0 0,27 33 0 0 0,-34-48-56 0 0,-1 0 0 0 0,1 0 1 0 0,0-1-1 0 0,0 0 1 0 0,1 0-1 0 0,-1 0 1 0 0,1 0-1 0 0,0-1 0 0 0,0 0 1 0 0,0 0-1 0 0,0-1 1 0 0,1 0-1 0 0,6 2 0 0 0,-9-3 4 0 0,0-1-1 0 0,0 0 1 0 0,0 1-1 0 0,0-2 1 0 0,0 1-1 0 0,0 0 1 0 0,1-1-1 0 0,-1 0 0 0 0,0 0 1 0 0,-1 0-1 0 0,1 0 1 0 0,0-1-1 0 0,0 1 1 0 0,0-1-1 0 0,-1 0 0 0 0,1 0 1 0 0,-1-1-1 0 0,0 1 1 0 0,1-1-1 0 0,-1 1 1 0 0,0-1-1 0 0,3-4 0 0 0,2-2-56 0 0,-1 0-1 0 0,-1 0 0 0 0,1-1 1 0 0,-1 0-1 0 0,-1 0 0 0 0,0-1 0 0 0,0 1 1 0 0,-1-1-1 0 0,-1 0 0 0 0,5-22 0 0 0,-3-2-40 0 0,-2-1-1 0 0,-1-42 0 0 0,-3 46 72 0 0,2 0 1 0 0,2 0-1 0 0,6-34 0 0 0,-8 64 54 0 0,-1 0-1 0 0,0 0 0 0 0,1 0 1 0 0,-1 0-1 0 0,1 0 1 0 0,0 0-1 0 0,0 1 1 0 0,-1-1-1 0 0,1 0 0 0 0,0 0 1 0 0,0 1-1 0 0,1-1 1 0 0,-1 1-1 0 0,0-1 1 0 0,2-1-1 0 0,-2 3 11 0 0,-1 0 1 0 0,0 0-1 0 0,1 0 1 0 0,-1 0-1 0 0,1-1 1 0 0,-1 1-1 0 0,0 0 1 0 0,1 0-1 0 0,-1 0 1 0 0,1 0-1 0 0,-1 0 1 0 0,0 0-1 0 0,1 1 0 0 0,-1-1 1 0 0,1 0-1 0 0,-1 0 1 0 0,0 0-1 0 0,1 0 1 0 0,-1 0-1 0 0,0 1 1 0 0,1-1-1 0 0,-1 0 1 0 0,0 0-1 0 0,1 0 0 0 0,0 1 1 0 0,10 16 750 0 0,98 226 944 0 0,-99-222-1829 0 0,-2-5 178 0 0,0 0 0 0 0,17 22 0 0 0,-23-34-183 0 0,1 0 1 0 0,0-1-1 0 0,0 0 0 0 0,1 1 0 0 0,-1-1 1 0 0,1 0-1 0 0,-1-1 0 0 0,1 1 0 0 0,0-1 1 0 0,0 0-1 0 0,0 1 0 0 0,0-2 0 0 0,0 1 1 0 0,1 0-1 0 0,4 0 0 0 0,7 0-1328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5.71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35 109 6913 0 0,'-2'0'256'0'0,"0"0"0"0"0,0-1 0 0 0,1 0 0 0 0,-1 1 0 0 0,0-1 0 0 0,0 0 0 0 0,1 0-1 0 0,-1 0 1 0 0,1 0 0 0 0,-1 0 0 0 0,1 0 0 0 0,-1-1 0 0 0,1 1 0 0 0,0 0 0 0 0,0-1-1 0 0,-1 1 1 0 0,1-1 0 0 0,0 1 0 0 0,0-1 0 0 0,1 1 0 0 0,-1-1 0 0 0,0 0 0 0 0,0 0-1 0 0,1 1 1 0 0,-1-1 0 0 0,1 0 0 0 0,0 0 0 0 0,-1 0 0 0 0,1 0 0 0 0,0 1 0 0 0,0-1-1 0 0,0 0 1 0 0,0 0 0 0 0,1 0 0 0 0,-1 0 0 0 0,0 0 0 0 0,1 1 0 0 0,-1-1 0 0 0,1 0-1 0 0,0 0 1 0 0,-1 1 0 0 0,1-1 0 0 0,0 0 0 0 0,0 1 0 0 0,0-1 0 0 0,0 1 0 0 0,1-1-1 0 0,-1 1 1 0 0,0 0 0 0 0,0-1 0 0 0,3 0 0 0 0,3-3-15 0 0,0 0 0 0 0,1 1 0 0 0,-1 0 0 0 0,1 1 0 0 0,0-1-1 0 0,14-2 1 0 0,-20 5-221 0 0,1 1 0 0 0,-1 0 0 0 0,1-1 0 0 0,-1 1 0 0 0,1 0 0 0 0,-1 1 0 0 0,1-1 0 0 0,-1 0 0 0 0,1 1 0 0 0,-1-1 0 0 0,0 1 0 0 0,1 0 0 0 0,-1 0 0 0 0,0 0 0 0 0,0 0 0 0 0,1 0 0 0 0,-1 0 0 0 0,0 1 0 0 0,0-1 0 0 0,0 1 0 0 0,0-1 0 0 0,-1 1 0 0 0,1 0 0 0 0,0 0 0 0 0,-1 0 0 0 0,1 0 0 0 0,1 4 0 0 0,2 3-25 0 0,-1 1 0 0 0,0 0 0 0 0,0 0 0 0 0,-1 1 0 0 0,0-1 0 0 0,-1 1 0 0 0,0-1 0 0 0,-1 1 0 0 0,0 0 0 0 0,-1 11 0 0 0,0-9 3 0 0,0-1 0 0 0,1 1 0 0 0,1-1 0 0 0,0 0 1 0 0,1 1-1 0 0,7 19 0 0 0,-9-31 5 0 0,-1 0 1 0 0,1 0-1 0 0,0 0 0 0 0,-1 0 1 0 0,1-1-1 0 0,0 1 0 0 0,0 0 1 0 0,0 0-1 0 0,-1 0 0 0 0,1-1 1 0 0,0 1-1 0 0,0 0 0 0 0,0-1 1 0 0,0 1-1 0 0,0-1 0 0 0,0 1 1 0 0,0-1-1 0 0,0 0 1 0 0,1 1-1 0 0,-1-1 0 0 0,0 0 1 0 0,0 0-1 0 0,0 0 0 0 0,0 0 1 0 0,0 0-1 0 0,1 0 0 0 0,-1 0 1 0 0,0 0-1 0 0,0 0 0 0 0,0-1 1 0 0,0 1-1 0 0,0 0 0 0 0,0-1 1 0 0,0 1-1 0 0,0 0 1 0 0,0-1-1 0 0,0 0 0 0 0,0 1 1 0 0,0-1-1 0 0,0 0 0 0 0,1 0 1 0 0,8-5 34 0 0,-1-1 1 0 0,0 0-1 0 0,10-10 1 0 0,-12 11-30 0 0,17-15-1537 0 0,38-25 1 0 0,-44 36-5620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5.98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 85 5529 0 0,'-6'0'6232'0'0,"20"-7"-2276"0"0,-8 4-4989 0 0,132-62 5478 0 0,-120 56-4810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8.94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22 125 7370 0 0,'2'-7'8521'0'0,"-8"16"-6713"0"0,-6 22-1398 0 0,9-11-157 0 0,1 0 0 0 0,1-1 0 0 0,1 1 0 0 0,1 0 0 0 0,0 0 0 0 0,8 35 0 0 0,-7-44-240 0 0,1 0-1 0 0,0 0 1 0 0,0-1 0 0 0,1 1 0 0 0,1-1-1 0 0,0 0 1 0 0,0 0 0 0 0,1 0-1 0 0,1 0 1 0 0,-1-1 0 0 0,1 0-1 0 0,1-1 1 0 0,11 11 0 0 0,-16-17-4 0 0,0 1 1 0 0,0-1-1 0 0,0 0 1 0 0,1 0-1 0 0,-1 0 0 0 0,1-1 1 0 0,0 1-1 0 0,-1-1 1 0 0,1 0-1 0 0,0 0 1 0 0,0 0-1 0 0,0 0 1 0 0,0-1-1 0 0,0 0 1 0 0,-1 1-1 0 0,1-1 1 0 0,0-1-1 0 0,0 1 1 0 0,0-1-1 0 0,0 1 1 0 0,0-1-1 0 0,0 0 1 0 0,0 0-1 0 0,-1-1 1 0 0,1 1-1 0 0,-1-1 1 0 0,1 0-1 0 0,-1 0 0 0 0,1 0 1 0 0,-1 0-1 0 0,0-1 1 0 0,0 1-1 0 0,4-5 1 0 0,-1 1 35 0 0,-1 0 1 0 0,0 0-1 0 0,0-1 1 0 0,0 1 0 0 0,0-1-1 0 0,-1 0 1 0 0,-1-1-1 0 0,1 1 1 0 0,-1-1-1 0 0,0 1 1 0 0,-1-1-1 0 0,0 0 1 0 0,0 0-1 0 0,0 0 1 0 0,0-13 0 0 0,-3 2-2 0 0,-1 0 0 0 0,-1-1 0 0 0,-1 1 0 0 0,0 0 0 0 0,-1 1 0 0 0,-14-33 0 0 0,-3 3-278 0 0,-34-57-1 0 0,40 82-1362 0 0,12 19 330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9.2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30 8754 0 0,'15'-5'7477'0'0,"16"-3"-4689"0"0,6 0-4000 0 0,-5 2-3314 0 0,-17 4-1177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9.4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39 8754 0 0,'4'0'360'0'0,"-1"0"-1"0"0,1 0 1 0 0,-1 0 0 0 0,1 0 0 0 0,-1 0-1 0 0,1-1 1 0 0,-1 0 0 0 0,1 0 0 0 0,-1 0-1 0 0,5-2 1 0 0,2 0 17 0 0,40-7-808 0 0,-1-4-5515 0 0,-34 9 3852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9.7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0 2761 0 0,'2'3'853'0'0,"0"0"1"0"0,0 0 0 0 0,0-1-1 0 0,0 1 1 0 0,0 1 0 0 0,-1-1 0 0 0,0 0-1 0 0,0 0 1 0 0,0 1 0 0 0,0-1-1 0 0,0 0 1 0 0,0 1 0 0 0,-1 3 0 0 0,1 52 2634 0 0,-1-25-1966 0 0,2-4-1183 0 0,2 0 1 0 0,0 0 0 0 0,2 0-1 0 0,15 41 1 0 0,-17-58-242 0 0,1-2 0 0 0,0 1 1 0 0,0 0-1 0 0,1-1 0 0 0,1 0 1 0 0,0-1-1 0 0,1 1 0 0 0,0-1 0 0 0,0-1 1 0 0,1 0-1 0 0,0 0 0 0 0,1 0 1 0 0,12 8-1 0 0,-19-15-329 0 0,1 0 0 0 0,-1 0 0 0 0,1 0 0 0 0,-1-1 0 0 0,1 1 0 0 0,0-1 0 0 0,0 1 0 0 0,-1-1 0 0 0,1-1 0 0 0,0 1 0 0 0,0 0 1 0 0,0-1-1 0 0,0 0 0 0 0,0 0 0 0 0,0 0 0 0 0,0-1 0 0 0,0 1 0 0 0,0-1 0 0 0,0 0 0 0 0,0 0 0 0 0,0 0 0 0 0,-1 0 0 0 0,1-1 0 0 0,0 0 0 0 0,-1 1 0 0 0,0-1 0 0 0,1-1 0 0 0,5-4 0 0 0,7-8-6690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39.9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28 7370 0 0,'4'-15'6956'0'0,"-4"14"-6768"0"0,1 1 0 0 0,-1 0 0 0 0,1 0 0 0 0,0-1 0 0 0,1 0-94 0 0,-1 0 0 0 0,1 0 1 0 0,-1 0-1 0 0,1 0 0 0 0,-1 0 1 0 0,1 0-1 0 0,0 0 0 0 0,0 1 0 0 0,0-1 1 0 0,-1 1-1 0 0,1-1 0 0 0,3 0 1 0 0,-3 2-259 0 0,1 0 0 0 0,-1 0 0 0 0,1 0 0 0 0,-1 0 0 0 0,0 0 0 0 0,0 0 0 0 0,0 1 0 0 0,1-1 0 0 0,-1 1 0 0 0,-1-1 0 0 0,1 1 0 0 0,0 0 0 0 0,0 0 0 0 0,-1 0 0 0 0,1 0 0 0 0,-1 0 0 0 0,2 3 0 0 0,5 5 147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0.3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 53 3681 0 0,'0'0'63'0'0,"0"0"-1"0"0,0 0 1 0 0,-1 0 0 0 0,1 0 0 0 0,0 0 0 0 0,-1 0 0 0 0,1 0-1 0 0,0 0 1 0 0,0 0 0 0 0,-1 0 0 0 0,1 0 0 0 0,0 0 0 0 0,-1 0-1 0 0,1-1 1 0 0,0 1 0 0 0,0 0 0 0 0,-1 0 0 0 0,1 0 0 0 0,0 0-1 0 0,0 0 1 0 0,-1-1 0 0 0,1 1 0 0 0,0 0 0 0 0,0 0-1 0 0,-1 0 1 0 0,1-1 0 0 0,0 1 0 0 0,0 0 0 0 0,0 0 0 0 0,0-1-1 0 0,-1 1 1 0 0,7-11 4922 0 0,-5 10-4827 0 0,1 0 0 0 0,-1 1 0 0 0,0-1 1 0 0,1 0-1 0 0,-1 0 0 0 0,0 0 1 0 0,1 0-1 0 0,-1 0 0 0 0,0-1 0 0 0,0 1 1 0 0,1-2-1 0 0,-1 2 104 0 0,3-2-83 0 0,-1 1-1 0 0,1-1 1 0 0,-1 1-1 0 0,1 0 0 0 0,0 0 1 0 0,0 1-1 0 0,0-1 1 0 0,0 1-1 0 0,0 0 1 0 0,0 0-1 0 0,0 0 0 0 0,1 0 1 0 0,-1 1-1 0 0,0 0 1 0 0,0 0-1 0 0,1 0 0 0 0,-1 0 1 0 0,0 1-1 0 0,0-1 1 0 0,1 1-1 0 0,-1 0 1 0 0,7 3-1 0 0,-8-2-44 0 0,0-1-1 0 0,0 1 1 0 0,0-1-1 0 0,0 1 1 0 0,0 0 0 0 0,-1 0-1 0 0,1 1 1 0 0,-1-1-1 0 0,1 1 1 0 0,-1-1 0 0 0,0 1-1 0 0,0 0 1 0 0,0-1-1 0 0,0 1 1 0 0,0 0 0 0 0,-1 0-1 0 0,1 1 1 0 0,-1-1 0 0 0,0 0-1 0 0,0 0 1 0 0,0 1-1 0 0,-1-1 1 0 0,1 0 0 0 0,-1 1-1 0 0,1-1 1 0 0,-1 7-1 0 0,-7 19 128 0 0,6-24-141 0 0,-1 0 0 0 0,1-1 0 0 0,0 1 0 0 0,0 0 0 0 0,1 0 0 0 0,-1 10 0 0 0,2-14-107 0 0,-1 0 1 0 0,0 0-1 0 0,1 0 1 0 0,-1 0-1 0 0,0 0 1 0 0,1 0-1 0 0,0 0 1 0 0,-1 0 0 0 0,1-1-1 0 0,-1 1 1 0 0,1 0-1 0 0,0 0 1 0 0,0 0-1 0 0,-1-1 1 0 0,1 1-1 0 0,0 0 1 0 0,0-1-1 0 0,0 1 1 0 0,0 0-1 0 0,0-1 1 0 0,0 0-1 0 0,0 1 1 0 0,0-1-1 0 0,0 1 1 0 0,0-1-1 0 0,0 0 1 0 0,0 0-1 0 0,0 0 1 0 0,0 0-1 0 0,0 1 1 0 0,0-1-1 0 0,0-1 1 0 0,1 1-1 0 0,-1 0 1 0 0,0 0-1 0 0,2-1 1 0 0,14-2-437 0 0,-1 0 1 0 0,1-1-1 0 0,-1-1 0 0 0,0-1 1 0 0,0 0-1 0 0,17-10 1 0 0,-15 7-6566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0.67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 0 9218 0 0,'0'0'150'0'0,"0"1"-1"0"0,0-1 1 0 0,-1 1-1 0 0,1-1 1 0 0,0 1 0 0 0,0-1-1 0 0,0 0 1 0 0,0 1 0 0 0,0-1-1 0 0,0 1 1 0 0,0-1 0 0 0,0 1-1 0 0,0-1 1 0 0,0 1-1 0 0,0-1 1 0 0,0 1 0 0 0,0-1-1 0 0,0 0 1 0 0,0 1 0 0 0,1-1-1 0 0,-1 1 1 0 0,0-1-1 0 0,0 0 1 0 0,0 1 0 0 0,1-1-1 0 0,-1 1 1 0 0,0-1 0 0 0,0 0-1 0 0,1 1 1 0 0,12 24 2390 0 0,-5-10-1015 0 0,-1 2-282 0 0,0 1 1 0 0,8 36-1 0 0,3 84 153 0 0,-1-1-1585 0 0,-11-114-858 0 0,0-11-2586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1.00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36 3249 0 0,'6'-4'212'0'0,"0"-1"0"0"0,0 2 0 0 0,0-1-1 0 0,0 1 1 0 0,1 0 0 0 0,-1 0 0 0 0,13-3 0 0 0,-15 4 152 0 0,-1 2 0 0 0,1-1-1 0 0,-1 0 1 0 0,1 1 0 0 0,0-1-1 0 0,-1 1 1 0 0,1 0 0 0 0,0 0-1 0 0,-1 1 1 0 0,1-1 0 0 0,0 1-1 0 0,-1-1 1 0 0,1 1 0 0 0,-1 1-1 0 0,1-1 1 0 0,-1 0 0 0 0,4 3-1 0 0,-6-3-243 0 0,0 0 0 0 0,0 0-1 0 0,0 0 1 0 0,0 0 0 0 0,0 0-1 0 0,0 1 1 0 0,0-1 0 0 0,0 1-1 0 0,-1-1 1 0 0,1 0-1 0 0,0 1 1 0 0,-1-1 0 0 0,1 1-1 0 0,-1-1 1 0 0,0 1 0 0 0,1 0-1 0 0,-1-1 1 0 0,0 1 0 0 0,0-1-1 0 0,0 1 1 0 0,0 0 0 0 0,0-1-1 0 0,-1 1 1 0 0,1-1-1 0 0,0 1 1 0 0,-1-1 0 0 0,0 3-1 0 0,-19 46 258 0 0,14-39-303 0 0,-20 33-39 0 0,21-37 150 0 0,0-1-1 0 0,1 1 1 0 0,0 1-1 0 0,0-1 1 0 0,0 1-1 0 0,1-1 1 0 0,0 1-1 0 0,1 0 1 0 0,-1 0-1 0 0,-1 14 1 0 0,5-21-91 0 0,-1 1-1 0 0,0-1 1 0 0,1 0 0 0 0,-1 0 0 0 0,1 0 0 0 0,-1 1-1 0 0,1-1 1 0 0,-1 0 0 0 0,1 0 0 0 0,0 0 0 0 0,0 0 0 0 0,-1 0-1 0 0,1 0 1 0 0,0 0 0 0 0,0 0 0 0 0,0 0 0 0 0,0-1 0 0 0,0 1-1 0 0,0 0 1 0 0,1-1 0 0 0,-1 1 0 0 0,0 0 0 0 0,0-1 0 0 0,0 0-1 0 0,1 1 1 0 0,-1-1 0 0 0,0 0 0 0 0,0 1 0 0 0,1-1 0 0 0,-1 0-1 0 0,0 0 1 0 0,0 0 0 0 0,1 0 0 0 0,-1 0 0 0 0,2-1-1 0 0,6 1 138 0 0,-1 0-1 0 0,1-1 1 0 0,14-3-1 0 0,7-3-1113 0 0,-1 1-1 0 0,44-2 0 0 0,-57 8-652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1.3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60 3945 0 0,'1'-2'214'0'0,"0"-1"0"0"0,0 0 0 0 0,0 1 0 0 0,0-1 0 0 0,0 1 0 0 0,1-1 1 0 0,-1 1-1 0 0,1 0 0 0 0,-1-1 0 0 0,1 1 0 0 0,0 0 0 0 0,0 0 0 0 0,0 0 0 0 0,0 0 0 0 0,3-1 0 0 0,-3 0 396 0 0,1 1-1 0 0,0 0 0 0 0,0 0 0 0 0,0 0 0 0 0,0 0 0 0 0,0 0 1 0 0,0 1-1 0 0,0 0 0 0 0,1-1 0 0 0,-1 1 0 0 0,6-1 0 0 0,-8 2-520 0 0,0 1-1 0 0,0-1 0 0 0,0 0 0 0 0,0 1 0 0 0,-1-1 0 0 0,1 1 1 0 0,0-1-1 0 0,0 1 0 0 0,0 0 0 0 0,0-1 0 0 0,0 1 1 0 0,-1 0-1 0 0,1-1 0 0 0,0 1 0 0 0,0 0 0 0 0,-1 0 0 0 0,1 0 1 0 0,-1 0-1 0 0,1 0 0 0 0,-1-1 0 0 0,1 1 0 0 0,-1 0 0 0 0,0 0 1 0 0,1 0-1 0 0,-1 0 0 0 0,0 0 0 0 0,0 1 0 0 0,1-1 0 0 0,-1 1 1 0 0,3 37 162 0 0,-3-32-88 0 0,-1 40 103 0 0,1 26 494 0 0,0-69-534 0 0,0 1 0 0 0,1-1 0 0 0,0 1-1 0 0,0-1 1 0 0,0 1 0 0 0,1-1 0 0 0,-1 1 0 0 0,1-1 0 0 0,0 0-1 0 0,0 0 1 0 0,1 0 0 0 0,2 4 0 0 0,-3-7-177 0 0,0 1 0 0 0,-1-1 1 0 0,1 0-1 0 0,0 0 0 0 0,-1 0 0 0 0,1 0 1 0 0,0-1-1 0 0,0 1 0 0 0,0 0 0 0 0,0-1 0 0 0,0 1 1 0 0,0-1-1 0 0,0 0 0 0 0,0 0 0 0 0,0 0 1 0 0,0 0-1 0 0,0 0 0 0 0,0 0 0 0 0,0 0 1 0 0,0 0-1 0 0,0-1 0 0 0,0 1 0 0 0,0-1 0 0 0,0 0 1 0 0,2-1-1 0 0,8-3-60 0 0,1 0 0 0 0,18-12-1 0 0,-22 12 81 0 0,47-31-1880 0 0,-37 22-5792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2.88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20 72 5529 0 0,'-1'0'137'0'0,"1"0"-1"0"0,-1 0 1 0 0,0 0-1 0 0,1 0 1 0 0,-1 0-1 0 0,0 0 1 0 0,0 0-1 0 0,1 1 1 0 0,-1-1 0 0 0,1 0-1 0 0,-1 0 1 0 0,0 1-1 0 0,1-1 1 0 0,-1 0-1 0 0,0 0 1 0 0,1 1-1 0 0,-1-1 1 0 0,1 1-1 0 0,-1-1 1 0 0,1 1-1 0 0,-1-1 1 0 0,1 1-1 0 0,-1-1 1 0 0,1 1-1 0 0,0-1 1 0 0,-1 1 0 0 0,1-1-1 0 0,-1 1 1 0 0,1 0-1 0 0,0-1 1 0 0,0 1-1 0 0,0 0 1 0 0,-1-1-1 0 0,1 1 1 0 0,0 0-1 0 0,0-1 1 0 0,0 1-1 0 0,0 0 1 0 0,0-1-1 0 0,0 2 1 0 0,-2 27 1549 0 0,3-17-1434 0 0,1-1-1 0 0,1 0 0 0 0,0 0 1 0 0,0 0-1 0 0,1 0 0 0 0,0-1 1 0 0,1 0-1 0 0,0 1 0 0 0,12 16 1 0 0,-7-13-17 0 0,0 0 1 0 0,1 0-1 0 0,1-2 1 0 0,0 1-1 0 0,25 18 1 0 0,-34-28-239 0 0,0-1 0 0 0,1 0 1 0 0,-1 0-1 0 0,1-1 1 0 0,0 1-1 0 0,-1-1 1 0 0,1 0-1 0 0,0 0 0 0 0,0 0 1 0 0,0 0-1 0 0,0-1 1 0 0,0 1-1 0 0,-1-1 0 0 0,1 0 1 0 0,0 0-1 0 0,0 0 1 0 0,0-1-1 0 0,0 0 1 0 0,0 0-1 0 0,0 0 0 0 0,0 0 1 0 0,-1 0-1 0 0,1-1 1 0 0,0 1-1 0 0,-1-1 1 0 0,0 0-1 0 0,1 0 0 0 0,5-5 1 0 0,7-6-74 0 0,0-1 0 0 0,-1 0 0 0 0,-1-1 0 0 0,16-22 0 0 0,-18 24 65 0 0,1-5 206 0 0,0 0-1 0 0,-1-1 1 0 0,-1 0-1 0 0,0-1 1 0 0,-2 0 0 0 0,0 0-1 0 0,-1-1 1 0 0,-1 0-1 0 0,6-35 1 0 0,0 88 3351 0 0,2 2-3291 0 0,13 53-59 0 0,9 21-370 0 0,-30-91-835 0 0,1-1 0 0 0,11 18 0 0 0,-7-16-5924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3.26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25 39 1840 0 0,'-24'-23'11340'0'0,"40"13"-9928"0"0,-14 9-1300 0 0,0 0-1 0 0,1 1 0 0 0,-1-1 0 0 0,0 0 0 0 0,1 1 1 0 0,-1-1-1 0 0,0 1 0 0 0,1 0 0 0 0,-1-1 0 0 0,0 1 0 0 0,1 1 1 0 0,-1-1-1 0 0,1 0 0 0 0,-1 0 0 0 0,0 1 0 0 0,1-1 1 0 0,-1 1-1 0 0,0 0 0 0 0,0 0 0 0 0,1 0 0 0 0,2 2 0 0 0,-2-1-55 0 0,0 1 0 0 0,0 0 0 0 0,0 0 0 0 0,-1 0 0 0 0,1 0 0 0 0,-1 0 0 0 0,0 1 0 0 0,0-1 0 0 0,0 1 0 0 0,0-1-1 0 0,-1 1 1 0 0,2 3 0 0 0,2 12 170 0 0,-1-1-1 0 0,0 1 1 0 0,-2 0 0 0 0,1 22-1 0 0,-4-23 247 0 0,1-13-149 0 0,-1 1 1 0 0,1 0 0 0 0,1 0-1 0 0,-1 0 1 0 0,2 6 0 0 0,-2-12-298 0 0,0 1 1 0 0,0 0 0 0 0,1 0-1 0 0,-1-1 1 0 0,0 1 0 0 0,1 0 0 0 0,-1-1-1 0 0,0 1 1 0 0,1 0 0 0 0,-1-1-1 0 0,1 1 1 0 0,-1-1 0 0 0,1 1 0 0 0,-1-1-1 0 0,1 1 1 0 0,-1-1 0 0 0,1 1-1 0 0,0-1 1 0 0,-1 1 0 0 0,1-1 0 0 0,0 0-1 0 0,-1 1 1 0 0,1-1 0 0 0,0 0-1 0 0,0 0 1 0 0,-1 1 0 0 0,1-1 0 0 0,0 0-1 0 0,0 0 1 0 0,-1 0 0 0 0,1 0-1 0 0,0 0 1 0 0,0 0 0 0 0,-1 0 0 0 0,1 0-1 0 0,0-1 1 0 0,0 1 0 0 0,-1 0-1 0 0,1 0 1 0 0,0-1 0 0 0,-1 1 0 0 0,1 0-1 0 0,0-1 1 0 0,0 0 0 0 0,88-27-5321 0 0,-59 20 998 0 0,47-20 0 0 0,-60 19 1490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3.4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1 7370 0 0,'-1'0'262'0'0,"-2"3"1309"0"0,2-2-1309 0 0,1-1 0 0 0,-1 1 0 0 0,1 0 0 0 0,0-1 0 0 0,-1 1 0 0 0,1 0 0 0 0,0 0 0 0 0,-1-1 0 0 0,1 1 0 0 0,0 0-1 0 0,0 0 1 0 0,0 0 0 0 0,-1-1 0 0 0,1 1 0 0 0,0 1 0 0 0,1-1-98 0 0,-1-1 0 0 0,1 1-1 0 0,-1-1 1 0 0,1 1 0 0 0,-1-1-1 0 0,1 0 1 0 0,-1 1 0 0 0,1-1-1 0 0,0 1 1 0 0,-1-1 0 0 0,1 0 0 0 0,-1 0-1 0 0,1 0 1 0 0,0 1 0 0 0,-1-1-1 0 0,1 0 1 0 0,0 0 0 0 0,-1 0-1 0 0,1 0 1 0 0,0 0 0 0 0,0 0 0 0 0,49-5-1867 0 0,-39 4-2330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3.5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 4897 0 0,'0'1'-46'0'0,"6"27"11048"0"0,9-32-11812 0 0,-9 3 725 0 0,0-1 0 0 0,0-1-1 0 0,-1 1 1 0 0,1-1-1 0 0,-1 0 1 0 0,1 0 0 0 0,-1 0-1 0 0,5-5 1 0 0,-2-1 85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3.92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0 8290 0 0,'-5'8'7306'0'0,"3"5"-3504"0"0,5 19-1912 0 0,-1-17-1143 0 0,-1 52-516 0 0,0-16 101 0 0,8 57 1 0 0,-8-95-297 0 0,2 1 0 0 0,0-1 0 0 0,1 0 1 0 0,0 0-1 0 0,0 0 0 0 0,2 0 0 0 0,0-1 1 0 0,0 0-1 0 0,9 13 0 0 0,-13-22-86 0 0,0 0-1 0 0,-1-1 1 0 0,1 1 0 0 0,0-1-1 0 0,0 0 1 0 0,1 1 0 0 0,-1-1-1 0 0,0 0 1 0 0,1 0 0 0 0,-1-1-1 0 0,1 1 1 0 0,0 0 0 0 0,-1-1-1 0 0,1 1 1 0 0,0-1 0 0 0,0 0-1 0 0,0 0 1 0 0,0 0 0 0 0,0-1-1 0 0,0 1 1 0 0,0-1 0 0 0,0 0-1 0 0,1 1 1 0 0,-1-1 0 0 0,0-1 0 0 0,0 1-1 0 0,0 0 1 0 0,0-1 0 0 0,0 1-1 0 0,0-1 1 0 0,0 0 0 0 0,0 0-1 0 0,0 0 1 0 0,0-1 0 0 0,3-1-1 0 0,2-3-315 0 0,0 1 1 0 0,-1-1-1 0 0,0-1 0 0 0,0 1 0 0 0,0-1 0 0 0,-1 0 0 0 0,0-1 1 0 0,0 1-1 0 0,-1-1 0 0 0,7-14 0 0 0,0-2-6129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4.1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69 30 1840 0 0,'-10'-7'-422'0'0,"-14"-7"3734"0"0,22 13-2543 0 0,-1 0 1 0 0,1-1-1 0 0,0 1 1 0 0,0 1-1 0 0,-1-1 1 0 0,1 0-1 0 0,-17 0 7243 0 0,34 0-9305 0 0,-4 1-573 0 0,-3 0 668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4.4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13 1840 0 0,'12'-7'9388'0'0,"33"1"-3247"0"0,-43 7-6078 0 0,0-1 1 0 0,-1 0-1 0 0,1 0 1 0 0,0 1-1 0 0,0-1 0 0 0,-1 1 1 0 0,1-1-1 0 0,-1 1 0 0 0,1 0 1 0 0,0 0-1 0 0,-1 0 0 0 0,1 0 1 0 0,-1 0-1 0 0,0 0 1 0 0,1 0-1 0 0,-1 0 0 0 0,0 0 1 0 0,0 1-1 0 0,0-1 0 0 0,0 0 1 0 0,0 1-1 0 0,0-1 1 0 0,0 1-1 0 0,0-1 0 0 0,0 1 1 0 0,-1 0-1 0 0,1-1 0 0 0,-1 1 1 0 0,1 0-1 0 0,-1-1 0 0 0,1 4 1 0 0,1 8-141 0 0,-1 0-1 0 0,0-1 1 0 0,-2 21 0 0 0,1-8 266 0 0,0-19-77 0 0,0-1 0 0 0,1 0 0 0 0,0 0 0 0 0,0 0 0 0 0,0 0 0 0 0,0 0 0 0 0,1 0 0 0 0,0-1 0 0 0,3 9 0 0 0,-3-12-78 0 0,-1 1 0 0 0,0-1 0 0 0,1 1 0 0 0,-1-1 0 0 0,1 0 0 0 0,-1 0 0 0 0,1 1 0 0 0,0-1 0 0 0,-1 0 0 0 0,1 0 0 0 0,0 0 0 0 0,0-1 0 0 0,0 1 0 0 0,0 0 0 0 0,0-1 0 0 0,0 1 0 0 0,0-1 0 0 0,0 0 0 0 0,0 0 1 0 0,0 0-1 0 0,0 0 0 0 0,0 0 0 0 0,0 0 0 0 0,0 0 0 0 0,0 0 0 0 0,0-1 0 0 0,2 0 0 0 0,14-4-131 0 0,0-1-1 0 0,0 0 1 0 0,-1-2-1 0 0,30-16 1 0 0,-17 6-498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4.7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21 1 10594 0 0,'-3'3'332'0'0,"1"1"-1"0"0,0-1 1 0 0,0 1-1 0 0,0 0 1 0 0,0 0-1 0 0,0-1 1 0 0,1 1-1 0 0,0 0 0 0 0,0 1 1 0 0,0-1-1 0 0,0 0 1 0 0,1 0-1 0 0,-1 0 1 0 0,1 0-1 0 0,0 1 1 0 0,1-1-1 0 0,-1 0 1 0 0,1 0-1 0 0,0 4 1 0 0,12 83 3726 0 0,-5-45-3267 0 0,1 48 1 0 0,-9-77-2567 0 0,-1-1 0 0 0,0 1 0 0 0,-5 25 0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5.1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1 108 2304 0 0,'-1'-3'84'0'0,"1"-1"0"0"0,0 0 0 0 0,0 1 0 0 0,1-1 0 0 0,-1 1 0 0 0,1-1-1 0 0,0-3 1 0 0,1 3 361 0 0,0 0 0 0 0,0 0 0 0 0,0 0 0 0 0,0 1 0 0 0,1-1 0 0 0,-1 1 0 0 0,1 0 0 0 0,0-1 0 0 0,0 1 0 0 0,0 0 0 0 0,0 1 0 0 0,0-1 0 0 0,1 1 0 0 0,0-1 0 0 0,4-1 0 0 0,-3 1 69 0 0,1-1 0 0 0,0 2 0 0 0,0-1-1 0 0,0 1 1 0 0,0 0 0 0 0,1 0 0 0 0,-1 1-1 0 0,0 0 1 0 0,1 0 0 0 0,-1 0 0 0 0,1 1-1 0 0,-1 0 1 0 0,9 1 0 0 0,-12-1-425 0 0,0 1 1 0 0,-1-1 0 0 0,1 1-1 0 0,-1 0 1 0 0,1 0-1 0 0,-1 0 1 0 0,1 0-1 0 0,-1 0 1 0 0,1 1-1 0 0,-1-1 1 0 0,0 1-1 0 0,0 0 1 0 0,0-1-1 0 0,0 1 1 0 0,0 0 0 0 0,0 0-1 0 0,0 0 1 0 0,-1 1-1 0 0,1-1 1 0 0,-1 0-1 0 0,0 1 1 0 0,1-1-1 0 0,-1 1 1 0 0,0-1-1 0 0,0 1 1 0 0,-1-1 0 0 0,1 1-1 0 0,0 0 1 0 0,-1-1-1 0 0,0 1 1 0 0,1 0-1 0 0,-1-1 1 0 0,-1 6-1 0 0,0 7-20 0 0,-1 1 0 0 0,-1-1 0 0 0,0 0-1 0 0,-1 0 1 0 0,-11 29 0 0 0,9-31 163 0 0,1 0 0 0 0,1 1 0 0 0,0 0 0 0 0,1 0 0 0 0,0 0 0 0 0,1 0 0 0 0,0 18 0 0 0,2-28-186 0 0,1-1-1 0 0,-1 0 1 0 0,1 0 0 0 0,-1 1 0 0 0,1-1-1 0 0,0 0 1 0 0,0 0 0 0 0,1 0 0 0 0,-1 0-1 0 0,1 0 1 0 0,-1 0 0 0 0,1 0 0 0 0,0 0-1 0 0,0-1 1 0 0,0 1 0 0 0,5 3-1 0 0,-3-3-12 0 0,0 0 1 0 0,0 0-1 0 0,1 0 0 0 0,-1-1 0 0 0,1 1 0 0 0,0-1 0 0 0,0-1 0 0 0,-1 1 0 0 0,11 1 0 0 0,0 0-347 0 0,1-2 1 0 0,-1 0-1 0 0,0-1 0 0 0,1-1 1 0 0,-1 0-1 0 0,18-4 1 0 0,-18 2-1777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1:50:45.43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 5065 0 0,'48'-9'5895'0'0,"-44"8"-5583"0"0,-1 0 0 0 0,0 1 0 0 0,1 0 1 0 0,-1 0-1 0 0,1 0 0 0 0,-1 0 0 0 0,1 1 1 0 0,-1-1-1 0 0,1 1 0 0 0,-1 0 0 0 0,0 0 1 0 0,1 0-1 0 0,-1 1 0 0 0,0-1 0 0 0,0 1 1 0 0,0-1-1 0 0,0 1 0 0 0,0 0 0 0 0,0 0 1 0 0,-1 0-1 0 0,1 1 0 0 0,0-1 0 0 0,-1 1 1 0 0,0 0-1 0 0,3 4 0 0 0,-1-1-216 0 0,-1 1-1 0 0,0 0 1 0 0,0 0-1 0 0,-1 1 1 0 0,0-1 0 0 0,0 1-1 0 0,0-1 1 0 0,-1 1-1 0 0,-1-1 1 0 0,1 14 0 0 0,-2 13 378 0 0,-1-23-255 0 0,2 0 1 0 0,0 1-1 0 0,0-1 0 0 0,1 1 1 0 0,0-1-1 0 0,4 14 0 0 0,-5-24-191 0 0,1 0 0 0 0,-1 1-1 0 0,1-1 1 0 0,0 0-1 0 0,-1 0 1 0 0,1 0-1 0 0,0 0 1 0 0,-1 0-1 0 0,1 0 1 0 0,0 0 0 0 0,0 0-1 0 0,0 0 1 0 0,0 0-1 0 0,0 0 1 0 0,0-1-1 0 0,0 1 1 0 0,0 0-1 0 0,0-1 1 0 0,1 1 0 0 0,-1-1-1 0 0,0 1 1 0 0,0-1-1 0 0,2 1 1 0 0,0-1-5 0 0,1 0 0 0 0,-1 0 1 0 0,0 0-1 0 0,0 0 0 0 0,0 0 0 0 0,0-1 1 0 0,0 1-1 0 0,0-1 0 0 0,5-2 0 0 0,4-3-35 0 0,0 1-1 0 0,0-2 1 0 0,15-11 0 0 0,6-6-111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23.6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51 1840 0 0,'-30'-29'1966'0'0,"29"28"-1534"0"0,0 0 0 0 0,0-1-1 0 0,0 1 1 0 0,0 0 0 0 0,0-1-1 0 0,0 0 1 0 0,0 1 0 0 0,0-1-1 0 0,1 1 1 0 0,-1-1 0 0 0,1 0-1 0 0,-1-2 1 0 0,24 19 4883 0 0,-20-13-5309 0 0,29 32 1016 0 0,-2 1 0 0 0,-1 1 0 0 0,25 44 0 0 0,17 21-445 0 0,-18-40-206 0 0,2-2 0 0 0,100 81 0 0 0,-43-41-84 0 0,119 128 640 0 0,-214-208-767 0 0,-1 0-1 0 0,-1 1 0 0 0,17 28 0 0 0,-11-14-434 0 0,-21-34 270 0 0,0 0 0 0 0,0 0 1 0 0,0 0-1 0 0,0 0 0 0 0,0 0 1 0 0,-1 0-1 0 0,1 0 0 0 0,0 0 0 0 0,0 0 1 0 0,0 0-1 0 0,0 0 0 0 0,0 0 1 0 0,0 0-1 0 0,0 0 0 0 0,0 0 1 0 0,-1 0-1 0 0,1 0 0 0 0,0 0 1 0 0,0 0-1 0 0,0 0 0 0 0,0 1 1 0 0,0-1-1 0 0,0 0 0 0 0,0 0 0 0 0,0 0 1 0 0,0 0-1 0 0,0 0 0 0 0,0 0 1 0 0,0 0-1 0 0,0 0 0 0 0,-1 0 1 0 0,1 1-1 0 0,0-1 0 0 0,0 0 1 0 0,0 0-1 0 0,0 0 0 0 0,0 0 0 0 0,0 0 1 0 0,0 0-1 0 0,0 0 0 0 0,0 1 1 0 0,0-1-1 0 0,0 0 0 0 0,0 0 1 0 0,0 0-1 0 0,1 0 0 0 0,-1 0 1 0 0,0 0-1 0 0,0 0 0 0 0,0 1 0 0 0,0-1 1 0 0,0 0-1 0 0,0 0 0 0 0,0 0 1 0 0,0 0-1 0 0,0 0 0 0 0,0 0 1 0 0,0 0-1 0 0,0 0 0 0 0,0 0 1 0 0,1 0-1 0 0,-1 0 0 0 0,0 1 0 0 0,0-1 1 0 0,0 0-1 0 0,0 0 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29.9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69 3225 0 0,'-30'-15'23'0'0,"11"4"1104"0"0,-1 1 0 0 0,0 1-1 0 0,0 1 1 0 0,-30-7 0 0 0,51 15-1059 0 0,-1 0-1 0 0,0 0 1 0 0,0 1 0 0 0,1-1-1 0 0,-1 0 1 0 0,0 1 0 0 0,0-1 0 0 0,0 0-1 0 0,0 1 1 0 0,1-1 0 0 0,-1 0-1 0 0,0 1 1 0 0,0-1 0 0 0,0 0-1 0 0,0 1 1 0 0,0-1 0 0 0,0 1 0 0 0,0-1-1 0 0,0 0 1 0 0,0 1 0 0 0,0-1-1 0 0,0 0 1 0 0,0 1 0 0 0,0-1 0 0 0,0 1-1 0 0,0-1 1 0 0,-1 0 0 0 0,1 1-1 0 0,0-1 1 0 0,0 0 0 0 0,0 1-1 0 0,-1-1 1 0 0,1 0 0 0 0,0 1 0 0 0,0-1-1 0 0,-1 0 1 0 0,1 0 0 0 0,0 1-1 0 0,0-1 1 0 0,-1 0 0 0 0,1 0 0 0 0,0 0-1 0 0,-1 1 1 0 0,1-1 0 0 0,0 0-1 0 0,-1 0 1 0 0,1 0 0 0 0,0 0-1 0 0,-1 0 1 0 0,1 0 0 0 0,-1 1 0 0 0,1-1-1 0 0,0 0 1 0 0,-1 0 0 0 0,1 0-1 0 0,0 0 1 0 0,-1 0 0 0 0,1-1 0 0 0,-1 1-1 0 0,1 0 1 0 0,0 0 0 0 0,-1 0-1 0 0,1 0 1 0 0,0 0 0 0 0,-1 0-1 0 0,1-1 1 0 0,0 1 0 0 0,-1 0 0 0 0,23 30 711 0 0,-15-22-605 0 0,6 11 132 0 0,150 205 2483 0 0,-125-177-2420 0 0,3-1-1 0 0,70 60 0 0 0,44 38 70 0 0,-103-94-310 0 0,167 154 294 0 0,-97-97 169 0 0,-123-104-1656 0 0,-7-4-521 0 0,-9-3-1175 0 0,5-1 1202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0.3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119 663 3225 0 0,'-13'-1'296'0'0,"0"0"1"0"0,1 1 0 0 0,-1 0 0 0 0,0 1-1 0 0,0 1 1 0 0,-22 5 0 0 0,29-6 629 0 0,19 4 3719 0 0,20 13-3460 0 0,-24-12-536 0 0,20 13 765 0 0,54 45 1 0 0,-64-48-1173 0 0,1 0 0 0 0,1 0 0 0 0,0-2 0 0 0,0-1 0 0 0,37 17 0 0 0,-51-28-207 0 0,0 1 0 0 0,0-1 0 0 0,0 0 0 0 0,0-1 0 0 0,0 0 0 0 0,0 0 0 0 0,1 0 0 0 0,-1-1 0 0 0,0 0 0 0 0,0-1 0 0 0,0 0 0 0 0,1 0 0 0 0,-1 0 0 0 0,0-1 0 0 0,0 0 0 0 0,0 0 0 0 0,0-1 0 0 0,6-3 0 0 0,-4 0 138 0 0,0 0 0 0 0,0 0 0 0 0,-1-1 0 0 0,0 0 0 0 0,-1 0 0 0 0,1 0 0 0 0,-1-1 0 0 0,-1-1 0 0 0,0 1 0 0 0,0-1 0 0 0,9-17 1 0 0,-4 2 25 0 0,-2 0 1 0 0,0-1 0 0 0,-1 0 0 0 0,-2 0 0 0 0,0-1-1 0 0,2-28 1 0 0,2-160 1322 0 0,-9 174-1463 0 0,-1-17-195 0 0,-2 0 0 0 0,-2 0 0 0 0,-19-85 0 0 0,21 136-460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1.2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87 4145 0 0,'-19'-44'1013'0'0,"2"2"4251"0"0,18 73-1205 0 0,-1-8-3602 0 0,14 594 2025 0 0,-13-553-2856 0 0,0 11-3069 0 0,-17 148 1 0 0,13-207-950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1.3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0 6177 0 0,'0'0'0'0'0,"0"1"0"0"0,-1-1 0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1.5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23 120 1376 0 0,'0'-1'22'0'0,"-20"-52"1118"0"0,18 17 6700 0 0,12 43-6715 0 0,7 8-213 0 0,4 9 198 0 0,-1 1 0 0 0,19 29 0 0 0,-18-22-460 0 0,34 37 0 0 0,-47-61-609 0 0,-1 0-1 0 0,1-1 1 0 0,0 0 0 0 0,1-1-1 0 0,0 1 1 0 0,0-2 0 0 0,0 1-1 0 0,1-1 1 0 0,12 4 0 0 0,-19-7-26 0 0,0-1 0 0 0,1 0 1 0 0,-1 0-1 0 0,1 0 0 0 0,-1-1 1 0 0,1 1-1 0 0,-1-1 0 0 0,1 0 1 0 0,-1 0-1 0 0,1 0 0 0 0,-1-1 0 0 0,1 1 1 0 0,-1-1-1 0 0,1 1 0 0 0,-1-1 1 0 0,0 0-1 0 0,1-1 0 0 0,3-1 1 0 0,-3 0 30 0 0,0 1 0 0 0,-1-1 0 0 0,1 0 0 0 0,-1-1 0 0 0,0 1 0 0 0,0 0 0 0 0,0-1 0 0 0,0 0 0 0 0,-1 1 0 0 0,1-1 0 0 0,-1 0 0 0 0,2-6 0 0 0,3-10 127 0 0,-1 0 0 0 0,-1-1-1 0 0,-1 1 1 0 0,3-38-1 0 0,-7 57-172 0 0,4-26-1367 0 0,13-52 0 0 0,-10 54-4637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2.2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34 3225 0 0,'-27'5'-56'0'0,"24"-4"455"0"0,-1 0-1 0 0,1 0 1 0 0,-1-1 0 0 0,1 1 0 0 0,-1-1-1 0 0,0 0 1 0 0,-9-2 1164 0 0,13 2-1513 0 0,0 0 1 0 0,0 0-1 0 0,0 0 1 0 0,0 0 0 0 0,0 0-1 0 0,0 0 1 0 0,0-1-1 0 0,0 1 1 0 0,0 0 0 0 0,0 0-1 0 0,0 0 1 0 0,0 0-1 0 0,0 0 1 0 0,0 0 0 0 0,0-1-1 0 0,0 1 1 0 0,0 0-1 0 0,0 0 1 0 0,0 0 0 0 0,0 0-1 0 0,0 0 1 0 0,0 0-1 0 0,0-1 1 0 0,0 1 0 0 0,0 0-1 0 0,7-9 1116 0 0,10-4 424 0 0,-2 9-992 0 0,0 0 0 0 0,-1 1 0 0 0,1 1 0 0 0,1 0 0 0 0,-1 1 0 0 0,21 1 0 0 0,92 12 624 0 0,-113-10-1062 0 0,152 27 438 0 0,-1 1-588 0 0,-134-26-447 0 0,1-2 1 0 0,0-1 0 0 0,34-3 0 0 0,-53 0-1231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2.6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127 18 1376 0 0,'-11'1'247'0'0,"0"0"0"0"0,0-1 0 0 0,0 0 1 0 0,0-1-1 0 0,-12-2 0 0 0,15 1 756 0 0,0 1 0 0 0,1-2 0 0 0,-1 1 0 0 0,-10-5 0 0 0,59 31 5993 0 0,26 26-3950 0 0,33 21-2411 0 0,-80-59-623 0 0,-9-6 29 0 0,0 1 0 0 0,0 0 0 0 0,-1 0 1 0 0,0 1-1 0 0,11 11 0 0 0,-19-17 12 0 0,0 1 1 0 0,1 0-1 0 0,-2 0 1 0 0,1 0-1 0 0,0 0 1 0 0,0 0-1 0 0,-1 0 1 0 0,0 0-1 0 0,1 1 1 0 0,-1-1-1 0 0,-1 1 1 0 0,1-1-1 0 0,0 0 1 0 0,-1 1-1 0 0,0-1 1 0 0,1 1-1 0 0,-1-1 1 0 0,-1 1-1 0 0,1 0 1 0 0,-1-1-1 0 0,1 0 1 0 0,-1 1-1 0 0,-2 4 1 0 0,-5 14 221 0 0,-1 0 1 0 0,-1-1 0 0 0,-1 0 0 0 0,-1-1 0 0 0,-20 28-1 0 0,-82 86-1228 0 0,99-119 522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3.8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102 170 4145 0 0,'-15'-19'974'0'0,"2"-2"0"0"0,-20-36 0 0 0,2 2 1506 0 0,22 38-281 0 0,15 21 379 0 0,19 27-692 0 0,121 241 969 0 0,-60-102-2109 0 0,-36-81-486 0 0,4-2 1 0 0,87 107-1 0 0,156 210 511 0 0,-266-348-1562 0 0,-20-31-5007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4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3 396 4145 0 0,'-2'-6'1948'0'0,"12"9"-661"0"0,15 9 318 0 0,26 22 502 0 0,-7-2-449 0 0,95 48 0 0 0,-125-73-1408 0 0,0-1 1 0 0,1 0-1 0 0,0-2 0 0 0,-1 1 1 0 0,1-2-1 0 0,0 0 0 0 0,1-1 0 0 0,-1 0 1 0 0,0-1-1 0 0,1-1 0 0 0,26-3 1 0 0,-35 2-74 0 0,0-1 1 0 0,0 0 0 0 0,-1 0-1 0 0,1-1 1 0 0,0 0 0 0 0,-1 0-1 0 0,1 0 1 0 0,-1-1 0 0 0,0 0-1 0 0,0 0 1 0 0,8-8 0 0 0,-6 4 36 0 0,1-1 1 0 0,-2 0 0 0 0,0-1-1 0 0,0 1 1 0 0,0-1 0 0 0,6-16-1 0 0,0-3 78 0 0,-2-1-1 0 0,-1-1 1 0 0,-1 0-1 0 0,6-41 0 0 0,-3-34-72 0 0,-10 71-410 0 0,15-68-1 0 0,-13 89-979 0 0,2 2-3992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4.8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58 194 5985 0 0,'-18'-53'1827'0'0,"6"24"-221"0"0,3-1 0 0 0,-9-51 2353 0 0,18 81-3903 0 0,0-1 0 0 0,0 1 0 0 0,0 0 0 0 0,0 0 0 0 0,0 0 0 0 0,1 0 0 0 0,-1 0 0 0 0,0 0 0 0 0,0 0 0 0 0,0 0 0 0 0,0 0 0 0 0,0 0-1 0 0,1 0 1 0 0,-1 0 0 0 0,0 0 0 0 0,0 0 0 0 0,0 0 0 0 0,0 0 0 0 0,1 1 0 0 0,11 7 1207 0 0,10 17-568 0 0,83 116 312 0 0,11 14-94 0 0,21-9-5440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5.1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70 6913 0 0,'0'1'-6'0'0,"1"0"0"0"0,0 0 0 0 0,-1 0 0 0 0,1 0-1 0 0,-1 0 1 0 0,1 0 0 0 0,0 0 0 0 0,0 0 0 0 0,0 0-1 0 0,-1-1 1 0 0,1 1 0 0 0,0 0 0 0 0,0 0 0 0 0,0-1-1 0 0,0 1 1 0 0,0-1 0 0 0,0 1 0 0 0,1-1 0 0 0,-1 1-1 0 0,0-1 1 0 0,0 0 0 0 0,0 1 0 0 0,2-1 0 0 0,-2 1 83 0 0,0-1 0 0 0,0 0 0 0 0,0 1-1 0 0,1-1 1 0 0,-1 0 0 0 0,0 0 0 0 0,0 0 0 0 0,0 0 0 0 0,0 0 0 0 0,1 0 0 0 0,-1 0 0 0 0,0 0 0 0 0,0 0 0 0 0,0-1 0 0 0,0 1 0 0 0,1 0 0 0 0,-1-1-1 0 0,0 1 1 0 0,0-1 0 0 0,0 1 0 0 0,0-1 0 0 0,0 0 0 0 0,0 1 0 0 0,0-1 0 0 0,0 0 0 0 0,1-1 0 0 0,10-22-74 0 0,-10 18-41 0 0,1 0 1 0 0,0 0 0 0 0,1 1-1 0 0,-1-1 1 0 0,1 1 0 0 0,0 0-1 0 0,6-6 1 0 0,-3 5 37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5.5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0 200 8754 0 0,'2'-7'114'0'0,"-1"-1"1"0"0,1 1-1 0 0,1 0 1 0 0,0 0-1 0 0,0 0 0 0 0,0 0 1 0 0,0 1-1 0 0,1-1 1 0 0,6-6-1 0 0,3-8 278 0 0,-9 12-420 0 0,1 1 1 0 0,0 0-1 0 0,0 1 0 0 0,0-1 1 0 0,1 1-1 0 0,1 0 0 0 0,-1 0 1 0 0,1 1-1 0 0,0 0 0 0 0,0 0 1 0 0,1 1-1 0 0,11-7 0 0 0,-4 6 28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5.8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7 8754 0 0,'-13'-6'920'0'0,"9"11"1122"0"0,10 20 1076 0 0,-4-19-3301 0 0,3 8 401 0 0,0 1 1 0 0,1-1-1 0 0,1 0 0 0 0,1 0 0 0 0,0-1 1 0 0,0 0-1 0 0,1 0 0 0 0,1-1 0 0 0,0 0 0 0 0,19 16 1 0 0,-22-21-112 0 0,1-1 1 0 0,0 0-1 0 0,0 0 1 0 0,0-1 0 0 0,1 0-1 0 0,0 0 1 0 0,0-1-1 0 0,0 0 1 0 0,1-1-1 0 0,-1 0 1 0 0,1 0 0 0 0,0-1-1 0 0,-1 0 1 0 0,1-1-1 0 0,0 0 1 0 0,0-1-1 0 0,13-1 1 0 0,-20 1-301 0 0,0 0 0 0 0,0-1 0 0 0,0 0 1 0 0,0 0-1 0 0,-1 0 0 0 0,1 0 0 0 0,0 0 0 0 0,0-1 0 0 0,-1 1 0 0 0,1-1 0 0 0,-1 0 1 0 0,1 1-1 0 0,-1-1 0 0 0,0 0 0 0 0,0-1 0 0 0,0 1 0 0 0,0 0 0 0 0,0-1 0 0 0,0 1 1 0 0,-1-1-1 0 0,1 1 0 0 0,-1-1 0 0 0,3-5 0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6.0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1 206 4609 0 0,'14'-20'1678'0'0,"-1"-2"-1"0"0,19-40 1 0 0,5-24-4856 0 0,-30 70 2099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6.3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7 4145 0 0,'-1'-3'2394'0'0,"-1"14"-737"0"0,0 19 493 0 0,3-23-1981 0 0,0 0 1 0 0,0-1-1 0 0,1 1 0 0 0,0 0 0 0 0,1-1 1 0 0,-1 0-1 0 0,1 1 0 0 0,0-1 0 0 0,1 0 1 0 0,-1 0-1 0 0,1-1 0 0 0,0 1 0 0 0,1-1 1 0 0,-1 0-1 0 0,1 0 0 0 0,0 0 0 0 0,0-1 1 0 0,1 0-1 0 0,0 0 0 0 0,-1 0 0 0 0,1 0 1 0 0,0-1-1 0 0,1 0 0 0 0,-1-1 0 0 0,0 1 1 0 0,1-1-1 0 0,0 0 0 0 0,-1-1 0 0 0,1 0 1 0 0,0 0-1 0 0,0 0 0 0 0,7-1 0 0 0,-12 0-141 0 0,0 1 0 0 0,0-1 0 0 0,-1-1 0 0 0,1 1 0 0 0,0 0 0 0 0,-1 0 0 0 0,1-1 0 0 0,0 1 0 0 0,-1-1 0 0 0,1 1 0 0 0,0-1 0 0 0,-1 0 0 0 0,1 1 0 0 0,-1-1 0 0 0,1 0-1 0 0,-1 0 1 0 0,0 0 0 0 0,1 0 0 0 0,-1-1 0 0 0,0 1 0 0 0,0 0 0 0 0,0 0 0 0 0,0-1 0 0 0,0 1 0 0 0,0-1 0 0 0,0 1 0 0 0,0-1 0 0 0,0 1 0 0 0,-1-1 0 0 0,1 1 0 0 0,-1-1 0 0 0,1 0-1 0 0,-1 1 1 0 0,0-1 0 0 0,1 0 0 0 0,-1 1 0 0 0,0-1 0 0 0,0 0 0 0 0,0 0 0 0 0,-1-2 0 0 0,0-1 28 0 0,0 0 0 0 0,0-1-1 0 0,0 1 1 0 0,-1 0 0 0 0,0 0 0 0 0,0 0 0 0 0,-1 1-1 0 0,1-1 1 0 0,-1 0 0 0 0,0 1 0 0 0,-6-8-1 0 0,0 3-93 0 0,0 1 0 0 0,0 0 0 0 0,-1 1 0 0 0,-11-7 0 0 0,-23-8-2854 0 0,31 16-2490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6.5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7370 0 0,'5'6'8081'0'0,"21"35"-5828"0"0,41 92-363 0 0,20 34-1669 0 0,-72-144-1263 0 0,1 0 0 0 0,27 30 0 0 0,-27-37-5069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6.7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10 311 8754 0 0,'-1'-3'94'0'0,"-1"0"0"0"0,1 0 0 0 0,0 0 0 0 0,0-1 0 0 0,0 1 0 0 0,0 0 0 0 0,1 0 0 0 0,-1-1 0 0 0,1 1 0 0 0,0 0 0 0 0,0-1 1 0 0,0 1-1 0 0,0-1 0 0 0,1 1 0 0 0,-1 0 0 0 0,1 0 0 0 0,2-6 0 0 0,2-9 281 0 0,2 1 0 0 0,7-17 0 0 0,-6 18-251 0 0,-1 0-86 0 0,0 1 1 0 0,1-1-1 0 0,1 2 1 0 0,0-1-1 0 0,1 1 1 0 0,1 1 0 0 0,0 0-1 0 0,24-22 1 0 0,-22 24-39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8.3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63 3225 0 0,'-18'-26'1390'0'0,"14"21"-467"0"0,0 0-1 0 0,1 0 0 0 0,0 0 1 0 0,-5-11-1 0 0,16 56 3317 0 0,-3 29-3501 0 0,-2-26-188 0 0,19 788 3532 0 0,-13-442-2686 0 0,-2-227-1378 0 0,-6-150-150 0 0,-1 35 319 0 0,0-45-276 0 0,0 1 0 0 0,0 0 0 0 0,-1 0 0 0 0,1-1 0 0 0,-1 1 0 0 0,0 0 0 0 0,0-1 0 0 0,0 1 1 0 0,0-1-1 0 0,0 1 0 0 0,0-1 0 0 0,-1 1 0 0 0,-2 2 0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8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18 2304 0 0,'-1'-1'63'0'0,"0"1"0"0"0,0-1 0 0 0,0 1 0 0 0,0 0 0 0 0,0-1 0 0 0,0 1-1 0 0,0 0 1 0 0,0 0 0 0 0,0 0 0 0 0,0 0 0 0 0,0 0 0 0 0,0 0-1 0 0,0 0 1 0 0,0 0 0 0 0,-1 0 0 0 0,1 0 0 0 0,0 1 0 0 0,0-1-1 0 0,0 0 1 0 0,0 1 0 0 0,0-1 0 0 0,1 1 0 0 0,-1-1 0 0 0,0 1-1 0 0,0-1 1 0 0,0 1 0 0 0,0 0 0 0 0,0-1 0 0 0,1 1 0 0 0,-1 0-1 0 0,0 0 1 0 0,1 0 0 0 0,-1-1 0 0 0,1 1 0 0 0,-1 0 0 0 0,1 0-1 0 0,-1 0 1 0 0,1 0 0 0 0,-1 0 0 0 0,1 0 0 0 0,0 0 0 0 0,0 0-1 0 0,-1 0 1 0 0,1 1 0 0 0,-1 2 177 0 0,0 0 1 0 0,0 0-1 0 0,1 0 1 0 0,0 0-1 0 0,-1-1 0 0 0,1 1 1 0 0,0 0-1 0 0,1 0 0 0 0,-1 0 1 0 0,1 0-1 0 0,1 6 0 0 0,2-1 60 0 0,0-1-1 0 0,0 0 1 0 0,0 0-1 0 0,1 0 1 0 0,1 0-1 0 0,-1-1 0 0 0,1 0 1 0 0,0 0-1 0 0,1-1 1 0 0,0 1-1 0 0,0-1 1 0 0,0-1-1 0 0,9 6 1 0 0,-11-8-146 0 0,1 0 1 0 0,-1-1 0 0 0,0 0 0 0 0,1 0 0 0 0,-1-1 0 0 0,1 1 0 0 0,0-1 0 0 0,-1 0 0 0 0,1-1 0 0 0,0 0 0 0 0,-1 0 0 0 0,1 0 0 0 0,0 0 0 0 0,0-1 0 0 0,-1 0 0 0 0,1 0 0 0 0,0 0 0 0 0,-1-1 0 0 0,1 0 0 0 0,-1 0 0 0 0,0 0 0 0 0,6-4 0 0 0,-3 1 56 0 0,1-1 1 0 0,-1 0 0 0 0,0 0-1 0 0,0-1 1 0 0,-1 1-1 0 0,0-2 1 0 0,0 1 0 0 0,-1-1-1 0 0,7-11 1 0 0,16-30-320 0 0,-5-2-3307 0 0,-16 35 1450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9.4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0 259 920 0 0,'23'3'4067'0'0,"29"2"-3002"0"0,-30-7-331 0 0,0-1 0 0 0,0-1 0 0 0,-1-1 0 0 0,25-9 0 0 0,85-38 2007 0 0,3-1-289 0 0,-17 21-9 0 0,151-22 1 0 0,-215 48-2263 0 0,1 3 1 0 0,0 1-1 0 0,61 8 1 0 0,-64-2-31 0 0,-1-3 0 0 0,1-1 0 0 0,92-14 1 0 0,-103 4-1197 0 0,-38 9 919 0 0,1 0 0 0 0,-1 0 0 0 0,0 0 0 0 0,1 0 0 0 0,-1 0 0 0 0,0-1 0 0 0,0 1 0 0 0,0 0 0 0 0,0-1 0 0 0,0 0 0 0 0,0 1 0 0 0,-1-1 0 0 0,4-4 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39.8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24 3225 0 0,'-16'-4'336'0'0,"-8"-3"1670"0"0,12 1 2645 0 0,12 6-4520 0 0,1-1 0 0 0,-1 1 0 0 0,0 0 0 0 0,0-1 0 0 0,0 1 0 0 0,1 0 0 0 0,-1-1 0 0 0,0 1 0 0 0,1-1 262 0 0,-1 1-262 0 0,0 0 0 0 0,1-1 0 0 0,-1 1 0 0 0,1 0 0 0 0,-1 0 0 0 0,0-1 0 0 0,1 1 0 0 0,-1 0 0 0 0,0 0 0 0 0,1 0 0 0 0,-1 0 0 0 0,1 0 0 0 0,-1 0 0 0 0,0 0 0 0 0,1 0 0 0 0,-1-1 0 0 0,1 1 0 0 0,-1 1 0 0 0,0-1 0 0 0,1 0 0 0 0,-1 0 0 0 0,1 0 0 0 0,-1 0 0 0 0,0 0 0 0 0,1 0 0 0 0,-1 0-1 0 0,1 0 1 0 0,-1 1 0 0 0,0-1 0 0 0,1 0 0 0 0,-1 0 0 0 0,0 1 0 0 0,1-1 262 0 0,0 1-262 0 0,-1-1 0 0 0,0 1 0 0 0,19 15 357 0 0,-1 0 0 0 0,-1 1-1 0 0,27 36 1 0 0,-28-32-264 0 0,1-2 0 0 0,1 1 0 0 0,40 32 1 0 0,29 0-112 0 0,-14-9 943 0 0,-75-40-918 0 0,0 0 0 0 0,-1 0 0 0 0,1-1 0 0 0,-1 1 0 0 0,0-1 0 0 0,1 0 0 0 0,-1 0 0 0 0,0 0 0 0 0,-5 2 1 0 0,7-3-89 0 0,-73 46 518 0 0,-50 34-2687 0 0,105-66-5369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2.2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13 3225 0 0,'-11'-6'1218'0'0,"-7"-1"2761"0"0,17 8-3904 0 0,1 0 0 0 0,-1-1 0 0 0,1 1 0 0 0,-1 0 1 0 0,1-1-1 0 0,0 1 0 0 0,-1 0 0 0 0,1 0 0 0 0,0 0 1 0 0,-1-1-1 0 0,1 1 0 0 0,0 0 0 0 0,0 0 1 0 0,0 0-1 0 0,0 0 0 0 0,0-1 0 0 0,0 1 0 0 0,0 0 1 0 0,0 0-1 0 0,0 0 0 0 0,0 0 0 0 0,1-1 1 0 0,-1 1-1 0 0,0 0 0 0 0,1 0 0 0 0,-1 0 0 0 0,1 1 1 0 0,5 24 476 0 0,1 0 0 0 0,1-1 1 0 0,1 0-1 0 0,1 0 0 0 0,25 42 1 0 0,-27-53-267 0 0,2-1 0 0 0,0 0 1 0 0,0 0-1 0 0,1-1 0 0 0,1-1 1 0 0,0 0-1 0 0,0 0 1 0 0,1-1-1 0 0,1-1 0 0 0,25 14 1 0 0,-25-16-9 0 0,6 4 432 0 0,41 14 0 0 0,-56-23-689 0 0,0-1 0 0 0,-1 0 0 0 0,1 0 0 0 0,0 0 0 0 0,0 0 0 0 0,0-1 0 0 0,0 1 0 0 0,0-1 0 0 0,0-1 0 0 0,0 1 0 0 0,0-1 0 0 0,0 0 0 0 0,0 0 0 0 0,8-2 0 0 0,-10 0-312 0 0,0 1 0 0 0,1-1-1 0 0,-1 0 1 0 0,0 0 0 0 0,0 0-1 0 0,-1 0 1 0 0,1-1 0 0 0,-1 1-1 0 0,1-1 1 0 0,-1 1-1 0 0,0-1 1 0 0,-1 0 0 0 0,1 0-1 0 0,0 0 1 0 0,-1 0 0 0 0,0 0-1 0 0,0 0 1 0 0,0-6 0 0 0,1-7-4745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2.4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4 6449 0 0,'-8'-2'288'0'0,"3"0"57"0"0,3 2-281 0 0,0 0-64 0 0,4 0-193 0 0,0 2-63 0 0,3 0 0 0 0,1 4-8 0 0,1 2-600 0 0,1 1-128 0 0,1 6-16 0 0,-1 1-9 0 0,0 3 801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2.7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58 6913 0 0,'-4'-31'918'0'0,"4"30"-733"0"0,0-1-1 0 0,0 1 0 0 0,0 0 0 0 0,0-1 1 0 0,0 1-1 0 0,1 0 0 0 0,-1 0 1 0 0,0-1-1 0 0,1 1 0 0 0,-1 0 0 0 0,1 0 1 0 0,-1 0-1 0 0,1-1 0 0 0,0 1 1 0 0,-1 0-1 0 0,1 0 0 0 0,0 0 0 0 0,0 0 1 0 0,0 0-1 0 0,2-1 0 0 0,-2 2-45 0 0,-1 0 0 0 0,1 0 0 0 0,0 0 0 0 0,0 0 0 0 0,0 1 0 0 0,0-1 0 0 0,-1 0 0 0 0,1 0 0 0 0,0 1 0 0 0,0-1 1 0 0,-1 1-1 0 0,1-1 0 0 0,0 1 0 0 0,-1-1 0 0 0,1 1 0 0 0,0-1 0 0 0,-1 1 0 0 0,1-1 0 0 0,-1 1 0 0 0,1 0 0 0 0,-1-1 0 0 0,1 1 0 0 0,-1 0 0 0 0,0-1 0 0 0,1 1 0 0 0,-1 1 0 0 0,15 24 734 0 0,-14-24-635 0 0,13 24-36 0 0,1 0-1 0 0,1-1 1 0 0,1-1 0 0 0,1-1-1 0 0,29 30 1 0 0,-46-52-262 0 0,3 2-292 0 0,-1 0-1 0 0,0 0 1 0 0,0 1-1 0 0,0-1 1 0 0,-1 1-1 0 0,1 0 0 0 0,-1 0 1 0 0,4 6-1 0 0,-5-4-875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3.2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1 203 1840 0 0,'1'-14'551'0'0,"1"0"-1"0"0,1 0 0 0 0,0 0 1 0 0,1 0-1 0 0,0 1 0 0 0,1 0 0 0 0,1 0 1 0 0,0 0-1 0 0,1 0 0 0 0,11-15 1 0 0,-16 25-378 0 0,-1 0 1 0 0,2 1 0 0 0,-1-1 0 0 0,0 0-1 0 0,1 1 1 0 0,-1-1 0 0 0,1 1-1 0 0,-1 0 1 0 0,1 0 0 0 0,0 0 0 0 0,0 0-1 0 0,0 0 1 0 0,1 1 0 0 0,-1-1 0 0 0,0 1-1 0 0,0 0 1 0 0,1 0 0 0 0,-1 0-1 0 0,7 0 1 0 0,-7 1-69 0 0,0 1 0 0 0,0-1 1 0 0,0 1-1 0 0,0 0 0 0 0,0 0 0 0 0,0 0 0 0 0,-1 0 0 0 0,1 0 1 0 0,0 1-1 0 0,-1 0 0 0 0,1-1 0 0 0,-1 1 0 0 0,1 0 0 0 0,-1 0 1 0 0,0 0-1 0 0,0 0 0 0 0,0 1 0 0 0,0-1 0 0 0,0 1 0 0 0,-1-1 1 0 0,1 1-1 0 0,2 5 0 0 0,2 5 207 0 0,-1 1-1 0 0,-1 0 1 0 0,0 0 0 0 0,0 0 0 0 0,-2 0-1 0 0,0 1 1 0 0,0 0 0 0 0,-1 19-1 0 0,0-10 1011 0 0,7 43 0 0 0,-8-67-1301 0 0,1 1-1 0 0,-1-1 0 0 0,0 1 1 0 0,0-1-1 0 0,0 1 1 0 0,0-1-1 0 0,0 0 0 0 0,0 1 1 0 0,1-1-1 0 0,-1 1 1 0 0,0-1-1 0 0,0 1 1 0 0,1-1-1 0 0,-1 0 0 0 0,0 1 1 0 0,0-1-1 0 0,1 0 1 0 0,-1 1-1 0 0,0-1 1 0 0,1 0-1 0 0,-1 0 0 0 0,1 1 1 0 0,-1-1-1 0 0,0 0 1 0 0,1 0-1 0 0,-1 1 1 0 0,1-1-1 0 0,-1 0 0 0 0,1 0 1 0 0,-1 0-1 0 0,0 0 1 0 0,1 0-1 0 0,-1 0 1 0 0,2 0-1 0 0,16-9 85 0 0,13-20-615 0 0,9-22-3050 0 0,-16 15-3597 0 0,28-57 0 0 0,-52 92 7362 0 0,1 0-1 0 0,-1 0 0 0 0,1 0 1 0 0,0 0-1 0 0,0 0 0 0 0,-1 0 1 0 0,1 0-1 0 0,0 0 0 0 0,0 1 1 0 0,0-1-1 0 0,0 0 0 0 0,0 0 1 0 0,0 1-1 0 0,0-1 0 0 0,0 1 1 0 0,0-1-1 0 0,0 1 1 0 0,0 0-1 0 0,0-1 0 0 0,0 1 1 0 0,0 0-1 0 0,0 0 0 0 0,1-1 1 0 0,1 1-1 0 0,1 1 394 0 0,0-1 1 0 0,-1 1-1 0 0,1-1 1 0 0,0 1-1 0 0,-1 0 1 0 0,1 1-1 0 0,-1-1 0 0 0,5 3 1 0 0,2 1 506 0 0,0 1 0 0 0,-1 0 0 0 0,1 1 0 0 0,14 14 0 0 0,29 39-538 0 0,-36-38-2612 0 0,-2 1-1 0 0,17 33 1 0 0,-25-42 1997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4.3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16 5985 0 0,'-1'-15'14907'0'0,"1"17"-14906"0"0,-1 1-1 0 0,0 0 0 0 0,1 0 0 0 0,0 0 0 0 0,0 0 0 0 0,0 0 0 0 0,0 0 0 0 0,0 0 0 0 0,0 0 0 0 0,1 0 0 0 0,-1 0 0 0 0,1-1 0 0 0,0 1 0 0 0,0 0 0 0 0,0 0 0 0 0,0-1 0 0 0,0 1 0 0 0,2 2 0 0 0,35 63 7 0 0,-27-50-7 0 0,-1 0 0 0 0,7 13 0 0 0,1-1 0 0 0,2 0 0 0 0,0-2 0 0 0,27 28 0 0 0,-41-50 0 0 0,0 0 0 0 0,0 0 0 0 0,1 0 0 0 0,-1-1 0 0 0,1 0 0 0 0,0-1 0 0 0,1 0 0 0 0,-1 0 0 0 0,1 0 0 0 0,0-1 0 0 0,0 0 0 0 0,0 0 0 0 0,0-1 0 0 0,0 0 0 0 0,0-1 0 0 0,1 0 0 0 0,-1 0 0 0 0,1-1 0 0 0,-1 0 0 0 0,0 0 0 0 0,1-1 0 0 0,14-2 0 0 0,-19 1-351 0 0,1 1-1 0 0,0 0 0 0 0,0-1 0 0 0,-1 0 0 0 0,1 0 1 0 0,-1-1-1 0 0,1 1 0 0 0,-1-1 0 0 0,0 0 1 0 0,0 0-1 0 0,0 0 0 0 0,-1-1 0 0 0,1 1 0 0 0,-1-1 1 0 0,1 0-1 0 0,-1 0 0 0 0,-1 0 0 0 0,5-6 0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4.5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16 5065 0 0,'-15'-16'2460'0'0,"16"16"-2430"0"0,0 1-1 0 0,0-1 0 0 0,-1 0 0 0 0,1 1 0 0 0,0-1 0 0 0,0 0 1 0 0,-1 1-1 0 0,1-1 0 0 0,0 1 0 0 0,-1-1 0 0 0,1 1 1 0 0,-1-1-1 0 0,1 1 0 0 0,0 0 0 0 0,-1-1 0 0 0,0 1 0 0 0,1 0 1 0 0,-1-1-1 0 0,1 1 0 0 0,-1 0 0 0 0,0-1 0 0 0,1 1 1 0 0,-1 1-1 0 0,27 38-317 0 0,-18-22 288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4.9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12 10138 0 0,'-4'-12'1234'0'0,"11"19"582"0"0,10 16-73 0 0,-8 0-1106 0 0,0 0 0 0 0,8 32 0 0 0,-11-32-601 0 0,1 0 1 0 0,13 27-1 0 0,-16-42-393 0 0,0-1 1 0 0,0 0 0 0 0,1-1-1 0 0,0 1 1 0 0,0-1 0 0 0,1 1-1 0 0,-1-2 1 0 0,1 1 0 0 0,0-1-1 0 0,12 8 1 0 0,-8-6-1526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5.2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1 129 920 0 0,'2'-10'494'0'0,"0"0"-1"0"0,1 1 0 0 0,0-1 1 0 0,1 1-1 0 0,0 0 1 0 0,6-10-1 0 0,-8 15 11 0 0,1 0 0 0 0,-1 0-1 0 0,1 1 1 0 0,-1-1 0 0 0,1 1 0 0 0,0 0 0 0 0,0 0 0 0 0,1 0-1 0 0,-1 0 1 0 0,0 0 0 0 0,1 1 0 0 0,0-1 0 0 0,0 1-1 0 0,0 0 1 0 0,0 0 0 0 0,6-2 0 0 0,-9 4-368 0 0,0 0 0 0 0,0 0-1 0 0,1 0 1 0 0,-1 0 0 0 0,0 0 0 0 0,0 0 0 0 0,0 0 0 0 0,0 0 0 0 0,0 0 0 0 0,0 0 0 0 0,0 0 0 0 0,0 1-1 0 0,0-1 1 0 0,0 0 0 0 0,0 1 0 0 0,0-1 0 0 0,0 1 0 0 0,-1-1 0 0 0,1 1 0 0 0,0-1 0 0 0,0 1 0 0 0,0 0-1 0 0,0 0 1 0 0,1 1 0 0 0,-1 0-5 0 0,0 0 0 0 0,1 1 0 0 0,-1-1-1 0 0,0 1 1 0 0,0-1 0 0 0,0 1 0 0 0,0 0 0 0 0,-1-1 0 0 0,1 5-1 0 0,1 6 53 0 0,-2 0 0 0 0,0-1 0 0 0,-1 15 0 0 0,1-25-99 0 0,-3 19 241 0 0,-2 29 360 0 0,5-48-622 0 0,0 1-1 0 0,0-1 1 0 0,0 1-1 0 0,0-1 0 0 0,1 1 1 0 0,-1-1-1 0 0,1 0 1 0 0,-1 1-1 0 0,1-1 1 0 0,0 0-1 0 0,0 1 1 0 0,0-1-1 0 0,0 0 1 0 0,0 0-1 0 0,3 3 1 0 0,-3-4-21 0 0,1 0 1 0 0,0 0-1 0 0,0 0 0 0 0,0-1 1 0 0,-1 1-1 0 0,1 0 1 0 0,0-1-1 0 0,0 1 0 0 0,0-1 1 0 0,0 1-1 0 0,0-1 1 0 0,0 0-1 0 0,0 0 0 0 0,0 0 1 0 0,0 0-1 0 0,0-1 1 0 0,0 1-1 0 0,0 0 0 0 0,0-1 1 0 0,0 1-1 0 0,0-1 1 0 0,3-1-1 0 0,44-20 9 0 0,-45 19 3 0 0,50-27-301 0 0,1 0-1315 0 0,-17 10-2452 0 0,-23 14-1887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45.9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0 100 5065 0 0,'3'-12'1121'0'0,"1"1"-1"0"0,0 0 1 0 0,7-15-1 0 0,-10 24-802 0 0,1-1 0 0 0,-1 0 0 0 0,0 1 0 0 0,1-1 0 0 0,0 1 0 0 0,0 0 0 0 0,0 0 0 0 0,0-1 0 0 0,0 1 0 0 0,0 0 0 0 0,0 1 0 0 0,1-1 0 0 0,-1 0 0 0 0,0 1 0 0 0,1-1 0 0 0,0 1 0 0 0,-1 0 0 0 0,1 0 0 0 0,3-1 0 0 0,-4 2-246 0 0,-1 0 1 0 0,1 0-1 0 0,0 0 0 0 0,-1 1 0 0 0,1-1 0 0 0,0 0 0 0 0,-1 1 0 0 0,1-1 0 0 0,0 1 0 0 0,-1 0 0 0 0,1 0 0 0 0,-1-1 0 0 0,0 1 0 0 0,1 0 0 0 0,-1 0 0 0 0,0 1 0 0 0,1-1 1 0 0,-1 0-1 0 0,0 0 0 0 0,0 0 0 0 0,0 1 0 0 0,0-1 0 0 0,0 1 0 0 0,0-1 0 0 0,0 1 0 0 0,-1-1 0 0 0,1 1 0 0 0,0-1 0 0 0,-1 1 0 0 0,1 2 0 0 0,2 7 40 0 0,0-1-1 0 0,0 1 1 0 0,0 13-1 0 0,-3-23-71 0 0,3 45 291 0 0,-4-37-289 0 0,1 0 1 0 0,0 0-1 0 0,1-1 1 0 0,0 1-1 0 0,1 0 1 0 0,0 0-1 0 0,0-1 1 0 0,6 15-1 0 0,-7-21-42 0 0,0-1 0 0 0,0 0 0 0 0,0 0 0 0 0,0 0 0 0 0,0 0 0 0 0,0 0 0 0 0,0 0 0 0 0,0 0 1 0 0,1 0-1 0 0,-1 0 0 0 0,0-1 0 0 0,0 1 0 0 0,1 0 0 0 0,-1-1 0 0 0,1 1 0 0 0,-1-1 0 0 0,1 1 0 0 0,-1-1 0 0 0,1 0 0 0 0,-1 0 0 0 0,1 0 0 0 0,-1 1 0 0 0,1-2 0 0 0,-1 1 0 0 0,1 0 0 0 0,-1 0 0 0 0,3-1 0 0 0,48-16 63 0 0,-24 7 49 0 0,-25 10-94 0 0,-1-1 0 0 0,1 0 0 0 0,0 1 0 0 0,0-1 0 0 0,-1 1 0 0 0,1 0-1 0 0,0 0 1 0 0,0 0 0 0 0,0 0 0 0 0,-1 0 0 0 0,1 1 0 0 0,0-1 0 0 0,0 1 0 0 0,-1 0 0 0 0,1 0 0 0 0,3 1-1 0 0,-5 0-2 0 0,1-1-1 0 0,-1 1 0 0 0,0-1 1 0 0,1 1-1 0 0,-1 0 0 0 0,0-1 1 0 0,0 1-1 0 0,0 0 0 0 0,0 0 1 0 0,-1 0-1 0 0,1-1 0 0 0,0 1 1 0 0,-1 0-1 0 0,0 0 0 0 0,1 0 1 0 0,-1 0-1 0 0,0 0 0 0 0,0 0 1 0 0,0 0-1 0 0,0 1 0 0 0,0-1 1 0 0,0 0-1 0 0,-1 2 0 0 0,-1 4 25 0 0,1 1 0 0 0,-1-1 1 0 0,0 0-1 0 0,-5 10 0 0 0,-7 13-5532 0 0,3-9-884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1.3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96 3225 0 0,'-1'-9'627'0'0,"0"0"0"0"0,0 0 0 0 0,-1 0 1 0 0,0 0-1 0 0,-1 0 0 0 0,0 0 0 0 0,0 1 1 0 0,-9-17-1 0 0,9 61 2402 0 0,20 218-1095 0 0,-2-89-1212 0 0,41 476 94 0 0,-56-636-820 0 0,4 58-646 0 0,-4-57 552 0 0,0-1 0 0 0,0 1-1 0 0,-1-1 1 0 0,0 0 0 0 0,0 1 0 0 0,0-1 0 0 0,-1 0-1 0 0,0 0 1 0 0,-3 8 0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1.7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36 132 2304 0 0,'-20'-46'375'0'0,"4"9"5497"0"0,29 63-2500 0 0,48 99-1356 0 0,-59-120-2008 0 0,14 32 242 0 0,1-2 0 0 0,43 67 1 0 0,-54-93-215 0 0,0-1-1 0 0,1 1 1 0 0,1-1 0 0 0,-1-1 0 0 0,1 1 0 0 0,0-1 0 0 0,1-1 0 0 0,0 0-1 0 0,0 0 1 0 0,0 0 0 0 0,0-1 0 0 0,1-1 0 0 0,0 0 0 0 0,0 0 0 0 0,1 0-1 0 0,11 1 1 0 0,-17-5 11 0 0,1 0-1 0 0,0 0 0 0 0,0 0 1 0 0,-1-1-1 0 0,1 0 0 0 0,0 0 1 0 0,-1 0-1 0 0,1-1 1 0 0,-1 0-1 0 0,0 0 0 0 0,1 0 1 0 0,-1-1-1 0 0,0 0 0 0 0,0 0 1 0 0,-1 0-1 0 0,1 0 1 0 0,-1-1-1 0 0,1 0 0 0 0,-1 0 1 0 0,4-5-1 0 0,10-11 350 0 0,-1-1 1 0 0,27-42-1 0 0,-41 57-374 0 0,65-113 835 0 0,7-12-1016 0 0,-61 111-873 0 0,0 0 0 0 0,18-17 0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2.8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123 65 3225 0 0,'1'-49'855'0'0,"-1"33"4796"0"0,-21 268-1327 0 0,-34 124-3368 0 0,35-247-332 0 0,6 0 0 0 0,3 207 1 0 0,11-329-1585 0 0,-2-19-3163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3.32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 35 4145 0 0,'-13'-31'4224'0'0,"12"31"-4189"0"0,1 0 1 0 0,0 0-1 0 0,0 0 1 0 0,0 0-1 0 0,0 0 1 0 0,0 0-1 0 0,0-1 1 0 0,0 1-1 0 0,0 0 1 0 0,0 0-1 0 0,0 0 1 0 0,0 0-1 0 0,0 0 1 0 0,0 0-1 0 0,0 0 1 0 0,0 0-1 0 0,0-1 0 0 0,0 1 1 0 0,0 0-1 0 0,0 0 1 0 0,0 0-1 0 0,1-1 462 0 0,-1 1-462 0 0,0 0 1 0 0,0 0-1 0 0,0 0 1 0 0,0 0-1 0 0,1 0 1 0 0,-1 0-1 0 0,0 0 1 0 0,0 0-1 0 0,0-1 1 0 0,0 1-1 0 0,0 0 1 0 0,0 0-1 0 0,0 0 0 0 0,0 0 1 0 0,1 0-1 0 0,-1 0 1 0 0,0 0-1 0 0,0 0 1 0 0,0 1-1 0 0,0-1 1 0 0,0 0-1 0 0,0 0 1 0 0,0 0-1 0 0,0 0 1 0 0,0 0-1 0 0,1 0 1 0 0,11 15 1163 0 0,5 10-252 0 0,20 46 1 0 0,9 16-390 0 0,-40-77-490 0 0,1-1 1 0 0,0 0-1 0 0,0 0 1 0 0,1-1-1 0 0,0 0 1 0 0,13 10-1 0 0,-19-16-24 0 0,1 0 1 0 0,0-1-1 0 0,-1 1 0 0 0,1-1 1 0 0,0 1-1 0 0,0-1 0 0 0,-1 0 1 0 0,1 0-1 0 0,0 0 0 0 0,0-1 1 0 0,0 1-1 0 0,0-1 0 0 0,0 1 0 0 0,0-1 1 0 0,1 0-1 0 0,-1 0 0 0 0,0 0 1 0 0,0-1-1 0 0,0 1 0 0 0,0-1 1 0 0,0 0-1 0 0,0 0 0 0 0,-1 0 1 0 0,1 0-1 0 0,0 0 0 0 0,0 0 1 0 0,0-1-1 0 0,-1 0 0 0 0,1 1 0 0 0,-1-1 1 0 0,4-3-1 0 0,6-7 171 0 0,0 0 0 0 0,-1-1 0 0 0,0 0 0 0 0,14-24 0 0 0,-4 7-103 0 0,15-16-540 0 0,-16 19-185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3.8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0 168 4145 0 0,'11'-9'531'0'0,"0"1"1"0"0,0 0 0 0 0,0 0-1 0 0,1 1 1 0 0,1 0-1 0 0,-1 2 1 0 0,1-1 0 0 0,0 1-1 0 0,0 1 1 0 0,24-5-1 0 0,3 2 406 0 0,-1 2-1 0 0,58-1 0 0 0,297-4 3211 0 0,-284 7-3946 0 0,109-5 378 0 0,-170 3-471 0 0,0-2 0 0 0,70-19 0 0 0,-104 21-464 0 0,-11 4 139 0 0,-1-1 1 0 0,1 1-1 0 0,0-1 1 0 0,0 1 0 0 0,0 1-1 0 0,0-1 1 0 0,0 0-1 0 0,0 1 1 0 0,6 0-1 0 0,-8 1-615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7:54.4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118 49 1824 0 0,'-49'-24'1001'0'0,"18"7"711"0"0,-7 10 10299 0 0,38 7-11874 0 0,6 16 1675 0 0,12 16-1713 0 0,14 16-37 0 0,-1-3 77 0 0,41 49 0 0 0,-59-80-118 0 0,0 0-1 0 0,1-1 1 0 0,0-1-1 0 0,1-1 1 0 0,0 0-1 0 0,1 0 1 0 0,21 9-1 0 0,31 17-20 0 0,-68-36 3 0 0,0 0 0 0 0,1-1 0 0 0,-1 1 0 0 0,0 0 0 0 0,0 0 0 0 0,0 0-1 0 0,0 0 1 0 0,1-1 0 0 0,-1 1 0 0 0,0 0 0 0 0,-1 0 0 0 0,1 0 0 0 0,0 0 0 0 0,0 0 0 0 0,0 0 0 0 0,0-1-1 0 0,-1 1 1 0 0,1 0 0 0 0,0 0 0 0 0,-1 0 0 0 0,1-1 0 0 0,-1 1 0 0 0,1 0 0 0 0,-1 0 0 0 0,1-1 0 0 0,-1 1 0 0 0,0 0-1 0 0,-16 22 144 0 0,1-7 225 0 0,-2 0 1 0 0,0 0-1 0 0,-32 20 0 0 0,-27 21 46 0 0,70-50-714 0 0,-1 1-1 0 0,1 0 0 0 0,0 0 1 0 0,0 0-1 0 0,1 1 0 0 0,-9 16 0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5.1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14 2761 0 0,'-8'-2'1415'0'0,"-21"-7"1556"0"0,28 8-2708 0 0,0 1 1 0 0,0-1-1 0 0,0 1 1 0 0,0 0-1 0 0,0 0 1 0 0,0 0-1 0 0,0 0 1 0 0,-1 0-1 0 0,1 0 1 0 0,0 0-1 0 0,0 0 1 0 0,0 0-1 0 0,0 0 1 0 0,0 1-1 0 0,0-1 1 0 0,0 0-1 0 0,-1 1 1 0 0,0 0-1 0 0,2-1-122 0 0,0 0 0 0 0,0 1-1 0 0,0-1 1 0 0,0 1 0 0 0,-1-1 0 0 0,1 0-1 0 0,0 1 1 0 0,0-1 0 0 0,0 1-1 0 0,0-1 1 0 0,0 0 0 0 0,0 1 0 0 0,0-1-1 0 0,0 1 1 0 0,0-1 0 0 0,0 0-1 0 0,0 1 1 0 0,1-1 0 0 0,-1 1-1 0 0,0-1 1 0 0,0 0 0 0 0,0 1 0 0 0,0-1-1 0 0,1 0 1 0 0,-1 1 0 0 0,13 16 949 0 0,-12-15-1094 0 0,93 126 1389 0 0,182 190 0 0 0,-270-311-1378 0 0,5 4 143 0 0,0 0 0 0 0,-1 1 0 0 0,0 0 0 0 0,-1 1 0 0 0,9 17-1 0 0,-16-27-117 0 0,0 1 0 0 0,-1-1-1 0 0,0 1 1 0 0,1-1 0 0 0,-2 1-1 0 0,1 0 1 0 0,0 0 0 0 0,-1-1-1 0 0,1 1 1 0 0,-1 0 0 0 0,0 0-1 0 0,0 0 1 0 0,-1-1-1 0 0,1 1 1 0 0,-1 0 0 0 0,0 0-1 0 0,0-1 1 0 0,0 1 0 0 0,0 0-1 0 0,-1-1 1 0 0,0 0 0 0 0,1 1-1 0 0,-1-1 1 0 0,0 0 0 0 0,-1 0-1 0 0,1 0 1 0 0,-3 3 0 0 0,-34 34 614 0 0,-72 58 0 0 0,-7 5-298 0 0,102-86-248 0 0,-10 8-130 0 0,0 2-1 0 0,-34 47 0 0 0,60-73-31 0 0,0-1 1 0 0,0 0-1 0 0,-1 1 0 0 0,1-1 1 0 0,0 0-1 0 0,0 0 0 0 0,0 1 1 0 0,0-1-1 0 0,0 0 1 0 0,-1 1-1 0 0,1-1 0 0 0,0 0 1 0 0,0 1-1 0 0,0-1 0 0 0,0 0 1 0 0,0 1-1 0 0,0-1 1 0 0,0 0-1 0 0,0 1 0 0 0,0-1 1 0 0,0 0-1 0 0,0 1 0 0 0,1-1 1 0 0,-1 0-1 0 0,0 1 0 0 0,0-1 1 0 0,0 0-1 0 0,0 1 1 0 0,0-1-1 0 0,1 0 0 0 0,-1 1 1 0 0,0-1-1 0 0,0 0 0 0 0,0 0 1 0 0,1 1-1 0 0,-1-1 0 0 0,0 0 1 0 0,0 0-1 0 0,1 0 1 0 0,-1 1-1 0 0,0-1 0 0 0,1 0 1 0 0,-1 0-1 0 0,0 0 0 0 0,1 0 1 0 0,-1 0-1 0 0,0 0 0 0 0,1 1 1 0 0,-1-1-1 0 0,1 0 1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5.7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140 500 2304 0 0,'-54'-96'4611'0'0,"-23"-37"2733"0"0,68 120-4674 0 0,15 24-876 0 0,12 18-934 0 0,-2-7-794 0 0,0-2 1 0 0,1 0-1 0 0,1-1 1 0 0,1 0-1 0 0,0-2 1 0 0,2 0-1 0 0,28 17 1 0 0,-33-24-37 0 0,0-1-1 0 0,1 0 1 0 0,0-1 0 0 0,1-1 0 0 0,-1-1 0 0 0,1-1 0 0 0,1 0 0 0 0,-1-1-1 0 0,1-1 1 0 0,33 1 0 0 0,-44-4 40 0 0,0 0-1 0 0,1-1 1 0 0,-1 0 0 0 0,0-1 0 0 0,0 0-1 0 0,1 0 1 0 0,-1-1 0 0 0,-1 0-1 0 0,1 0 1 0 0,0-1 0 0 0,-1 1 0 0 0,13-10-1 0 0,-10 5 73 0 0,-1-1 0 0 0,0 1-1 0 0,0-2 1 0 0,-1 1 0 0 0,0-1-1 0 0,0 0 1 0 0,10-19 0 0 0,-2-5 119 0 0,-1-1 0 0 0,-2 0 0 0 0,-1-1 1 0 0,11-60-1 0 0,-20 77-318 0 0,2 0-1 0 0,0 0 1 0 0,1 1 0 0 0,1-1-1 0 0,0 2 1 0 0,20-34 0 0 0,-22 44-358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6.6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59 8290 0 0,'-1'0'4'0'0,"-36"-31"2347"0"0,35 28-1748 0 0,0 1 0 0 0,1 0-1 0 0,-1 0 1 0 0,1-1 0 0 0,-1 1 0 0 0,1-1 0 0 0,0 1-1 0 0,-1-1 1 0 0,1-2 0 0 0,30 36 2790 0 0,17 34-3243 0 0,46 89 0 0 0,-63-100-324 0 0,2-2 0 0 0,3-1 0 0 0,62 73 0 0 0,-68-96-525 0 0,24 27-599 0 0,-26-13-4986 0 0,-21-29 1368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6.9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35 296 3225 0 0,'-7'-17'869'0'0,"1"1"0"0"0,1-1-1 0 0,0 1 1 0 0,2-2 0 0 0,-1 1 0 0 0,2 0 0 0 0,1 0 0 0 0,0-1 0 0 0,1 1 0 0 0,4-31 0 0 0,-3 43-578 0 0,0 0 1 0 0,0 0 0 0 0,1 0-1 0 0,0 0 1 0 0,0 0 0 0 0,0 0-1 0 0,0 1 1 0 0,1-1 0 0 0,0 1-1 0 0,0-1 1 0 0,0 1 0 0 0,7-6-1 0 0,-9 8-236 0 0,1 1 0 0 0,-1 0 0 0 0,1 0-1 0 0,-1 0 1 0 0,1 1 0 0 0,-1-1 0 0 0,1 0 0 0 0,0 1-1 0 0,-1-1 1 0 0,1 0 0 0 0,0 1 0 0 0,-1 0 0 0 0,1-1-1 0 0,0 1 1 0 0,-1 0 0 0 0,1 0 0 0 0,0 0 0 0 0,0 0 0 0 0,-1 0-1 0 0,1 1 1 0 0,0-1 0 0 0,0 0 0 0 0,-1 1 0 0 0,1 0-1 0 0,-1-1 1 0 0,1 1 0 0 0,0 0 0 0 0,-1-1 0 0 0,1 1-1 0 0,-1 0 1 0 0,1 0 0 0 0,-1 0 0 0 0,0 1 0 0 0,0-1-1 0 0,1 0 1 0 0,-1 0 0 0 0,0 1 0 0 0,0-1 0 0 0,0 1 0 0 0,1 2-1 0 0,11 16-73 0 0,-1 0 1 0 0,-1 2-1 0 0,0-1 0 0 0,-2 1 0 0 0,-1 1 0 0 0,11 44 0 0 0,15 41 344 0 0,-29-94-96 0 0,1-1 0 0 0,1 0 0 0 0,0-1 0 0 0,0 0 0 0 0,17 20 0 0 0,-23-30-198 0 0,0 0-1 0 0,1-1 0 0 0,0 1 0 0 0,-1-1 1 0 0,1 1-1 0 0,0-1 0 0 0,-1 0 0 0 0,1 1 0 0 0,0-1 1 0 0,0 0-1 0 0,0 0 0 0 0,0 0 0 0 0,0-1 1 0 0,0 1-1 0 0,0 0 0 0 0,1-1 0 0 0,-1 1 1 0 0,0-1-1 0 0,0 0 0 0 0,0 0 0 0 0,1 0 0 0 0,-1 0 1 0 0,0 0-1 0 0,0 0 0 0 0,0-1 0 0 0,1 1 1 0 0,-1-1-1 0 0,0 1 0 0 0,0-1 0 0 0,0 0 1 0 0,0 0-1 0 0,0 0 0 0 0,0 0 0 0 0,0 0 0 0 0,0 0 1 0 0,3-3-1 0 0,6-6-596 0 0,-1 1 0 0 0,0-2 0 0 0,0 1 0 0 0,13-21 0 0 0,-5 8-1557 0 0,44-49-4429 0 0,-49 58 5176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7.1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19 2761 0 0,'23'-13'70'0'0,"-21"12"413"0"0,1 0 0 0 0,0 0 1 0 0,-1 1-1 0 0,1-1 0 0 0,0 0 1 0 0,-1 1-1 0 0,1-1 0 0 0,0 1 0 0 0,4 0 1 0 0,-5 1-154 0 0,1-1 0 0 0,-1 1 1 0 0,1 0-1 0 0,-1 0 1 0 0,1 0-1 0 0,-1 0 0 0 0,1 0 1 0 0,-1 0-1 0 0,0 1 0 0 0,0-1 1 0 0,0 1-1 0 0,0 0 0 0 0,0 0 1 0 0,0-1-1 0 0,0 1 1 0 0,0 1-1 0 0,-1-1 0 0 0,1 0 1 0 0,1 4-1 0 0,23 37 1076 0 0,24 59 0 0 0,-11-20-2438 0 0,-15-34-809 0 0,-10-21 890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7.4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66 119 6913 0 0,'15'29'4489'0'0,"-8"-9"-4071"0"0,0-2 0 0 0,2 1-1 0 0,0-1 1 0 0,1 0 0 0 0,15 20-1 0 0,-22-34-337 0 0,1 1 0 0 0,-1-1 0 0 0,1-1 0 0 0,-1 1 0 0 0,1-1 0 0 0,0 1 0 0 0,1-1 0 0 0,-1 0 0 0 0,0 0 0 0 0,1-1 0 0 0,0 1 0 0 0,-1-1 1 0 0,1 0-1 0 0,0-1 0 0 0,0 1 0 0 0,0-1 0 0 0,1 0 0 0 0,-1 0 0 0 0,0 0 0 0 0,0-1 0 0 0,0 0 0 0 0,1 0 0 0 0,-1 0 0 0 0,0-1 0 0 0,10-2 0 0 0,-12 3 53 0 0,-1-1 1 0 0,1 1 0 0 0,-1-1 0 0 0,1 0-1 0 0,-1 0 1 0 0,0 0 0 0 0,1 0-1 0 0,-1-1 1 0 0,0 1 0 0 0,0-1 0 0 0,0 1-1 0 0,0-1 1 0 0,0 0 0 0 0,0 1-1 0 0,-1-1 1 0 0,1 0 0 0 0,-1 0 0 0 0,1 0-1 0 0,-1-1 1 0 0,0 1 0 0 0,2-3-1 0 0,-2 1 40 0 0,0 0-1 0 0,0 0 1 0 0,-1 0-1 0 0,1 0 1 0 0,-1-1-1 0 0,0 1 0 0 0,0 0 1 0 0,0 0-1 0 0,-1 0 1 0 0,0 0-1 0 0,-2-8 1 0 0,-1-1 41 0 0,0 1 1 0 0,-1 0-1 0 0,-1 1 1 0 0,0-1-1 0 0,0 1 1 0 0,-1 0-1 0 0,-14-15 1 0 0,6 10-144 0 0,-1 0 1 0 0,0 1-1 0 0,-24-16 1 0 0,30 24-266 0 0,0 1 1 0 0,0 0-1 0 0,-1 0 0 0 0,0 1 1 0 0,0 0-1 0 0,0 1 0 0 0,-21-4 1 0 0,30 7 6 0 0,-1 1 0 0 0,1-1 1 0 0,-1 1-1 0 0,1 0 1 0 0,0 0-1 0 0,-1 1 1 0 0,1-1-1 0 0,-1 0 1 0 0,1 1-1 0 0,-1-1 1 0 0,1 1-1 0 0,0 0 0 0 0,0 0 1 0 0,-1 0-1 0 0,1 0 1 0 0,0 0-1 0 0,0 0 1 0 0,0 1-1 0 0,0-1 1 0 0,0 1-1 0 0,0 0 0 0 0,0-1 1 0 0,1 1-1 0 0,-1 0 1 0 0,-2 3-1 0 0,-5 13-1348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39.8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19 3225 0 0,'0'-3'288'0'0,"0"2"-288"0"0,1 0 0 0 0,0 1 152 0 0,1-2-24 0 0,1 0-8 0 0,-1-1 0 0 0,2 0-288 0 0,3 1-56 0 0,-2 0-16 0 0,1 2 0 0 0,2 2 240 0 0,-2-1-72 0 0,2-1 72 0 0,-1 0 0 0 0,-2 1-64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43.0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458 125 3225 0 0,'-46'-22'14144'0'0,"44"22"-13715"0"0,-20-34 2416 0 0,15 22-2784 0 0,-19-25-130 0 0,25 35 111 0 0,-1 1 1 0 0,1-1-1 0 0,-1 0 1 0 0,1 1-1 0 0,-1 0 1 0 0,0-1-1 0 0,0 1 1 0 0,1 0-1 0 0,-1 0 0 0 0,0 0 1 0 0,0 0-1 0 0,0 0 1 0 0,0 0-1 0 0,0 1 1 0 0,0-1-1 0 0,-5 0 1 0 0,7 1 37 0 0,-1 1 2 0 0,0-1 178 0 0,2 4-194 0 0,15 24-96 0 0,2 0 0 0 0,1-1-1 0 0,1-1 1 0 0,1-1 0 0 0,26 24 0 0 0,-31-32 31 0 0,-13-13 16 0 0,1 0 1 0 0,-1 1 0 0 0,0-1-1 0 0,0 1 1 0 0,0-1 0 0 0,0 1-1 0 0,-1 0 1 0 0,0 0 0 0 0,0 0-1 0 0,0 0 1 0 0,-1 0 0 0 0,1 1-1 0 0,-1-1 1 0 0,0 11 0 0 0,-1-13-8 0 0,0 0 1 0 0,0 0-1 0 0,-1 1 1 0 0,1-1-1 0 0,-1 0 1 0 0,0 0-1 0 0,0 0 1 0 0,0 0-1 0 0,-1 0 1 0 0,1-1-1 0 0,-1 1 0 0 0,1 0 1 0 0,-1-1-1 0 0,0 1 1 0 0,0-1-1 0 0,0 1 1 0 0,0-1-1 0 0,-1 0 1 0 0,1 0-1 0 0,0 0 1 0 0,-1 0-1 0 0,0 0 1 0 0,1-1-1 0 0,-1 1 1 0 0,0-1-1 0 0,-5 2 1 0 0,-51 17 373 0 0,38-14-64 0 0,-40 18 0 0 0,45-16-312 0 0,-13 7 77 0 0,-1-1 1 0 0,-51 16-1 0 0,59-25-150 0 0,1 2 1 0 0,0 0-1 0 0,1 1 0 0 0,0 1 1 0 0,-37 22-1 0 0,57-31 14 0 0,0 1 0 0 0,-1-1 0 0 0,1 0 0 0 0,0 1 0 0 0,0-1 0 0 0,0 1 0 0 0,-1-1 0 0 0,1 0 0 0 0,0 1 0 0 0,0-1-1 0 0,0 1 1 0 0,0-1 0 0 0,0 0 0 0 0,0 1 0 0 0,0-1 0 0 0,0 1 0 0 0,0-1 0 0 0,0 0 0 0 0,0 1 0 0 0,0-1 0 0 0,0 1 0 0 0,0-1 0 0 0,0 1 0 0 0,0-1 0 0 0,0 0 0 0 0,1 1 0 0 0,-1-1 0 0 0,0 0 0 0 0,0 1 0 0 0,0-1 0 0 0,1 1 0 0 0,-1-1 0 0 0,0 0 0 0 0,0 1-1 0 0,1-1 1 0 0,-1 0 0 0 0,0 0 0 0 0,1 1 0 0 0,-1-1 0 0 0,0 0 0 0 0,1 0 0 0 0,-1 0 0 0 0,1 1 0 0 0,6 3-1356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8:59.2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1141 2761 0 0,'-68'70'1691'0'0,"50"-50"-604"0"0,-1-1 0 0 0,-29 24 1 0 0,99-96 2819 0 0,-3 7-3423 0 0,174-156 837 0 0,116-104 1620 0 0,-102 85-1860 0 0,-12 5 313 0 0,-19 18-1587 0 0,-205 197 178 0 0,8-7-607 0 0,1 1 0 0 0,-1 0 0 0 0,1 0 1 0 0,1 1-1 0 0,15-8 0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0.5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118 163 2593 0 0,'-1'14'301'0'0,"-3"-21"-296"0"0,-6-16-15 0 0,-5 0 893 0 0,-1 0 1 0 0,-1 1 0 0 0,-29-28 0 0 0,46 50-742 0 0,-1 0 0 0 0,0-1 0 0 0,1 1-1 0 0,-1-1 1 0 0,1 1 0 0 0,-1 0 0 0 0,1-1 0 0 0,0 1 0 0 0,-1-1-1 0 0,1 1 1 0 0,-1-1 0 0 0,1 0 0 0 0,0 1 0 0 0,-1-1 0 0 0,1 1 0 0 0,0-1-1 0 0,0 0 1 0 0,0 1 0 0 0,-1-1 0 0 0,1 1 0 0 0,0-1 0 0 0,0 0-1 0 0,0 1 1 0 0,0-1 0 0 0,0 0 0 0 0,0 1 0 0 0,0-1 0 0 0,0 0-1 0 0,0 1 1 0 0,0-1 0 0 0,1 0 0 0 0,-1 1 0 0 0,0-1 0 0 0,0 1 0 0 0,1-1-1 0 0,-1 0 1 0 0,0 1 0 0 0,1-1 0 0 0,-1 1 0 0 0,0-1 0 0 0,1 0-1 0 0,1 0 39 0 0,-1 1 0 0 0,0-1-1 0 0,0 1 1 0 0,0-1-1 0 0,1 1 1 0 0,-1-1-1 0 0,0 1 1 0 0,1 0 0 0 0,-1 0-1 0 0,0-1 1 0 0,1 1-1 0 0,-1 0 1 0 0,0 0-1 0 0,1 1 1 0 0,-1-1-1 0 0,0 0 1 0 0,1 0 0 0 0,-1 0-1 0 0,3 2 1 0 0,5 2-60 0 0,0 0 0 0 0,-1 1 1 0 0,1 0-1 0 0,-1 0 0 0 0,0 1 1 0 0,0 0-1 0 0,11 13 0 0 0,47 56 99 0 0,-50-56-132 0 0,37 45 55 0 0,72 65-1 0 0,-97-104-150 0 0,0-2 0 0 0,2-1 0 0 0,0-1 0 0 0,2-2 0 0 0,37 18 0 0 0,-26-19 1 0 0,-27-12-3 0 0,1 1 0 0 0,-1 0 0 0 0,-1 1 1 0 0,21 15-1 0 0,-35-23-72 0 0,-1 1-1 0 0,1 0 1 0 0,0-1 0 0 0,0 1 0 0 0,-1 0 0 0 0,1 0 0 0 0,-1 0 0 0 0,1-1-1 0 0,-1 1 1 0 0,1 0 0 0 0,-1 0 0 0 0,1 0 0 0 0,-1 0 0 0 0,0 0-1 0 0,1 0 1 0 0,-1 0 0 0 0,0 0 0 0 0,0 0 0 0 0,0 2 0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0.9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3 379 1376 0 0,'0'0'86'0'0,"-1"0"-1"0"0,1-1 1 0 0,0 1 0 0 0,0 0-1 0 0,-1-1 1 0 0,1 1-1 0 0,0 0 1 0 0,0-1 0 0 0,0 1-1 0 0,0 0 1 0 0,0-1-1 0 0,-1 1 1 0 0,1 0 0 0 0,0-1-1 0 0,0 1 1 0 0,0 0-1 0 0,0-1 1 0 0,0 1 0 0 0,0 0-1 0 0,0-1 1 0 0,0 1-1 0 0,0-1 1 0 0,0 1-1 0 0,0 0 1 0 0,1-1 0 0 0,-1 1-1 0 0,0 0 1 0 0,0-1-1 0 0,0 1 1 0 0,0 0 0 0 0,1-1-1 0 0,-1 1 1 0 0,0 0-1 0 0,0-1 1 0 0,0 1 0 0 0,1 0-1 0 0,-1 0 1 0 0,0-1-1 0 0,1 1 1 0 0,-1 0 0 0 0,1 0-1 0 0,20-5 1926 0 0,24 7 809 0 0,42 23 265 0 0,-54-14-2488 0 0,0-2 0 0 0,40 6 0 0 0,-64-13-425 0 0,1-1-1 0 0,0-1 0 0 0,-1 0 0 0 0,1 0 1 0 0,-1-1-1 0 0,1 0 0 0 0,0-1 1 0 0,-1 0-1 0 0,0 0 0 0 0,1-1 0 0 0,-1 0 1 0 0,11-6-1 0 0,-15 6-12 0 0,0 0 0 0 0,-1-1 1 0 0,1 1-1 0 0,-1-1 0 0 0,0 0 0 0 0,0-1 1 0 0,0 1-1 0 0,0-1 0 0 0,-1 1 0 0 0,0-1 0 0 0,0 0 1 0 0,0 0-1 0 0,-1 0 0 0 0,1-1 0 0 0,-1 1 1 0 0,-1-1-1 0 0,1 1 0 0 0,-1-1 0 0 0,2-9 1 0 0,-1-12 203 0 0,0 1 1 0 0,-2 0-1 0 0,-3-30 0 0 0,1 16-289 0 0,1 6-174 0 0,0-57-3432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2.0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89 315 2569 0 0,'-5'-9'0'0'0,"1"0"0"0"0,0 0 0 0 0,1-1 0 0 0,0 0 0 0 0,-3-11 0 0 0,-4-15 0 0 0,-43-138 137 0 0,65 138 9660 0 0,-8 59-9326 0 0,1-5-86 0 0,14 57 2177 0 0,-2-123-6115 0 0,-14 41 2707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2.8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73 1 456 0 0,'-8'10'633'0'0,"0"1"0"0"0,0 0-1 0 0,1 1 1 0 0,1-1 0 0 0,0 1 0 0 0,0 1-1 0 0,1-1 1 0 0,1 1 0 0 0,0 0 0 0 0,1 0-1 0 0,1 0 1 0 0,-3 23 0 0 0,5-34-566 0 0,0-1 0 0 0,0 0 0 0 0,0 0 0 0 0,0 1 0 0 0,0-1 1 0 0,0 0-1 0 0,0 0 0 0 0,1 0 0 0 0,-1 1 0 0 0,0-1 0 0 0,1 0 0 0 0,-1 0 0 0 0,1 0 0 0 0,0 0 0 0 0,-1 0 1 0 0,1 1-1 0 0,0-1 0 0 0,-1 0 0 0 0,1-1 0 0 0,0 1 0 0 0,0 0 0 0 0,0 0 0 0 0,0 0 0 0 0,1 1 1 0 0,0-2 7 0 0,0 1 1 0 0,0-1 0 0 0,0 1-1 0 0,0-1 1 0 0,0 0-1 0 0,0 1 1 0 0,0-1 0 0 0,0 0-1 0 0,0 0 1 0 0,0-1 0 0 0,0 1-1 0 0,0 0 1 0 0,0-1 0 0 0,1 0-1 0 0,10-3 266 0 0,0-1 1 0 0,0-1-1 0 0,19-12 0 0 0,-23 13-85 0 0,17-11 188 0 0,-21 12-417 0 0,1 0 0 0 0,-1 0 0 0 0,1 1 0 0 0,0 0 0 0 0,0 0 0 0 0,0 0 0 0 0,1 1 0 0 0,-1 0 0 0 0,0 0 0 0 0,1 0 0 0 0,11-1 0 0 0,-16 4-32 0 0,-1 0 1 0 0,1-1-1 0 0,0 1 0 0 0,-1 0 1 0 0,1 0-1 0 0,-1-1 0 0 0,0 1 1 0 0,1 0-1 0 0,-1 1 0 0 0,0-1 1 0 0,1 0-1 0 0,-1 0 1 0 0,0 0-1 0 0,0 1 0 0 0,0-1 1 0 0,0 1-1 0 0,0-1 0 0 0,-1 1 1 0 0,1-1-1 0 0,0 1 0 0 0,-1-1 1 0 0,1 1-1 0 0,-1 0 0 0 0,1-1 1 0 0,-1 1-1 0 0,0 0 0 0 0,1-1 1 0 0,-1 1-1 0 0,0 2 0 0 0,1 58-186 0 0,-2-52 162 0 0,-5 49 29 0 0,3-47 83 0 0,2-1-1 0 0,-1 1 0 0 0,1 0 1 0 0,1 0-1 0 0,0-1 0 0 0,1 1 1 0 0,0 0-1 0 0,4 18 0 0 0,-4-28-71 0 0,0 1-1 0 0,1-1 0 0 0,-1 0 0 0 0,0 0 0 0 0,1 0 1 0 0,0 0-1 0 0,-1 0 0 0 0,1 0 0 0 0,0-1 1 0 0,0 1-1 0 0,0-1 0 0 0,0 1 0 0 0,0-1 0 0 0,0 1 1 0 0,0-1-1 0 0,0 0 0 0 0,1 0 0 0 0,-1 0 1 0 0,0 0-1 0 0,1-1 0 0 0,-1 1 0 0 0,1-1 0 0 0,-1 1 1 0 0,1-1-1 0 0,-1 0 0 0 0,1 0 0 0 0,-1 0 1 0 0,1 0-1 0 0,3-1 0 0 0,9-1 25 0 0,0 0-1 0 0,0-1 1 0 0,23-8 0 0 0,-27 7-11 0 0,38-13 57 0 0,-34 11-95 0 0,-1 1-1 0 0,1 0 0 0 0,0 1 0 0 0,27-3 0 0 0,-37 7 22 0 0,-1-1 1 0 0,1 2-1 0 0,-1-1 0 0 0,1 0 1 0 0,0 1-1 0 0,-1 0 1 0 0,1 0-1 0 0,-1 0 0 0 0,0 1 1 0 0,1 0-1 0 0,-1-1 1 0 0,0 2-1 0 0,0-1 1 0 0,0 0-1 0 0,0 1 0 0 0,-1-1 1 0 0,1 1-1 0 0,-1 0 1 0 0,1 1-1 0 0,3 4 1 0 0,4 6 303 0 0,-1 1 1 0 0,-1 1 0 0 0,0-1 0 0 0,-1 1-1 0 0,5 17 1 0 0,-6-15 24 0 0,1-1 0 0 0,0 0 1 0 0,2-1-1 0 0,16 25 0 0 0,-2-14-354 0 0,15 21-38 0 0,-17-11-5950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3.5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112 396 456 0 0,'-24'8'-33'0'0,"13"-4"418"0"0,-1 0 0 0 0,1-1 0 0 0,0 0 0 0 0,-21 1 1 0 0,31-4-351 0 0,1 0 1 0 0,0 0 0 0 0,-1 0-1 0 0,1 0 1 0 0,-1 0 0 0 0,1 0 0 0 0,0 0-1 0 0,-1 0 1 0 0,1 0 0 0 0,-1-1 0 0 0,1 1-1 0 0,0 0 1 0 0,-1 0 0 0 0,1 0 0 0 0,0-1-1 0 0,-1 1 1 0 0,1 0 0 0 0,0-1 0 0 0,-1 1-1 0 0,1 0 1 0 0,0 0 0 0 0,-1-1 0 0 0,1 1-1 0 0,0-1 1 0 0,0 1 0 0 0,0 0 0 0 0,-1-1-1 0 0,1 1 1 0 0,0 0 0 0 0,0-1 0 0 0,0 1-1 0 0,0-1 1 0 0,0 1 0 0 0,0-1 0 0 0,0 1-1 0 0,0 0 1 0 0,0-1 0 0 0,0 1 0 0 0,0-1-1 0 0,0 1 1 0 0,0-1 0 0 0,0 1 0 0 0,0 0-1 0 0,0-1 1 0 0,0 1 0 0 0,1-1 0 0 0,-1 1-1 0 0,0 0 1 0 0,0-1 0 0 0,0 1 0 0 0,1 0-1 0 0,-1-1 1 0 0,15-24 1251 0 0,-14 22-1128 0 0,28-41 880 0 0,2 2 0 0 0,1 2 0 0 0,3 0 0 0 0,1 3 0 0 0,72-60 0 0 0,-45 55-45 0 0,-58 39-819 0 0,0 1 0 0 0,0-1 0 0 0,1 1 1 0 0,-1 0-1 0 0,1 0 0 0 0,-1 1 0 0 0,1 0 0 0 0,-1 0 0 0 0,1 0 0 0 0,11 0 0 0 0,-16 2-117 0 0,0-1-1 0 0,1 1 0 0 0,-1-1 0 0 0,0 1 1 0 0,1-1-1 0 0,-1 1 0 0 0,0 0 1 0 0,0 0-1 0 0,0 0 0 0 0,0 0 1 0 0,0 0-1 0 0,0 0 0 0 0,0 0 1 0 0,0 0-1 0 0,0 0 0 0 0,0 0 1 0 0,0 0-1 0 0,0 1 0 0 0,-1-1 1 0 0,1 0-1 0 0,-1 0 0 0 0,1 1 1 0 0,-1-1-1 0 0,1 1 0 0 0,-1 1 1 0 0,8 44 246 0 0,-6-32-209 0 0,-2-11-102 0 0,2 9 12 0 0,0 1 0 0 0,1-1 0 0 0,1 0 0 0 0,0 0 0 0 0,7 15 0 0 0,-10-25-18 0 0,0-1 0 0 0,0 0 0 0 0,0 0 0 0 0,1 0 0 0 0,-1 0 0 0 0,1 0 0 0 0,-1 0-1 0 0,1 0 1 0 0,0-1 0 0 0,-1 1 0 0 0,1 0 0 0 0,0-1 0 0 0,0 0 0 0 0,0 1 0 0 0,0-1 0 0 0,1 0 0 0 0,-1 0 0 0 0,0 0 0 0 0,0 0 0 0 0,1-1 0 0 0,-1 1 0 0 0,0 0-1 0 0,1-1 1 0 0,-1 0 0 0 0,1 1 0 0 0,-1-1 0 0 0,1 0 0 0 0,-1-1 0 0 0,0 1 0 0 0,1 0 0 0 0,-1-1 0 0 0,1 1 0 0 0,-1-1 0 0 0,0 1 0 0 0,1-1 0 0 0,-1 0 0 0 0,3-2-1 0 0,8-4 2 0 0,1-1-1 0 0,-1-1 0 0 0,-1 0 0 0 0,0-1 1 0 0,0 0-1 0 0,-1-1 0 0 0,0 0 0 0 0,14-20 1 0 0,-14 18 103 0 0,-1 0 0 0 0,1 1 1 0 0,1 0-1 0 0,1 1 1 0 0,-1 1-1 0 0,1 0 0 0 0,17-9 1 0 0,-29 18-85 0 0,0 0 1 0 0,0 1 0 0 0,0-1-1 0 0,1 1 1 0 0,-1-1 0 0 0,0 1 0 0 0,0 0-1 0 0,1 0 1 0 0,-1-1 0 0 0,0 1-1 0 0,1 0 1 0 0,-1 0 0 0 0,0 0-1 0 0,0 0 1 0 0,1 1 0 0 0,-1-1 0 0 0,0 0-1 0 0,0 1 1 0 0,1-1 0 0 0,-1 0-1 0 0,0 1 1 0 0,0-1 0 0 0,0 1-1 0 0,1 0 1 0 0,-1-1 0 0 0,0 1 0 0 0,0 0-1 0 0,0 0 1 0 0,0 0 0 0 0,0 0-1 0 0,-1 0 1 0 0,1-1 0 0 0,0 2-1 0 0,0-1 1 0 0,1 2 0 0 0,2 5 76 0 0,0 1 0 0 0,0-1 0 0 0,-1 1 0 0 0,4 12 0 0 0,4 12 43 0 0,-9-30-138 0 0,0 1 0 0 0,0-1 0 0 0,1 1 0 0 0,-1-1 0 0 0,0 1 0 0 0,1-1 0 0 0,0 0 0 0 0,0 0 1 0 0,0-1-1 0 0,0 1 0 0 0,1-1 0 0 0,-1 1 0 0 0,1-1 0 0 0,-1 0 0 0 0,1 0 0 0 0,0 0 0 0 0,-1-1 0 0 0,1 0 0 0 0,0 1 0 0 0,0-1 1 0 0,0-1-1 0 0,0 1 0 0 0,1 0 0 0 0,-1-1 0 0 0,0 0 0 0 0,6 0 0 0 0,-1-2-15 0 0,-1 1 0 0 0,1-1 0 0 0,-1-1 0 0 0,1 1 1 0 0,-1-1-1 0 0,0-1 0 0 0,0 0 0 0 0,0 0 0 0 0,0 0 0 0 0,-1-1 0 0 0,9-7 0 0 0,24-22-123 0 0,-14 12 13 0 0,32-22 0 0 0,-51 39 125 0 0,1 0 1 0 0,-1 1-1 0 0,1 0 1 0 0,0 1-1 0 0,1 0 1 0 0,-1 0-1 0 0,0 0 1 0 0,1 1-1 0 0,12-2 1 0 0,-15 4 63 0 0,0 1 1 0 0,0-1 0 0 0,0 1 0 0 0,0 0 0 0 0,0 1 0 0 0,0-1 0 0 0,0 1 0 0 0,0 0 0 0 0,-1 1-1 0 0,1-1 1 0 0,-1 1 0 0 0,0 0 0 0 0,0 0 0 0 0,0 1 0 0 0,7 6 0 0 0,8 8 345 0 0,-1 1 0 0 0,21 28 0 0 0,-8-10-59 0 0,-20-24-468 0 0,2 0 1 0 0,0 0-1 0 0,0-1 1 0 0,1-1-1 0 0,0 0 1 0 0,1-1-1 0 0,22 10 1 0 0,-26-16-872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4.3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61 5529 0 0,'7'-14'245'0'0,"-5"10"82"0"0,-1 0 1 0 0,1 0-1 0 0,1 0 1 0 0,-1 0-1 0 0,0 0 1 0 0,1 0-1 0 0,0 1 1 0 0,0-1 0 0 0,0 1-1 0 0,5-4 1 0 0,-8 6-283 0 0,0 1 0 0 0,0 0 1 0 0,0 0-1 0 0,1 0 1 0 0,-1 0-1 0 0,0 0 1 0 0,0 0-1 0 0,0 0 0 0 0,0 0 1 0 0,1 0-1 0 0,-1 0 1 0 0,0 0-1 0 0,0 0 0 0 0,0 0 1 0 0,0 0-1 0 0,1 0 1 0 0,-1 0-1 0 0,0 0 0 0 0,0 0 1 0 0,0 0-1 0 0,0 0 1 0 0,1 0-1 0 0,-1 0 1 0 0,0 0-1 0 0,0 0 0 0 0,0 1 1 0 0,0-1-1 0 0,0 0 1 0 0,1 0-1 0 0,-1 0 0 0 0,0 0 1 0 0,0 0-1 0 0,0 0 1 0 0,0 1-1 0 0,0-1 0 0 0,0 0 1 0 0,0 0-1 0 0,1 0 1 0 0,-1 0-1 0 0,0 0 1 0 0,0 1-1 0 0,0-1 0 0 0,0 0 1 0 0,1 12 825 0 0,-3 11-190 0 0,-4 15-410 0 0,0-11 103 0 0,2-1 0 0 0,1 2 0 0 0,1-1-1 0 0,3 51 1 0 0,0-75-388 0 0,-1-1 1 0 0,0 1-1 0 0,1-1 0 0 0,-1 0 0 0 0,1 1 1 0 0,0-1-1 0 0,0 1 0 0 0,0-1 0 0 0,0 0 0 0 0,0 0 1 0 0,1 0-1 0 0,-1 0 0 0 0,1 0 0 0 0,-1 0 0 0 0,1 0 1 0 0,0 0-1 0 0,-1 0 0 0 0,1-1 0 0 0,0 1 0 0 0,0-1 1 0 0,4 3-1 0 0,-3-3-42 0 0,1 1 0 0 0,1-1 0 0 0,-1 0 0 0 0,0 0 0 0 0,0-1 0 0 0,0 1 1 0 0,0-1-1 0 0,1 1 0 0 0,-1-2 0 0 0,0 1 0 0 0,8-1 0 0 0,-2-1-45 0 0,0-1 0 0 0,0 1 0 0 0,0-1 0 0 0,0-1 0 0 0,-1 0 0 0 0,0-1 0 0 0,1 1 0 0 0,-1-2 0 0 0,15-11 0 0 0,-8 6 47 0 0,-16 11 56 0 0,0 0 1 0 0,1 0-1 0 0,-1 0 0 0 0,0 0 0 0 0,0 0 1 0 0,1 0-1 0 0,-1 0 0 0 0,0 0 0 0 0,1 0 1 0 0,-1 0-1 0 0,0 0 0 0 0,0 0 0 0 0,1 0 1 0 0,-1 0-1 0 0,0 0 0 0 0,0 0 0 0 0,1 0 1 0 0,-1 0-1 0 0,0 1 0 0 0,0-1 0 0 0,1 0 1 0 0,-1 0-1 0 0,0 0 0 0 0,0 0 0 0 0,1 0 1 0 0,-1 1-1 0 0,0-1 0 0 0,0 0 0 0 0,0 0 1 0 0,1 0-1 0 0,-1 1 0 0 0,0-1 0 0 0,1 3 29 0 0,-1 0 0 0 0,1 0 0 0 0,-1 0-1 0 0,0 0 1 0 0,0 0 0 0 0,0 0 0 0 0,0 0-1 0 0,0 0 1 0 0,-1 4 0 0 0,-23 99 800 0 0,17-81-694 0 0,1 1 1 0 0,1 0-1 0 0,1 0 0 0 0,-1 27 1 0 0,5-31-117 0 0,1 0 1 0 0,1-1-1 0 0,9 40 1 0 0,-9-54-25 0 0,0 0 0 0 0,1 0 0 0 0,0 0 1 0 0,0 0-1 0 0,0 0 0 0 0,7 9 0 0 0,-7-13-11 0 0,-1 0 0 0 0,0 0-1 0 0,1-1 1 0 0,0 1 0 0 0,-1-1-1 0 0,1 0 1 0 0,0 0 0 0 0,0 0-1 0 0,0 0 1 0 0,1 0 0 0 0,-1 0-1 0 0,0-1 1 0 0,1 0 0 0 0,3 2-1 0 0,-1-2-49 0 0,0-1-1 0 0,0 1 0 0 0,0-1 0 0 0,0 0 0 0 0,-1-1 0 0 0,1 1 0 0 0,0-1 0 0 0,0 0 0 0 0,-1-1 0 0 0,1 1 1 0 0,0-1-1 0 0,-1 0 0 0 0,0-1 0 0 0,8-4 0 0 0,8-5-121 0 0,0-2 0 0 0,21-17 0 0 0,-22 15 148 0 0,23-18 12 0 0,-28 21 7 0 0,0 0 1 0 0,1 1 0 0 0,1 1-1 0 0,0 1 1 0 0,21-10 0 0 0,-37 19 17 0 0,0 1 0 0 0,-1 0 1 0 0,1 0-1 0 0,-1 0 0 0 0,1 0 1 0 0,-1 0-1 0 0,1 0 0 0 0,-1 0 1 0 0,1 0-1 0 0,-1 0 0 0 0,1 0 1 0 0,-1 0-1 0 0,1 0 0 0 0,0 0 1 0 0,-1 0-1 0 0,1 0 0 0 0,-1 0 1 0 0,1 1-1 0 0,-1-1 0 0 0,1 0 1 0 0,-1 0-1 0 0,1 1 0 0 0,-1-1 1 0 0,0 0-1 0 0,1 1 0 0 0,-1-1 1 0 0,1 0-1 0 0,-1 1 0 0 0,0-1 1 0 0,1 1-1 0 0,-1-1 0 0 0,0 1 1 0 0,1-1-1 0 0,-1 1 0 0 0,0-1 1 0 0,0 1-1 0 0,1-1 0 0 0,-1 1 1 0 0,0-1-1 0 0,0 1 0 0 0,0-1 1 0 0,0 1-1 0 0,0-1 0 0 0,0 1 1 0 0,0-1-1 0 0,0 1 0 0 0,0 0 1 0 0,0-1-1 0 0,0 1 0 0 0,0-1 1 0 0,0 1-1 0 0,-1 0 0 0 0,-4 37-23 0 0,4-33 33 0 0,-19 74 600 0 0,-6 32 314 0 0,24-99-822 0 0,1 1-1 0 0,0-1 0 0 0,1 0 0 0 0,0 0 1 0 0,1 1-1 0 0,4 21 0 0 0,-4-28-116 0 0,1 0 0 0 0,0 0-1 0 0,0 0 1 0 0,1 0 0 0 0,0 0 0 0 0,0-1 0 0 0,1 1-1 0 0,-1-1 1 0 0,7 8 0 0 0,-8-11-143 0 0,-1-1 0 0 0,1 1 1 0 0,0 0-1 0 0,0-1 0 0 0,0 1 0 0 0,0-1 0 0 0,0 1 0 0 0,0-1 1 0 0,0 0-1 0 0,1 0 0 0 0,-1 0 0 0 0,0 0 0 0 0,1-1 1 0 0,-1 1-1 0 0,0-1 0 0 0,1 1 0 0 0,-1-1 0 0 0,1 0 0 0 0,-1 0 1 0 0,1 0-1 0 0,-1 0 0 0 0,0 0 0 0 0,1 0 0 0 0,-1-1 0 0 0,1 1 1 0 0,-1-1-1 0 0,4-1 0 0 0,5-4-952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4.6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 2056 0 0,'0'1'200'0'0,"0"-2"-200"0"0,1 0 0 0 0,0-1 0 0 0,-1 0 0 0 0,2-4 0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5.2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2 167 5065 0 0,'-1'-5'4418'0'0,"8"5"-1765"0"0,13 3-944 0 0,-18-3-1768 0 0,7 5 385 0 0,-1 0 1 0 0,0 1-1 0 0,-1 0 1 0 0,0 0-1 0 0,0 1 0 0 0,0 0 1 0 0,0 0-1 0 0,-1 0 1 0 0,0 1-1 0 0,7 13 1 0 0,-3-6-14 0 0,11 15-138 0 0,-8-9 70 0 0,1-1 0 0 0,22 23 0 0 0,-32-39-219 0 0,-1 0 0 0 0,1 0 0 0 0,0-1 0 0 0,0 0 1 0 0,1 1-1 0 0,-1-2 0 0 0,1 1 0 0 0,-1 0 0 0 0,1-1 0 0 0,0 0 0 0 0,0 0 0 0 0,0 0 1 0 0,0-1-1 0 0,0 1 0 0 0,0-1 0 0 0,8 0 0 0 0,-10-1-31 0 0,0-1-1 0 0,0 1 1 0 0,0-1 0 0 0,0 0-1 0 0,0 0 1 0 0,0 0 0 0 0,0 0-1 0 0,0-1 1 0 0,0 1-1 0 0,-1-1 1 0 0,1 0 0 0 0,0 0-1 0 0,-1 1 1 0 0,0-2 0 0 0,1 1-1 0 0,-1 0 1 0 0,0 0 0 0 0,0-1-1 0 0,0 1 1 0 0,0-1-1 0 0,-1 0 1 0 0,3-3 0 0 0,3-9-70 0 0,0 0 1 0 0,10-32-1 0 0,-12 34 37 0 0,19-70-276 0 0,-18 57 172 0 0,1 1-1 0 0,1 0 1 0 0,2 0 0 0 0,0 1 0 0 0,21-35 0 0 0,-30 57 154 0 0,0 1 1 0 0,0-1-1 0 0,0 1 1 0 0,-1 0-1 0 0,2-1 1 0 0,-1 1-1 0 0,0 0 1 0 0,0 0-1 0 0,0 0 1 0 0,0 0-1 0 0,1 0 1 0 0,-1 0-1 0 0,1 0 0 0 0,-1 0 1 0 0,0 0-1 0 0,1 1 1 0 0,-1-1-1 0 0,1 1 1 0 0,0-1-1 0 0,-1 1 1 0 0,1-1-1 0 0,-1 1 1 0 0,1 0-1 0 0,0 0 1 0 0,-1 0-1 0 0,1 0 1 0 0,0 0-1 0 0,-1 0 1 0 0,1 0-1 0 0,-1 1 1 0 0,1-1-1 0 0,0 1 1 0 0,-1-1-1 0 0,1 1 1 0 0,-1-1-1 0 0,1 1 1 0 0,-1 0-1 0 0,3 1 1 0 0,4 5 112 0 0,0-1 1 0 0,0 2 0 0 0,0-1 0 0 0,-1 1 0 0 0,7 10 0 0 0,8 6 21 0 0,-12-13-167 0 0,3 3 32 0 0,1-1 1 0 0,16 12-1 0 0,-27-23-57 0 0,0 1 0 0 0,0-1 1 0 0,0 0-1 0 0,1 0 0 0 0,-1-1 0 0 0,0 1 1 0 0,1-1-1 0 0,-1 1 0 0 0,1-1 0 0 0,0 0 0 0 0,-1-1 1 0 0,1 1-1 0 0,0-1 0 0 0,-1 1 0 0 0,1-1 0 0 0,0 0 1 0 0,4-1-1 0 0,-5 1 17 0 0,-1-1 0 0 0,1 0 1 0 0,0 0-1 0 0,0 0 0 0 0,-1-1 1 0 0,1 1-1 0 0,-1-1 0 0 0,1 1 1 0 0,-1-1-1 0 0,0 0 0 0 0,0 0 1 0 0,1 0-1 0 0,-1 0 0 0 0,-1 0 1 0 0,4-5-1 0 0,0-1 58 0 0,-1 0-1 0 0,0 0 1 0 0,5-15 0 0 0,11-21 502 0 0,-20 44-521 0 0,0 0 1 0 0,1-1 0 0 0,-1 1-1 0 0,1 0 1 0 0,-1 0-1 0 0,0-1 1 0 0,1 1-1 0 0,-1 0 1 0 0,1 0 0 0 0,-1 0-1 0 0,1 0 1 0 0,-1-1-1 0 0,1 1 1 0 0,-1 0 0 0 0,1 0-1 0 0,-1 0 1 0 0,1 0-1 0 0,-1 0 1 0 0,1 0-1 0 0,-1 0 1 0 0,1 0 0 0 0,-1 1-1 0 0,1-1 1 0 0,-1 0-1 0 0,1 0 1 0 0,-1 0-1 0 0,0 0 1 0 0,1 1 0 0 0,-1-1-1 0 0,1 0 1 0 0,0 1-1 0 0,20 12 233 0 0,-6-3-69 0 0,-9-8-118 0 0,0 0-1 0 0,0 0 1 0 0,0-1-1 0 0,1 1 0 0 0,-1-1 1 0 0,0 0-1 0 0,1-1 1 0 0,-1 0-1 0 0,1 0 0 0 0,-1 0 1 0 0,1-1-1 0 0,-1 0 1 0 0,1 0-1 0 0,11-4 0 0 0,26-16-2489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5.8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111 7 7370 0 0,'3'-7'6785'0'0,"-6"12"-6089"0"0,-18 31-104 0 0,2 1-1 0 0,1 1 0 0 0,2 1 0 0 0,-17 61 1 0 0,32-96-596 0 0,1 0 0 0 0,-1 0 0 0 0,0 1 0 0 0,1-1-1 0 0,0 0 1 0 0,0 0 0 0 0,0 0 0 0 0,0 0 0 0 0,1 0 0 0 0,0 0 0 0 0,0 0 0 0 0,0 0 0 0 0,0 0 0 0 0,4 7 0 0 0,-4-9-26 0 0,0 0 1 0 0,1 0-1 0 0,-1-1 1 0 0,1 1 0 0 0,0-1-1 0 0,0 1 1 0 0,-1-1-1 0 0,1 0 1 0 0,0 0-1 0 0,0 0 1 0 0,0 0-1 0 0,0 0 1 0 0,0 0 0 0 0,1 0-1 0 0,-1-1 1 0 0,0 1-1 0 0,0-1 1 0 0,0 1-1 0 0,1-1 1 0 0,-1 0-1 0 0,0 0 1 0 0,0 0 0 0 0,1 0-1 0 0,-1-1 1 0 0,0 1-1 0 0,0 0 1 0 0,0-1-1 0 0,3-1 1 0 0,11-2-107 0 0,0-2 1 0 0,-1 0-1 0 0,0-1 1 0 0,19-11-1 0 0,-19 9-45 0 0,1 1 0 0 0,0 1 0 0 0,26-8 0 0 0,-41 14 165 0 0,0 1 1 0 0,0-1-1 0 0,0 1 0 0 0,0 0 0 0 0,0 0 0 0 0,0 0 0 0 0,0 0 1 0 0,0-1-1 0 0,0 2 0 0 0,0-1 0 0 0,0 0 0 0 0,0 0 0 0 0,0 0 1 0 0,0 0-1 0 0,0 1 0 0 0,0-1 0 0 0,0 0 0 0 0,0 1 0 0 0,0-1 1 0 0,0 1-1 0 0,0-1 0 0 0,0 1 0 0 0,0-1 0 0 0,0 1 1 0 0,0 0-1 0 0,0-1 0 0 0,0 2 0 0 0,0 0 10 0 0,0 0 0 0 0,0 0-1 0 0,0 0 1 0 0,0 1 0 0 0,0-1 0 0 0,-1 0-1 0 0,1 0 1 0 0,-1 1 0 0 0,0-1 0 0 0,0 0-1 0 0,1 0 1 0 0,-2 4 0 0 0,0 7 85 0 0,0 0 1 0 0,-2 1-1 0 0,-4 16 1 0 0,7-29-70 0 0,-17 52 575 0 0,11-36-278 0 0,0 1-1 0 0,1-1 1 0 0,1 1 0 0 0,0 0-1 0 0,2 0 1 0 0,-1 22 0 0 0,3-39-271 0 0,0 1 1 0 0,0-1-1 0 0,0 0 1 0 0,1 1 0 0 0,-1-1-1 0 0,0 1 1 0 0,1-1 0 0 0,-1 0-1 0 0,1 1 1 0 0,0-1 0 0 0,-1 0-1 0 0,1 0 1 0 0,0 0 0 0 0,0 1-1 0 0,0-1 1 0 0,0 0 0 0 0,0 0-1 0 0,0 0 1 0 0,0 0 0 0 0,0 0-1 0 0,0-1 1 0 0,2 2-1 0 0,0 0-30 0 0,1-1-1 0 0,-1 0 1 0 0,0 0-1 0 0,0 0 0 0 0,1 0 1 0 0,-1-1-1 0 0,1 1 0 0 0,-1-1 1 0 0,5 0-1 0 0,5-1-328 0 0,-1-1 0 0 0,1 0 1 0 0,-1 0-1 0 0,14-5 0 0 0,-22 5-69 0 0,-3 2 171 0 0,0-1 1 0 0,1 0 0 0 0,-1 1 0 0 0,1-1 0 0 0,-1 1 0 0 0,0-1-1 0 0,1 1 1 0 0,-1 0 0 0 0,1 0 0 0 0,-1-1 0 0 0,1 1 0 0 0,-1 0 0 0 0,1 0-1 0 0,-1 1 1 0 0,1-1 0 0 0,-1 0 0 0 0,1 0 0 0 0,-1 1 0 0 0,3 0-1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7.0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29 2304 0 0,'-50'-17'3049'0'0,"10"6"11873"0"0,43 12-14770 0 0,0 1 0 0 0,0 1 0 0 0,0-1 0 0 0,0 0 0 0 0,-1 1 0 0 0,1 0 0 0 0,-1-1 0 0 0,5 7 0 0 0,146 183 639 0 0,-81-108-762 0 0,-47-55 43 0 0,57 47-1 0 0,-10-10 99 0 0,-64-59-153 0 0,-1 1 0 0 0,-1 0 0 0 0,1 0 0 0 0,-1 1 0 0 0,-1-1 0 0 0,0 1 0 0 0,6 14 0 0 0,-9-18-1014 0 0,0 0 1 0 0,-1 0-1 0 0,0 0 0 0 0,0 0 1 0 0,-1 0-1 0 0,1 6 0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7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20 225 1376 0 0,'-19'16'6263'0'0,"21"-13"-4968"0"0,-1-2-1036 0 0,-1-1 0 0 0,1 1 0 0 0,0-1-1 0 0,-1 1 1 0 0,1-1 0 0 0,0 0 0 0 0,-1 1 0 0 0,1-1 0 0 0,0 0 0 0 0,0 0 0 0 0,-1 1 0 0 0,1-1 0 0 0,0 0 0 0 0,0 0 0 0 0,0 0 0 0 0,-1 0 0 0 0,1 0 0 0 0,0 0 0 0 0,0 0 0 0 0,0 0 0 0 0,-1 0 0 0 0,1 0 0 0 0,1-1 0 0 0,65 4 2582 0 0,-40-1-2078 0 0,52-3 0 0 0,-28-2-76 0 0,-33 3-548 0 0,0-1 0 0 0,0-1 0 0 0,0 0-1 0 0,-1-2 1 0 0,0 0 0 0 0,21-7 0 0 0,-34 9-70 0 0,-1 0 1 0 0,1 0-1 0 0,0 0 0 0 0,-1 0 1 0 0,0-1-1 0 0,1 1 0 0 0,-1-1 0 0 0,0 0 1 0 0,0 0-1 0 0,-1 0 0 0 0,1-1 1 0 0,-1 1-1 0 0,1 0 0 0 0,-1-1 0 0 0,0 0 1 0 0,0 1-1 0 0,-1-1 0 0 0,1 0 1 0 0,-1 0-1 0 0,0 0 0 0 0,0 0 1 0 0,0 0-1 0 0,-1 0 0 0 0,1-1 0 0 0,-1 1 1 0 0,0 0-1 0 0,0 0 0 0 0,-1-6 0 0 0,-2-8-472 0 0,0 1 0 0 0,-1 0-1 0 0,-1-1 1 0 0,-1 2 0 0 0,-8-20-1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8.3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744 1138 2304 0 0,'-417'382'4771'0'0,"356"-316"-4570"0"0,-73 73 136 0 0,38-54 3140 0 0,90-80-3302 0 0,-21 15 2696 0 0,27-20-2851 0 0,1 0-1 0 0,-1 0 1 0 0,0 0-1 0 0,0 0 1 0 0,0 0 0 0 0,0 0-1 0 0,0 0 1 0 0,0-1 0 0 0,0 1-1 0 0,0 0 1 0 0,0 0-1 0 0,0 0 1 0 0,0 0 0 0 0,0 0-1 0 0,0 0 1 0 0,0 0-1 0 0,0 0 1 0 0,0 0 0 0 0,0 0-1 0 0,0 0 1 0 0,0-1 0 0 0,0 1-1 0 0,0 0 1 0 0,0 0-1 0 0,0 0 1 0 0,0 0 0 0 0,0 0-1 0 0,0 0 1 0 0,0 0-1 0 0,0 0 1 0 0,-1 0 0 0 0,1 0-1 0 0,0 0 1 0 0,0 0 0 0 0,0-1-1 0 0,0 1 1 0 0,0 0-1 0 0,0 0 1 0 0,0 0 0 0 0,0 0-1 0 0,0 0 1 0 0,0 0 0 0 0,0 0-1 0 0,0 0 1 0 0,0 0-1 0 0,-1 0 1 0 0,1 0 0 0 0,0 0-1 0 0,0 0 1 0 0,0 0-1 0 0,0 0 1 0 0,0 0 0 0 0,0 0-1 0 0,0 0 1 0 0,0 0 0 0 0,0 0-1 0 0,0 0 1 0 0,-1 0-1 0 0,1 0 1 0 0,0 0 0 0 0,0 0-1 0 0,0 0 1 0 0,0 0 0 0 0,11-18-6 0 0,29-33-153 0 0,2 3 0 0 0,2 1 0 0 0,78-65 0 0 0,32-32 60 0 0,-25 14 2120 0 0,196-153-1 0 0,-154 158 147 0 0,52-44-1525 0 0,-167 118-522 0 0,71-83 0 0 0,-79 79 133 0 0,97-84 0 0 0,-68 79-190 0 0,139-124-696 0 0,-157 131-903 0 0,-16 24-4213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9.8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24 197 1376 0 0,'-7'-75'3024'0'0,"4"41"592"0"0,-10-54 1777 0 0,35 134-2532 0 0,-21-43-2797 0 0,8 24 446 0 0,2-1 0 0 0,1 0 0 0 0,21 35 0 0 0,-28-54-524 0 0,0 0 1 0 0,0-1-1 0 0,0 1 1 0 0,1-1-1 0 0,0-1 0 0 0,0 1 1 0 0,9 5-1 0 0,-11-8-88 0 0,0-1 0 0 0,0 0 0 0 0,1 0 0 0 0,-1 0 0 0 0,0-1-1 0 0,1 0 1 0 0,-1 1 0 0 0,0-1 0 0 0,1-1 0 0 0,0 1 0 0 0,-1-1-1 0 0,1 1 1 0 0,-1-2 0 0 0,6 1 0 0 0,-7-1-111 0 0,0 0 0 0 0,0 0 0 0 0,0 0-1 0 0,0 0 1 0 0,0 0 0 0 0,-1 0 0 0 0,1-1 0 0 0,0 0 0 0 0,-1 1 0 0 0,1-1-1 0 0,-1 0 1 0 0,0 0 0 0 0,0 0 0 0 0,0-1 0 0 0,4-4 0 0 0,1-6-867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09.9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0 6449 0 0,'-4'3'288'0'0,"2"-2"57"0"0,2 2-281 0 0,0-1-64 0 0,0-1 0 0 0,0 2 0 0 0,2-1-545 0 0,-1 2-119 0 0,2 3-24 0 0,-1 2-8 0 0,5 5 552 0 0,-2-1 144 0 0,2 2 0 0 0,1 1 0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0.3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33 7370 0 0,'-1'-1'138'0'0,"0"1"0"0"0,0-1 0 0 0,1 1 1 0 0,-1-1-1 0 0,1 0 0 0 0,-1 1 0 0 0,1-1 1 0 0,-1 0-1 0 0,1 1 0 0 0,-1-1 1 0 0,1 0-1 0 0,-1 0 0 0 0,1 1 0 0 0,0-1 1 0 0,-1 0-1 0 0,1 0 0 0 0,0 0 1 0 0,0 1-1 0 0,0-1 0 0 0,0 0 0 0 0,0 0 1 0 0,0 0-1 0 0,0 0 0 0 0,0 1 0 0 0,0-1 1 0 0,0 0-1 0 0,0 0 0 0 0,0 0 1 0 0,0 0-1 0 0,1 1 0 0 0,-1-1 0 0 0,0 0 1 0 0,1 0-1 0 0,-1 1 0 0 0,1-2 0 0 0,0 1 4 0 0,0 1-1 0 0,0-1 0 0 0,0 1 0 0 0,0-1 0 0 0,0 1 1 0 0,0 0-1 0 0,-1-1 0 0 0,1 1 0 0 0,0 0 1 0 0,0 0-1 0 0,0 0 0 0 0,0 0 0 0 0,0 0 0 0 0,0 0 1 0 0,0 0-1 0 0,0 0 0 0 0,0 0 0 0 0,0 0 0 0 0,0 0 1 0 0,0 1-1 0 0,0-1 0 0 0,0 0 0 0 0,0 1 1 0 0,-1-1-1 0 0,1 1 0 0 0,0-1 0 0 0,0 1 0 0 0,0-1 1 0 0,-1 1-1 0 0,1 0 0 0 0,1 0 0 0 0,7 8 94 0 0,0 0-1 0 0,-1 0 1 0 0,0 0-1 0 0,-1 1 1 0 0,0 0-1 0 0,7 13 0 0 0,31 71-3473 0 0,-32-65 859 0 0,-5-10-2458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0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8 220 4145 0 0,'0'0'42'0'0,"-1"0"0"0"0,1 0 1 0 0,0 0-1 0 0,-1 0 0 0 0,1 0 1 0 0,0-1-1 0 0,-1 1 0 0 0,1 0 1 0 0,0 0-1 0 0,-1 0 0 0 0,1 0 1 0 0,0 0-1 0 0,0-1 0 0 0,-1 1 0 0 0,1 0 1 0 0,0 0-1 0 0,0-1 0 0 0,-1 1 1 0 0,1 0-1 0 0,0 0 0 0 0,0-1 1 0 0,0 1-1 0 0,0 0 0 0 0,-1 0 1 0 0,1-1-1 0 0,0 1 0 0 0,0 0 0 0 0,0-1 1 0 0,0 1-1 0 0,0 0 0 0 0,0-1 1 0 0,0 1-1 0 0,0 0 0 0 0,0-1 1 0 0,0 1-1 0 0,0 0 0 0 0,0-1 1 0 0,0 1-1 0 0,0-1 0 0 0,10-15 1367 0 0,26-17 380 0 0,-28 26-1553 0 0,15-13-217 0 0,2 1-1 0 0,33-21 0 0 0,-41 30-1326 0 0,0 0 1 0 0,1 2 0 0 0,0 0-1 0 0,33-9 1 0 0,-50 16 1248 0 0,1 1 0 0 0,-1-1-1 0 0,0 1 1 0 0,1 0 0 0 0,-1-1 0 0 0,1 1 0 0 0,-1 0 0 0 0,0 0 0 0 0,1 0 0 0 0,-1 0 0 0 0,1 0 0 0 0,-1 0 0 0 0,1 0 0 0 0,-1 0 0 0 0,0 1 0 0 0,1-1 0 0 0,-1 0 0 0 0,1 1 0 0 0,-1-1 0 0 0,0 1 0 0 0,3 1 0 0 0,-4-1 206 0 0,1 1 1 0 0,-1-1-1 0 0,1 1 1 0 0,-1-1-1 0 0,0 1 1 0 0,0-1-1 0 0,0 0 0 0 0,0 1 1 0 0,0-1-1 0 0,0 1 1 0 0,0-1-1 0 0,0 1 1 0 0,0-1-1 0 0,-1 1 1 0 0,1-1-1 0 0,-1 1 1 0 0,1-1-1 0 0,-1 0 0 0 0,1 1 1 0 0,-2 1-1 0 0,-2 6 605 0 0,0 0-1 0 0,1 1 1 0 0,1-1 0 0 0,0 1-1 0 0,0 0 1 0 0,0 0-1 0 0,1 0 1 0 0,1 12-1 0 0,0-20-714 0 0,0 1 0 0 0,1-1 0 0 0,-1 1 0 0 0,1-1 0 0 0,0 1 0 0 0,0-1 0 0 0,0 1 0 0 0,0-1 1 0 0,0 1-1 0 0,0-1 0 0 0,0 0 0 0 0,1 0 0 0 0,-1 0 0 0 0,1 0 0 0 0,0 0 0 0 0,0 0 0 0 0,0 0 0 0 0,-1 0 0 0 0,2-1 0 0 0,-1 1 0 0 0,0-1 0 0 0,0 0 0 0 0,0 1 0 0 0,1-1 0 0 0,-1 0 0 0 0,0 0 0 0 0,1 0 0 0 0,-1-1 0 0 0,1 1 0 0 0,0-1 0 0 0,-1 1 0 0 0,1-1 0 0 0,-1 0 0 0 0,1 0 0 0 0,-1 0 0 0 0,5-1 0 0 0,-2 1 26 0 0,-1 0 1 0 0,1 0-1 0 0,0-1 0 0 0,-1 0 1 0 0,0 0-1 0 0,1 0 0 0 0,-1 0 1 0 0,0-1-1 0 0,1 1 0 0 0,-1-1 1 0 0,0 0-1 0 0,0-1 0 0 0,0 1 1 0 0,-1-1-1 0 0,1 0 0 0 0,-1 0 1 0 0,1 0-1 0 0,-1 0 0 0 0,0 0 1 0 0,0-1-1 0 0,0 1 0 0 0,-1-1 1 0 0,1 0-1 0 0,-1 0 0 0 0,0 0 1 0 0,0 0-1 0 0,0 0 0 0 0,-1-1 1 0 0,1 1-1 0 0,-1 0 0 0 0,0-1 1 0 0,-1 1-1 0 0,1-1 0 0 0,-1 1 1 0 0,1-1-1 0 0,-1 1 0 0 0,-1-1 1 0 0,1 1-1 0 0,-1-1 0 0 0,1 1 1 0 0,-1-1-1 0 0,-2-5 0 0 0,0 5-20 0 0,1-1-1 0 0,-1 1 1 0 0,0-1-1 0 0,0 1 0 0 0,0 0 1 0 0,-1 0-1 0 0,0 1 1 0 0,0-1-1 0 0,-4-3 1 0 0,5 6-277 0 0,1 0 0 0 0,0 0 1 0 0,-1 1-1 0 0,0-1 0 0 0,1 1 0 0 0,-1 0 1 0 0,0 0-1 0 0,0 0 0 0 0,0 0 1 0 0,1 0-1 0 0,-1 0 0 0 0,-6 0 0 0 0,-3 1-4521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1.0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10594 0 0,'12'44'5427'0'0,"-10"-31"-4290"0"0,8 29-353 0 0,2 1-1 0 0,25 58 1 0 0,-19-63-3542 0 0,24 40-1 0 0,-33-62-2479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1.1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1 258 7370 0 0,'0'-9'311'0'0,"0"0"0"0"0,1 1 0 0 0,0-1 0 0 0,1 0 0 0 0,0 1 1 0 0,0 0-1 0 0,0-1 0 0 0,1 1 0 0 0,1 0 0 0 0,-1 0 0 0 0,1 0 1 0 0,1 1-1 0 0,6-10 0 0 0,-1 3-38 0 0,1 0 0 0 0,0 1 1 0 0,1 0-1 0 0,0 0 0 0 0,25-17 1 0 0,14 0-1180 0 0,-37 25 889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1.9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66 110 3225 0 0,'-15'-38'829'0'0,"10"26"-299"0"0,0 0 0 0 0,-35-36 11269 0 0,62 90-11263 0 0,59 70 652 0 0,-73-102-1367 0 0,0-1 1 0 0,1 0 0 0 0,0 0 0 0 0,1-1 0 0 0,-1 0 0 0 0,2-1-1 0 0,-1 0 1 0 0,23 10 0 0 0,-18-12-4023 0 0,0-3-1325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2.1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38 6913 0 0,'-2'-1'223'0'0,"1"-1"0"0"0,0 1 0 0 0,-1 0 0 0 0,1-1 0 0 0,0 1 0 0 0,0-1 0 0 0,0 1 0 0 0,0-1 0 0 0,0 0 0 0 0,0 1-1 0 0,1-1 1 0 0,-2-2 0 0 0,2 4-172 0 0,0-1-1 0 0,0 1 1 0 0,-1 0-1 0 0,1-1 1 0 0,0 1-1 0 0,0 0 1 0 0,-1-1 0 0 0,1 1-1 0 0,0 0 1 0 0,0-1-1 0 0,0 1 1 0 0,0 0-1 0 0,0-1 1 0 0,0 1-1 0 0,0-1 1 0 0,0 1-1 0 0,0 0 1 0 0,0-1-1 0 0,0 1 1 0 0,0-1 0 0 0,0 1-1 0 0,0 0 1 0 0,0-1-1 0 0,0 1 1 0 0,0 0-1 0 0,0-1 1 0 0,0 1-1 0 0,1-1 1 0 0,-1 1-1 0 0,0 0 1 0 0,0-1-1 0 0,0 1 1 0 0,1 0 0 0 0,-1 0-1 0 0,0-1 1 0 0,0 1-1 0 0,1 0 1 0 0,-1-1-1 0 0,0 1 1 0 0,1 0-1 0 0,-1 0 1 0 0,0 0-1 0 0,1-1 1 0 0,-1 1-1 0 0,0 0 1 0 0,1 0 0 0 0,-1 0-1 0 0,0 0 1 0 0,1 0-1 0 0,-1 0 1 0 0,1 0-1 0 0,-1-1 1 0 0,0 1-1 0 0,1 0 1 0 0,0 1-1 0 0,23 12-5387 0 0,-16-5 3586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2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1 8754 0 0,'-10'5'6014'0'0,"9"-3"-5753"0"0,7 7 2210 0 0,29 15-2549 0 0,-16-13 1129 0 0,57 53-391 0 0,-20-16-5000 0 0,-43-37-1171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2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22 277 4145 0 0,'-1'0'105'0'0,"0"0"0"0"0,0-1 0 0 0,0 1 0 0 0,-1-1 0 0 0,1 0 0 0 0,0 1-1 0 0,0-1 1 0 0,0 0 0 0 0,0 0 0 0 0,0 1 0 0 0,0-1 0 0 0,0 0 0 0 0,1 0 0 0 0,-1 0 0 0 0,0 0 0 0 0,0 0 0 0 0,1 0 0 0 0,-1 0 0 0 0,1-1 0 0 0,-1 1 0 0 0,1 0 0 0 0,-1 0 0 0 0,1 0 0 0 0,0-1-1 0 0,-1 1 1 0 0,1-2 0 0 0,0-1 60 0 0,1 1-1 0 0,-1 0 0 0 0,1 0 0 0 0,0 0 1 0 0,0 0-1 0 0,0 0 0 0 0,0 0 0 0 0,0 0 1 0 0,1 0-1 0 0,2-4 0 0 0,6-8 244 0 0,1 2 1 0 0,0-1-1 0 0,14-11 0 0 0,-23 22-361 0 0,43-39-338 0 0,65-49-1 0 0,-97 81 292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3.0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26 4145 0 0,'-15'-1'6689'0'0,"15"1"-6474"0"0,-1 16 3141 0 0,14 17-1839 0 0,-10-28-1442 0 0,1 0 0 0 0,-1-1-1 0 0,1 0 1 0 0,0 0 0 0 0,0 0-1 0 0,1 0 1 0 0,-1-1 0 0 0,1 0 0 0 0,0 0-1 0 0,-1 0 1 0 0,1 0 0 0 0,1-1 0 0 0,-1 1-1 0 0,0-1 1 0 0,0-1 0 0 0,1 1-1 0 0,-1-1 1 0 0,1 0 0 0 0,0 0 0 0 0,-1-1-1 0 0,1 1 1 0 0,0-1 0 0 0,-1-1 0 0 0,1 1-1 0 0,0-1 1 0 0,-1 0 0 0 0,1 0-1 0 0,-1 0 1 0 0,7-3 0 0 0,-11 3-105 0 0,0 1 1 0 0,0 0-1 0 0,0-1 0 0 0,0 1 1 0 0,-1-1-1 0 0,1 1 1 0 0,0-1-1 0 0,0 1 0 0 0,-1-1 1 0 0,1 1-1 0 0,0-1 0 0 0,-1 0 1 0 0,1 1-1 0 0,0-1 1 0 0,-1 0-1 0 0,1 1 0 0 0,-1-1 1 0 0,0 0-1 0 0,1 0 0 0 0,-1 0 1 0 0,1 1-1 0 0,-1-1 1 0 0,0 0-1 0 0,0 0 0 0 0,1 0 1 0 0,-1 0-1 0 0,0 0 0 0 0,0 0 1 0 0,0-1-1 0 0,-1-1 18 0 0,0 1 1 0 0,1 0-1 0 0,-1 0 0 0 0,0 0 0 0 0,0 0 0 0 0,0 0 1 0 0,-1 0-1 0 0,1 0 0 0 0,0 0 0 0 0,-1 0 1 0 0,-2-2-1 0 0,-4-4-20 0 0,0 1 1 0 0,0 0-1 0 0,-1 1 0 0 0,-10-6 1 0 0,-37-17-1358 0 0,43 24 605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3.2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9674 0 0,'1'5'618'0'0,"1"1"-1"0"0,-1-1 1 0 0,1 0-1 0 0,0 1 1 0 0,0-1-1 0 0,1 0 1 0 0,-1 0-1 0 0,1 0 1 0 0,4 4-1 0 0,7 15 610 0 0,2 11-335 0 0,35 69 852 0 0,-41-89-3759 0 0,0 0 0 0 0,16 18 0 0 0,-12-17-3866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09:13.4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1 266 6913 0 0,'1'-2'609'0'0,"2"0"-481"0"0,-1-2-128 0 0,2 0 0 0 0,0 1 464 0 0,2-4 72 0 0,5-1 8 0 0,6-8 8 0 0,6-7 48 0 0,5-4 8 0 0,4-2 0 0 0,1 0 1 0 0,0 0-1522 0 0,-3 1-303 0 0,-3 0-56 0 0,-7 1-8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3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55 316 456 0 0,'-10'-26'992'0'0,"9"22"-734"0"0,0 0 1 0 0,0 1 0 0 0,-1-1 0 0 0,1 0 0 0 0,-1 1 0 0 0,0-1 0 0 0,0 1 0 0 0,0-1 0 0 0,-1 1 0 0 0,1 0 0 0 0,-1 0 0 0 0,0 0 0 0 0,1 0-1 0 0,-1 0 1 0 0,-1 1 0 0 0,-7 0 3735 0 0,11 3-3926 0 0,3 13 1084 0 0,3 8-1091 0 0,35 110 1352 0 0,-21-62-461 0 0,3-1 0 0 0,41 85 0 0 0,-54-134-775 0 0,2 0 1 0 0,24 32-1 0 0,-32-47-101 0 0,0 0 0 0 0,0 0 0 0 0,0-1 1 0 0,1 1-1 0 0,0-1 0 0 0,0 0 0 0 0,0-1 0 0 0,0 1 1 0 0,0-1-1 0 0,1 0 0 0 0,-1 0 0 0 0,1-1 0 0 0,0 1 1 0 0,0-1-1 0 0,7 1 0 0 0,-9-3-1 0 0,0 0 1 0 0,-1-1-1 0 0,1 1 1 0 0,-1-1-1 0 0,1 0 1 0 0,0 0-1 0 0,-1 0 1 0 0,0-1-1 0 0,1 1 1 0 0,-1-1-1 0 0,0 0 1 0 0,0 0-1 0 0,0 0 1 0 0,0 0-1 0 0,0 0 1 0 0,0-1-1 0 0,-1 1 0 0 0,1-1 1 0 0,-1 0-1 0 0,1 0 1 0 0,1-3-1 0 0,4-5 71 0 0,-1 0-1 0 0,0-1 0 0 0,-1 1 1 0 0,7-19-1 0 0,-5 6-89 0 0,-1 1 0 0 0,-1-2 0 0 0,5-47-1 0 0,-2-79 210 0 0,-6 66-205 0 0,0 16-206 0 0,-2 19-215 0 0,2 1-1 0 0,3 0 1 0 0,16-69 0 0 0,-22 117 312 0 0,0 0 0 0 0,0 1 0 0 0,0-1 0 0 0,0 0 0 0 0,0 1 0 0 0,0-1 0 0 0,0 1 0 0 0,0-1 0 0 0,1 0 0 0 0,-1 1 0 0 0,0-1 0 0 0,0 1-1 0 0,0-1 1 0 0,1 1 0 0 0,-1-1 0 0 0,0 1 0 0 0,1-1 0 0 0,-1 1 0 0 0,1-1 0 0 0,-1 1 0 0 0,0-1 0 0 0,1 1 0 0 0,-1 0 0 0 0,1-1 0 0 0,-1 1 0 0 0,1 0 0 0 0,0-1 0 0 0,-1 1 0 0 0,1 0-1 0 0,-1 0 1 0 0,1-1 0 0 0,-1 1 0 0 0,1 0 0 0 0,0 0 0 0 0,-1 0 0 0 0,1 0 0 0 0,-1 0 0 0 0,1 0 0 0 0,0 0 0 0 0,-1 0 0 0 0,1 0 0 0 0,0 0 0 0 0,-1 0 0 0 0,1 0 0 0 0,-1 0 0 0 0,1 1-1 0 0,-1-1 1 0 0,1 0 0 0 0,0 0 0 0 0,-1 1 0 0 0,1-1 0 0 0,-1 0 0 0 0,1 1 0 0 0,-1-1 0 0 0,1 1 0 0 0,-1-1 0 0 0,0 0 0 0 0,1 1 0 0 0,-1-1 0 0 0,1 2 0 0 0,6 6-1209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34 9218 0 0,'0'-1'24'0'0,"0"1"-1"0"0,-1 0 1 0 0,1 0 0 0 0,0 0-1 0 0,-1 0 1 0 0,1 0 0 0 0,0 0-1 0 0,0-1 1 0 0,-1 1 0 0 0,1 0-1 0 0,0 0 1 0 0,0-1 0 0 0,-1 1-1 0 0,1 0 1 0 0,0 0 0 0 0,0-1-1 0 0,0 1 1 0 0,-1 0-1 0 0,1 0 1 0 0,0-1 0 0 0,0 1-1 0 0,0 0 1 0 0,0-1 0 0 0,0 1-1 0 0,0 0 1 0 0,0-1 0 0 0,0 1-1 0 0,0 0 1 0 0,0-1 0 0 0,0 1-1 0 0,0 0 1 0 0,0-1 0 0 0,0 1-1 0 0,0 0 1 0 0,0 0 0 0 0,0-1-1 0 0,0 1 1 0 0,0 0 0 0 0,0-1-1 0 0,0 1 1 0 0,0 0 0 0 0,1-1-1 0 0,-1 1 1 0 0,0 0 0 0 0,0-1-1 0 0,19-8 348 0 0,28-1-118 0 0,-41 9-558 0 0,0 1 1 0 0,1 0-1 0 0,-1 0 0 0 0,0 0 0 0 0,1 1 0 0 0,11 2 0 0 0,-14-1-430 0 0,1-1 0 0 0,-1 1 0 0 0,0 0 0 0 0,1 0-1 0 0,-1 0 1 0 0,4 4 0 0 0,-2-1 214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6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0 152 8290 0 0,'1'-1'3'0'0,"-1"1"-1"0"0,0-1 1 0 0,1 0 0 0 0,-1 0 0 0 0,0 0-1 0 0,1 0 1 0 0,-1 1 0 0 0,1-1 0 0 0,-1 0-1 0 0,1 1 1 0 0,0-1 0 0 0,-1 0 0 0 0,1 1-1 0 0,0-1 1 0 0,0 1 0 0 0,-1-1 0 0 0,1 1-1 0 0,0-1 1 0 0,0 1 0 0 0,0-1 0 0 0,-1 1 0 0 0,3 0-1 0 0,36-22-676 0 0,-10 6 393 0 0,2-5 169 0 0,-4 3 177 0 0,32-17-1 0 0,-51 31-40 0 0,1 0 0 0 0,0 1 0 0 0,-1-1 0 0 0,1 2-1 0 0,0-1 1 0 0,1 1 0 0 0,-1 1 0 0 0,15-1 0 0 0,-11 3-550 0 0,1 3-2041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5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53 103 5529 0 0,'-4'-6'428'0'0,"0"0"1"0"0,0 0-1 0 0,1 0 0 0 0,0-1 0 0 0,1 1 0 0 0,-4-12 1 0 0,4 11 415 0 0,0-1 0 0 0,-1 1 0 0 0,0-1 0 0 0,-7-9 0 0 0,3 57 1212 0 0,27 228-58 0 0,-3-75-1210 0 0,-4-85-1361 0 0,-4-41-1077 0 0,-5 0-3823 0 0,-4-44 1181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1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47 2304 0 0,'-2'-3'-316'0'0,"-12"-24"4414"0"0,14 26-3865 0 0,-1 0-1 0 0,0-1 1 0 0,1 1-1 0 0,-1 0 1 0 0,0 0-1 0 0,0 0 1 0 0,0 0 0 0 0,1 0-1 0 0,-1 0 1 0 0,0 0-1 0 0,-1 0 1 0 0,1 1-1 0 0,0-1 1 0 0,0 0-1 0 0,0 1 1 0 0,-2-2-1 0 0,2 3-160 0 0,0-1 0 0 0,1 0-1 0 0,-1 1 1 0 0,0-1 0 0 0,0 1-1 0 0,1-1 1 0 0,-1 1-1 0 0,0 0 1 0 0,1-1 0 0 0,-1 1-1 0 0,1 0 1 0 0,-1-1 0 0 0,1 1-1 0 0,-1 0 1 0 0,1 0-1 0 0,-1-1 1 0 0,1 1 0 0 0,0 0-1 0 0,-1 0 1 0 0,1 0-1 0 0,0-1 1 0 0,0 1 0 0 0,0 0-1 0 0,-1 2 1 0 0,-3 24 256 0 0,4-25-254 0 0,-8 91 1246 0 0,5 0 0 0 0,10 108-1 0 0,-7 57-3584 0 0,-3-214-2819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9 102 3681 0 0,'-1'-2'173'0'0,"-1"0"0"0"0,1-1 0 0 0,0 1 0 0 0,1-1 0 0 0,-1 0 1 0 0,0 1-1 0 0,1-1 0 0 0,-1 0 0 0 0,1 1 0 0 0,0-1 0 0 0,0 0 0 0 0,0 0 0 0 0,0 1 1 0 0,0-1-1 0 0,1 0 0 0 0,0 1 0 0 0,-1-1 0 0 0,1 0 0 0 0,0 1 0 0 0,0-1 0 0 0,2-2 1 0 0,-2 2-89 0 0,0 0 1 0 0,0 0 0 0 0,0 0 0 0 0,0 1 0 0 0,1-1 0 0 0,0 0 0 0 0,-1 1 0 0 0,1-1-1 0 0,0 1 1 0 0,0 0 0 0 0,0 0 0 0 0,1 0 0 0 0,2-2 0 0 0,-4 3-30 0 0,1 1 1 0 0,-1-1 0 0 0,1 0-1 0 0,-1 1 1 0 0,1 0 0 0 0,0-1-1 0 0,-1 1 1 0 0,1 0-1 0 0,-1 0 1 0 0,1 0 0 0 0,0 0-1 0 0,-1 0 1 0 0,1 0 0 0 0,0 1-1 0 0,-1-1 1 0 0,1 0-1 0 0,-1 1 1 0 0,1 0 0 0 0,-1-1-1 0 0,1 1 1 0 0,-1 0 0 0 0,1-1-1 0 0,-1 1 1 0 0,2 2-1 0 0,6 2 78 0 0,-1 0-1 0 0,0 1 0 0 0,0 1 0 0 0,0-1 0 0 0,-1 1 0 0 0,0 0 0 0 0,-1 1 0 0 0,11 15 0 0 0,-14-19-159 0 0,-1 1 0 0 0,1 0-1 0 0,-1 0 1 0 0,-1 0 0 0 0,1 1 0 0 0,0-1 0 0 0,-1 0 0 0 0,0 1 0 0 0,-1-1-1 0 0,1 1 1 0 0,-1-1 0 0 0,0 1 0 0 0,0-1 0 0 0,-1 0 0 0 0,0 1 0 0 0,0-1-1 0 0,-3 10 1 0 0,-1 1-143 0 0,-1 0 0 0 0,0 0-1 0 0,-2-1 1 0 0,1 0-1 0 0,-20 26 1 0 0,26-41 235 0 0,0 1-1 0 0,1 0 1 0 0,-1 0-1 0 0,0-1 1 0 0,0 1-1 0 0,1 0 1 0 0,-1 0-1 0 0,1 0 0 0 0,-1 0 1 0 0,1 0-1 0 0,-1 0 1 0 0,1 0-1 0 0,-1 0 1 0 0,1 0-1 0 0,0 0 1 0 0,0 0-1 0 0,-1 0 1 0 0,1 0-1 0 0,0 0 1 0 0,0 0-1 0 0,0 1 1 0 0,0-1-1 0 0,0 0 1 0 0,1 0-1 0 0,-1 0 1 0 0,0 0-1 0 0,0 0 1 0 0,1 2-1 0 0,1-2 5 0 0,-1 0-1 0 0,0 0 1 0 0,1 0-1 0 0,-1 0 1 0 0,1 0-1 0 0,-1 0 1 0 0,1 0-1 0 0,0 0 1 0 0,-1-1-1 0 0,1 1 1 0 0,0-1-1 0 0,0 1 1 0 0,-1-1-1 0 0,1 0 1 0 0,2 1-1 0 0,10 0 389 0 0,-1-1 0 0 0,0 0 0 0 0,20-3-1 0 0,38-14 1375 0 0,-58 13-1537 0 0,0 0 0 0 0,0 1 0 0 0,0 1 0 0 0,1 0-1 0 0,-1 0 1 0 0,22 1 0 0 0,-25 4-1141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5.7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214 21 8290 0 0,'3'-9'1098'0'0,"1"-1"201"0"0,-4 9-777 0 0,-1 3-177 0 0,0-1-62 0 0,-2 4-89 0 0,-163 231 1185 0 0,117-172 950 0 0,49-63-2308 0 0,0-1-1 0 0,0 0 0 0 0,0 1 1 0 0,0-1-1 0 0,0 0 1 0 0,0 1-1 0 0,0-1 0 0 0,0 1 1 0 0,0-1-1 0 0,0 0 0 0 0,0 1 1 0 0,0-1-1 0 0,0 0 1 0 0,0 1-1 0 0,0-1 0 0 0,0 0 1 0 0,1 1-1 0 0,-1-1 0 0 0,0 0 1 0 0,0 1-1 0 0,0-1 0 0 0,1 0 1 0 0,-1 0-1 0 0,0 1 1 0 0,0-1-1 0 0,1 0 0 0 0,-1 0 1 0 0,0 1-1 0 0,1-1 0 0 0,-1 0 1 0 0,0 0-1 0 0,1 0 1 0 0,-1 1-1 0 0,0-1 0 0 0,1 0 1 0 0,-1 0-1 0 0,0 0 0 0 0,1 0 1 0 0,-1 0-1 0 0,0 0 1 0 0,1 0-1 0 0,0 0 0 0 0,23 7-7 0 0,-17-6 48 0 0,37 12-287 0 0,-25-9 160 0 0,-1 1 1 0 0,0 1-1 0 0,0 1 1 0 0,21 11 0 0 0,-33-15 59 0 0,-1 1 0 0 0,0-1 1 0 0,-1 1-1 0 0,1 0 1 0 0,-1 0-1 0 0,1 0 1 0 0,-1 1-1 0 0,-1 0 1 0 0,1 0-1 0 0,0 0 0 0 0,-1 0 1 0 0,0 0-1 0 0,-1 0 1 0 0,1 1-1 0 0,-1 0 1 0 0,0-1-1 0 0,3 13 0 0 0,-4-12 18 0 0,0 0 1 0 0,-1 0-1 0 0,1 0 0 0 0,-1 0 0 0 0,0 1 0 0 0,-1-1 0 0 0,0 0 0 0 0,1 0 0 0 0,-2 0 0 0 0,1 0 0 0 0,-1 0 0 0 0,0 0 0 0 0,0 0 0 0 0,-1 0 0 0 0,0-1 0 0 0,0 1 0 0 0,0-1 0 0 0,0 0 0 0 0,-1 0 0 0 0,-5 5 0 0 0,-8 8 467 0 0,-1-2-1 0 0,-1 0 0 0 0,-40 26 0 0 0,36-27-827 0 0,1 1-1 0 0,-21 21 1 0 0,35-22-2229 0 0,7-10 1262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4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 6913 0 0,'1'-14'5372'0'0,"2"28"-4223"0"0,1 34-1103 0 0,-6 66 616 0 0,-1 25-313 0 0,8-47-4823 0 0,-3-74 162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8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0 155 11979 0 0,'7'-6'537'0'0,"0"2"1"0"0,1-1 0 0 0,-1 1 0 0 0,10-5-1 0 0,-6 3-481 0 0,29-13-230 0 0,0 1 0 0 0,2 2-1 0 0,45-12 1 0 0,5 3-3406 0 0,-77 21 1956 0 0,-1 1-1 0 0,1 0 0 0 0,0 1 0 0 0,27-1 1 0 0,0 11 744 0 0,-34-6 1037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2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411 49 5329 0 0,'-1'-3'79'0'0,"0"0"0"0"0,0 1 0 0 0,0-1 0 0 0,0 0 0 0 0,0 1 0 0 0,0-1 0 0 0,-1 1 0 0 0,1 0 0 0 0,-1-1 0 0 0,0 1 0 0 0,1 0 0 0 0,-1 0 0 0 0,0 0 0 0 0,0 0 0 0 0,-1 0 0 0 0,1 1-1 0 0,0-1 1 0 0,-1 1 0 0 0,1-1 0 0 0,-3 0 0 0 0,2 1 24 0 0,0 1-1 0 0,0-1 0 0 0,0 1 0 0 0,0 0 1 0 0,0 0-1 0 0,0 0 0 0 0,0 0 1 0 0,0 1-1 0 0,0-1 0 0 0,0 1 0 0 0,0 0 1 0 0,0 0-1 0 0,0 0 0 0 0,0 0 1 0 0,-4 2-1 0 0,-4 4 188 0 0,-1 1 0 0 0,2 0-1 0 0,-1 0 1 0 0,1 1 0 0 0,0 0 0 0 0,1 1 0 0 0,-10 12-1 0 0,-15 22 1225 0 0,-50 91 0 0 0,82-132-1497 0 0,1 0 1 0 0,0 0-1 0 0,0 1 1 0 0,0-1 0 0 0,0 1-1 0 0,0-1 1 0 0,1 0 0 0 0,0 1-1 0 0,0-1 1 0 0,0 1-1 0 0,0-1 1 0 0,0 1 0 0 0,0-1-1 0 0,1 1 1 0 0,0-1 0 0 0,0 1-1 0 0,0-1 1 0 0,0 0-1 0 0,0 1 1 0 0,1-1 0 0 0,-1 0-1 0 0,1 0 1 0 0,0 0-1 0 0,0 0 1 0 0,0-1 0 0 0,4 5-1 0 0,8 8-103 0 0,0-1 0 0 0,0-1 0 0 0,28 19 0 0 0,-9-6-283 0 0,-26-20 363 0 0,0 1 0 0 0,0 0-1 0 0,-1 1 1 0 0,0 0-1 0 0,-1 0 1 0 0,1 0 0 0 0,-1 1-1 0 0,-1-1 1 0 0,0 1 0 0 0,0 0-1 0 0,-1 0 1 0 0,0 1-1 0 0,3 15 1 0 0,-5-19 53 0 0,0 0 0 0 0,-1 0 1 0 0,1 0-1 0 0,-1 0 0 0 0,-1 0 0 0 0,1 0 0 0 0,-1-1 0 0 0,0 1 1 0 0,0 0-1 0 0,-1 0 0 0 0,1-1 0 0 0,-1 1 0 0 0,0-1 0 0 0,-1 1 1 0 0,0-1-1 0 0,0 0 0 0 0,0 0 0 0 0,0 0 0 0 0,-1 0 0 0 0,1-1 1 0 0,-1 1-1 0 0,0-1 0 0 0,-8 6 0 0 0,0-1-1 0 0,0 0-1 0 0,-1-1 0 0 0,1 0 1 0 0,-1-1-1 0 0,-1-1 0 0 0,1 0 1 0 0,-1-1-1 0 0,0 0 0 0 0,-1-1 1 0 0,1-1-1 0 0,-1 0 0 0 0,0-1 1 0 0,1 0-1 0 0,-25-2 0 0 0,14 0-2375 0 0,13 0-2513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6 130 3681 0 0,'-1'-2'25'0'0,"0"0"1"0"0,0 1 0 0 0,1-1 0 0 0,-1 0-1 0 0,1 0 1 0 0,-1-1 0 0 0,1 1-1 0 0,0 0 1 0 0,0 0 0 0 0,0 0-1 0 0,0 0 1 0 0,0 0 0 0 0,0 0 0 0 0,0 0-1 0 0,1 0 1 0 0,-1 0 0 0 0,1 0-1 0 0,0 0 1 0 0,-1 0 0 0 0,1 0-1 0 0,0 0 1 0 0,0 0 0 0 0,0 0 0 0 0,2-2-1 0 0,0-2 75 0 0,1 1-1 0 0,-1-1 0 0 0,1 0 1 0 0,0 1-1 0 0,1 0 1 0 0,-1 0-1 0 0,6-4 0 0 0,-4 5 107 0 0,0 0 0 0 0,-1 1 0 0 0,2 0 0 0 0,-1 0 0 0 0,0 0 0 0 0,0 1 0 0 0,1 0 0 0 0,-1 0 0 0 0,1 1 0 0 0,0-1 0 0 0,0 2 0 0 0,-1-1 0 0 0,9 1-1 0 0,-13 0-129 0 0,1 0-1 0 0,0 0 1 0 0,-1 1-1 0 0,1-1 0 0 0,-1 1 1 0 0,1 0-1 0 0,0 0 0 0 0,-1 0 1 0 0,0 0-1 0 0,1 0 0 0 0,-1 0 1 0 0,0 1-1 0 0,1-1 0 0 0,-1 1 1 0 0,0 0-1 0 0,0-1 1 0 0,0 1-1 0 0,-1 0 0 0 0,1 0 1 0 0,0 0-1 0 0,-1 1 0 0 0,1-1 1 0 0,-1 0-1 0 0,0 1 0 0 0,1-1 1 0 0,-1 0-1 0 0,0 1 0 0 0,-1-1 1 0 0,1 1-1 0 0,0 0 1 0 0,-1-1-1 0 0,1 1 0 0 0,-1 0 1 0 0,0-1-1 0 0,0 4 0 0 0,-1 33 232 0 0,-2 0 0 0 0,-2 0-1 0 0,-1 0 1 0 0,-2-1 0 0 0,-20 59 0 0 0,19-73 598 0 0,6-19-468 0 0,1 0 0 0 0,0 0 0 0 0,1 0 1 0 0,-1 0-1 0 0,1 0 0 0 0,0 0 0 0 0,0 7 0 0 0,1-11-422 0 0,0-1 0 0 0,0 0-1 0 0,1 1 1 0 0,-1-1 0 0 0,0 0 0 0 0,1 1 0 0 0,-1-1 0 0 0,0 0-1 0 0,1 0 1 0 0,-1 1 0 0 0,0-1 0 0 0,1 0 0 0 0,-1 0 0 0 0,1 0-1 0 0,-1 1 1 0 0,0-1 0 0 0,1 0 0 0 0,-1 0 0 0 0,1 0 0 0 0,-1 0 0 0 0,0 0-1 0 0,1 0 1 0 0,-1 0 0 0 0,1 0 0 0 0,-1 0 0 0 0,1 0 0 0 0,-1 0-1 0 0,0 0 1 0 0,1 0 0 0 0,-1 0 0 0 0,1 0 0 0 0,-1-1 0 0 0,0 1-1 0 0,1 0 1 0 0,-1 0 0 0 0,1-1 0 0 0,20-5-408 0 0,-17 5 370 0 0,72-31-2172 0 0,-58 25 1367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5 108 10594 0 0,'0'0'44'0'0,"-1"-1"-1"0"0,1 1 1 0 0,0 0-1 0 0,-1-1 1 0 0,1 1-1 0 0,0-1 0 0 0,-1 1 1 0 0,1-1-1 0 0,0 1 1 0 0,0-1-1 0 0,-1 1 1 0 0,1-1-1 0 0,0 1 1 0 0,0-1-1 0 0,0 1 0 0 0,0-1 1 0 0,0 1-1 0 0,0-1 1 0 0,0 0-1 0 0,0 1 1 0 0,0-1-1 0 0,0 1 1 0 0,0-1-1 0 0,0 1 0 0 0,0-1 1 0 0,1 1-1 0 0,-1-1 1 0 0,0 1-1 0 0,1-1 1 0 0,14-16 184 0 0,31-11-1013 0 0,-39 24 693 0 0,4-3-399 0 0,1 1 1 0 0,-1 1-1 0 0,1 0 1 0 0,0 0-1 0 0,0 1 0 0 0,0 1 1 0 0,0 0-1 0 0,1 1 0 0 0,15-1 1 0 0,-19 4 436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4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28 141 10594 0 0,'-12'1'532'0'0,"-3"-2"1028"0"0,15 1-1504 0 0,0 0-1 0 0,0-1 1 0 0,-1 1-1 0 0,1 0 1 0 0,0-1-1 0 0,0 1 1 0 0,0 0-1 0 0,0-1 1 0 0,0 1-1 0 0,0-1 1 0 0,0 1 0 0 0,0 0-1 0 0,0-1 1 0 0,0 1-1 0 0,0 0 1 0 0,0-1-1 0 0,0 1 1 0 0,1-1-1 0 0,-1 1 1 0 0,0 0-1 0 0,0-1 1 0 0,0 1-1 0 0,0 0 1 0 0,1-1-1 0 0,-1 1 1 0 0,0 0 0 0 0,0 0-1 0 0,1-1 1 0 0,-1 1-1 0 0,0 0 1 0 0,1 0-1 0 0,-1-1 1 0 0,0 1-1 0 0,0 0 1 0 0,1 0-1 0 0,-1 0 1 0 0,1-1-1 0 0,9-8-259 0 0,0 0-1 0 0,1 0 0 0 0,0 1 0 0 0,0 0 1 0 0,1 1-1 0 0,0 0 0 0 0,0 1 0 0 0,16-6 1 0 0,8-1-2064 0 0,64-15 1 0 0,-34 19-1979 0 0,-56 6 4138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9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1 7834 0 0,'-1'3'324'0'0,"-1"0"1"0"0,1 0-1 0 0,0 0 1 0 0,1 1-1 0 0,-1-1 1 0 0,0 0-1 0 0,1 6 1 0 0,-2 2-298 0 0,-21 73 754 0 0,-8 43 611 0 0,28-112-928 0 0,2-1 1 0 0,-1 0-1 0 0,2 1 0 0 0,0-1 0 0 0,0 1 0 0 0,5 23 0 0 0,-3-30-206 0 0,0 0 0 0 0,1 0-1 0 0,-1 0 1 0 0,2 0-1 0 0,-1-1 1 0 0,1 0 0 0 0,0 0-1 0 0,10 13 1 0 0,-13-18-260 0 0,1 0 0 0 0,-1 0 0 0 0,1-1 0 0 0,0 1 0 0 0,-1-1 0 0 0,1 1 0 0 0,0-1 0 0 0,0 0 1 0 0,0 0-1 0 0,0 0 0 0 0,0 0 0 0 0,0 0 0 0 0,1 0 0 0 0,-1 0 0 0 0,0-1 0 0 0,0 1 0 0 0,1-1 0 0 0,-1 0 1 0 0,0 0-1 0 0,1 1 0 0 0,-1-1 0 0 0,0-1 0 0 0,1 1 0 0 0,-1 0 0 0 0,0-1 0 0 0,0 1 0 0 0,1-1 0 0 0,-1 1 1 0 0,0-1-1 0 0,0 0 0 0 0,0 0 0 0 0,0 0 0 0 0,0 0 0 0 0,0-1 0 0 0,3-2 0 0 0,6-4-799 0 0,-1 0-1 0 0,0-1 1 0 0,0-1-1 0 0,13-17 1 0 0,-10 9-4399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0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32 13827 0 0,'-6'-7'608'0'0,"5"3"128"0"0,1 1-584 0 0,0 1-152 0 0,1 0 0 0 0,1 0 0 0 0,0 1-136 0 0,1-1-56 0 0,3-2-16 0 0,1 1 0 0 0,1 1-592 0 0,-1 4-128 0 0,-1 0-16 0 0,-1 3-9 0 0,0 2 745 0 0,-1-2 208 0 0,-1 0-80 0 0,1-1 80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1.7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 2761 0 0,'1'-3'266'0'0,"15"-28"12016"0"0,-18 91-11461 0 0,2 0 1 0 0,3 0 0 0 0,14 80 0 0 0,-14-117-878 0 0,-2-10-266 0 0,1 0 0 0 0,0 0 0 0 0,1 0 0 0 0,0-1 0 0 0,1 1 0 0 0,0-1-1 0 0,8 15 1 0 0,-9-23-902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2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0,'-1'3'42'0'0,"1"0"-1"0"0,-1 1 1 0 0,0-1-1 0 0,1 0 1 0 0,0 1-1 0 0,0-1 0 0 0,0 1 1 0 0,0-1-1 0 0,1 7 1 0 0,0 7 638 0 0,-13 95 2890 0 0,5-60-2067 0 0,3 0-1 0 0,2 79 1 0 0,8 16-1876 0 0,-5-50-3171 0 0,-1-77 2305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1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26 216 4145 0 0,'-3'-4'94'0'0,"1"1"1"0"0,-1-1-1 0 0,0 0 0 0 0,1 0 1 0 0,0 0-1 0 0,0 0 0 0 0,0 0 1 0 0,1-1-1 0 0,-1 1 1 0 0,1-1-1 0 0,0 1 0 0 0,0-1 1 0 0,1 1-1 0 0,0-1 0 0 0,-1 1 1 0 0,1-1-1 0 0,1 0 1 0 0,-1 1-1 0 0,1-1 0 0 0,-1 1 1 0 0,1-1-1 0 0,3-7 0 0 0,-1 6-4 0 0,-1 1 0 0 0,1 0 0 0 0,0 0 0 0 0,0 1 0 0 0,1-1 0 0 0,0 1 0 0 0,-1 0 0 0 0,1-1 0 0 0,1 2 0 0 0,-1-1 0 0 0,0 0 0 0 0,1 1 0 0 0,0 0 0 0 0,0 0 0 0 0,0 0 0 0 0,0 1-1 0 0,0 0 1 0 0,8-3 0 0 0,19-5 644 0 0,50-9 0 0 0,-74 17-644 0 0,1 1-1 0 0,-1 0 1 0 0,0 1-1 0 0,0 0 1 0 0,0 0 0 0 0,1 0-1 0 0,-1 1 1 0 0,0 0 0 0 0,0 1-1 0 0,0 0 1 0 0,0 0-1 0 0,9 5 1 0 0,-13-5-94 0 0,-1 0 0 0 0,0 0 0 0 0,0 0-1 0 0,0 1 1 0 0,0-1 0 0 0,0 1 0 0 0,-1 0 0 0 0,1 0 0 0 0,-1 0 0 0 0,1 0-1 0 0,-1 0 1 0 0,0 0 0 0 0,-1 1 0 0 0,1-1 0 0 0,1 6 0 0 0,0-2-34 0 0,-2 0 0 0 0,1 0 1 0 0,-1 1-1 0 0,0-1 0 0 0,-1 0 1 0 0,0 1-1 0 0,-1 12 0 0 0,0-7 21 0 0,-1 0-1 0 0,-1 0 1 0 0,0-1 0 0 0,-1 1-1 0 0,-1-1 1 0 0,1 0 0 0 0,-2-1-1 0 0,0 1 1 0 0,-7 10-1 0 0,2-6 136 0 0,-1-1-1 0 0,-1 0 0 0 0,0-1 0 0 0,-1 0 1 0 0,-1-2-1 0 0,0 1 0 0 0,0-2 0 0 0,-1 0 1 0 0,-1-1-1 0 0,0 0 0 0 0,-18 6 0 0 0,29-15 39 0 0,11-4-58 0 0,11-5 321 0 0,131-12 2519 0 0,-131 19-2652 0 0,0 1 0 0 0,1 0 0 0 0,-1 1 0 0 0,0 1 1 0 0,0 1-1 0 0,32 9 0 0 0,-39-8-464 0 0,-1 0 1 0 0,1 1-1 0 0,-1 0 1 0 0,0 1-1 0 0,14 11 1 0 0,10 8-3718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4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5065 0 0,'1'0'122'0'0,"1"-1"0"0"0,-1 1-1 0 0,1 0 1 0 0,0 0 0 0 0,-1 0 0 0 0,1 0 0 0 0,0 0-1 0 0,-1 0 1 0 0,1 1 0 0 0,-1-1 0 0 0,1 0-1 0 0,0 1 1 0 0,-1-1 0 0 0,1 1 0 0 0,-1 0 0 0 0,1-1-1 0 0,-1 1 1 0 0,2 1 0 0 0,-1 1 155 0 0,0-1 0 0 0,0 1 0 0 0,-1 0 0 0 0,1-1 1 0 0,-1 1-1 0 0,0 0 0 0 0,0 0 0 0 0,0 0 0 0 0,0 0 0 0 0,0 1 0 0 0,-1-1 1 0 0,1 0-1 0 0,-1 0 0 0 0,0 0 0 0 0,0 0 0 0 0,0 4 0 0 0,-9 61 2198 0 0,3-33-1387 0 0,-3 147 1739 0 0,8-60-5058 0 0,1-89-3664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45 11522 0 0,'-2'-2'387'0'0,"0"-1"0"0"0,0 0-1 0 0,0 0 1 0 0,0 0 0 0 0,0 0-1 0 0,1 0 1 0 0,0 0 0 0 0,-2-4-1 0 0,3 7-383 0 0,0-1 1 0 0,0 1-1 0 0,-1 0 0 0 0,1-1 0 0 0,0 1 1 0 0,0 0-1 0 0,0-1 0 0 0,0 1 0 0 0,0-1 1 0 0,0 1-1 0 0,-1 0 0 0 0,1-1 0 0 0,0 1 1 0 0,0-1-1 0 0,0 1 0 0 0,0 0 0 0 0,1-1 1 0 0,-1 1-1 0 0,0-1 0 0 0,0 1 0 0 0,0 0 1 0 0,0-1-1 0 0,0 1 0 0 0,0-1 0 0 0,1 1 1 0 0,-1 0-1 0 0,0-1 0 0 0,0 1 0 0 0,0 0 1 0 0,1-1-1 0 0,-1 1 0 0 0,0 0 0 0 0,1-1 1 0 0,-1 1-1 0 0,0 0 0 0 0,1 0 0 0 0,-1 0 1 0 0,0-1-1 0 0,1 1 0 0 0,-1 0 0 0 0,0 0 1 0 0,1 0-1 0 0,-1 0 0 0 0,1-1 0 0 0,-1 1 1 0 0,0 0-1 0 0,1 0 0 0 0,-1 0 0 0 0,1 0 1 0 0,-1 0-1 0 0,0 0 0 0 0,1 0 0 0 0,-1 0 1 0 0,1 0-1 0 0,-1 0 0 0 0,0 1 0 0 0,1-1 1 0 0,-1 0-1 0 0,1 0 0 0 0,-1 0 0 0 0,0 0 1 0 0,1 0-1 0 0,-1 1 0 0 0,0-1 0 0 0,1 0 1 0 0,-1 0-1 0 0,1 1 0 0 0,0 0-305 0 0,0 0-1 0 0,0 0 1 0 0,0 0-1 0 0,1 1 0 0 0,-1-1 1 0 0,0 0-1 0 0,-1 0 1 0 0,1 1-1 0 0,0-1 1 0 0,0 0-1 0 0,-1 1 0 0 0,1-1 1 0 0,0 1-1 0 0,-1-1 1 0 0,0 1-1 0 0,1-1 1 0 0,-1 1-1 0 0,0 0 1 0 0,0-1-1 0 0,0 1 0 0 0,0-1 1 0 0,0 1-1 0 0,0 1 1 0 0,0 8-3155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8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 10594 0 0,'0'-5'3392'0'0,"0"5"-3323"0"0,21-1-1196 0 0,-19 1 1038 0 0,0 0-1 0 0,0 0 1 0 0,0 0-1 0 0,0 0 1 0 0,0 1-1 0 0,0-1 1 0 0,0 0-1 0 0,0 1 0 0 0,0 0 1 0 0,0-1-1 0 0,0 1 1 0 0,0 0-1 0 0,0 0 1 0 0,-1 0-1 0 0,1 0 1 0 0,0 1-1 0 0,-1-1 1 0 0,1 0-1 0 0,-1 1 1 0 0,1-1-1 0 0,-1 1 1 0 0,2 1-1 0 0,-3 0 79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9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9218 0 0,'-4'2'290'0'0,"0"-1"0"0"0,0 1 0 0 0,1 0 1 0 0,-1 0-1 0 0,1 0 0 0 0,0 1 0 0 0,-1-1 0 0 0,1 1 0 0 0,0-1 0 0 0,-4 7 0 0 0,3-3-667 0 0,1 0 0 0 0,0 1 0 0 0,0-1-1 0 0,-4 14 1 0 0,4-10-977 0 0,-16 45 1183 0 0,12-39 159 0 0</inkml:trace>
  <inkml:trace contextRef="#ctx0" brushRef="#br0" timeOffset="1">39 584 10594 0 0,'-3'1'472'0'0,"-1"-1"96"0"0,3 2-455 0 0,-1-2-113 0 0,4 2 64 0 0,-2 0-64 0 0,0-1 0 0 0,0 1-385 0 0,-7 26-1303 0 0,1-18 1688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5.2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318 55 6449 0 0,'1'-18'1284'0'0,"0"16"-1081"0"0,-1-1 1 0 0,0 0 0 0 0,0 0-1 0 0,0 0 1 0 0,0 0 0 0 0,0 1-1 0 0,0-1 1 0 0,-1 0 0 0 0,0-3-1 0 0,1 5-163 0 0,-1 1-1 0 0,1-1 0 0 0,0 1 0 0 0,0 0 0 0 0,-1-1 0 0 0,1 1 1 0 0,0 0-1 0 0,-1 0 0 0 0,1-1 0 0 0,0 1 0 0 0,-1 0 1 0 0,1 0-1 0 0,0-1 0 0 0,-1 1 0 0 0,1 0 0 0 0,-1 0 0 0 0,1 0 1 0 0,0 0-1 0 0,-1 0 0 0 0,1 0 0 0 0,-1-1 0 0 0,1 1 0 0 0,0 0 1 0 0,-1 0-1 0 0,1 0 0 0 0,-1 1 0 0 0,-21 7 1274 0 0,9 2-809 0 0,-1 0 0 0 0,1 0 0 0 0,1 1 0 0 0,0 1-1 0 0,0 0 1 0 0,-17 26 0 0 0,-53 90 745 0 0,69-104-913 0 0,6-14-265 0 0,4-5-22 0 0,-1 0-1 0 0,1 1 1 0 0,0-1 0 0 0,1 1 0 0 0,-1-1 0 0 0,1 1 0 0 0,0 0-1 0 0,1 0 1 0 0,-1 0 0 0 0,0 7 0 0 0,3-13-60 0 0,-1 1 0 0 0,0-1 0 0 0,1 1 0 0 0,-1 0 0 0 0,0-1 0 0 0,1 1 0 0 0,-1-1 0 0 0,1 1 0 0 0,-1-1 0 0 0,1 0 0 0 0,-1 1 0 0 0,1-1 0 0 0,-1 0 0 0 0,1 1 0 0 0,-1-1 0 0 0,1 0 0 0 0,-1 1 0 0 0,1-1 0 0 0,0 0 0 0 0,-1 0 0 0 0,1 0 0 0 0,0 0 0 0 0,-1 1 0 0 0,1-1 0 0 0,-1 0 0 0 0,2 0 0 0 0,24 2-525 0 0,-16-1 329 0 0,13 3 174 0 0,0 0 1 0 0,-1 2-1 0 0,0 0 0 0 0,0 2 1 0 0,-1 1-1 0 0,0 0 1 0 0,0 1-1 0 0,-1 2 1 0 0,0 0-1 0 0,-1 1 1 0 0,-1 0-1 0 0,0 2 1 0 0,0 0-1 0 0,20 25 0 0 0,-36-38 40 0 0,-1 0-1 0 0,1 0 0 0 0,-1 1 1 0 0,0-1-1 0 0,0 0 0 0 0,0 0 1 0 0,0 1-1 0 0,0-1 0 0 0,0 1 1 0 0,-1-1-1 0 0,1 1 0 0 0,-1-1 1 0 0,1 1-1 0 0,-1-1 0 0 0,0 1 1 0 0,0 0-1 0 0,-1 2 0 0 0,0 1 54 0 0,0-1-1 0 0,0 0 0 0 0,-1 0 1 0 0,0 0-1 0 0,0 0 0 0 0,0 0 1 0 0,-1-1-1 0 0,-3 6 0 0 0,-1 0 99 0 0,-1 0-1 0 0,0 0 1 0 0,-1 0 0 0 0,0-1-1 0 0,-1 0 1 0 0,-12 9 0 0 0,-7-1 146 0 0,0-2 0 0 0,-1 0 0 0 0,-1-2 0 0 0,0-1 1 0 0,-34 8-1 0 0,-3 2-1831 0 0,3 3-3280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266 96 5529 0 0,'-4'-13'1117'0'0,"2"4"-562"0"0,-1 1-1 0 0,0-1 1 0 0,0 1 0 0 0,-1 0-1 0 0,0 0 1 0 0,-6-8-1 0 0,9 14-502 0 0,-1 1-1 0 0,1 0 1 0 0,0-1-1 0 0,-1 1 1 0 0,1 0-1 0 0,0 0 0 0 0,-1 0 1 0 0,1 0-1 0 0,-1 0 1 0 0,0 0-1 0 0,1 0 1 0 0,-1 1-1 0 0,0-1 0 0 0,1 1 1 0 0,-1-1-1 0 0,0 1 1 0 0,0 0-1 0 0,0-1 1 0 0,1 1-1 0 0,-1 0 0 0 0,0 0 1 0 0,0 0-1 0 0,0 1 1 0 0,1-1-1 0 0,-1 0 1 0 0,0 1-1 0 0,0-1 0 0 0,1 1 1 0 0,-1-1-1 0 0,0 1 1 0 0,1 0-1 0 0,-1 0 1 0 0,0 0-1 0 0,1 0 0 0 0,-1 0 1 0 0,1 0-1 0 0,-2 1 1 0 0,-5 5 243 0 0,-1 0 0 0 0,1 1 0 0 0,0 0 0 0 0,0 0 1 0 0,1 0-1 0 0,1 1 0 0 0,-1 0 0 0 0,-7 15 1 0 0,-36 84 1048 0 0,41-87-1243 0 0,2-4-52 0 0,1-1 0 0 0,0 1 0 0 0,2 1 1 0 0,0-1-1 0 0,1 1 0 0 0,0-1 0 0 0,2 1 0 0 0,0 0 0 0 0,1 0 0 0 0,3 28 1 0 0,-1-36-29 0 0,0-1 0 0 0,0 1 0 0 0,1 0 0 0 0,0-1 0 0 0,1 0 0 0 0,0 0 0 0 0,0 0 1 0 0,1 0-1 0 0,0-1 0 0 0,1 1 0 0 0,0-1 0 0 0,0-1 0 0 0,1 1 0 0 0,-1-1 0 0 0,2 0 1 0 0,-1-1-1 0 0,1 1 0 0 0,0-2 0 0 0,0 1 0 0 0,14 6 0 0 0,-16-9-2 0 0,0 0 1 0 0,0 0-1 0 0,1-1 1 0 0,-1 0-1 0 0,1 0 0 0 0,-1-1 1 0 0,1 0-1 0 0,-1 0 1 0 0,1-1-1 0 0,0 1 0 0 0,-1-1 1 0 0,1-1-1 0 0,0 1 1 0 0,8-3-1 0 0,-11 2 3 0 0,-1 0 0 0 0,1-1 0 0 0,-1 1 1 0 0,1-1-1 0 0,-1 0 0 0 0,0 0 0 0 0,0 0 0 0 0,0 0 0 0 0,0-1 0 0 0,0 1 0 0 0,0-1 0 0 0,-1 0 1 0 0,1 1-1 0 0,-1-1 0 0 0,0-1 0 0 0,1 1 0 0 0,-2 0 0 0 0,1 0 0 0 0,0-1 0 0 0,-1 1 1 0 0,1-1-1 0 0,-1 1 0 0 0,0-1 0 0 0,0 0 0 0 0,0 0 0 0 0,0-5 0 0 0,-1 2-33 0 0,1 0-1 0 0,-1 1 1 0 0,-1-1-1 0 0,1 1 1 0 0,-1-1-1 0 0,0 0 1 0 0,-1 1-1 0 0,1-1 1 0 0,-1 1 0 0 0,0 0-1 0 0,-1 0 1 0 0,0 0-1 0 0,0 0 1 0 0,0 0-1 0 0,-5-6 1 0 0,6 9-38 0 0,0 1 0 0 0,0-1 1 0 0,0 1-1 0 0,-1 0 0 0 0,1 0 1 0 0,0 0-1 0 0,-1 0 0 0 0,0 0 1 0 0,1 0-1 0 0,-1 1 1 0 0,0-1-1 0 0,0 1 0 0 0,0 0 1 0 0,0 0-1 0 0,0 0 0 0 0,0 0 1 0 0,0 0-1 0 0,0 1 0 0 0,0-1 1 0 0,0 1-1 0 0,-1 0 0 0 0,1 0 1 0 0,0 0-1 0 0,0 1 0 0 0,0-1 1 0 0,0 1-1 0 0,-1-1 0 0 0,1 1 1 0 0,0 0-1 0 0,0 0 1 0 0,0 1-1 0 0,1-1 0 0 0,-4 2 1 0 0,-14 9-945 0 0,0 0 0 0 0,1 1 0 0 0,0 1 0 0 0,1 0 1 0 0,1 2-1 0 0,-20 21 0 0 0,21-17-2700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8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37 100 5985 0 0,'-28'-3'1730'0'0,"20"0"502"0"0,18-2-1067 0 0,194-30 3217 0 0,-80 16-3531 0 0,-87 11-1166 0 0,52-19 0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2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419 61 6913 0 0,'-2'-23'1042'0'0,"2"20"-929"0"0,0 0 0 0 0,0-1 0 0 0,0 1 0 0 0,0 0 0 0 0,-1 0 0 0 0,0 0 0 0 0,1 0 0 0 0,-2-3 0 0 0,1 5-91 0 0,1 1 1 0 0,0-1-1 0 0,0 1 1 0 0,-1 0 0 0 0,1-1-1 0 0,0 1 1 0 0,-1-1 0 0 0,1 1-1 0 0,0 0 1 0 0,-1 0-1 0 0,1-1 1 0 0,-1 1 0 0 0,1 0-1 0 0,0 0 1 0 0,-1-1 0 0 0,1 1-1 0 0,-1 0 1 0 0,1 0 0 0 0,-1 0-1 0 0,1 0 1 0 0,-1 0-1 0 0,1 0 1 0 0,-1 0 0 0 0,-18 6 620 0 0,2 8 110 0 0,1-1-1 0 0,0 2 0 0 0,1 0 1 0 0,1 1-1 0 0,0 1 0 0 0,-19 31 1 0 0,10-17-423 0 0,2-3-66 0 0,-39 55 555 0 0,53-71-606 0 0,0 0 0 0 0,1 0 0 0 0,0 0 0 0 0,1 1 0 0 0,-5 15 0 0 0,10-26-218 0 0,0 0 1 0 0,0 1 0 0 0,0-1-1 0 0,0 0 1 0 0,0 0 0 0 0,0 0-1 0 0,1 0 1 0 0,-1 1-1 0 0,1-1 1 0 0,-1 0 0 0 0,1 0-1 0 0,0 0 1 0 0,0 0-1 0 0,0 0 1 0 0,0 0 0 0 0,0 0-1 0 0,0-1 1 0 0,1 1-1 0 0,-1 0 1 0 0,1 0 0 0 0,-1-1-1 0 0,1 1 1 0 0,-1-1 0 0 0,1 0-1 0 0,0 1 1 0 0,4 1-1 0 0,6 4-219 0 0,0 0 0 0 0,1-1 1 0 0,15 6-1 0 0,-11-5 192 0 0,-4-1 18 0 0,0 0 1 0 0,0 1-1 0 0,0 0 0 0 0,20 17 0 0 0,-31-22 35 0 0,1 0 0 0 0,0 0 0 0 0,-1 1 0 0 0,1 0 0 0 0,-1-1 0 0 0,0 1 0 0 0,0 0 0 0 0,0 0 0 0 0,0 0 0 0 0,-1 0 0 0 0,1 1 0 0 0,-1-1 0 0 0,0 0 0 0 0,0 1 0 0 0,0-1 0 0 0,0 0 1 0 0,0 1-1 0 0,-1-1 0 0 0,0 1 0 0 0,0-1 0 0 0,0 1 0 0 0,0 0 0 0 0,0-1 0 0 0,-1 1 0 0 0,0 3 0 0 0,-4 8 17 0 0,-1 0 1 0 0,0 0 0 0 0,-1 0-1 0 0,0-1 1 0 0,-1 0-1 0 0,-1 0 1 0 0,-1-1 0 0 0,1 0-1 0 0,-2-1 1 0 0,0 0-1 0 0,0-1 1 0 0,-1 0 0 0 0,-1-1-1 0 0,0 0 1 0 0,0-1 0 0 0,-1 0-1 0 0,-18 8 1 0 0,18-10-407 0 0,0-1 1 0 0,-1-1-1 0 0,0 0 1 0 0,-1-1-1 0 0,1 0 1 0 0,-22 1-1 0 0,28-3-818 0 0,2-1-207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8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311 0 11979 0 0,'2'3'121'0'0,"1"1"1"0"0,-1-1-1 0 0,0 1 1 0 0,0-1 0 0 0,0 1-1 0 0,0 0 1 0 0,-1-1 0 0 0,1 1-1 0 0,0 7 1 0 0,-1-2-189 0 0,0 0 0 0 0,-1 0 1 0 0,0 0-1 0 0,0 1 0 0 0,-1-1 1 0 0,0 0-1 0 0,-1 0 0 0 0,0 0 1 0 0,-1 0-1 0 0,1 0 0 0 0,-2 0 1 0 0,-4 10-1 0 0,-8 12-72 0 0,-35 53 1 0 0,44-73 445 0 0,-1-2 0 0 0,0 1 0 0 0,0-1 0 0 0,-1 0 0 0 0,0 0 1 0 0,-1-1-1 0 0,-11 7 0 0 0,17-12-312 0 0,0 0 0 0 0,0-1 0 0 0,-1 1 0 0 0,1-1 0 0 0,-1 0 0 0 0,1 0-1 0 0,-1-1 1 0 0,0 0 0 0 0,0 1 0 0 0,0-2 0 0 0,1 1 0 0 0,-1 0 0 0 0,0-1 0 0 0,0 0 0 0 0,0 0 0 0 0,0-1 0 0 0,0 1 0 0 0,0-1 0 0 0,0 0 0 0 0,-8-3 0 0 0,9 2-73 0 0,0-1-1 0 0,0 0 1 0 0,0 0 0 0 0,1 0 0 0 0,-1 0-1 0 0,1 0 1 0 0,0-1 0 0 0,0 0 0 0 0,0 1 0 0 0,1-1-1 0 0,-1 0 1 0 0,1 0 0 0 0,0-1 0 0 0,0 1-1 0 0,0 0 1 0 0,1-1 0 0 0,-1 1 0 0 0,1-1 0 0 0,0 1-1 0 0,0-1 1 0 0,1 0 0 0 0,0-7 0 0 0,-2-8-30 0 0,2-1 0 0 0,1 0 0 0 0,5-35 0 0 0,-5 51 111 0 0,0 0 0 0 0,0 0 1 0 0,1 1-1 0 0,-1-1 0 0 0,1 0 1 0 0,0 1-1 0 0,1 0 0 0 0,-1-1 0 0 0,1 1 1 0 0,0 0-1 0 0,0 0 0 0 0,0 0 1 0 0,0 0-1 0 0,0 1 0 0 0,1 0 1 0 0,0-1-1 0 0,0 1 0 0 0,0 0 1 0 0,0 1-1 0 0,0-1 0 0 0,1 1 1 0 0,-1 0-1 0 0,1 0 0 0 0,-1 0 1 0 0,1 0-1 0 0,0 1 0 0 0,0 0 1 0 0,0 0-1 0 0,0 0 0 0 0,-1 1 0 0 0,7 0 1 0 0,-4-1 48 0 0,0 1 1 0 0,-1 1 0 0 0,1-1-1 0 0,0 1 1 0 0,0 0-1 0 0,-1 1 1 0 0,1 0 0 0 0,-1 0-1 0 0,1 0 1 0 0,-1 1 0 0 0,0 0-1 0 0,0 0 1 0 0,0 0-1 0 0,0 1 1 0 0,-1 0 0 0 0,1 0-1 0 0,-1 0 1 0 0,0 1-1 0 0,0 0 1 0 0,-1 0 0 0 0,1 0-1 0 0,4 8 1 0 0,-2 1 90 0 0,-2 0 1 0 0,1 0-1 0 0,-2 0 1 0 0,0 1-1 0 0,-1 0 1 0 0,0-1 0 0 0,-1 1-1 0 0,-1 0 1 0 0,0 0-1 0 0,-1 0 1 0 0,0 0-1 0 0,-2 0 1 0 0,0 0-1 0 0,-5 21 1 0 0,-3 6-545 0 0,-2-2 0 0 0,-2 0 0 0 0,-36 73 0 0 0,45-106-736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0 103 9362 0 0,'5'-1'100'0'0,"-1"0"0"0"0,1-1 0 0 0,-1 1 0 0 0,0-1 0 0 0,0 0 0 0 0,1-1 0 0 0,-1 1 0 0 0,-1-1 0 0 0,7-4 0 0 0,7-5-68 0 0,-14 10-27 0 0,18-10-469 0 0,-1 0 0 0 0,2 2-1 0 0,-1 0 1 0 0,31-9 0 0 0,-45 17-2437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79 8754 0 0,'-11'11'2969'0'0,"42"-31"173"0"0,-18 11-4060 0 0,7 0 17 0 0,1 1 0 0 0,-1 1 0 0 0,1 0-1 0 0,0 2 1 0 0,1 1 0 0 0,-1 0 0 0 0,26 0 0 0 0,17-4 511 0 0,-43 3 379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4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1 8754 0 0,'-1'0'57'0'0,"1"0"1"0"0,-1 0-1 0 0,1 0 0 0 0,-1 0 1 0 0,0 0-1 0 0,1 0 0 0 0,-1 0 1 0 0,0 0-1 0 0,1 0 0 0 0,-1 1 1 0 0,1-1-1 0 0,-1 0 0 0 0,0 0 1 0 0,1 1-1 0 0,-1-1 1 0 0,1 0-1 0 0,-1 1 0 0 0,1-1 1 0 0,-1 1-1 0 0,1-1 0 0 0,-1 0 1 0 0,1 1-1 0 0,0-1 0 0 0,-1 1 1 0 0,1 0-1 0 0,-1-1 0 0 0,1 2 1 0 0,-13 14 200 0 0,7-4 156 0 0,-1 1-1 0 0,1 0 1 0 0,1 0-1 0 0,1 1 1 0 0,-1 0 0 0 0,-1 15-1 0 0,-10 86 1932 0 0,14-90-1864 0 0,0 1 0 0 0,2-1 0 0 0,2 1 0 0 0,0-1 0 0 0,9 40 0 0 0,-8-52-305 0 0,0 0-1 0 0,1 0 1 0 0,1 0 0 0 0,0 0-1 0 0,1 0 1 0 0,1-1 0 0 0,0 0 0 0 0,0-1-1 0 0,1 0 1 0 0,0 0 0 0 0,20 19-1 0 0,-26-28-213 0 0,0 0-1 0 0,0-1 1 0 0,0 1-1 0 0,1-1 1 0 0,-1 1-1 0 0,0-1 1 0 0,1 0-1 0 0,-1 0 1 0 0,1 0-1 0 0,-1-1 0 0 0,1 1 1 0 0,-1-1-1 0 0,1 1 1 0 0,0-1-1 0 0,-1 0 1 0 0,5 0-1 0 0,-4 0-213 0 0,-1 0-1 0 0,0-1 1 0 0,0 1-1 0 0,1-1 1 0 0,-1 0 0 0 0,0 0-1 0 0,0 0 1 0 0,0 0-1 0 0,0 0 1 0 0,0 0-1 0 0,0 0 1 0 0,2-2 0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23 2761 0 0,'-3'-20'8455'0'0,"3"19"-8126"0"0,10-1 751 0 0,-9 2-1184 0 0,3 7-1999 0 0,-3-4 1940 0 0,0 0-1 0 0,0 0 1 0 0,0-1 0 0 0,0 1 0 0 0,0 0 0 0 0,-1 0-1 0 0,1 0 1 0 0,-1 0 0 0 0,0 0 0 0 0,0 0 0 0 0,0 0-1 0 0,0 0 1 0 0,-1 0 0 0 0,0 5 0 0 0,-2-1 163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4.7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3 6913 0 0,'-6'-2'2311'0'0,"-3"8"1372"0"0,3 4-3111 0 0,0 0 0 0 0,1 1 0 0 0,0-1 1 0 0,1 1-1 0 0,0 0 0 0 0,1 0 0 0 0,0 1 1 0 0,1-1-1 0 0,-2 22 0 0 0,1 6-304 0 0,3 66-1 0 0,8-42-3296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12 139 2304 0 0,'5'35'-1080'0'0,"-12"11"1945"0"0,3-25 526 0 0,1 0 0 0 0,1 1 1 0 0,2 33-1 0 0,0-50-1214 0 0,0 0 1 0 0,1 0-1 0 0,0 0 0 0 0,0 0 1 0 0,0 0-1 0 0,1 0 0 0 0,-1-1 1 0 0,1 1-1 0 0,0 0 0 0 0,1-1 1 0 0,-1 0-1 0 0,1 1 1 0 0,0-1-1 0 0,0 0 0 0 0,0-1 1 0 0,0 1-1 0 0,1 0 0 0 0,0-1 1 0 0,-1 0-1 0 0,8 5 0 0 0,-8-7-165 0 0,1 1 0 0 0,-1-1 0 0 0,0 0 0 0 0,1 0 0 0 0,-1-1 0 0 0,1 1 0 0 0,-1-1 0 0 0,1 1 0 0 0,-1-1 0 0 0,1 0 0 0 0,0 0 0 0 0,-1-1 0 0 0,1 1 0 0 0,-1-1 0 0 0,1 0 0 0 0,-1 0 0 0 0,0 0 0 0 0,1 0 0 0 0,-1 0 0 0 0,0-1 0 0 0,0 0 0 0 0,0 0 0 0 0,0 1 0 0 0,4-5 0 0 0,7-4 80 0 0,-1 0 0 0 0,0-2-1 0 0,18-20 1 0 0,-14 14-215 0 0,-1-1 0 0 0,-1-1 1 0 0,-1 0-1 0 0,-1-1 0 0 0,-1-1 0 0 0,19-44 0 0 0,-29 60-2 0 0,-1-1 0 0 0,0 1 0 0 0,0 0 0 0 0,0-1 0 0 0,-1 0-1 0 0,0 1 1 0 0,0-1 0 0 0,-1 1 0 0 0,1-1 0 0 0,-2 1 0 0 0,1 0 0 0 0,-5-13 0 0 0,5 14 55 0 0,-1 0 0 0 0,0 0 0 0 0,-1 1 0 0 0,1-1 0 0 0,-1 1 0 0 0,0-1 0 0 0,0 1 0 0 0,0 0 0 0 0,-1 0 0 0 0,1 0 0 0 0,-1 1 0 0 0,0-1 1 0 0,0 1-1 0 0,-1 0 0 0 0,1 0 0 0 0,-8-3 0 0 0,0 2-322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5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9 14283 0 0,'-1'0'-21'0'0,"1"-1"0"0"0,0 1 0 0 0,-1-1 0 0 0,1 1 0 0 0,0-1 0 0 0,-1 1 0 0 0,1-1 0 0 0,-1 1 0 0 0,1-1 0 0 0,0 1 0 0 0,-1 0 0 0 0,1-1 0 0 0,-1 1 0 0 0,1 0 0 0 0,-1-1 0 0 0,0 1 0 0 0,1 0 0 0 0,-1 0 0 0 0,1 0-1 0 0,-1-1 1 0 0,1 1 0 0 0,-1 0 0 0 0,0 0 0 0 0,1 0 0 0 0,-1 0 0 0 0,0 0 0 0 0,1 15-1656 0 0,1 5 2098 0 0,-3 83 1429 0 0,2 74 336 0 0,2-145-1909 0 0,1-1 1 0 0,2 0-1 0 0,13 48 0 0 0,-11-48-179 0 0,-6-24-392 0 0,0 0-1 0 0,1 0 1 0 0,0-1 0 0 0,0 1 0 0 0,0 0-1 0 0,6 9 1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0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5 262 6913 0 0,'-2'-7'-203'0'0,"1"1"0"0"0,0-1-1 0 0,1 0 1 0 0,0 0 0 0 0,0 1-1 0 0,0-1 1 0 0,1 0 0 0 0,0 0-1 0 0,0 1 1 0 0,1-1-1 0 0,0 1 1 0 0,0-1 0 0 0,0 1-1 0 0,1-1 1 0 0,0 1 0 0 0,7-10-1 0 0,-3 4-114 0 0,0 0 1 0 0,2 1-1 0 0,-1 0 0 0 0,1 1 0 0 0,1 0 0 0 0,0 0 0 0 0,17-12 1 0 0,-20 17 770 0 0,1 0 0 0 0,0 0 1 0 0,0 0-1 0 0,1 1 0 0 0,-1 1 1 0 0,1 0-1 0 0,0 0 0 0 0,0 0 1 0 0,0 1-1 0 0,13-1 0 0 0,-18 2-317 0 0,0 1-1 0 0,-1 1 0 0 0,1-1 1 0 0,0 0-1 0 0,-1 1 0 0 0,1 0 0 0 0,-1 0 1 0 0,1 0-1 0 0,-1 0 0 0 0,1 0 1 0 0,-1 1-1 0 0,0 0 0 0 0,0 0 1 0 0,1-1-1 0 0,-1 2 0 0 0,0-1 1 0 0,-1 0-1 0 0,1 1 0 0 0,0-1 0 0 0,-1 1 1 0 0,0 0-1 0 0,1 0 0 0 0,-1 0 1 0 0,0 0-1 0 0,0 0 0 0 0,-1 0 1 0 0,1 0-1 0 0,-1 1 0 0 0,2 4 0 0 0,0 0-119 0 0,-1 1-1 0 0,0 0 0 0 0,0 0 0 0 0,-1 1 0 0 0,0-1 0 0 0,-1 0 1 0 0,0 0-1 0 0,0 0 0 0 0,-1 1 0 0 0,0-1 0 0 0,-1 0 0 0 0,0 0 1 0 0,0 0-1 0 0,-1 0 0 0 0,0-1 0 0 0,0 1 0 0 0,-7 11 0 0 0,-8 10 888 0 0,-1 0-1 0 0,-1-1 1 0 0,-27 30-1 0 0,39-49-384 0 0,6-8-443 0 0,0 0-1 0 0,1 0 0 0 0,-1 0 1 0 0,1 0-1 0 0,-1 0 0 0 0,1 0 1 0 0,0 1-1 0 0,0-1 0 0 0,0 0 1 0 0,0 1-1 0 0,0-1 0 0 0,1 0 1 0 0,-1 1-1 0 0,1-1 0 0 0,0 1 0 0 0,-1-1 1 0 0,1 1-1 0 0,0-1 0 0 0,0 1 1 0 0,1-1-1 0 0,-1 1 0 0 0,0-1 1 0 0,1 1-1 0 0,0-1 0 0 0,-1 1 1 0 0,1-1-1 0 0,0 0 0 0 0,3 5 1 0 0,-1-3 13 0 0,0 0 1 0 0,1 0-1 0 0,0 0 1 0 0,-1-1-1 0 0,1 1 1 0 0,1-1-1 0 0,-1 0 1 0 0,0 0-1 0 0,1-1 1 0 0,0 1-1 0 0,-1-1 0 0 0,1 0 1 0 0,6 2-1 0 0,2-1 29 0 0,0-1-1 0 0,0 0 1 0 0,1 0-1 0 0,-1-1 1 0 0,0-1-1 0 0,0 0 1 0 0,0-1-1 0 0,1-1 1 0 0,15-3-1 0 0,-5 1-1582 0 0,36-1-1 0 0,-46 5 532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3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3225 0 0,'10'28'7341'0'0,"0"1"-5110"0"0,-7-20-2289 0 0,0 1 0 0 0,-1-1 1 0 0,-1 1-1 0 0,1 0 0 0 0,-1 15 1 0 0,-17 164 1420 0 0,0 1 94 0 0,16-172-5134 0 0,0-2-1300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76 5529 0 0,'1'-4'-6'0'0,"0"1"1"0"0,1 0-1 0 0,0 0 0 0 0,0-1 1 0 0,0 1-1 0 0,0 0 0 0 0,0 1 1 0 0,0-1-1 0 0,6-5 0 0 0,13-17 4508 0 0,-23 34-2300 0 0,-9 20-564 0 0,10-26-1692 0 0,-6 16 231 0 0,1 1-1 0 0,1-1 1 0 0,1 1 0 0 0,1 0-1 0 0,0 0 1 0 0,1 37-1 0 0,2-47-131 0 0,1-1 0 0 0,-1 1 0 0 0,2-1 0 0 0,-1 1 0 0 0,1-1 0 0 0,1 0-1 0 0,0 0 1 0 0,0 0 0 0 0,1 0 0 0 0,0-1 0 0 0,0 1 0 0 0,1-1 0 0 0,0 0 0 0 0,1 0 0 0 0,0-1-1 0 0,8 9 1 0 0,-12-14-49 0 0,-1-1-1 0 0,1 1 1 0 0,0-1-1 0 0,-1 0 1 0 0,1 0-1 0 0,0 0 1 0 0,0 0-1 0 0,0 0 1 0 0,0 0-1 0 0,0 0 1 0 0,0-1-1 0 0,0 1 1 0 0,0-1-1 0 0,1 1 1 0 0,-1-1-1 0 0,0 0 1 0 0,0 0-1 0 0,0 0 1 0 0,0 0-1 0 0,1 0 1 0 0,1-1-1 0 0,0 0 51 0 0,0-1 0 0 0,0 1 0 0 0,0-1 0 0 0,0 0 0 0 0,0 0 0 0 0,-1 0 0 0 0,1-1 0 0 0,-1 1 0 0 0,0-1 0 0 0,5-4 0 0 0,-1-1 130 0 0,0 1 0 0 0,-1-1-1 0 0,0-1 1 0 0,0 1 0 0 0,-1-1 0 0 0,0 0-1 0 0,-1 0 1 0 0,6-15 0 0 0,-8 13-34 0 0,0 1 0 0 0,0-1 0 0 0,-1 0 0 0 0,-1 0 0 0 0,0 0 0 0 0,0 0 0 0 0,-1 0 0 0 0,0 1 0 0 0,-1-1 0 0 0,0 0 0 0 0,-1 1 0 0 0,0-1 0 0 0,-8-17 0 0 0,7 20-240 0 0,0 1 0 0 0,0-1 0 0 0,0 1 0 0 0,-1 0 0 0 0,0 0 0 0 0,-1 0 0 0 0,1 1 1 0 0,-1 0-1 0 0,0 0 0 0 0,-1 0 0 0 0,0 1 0 0 0,0 0 0 0 0,0 0 0 0 0,0 1 0 0 0,-1 0 0 0 0,1 0 1 0 0,-1 1-1 0 0,-9-3 0 0 0,-2 2-6392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3.52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461 615 2761 0 0,'5'-100'463'0'0,"-3"76"92"0"0,0 0 1 0 0,-2-1-1 0 0,-5-44 0 0 0,5 68-524 0 0,0 0 0 0 0,0 0 0 0 0,0 0 0 0 0,0 0 0 0 0,0 0 0 0 0,0 0 0 0 0,0 0 0 0 0,-1 0 0 0 0,1-1 0 0 0,0 1 0 0 0,-1 0 0 0 0,1 0 0 0 0,-1 0 0 0 0,1 0 0 0 0,-1 1 0 0 0,1-1 0 0 0,-1 0 0 0 0,0 0 0 0 0,1 0 0 0 0,-1 0 0 0 0,0 1 0 0 0,0-1 0 0 0,0 0 0 0 0,0 1 0 0 0,0-1 0 0 0,0 0 0 0 0,0 1 0 0 0,1-1 0 0 0,-2 1 0 0 0,1 0 0 0 0,0-1 0 0 0,0 1 0 0 0,0 0 0 0 0,0 0 0 0 0,0-1 0 0 0,0 1 0 0 0,0 0 0 0 0,0 0 0 0 0,0 0 0 0 0,0 0 0 0 0,0 0 0 0 0,-1 1 0 0 0,1-1 0 0 0,0 0 0 0 0,0 0 0 0 0,0 1 0 0 0,0-1 0 0 0,0 1 0 0 0,0-1 0 0 0,0 1 0 0 0,0-1 0 0 0,0 1 0 0 0,1 0 0 0 0,-3 1 0 0 0,-4 3 52 0 0,-1 1 0 0 0,1 0 0 0 0,0 1-1 0 0,-12 13 1 0 0,-62 97-717 0 0,56-79 40 0 0,-41 51-1 0 0,56-78 556 0 0,-1 1-1 0 0,-1-2 1 0 0,1 1-1 0 0,-1-2 1 0 0,-1 0-1 0 0,0 0 0 0 0,0-1 1 0 0,-16 7-1 0 0,26-14 139 0 0,1 0-1 0 0,-1 0 1 0 0,0 0-1 0 0,1 0 1 0 0,-1 0 0 0 0,0-1-1 0 0,0 1 1 0 0,1-1-1 0 0,-1 0 1 0 0,-5 0-1 0 0,8 0-71 0 0,-1 0-1 0 0,1 0 0 0 0,0 0 0 0 0,-1 0 1 0 0,1-1-1 0 0,-1 1 0 0 0,1 0 1 0 0,0 0-1 0 0,-1 0 0 0 0,1-1 1 0 0,0 1-1 0 0,-1 0 0 0 0,1 0 0 0 0,0-1 1 0 0,-1 1-1 0 0,1 0 0 0 0,0-1 1 0 0,0 1-1 0 0,-1 0 0 0 0,1-1 0 0 0,0 1 1 0 0,0-1-1 0 0,0 1 0 0 0,0 0 1 0 0,-1-1-1 0 0,1 1 0 0 0,0-1 0 0 0,5-20 264 0 0,21-27-601 0 0,3 2-1 0 0,63-82 1 0 0,86-74-795 0 0,1-1 668 0 0,-162 181 323 0 0,-9 11 20 0 0,-1 1-1 0 0,1 0 1 0 0,1 1-1 0 0,16-14 1 0 0,-23 26 270 0 0,-4 11 11 0 0,-7 13 190 0 0,-32 61 940 0 0,-92 145 0 0 0,57-108-815 0 0,-56 82-319 0 0,115-185-273 0 0,-2 0 1 0 0,0-2-1 0 0,-1 0 1 0 0,-1-1-1 0 0,0-1 1 0 0,-40 25-1 0 0,56-40 75 0 0,-19 11-118 0 0,23-13 150 0 0,1-1 0 0 0,-1 1 0 0 0,0-1 0 0 0,1 1 0 0 0,-1-1 0 0 0,0 0 0 0 0,1 1 0 0 0,-1-1 0 0 0,0 0-1 0 0,1 0 1 0 0,-1 0 0 0 0,0 1 0 0 0,1-1 0 0 0,-1 0 0 0 0,0 0 0 0 0,0 0 0 0 0,1 0 0 0 0,-1 0 0 0 0,0 0 0 0 0,0 0-1 0 0,1 0 1 0 0,-1-1 0 0 0,0 1 0 0 0,1 0 0 0 0,-2-1 0 0 0,2-1 56 0 0,1-1 0 0 0,0 1-1 0 0,-1 0 1 0 0,1-1 0 0 0,0 1-1 0 0,0 0 1 0 0,0 0 0 0 0,1 0 0 0 0,-1 0-1 0 0,0 0 1 0 0,1 0 0 0 0,0 0 0 0 0,-1 0-1 0 0,4-2 1 0 0,-3 2 11 0 0,58-61-430 0 0,97-76 0 0 0,-76 71 161 0 0,-68 56 186 0 0,6-6 0 0 0,0 2 0 0 0,1 0 0 0 0,1 1 0 0 0,1 0 0 0 0,44-21 0 0 0,-64 35-1 0 0,0 0 0 0 0,-1 1 1 0 0,1-1-1 0 0,0 0 0 0 0,0 1 0 0 0,-1 0 1 0 0,1-1-1 0 0,0 1 0 0 0,0 0 1 0 0,0 0-1 0 0,-1 0 0 0 0,1 0 0 0 0,0 0 1 0 0,0 0-1 0 0,0 0 0 0 0,0 1 1 0 0,-1-1-1 0 0,1 1 0 0 0,0-1 0 0 0,0 1 1 0 0,-1 0-1 0 0,1 0 0 0 0,-1 0 1 0 0,1-1-1 0 0,2 4 0 0 0,-2-2-1 0 0,-1 0 0 0 0,0 0 1 0 0,0 0-1 0 0,0 1 0 0 0,0-1 0 0 0,0 0 0 0 0,0 1 1 0 0,0-1-1 0 0,-1 1 0 0 0,1-1 0 0 0,-1 1 0 0 0,0-1 0 0 0,0 1 1 0 0,0-1-1 0 0,0 1 0 0 0,0-1 0 0 0,0 1 0 0 0,-2 3 0 0 0,-2 17-19 0 0,-2-1 0 0 0,0 1 0 0 0,-1-1 0 0 0,-2-1 0 0 0,-16 32 0 0 0,-66 95 617 0 0,-6 11 452 0 0,97-159-1025 0 0,-1 1 1 0 0,0 0-1 0 0,1 0 0 0 0,-1 0 1 0 0,1 0-1 0 0,-1 0 0 0 0,1 0 1 0 0,0 0-1 0 0,-1 0 0 0 0,1 0 1 0 0,0 0-1 0 0,0 0 0 0 0,0 0 0 0 0,0 0 1 0 0,0 0-1 0 0,0 0 0 0 0,0 0 1 0 0,0 2-1 0 0,1-3-11 0 0,-1 0 1 0 0,1 1-1 0 0,-1-1 1 0 0,1 0-1 0 0,0 0 1 0 0,-1 0-1 0 0,1 0 1 0 0,-1 0-1 0 0,1 0 0 0 0,-1 0 1 0 0,1 0-1 0 0,0 0 1 0 0,-1 0-1 0 0,1 0 1 0 0,-1-1-1 0 0,1 1 1 0 0,-1 0-1 0 0,1 0 0 0 0,-1-1 1 0 0,1 1-1 0 0,-1 0 1 0 0,1 0-1 0 0,0-1 1 0 0,39-28 50 0 0,-36 26-126 0 0,343-257-1474 0 0,-271 204 915 0 0,-42 29 163 0 0,66-39 0 0 0,-99 65 454 0 0,0 0 1 0 0,1 0-1 0 0,-1 0 1 0 0,0 0-1 0 0,0 1 0 0 0,1-1 1 0 0,-1 0-1 0 0,1 1 0 0 0,-1-1 1 0 0,0 1-1 0 0,1 0 1 0 0,-1-1-1 0 0,1 1 0 0 0,-1 0 1 0 0,1 0-1 0 0,-1 0 1 0 0,1 0-1 0 0,-1 0 0 0 0,1 0 1 0 0,-1 1-1 0 0,1-1 1 0 0,-1 0-1 0 0,1 1 0 0 0,-1-1 1 0 0,1 1-1 0 0,-1-1 1 0 0,0 1-1 0 0,2 1 0 0 0,-2 0 22 0 0,0 0-1 0 0,0 0 0 0 0,0 0 0 0 0,0 0 0 0 0,-1 0 1 0 0,1 0-1 0 0,-1 0 0 0 0,1 0 0 0 0,-1 0 0 0 0,0 0 1 0 0,0 0-1 0 0,0 0 0 0 0,0 1 0 0 0,0-1 1 0 0,0 0-1 0 0,-1 0 0 0 0,1 0 0 0 0,-1 0 0 0 0,-1 3 1 0 0,-11 37 447 0 0,-2 0 0 0 0,-1-1 1 0 0,-3-1-1 0 0,-43 70 0 0 0,-117 139 832 0 0,129-183-1050 0 0,-46 50 82 0 0,54-68-43 0 0,-56 84 0 0 0,97-131-287 0 0,1-1 1 0 0,-1 0 0 0 0,1 1 0 0 0,-1-1 0 0 0,1 1 0 0 0,-1-1-1 0 0,1 1 1 0 0,0-1 0 0 0,-1 1 0 0 0,1 0 0 0 0,0-1-1 0 0,-1 1 1 0 0,1-1 0 0 0,0 1 0 0 0,0 0 0 0 0,0-1-1 0 0,0 1 1 0 0,-1 0 0 0 0,1-1 0 0 0,0 1 0 0 0,0 0 0 0 0,0-1-1 0 0,0 1 1 0 0,0 0 0 0 0,1-1 0 0 0,-1 1 0 0 0,0 0-1 0 0,16-8-501 0 0,22-24-811 0 0,35-44-394 0 0,-32 33 1888 0 0,57-48-1 0 0,-82 80 876 0 0,-20 20 215 0 0,-21 24-58 0 0,23-32-1321 0 0,-77 92 1000 0 0,-49 63 25 0 0,-70 145 401 0 0,197-301-1319 0 0,0 0-1 0 0,1 0 0 0 0,-1 0 0 0 0,0 0 0 0 0,1 0 0 0 0,-1 1 0 0 0,1-1 0 0 0,-1 0 0 0 0,1 0 1 0 0,0 1-1 0 0,-1-1 0 0 0,1 0 0 0 0,0 1 0 0 0,0-1 0 0 0,0 0 0 0 0,0 0 0 0 0,0 2 1 0 0,1-2-63 0 0,-1-1 1 0 0,1 1-1 0 0,-1-1 1 0 0,1 1-1 0 0,0-1 1 0 0,-1 1-1 0 0,1-1 1 0 0,0 1-1 0 0,0-1 1 0 0,-1 0-1 0 0,1 0 1 0 0,0 1 0 0 0,0-1-1 0 0,-1 0 1 0 0,1 0-1 0 0,0 0 1 0 0,0 0-1 0 0,0 0 1 0 0,-1 0-1 0 0,1 0 1 0 0,0 0-1 0 0,0 0 1 0 0,0 0-1 0 0,-1 0 1 0 0,1 0-1 0 0,0-1 1 0 0,0 1 0 0 0,-1 0-1 0 0,2-1 1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4.5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671 42 3225 0 0,'0'-2'72'0'0,"0"0"-1"0"0,-1 0 1 0 0,1 0 0 0 0,-1 0 0 0 0,1 0 0 0 0,-1 0 0 0 0,0 0-1 0 0,0 1 1 0 0,0-1 0 0 0,0 0 0 0 0,0 0 0 0 0,0 1 0 0 0,-1-1 0 0 0,1 1-1 0 0,0-1 1 0 0,-1 1 0 0 0,1 0 0 0 0,-1-1 0 0 0,0 1 0 0 0,1 0-1 0 0,-1 0 1 0 0,0 0 0 0 0,0 0 0 0 0,0 0 0 0 0,0 1 0 0 0,1-1-1 0 0,-1 1 1 0 0,0-1 0 0 0,0 1 0 0 0,0-1 0 0 0,0 1 0 0 0,0 0 0 0 0,-1 0-1 0 0,1 0 1 0 0,0 0 0 0 0,0 1 0 0 0,0-1 0 0 0,-2 1 0 0 0,-4 1 160 0 0,1 0 1 0 0,0 0-1 0 0,0 1 1 0 0,0 0-1 0 0,0 0 1 0 0,1 1-1 0 0,-1-1 1 0 0,1 2-1 0 0,0-1 1 0 0,0 1-1 0 0,-8 8 1 0 0,-9 10 255 0 0,-26 34 0 0 0,37-42-394 0 0,-84 101 617 0 0,-196 257 1763 0 0,288-367-2435 0 0,-3 3 24 0 0,1 0 0 0 0,0 0 0 0 0,1 1 0 0 0,0-1 0 0 0,0 1 0 0 0,1 0 0 0 0,-5 20 0 0 0,9-30-65 0 0,0 0-1 0 0,0 0 1 0 0,0 0 0 0 0,0 0-1 0 0,0 1 1 0 0,0-1 0 0 0,0 0 0 0 0,0 0-1 0 0,0 0 1 0 0,0 0 0 0 0,0 1-1 0 0,0-1 1 0 0,0 0 0 0 0,0 0-1 0 0,0 0 1 0 0,0 0 0 0 0,0 1 0 0 0,0-1-1 0 0,0 0 1 0 0,0 0 0 0 0,0 0-1 0 0,0 0 1 0 0,1 0 0 0 0,-1 1 0 0 0,0-1-1 0 0,0 0 1 0 0,0 0 0 0 0,0 0-1 0 0,0 0 1 0 0,1 0 0 0 0,-1 0-1 0 0,0 0 1 0 0,0 0 0 0 0,0 0 0 0 0,0 0-1 0 0,0 1 1 0 0,1-1 0 0 0,-1 0-1 0 0,0 0 1 0 0,0 0 0 0 0,0 0-1 0 0,1 0 1 0 0,10-3-48 0 0,9-7-24 0 0,18-19-242 0 0,-1-1-1 0 0,41-44 1 0 0,23-19 480 0 0,-48 49 24 0 0,2 3 0 0 0,107-60 0 0 0,-157 98-214 0 0,1 1 0 0 0,0-1 0 0 0,0 1 0 0 0,0 0 1 0 0,0 0-1 0 0,1 0 0 0 0,-1 1 0 0 0,0 0 0 0 0,1 1 0 0 0,9-1 1 0 0,-13 2 2 0 0,-1-1 1 0 0,1 0 0 0 0,0 1 0 0 0,-1 0 0 0 0,1 0 0 0 0,-1 0 0 0 0,1 0-1 0 0,-1 0 1 0 0,0 0 0 0 0,1 1 0 0 0,-1-1 0 0 0,0 1 0 0 0,0-1 0 0 0,0 1-1 0 0,0 0 1 0 0,0 0 0 0 0,0 0 0 0 0,0 0 0 0 0,-1 0 0 0 0,1 0 0 0 0,-1 1-1 0 0,0-1 1 0 0,0 0 0 0 0,1 1 0 0 0,-1-1 0 0 0,-1 1 0 0 0,2 3 0 0 0,1 6 8 0 0,-1 1 1 0 0,0 0 0 0 0,-1 0 0 0 0,0 0 0 0 0,-1 0-1 0 0,0 0 1 0 0,-1 0 0 0 0,-6 24 0 0 0,-32 103 180 0 0,32-119-103 0 0,-24 65 213 0 0,15-44 229 0 0,-17 68-1 0 0,33-109-494 0 0,-1 0 1 0 0,1 0-1 0 0,0-1 1 0 0,0 1-1 0 0,0 0 0 0 0,-1 0 1 0 0,1 0-1 0 0,0 0 1 0 0,0 0-1 0 0,0 0 1 0 0,0 0-1 0 0,0 0 0 0 0,0-1 1 0 0,1 1-1 0 0,-1 0 1 0 0,0 0-1 0 0,0 0 0 0 0,1 0 1 0 0,-1 0-1 0 0,0-1 1 0 0,1 1-1 0 0,-1 0 1 0 0,1 0-1 0 0,-1 0 0 0 0,2 0 1 0 0,-1-1-14 0 0,-1 1 0 0 0,1-1 0 0 0,0 0 0 0 0,0 0 0 0 0,0 0-1 0 0,0 0 1 0 0,0 0 0 0 0,0 0 0 0 0,0 0 0 0 0,0 0 0 0 0,0 0 0 0 0,0 0 0 0 0,0-1 0 0 0,0 1 0 0 0,0 0 0 0 0,0-1 0 0 0,0 1 0 0 0,1-2 0 0 0,7-2-140 0 0,-1-1 1 0 0,0-1-1 0 0,10-9 1 0 0,149-153-1922 0 0,-37 32 1183 0 0,-66 74 403 0 0,-17 14-612 0 0,93-70 1 0 0,-139 117 1020 0 0,1-1 1 0 0,0 1-1 0 0,0 0 0 0 0,0 0 1 0 0,1 0-1 0 0,-1 0 1 0 0,0 0-1 0 0,0 0 0 0 0,1 0 1 0 0,-1 1-1 0 0,4-1 1 0 0,-5 1 53 0 0,-1 0 0 0 0,0 0 0 0 0,1 0 1 0 0,-1 0-1 0 0,0 0 0 0 0,1 0 0 0 0,-1 0 0 0 0,0 1 1 0 0,1-1-1 0 0,-1 0 0 0 0,0 0 0 0 0,1 0 0 0 0,-1 0 1 0 0,0 1-1 0 0,0-1 0 0 0,1 0 0 0 0,-1 0 0 0 0,0 1 1 0 0,0-1-1 0 0,0 0 0 0 0,1 0 0 0 0,-1 1 1 0 0,0-1-1 0 0,0 0 0 0 0,0 1 0 0 0,0-1 0 0 0,1 0 1 0 0,-1 0-1 0 0,0 1 0 0 0,-4 18-106 0 0,-12 15 460 0 0,-1-2-1 0 0,-2 0 1 0 0,-37 48-1 0 0,20-29 138 0 0,-61 77 1528 0 0,-128 131 0 0 0,33-42 367 0 0,186-210-2191 0 0,-8 9-266 0 0,24-34-1251 0 0,11-14 199 0 0,55-79-800 0 0,-63 95 1893 0 0,0 0-1 0 0,2 0 1 0 0,0 1 0 0 0,23-17-1 0 0,-37 31 61 0 0,0 0 0 0 0,0 0 0 0 0,0 0 0 0 0,0 0-1 0 0,0 1 1 0 0,1-1 0 0 0,-1 0 0 0 0,0 1 0 0 0,0-1 0 0 0,1 1 0 0 0,-1-1 0 0 0,0 1-1 0 0,1-1 1 0 0,-1 1 0 0 0,0 0 0 0 0,1 0 0 0 0,-1 0 0 0 0,3 0 0 0 0,-4 0 27 0 0,1 1 0 0 0,-1-1 1 0 0,1 1-1 0 0,-1-1 1 0 0,1 1-1 0 0,-1-1 1 0 0,1 1-1 0 0,-1-1 0 0 0,0 1 1 0 0,1-1-1 0 0,-1 1 1 0 0,0 0-1 0 0,0-1 1 0 0,0 1-1 0 0,1 0 0 0 0,-1-1 1 0 0,0 1-1 0 0,0 0 1 0 0,0-1-1 0 0,0 1 1 0 0,0 0-1 0 0,0-1 0 0 0,0 1 1 0 0,0 0-1 0 0,-1 1 1 0 0,-1 8 400 0 0,0 0 1 0 0,-1 0-1 0 0,-5 14 1 0 0,-66 144 1413 0 0,40-97-2010 0 0,-29 88 1 0 0,60-148-314 0 0,0 1 1 0 0,0 1 0 0 0,-1 16-1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5.41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853 17 6913 0 0,'-7'-3'14'0'0,"1"1"-1"0"0,-1-1 1 0 0,1 1-1 0 0,-1 0 1 0 0,0 1-1 0 0,0-1 0 0 0,0 1 1 0 0,0 1-1 0 0,0-1 1 0 0,0 1-1 0 0,-13 2 1 0 0,-8 1 130 0 0,-41 10 1 0 0,45-6 37 0 0,0 1 1 0 0,0 1-1 0 0,1 1 0 0 0,1 1 0 0 0,-1 1 1 0 0,2 1-1 0 0,0 1 0 0 0,0 1 0 0 0,2 0 1 0 0,-27 27-1 0 0,-13 21 481 0 0,-87 121 0 0 0,72-86-429 0 0,50-69-149 0 0,9-11 59 0 0,0 0-1 0 0,1 1 0 0 0,2 1 0 0 0,-16 30 1 0 0,27-49-124 0 0,0 0 0 0 0,1 1 0 0 0,-1-1 1 0 0,0 1-1 0 0,1-1 0 0 0,0 1 1 0 0,-1-1-1 0 0,1 1 0 0 0,0 0 1 0 0,-1-1-1 0 0,1 1 0 0 0,0-1 1 0 0,0 1-1 0 0,0-1 0 0 0,0 1 1 0 0,1 0-1 0 0,-1-1 0 0 0,0 1 1 0 0,1-1-1 0 0,0 3 0 0 0,0-3-25 0 0,0 0-1 0 0,0 0 0 0 0,0-1 0 0 0,0 1 1 0 0,0 0-1 0 0,0-1 0 0 0,0 1 1 0 0,0-1-1 0 0,0 1 0 0 0,0-1 1 0 0,0 0-1 0 0,0 1 0 0 0,1-1 0 0 0,-1 0 1 0 0,0 0-1 0 0,0 0 0 0 0,0 0 1 0 0,0 0-1 0 0,0 0 0 0 0,1 0 1 0 0,0 0-1 0 0,5-1-111 0 0,0-1-1 0 0,0 1 1 0 0,0-1 0 0 0,0-1 0 0 0,-1 1 0 0 0,1-1 0 0 0,10-6-1 0 0,36-31 145 0 0,-1-2-1 0 0,87-93 0 0 0,-11 9-1253 0 0,-97 97 741 0 0,-19 16 279 0 0,1 1 1 0 0,0 0-1 0 0,1 1 1 0 0,1 0-1 0 0,30-16 0 0 0,-44 27 200 0 0,-1-1 0 0 0,1 1 0 0 0,-1 0 0 0 0,1-1 0 0 0,-1 1 0 0 0,1 0 0 0 0,0 0 0 0 0,-1 0 0 0 0,1-1 0 0 0,0 1 0 0 0,-1 0 0 0 0,1 0 0 0 0,-1 0 0 0 0,1 0 0 0 0,0 0 0 0 0,-1 0 1 0 0,1 0-1 0 0,0 0 0 0 0,-1 1 0 0 0,1-1 0 0 0,-1 0 0 0 0,1 0 0 0 0,0 0 0 0 0,-1 1 0 0 0,1-1 0 0 0,-1 0 0 0 0,1 1 0 0 0,-1-1 0 0 0,1 0 0 0 0,-1 1 0 0 0,1-1 0 0 0,-1 1 0 0 0,1-1 0 0 0,-1 1 0 0 0,0-1 0 0 0,1 1 0 0 0,-1-1 0 0 0,0 1 0 0 0,1-1 0 0 0,-1 1 0 0 0,0-1 0 0 0,0 1 0 0 0,0 0 0 0 0,1-1 0 0 0,-1 1 0 0 0,0-1 0 0 0,0 1 0 0 0,0 0 0 0 0,0-1 0 0 0,0 1 0 0 0,0 0 0 0 0,0-1 0 0 0,0 1 0 0 0,0-1 0 0 0,0 1 0 0 0,-1 1 0 0 0,-7 40 353 0 0,7-39-336 0 0,-16 48 656 0 0,-3-2 1 0 0,-2 0 0 0 0,-33 55-1 0 0,15-29-117 0 0,7-13-64 0 0,11-24-80 0 0,2 1-1 0 0,1 1 0 0 0,2 1 0 0 0,-11 43 0 0 0,27-82-363 0 0,1 1 0 0 0,-1-1 0 0 0,0 0 0 0 0,1 0 1 0 0,0 0-1 0 0,-1 1 0 0 0,1-1 0 0 0,0 0 0 0 0,0 0 0 0 0,0 1 0 0 0,1-1 1 0 0,-1 0-1 0 0,0 0 0 0 0,1 0 0 0 0,0 1 0 0 0,-1-1 0 0 0,1 0 0 0 0,0 0 0 0 0,0 0 1 0 0,0 0-1 0 0,0 0 0 0 0,0 0 0 0 0,1-1 0 0 0,-1 1 0 0 0,3 2 0 0 0,-2-3-58 0 0,1 0 0 0 0,0 0 0 0 0,-1 0-1 0 0,1 0 1 0 0,0 0 0 0 0,0-1-1 0 0,-1 1 1 0 0,1-1 0 0 0,0 1 0 0 0,0-1-1 0 0,0 0 1 0 0,0-1 0 0 0,0 1 0 0 0,0 0-1 0 0,-1-1 1 0 0,1 1 0 0 0,0-1 0 0 0,0 0-1 0 0,3-2 1 0 0,25-8-620 0 0,-1-2-1 0 0,0-1 1 0 0,33-22 0 0 0,78-60-809 0 0,-139 94 1425 0 0,1 0 1 0 0,-1 1 0 0 0,1-1-1 0 0,0 0 1 0 0,-1 1 0 0 0,1 0-1 0 0,0-1 1 0 0,0 1-1 0 0,0 0 1 0 0,6-1 0 0 0,-9 2 20 0 0,1 0 0 0 0,0 0 0 0 0,-1 1-1 0 0,1-1 1 0 0,-1 0 0 0 0,1 0 0 0 0,-1 0 0 0 0,1 0 0 0 0,0 1 0 0 0,-1-1 0 0 0,1 0 0 0 0,-1 0 0 0 0,1 1 0 0 0,-1-1 0 0 0,1 0 0 0 0,-1 1-1 0 0,0-1 1 0 0,1 1 0 0 0,-1-1 0 0 0,1 1 0 0 0,-1-1 0 0 0,1 1 0 0 0,3 23 155 0 0,-5 0 192 0 0,-1-1 0 0 0,-1 0 0 0 0,-1 1 0 0 0,-13 40 0 0 0,-42 92 1956 0 0,36-101-1359 0 0,14-33-484 0 0,5-13-229 0 0,0-1-1 0 0,0 1 0 0 0,1 0 1 0 0,0 0-1 0 0,1 0 0 0 0,0 0 1 0 0,0 0-1 0 0,1 0 0 0 0,-1 17 1 0 0,3-25-197 0 0,-1 0 1 0 0,0 0 0 0 0,0 0 0 0 0,1 0 0 0 0,-1 0 0 0 0,0 0-1 0 0,1 0 1 0 0,-1 0 0 0 0,1 0 0 0 0,-1 0 0 0 0,1 0-1 0 0,0 0 1 0 0,-1 0 0 0 0,1 0 0 0 0,0-1 0 0 0,0 1 0 0 0,-1 0-1 0 0,1 0 1 0 0,0-1 0 0 0,0 1 0 0 0,0-1 0 0 0,0 1 0 0 0,0-1-1 0 0,0 1 1 0 0,0-1 0 0 0,1 1 0 0 0,1 0-28 0 0,1-1 0 0 0,-1 0 0 0 0,0 1 1 0 0,0-1-1 0 0,0 0 0 0 0,1-1 0 0 0,-1 1 1 0 0,0 0-1 0 0,4-2 0 0 0,5-1-503 0 0,1-2 1 0 0,-1 1 0 0 0,17-10-1 0 0,4-4-3825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6.2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349 134 5985 0 0,'-27'69'592'0'0,"-18"74"-1"0"0,17-53-412 0 0,14-46-63 0 0,-220 597 3943 0 0,249-667-3634 0 0,23-41-1010 0 0,106-250-1949 0 0,-23-11-1253 0 0,-42 111 2707 0 0,-74 201 1112 0 0,28-63 633 0 0,-30 72-583 0 0,1 0 1 0 0,0 1 0 0 0,0 0 0 0 0,0-1-1 0 0,1 2 1 0 0,0-1 0 0 0,0 0 0 0 0,11-8-1 0 0,-15 13-25 0 0,0 1-1 0 0,0-1 0 0 0,0 0 1 0 0,0 1-1 0 0,0-1 0 0 0,0 1 0 0 0,1-1 1 0 0,-1 1-1 0 0,0 0 0 0 0,0-1 1 0 0,1 1-1 0 0,-1 0 0 0 0,0 0 0 0 0,1 0 1 0 0,-1 0-1 0 0,0 0 0 0 0,0 0 0 0 0,1 0 1 0 0,-1 0-1 0 0,0 1 0 0 0,1-1 1 0 0,-1 0-1 0 0,0 1 0 0 0,0-1 0 0 0,0 1 1 0 0,1 0-1 0 0,-1-1 0 0 0,0 1 1 0 0,0 0-1 0 0,0-1 0 0 0,0 1 0 0 0,0 0 1 0 0,0 0-1 0 0,0 0 0 0 0,-1 0 0 0 0,1 0 1 0 0,0 0-1 0 0,0 0 0 0 0,0 2 1 0 0,3 4 249 0 0,0 0 1 0 0,0 1 0 0 0,0-1 0 0 0,3 15-1 0 0,3 14 166 0 0,-1 1-1 0 0,-2 0 1 0 0,-2 1 0 0 0,1 46-1 0 0,-10 155 733 0 0,-2-87-598 0 0,6-122-525 0 0,-2 0 48 0 0,6 51 0 0 0,-3-74-100 0 0,0-1 1 0 0,0 0 0 0 0,0 0-1 0 0,1 1 1 0 0,-1-1 0 0 0,2 0 0 0 0,-1-1-1 0 0,1 1 1 0 0,0 0 0 0 0,0-1-1 0 0,0 1 1 0 0,1-1 0 0 0,0 0-1 0 0,5 6 1 0 0,-6-9-51 0 0,-1 0 0 0 0,1 0 0 0 0,-1-1 0 0 0,1 1 0 0 0,0 0 0 0 0,0-1 0 0 0,0 0 0 0 0,0 1-1 0 0,0-1 1 0 0,0-1 0 0 0,0 1 0 0 0,0 0 0 0 0,0-1 0 0 0,0 1 0 0 0,0-1 0 0 0,0 0 0 0 0,5 0 0 0 0,-2-1-63 0 0,0-1 0 0 0,-1 1-1 0 0,1-1 1 0 0,-1 0 0 0 0,1 0 0 0 0,-1 0 0 0 0,0-1 0 0 0,10-6 0 0 0,2-4-291 0 0,-1-1 0 0 0,0 0-1 0 0,28-34 1 0 0,6-16 7 0 0,-4-2-1 0 0,62-116 0 0 0,-57 92 661 0 0,-48 85-233 0 0,2-4 111 0 0,0 0 0 0 0,0 1 0 0 0,0-1 0 0 0,1 1 0 0 0,0 0 0 0 0,1 1 0 0 0,0 0 0 0 0,0 0 0 0 0,16-12 0 0 0,-21 18-110 0 0,-1 0 1 0 0,0 1 0 0 0,0-1-1 0 0,0 1 1 0 0,1-1 0 0 0,-1 1-1 0 0,0 0 1 0 0,1-1 0 0 0,-1 1-1 0 0,0 0 1 0 0,1 0 0 0 0,-1 0-1 0 0,0 0 1 0 0,1 0 0 0 0,-1 0 0 0 0,0 0-1 0 0,1 1 1 0 0,-1-1 0 0 0,0 0-1 0 0,1 1 1 0 0,-1-1 0 0 0,0 1-1 0 0,0-1 1 0 0,3 2 0 0 0,-2 1-9 0 0,1-1 0 0 0,-1 0 0 0 0,0 0 0 0 0,0 1 0 0 0,0-1 0 0 0,0 1 0 0 0,-1 0 0 0 0,1 0 0 0 0,-1 0 0 0 0,2 3 0 0 0,2 8 62 0 0,0 1 0 0 0,-2-1-1 0 0,4 21 1 0 0,0 38 466 0 0,-6-51-336 0 0,1 1-1 0 0,1-1 0 0 0,1 0 0 0 0,10 31 1 0 0,-14-52-228 0 0,1 1 1 0 0,0 0 0 0 0,-1-1-1 0 0,1 1 1 0 0,0 0 0 0 0,0-1-1 0 0,0 1 1 0 0,0-1 0 0 0,0 1-1 0 0,1-1 1 0 0,-1 0 0 0 0,0 1-1 0 0,1-1 1 0 0,-1 0 0 0 0,1 0-1 0 0,-1 0 1 0 0,1 0 0 0 0,-1 0-1 0 0,1 0 1 0 0,0-1 0 0 0,-1 1-1 0 0,4 0 1 0 0,-2 0-105 0 0,0-1 1 0 0,0 0-1 0 0,1 0 1 0 0,-1 0-1 0 0,0-1 0 0 0,0 1 1 0 0,0-1-1 0 0,0 0 0 0 0,0 0 1 0 0,0 0-1 0 0,0 0 0 0 0,3-2 1 0 0,4-2-355 0 0,0-1 0 0 0,0 0 1 0 0,0-1-1 0 0,-1 0 0 0 0,0-1 1 0 0,9-10-1 0 0,22-15 1233 0 0,-33 26-791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6.98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360 0 6913 0 0,'-92'120'2341'0'0,"-130"220"-1"0"0,214-327-2099 0 0,-20 42 394 0 0,26-51-591 0 0,0-1-1 0 0,1 1 1 0 0,0 0-1 0 0,0 0 1 0 0,0 1 0 0 0,0-1-1 0 0,1 0 1 0 0,-1 0 0 0 0,1 0-1 0 0,0 1 1 0 0,1 4-1 0 0,-1-8-55 0 0,0 0 0 0 0,0 0 0 0 0,1 0 0 0 0,-1 0 0 0 0,0 0-1 0 0,1 0 1 0 0,-1 0 0 0 0,1 0 0 0 0,-1 0 0 0 0,1 0 0 0 0,-1 0 0 0 0,1 0-1 0 0,0 0 1 0 0,-1 0 0 0 0,1-1 0 0 0,0 1 0 0 0,0 0 0 0 0,0-1-1 0 0,-1 1 1 0 0,1 0 0 0 0,0-1 0 0 0,0 1 0 0 0,0-1 0 0 0,0 1-1 0 0,0-1 1 0 0,2 1 0 0 0,0-1-48 0 0,-1 0-1 0 0,1 0 1 0 0,0 0-1 0 0,0 0 1 0 0,-1 0-1 0 0,1 0 1 0 0,0-1-1 0 0,0 0 1 0 0,-1 1-1 0 0,4-3 1 0 0,5-1-296 0 0,0-1 1 0 0,-1-1 0 0 0,19-12-1 0 0,-4-2-182 0 0,37-39 0 0 0,-49 44 571 0 0,1 0 1 0 0,1 1-1 0 0,0 1 1 0 0,1 1 0 0 0,0 0-1 0 0,1 1 1 0 0,24-12-1 0 0,-40 22-16 0 0,1 1 0 0 0,-1-1 0 0 0,0 1 0 0 0,1-1 0 0 0,-1 1 0 0 0,1-1 1 0 0,-1 1-1 0 0,1 0 0 0 0,-1-1 0 0 0,1 1 0 0 0,-1 0 0 0 0,1 0 0 0 0,-1 0 0 0 0,1 0 0 0 0,-1 1 0 0 0,1-1 0 0 0,-1 0 0 0 0,1 1 0 0 0,-1-1 0 0 0,1 1 0 0 0,-1-1 1 0 0,0 1-1 0 0,1-1 0 0 0,1 3 0 0 0,-2-2 24 0 0,1 1 0 0 0,-1 0 1 0 0,0 0-1 0 0,0-1 0 0 0,0 1 0 0 0,0 0 1 0 0,0 0-1 0 0,0 0 0 0 0,-1 0 1 0 0,1 0-1 0 0,-1 1 0 0 0,1-1 1 0 0,-1 0-1 0 0,0 0 0 0 0,0 3 0 0 0,0 8 176 0 0,-1 0-1 0 0,0 0 0 0 0,-1-1 0 0 0,-6 21 1 0 0,-7 14 489 0 0,-30 62 0 0 0,9-24 102 0 0,35-84-791 0 0,1 1 1 0 0,-1-1-1 0 0,0 0 1 0 0,1 1-1 0 0,-1-1 0 0 0,1 0 1 0 0,0 1-1 0 0,-1-1 0 0 0,1 1 1 0 0,0-1-1 0 0,0 1 1 0 0,0-1-1 0 0,0 1 0 0 0,0-1 1 0 0,0 0-1 0 0,0 1 0 0 0,1-1 1 0 0,-1 1-1 0 0,0-1 0 0 0,1 1 1 0 0,0 1-1 0 0,0-2-11 0 0,0 0 0 0 0,0-1 0 0 0,0 1-1 0 0,0-1 1 0 0,0 1 0 0 0,0-1 0 0 0,1 1 0 0 0,-1-1 0 0 0,0 0-1 0 0,0 0 1 0 0,0 1 0 0 0,0-1 0 0 0,0 0 0 0 0,0 0-1 0 0,1 0 1 0 0,-1 0 0 0 0,0 0 0 0 0,0-1 0 0 0,0 1-1 0 0,2-1 1 0 0,9-2-58 0 0,-1-1 0 0 0,0 0 0 0 0,20-11 0 0 0,122-82-3227 0 0,-88 49-912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7.1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596 0 2761 0 0,'1'2'45'0'0,"1"0"1"0"0,-1 0 0 0 0,0 0-1 0 0,0 0 1 0 0,0 0 0 0 0,0 0-1 0 0,0 0 1 0 0,0 1 0 0 0,0-1-1 0 0,-1 0 1 0 0,1 0 0 0 0,-1 1-1 0 0,0-1 1 0 0,1 0-1 0 0,-1 1 1 0 0,0-1 0 0 0,-1 0-1 0 0,1 1 1 0 0,0-1 0 0 0,-2 4-1 0 0,-1 5 400 0 0,0 0 0 0 0,-2 0 0 0 0,-6 13 0 0 0,0 0-37 0 0,-33 70 1390 0 0,-5-2 0 0 0,-4-2 0 0 0,-3-2 1 0 0,-83 97-1 0 0,101-135-955 0 0,-38 69 1 0 0,48-69-1797 0 0,-33 83 0 0 0,54-113 870 0 0,-10 37 1 0 0,16-51-325 0 0,-1 0 1 0 0,1 0-1 0 0,1 0 1 0 0,-1 0 0 0 0,1 0-1 0 0,0 0 1 0 0,1 0-1 0 0,0 0 1 0 0,-1 0 0 0 0,2 1-1 0 0,1 5 1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7.9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202 155 6913 0 0,'-19'-117'1437'0'0,"19"117"-1410"0"0,0-1 0 0 0,0 1 1 0 0,0-1-1 0 0,0 1 0 0 0,0 0 1 0 0,0-1-1 0 0,0 1 0 0 0,0 0 1 0 0,0-1-1 0 0,0 1 0 0 0,0 0 1 0 0,-1-1-1 0 0,1 1 0 0 0,0 0 1 0 0,0-1-1 0 0,0 1 0 0 0,-1 0 1 0 0,1-1-1 0 0,0 1 0 0 0,0 0 1 0 0,-1-1-1 0 0,1 1 0 0 0,0 0 0 0 0,0 0 1 0 0,-1 0-1 0 0,1-1 0 0 0,0 1 1 0 0,-1 0-1 0 0,1 0 0 0 0,0 0 1 0 0,-1 0-1 0 0,1-1 0 0 0,-1 1 1 0 0,-8 10 394 0 0,-6 29-159 0 0,13-35-177 0 0,-113 345 834 0 0,107-327-848 0 0,1 1 0 0 0,1 0 0 0 0,2 0 0 0 0,0 1 0 0 0,-1 33 0 0 0,5-56-67 0 0,0 0-1 0 0,0 0 1 0 0,0 1 0 0 0,0-1-1 0 0,0 0 1 0 0,0 0-1 0 0,0 0 1 0 0,0 0-1 0 0,0 0 1 0 0,1 0-1 0 0,-1 0 1 0 0,1 0-1 0 0,-1 0 1 0 0,1 0-1 0 0,-1 0 1 0 0,1 0-1 0 0,-1 0 1 0 0,1 0-1 0 0,0 0 1 0 0,-1 0-1 0 0,1 0 1 0 0,0 0-1 0 0,0-1 1 0 0,0 1-1 0 0,0 0 1 0 0,0-1-1 0 0,2 2 1 0 0,-1-2-4 0 0,0 0 0 0 0,0 0-1 0 0,0 0 1 0 0,0 0 0 0 0,0 0 0 0 0,0 0 0 0 0,0 0 0 0 0,0-1-1 0 0,0 1 1 0 0,0-1 0 0 0,0 0 0 0 0,0 0 0 0 0,0 1 0 0 0,2-2-1 0 0,9-6-42 0 0,-1 0 0 0 0,1-1-1 0 0,12-11 1 0 0,-22 17 24 0 0,68-56-1335 0 0,-2-3 0 0 0,-4-4 0 0 0,-2-2 0 0 0,103-146 0 0 0,-159 203 1277 0 0,0-1 163 0 0,1 0 1 0 0,0 0 0 0 0,1 1-1 0 0,0 0 1 0 0,1 1 0 0 0,12-11-1 0 0,-21 21-28 0 0,-1-1 0 0 0,1 0 0 0 0,-1 1 0 0 0,1-1 0 0 0,-1 1 0 0 0,1 0 0 0 0,0-1-1 0 0,-1 1 1 0 0,1 0 0 0 0,0-1 0 0 0,0 1 0 0 0,-1 0 0 0 0,1 0 0 0 0,0-1 0 0 0,0 1-1 0 0,-1 0 1 0 0,1 0 0 0 0,0 0 0 0 0,0 0 0 0 0,-1 0 0 0 0,1 0 0 0 0,0 0 0 0 0,0 0-1 0 0,-1 0 1 0 0,1 1 0 0 0,0-1 0 0 0,0 0 0 0 0,-1 0 0 0 0,1 1 0 0 0,0-1 0 0 0,-1 0-1 0 0,2 2 1 0 0,0-1 47 0 0,-1 1 0 0 0,0 0 0 0 0,0 0 0 0 0,0 0 0 0 0,0 0 0 0 0,-1 0 0 0 0,1 0 0 0 0,0 0 0 0 0,-1 0 0 0 0,1 0 0 0 0,-1 0 0 0 0,0 2 0 0 0,1 11 403 0 0,0 0 1 0 0,-3 22 0 0 0,2-34-443 0 0,-6 38 911 0 0,-13 56-1 0 0,9-56-146 0 0,-4 52 0 0 0,13-90-792 0 0,1 1 0 0 0,0-1 0 0 0,0 1 0 0 0,0-1 0 0 0,0 1 0 0 0,1-1 0 0 0,-1 1 0 0 0,1-1 0 0 0,0 1 0 0 0,0-1 0 0 0,0 1 0 0 0,1-1 0 0 0,2 5-1 0 0,-3-7-52 0 0,0 0-1 0 0,0 0 0 0 0,0 0 0 0 0,0 0 0 0 0,0-1 1 0 0,1 1-1 0 0,-1 0 0 0 0,0 0 0 0 0,0-1 0 0 0,1 1 0 0 0,-1-1 1 0 0,1 1-1 0 0,-1-1 0 0 0,1 1 0 0 0,-1-1 0 0 0,0 0 1 0 0,1 0-1 0 0,-1 0 0 0 0,1 0 0 0 0,-1 0 0 0 0,1 0 0 0 0,-1 0 1 0 0,1 0-1 0 0,-1-1 0 0 0,1 1 0 0 0,-1-1 0 0 0,1 1 1 0 0,-1-1-1 0 0,0 1 0 0 0,1-1 0 0 0,-1 0 0 0 0,0 1 0 0 0,2-3 1 0 0,18-10-430 0 0,-1-1 0 0 0,-1 0 0 0 0,0-2 0 0 0,-1 0 0 0 0,-1-1 0 0 0,23-31 1 0 0,-17 22-346 0 0,51-47 1 0 0,-73 73 798 0 0,-1-1 1 0 0,1 0 0 0 0,0 1-1 0 0,-1-1 1 0 0,1 0-1 0 0,0 1 1 0 0,-1-1-1 0 0,1 1 1 0 0,0-1-1 0 0,0 1 1 0 0,-1-1-1 0 0,1 1 1 0 0,0 0 0 0 0,0-1-1 0 0,0 1 1 0 0,0 0-1 0 0,-1 0 1 0 0,1 0-1 0 0,0 0 1 0 0,0 0-1 0 0,0 0 1 0 0,0 0-1 0 0,0 0 1 0 0,0 0-1 0 0,-1 0 1 0 0,1 0 0 0 0,0 0-1 0 0,0 0 1 0 0,0 1-1 0 0,0-1 1 0 0,1 1-1 0 0,-1 0 42 0 0,0 1-1 0 0,0-1 0 0 0,0 1 1 0 0,-1 0-1 0 0,1-1 1 0 0,0 1-1 0 0,-1 0 0 0 0,1-1 1 0 0,-1 1-1 0 0,1 0 0 0 0,-1 0 1 0 0,0 0-1 0 0,0-1 1 0 0,1 3-1 0 0,-1 12 413 0 0,-1 0 1 0 0,-4 22-1 0 0,5-36-438 0 0,-14 72 917 0 0,-6 34 457 0 0,19-97-1264 0 0,0 0 0 0 0,1 1 0 0 0,0 0 0 0 0,1-1 0 0 0,0 1 0 0 0,1-1 0 0 0,3 12 1 0 0,-3-18-149 0 0,0 0 0 0 0,0-1 0 0 0,0 1 0 0 0,0-1 0 0 0,1 1 0 0 0,0-1 0 0 0,0 0 0 0 0,0 0 0 0 0,0 0 0 0 0,8 7 0 0 0,7 2-406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1:59.0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218 706 10594 0 0,'-10'-22'475'0'0,"1"-1"0"0"0,1 1 0 0 0,1-1 0 0 0,1-1 0 0 0,-5-39 0 0 0,3 16-323 0 0,-3-15 88 0 0,-10-44-22 0 0,14 119-701 0 0,0 13 210 0 0,-92 402-610 0 0,97-420 877 0 0,-1 4-3 0 0,0 0 0 0 0,1 0 0 0 0,0 0 1 0 0,1 0-1 0 0,0 0 0 0 0,1 0 0 0 0,2 15 1 0 0,-2-26 5 0 0,0 0 1 0 0,0 0 0 0 0,0 0-1 0 0,0-1 1 0 0,1 1 0 0 0,-1 0-1 0 0,0 0 1 0 0,1 0 0 0 0,-1 0-1 0 0,0-1 1 0 0,1 1 0 0 0,-1 0-1 0 0,1 0 1 0 0,-1-1 0 0 0,1 1-1 0 0,0 0 1 0 0,-1-1 0 0 0,1 1-1 0 0,0-1 1 0 0,-1 1 0 0 0,1 0-1 0 0,0-1 1 0 0,0 0 0 0 0,-1 1-1 0 0,1-1 1 0 0,0 1 0 0 0,0-1-1 0 0,0 0 1 0 0,1 1 0 0 0,0-2-11 0 0,0 1 0 0 0,0 0 0 0 0,0 0 0 0 0,0-1 1 0 0,0 1-1 0 0,0-1 0 0 0,0 0 0 0 0,0 0 1 0 0,0 0-1 0 0,0 0 0 0 0,0 0 0 0 0,2-1 1 0 0,6-6-106 0 0,1-1 1 0 0,17-18 0 0 0,-27 26 109 0 0,76-89-972 0 0,-3-2 1 0 0,-5-4 0 0 0,91-166 0 0 0,-149 243 812 0 0,58-96-569 0 0,-58 99 657 0 0,2-1-1 0 0,0 2 1 0 0,0 0 0 0 0,25-21 0 0 0,-36 34 101 0 0,0 0-1 0 0,1 0 1 0 0,-1 1 0 0 0,0-1 0 0 0,1 1 0 0 0,0-1 0 0 0,-1 1-1 0 0,1 0 1 0 0,0 0 0 0 0,0 0 0 0 0,0 0 0 0 0,-1 0 0 0 0,1 1 0 0 0,0-1-1 0 0,5 1 1 0 0,-6 0 6 0 0,0 1-1 0 0,0-1 0 0 0,-1 1 0 0 0,1 0 1 0 0,0 0-1 0 0,-1-1 0 0 0,1 1 1 0 0,0 1-1 0 0,-1-1 0 0 0,1 0 0 0 0,-1 0 1 0 0,0 0-1 0 0,1 1 0 0 0,-1-1 1 0 0,0 1-1 0 0,0-1 0 0 0,0 1 0 0 0,0-1 1 0 0,0 1-1 0 0,0 0 0 0 0,0-1 0 0 0,-1 1 1 0 0,1 0-1 0 0,-1 0 0 0 0,1 2 1 0 0,4 14 247 0 0,-1 0 1 0 0,0 0 0 0 0,-2 1 0 0 0,0-1-1 0 0,-2 29 1 0 0,-11 96 1361 0 0,5-87-873 0 0,4-41-522 0 0,1-8-66 0 0,0 0 0 0 0,0 0 1 0 0,1 0-1 0 0,0 0 1 0 0,0 0-1 0 0,0 0 1 0 0,1 0-1 0 0,0 0 0 0 0,3 7 1 0 0,-4-13-145 0 0,1 0 1 0 0,-1 0-1 0 0,1 0 1 0 0,0 0-1 0 0,-1-1 0 0 0,1 1 1 0 0,0 0-1 0 0,-1 0 1 0 0,1-1-1 0 0,0 1 1 0 0,0-1-1 0 0,0 1 0 0 0,-1-1 1 0 0,1 1-1 0 0,0-1 1 0 0,0 1-1 0 0,0-1 0 0 0,0 0 1 0 0,0 1-1 0 0,0-1 1 0 0,0 0-1 0 0,0 0 1 0 0,0 0-1 0 0,0 0 0 0 0,0 0 1 0 0,0 0-1 0 0,0 0 1 0 0,0 0-1 0 0,0 0 0 0 0,0 0 1 0 0,0-1-1 0 0,0 1 1 0 0,0 0-1 0 0,0-1 1 0 0,0 1-1 0 0,1-1 0 0 0,35-19 206 0 0,-36 19-245 0 0,27-20-282 0 0,0-1 1 0 0,-2-2-1 0 0,43-47 1 0 0,62-94-2281 0 0,-88 108 1361 0 0,-14 17 241 0 0,-17 22 531 0 0,0 2 0 0 0,1-1-1 0 0,1 2 1 0 0,0 0 0 0 0,21-18-1 0 0,-34 32 437 0 0,0 0 0 0 0,1 0 0 0 0,-1 0 0 0 0,0 0-1 0 0,0 0 1 0 0,0 0 0 0 0,1 1 0 0 0,-1-1-1 0 0,0 0 1 0 0,0 1 0 0 0,1-1 0 0 0,-1 1 0 0 0,1 0-1 0 0,-1-1 1 0 0,0 1 0 0 0,1 0 0 0 0,-1 0-1 0 0,1 0 1 0 0,-1 0 0 0 0,1 0 0 0 0,-1 0 0 0 0,1 0-1 0 0,-1 0 1 0 0,0 1 0 0 0,1-1 0 0 0,-1 1 0 0 0,1-1-1 0 0,-1 1 1 0 0,0-1 0 0 0,1 1 0 0 0,-1 0-1 0 0,0-1 1 0 0,0 1 0 0 0,0 0 0 0 0,0 0 0 0 0,1 0-1 0 0,-1 0 1 0 0,0 0 0 0 0,-1 0 0 0 0,1 0-1 0 0,0 1 1 0 0,0-1 0 0 0,0 0 0 0 0,-1 0 0 0 0,1 1-1 0 0,-1-1 1 0 0,1 0 0 0 0,-1 1 0 0 0,1 2 0 0 0,3 8 291 0 0,-1-1 0 0 0,-1 1 0 0 0,0 0 0 0 0,0 21 0 0 0,-3 13 634 0 0,-1 1 0 0 0,-3 0 0 0 0,-12 53 0 0 0,-7 60 1628 0 0,23-156-2433 0 0,1 1 0 0 0,0-1 0 0 0,0 1-1 0 0,0-1 1 0 0,0 1 0 0 0,1-1 0 0 0,0 1 0 0 0,0-1 0 0 0,0 0-1 0 0,0 1 1 0 0,1-1 0 0 0,-1 0 0 0 0,1 0 0 0 0,0 0 0 0 0,1 0 0 0 0,-1 0-1 0 0,3 3 1 0 0,-2-4-87 0 0,0-1 1 0 0,0 1-1 0 0,0-1 0 0 0,0 0 0 0 0,1 0 0 0 0,-1-1 0 0 0,0 1 1 0 0,1-1-1 0 0,-1 1 0 0 0,1-1 0 0 0,0 0 0 0 0,-1 0 1 0 0,1-1-1 0 0,0 1 0 0 0,0-1 0 0 0,-1 0 0 0 0,1 0 0 0 0,0 0 1 0 0,0 0-1 0 0,5-2 0 0 0,1 0-196 0 0,0 0 0 0 0,0 0 0 0 0,0-2 0 0 0,0 1 0 0 0,-1-1 0 0 0,1 0 0 0 0,-1-1-1 0 0,0 0 1 0 0,0-1 0 0 0,-1 0 0 0 0,12-10 0 0 0,5-8-754 0 0,0-1 0 0 0,22-31 0 0 0,-25 28-368 0 0,39-36-1 0 0,-59 62 1250 0 0,0 0 0 0 0,0 1 0 0 0,0-1 0 0 0,0 0 0 0 0,0 1 0 0 0,0 0 0 0 0,0-1 0 0 0,1 1 0 0 0,-1 0-1 0 0,0 0 1 0 0,1 1 0 0 0,-1-1 0 0 0,1 0 0 0 0,-1 1 0 0 0,1 0 0 0 0,3-1 0 0 0,-4 1 56 0 0,-1 1 1 0 0,0-1-1 0 0,1 1 0 0 0,-1-1 1 0 0,0 1-1 0 0,1 0 0 0 0,-1 0 1 0 0,0-1-1 0 0,0 1 0 0 0,1 0 0 0 0,-1 0 1 0 0,0 0-1 0 0,0 0 0 0 0,0 0 1 0 0,0 1-1 0 0,0-1 0 0 0,-1 0 1 0 0,1 0-1 0 0,0 1 0 0 0,-1-1 1 0 0,1 0-1 0 0,0 1 0 0 0,-1-1 1 0 0,0 1-1 0 0,1-1 0 0 0,-1 0 0 0 0,0 1 1 0 0,1 2-1 0 0,1 22 396 0 0,-1 0 1 0 0,0 0-1 0 0,-2 0 1 0 0,-1 0-1 0 0,-11 50 0 0 0,-2 26-657 0 0,13-63 81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0.06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47 369 12899 0 0,'-25'17'1339'0'0,"4"5"-1081"0"0,21-17-879 0 0,11-11 154 0 0,99-94-1076 0 0,-59 52 499 0 0,106-78 0 0 0,-117 100 580 0 0,57-37-623 0 0,-83 55 908 0 0,1 1 0 0 0,0 0 0 0 0,0 1 0 0 0,29-7 0 0 0,-42 12 192 0 0,-1 1 0 0 0,1-1 0 0 0,0 1 1 0 0,-1 0-1 0 0,1-1 0 0 0,0 1 0 0 0,-1 0 0 0 0,1 0 0 0 0,0 0 1 0 0,-1 1-1 0 0,1-1 0 0 0,-1 0 0 0 0,1 1 0 0 0,0-1 0 0 0,-1 1 0 0 0,1-1 1 0 0,-1 1-1 0 0,1-1 0 0 0,-1 1 0 0 0,3 2 0 0 0,-3-2 32 0 0,0 0-1 0 0,0 1 1 0 0,0-1-1 0 0,-1 0 1 0 0,1 1-1 0 0,0-1 1 0 0,-1 1-1 0 0,1-1 1 0 0,-1 1-1 0 0,1-1 0 0 0,-1 1 1 0 0,0-1-1 0 0,0 1 1 0 0,1-1-1 0 0,-1 1 1 0 0,0 0-1 0 0,-1 1 1 0 0,0 7 198 0 0,-1 0 0 0 0,0 0 0 0 0,-1 0 0 0 0,0 0 0 0 0,-6 11 0 0 0,-16 29 305 0 0,-2-1 0 0 0,-2-1-1 0 0,-37 44 1 0 0,-33 56 430 0 0,98-147-961 0 0,0 0 1 0 0,0 0-1 0 0,1 0 1 0 0,-1 0-1 0 0,0 0 1 0 0,1 0-1 0 0,-1 0 1 0 0,1 0-1 0 0,-1 1 1 0 0,1-1-1 0 0,0 0 1 0 0,-1 0-1 0 0,1 1 1 0 0,0-1-1 0 0,0 0 1 0 0,0 0-1 0 0,0 1 1 0 0,0-1-1 0 0,0 0 1 0 0,0 0-1 0 0,0 1 1 0 0,1 1-1 0 0,0-3-22 0 0,0 1 0 0 0,-1-1 0 0 0,1 1 0 0 0,0-1 0 0 0,0 1 0 0 0,0-1 0 0 0,0 0 0 0 0,0 1 0 0 0,0-1-1 0 0,0 0 1 0 0,0 0 0 0 0,0 0 0 0 0,0 0 0 0 0,-1 0 0 0 0,1 0 0 0 0,0 0 0 0 0,0 0 0 0 0,0 0 0 0 0,0 0 0 0 0,0 0 0 0 0,2-1-1 0 0,7-1-267 0 0,0-1 0 0 0,0-1 0 0 0,18-9 0 0 0,-1-3-578 0 0,0-1 0 0 0,-2-2 0 0 0,25-22-1 0 0,29-22-1720 0 0,-79 63 2554 0 0,1-1 0 0 0,-1 1 1 0 0,0-1-1 0 0,1 1 0 0 0,-1-1 0 0 0,1 1 0 0 0,-1 0 0 0 0,1-1 1 0 0,-1 1-1 0 0,1 0 0 0 0,0-1 0 0 0,-1 1 0 0 0,1 0 0 0 0,-1 0 1 0 0,1-1-1 0 0,0 1 0 0 0,-1 0 0 0 0,1 0 0 0 0,-1 0 0 0 0,1 0 1 0 0,0 0-1 0 0,-1 0 0 0 0,1 0 0 0 0,0 0 0 0 0,-1 0 0 0 0,1 0 1 0 0,0 1-1 0 0,-3 14 145 0 0,-21 29 612 0 0,21-40-705 0 0,-237 350 6868 0 0,238-354-6857 0 0,0 1 0 0 0,0 0-1 0 0,0 0 1 0 0,1 0 0 0 0,-1 0 0 0 0,0 0 0 0 0,0 0-1 0 0,1 0 1 0 0,-1 0 0 0 0,1 0 0 0 0,-1 0 0 0 0,1 0 0 0 0,-1 0-1 0 0,1 0 1 0 0,0 0 0 0 0,-1 1 0 0 0,1-1 0 0 0,0 0-1 0 0,0 0 1 0 0,0 0 0 0 0,0 1 0 0 0,0-1 0 0 0,0 0 0 0 0,0 0-1 0 0,0 0 1 0 0,1 0 0 0 0,-1 1 0 0 0,0-1 0 0 0,1 0-1 0 0,-1 0 1 0 0,2 2 0 0 0,0-2-1 0 0,-1 0 1 0 0,1 0-1 0 0,0 0 1 0 0,1 0-1 0 0,-1-1 0 0 0,0 1 1 0 0,0 0-1 0 0,0-1 0 0 0,0 1 1 0 0,0-1-1 0 0,1 0 1 0 0,-1 0-1 0 0,0 0 0 0 0,0 0 1 0 0,1 0-1 0 0,2-1 0 0 0,16-3-373 0 0,1-1-1 0 0,-1-1 0 0 0,-1-1 0 0 0,1 0 1 0 0,-1-2-1 0 0,0 0 0 0 0,19-13 0 0 0,47-21-1814 0 0,-84 42 2114 0 0,-1 0 0 0 0,1 0 0 0 0,-1 1 0 0 0,1-1 1 0 0,-1 1-1 0 0,1-1 0 0 0,0 1 0 0 0,0 0 0 0 0,-1-1 0 0 0,1 1 0 0 0,0 0 0 0 0,-1 0 0 0 0,1 0 1 0 0,0 0-1 0 0,0 0 0 0 0,-1 1 0 0 0,4 0 0 0 0,-4 0 46 0 0,-1-1-1 0 0,1 1 0 0 0,0-1 1 0 0,-1 1-1 0 0,1 0 1 0 0,-1 0-1 0 0,1-1 1 0 0,-1 1-1 0 0,0 0 1 0 0,1 0-1 0 0,-1 0 1 0 0,0-1-1 0 0,1 1 0 0 0,-1 0 1 0 0,0 0-1 0 0,0 0 1 0 0,0 0-1 0 0,0 0 1 0 0,0-1-1 0 0,0 1 1 0 0,0 0-1 0 0,0 0 1 0 0,0 0-1 0 0,0 1 0 0 0,-3 9 303 0 0,0-1 0 0 0,0 1 0 0 0,-1-1-1 0 0,-6 12 1 0 0,6-14-160 0 0,-59 119 2368 0 0,38-80-1664 0 0,2 0 1 0 0,-26 77-1 0 0,42-92-1424 0 0,5 1-3584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1.09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680 0 12443 0 0,'-10'3'339'0'0,"0"1"-1"0"0,0-1 1 0 0,0 2 0 0 0,1-1 0 0 0,0 1 0 0 0,0 1 0 0 0,0 0 0 0 0,-14 12 0 0 0,-9 6 66 0 0,-489 345 2317 0 0,493-344-2799 0 0,140-139-5294 0 0,-73 71 4882 0 0,62-53 1 0 0,-100 95 494 0 0,0 0 0 0 0,-1 1 0 0 0,1-1 0 0 0,0 0 1 0 0,0 1-1 0 0,0-1 0 0 0,0 0 0 0 0,0 1 0 0 0,0-1 1 0 0,0 1-1 0 0,0-1 0 0 0,0 1 0 0 0,0 0 0 0 0,0-1 1 0 0,1 1-1 0 0,0 0 0 0 0,-1 0 12 0 0,-1 0 0 0 0,0 1 0 0 0,0-1 0 0 0,1 0 0 0 0,-1 1-1 0 0,0-1 1 0 0,0 1 0 0 0,1-1 0 0 0,-1 0 0 0 0,0 1 0 0 0,0-1 0 0 0,0 1 0 0 0,0-1 0 0 0,0 0 0 0 0,0 1 0 0 0,0-1-1 0 0,0 1 1 0 0,0-1 0 0 0,0 0 0 0 0,0 1 0 0 0,0-1 0 0 0,0 1 0 0 0,0-1 0 0 0,0 1 0 0 0,0-1 0 0 0,0 0 0 0 0,0 1-1 0 0,-1 0 1 0 0,-15 42 832 0 0,13-36-924 0 0,-88 186 1290 0 0,-3 7 58 0 0,92-195-1216 0 0,-1 1 0 0 0,2-1 0 0 0,-1 1 1 0 0,0 0-1 0 0,1-1 0 0 0,0 1 0 0 0,0 12 1 0 0,1-17-47 0 0,0 0 0 0 0,0-1 0 0 0,0 1 0 0 0,0 0 0 0 0,1 0 0 0 0,-1 0 0 0 0,0 0 0 0 0,1 0 0 0 0,-1 0 0 0 0,0 0 1 0 0,1-1-1 0 0,-1 1 0 0 0,1 0 0 0 0,-1 0 0 0 0,1-1 0 0 0,0 1 0 0 0,-1 0 0 0 0,1-1 0 0 0,0 1 0 0 0,-1 0 0 0 0,3 0 1 0 0,-2 0-11 0 0,1-1 0 0 0,0 1 0 0 0,0-1 1 0 0,0 0-1 0 0,0 0 0 0 0,0 0 0 0 0,-1 0 1 0 0,1 0-1 0 0,0 0 0 0 0,0 0 1 0 0,0 0-1 0 0,0-1 0 0 0,0 1 0 0 0,0-1 1 0 0,2 0-1 0 0,15-7-115 0 0,1-2-1 0 0,-1 1 1 0 0,-1-2 0 0 0,0-1 0 0 0,18-14-1 0 0,34-21-104 0 0,-56 38 158 0 0,14-7-138 0 0,41-18 0 0 0,-63 31 163 0 0,1 0 1 0 0,0 1 0 0 0,0 0-1 0 0,0 0 1 0 0,0 0-1 0 0,0 1 1 0 0,0 0-1 0 0,0 1 1 0 0,0 0-1 0 0,1 0 1 0 0,-1 0 0 0 0,9 2-1 0 0,-12-1 50 0 0,0 1 0 0 0,1 0 0 0 0,-1 0 0 0 0,0 0 0 0 0,0 0 0 0 0,-1 0 0 0 0,1 1-1 0 0,0 0 1 0 0,-1 0 0 0 0,1 0 0 0 0,-1 0 0 0 0,0 0 0 0 0,0 1 0 0 0,0-1 0 0 0,-1 1 0 0 0,1 0 0 0 0,-1 0 0 0 0,0 0-1 0 0,0 0 1 0 0,0 0 0 0 0,1 6 0 0 0,3 10 395 0 0,-2 0 0 0 0,0 0 0 0 0,2 33-1 0 0,-1-5 606 0 0,-5-47-987 0 0,1 0 0 0 0,-1 0 0 0 0,0 0-1 0 0,1-1 1 0 0,-1 1 0 0 0,1 0 0 0 0,-1 0 0 0 0,1 0-1 0 0,0 0 1 0 0,-1 0 0 0 0,1-1 0 0 0,0 1 0 0 0,0 0 0 0 0,-1 0-1 0 0,1-1 1 0 0,0 1 0 0 0,0-1 0 0 0,0 1 0 0 0,0-1-1 0 0,0 1 1 0 0,0-1 0 0 0,0 0 0 0 0,0 1 0 0 0,0-1-1 0 0,0 0 1 0 0,0 0 0 0 0,0 1 0 0 0,0-1 0 0 0,0 0 0 0 0,0 0-1 0 0,0 0 1 0 0,0 0 0 0 0,0-1 0 0 0,0 1 0 0 0,0 0-1 0 0,0 0 1 0 0,0-1 0 0 0,0 1 0 0 0,0 0 0 0 0,0-1-1 0 0,1 0 1 0 0,42-18 107 0 0,-15 1-709 0 0,-2-1 0 0 0,27-23 0 0 0,-32 24-366 0 0,0 1 1 0 0,2 0-1 0 0,36-18 0 0 0,-60 34 923 0 0,1 1-1 0 0,0-1 1 0 0,0 1 0 0 0,-1-1 0 0 0,1 1-1 0 0,0 0 1 0 0,0-1 0 0 0,0 1 0 0 0,0 0-1 0 0,0 0 1 0 0,0 0 0 0 0,-1-1-1 0 0,1 1 1 0 0,0 0 0 0 0,0 0 0 0 0,0 0-1 0 0,0 1 1 0 0,0-1 0 0 0,0 0 0 0 0,0 0-1 0 0,-1 0 1 0 0,1 1 0 0 0,0-1-1 0 0,0 0 1 0 0,0 1 0 0 0,0 0 0 0 0,0 0 35 0 0,0 0 0 0 0,-1 0 1 0 0,1 0-1 0 0,-1 0 0 0 0,1 0 1 0 0,-1 0-1 0 0,1 0 0 0 0,-1 0 1 0 0,0 1-1 0 0,1-1 0 0 0,-1 0 1 0 0,0 0-1 0 0,0 1 0 0 0,0-1 1 0 0,0 0-1 0 0,0 2 0 0 0,-2 8 295 0 0,0 0-1 0 0,0 0 0 0 0,-5 13 0 0 0,5-19-222 0 0,-51 129 2688 0 0,38-103-2688 0 0,2 0 1 0 0,1 1 0 0 0,1 1 0 0 0,-10 53 0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2.33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22 308 9674 0 0,'-6'26'608'0'0,"0"0"1"0"0,2 0-1 0 0,1 1 0 0 0,1-1 1 0 0,2 35-1 0 0,0-51-598 0 0,1 0 0 0 0,0-1 0 0 0,1 1 0 0 0,0 0 0 0 0,0-1 0 0 0,6 15-1 0 0,-7-22-31 0 0,0 0 0 0 0,0 0 0 0 0,0 0 0 0 0,0 0 0 0 0,0-1 0 0 0,0 1 0 0 0,1 0 0 0 0,-1-1 0 0 0,1 1 0 0 0,-1 0 0 0 0,1-1-1 0 0,0 0 1 0 0,-1 1 0 0 0,1-1 0 0 0,0 0 0 0 0,0 0 0 0 0,0 0 0 0 0,0 0 0 0 0,0 0 0 0 0,0-1 0 0 0,0 1 0 0 0,1-1 0 0 0,-1 1 0 0 0,0-1-1 0 0,0 0 1 0 0,0 1 0 0 0,0-1 0 0 0,1-1 0 0 0,-1 1 0 0 0,0 0 0 0 0,0 0 0 0 0,0-1 0 0 0,5-1 0 0 0,7-2 1 0 0,0-2 0 0 0,-1 0 0 0 0,1-1 0 0 0,-1 0 0 0 0,0-1 1 0 0,-1 0-1 0 0,0-1 0 0 0,0-1 0 0 0,-1 0 0 0 0,11-12 0 0 0,15-19-80 0 0,41-60 0 0 0,-73 94 101 0 0,36-50-107 0 0,5-8-337 0 0,2 2 0 0 0,78-78 0 0 0,-120 135 425 0 0,0 1 0 0 0,0 0 1 0 0,1 0-1 0 0,12-7 0 0 0,-18 11 22 0 0,0 1-1 0 0,0-1 0 0 0,0 1 0 0 0,0-1 1 0 0,0 1-1 0 0,1-1 0 0 0,-1 1 1 0 0,0 0-1 0 0,0-1 0 0 0,0 1 1 0 0,1 0-1 0 0,-1 0 0 0 0,0 0 0 0 0,0 0 1 0 0,1 0-1 0 0,-1 0 0 0 0,0 0 1 0 0,0 1-1 0 0,1-1 0 0 0,-1 0 1 0 0,0 1-1 0 0,0-1 0 0 0,0 1 0 0 0,1-1 1 0 0,-1 1-1 0 0,0 0 0 0 0,0-1 1 0 0,0 1-1 0 0,0 0 0 0 0,0 0 1 0 0,0-1-1 0 0,-1 1 0 0 0,1 0 0 0 0,0 0 1 0 0,0 0-1 0 0,-1 0 0 0 0,1 0 1 0 0,0 1-1 0 0,0 0 0 0 0,4 10 103 0 0,0 1-1 0 0,-1 0 0 0 0,-1 0 1 0 0,0 0-1 0 0,0 0 1 0 0,-2 0-1 0 0,1 1 0 0 0,-2 15 1 0 0,-9 110 934 0 0,7-127-969 0 0,-32 192 852 0 0,1-17-196 0 0,32-183-660 0 0,1-1-1 0 0,0 1 1 0 0,-1-1 0 0 0,1 1-1 0 0,1-1 1 0 0,-1 1-1 0 0,0-1 1 0 0,1 1 0 0 0,0-1-1 0 0,0 1 1 0 0,0-1 0 0 0,2 4-1 0 0,-3-6-45 0 0,1 0 0 0 0,-1 0 0 0 0,1-1 0 0 0,-1 1 0 0 0,1-1 0 0 0,-1 1 0 0 0,1 0 0 0 0,0-1 0 0 0,-1 1 0 0 0,1-1 1 0 0,0 0-1 0 0,-1 1 0 0 0,1-1 0 0 0,0 1 0 0 0,0-1 0 0 0,0 0 0 0 0,-1 0 0 0 0,1 0 0 0 0,0 1 0 0 0,1-1 0 0 0,0 0-28 0 0,1 0 1 0 0,-1-1-1 0 0,0 1 1 0 0,0-1-1 0 0,0 1 0 0 0,0-1 1 0 0,0 0-1 0 0,0 1 1 0 0,0-1-1 0 0,0 0 1 0 0,3-2-1 0 0,7-5-233 0 0,0-1 0 0 0,0-1 1 0 0,-1 0-1 0 0,0 0 0 0 0,-1-1 0 0 0,17-24 1 0 0,47-80-564 0 0,-68 104 734 0 0,26-50-188 0 0,-22 41 164 0 0,0 1 0 0 0,1 0 0 0 0,1 0 0 0 0,15-18 0 0 0,-26 35 118 0 0,0 1 1 0 0,1-1 0 0 0,-1 1-1 0 0,0 0 1 0 0,0 0-1 0 0,1 0 1 0 0,-1 0 0 0 0,0 0-1 0 0,1 0 1 0 0,-1 0 0 0 0,1 0-1 0 0,-1 0 1 0 0,1 1 0 0 0,0-1-1 0 0,-1 0 1 0 0,1 1-1 0 0,0 0 1 0 0,-1-1 0 0 0,1 1-1 0 0,2 0 1 0 0,-3 0 33 0 0,1 1 0 0 0,-1-1 0 0 0,0 1 0 0 0,1-1 1 0 0,-1 1-1 0 0,0 0 0 0 0,0 0 0 0 0,0-1 0 0 0,1 1 0 0 0,-1 0 0 0 0,0 0 0 0 0,0 0 0 0 0,0 0 0 0 0,0 0 1 0 0,-1 0-1 0 0,1 1 0 0 0,0-1 0 0 0,0 0 0 0 0,0 2 0 0 0,2 5 216 0 0,0-1 0 0 0,0 1 0 0 0,-1 0 0 0 0,0 1 0 0 0,0-1-1 0 0,0 15 1 0 0,-6 61 993 0 0,2-65-940 0 0,1 0 0 0 0,0 1-1 0 0,4 33 1 0 0,-2-52-309 0 0,-1 0 0 0 0,0 0 0 0 0,0 0-1 0 0,0-1 1 0 0,0 1 0 0 0,0 0 0 0 0,1 0-1 0 0,-1 0 1 0 0,0 0 0 0 0,1-1 0 0 0,-1 1-1 0 0,1 0 1 0 0,-1 0 0 0 0,1-1 0 0 0,-1 1-1 0 0,1 0 1 0 0,0-1 0 0 0,-1 1 0 0 0,1 0-1 0 0,0-1 1 0 0,-1 1 0 0 0,1-1 0 0 0,0 1-1 0 0,0-1 1 0 0,-1 0 0 0 0,1 1 0 0 0,0-1-1 0 0,0 0 1 0 0,0 1 0 0 0,1-1 0 0 0,0 0 14 0 0,1 0 0 0 0,-1 0 0 0 0,1-1 1 0 0,-1 1-1 0 0,0-1 0 0 0,1 1 0 0 0,-1-1 1 0 0,1 0-1 0 0,-1 0 0 0 0,4-2 0 0 0,6-4-66 0 0,0 0-1 0 0,20-18 1 0 0,-18 11-336 0 0,-1 0 1 0 0,0-1 0 0 0,-1 0-1 0 0,-1-1 1 0 0,17-31-1 0 0,-12 21-1107 0 0,22-29-1 0 0,-38 55 1454 0 0,0 0 0 0 0,0-1 0 0 0,0 1 0 0 0,0 0 0 0 0,1 0 0 0 0,-1-1 0 0 0,0 1 0 0 0,0 0 0 0 0,0 0-1 0 0,0 0 1 0 0,1 0 0 0 0,-1-1 0 0 0,0 1 0 0 0,0 0 0 0 0,0 0 0 0 0,1 0 0 0 0,-1 0 0 0 0,0 0 0 0 0,0 0 0 0 0,1-1 0 0 0,-1 1 0 0 0,0 0 0 0 0,0 0 0 0 0,1 0 0 0 0,-1 0 0 0 0,0 0 0 0 0,0 0-1 0 0,1 0 1 0 0,-1 0 0 0 0,0 0 0 0 0,0 0 0 0 0,1 0 0 0 0,-1 0 0 0 0,0 0 0 0 0,0 0 0 0 0,1 1 0 0 0,3 9 2 0 0,-1 17 600 0 0,-3-25-600 0 0,0 41 1231 0 0,0-13-267 0 0,5 41 0 0 0,-5-64-849 0 0,1 0-1 0 0,1 0 1 0 0,-1 0 0 0 0,1-1-1 0 0,1 1 1 0 0,-1-1 0 0 0,1 1-1 0 0,0-1 1 0 0,1 0 0 0 0,-1 0-1 0 0,7 8 1 0 0,-7-12-202 0 0,-1 1 0 0 0,0-1 0 0 0,1 0-1 0 0,-1 0 1 0 0,1 0 0 0 0,0 0 0 0 0,0-1 0 0 0,0 1 0 0 0,0-1 0 0 0,3 2 0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6.27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 1979 4609 0 0,'0'0'12'0'0,"-1"0"-1"0"0,1 0 1 0 0,0 0 0 0 0,0 0-1 0 0,0 0 1 0 0,-1 0 0 0 0,1 0-1 0 0,0 0 1 0 0,0 0 0 0 0,-1 0-1 0 0,1 0 1 0 0,0-1 0 0 0,0 1-1 0 0,-1 0 1 0 0,1 0 0 0 0,0 0-1 0 0,0 0 1 0 0,0 0 0 0 0,0-1 0 0 0,-1 1-1 0 0,1 0 1 0 0,0 0 0 0 0,0 0-1 0 0,0-1 1 0 0,0 1 0 0 0,0 0-1 0 0,0 0 1 0 0,-1-1 0 0 0,1 1-1 0 0,0 0 1 0 0,0 0 0 0 0,0-1-1 0 0,0 1 1 0 0,0 0 0 0 0,0 0-1 0 0,0-1 1 0 0,0 1 0 0 0,0 0-1 0 0,0 0 1 0 0,0-1 0 0 0,8-10 821 0 0,19-9 540 0 0,-25 18-1329 0 0,24-17 353 0 0,0 2 0 0 0,2 1 1 0 0,-1 1-1 0 0,2 1 1 0 0,43-15-1 0 0,37 1 318 0 0,2 5-1 0 0,116-9 0 0 0,-98 15-12 0 0,48-5-501 0 0,166-29 178 0 0,272-102 194 0 0,-578 143-550 0 0,454-109 925 0 0,-364 101-654 0 0,152-3-1 0 0,-272 20-272 0 0,241 6 260 0 0,-166-1-293 0 0,149-9-1 0 0,-188 1 25 0 0,-31 4 15 0 0,1 0 0 0 0,0-1 0 0 0,-1-1 0 0 0,1 0 0 0 0,-1-1 0 0 0,1 0 0 0 0,19-9 0 0 0,-31 11 29 0 0,0 1 0 0 0,0-1 0 0 0,-1 0 0 0 0,1 1 0 0 0,-1-1 0 0 0,1 0 0 0 0,-1 0-1 0 0,1 1 1 0 0,-1-1 0 0 0,1 0 0 0 0,-1 0 0 0 0,0 0 0 0 0,1 1 0 0 0,-1-1 0 0 0,0 0 0 0 0,0 0-1 0 0,1 0 1 0 0,-1 0 0 0 0,0 0 0 0 0,0 0 0 0 0,0 0 0 0 0,0 0 0 0 0,0 1 0 0 0,0-1 0 0 0,-1 0-1 0 0,1 0 1 0 0,0 0 0 0 0,0 0 0 0 0,-1 0 0 0 0,1 0 0 0 0,0 1 0 0 0,-2-2 0 0 0,-18-36 1033 0 0,9 17-1050 0 0,-96-332-3220 0 0,95 307 2860 0 0,-1-11 90 0 0,3 0-1 0 0,3 0 1 0 0,2-1 0 0 0,2 0-1 0 0,3 0 1 0 0,15-109 0 0 0,-12 150 358 0 0,-1 0 0 0 0,-1-1-1 0 0,0 0 1 0 0,-2 1 0 0 0,0-1 0 0 0,0 1 0 0 0,-2-1-1 0 0,0 1 1 0 0,-1 0 0 0 0,-1 0 0 0 0,-11-26 0 0 0,8 24 809 0 0,5 13-715 0 0,0 0 1 0 0,0 0-1 0 0,0 0 0 0 0,-1 0 0 0 0,-6-7 1 0 0,9 11-312 0 0,-1 1 0 0 0,0-1 0 0 0,1 1 0 0 0,-1-1 0 0 0,0 1 0 0 0,0 0 0 0 0,0 0 0 0 0,0 0 0 0 0,0 0 0 0 0,0 0 0 0 0,0 1 0 0 0,-1-1 0 0 0,1 1 0 0 0,0-1 0 0 0,0 1 0 0 0,-1 0 0 0 0,1 0 0 0 0,0 0 0 0 0,0 0 0 0 0,-4 0 0 0 0,-9 3-236 0 0,-1 0-1 0 0,1 0 0 0 0,1 2 0 0 0,-1 0 1 0 0,-18 9-1 0 0,-71 41 911 0 0,39-19-675 0 0,-55 27 483 0 0,-266 127 82 0 0,195-107-263 0 0,-220 86 35 0 0,-141 7-242 0 0,454-149-109 0 0,-219 49-90 0 0,147-53 227 0 0,-174 0 0 0 0,209-17-2492 0 0,-204 36 1 0 0,359-48 1095 0 0,0 0 1 0 0,24-12-1 0 0,38-12 516 0 0,45 2 552 0 0,133-10 0 0 0,-9 2 136 0 0,-183 24 179 0 0,57-10-29 0 0,-1-4 0 0 0,129-47 0 0 0,-234 66 50 0 0,341-139 1149 0 0,-202 71 1178 0 0,203-66 1 0 0,-330 130-1966 0 0,-20 6-254 0 0,0 1-1 0 0,-1 0 0 0 0,1 1 0 0 0,1 0 1 0 0,-1 1-1 0 0,0 0 0 0 0,20 0 1 0 0,-31 2-159 0 0,0 0-1 0 0,0 0 1 0 0,0 0 0 0 0,1 0 0 0 0,-1 0 0 0 0,0 0 0 0 0,0 0 0 0 0,0 0 0 0 0,1 0 0 0 0,-1 0 0 0 0,0 0 0 0 0,0 0 0 0 0,0 0 0 0 0,0 0 0 0 0,1 0 0 0 0,-1 0 0 0 0,0 0 0 0 0,0 0 0 0 0,0 1 0 0 0,0-1-1 0 0,1 0 1 0 0,-1 0 0 0 0,0 0 0 0 0,0 0 0 0 0,0 0 0 0 0,0 0 0 0 0,0 1 0 0 0,0-1 0 0 0,0 0 0 0 0,1 0 0 0 0,-1 0 0 0 0,0 0 0 0 0,0 1 0 0 0,0-1 0 0 0,0 0 0 0 0,0 0 0 0 0,0 0 0 0 0,0 1 0 0 0,0-1-1 0 0,0 0 1 0 0,0 0 0 0 0,0 0 0 0 0,0 1 0 0 0,0-1 0 0 0,0 0 0 0 0,0 0 0 0 0,0 0 0 0 0,0 0 0 0 0,0 1 0 0 0,-9 11-440 0 0,-14 7-183 0 0,-70 45 1081 0 0,-3-5 0 0 0,-128 58 1 0 0,70-39-116 0 0,-259 114-1237 0 0,181-89 223 0 0,99-44-406 0 0,-86 41-601 0 0,176-77 1500 0 0,1 2 1 0 0,-73 56 0 0 0,108-76 209 0 0,-31 30 334 0 0,35-33-329 0 0,1 0 0 0 0,0 1 0 0 0,0-1 1 0 0,0 1-1 0 0,0 0 0 0 0,0 0 0 0 0,1-1 1 0 0,-1 1-1 0 0,1 0 0 0 0,0 0 0 0 0,0 1 1 0 0,-1 4-1 0 0,2-7-22 0 0,0 0-1 0 0,1 1 1 0 0,-1-1-1 0 0,0 0 1 0 0,1 1-1 0 0,-1-1 1 0 0,1 0-1 0 0,-1 0 1 0 0,1 0 0 0 0,0 1-1 0 0,0-1 1 0 0,-1 0-1 0 0,1 0 1 0 0,0 0-1 0 0,0 0 1 0 0,0 0-1 0 0,0 0 1 0 0,0-1-1 0 0,0 1 1 0 0,0 0 0 0 0,0 0-1 0 0,1-1 1 0 0,-1 1-1 0 0,0-1 1 0 0,0 1-1 0 0,1-1 1 0 0,-1 1-1 0 0,0-1 1 0 0,1 0 0 0 0,-1 0-1 0 0,0 0 1 0 0,1 1-1 0 0,2-2 1 0 0,47 3 202 0 0,17-11 298 0 0,1-3 1 0 0,84-25-1 0 0,-62 14-144 0 0,621-208-27 0 0,-273 79-743 0 0,82-3 1578 0 0,-445 135-1059 0 0,374-84 202 0 0,-412 98-426 0 0,-16 2 173 0 0,0 0-1 0 0,1 2 0 0 0,-1 0 0 0 0,1 1 0 0 0,33 4 1 0 0,-56-3-71 0 0,1 0 1 0 0,-1 0 0 0 0,1 0-1 0 0,-1 0 1 0 0,1 0 0 0 0,-1 0 0 0 0,1 0-1 0 0,-1 0 1 0 0,1 1 0 0 0,-1-1-1 0 0,1 0 1 0 0,-1 0 0 0 0,0 0 0 0 0,1 1-1 0 0,-1-1 1 0 0,1 0 0 0 0,-1 0 0 0 0,0 1-1 0 0,1-1 1 0 0,-1 0 0 0 0,1 1-1 0 0,-1-1 1 0 0,0 0 0 0 0,0 1 0 0 0,1-1-1 0 0,-1 1 1 0 0,0-1 0 0 0,0 1-1 0 0,1-1 1 0 0,-1 0 0 0 0,0 1 0 0 0,0-1-1 0 0,0 1 1 0 0,0-1 0 0 0,0 1 0 0 0,1-1-1 0 0,-1 1 1 0 0,-13 18-42 0 0,-26 11 176 0 0,39-29-132 0 0,-37 22 77 0 0,-1-1 0 0 0,-58 23-1 0 0,-87 24 45 0 0,53-22-68 0 0,-490 215-621 0 0,130-67 653 0 0,386-156 18 0 0,-126 24-230 0 0,126-38 96 0 0,63-16-523 0 0,86-30-1606 0 0,260-84-87 0 0,-149 57 2252 0 0,123-31 284 0 0,35-11-561 0 0,26-49-86 0 0,-410 164 1895 0 0,25-10-1439 0 0,-151 64-192 0 0,-160 52-767 0 0,-723 218-1268 0 0,940-301 1578 0 0,-3 3 1223 0 0,-136 42 400 0 0,270-91-1112 0 0,-3 1-174 0 0,-1 0 1 0 0,1 0-1 0 0,0 1 1 0 0,0 1-1 0 0,0-1 1 0 0,-19 13-1 0 0,30-16 226 0 0,-1-1 0 0 0,1 0 0 0 0,0 0 0 0 0,-1 0 1 0 0,1 1-1 0 0,-1-1 0 0 0,1 0 0 0 0,0 0 0 0 0,-1 1 0 0 0,1-1 0 0 0,0 0 0 0 0,-1 1 0 0 0,1-1 0 0 0,0 1 0 0 0,-1-1 1 0 0,1 0-1 0 0,0 1 0 0 0,0-1 0 0 0,0 1 0 0 0,-1-1 0 0 0,1 0 0 0 0,0 1 0 0 0,0-1 0 0 0,0 1 0 0 0,0-1 0 0 0,0 1 0 0 0,0-1 1 0 0,0 1-1 0 0,0-1 0 0 0,0 1 0 0 0,0-1 0 0 0,0 1 0 0 0,0-1 0 0 0,0 0 0 0 0,0 1 0 0 0,0-1 0 0 0,0 1 0 0 0,1-1 0 0 0,-1 1 1 0 0,0-1-1 0 0,0 0 0 0 0,1 1 0 0 0,-1-1 0 0 0,0 1 0 0 0,0-1 0 0 0,1 0 0 0 0,-1 1 0 0 0,0-1 0 0 0,1 0 0 0 0,-1 0 0 0 0,1 1 1 0 0,0 0 3 0 0,0-1 1 0 0,0 0 0 0 0,0 1 0 0 0,0-1-1 0 0,0 0 1 0 0,0 1 0 0 0,0-1 0 0 0,0 0-1 0 0,0 0 1 0 0,0 0 0 0 0,0 0 0 0 0,0 0-1 0 0,1 0 1 0 0,-1 0 0 0 0,0 0 0 0 0,0 0 0 0 0,0-1-1 0 0,0 1 1 0 0,0 0 0 0 0,0-1 0 0 0,0 1-1 0 0,0-1 1 0 0,1 0 0 0 0,1-2 54 0 0,0 0 0 0 0,1-1 0 0 0,-2 1 0 0 0,1-1 0 0 0,0 1 0 0 0,-1-1 0 0 0,0 0 0 0 0,1 0 0 0 0,-2 0 0 0 0,1 0 0 0 0,0-1 0 0 0,-1 1 0 0 0,0 0 0 0 0,0-1 0 0 0,1-7 0 0 0,1-10 578 0 0,-1-41 0 0 0,-2 55-581 0 0,13-381 1247 0 0,-7 309-1181 0 0,-4 0 1 0 0,-4 0-1 0 0,-3-1 1 0 0,-4 2 0 0 0,-3-1-1 0 0,-24-83 1 0 0,34 156-46 0 0,-1 0 0 0 0,1 0 1 0 0,-1 0-1 0 0,-1 1 0 0 0,1-1 0 0 0,-1 1 1 0 0,-9-11-1 0 0,12 16-57 0 0,0 0 1 0 0,0 0-1 0 0,0 0 1 0 0,0 0-1 0 0,0 0 0 0 0,-1 0 1 0 0,1 0-1 0 0,0 0 1 0 0,0 1-1 0 0,-1-1 1 0 0,1 1-1 0 0,0-1 0 0 0,-1 1 1 0 0,1-1-1 0 0,-1 1 1 0 0,1 0-1 0 0,-1 0 0 0 0,-1 0 1 0 0,1 0-14 0 0,0 1 0 0 0,0-1 0 0 0,1 1 0 0 0,-1 0 0 0 0,0-1 0 0 0,1 1 0 0 0,-1 0 0 0 0,0 0 0 0 0,1 0 1 0 0,-1 1-1 0 0,1-1 0 0 0,0 0 0 0 0,-1 0 0 0 0,1 1 0 0 0,0-1 0 0 0,0 1 0 0 0,0-1 0 0 0,-2 3 0 0 0,-4 9-254 0 0,1 0 1 0 0,0 0-1 0 0,0 0 1 0 0,1 1-1 0 0,1 0 0 0 0,0 0 1 0 0,-2 14-1 0 0,3-3 32 0 0,0 0 0 0 0,1-1 0 0 0,2 33 1 0 0,7-11 583 0 0,1 0 0 0 0,3 0 0 0 0,1-1 0 0 0,21 49 0 0 0,-26-74-244 0 0,-3-7-70 0 0,0-1 0 0 0,1 0 0 0 0,0-1 0 0 0,0 1 0 0 0,11 14 0 0 0,-16-40-137 0 0,0 0 1 0 0,-3-21-1 0 0,0-70-563 0 0,3 74 177 0 0,-2 61-266 0 0,-1 0 0 0 0,-15 56 1 0 0,5-29 880 0 0,0 0 116 0 0,7-35 28 0 0,1 0 1 0 0,1 1-1 0 0,1 0 1 0 0,0 30-1 0 0,2-52-302 0 0,1 1 0 0 0,0-1 0 0 0,0 0 0 0 0,0 1 0 0 0,0-1 0 0 0,0 0 0 0 0,1 0 0 0 0,-1 1 0 0 0,0-1 0 0 0,0 0 0 0 0,1 1 0 0 0,-1-1 0 0 0,1 0 0 0 0,-1 0 0 0 0,1 0 0 0 0,0 0 0 0 0,-1 0-1 0 0,1 1 1 0 0,0-1 0 0 0,0 0 0 0 0,0-1 0 0 0,0 1 0 0 0,0 0 0 0 0,0 0 0 0 0,0 0 0 0 0,0 0 0 0 0,0-1 0 0 0,0 1 0 0 0,0-1 0 0 0,0 1 0 0 0,0-1 0 0 0,1 1 0 0 0,-1-1 0 0 0,0 1 0 0 0,1-1 0 0 0,-1 0 0 0 0,0 0 0 0 0,0 0 0 0 0,1 0-1 0 0,-1 0 1 0 0,0 0 0 0 0,1 0 0 0 0,-1 0 0 0 0,0 0 0 0 0,3-1 0 0 0,7-4-390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6.4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72 7834 0 0,'2'-13'344'0'0,"2"2"72"0"0,3 2-328 0 0,2 1-88 0 0,2 3 0 0 0,16-1-1536 0 0,1-1-321 0 0,18-6-63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1T22:12:07.98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68 15 7370 0 0,'-11'-14'884'0'0,"3"13"195"0"0,7 3-996 0 0,0 0-1 0 0,-1 0 1 0 0,1 0-1 0 0,1 0 1 0 0,-1 0-1 0 0,0 0 1 0 0,0 0-1 0 0,1 1 1 0 0,-1-1-1 0 0,1 0 1 0 0,0 4 0 0 0,-36 309 51 0 0,35-301-141 0 0,-2 55 50 0 0,3-65-58 0 0,0 0-1 0 0,1 0 0 0 0,-1 0 1 0 0,1 0-1 0 0,0 0 0 0 0,0 0 1 0 0,0 0-1 0 0,0-1 1 0 0,1 1-1 0 0,-1 0 0 0 0,1-1 1 0 0,0 1-1 0 0,5 5 1 0 0,-6-8-11 0 0,1 0 0 0 0,0 0 0 0 0,0 0 0 0 0,-1-1 1 0 0,1 1-1 0 0,0-1 0 0 0,0 1 0 0 0,0-1 0 0 0,-1 0 1 0 0,1 0-1 0 0,0 1 0 0 0,0-2 0 0 0,0 1 0 0 0,0 0 1 0 0,0 0-1 0 0,0 0 0 0 0,-1-1 0 0 0,1 1 0 0 0,0-1 1 0 0,0 1-1 0 0,-1-1 0 0 0,1 0 0 0 0,0 0 1 0 0,-1 0-1 0 0,1 0 0 0 0,0 0 0 0 0,-1 0 0 0 0,2-2 1 0 0,44-35-437 0 0,5-16-565 0 0,85-117 0 0 0,-16 17-1593 0 0,-115 147 2549 0 0,0 1 0 0 0,1-1 1 0 0,0 2-1 0 0,0-1 1 0 0,0 1-1 0 0,0 0 1 0 0,16-8-1 0 0,-21 12 119 0 0,-1 1 1 0 0,1-1-1 0 0,0 1 0 0 0,0-1 1 0 0,-1 1-1 0 0,1-1 0 0 0,0 1 1 0 0,0 0-1 0 0,-1 0 0 0 0,1 0 1 0 0,0 0-1 0 0,0 0 0 0 0,-1 1 1 0 0,1-1-1 0 0,0 0 0 0 0,-1 1 1 0 0,1-1-1 0 0,2 2 0 0 0,-2-1 60 0 0,0 1 0 0 0,-1-1 0 0 0,1 1 1 0 0,-1 0-1 0 0,1-1 0 0 0,-1 1 0 0 0,0 0 0 0 0,1 0 0 0 0,-1 0 0 0 0,0 0 0 0 0,0 0 0 0 0,0 0 0 0 0,-1 0 0 0 0,1 0 0 0 0,-1 0 1 0 0,1 1-1 0 0,-1-1 0 0 0,1 4 0 0 0,1 22 740 0 0,-1 0 1 0 0,-1 1 0 0 0,-2-1-1 0 0,-5 31 1 0 0,3-31-347 0 0,2 1 1 0 0,0 0 0 0 0,4 52-1 0 0,-2-79-488 0 0,1-1 0 0 0,-1 1 1 0 0,0 0-1 0 0,0-1 0 0 0,1 1 0 0 0,-1-1 0 0 0,1 1 0 0 0,-1 0 0 0 0,1-1 1 0 0,0 1-1 0 0,0-1 0 0 0,0 0 0 0 0,0 1 0 0 0,0-1 0 0 0,0 0 1 0 0,0 1-1 0 0,0-1 0 0 0,0 0 0 0 0,2 1 0 0 0,-2-1-14 0 0,0-1 0 0 0,0 1 0 0 0,1-1 0 0 0,-1 0 0 0 0,0 1 0 0 0,1-1 0 0 0,-1 0 0 0 0,0 0 0 0 0,1 0 1 0 0,-1 0-1 0 0,0 0 0 0 0,1 0 0 0 0,-1 0 0 0 0,0-1 0 0 0,1 1 0 0 0,-1 0 0 0 0,0-1 0 0 0,2 0 0 0 0,3-2-83 0 0,0 0 1 0 0,0 0-1 0 0,-1-1 0 0 0,0 0 1 0 0,1 0-1 0 0,-1 0 0 0 0,8-10 1 0 0,6-11-143 0 0,-1 0 0 0 0,-2-1 1 0 0,0 0-1 0 0,-2-2 0 0 0,-1 0 0 0 0,-1 0 1 0 0,-1-1-1 0 0,-2 0 0 0 0,-1-1 1 0 0,-1 0-1 0 0,4-44 0 0 0,-15 89 481 0 0,-1-1 1 0 0,0 0-1 0 0,-10 19 0 0 0,-2 4 79 0 0,-16 47-352 0 0,-60 137-43 0 0,91-217 63 0 0,1 0 0 0 0,-1 0 0 0 0,1 1 0 0 0,0-1 0 0 0,0 0 1 0 0,1 0-1 0 0,-1 5 0 0 0,1-9-7 0 0,0 0 1 0 0,0 1 0 0 0,0-1 0 0 0,0 0-1 0 0,0 0 1 0 0,0 1 0 0 0,0-1-1 0 0,0 0 1 0 0,0 1 0 0 0,0-1 0 0 0,0 0-1 0 0,0 0 1 0 0,0 1 0 0 0,0-1 0 0 0,0 0-1 0 0,0 0 1 0 0,1 1 0 0 0,-1-1-1 0 0,0 0 1 0 0,0 0 0 0 0,0 1 0 0 0,0-1-1 0 0,1 0 1 0 0,-1 0 0 0 0,0 0 0 0 0,0 0-1 0 0,0 1 1 0 0,1-1 0 0 0,-1 0-1 0 0,0 0 1 0 0,0 0 0 0 0,1 0 0 0 0,-1 0-1 0 0,0 1 1 0 0,0-1 0 0 0,1 0 0 0 0,14-14-146 0 0,7-13 697 0 0,24-33 41 0 0,2 3-1 0 0,67-62 1 0 0,-96 101-629 0 0,39-31-303 0 0,-53 45 321 0 0,0 1 0 0 0,0 0 1 0 0,0 0-1 0 0,0 0 0 0 0,0 1 0 0 0,1 0 0 0 0,-1 0 0 0 0,1 0 0 0 0,-1 0 1 0 0,8 0-1 0 0,-12 2 23 0 0,0 0 0 0 0,-1 0 0 0 0,1 0 0 0 0,0 0 0 0 0,0 0 1 0 0,-1 0-1 0 0,1 0 0 0 0,0 0 0 0 0,-1 0 0 0 0,1 1 0 0 0,0-1 1 0 0,-1 0-1 0 0,1 0 0 0 0,0 1 0 0 0,-1-1 0 0 0,1 0 0 0 0,-1 1 0 0 0,1-1 1 0 0,-1 1-1 0 0,1-1 0 0 0,-1 1 0 0 0,1-1 0 0 0,-1 1 0 0 0,1-1 1 0 0,-1 1-1 0 0,1-1 0 0 0,-1 1 0 0 0,1 0 0 0 0,1 24 79 0 0,-15 30 91 0 0,12-49-153 0 0,-48 150 397 0 0,13-48 81 0 0,-38 200-1 0 0,73-300-487 0 0,-4 43 62 0 0,4-48-66 0 0,1 0-1 0 0,0 0 0 0 0,0-1 0 0 0,0 1 0 0 0,1 0 0 0 0,-1 0 0 0 0,1-1 0 0 0,0 1 0 0 0,-1 0 0 0 0,1-1 0 0 0,0 1 0 0 0,0-1 0 0 0,1 1 0 0 0,2 4 0 0 0,-3-7-1 0 0,-1 0-1 0 0,1 1 1 0 0,0-1-1 0 0,-1 0 1 0 0,1 1-1 0 0,0-1 1 0 0,-1 0-1 0 0,1 0 1 0 0,0 1-1 0 0,0-1 1 0 0,-1 0-1 0 0,1 0 1 0 0,0 0-1 0 0,0 0 1 0 0,0 0-1 0 0,-1 0 1 0 0,1 0-1 0 0,0-1 1 0 0,0 1-1 0 0,-1 0 1 0 0,1 0-1 0 0,0 0 1 0 0,-1-1-1 0 0,1 1 1 0 0,0 0-1 0 0,-1-1 1 0 0,1 1-1 0 0,0-1 1 0 0,-1 1-1 0 0,1-1 1 0 0,21-17 54 0 0,-20 15-55 0 0,39-38-374 0 0,-3-1-1 0 0,-1-2 1 0 0,-2-2-1 0 0,-2-1 1 0 0,51-100 0 0 0,-56 74-258 0 0,-20 50 607 0 0,17-38 0 0 0,-25 60 70 0 0,0 0 1 0 0,1 1 0 0 0,-1-1-1 0 0,0 0 1 0 0,1 0-1 0 0,-1 0 1 0 0,1 0-1 0 0,-1 1 1 0 0,1-1-1 0 0,-1 0 1 0 0,1 1 0 0 0,-1-1-1 0 0,1 0 1 0 0,0 1-1 0 0,-1-1 1 0 0,1 0-1 0 0,0 1 1 0 0,0-1-1 0 0,0 1 1 0 0,-1 0 0 0 0,1-1-1 0 0,0 1 1 0 0,0 0-1 0 0,0-1 1 0 0,0 1-1 0 0,0 0 1 0 0,-1 0-1 0 0,1 0 1 0 0,0 0 0 0 0,0 0-1 0 0,0 0 1 0 0,0 0-1 0 0,0 0 1 0 0,0 0-1 0 0,0 0 1 0 0,0 0-1 0 0,-1 0 1 0 0,1 1 0 0 0,0-1-1 0 0,0 0 1 0 0,0 1-1 0 0,0-1 1 0 0,-1 1-1 0 0,1-1 1 0 0,0 1-1 0 0,0-1 1 0 0,-1 1 0 0 0,1-1-1 0 0,0 1 1 0 0,-1 0-1 0 0,1-1 1 0 0,-1 1-1 0 0,1 0 1 0 0,-1 0-1 0 0,1 0 1 0 0,-1-1 0 0 0,1 2-1 0 0,4 5 382 0 0,-1 0-1 0 0,0 0 1 0 0,-1 1 0 0 0,1-1 0 0 0,2 10-1 0 0,11 47-1675 0 0,-6-24-4396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40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7460.png"/><Relationship Id="rId2" Type="http://schemas.openxmlformats.org/officeDocument/2006/relationships/image" Target="../media/image2.png"/><Relationship Id="rId16" Type="http://schemas.openxmlformats.org/officeDocument/2006/relationships/image" Target="../media/image74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30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7450.png"/><Relationship Id="rId4" Type="http://schemas.openxmlformats.org/officeDocument/2006/relationships/image" Target="../media/image7420.png"/><Relationship Id="rId9" Type="http://schemas.openxmlformats.org/officeDocument/2006/relationships/customXml" Target="../ink/ink4.xml"/><Relationship Id="rId14" Type="http://schemas.openxmlformats.org/officeDocument/2006/relationships/image" Target="../media/image747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20.png"/><Relationship Id="rId13" Type="http://schemas.openxmlformats.org/officeDocument/2006/relationships/customXml" Target="../ink/ink13.xml"/><Relationship Id="rId18" Type="http://schemas.openxmlformats.org/officeDocument/2006/relationships/image" Target="../media/image7570.png"/><Relationship Id="rId3" Type="http://schemas.openxmlformats.org/officeDocument/2006/relationships/customXml" Target="../ink/ink8.xml"/><Relationship Id="rId7" Type="http://schemas.openxmlformats.org/officeDocument/2006/relationships/customXml" Target="../ink/ink10.xml"/><Relationship Id="rId12" Type="http://schemas.openxmlformats.org/officeDocument/2006/relationships/image" Target="../media/image7540.png"/><Relationship Id="rId17" Type="http://schemas.openxmlformats.org/officeDocument/2006/relationships/customXml" Target="../ink/ink15.xml"/><Relationship Id="rId2" Type="http://schemas.openxmlformats.org/officeDocument/2006/relationships/image" Target="../media/image3.png"/><Relationship Id="rId16" Type="http://schemas.openxmlformats.org/officeDocument/2006/relationships/image" Target="../media/image75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11.png"/><Relationship Id="rId11" Type="http://schemas.openxmlformats.org/officeDocument/2006/relationships/customXml" Target="../ink/ink12.xml"/><Relationship Id="rId5" Type="http://schemas.openxmlformats.org/officeDocument/2006/relationships/customXml" Target="../ink/ink9.xml"/><Relationship Id="rId15" Type="http://schemas.openxmlformats.org/officeDocument/2006/relationships/customXml" Target="../ink/ink14.xml"/><Relationship Id="rId10" Type="http://schemas.openxmlformats.org/officeDocument/2006/relationships/image" Target="../media/image7530.png"/><Relationship Id="rId4" Type="http://schemas.openxmlformats.org/officeDocument/2006/relationships/image" Target="../media/image7500.png"/><Relationship Id="rId9" Type="http://schemas.openxmlformats.org/officeDocument/2006/relationships/customXml" Target="../ink/ink11.xml"/><Relationship Id="rId14" Type="http://schemas.openxmlformats.org/officeDocument/2006/relationships/image" Target="../media/image7550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640.png"/><Relationship Id="rId18" Type="http://schemas.openxmlformats.org/officeDocument/2006/relationships/customXml" Target="../ink/ink23.xml"/><Relationship Id="rId26" Type="http://schemas.openxmlformats.org/officeDocument/2006/relationships/customXml" Target="../ink/ink27.xml"/><Relationship Id="rId39" Type="http://schemas.openxmlformats.org/officeDocument/2006/relationships/image" Target="../media/image7770.png"/><Relationship Id="rId21" Type="http://schemas.openxmlformats.org/officeDocument/2006/relationships/image" Target="../media/image7680.png"/><Relationship Id="rId34" Type="http://schemas.openxmlformats.org/officeDocument/2006/relationships/customXml" Target="../ink/ink31.xml"/><Relationship Id="rId42" Type="http://schemas.openxmlformats.org/officeDocument/2006/relationships/customXml" Target="../ink/ink35.xml"/><Relationship Id="rId47" Type="http://schemas.openxmlformats.org/officeDocument/2006/relationships/image" Target="../media/image7811.png"/><Relationship Id="rId50" Type="http://schemas.openxmlformats.org/officeDocument/2006/relationships/customXml" Target="../ink/ink39.xml"/><Relationship Id="rId55" Type="http://schemas.openxmlformats.org/officeDocument/2006/relationships/image" Target="../media/image7850.png"/><Relationship Id="rId7" Type="http://schemas.openxmlformats.org/officeDocument/2006/relationships/image" Target="../media/image7611.png"/><Relationship Id="rId2" Type="http://schemas.openxmlformats.org/officeDocument/2006/relationships/image" Target="../media/image4.png"/><Relationship Id="rId16" Type="http://schemas.openxmlformats.org/officeDocument/2006/relationships/customXml" Target="../ink/ink22.xml"/><Relationship Id="rId29" Type="http://schemas.openxmlformats.org/officeDocument/2006/relationships/image" Target="../media/image7720.png"/><Relationship Id="rId11" Type="http://schemas.openxmlformats.org/officeDocument/2006/relationships/image" Target="../media/image7630.png"/><Relationship Id="rId24" Type="http://schemas.openxmlformats.org/officeDocument/2006/relationships/customXml" Target="../ink/ink26.xml"/><Relationship Id="rId32" Type="http://schemas.openxmlformats.org/officeDocument/2006/relationships/customXml" Target="../ink/ink30.xml"/><Relationship Id="rId37" Type="http://schemas.openxmlformats.org/officeDocument/2006/relationships/image" Target="../media/image7760.png"/><Relationship Id="rId40" Type="http://schemas.openxmlformats.org/officeDocument/2006/relationships/customXml" Target="../ink/ink34.xml"/><Relationship Id="rId45" Type="http://schemas.openxmlformats.org/officeDocument/2006/relationships/image" Target="../media/image7800.png"/><Relationship Id="rId53" Type="http://schemas.openxmlformats.org/officeDocument/2006/relationships/image" Target="../media/image7840.png"/><Relationship Id="rId5" Type="http://schemas.openxmlformats.org/officeDocument/2006/relationships/image" Target="../media/image7600.png"/><Relationship Id="rId19" Type="http://schemas.openxmlformats.org/officeDocument/2006/relationships/image" Target="../media/image7670.png"/><Relationship Id="rId4" Type="http://schemas.openxmlformats.org/officeDocument/2006/relationships/customXml" Target="../ink/ink16.xml"/><Relationship Id="rId9" Type="http://schemas.openxmlformats.org/officeDocument/2006/relationships/image" Target="../media/image7620.png"/><Relationship Id="rId14" Type="http://schemas.openxmlformats.org/officeDocument/2006/relationships/customXml" Target="../ink/ink21.xml"/><Relationship Id="rId22" Type="http://schemas.openxmlformats.org/officeDocument/2006/relationships/customXml" Target="../ink/ink25.xml"/><Relationship Id="rId27" Type="http://schemas.openxmlformats.org/officeDocument/2006/relationships/image" Target="../media/image7711.png"/><Relationship Id="rId30" Type="http://schemas.openxmlformats.org/officeDocument/2006/relationships/customXml" Target="../ink/ink29.xml"/><Relationship Id="rId35" Type="http://schemas.openxmlformats.org/officeDocument/2006/relationships/image" Target="../media/image7750.png"/><Relationship Id="rId43" Type="http://schemas.openxmlformats.org/officeDocument/2006/relationships/image" Target="../media/image7790.png"/><Relationship Id="rId48" Type="http://schemas.openxmlformats.org/officeDocument/2006/relationships/customXml" Target="../ink/ink38.xml"/><Relationship Id="rId56" Type="http://schemas.openxmlformats.org/officeDocument/2006/relationships/customXml" Target="../ink/ink42.xml"/><Relationship Id="rId8" Type="http://schemas.openxmlformats.org/officeDocument/2006/relationships/customXml" Target="../ink/ink18.xml"/><Relationship Id="rId51" Type="http://schemas.openxmlformats.org/officeDocument/2006/relationships/image" Target="../media/image7830.png"/><Relationship Id="rId3" Type="http://schemas.openxmlformats.org/officeDocument/2006/relationships/image" Target="../media/image5.png"/><Relationship Id="rId12" Type="http://schemas.openxmlformats.org/officeDocument/2006/relationships/customXml" Target="../ink/ink20.xml"/><Relationship Id="rId17" Type="http://schemas.openxmlformats.org/officeDocument/2006/relationships/image" Target="../media/image7660.png"/><Relationship Id="rId25" Type="http://schemas.openxmlformats.org/officeDocument/2006/relationships/image" Target="../media/image7700.png"/><Relationship Id="rId33" Type="http://schemas.openxmlformats.org/officeDocument/2006/relationships/image" Target="../media/image7740.png"/><Relationship Id="rId38" Type="http://schemas.openxmlformats.org/officeDocument/2006/relationships/customXml" Target="../ink/ink33.xml"/><Relationship Id="rId46" Type="http://schemas.openxmlformats.org/officeDocument/2006/relationships/customXml" Target="../ink/ink37.xml"/><Relationship Id="rId20" Type="http://schemas.openxmlformats.org/officeDocument/2006/relationships/customXml" Target="../ink/ink24.xml"/><Relationship Id="rId41" Type="http://schemas.openxmlformats.org/officeDocument/2006/relationships/image" Target="../media/image7780.png"/><Relationship Id="rId54" Type="http://schemas.openxmlformats.org/officeDocument/2006/relationships/customXml" Target="../ink/ink4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.xml"/><Relationship Id="rId15" Type="http://schemas.openxmlformats.org/officeDocument/2006/relationships/image" Target="../media/image7650.png"/><Relationship Id="rId23" Type="http://schemas.openxmlformats.org/officeDocument/2006/relationships/image" Target="../media/image7690.png"/><Relationship Id="rId28" Type="http://schemas.openxmlformats.org/officeDocument/2006/relationships/customXml" Target="../ink/ink28.xml"/><Relationship Id="rId36" Type="http://schemas.openxmlformats.org/officeDocument/2006/relationships/customXml" Target="../ink/ink32.xml"/><Relationship Id="rId49" Type="http://schemas.openxmlformats.org/officeDocument/2006/relationships/image" Target="../media/image7820.png"/><Relationship Id="rId57" Type="http://schemas.openxmlformats.org/officeDocument/2006/relationships/image" Target="../media/image7860.png"/><Relationship Id="rId10" Type="http://schemas.openxmlformats.org/officeDocument/2006/relationships/customXml" Target="../ink/ink19.xml"/><Relationship Id="rId31" Type="http://schemas.openxmlformats.org/officeDocument/2006/relationships/image" Target="../media/image7730.png"/><Relationship Id="rId44" Type="http://schemas.openxmlformats.org/officeDocument/2006/relationships/customXml" Target="../ink/ink36.xml"/><Relationship Id="rId52" Type="http://schemas.openxmlformats.org/officeDocument/2006/relationships/customXml" Target="../ink/ink40.xml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7990.png"/><Relationship Id="rId21" Type="http://schemas.openxmlformats.org/officeDocument/2006/relationships/customXml" Target="../ink/ink52.xml"/><Relationship Id="rId42" Type="http://schemas.openxmlformats.org/officeDocument/2006/relationships/image" Target="../media/image8070.png"/><Relationship Id="rId47" Type="http://schemas.openxmlformats.org/officeDocument/2006/relationships/customXml" Target="../ink/ink65.xml"/><Relationship Id="rId63" Type="http://schemas.openxmlformats.org/officeDocument/2006/relationships/customXml" Target="../ink/ink73.xml"/><Relationship Id="rId68" Type="http://schemas.openxmlformats.org/officeDocument/2006/relationships/image" Target="../media/image8200.png"/><Relationship Id="rId84" Type="http://schemas.openxmlformats.org/officeDocument/2006/relationships/image" Target="../media/image8280.png"/><Relationship Id="rId89" Type="http://schemas.openxmlformats.org/officeDocument/2006/relationships/customXml" Target="../ink/ink86.xml"/><Relationship Id="rId16" Type="http://schemas.openxmlformats.org/officeDocument/2006/relationships/image" Target="../media/image7940.png"/><Relationship Id="rId11" Type="http://schemas.openxmlformats.org/officeDocument/2006/relationships/customXml" Target="../ink/ink47.xml"/><Relationship Id="rId32" Type="http://schemas.openxmlformats.org/officeDocument/2006/relationships/image" Target="../media/image8020.png"/><Relationship Id="rId37" Type="http://schemas.openxmlformats.org/officeDocument/2006/relationships/customXml" Target="../ink/ink60.xml"/><Relationship Id="rId53" Type="http://schemas.openxmlformats.org/officeDocument/2006/relationships/customXml" Target="../ink/ink68.xml"/><Relationship Id="rId58" Type="http://schemas.openxmlformats.org/officeDocument/2006/relationships/image" Target="../media/image8150.png"/><Relationship Id="rId74" Type="http://schemas.openxmlformats.org/officeDocument/2006/relationships/image" Target="../media/image8230.png"/><Relationship Id="rId79" Type="http://schemas.openxmlformats.org/officeDocument/2006/relationships/customXml" Target="../ink/ink81.xml"/><Relationship Id="rId5" Type="http://schemas.openxmlformats.org/officeDocument/2006/relationships/customXml" Target="../ink/ink44.xml"/><Relationship Id="rId90" Type="http://schemas.openxmlformats.org/officeDocument/2006/relationships/image" Target="../media/image8311.png"/><Relationship Id="rId14" Type="http://schemas.openxmlformats.org/officeDocument/2006/relationships/image" Target="../media/image7930.png"/><Relationship Id="rId22" Type="http://schemas.openxmlformats.org/officeDocument/2006/relationships/image" Target="../media/image7970.png"/><Relationship Id="rId27" Type="http://schemas.openxmlformats.org/officeDocument/2006/relationships/customXml" Target="../ink/ink55.xml"/><Relationship Id="rId30" Type="http://schemas.openxmlformats.org/officeDocument/2006/relationships/image" Target="../media/image8011.png"/><Relationship Id="rId35" Type="http://schemas.openxmlformats.org/officeDocument/2006/relationships/customXml" Target="../ink/ink59.xml"/><Relationship Id="rId43" Type="http://schemas.openxmlformats.org/officeDocument/2006/relationships/customXml" Target="../ink/ink63.xml"/><Relationship Id="rId48" Type="http://schemas.openxmlformats.org/officeDocument/2006/relationships/image" Target="../media/image8100.png"/><Relationship Id="rId56" Type="http://schemas.openxmlformats.org/officeDocument/2006/relationships/image" Target="../media/image8140.png"/><Relationship Id="rId64" Type="http://schemas.openxmlformats.org/officeDocument/2006/relationships/image" Target="../media/image8180.png"/><Relationship Id="rId69" Type="http://schemas.openxmlformats.org/officeDocument/2006/relationships/customXml" Target="../ink/ink76.xml"/><Relationship Id="rId77" Type="http://schemas.openxmlformats.org/officeDocument/2006/relationships/customXml" Target="../ink/ink80.xml"/><Relationship Id="rId8" Type="http://schemas.openxmlformats.org/officeDocument/2006/relationships/image" Target="../media/image7900.png"/><Relationship Id="rId51" Type="http://schemas.openxmlformats.org/officeDocument/2006/relationships/customXml" Target="../ink/ink67.xml"/><Relationship Id="rId72" Type="http://schemas.openxmlformats.org/officeDocument/2006/relationships/image" Target="../media/image8220.png"/><Relationship Id="rId80" Type="http://schemas.openxmlformats.org/officeDocument/2006/relationships/image" Target="../media/image8260.png"/><Relationship Id="rId85" Type="http://schemas.openxmlformats.org/officeDocument/2006/relationships/customXml" Target="../ink/ink84.xml"/><Relationship Id="rId3" Type="http://schemas.openxmlformats.org/officeDocument/2006/relationships/customXml" Target="../ink/ink43.xml"/><Relationship Id="rId12" Type="http://schemas.openxmlformats.org/officeDocument/2006/relationships/image" Target="../media/image7920.png"/><Relationship Id="rId17" Type="http://schemas.openxmlformats.org/officeDocument/2006/relationships/customXml" Target="../ink/ink50.xml"/><Relationship Id="rId25" Type="http://schemas.openxmlformats.org/officeDocument/2006/relationships/customXml" Target="../ink/ink54.xml"/><Relationship Id="rId33" Type="http://schemas.openxmlformats.org/officeDocument/2006/relationships/customXml" Target="../ink/ink58.xml"/><Relationship Id="rId38" Type="http://schemas.openxmlformats.org/officeDocument/2006/relationships/image" Target="../media/image8050.png"/><Relationship Id="rId46" Type="http://schemas.openxmlformats.org/officeDocument/2006/relationships/image" Target="../media/image8090.png"/><Relationship Id="rId59" Type="http://schemas.openxmlformats.org/officeDocument/2006/relationships/customXml" Target="../ink/ink71.xml"/><Relationship Id="rId67" Type="http://schemas.openxmlformats.org/officeDocument/2006/relationships/customXml" Target="../ink/ink75.xml"/><Relationship Id="rId20" Type="http://schemas.openxmlformats.org/officeDocument/2006/relationships/image" Target="../media/image7960.png"/><Relationship Id="rId41" Type="http://schemas.openxmlformats.org/officeDocument/2006/relationships/customXml" Target="../ink/ink62.xml"/><Relationship Id="rId54" Type="http://schemas.openxmlformats.org/officeDocument/2006/relationships/image" Target="../media/image8130.png"/><Relationship Id="rId62" Type="http://schemas.openxmlformats.org/officeDocument/2006/relationships/image" Target="../media/image8170.png"/><Relationship Id="rId70" Type="http://schemas.openxmlformats.org/officeDocument/2006/relationships/image" Target="../media/image8211.png"/><Relationship Id="rId75" Type="http://schemas.openxmlformats.org/officeDocument/2006/relationships/customXml" Target="../ink/ink79.xml"/><Relationship Id="rId83" Type="http://schemas.openxmlformats.org/officeDocument/2006/relationships/customXml" Target="../ink/ink83.xml"/><Relationship Id="rId88" Type="http://schemas.openxmlformats.org/officeDocument/2006/relationships/image" Target="../media/image8300.png"/><Relationship Id="rId91" Type="http://schemas.openxmlformats.org/officeDocument/2006/relationships/customXml" Target="../ink/ink8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90.png"/><Relationship Id="rId15" Type="http://schemas.openxmlformats.org/officeDocument/2006/relationships/customXml" Target="../ink/ink49.xml"/><Relationship Id="rId23" Type="http://schemas.openxmlformats.org/officeDocument/2006/relationships/customXml" Target="../ink/ink53.xml"/><Relationship Id="rId28" Type="http://schemas.openxmlformats.org/officeDocument/2006/relationships/image" Target="../media/image8000.png"/><Relationship Id="rId36" Type="http://schemas.openxmlformats.org/officeDocument/2006/relationships/image" Target="../media/image8040.png"/><Relationship Id="rId49" Type="http://schemas.openxmlformats.org/officeDocument/2006/relationships/customXml" Target="../ink/ink66.xml"/><Relationship Id="rId57" Type="http://schemas.openxmlformats.org/officeDocument/2006/relationships/customXml" Target="../ink/ink70.xml"/><Relationship Id="rId10" Type="http://schemas.openxmlformats.org/officeDocument/2006/relationships/image" Target="../media/image7911.png"/><Relationship Id="rId31" Type="http://schemas.openxmlformats.org/officeDocument/2006/relationships/customXml" Target="../ink/ink57.xml"/><Relationship Id="rId44" Type="http://schemas.openxmlformats.org/officeDocument/2006/relationships/image" Target="../media/image8080.png"/><Relationship Id="rId52" Type="http://schemas.openxmlformats.org/officeDocument/2006/relationships/image" Target="../media/image8120.png"/><Relationship Id="rId60" Type="http://schemas.openxmlformats.org/officeDocument/2006/relationships/image" Target="../media/image8160.png"/><Relationship Id="rId65" Type="http://schemas.openxmlformats.org/officeDocument/2006/relationships/customXml" Target="../ink/ink74.xml"/><Relationship Id="rId73" Type="http://schemas.openxmlformats.org/officeDocument/2006/relationships/customXml" Target="../ink/ink78.xml"/><Relationship Id="rId78" Type="http://schemas.openxmlformats.org/officeDocument/2006/relationships/image" Target="../media/image8250.png"/><Relationship Id="rId81" Type="http://schemas.openxmlformats.org/officeDocument/2006/relationships/customXml" Target="../ink/ink82.xml"/><Relationship Id="rId86" Type="http://schemas.openxmlformats.org/officeDocument/2006/relationships/image" Target="../media/image8290.png"/><Relationship Id="rId4" Type="http://schemas.openxmlformats.org/officeDocument/2006/relationships/image" Target="../media/image7880.png"/><Relationship Id="rId9" Type="http://schemas.openxmlformats.org/officeDocument/2006/relationships/customXml" Target="../ink/ink46.xml"/><Relationship Id="rId13" Type="http://schemas.openxmlformats.org/officeDocument/2006/relationships/customXml" Target="../ink/ink48.xml"/><Relationship Id="rId18" Type="http://schemas.openxmlformats.org/officeDocument/2006/relationships/image" Target="../media/image7950.png"/><Relationship Id="rId39" Type="http://schemas.openxmlformats.org/officeDocument/2006/relationships/customXml" Target="../ink/ink61.xml"/><Relationship Id="rId34" Type="http://schemas.openxmlformats.org/officeDocument/2006/relationships/image" Target="../media/image8030.png"/><Relationship Id="rId50" Type="http://schemas.openxmlformats.org/officeDocument/2006/relationships/image" Target="../media/image8111.png"/><Relationship Id="rId55" Type="http://schemas.openxmlformats.org/officeDocument/2006/relationships/customXml" Target="../ink/ink69.xml"/><Relationship Id="rId76" Type="http://schemas.openxmlformats.org/officeDocument/2006/relationships/image" Target="../media/image8240.png"/><Relationship Id="rId7" Type="http://schemas.openxmlformats.org/officeDocument/2006/relationships/customXml" Target="../ink/ink45.xml"/><Relationship Id="rId71" Type="http://schemas.openxmlformats.org/officeDocument/2006/relationships/customXml" Target="../ink/ink77.xml"/><Relationship Id="rId92" Type="http://schemas.openxmlformats.org/officeDocument/2006/relationships/image" Target="../media/image8320.png"/><Relationship Id="rId2" Type="http://schemas.openxmlformats.org/officeDocument/2006/relationships/image" Target="../media/image6.png"/><Relationship Id="rId29" Type="http://schemas.openxmlformats.org/officeDocument/2006/relationships/customXml" Target="../ink/ink56.xml"/><Relationship Id="rId24" Type="http://schemas.openxmlformats.org/officeDocument/2006/relationships/image" Target="../media/image7980.png"/><Relationship Id="rId40" Type="http://schemas.openxmlformats.org/officeDocument/2006/relationships/image" Target="../media/image8060.png"/><Relationship Id="rId45" Type="http://schemas.openxmlformats.org/officeDocument/2006/relationships/customXml" Target="../ink/ink64.xml"/><Relationship Id="rId66" Type="http://schemas.openxmlformats.org/officeDocument/2006/relationships/image" Target="../media/image8190.png"/><Relationship Id="rId87" Type="http://schemas.openxmlformats.org/officeDocument/2006/relationships/customXml" Target="../ink/ink85.xml"/><Relationship Id="rId61" Type="http://schemas.openxmlformats.org/officeDocument/2006/relationships/customXml" Target="../ink/ink72.xml"/><Relationship Id="rId82" Type="http://schemas.openxmlformats.org/officeDocument/2006/relationships/image" Target="../media/image8270.png"/><Relationship Id="rId19" Type="http://schemas.openxmlformats.org/officeDocument/2006/relationships/customXml" Target="../ink/ink51.xml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99.xml"/><Relationship Id="rId21" Type="http://schemas.openxmlformats.org/officeDocument/2006/relationships/image" Target="../media/image8420.png"/><Relationship Id="rId42" Type="http://schemas.openxmlformats.org/officeDocument/2006/relationships/customXml" Target="../ink/ink107.xml"/><Relationship Id="rId47" Type="http://schemas.openxmlformats.org/officeDocument/2006/relationships/image" Target="../media/image8550.png"/><Relationship Id="rId63" Type="http://schemas.openxmlformats.org/officeDocument/2006/relationships/image" Target="../media/image8630.png"/><Relationship Id="rId68" Type="http://schemas.openxmlformats.org/officeDocument/2006/relationships/customXml" Target="../ink/ink120.xml"/><Relationship Id="rId84" Type="http://schemas.openxmlformats.org/officeDocument/2006/relationships/customXml" Target="../ink/ink128.xml"/><Relationship Id="rId89" Type="http://schemas.openxmlformats.org/officeDocument/2006/relationships/image" Target="../media/image8760.png"/><Relationship Id="rId16" Type="http://schemas.openxmlformats.org/officeDocument/2006/relationships/customXml" Target="../ink/ink94.xml"/><Relationship Id="rId11" Type="http://schemas.openxmlformats.org/officeDocument/2006/relationships/image" Target="../media/image8370.png"/><Relationship Id="rId32" Type="http://schemas.openxmlformats.org/officeDocument/2006/relationships/customXml" Target="../ink/ink102.xml"/><Relationship Id="rId37" Type="http://schemas.openxmlformats.org/officeDocument/2006/relationships/image" Target="../media/image8500.png"/><Relationship Id="rId53" Type="http://schemas.openxmlformats.org/officeDocument/2006/relationships/image" Target="../media/image8580.png"/><Relationship Id="rId58" Type="http://schemas.openxmlformats.org/officeDocument/2006/relationships/customXml" Target="../ink/ink115.xml"/><Relationship Id="rId74" Type="http://schemas.openxmlformats.org/officeDocument/2006/relationships/customXml" Target="../ink/ink123.xml"/><Relationship Id="rId79" Type="http://schemas.openxmlformats.org/officeDocument/2006/relationships/image" Target="../media/image8711.png"/><Relationship Id="rId5" Type="http://schemas.openxmlformats.org/officeDocument/2006/relationships/image" Target="../media/image8340.png"/><Relationship Id="rId90" Type="http://schemas.openxmlformats.org/officeDocument/2006/relationships/customXml" Target="../ink/ink131.xml"/><Relationship Id="rId95" Type="http://schemas.openxmlformats.org/officeDocument/2006/relationships/image" Target="../media/image8790.png"/><Relationship Id="rId22" Type="http://schemas.openxmlformats.org/officeDocument/2006/relationships/customXml" Target="../ink/ink97.xml"/><Relationship Id="rId27" Type="http://schemas.openxmlformats.org/officeDocument/2006/relationships/image" Target="../media/image8450.png"/><Relationship Id="rId43" Type="http://schemas.openxmlformats.org/officeDocument/2006/relationships/image" Target="../media/image8530.png"/><Relationship Id="rId48" Type="http://schemas.openxmlformats.org/officeDocument/2006/relationships/customXml" Target="../ink/ink110.xml"/><Relationship Id="rId64" Type="http://schemas.openxmlformats.org/officeDocument/2006/relationships/customXml" Target="../ink/ink118.xml"/><Relationship Id="rId69" Type="http://schemas.openxmlformats.org/officeDocument/2006/relationships/image" Target="../media/image8660.png"/><Relationship Id="rId8" Type="http://schemas.openxmlformats.org/officeDocument/2006/relationships/customXml" Target="../ink/ink90.xml"/><Relationship Id="rId51" Type="http://schemas.openxmlformats.org/officeDocument/2006/relationships/image" Target="../media/image8570.png"/><Relationship Id="rId72" Type="http://schemas.openxmlformats.org/officeDocument/2006/relationships/customXml" Target="../ink/ink122.xml"/><Relationship Id="rId80" Type="http://schemas.openxmlformats.org/officeDocument/2006/relationships/customXml" Target="../ink/ink126.xml"/><Relationship Id="rId85" Type="http://schemas.openxmlformats.org/officeDocument/2006/relationships/image" Target="../media/image8740.png"/><Relationship Id="rId93" Type="http://schemas.openxmlformats.org/officeDocument/2006/relationships/image" Target="../media/image8780.png"/><Relationship Id="rId3" Type="http://schemas.openxmlformats.org/officeDocument/2006/relationships/image" Target="../media/image6.png"/><Relationship Id="rId12" Type="http://schemas.openxmlformats.org/officeDocument/2006/relationships/customXml" Target="../ink/ink92.xml"/><Relationship Id="rId17" Type="http://schemas.openxmlformats.org/officeDocument/2006/relationships/image" Target="../media/image8400.png"/><Relationship Id="rId25" Type="http://schemas.openxmlformats.org/officeDocument/2006/relationships/image" Target="../media/image8440.png"/><Relationship Id="rId33" Type="http://schemas.openxmlformats.org/officeDocument/2006/relationships/image" Target="../media/image8480.png"/><Relationship Id="rId38" Type="http://schemas.openxmlformats.org/officeDocument/2006/relationships/customXml" Target="../ink/ink105.xml"/><Relationship Id="rId46" Type="http://schemas.openxmlformats.org/officeDocument/2006/relationships/customXml" Target="../ink/ink109.xml"/><Relationship Id="rId59" Type="http://schemas.openxmlformats.org/officeDocument/2006/relationships/image" Target="../media/image8611.png"/><Relationship Id="rId67" Type="http://schemas.openxmlformats.org/officeDocument/2006/relationships/image" Target="../media/image8650.png"/><Relationship Id="rId20" Type="http://schemas.openxmlformats.org/officeDocument/2006/relationships/customXml" Target="../ink/ink96.xml"/><Relationship Id="rId41" Type="http://schemas.openxmlformats.org/officeDocument/2006/relationships/image" Target="../media/image8520.png"/><Relationship Id="rId54" Type="http://schemas.openxmlformats.org/officeDocument/2006/relationships/customXml" Target="../ink/ink113.xml"/><Relationship Id="rId62" Type="http://schemas.openxmlformats.org/officeDocument/2006/relationships/customXml" Target="../ink/ink117.xml"/><Relationship Id="rId70" Type="http://schemas.openxmlformats.org/officeDocument/2006/relationships/customXml" Target="../ink/ink121.xml"/><Relationship Id="rId75" Type="http://schemas.openxmlformats.org/officeDocument/2006/relationships/image" Target="../media/image8690.png"/><Relationship Id="rId83" Type="http://schemas.openxmlformats.org/officeDocument/2006/relationships/image" Target="../media/image8730.png"/><Relationship Id="rId88" Type="http://schemas.openxmlformats.org/officeDocument/2006/relationships/customXml" Target="../ink/ink130.xml"/><Relationship Id="rId91" Type="http://schemas.openxmlformats.org/officeDocument/2006/relationships/image" Target="../media/image877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9.xml"/><Relationship Id="rId15" Type="http://schemas.openxmlformats.org/officeDocument/2006/relationships/image" Target="../media/image8390.png"/><Relationship Id="rId23" Type="http://schemas.openxmlformats.org/officeDocument/2006/relationships/image" Target="../media/image8430.png"/><Relationship Id="rId28" Type="http://schemas.openxmlformats.org/officeDocument/2006/relationships/customXml" Target="../ink/ink100.xml"/><Relationship Id="rId36" Type="http://schemas.openxmlformats.org/officeDocument/2006/relationships/customXml" Target="../ink/ink104.xml"/><Relationship Id="rId49" Type="http://schemas.openxmlformats.org/officeDocument/2006/relationships/image" Target="../media/image8560.png"/><Relationship Id="rId57" Type="http://schemas.openxmlformats.org/officeDocument/2006/relationships/image" Target="../media/image8600.png"/><Relationship Id="rId10" Type="http://schemas.openxmlformats.org/officeDocument/2006/relationships/customXml" Target="../ink/ink91.xml"/><Relationship Id="rId31" Type="http://schemas.openxmlformats.org/officeDocument/2006/relationships/image" Target="../media/image8470.png"/><Relationship Id="rId44" Type="http://schemas.openxmlformats.org/officeDocument/2006/relationships/customXml" Target="../ink/ink108.xml"/><Relationship Id="rId52" Type="http://schemas.openxmlformats.org/officeDocument/2006/relationships/customXml" Target="../ink/ink112.xml"/><Relationship Id="rId60" Type="http://schemas.openxmlformats.org/officeDocument/2006/relationships/customXml" Target="../ink/ink116.xml"/><Relationship Id="rId65" Type="http://schemas.openxmlformats.org/officeDocument/2006/relationships/image" Target="../media/image8640.png"/><Relationship Id="rId73" Type="http://schemas.openxmlformats.org/officeDocument/2006/relationships/image" Target="../media/image8680.png"/><Relationship Id="rId78" Type="http://schemas.openxmlformats.org/officeDocument/2006/relationships/customXml" Target="../ink/ink125.xml"/><Relationship Id="rId81" Type="http://schemas.openxmlformats.org/officeDocument/2006/relationships/image" Target="../media/image8720.png"/><Relationship Id="rId86" Type="http://schemas.openxmlformats.org/officeDocument/2006/relationships/customXml" Target="../ink/ink129.xml"/><Relationship Id="rId94" Type="http://schemas.openxmlformats.org/officeDocument/2006/relationships/customXml" Target="../ink/ink133.xml"/><Relationship Id="rId4" Type="http://schemas.openxmlformats.org/officeDocument/2006/relationships/customXml" Target="../ink/ink88.xml"/><Relationship Id="rId9" Type="http://schemas.openxmlformats.org/officeDocument/2006/relationships/image" Target="../media/image8360.png"/><Relationship Id="rId13" Type="http://schemas.openxmlformats.org/officeDocument/2006/relationships/image" Target="../media/image8380.png"/><Relationship Id="rId18" Type="http://schemas.openxmlformats.org/officeDocument/2006/relationships/customXml" Target="../ink/ink95.xml"/><Relationship Id="rId39" Type="http://schemas.openxmlformats.org/officeDocument/2006/relationships/image" Target="../media/image8511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8590.png"/><Relationship Id="rId76" Type="http://schemas.openxmlformats.org/officeDocument/2006/relationships/customXml" Target="../ink/ink124.xml"/><Relationship Id="rId7" Type="http://schemas.openxmlformats.org/officeDocument/2006/relationships/image" Target="../media/image8350.png"/><Relationship Id="rId71" Type="http://schemas.openxmlformats.org/officeDocument/2006/relationships/image" Target="../media/image8670.png"/><Relationship Id="rId92" Type="http://schemas.openxmlformats.org/officeDocument/2006/relationships/customXml" Target="../ink/ink132.xml"/><Relationship Id="rId2" Type="http://schemas.openxmlformats.org/officeDocument/2006/relationships/image" Target="../media/image7.png"/><Relationship Id="rId29" Type="http://schemas.openxmlformats.org/officeDocument/2006/relationships/image" Target="../media/image846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8540.png"/><Relationship Id="rId66" Type="http://schemas.openxmlformats.org/officeDocument/2006/relationships/customXml" Target="../ink/ink119.xml"/><Relationship Id="rId87" Type="http://schemas.openxmlformats.org/officeDocument/2006/relationships/image" Target="../media/image8750.png"/><Relationship Id="rId61" Type="http://schemas.openxmlformats.org/officeDocument/2006/relationships/image" Target="../media/image8620.png"/><Relationship Id="rId82" Type="http://schemas.openxmlformats.org/officeDocument/2006/relationships/customXml" Target="../ink/ink127.xml"/><Relationship Id="rId19" Type="http://schemas.openxmlformats.org/officeDocument/2006/relationships/image" Target="../media/image84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8490.png"/><Relationship Id="rId56" Type="http://schemas.openxmlformats.org/officeDocument/2006/relationships/customXml" Target="../ink/ink114.xml"/><Relationship Id="rId77" Type="http://schemas.openxmlformats.org/officeDocument/2006/relationships/image" Target="../media/image8700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370.png"/><Relationship Id="rId21" Type="http://schemas.openxmlformats.org/officeDocument/2006/relationships/image" Target="../media/image8890.png"/><Relationship Id="rId63" Type="http://schemas.openxmlformats.org/officeDocument/2006/relationships/image" Target="../media/image9100.png"/><Relationship Id="rId159" Type="http://schemas.openxmlformats.org/officeDocument/2006/relationships/image" Target="../media/image9580.png"/><Relationship Id="rId170" Type="http://schemas.openxmlformats.org/officeDocument/2006/relationships/customXml" Target="../ink/ink217.xml"/><Relationship Id="rId226" Type="http://schemas.openxmlformats.org/officeDocument/2006/relationships/customXml" Target="../ink/ink245.xml"/><Relationship Id="rId268" Type="http://schemas.openxmlformats.org/officeDocument/2006/relationships/customXml" Target="../ink/ink266.xml"/><Relationship Id="rId32" Type="http://schemas.openxmlformats.org/officeDocument/2006/relationships/customXml" Target="../ink/ink148.xml"/><Relationship Id="rId74" Type="http://schemas.openxmlformats.org/officeDocument/2006/relationships/customXml" Target="../ink/ink169.xml"/><Relationship Id="rId128" Type="http://schemas.openxmlformats.org/officeDocument/2006/relationships/customXml" Target="../ink/ink196.xml"/><Relationship Id="rId5" Type="http://schemas.openxmlformats.org/officeDocument/2006/relationships/image" Target="../media/image8811.png"/><Relationship Id="rId181" Type="http://schemas.openxmlformats.org/officeDocument/2006/relationships/image" Target="../media/image969.png"/><Relationship Id="rId237" Type="http://schemas.openxmlformats.org/officeDocument/2006/relationships/image" Target="../media/image997.png"/><Relationship Id="rId279" Type="http://schemas.openxmlformats.org/officeDocument/2006/relationships/image" Target="../media/image1018.png"/><Relationship Id="rId22" Type="http://schemas.openxmlformats.org/officeDocument/2006/relationships/customXml" Target="../ink/ink143.xml"/><Relationship Id="rId43" Type="http://schemas.openxmlformats.org/officeDocument/2006/relationships/image" Target="../media/image9000.png"/><Relationship Id="rId64" Type="http://schemas.openxmlformats.org/officeDocument/2006/relationships/customXml" Target="../ink/ink164.xml"/><Relationship Id="rId118" Type="http://schemas.openxmlformats.org/officeDocument/2006/relationships/customXml" Target="../ink/ink191.xml"/><Relationship Id="rId139" Type="http://schemas.openxmlformats.org/officeDocument/2006/relationships/image" Target="../media/image9480.png"/><Relationship Id="rId85" Type="http://schemas.openxmlformats.org/officeDocument/2006/relationships/image" Target="../media/image9211.png"/><Relationship Id="rId150" Type="http://schemas.openxmlformats.org/officeDocument/2006/relationships/customXml" Target="../ink/ink207.xml"/><Relationship Id="rId171" Type="http://schemas.openxmlformats.org/officeDocument/2006/relationships/image" Target="../media/image964.png"/><Relationship Id="rId192" Type="http://schemas.openxmlformats.org/officeDocument/2006/relationships/customXml" Target="../ink/ink228.xml"/><Relationship Id="rId206" Type="http://schemas.openxmlformats.org/officeDocument/2006/relationships/customXml" Target="../ink/ink235.xml"/><Relationship Id="rId227" Type="http://schemas.openxmlformats.org/officeDocument/2006/relationships/image" Target="../media/image992.png"/><Relationship Id="rId248" Type="http://schemas.openxmlformats.org/officeDocument/2006/relationships/customXml" Target="../ink/ink256.xml"/><Relationship Id="rId269" Type="http://schemas.openxmlformats.org/officeDocument/2006/relationships/image" Target="../media/image1013.png"/><Relationship Id="rId12" Type="http://schemas.openxmlformats.org/officeDocument/2006/relationships/customXml" Target="../ink/ink138.xml"/><Relationship Id="rId33" Type="http://schemas.openxmlformats.org/officeDocument/2006/relationships/image" Target="../media/image8950.png"/><Relationship Id="rId108" Type="http://schemas.openxmlformats.org/officeDocument/2006/relationships/customXml" Target="../ink/ink186.xml"/><Relationship Id="rId129" Type="http://schemas.openxmlformats.org/officeDocument/2006/relationships/image" Target="../media/image9430.png"/><Relationship Id="rId280" Type="http://schemas.openxmlformats.org/officeDocument/2006/relationships/customXml" Target="../ink/ink272.xml"/><Relationship Id="rId54" Type="http://schemas.openxmlformats.org/officeDocument/2006/relationships/customXml" Target="../ink/ink159.xml"/><Relationship Id="rId75" Type="http://schemas.openxmlformats.org/officeDocument/2006/relationships/image" Target="../media/image9160.png"/><Relationship Id="rId96" Type="http://schemas.openxmlformats.org/officeDocument/2006/relationships/customXml" Target="../ink/ink180.xml"/><Relationship Id="rId140" Type="http://schemas.openxmlformats.org/officeDocument/2006/relationships/customXml" Target="../ink/ink202.xml"/><Relationship Id="rId161" Type="http://schemas.openxmlformats.org/officeDocument/2006/relationships/image" Target="../media/image9590.png"/><Relationship Id="rId182" Type="http://schemas.openxmlformats.org/officeDocument/2006/relationships/customXml" Target="../ink/ink223.xml"/><Relationship Id="rId217" Type="http://schemas.openxmlformats.org/officeDocument/2006/relationships/image" Target="../media/image987.png"/><Relationship Id="rId6" Type="http://schemas.openxmlformats.org/officeDocument/2006/relationships/customXml" Target="../ink/ink135.xml"/><Relationship Id="rId238" Type="http://schemas.openxmlformats.org/officeDocument/2006/relationships/customXml" Target="../ink/ink251.xml"/><Relationship Id="rId259" Type="http://schemas.openxmlformats.org/officeDocument/2006/relationships/image" Target="../media/image1008.png"/><Relationship Id="rId23" Type="http://schemas.openxmlformats.org/officeDocument/2006/relationships/image" Target="../media/image8900.png"/><Relationship Id="rId119" Type="http://schemas.openxmlformats.org/officeDocument/2006/relationships/image" Target="../media/image9380.png"/><Relationship Id="rId270" Type="http://schemas.openxmlformats.org/officeDocument/2006/relationships/customXml" Target="../ink/ink267.xml"/><Relationship Id="rId44" Type="http://schemas.openxmlformats.org/officeDocument/2006/relationships/customXml" Target="../ink/ink154.xml"/><Relationship Id="rId65" Type="http://schemas.openxmlformats.org/officeDocument/2006/relationships/image" Target="../media/image9111.png"/><Relationship Id="rId86" Type="http://schemas.openxmlformats.org/officeDocument/2006/relationships/customXml" Target="../ink/ink175.xml"/><Relationship Id="rId130" Type="http://schemas.openxmlformats.org/officeDocument/2006/relationships/customXml" Target="../ink/ink197.xml"/><Relationship Id="rId151" Type="http://schemas.openxmlformats.org/officeDocument/2006/relationships/image" Target="../media/image9540.png"/><Relationship Id="rId172" Type="http://schemas.openxmlformats.org/officeDocument/2006/relationships/customXml" Target="../ink/ink218.xml"/><Relationship Id="rId193" Type="http://schemas.openxmlformats.org/officeDocument/2006/relationships/image" Target="../media/image975.png"/><Relationship Id="rId207" Type="http://schemas.openxmlformats.org/officeDocument/2006/relationships/image" Target="../media/image982.png"/><Relationship Id="rId228" Type="http://schemas.openxmlformats.org/officeDocument/2006/relationships/customXml" Target="../ink/ink246.xml"/><Relationship Id="rId249" Type="http://schemas.openxmlformats.org/officeDocument/2006/relationships/image" Target="../media/image1003.png"/><Relationship Id="rId13" Type="http://schemas.openxmlformats.org/officeDocument/2006/relationships/image" Target="../media/image8850.png"/><Relationship Id="rId109" Type="http://schemas.openxmlformats.org/officeDocument/2006/relationships/image" Target="../media/image9330.png"/><Relationship Id="rId260" Type="http://schemas.openxmlformats.org/officeDocument/2006/relationships/customXml" Target="../ink/ink262.xml"/><Relationship Id="rId281" Type="http://schemas.openxmlformats.org/officeDocument/2006/relationships/image" Target="../media/image1019.png"/><Relationship Id="rId34" Type="http://schemas.openxmlformats.org/officeDocument/2006/relationships/customXml" Target="../ink/ink149.xml"/><Relationship Id="rId55" Type="http://schemas.openxmlformats.org/officeDocument/2006/relationships/image" Target="../media/image9060.png"/><Relationship Id="rId76" Type="http://schemas.openxmlformats.org/officeDocument/2006/relationships/customXml" Target="../ink/ink170.xml"/><Relationship Id="rId97" Type="http://schemas.openxmlformats.org/officeDocument/2006/relationships/image" Target="../media/image9270.png"/><Relationship Id="rId120" Type="http://schemas.openxmlformats.org/officeDocument/2006/relationships/customXml" Target="../ink/ink192.xml"/><Relationship Id="rId141" Type="http://schemas.openxmlformats.org/officeDocument/2006/relationships/image" Target="../media/image9490.png"/><Relationship Id="rId7" Type="http://schemas.openxmlformats.org/officeDocument/2006/relationships/image" Target="../media/image8820.png"/><Relationship Id="rId162" Type="http://schemas.openxmlformats.org/officeDocument/2006/relationships/customXml" Target="../ink/ink213.xml"/><Relationship Id="rId183" Type="http://schemas.openxmlformats.org/officeDocument/2006/relationships/image" Target="../media/image970.png"/><Relationship Id="rId218" Type="http://schemas.openxmlformats.org/officeDocument/2006/relationships/customXml" Target="../ink/ink241.xml"/><Relationship Id="rId239" Type="http://schemas.openxmlformats.org/officeDocument/2006/relationships/image" Target="../media/image998.png"/><Relationship Id="rId250" Type="http://schemas.openxmlformats.org/officeDocument/2006/relationships/customXml" Target="../ink/ink257.xml"/><Relationship Id="rId271" Type="http://schemas.openxmlformats.org/officeDocument/2006/relationships/image" Target="../media/image1014.png"/><Relationship Id="rId24" Type="http://schemas.openxmlformats.org/officeDocument/2006/relationships/customXml" Target="../ink/ink144.xml"/><Relationship Id="rId45" Type="http://schemas.openxmlformats.org/officeDocument/2006/relationships/image" Target="../media/image9011.png"/><Relationship Id="rId66" Type="http://schemas.openxmlformats.org/officeDocument/2006/relationships/customXml" Target="../ink/ink165.xml"/><Relationship Id="rId87" Type="http://schemas.openxmlformats.org/officeDocument/2006/relationships/image" Target="../media/image9220.png"/><Relationship Id="rId110" Type="http://schemas.openxmlformats.org/officeDocument/2006/relationships/customXml" Target="../ink/ink187.xml"/><Relationship Id="rId131" Type="http://schemas.openxmlformats.org/officeDocument/2006/relationships/image" Target="../media/image9440.png"/><Relationship Id="rId152" Type="http://schemas.openxmlformats.org/officeDocument/2006/relationships/customXml" Target="../ink/ink208.xml"/><Relationship Id="rId173" Type="http://schemas.openxmlformats.org/officeDocument/2006/relationships/image" Target="../media/image965.png"/><Relationship Id="rId194" Type="http://schemas.openxmlformats.org/officeDocument/2006/relationships/customXml" Target="../ink/ink229.xml"/><Relationship Id="rId208" Type="http://schemas.openxmlformats.org/officeDocument/2006/relationships/customXml" Target="../ink/ink236.xml"/><Relationship Id="rId229" Type="http://schemas.openxmlformats.org/officeDocument/2006/relationships/image" Target="../media/image993.png"/><Relationship Id="rId240" Type="http://schemas.openxmlformats.org/officeDocument/2006/relationships/customXml" Target="../ink/ink252.xml"/><Relationship Id="rId261" Type="http://schemas.openxmlformats.org/officeDocument/2006/relationships/image" Target="../media/image1009.png"/><Relationship Id="rId14" Type="http://schemas.openxmlformats.org/officeDocument/2006/relationships/customXml" Target="../ink/ink139.xml"/><Relationship Id="rId35" Type="http://schemas.openxmlformats.org/officeDocument/2006/relationships/image" Target="../media/image8960.png"/><Relationship Id="rId56" Type="http://schemas.openxmlformats.org/officeDocument/2006/relationships/customXml" Target="../ink/ink160.xml"/><Relationship Id="rId77" Type="http://schemas.openxmlformats.org/officeDocument/2006/relationships/image" Target="../media/image9170.png"/><Relationship Id="rId100" Type="http://schemas.openxmlformats.org/officeDocument/2006/relationships/customXml" Target="../ink/ink182.xml"/><Relationship Id="rId282" Type="http://schemas.openxmlformats.org/officeDocument/2006/relationships/customXml" Target="../ink/ink273.xml"/><Relationship Id="rId8" Type="http://schemas.openxmlformats.org/officeDocument/2006/relationships/customXml" Target="../ink/ink136.xml"/><Relationship Id="rId98" Type="http://schemas.openxmlformats.org/officeDocument/2006/relationships/customXml" Target="../ink/ink181.xml"/><Relationship Id="rId121" Type="http://schemas.openxmlformats.org/officeDocument/2006/relationships/image" Target="../media/image9390.png"/><Relationship Id="rId142" Type="http://schemas.openxmlformats.org/officeDocument/2006/relationships/customXml" Target="../ink/ink203.xml"/><Relationship Id="rId163" Type="http://schemas.openxmlformats.org/officeDocument/2006/relationships/image" Target="../media/image9600.png"/><Relationship Id="rId184" Type="http://schemas.openxmlformats.org/officeDocument/2006/relationships/customXml" Target="../ink/ink224.xml"/><Relationship Id="rId219" Type="http://schemas.openxmlformats.org/officeDocument/2006/relationships/image" Target="../media/image988.png"/><Relationship Id="rId230" Type="http://schemas.openxmlformats.org/officeDocument/2006/relationships/customXml" Target="../ink/ink247.xml"/><Relationship Id="rId251" Type="http://schemas.openxmlformats.org/officeDocument/2006/relationships/image" Target="../media/image1004.png"/><Relationship Id="rId25" Type="http://schemas.openxmlformats.org/officeDocument/2006/relationships/image" Target="../media/image8911.png"/><Relationship Id="rId46" Type="http://schemas.openxmlformats.org/officeDocument/2006/relationships/customXml" Target="../ink/ink155.xml"/><Relationship Id="rId67" Type="http://schemas.openxmlformats.org/officeDocument/2006/relationships/image" Target="../media/image9120.png"/><Relationship Id="rId272" Type="http://schemas.openxmlformats.org/officeDocument/2006/relationships/customXml" Target="../ink/ink268.xml"/><Relationship Id="rId88" Type="http://schemas.openxmlformats.org/officeDocument/2006/relationships/customXml" Target="../ink/ink176.xml"/><Relationship Id="rId111" Type="http://schemas.openxmlformats.org/officeDocument/2006/relationships/image" Target="../media/image9340.png"/><Relationship Id="rId132" Type="http://schemas.openxmlformats.org/officeDocument/2006/relationships/customXml" Target="../ink/ink198.xml"/><Relationship Id="rId153" Type="http://schemas.openxmlformats.org/officeDocument/2006/relationships/image" Target="../media/image9550.png"/><Relationship Id="rId174" Type="http://schemas.openxmlformats.org/officeDocument/2006/relationships/customXml" Target="../ink/ink219.xml"/><Relationship Id="rId195" Type="http://schemas.openxmlformats.org/officeDocument/2006/relationships/image" Target="../media/image976.png"/><Relationship Id="rId209" Type="http://schemas.openxmlformats.org/officeDocument/2006/relationships/image" Target="../media/image983.png"/><Relationship Id="rId220" Type="http://schemas.openxmlformats.org/officeDocument/2006/relationships/customXml" Target="../ink/ink242.xml"/><Relationship Id="rId241" Type="http://schemas.openxmlformats.org/officeDocument/2006/relationships/image" Target="../media/image999.png"/><Relationship Id="rId15" Type="http://schemas.openxmlformats.org/officeDocument/2006/relationships/image" Target="../media/image8860.png"/><Relationship Id="rId36" Type="http://schemas.openxmlformats.org/officeDocument/2006/relationships/customXml" Target="../ink/ink150.xml"/><Relationship Id="rId57" Type="http://schemas.openxmlformats.org/officeDocument/2006/relationships/image" Target="../media/image9070.png"/><Relationship Id="rId262" Type="http://schemas.openxmlformats.org/officeDocument/2006/relationships/customXml" Target="../ink/ink263.xml"/><Relationship Id="rId283" Type="http://schemas.openxmlformats.org/officeDocument/2006/relationships/image" Target="../media/image1020.png"/><Relationship Id="rId78" Type="http://schemas.openxmlformats.org/officeDocument/2006/relationships/customXml" Target="../ink/ink171.xml"/><Relationship Id="rId99" Type="http://schemas.openxmlformats.org/officeDocument/2006/relationships/image" Target="../media/image9280.png"/><Relationship Id="rId101" Type="http://schemas.openxmlformats.org/officeDocument/2006/relationships/image" Target="../media/image9290.png"/><Relationship Id="rId122" Type="http://schemas.openxmlformats.org/officeDocument/2006/relationships/customXml" Target="../ink/ink193.xml"/><Relationship Id="rId143" Type="http://schemas.openxmlformats.org/officeDocument/2006/relationships/image" Target="../media/image9500.png"/><Relationship Id="rId164" Type="http://schemas.openxmlformats.org/officeDocument/2006/relationships/customXml" Target="../ink/ink214.xml"/><Relationship Id="rId185" Type="http://schemas.openxmlformats.org/officeDocument/2006/relationships/image" Target="../media/image971.png"/><Relationship Id="rId9" Type="http://schemas.openxmlformats.org/officeDocument/2006/relationships/image" Target="../media/image8830.png"/><Relationship Id="rId210" Type="http://schemas.openxmlformats.org/officeDocument/2006/relationships/customXml" Target="../ink/ink237.xml"/><Relationship Id="rId26" Type="http://schemas.openxmlformats.org/officeDocument/2006/relationships/customXml" Target="../ink/ink145.xml"/><Relationship Id="rId231" Type="http://schemas.openxmlformats.org/officeDocument/2006/relationships/image" Target="../media/image994.png"/><Relationship Id="rId252" Type="http://schemas.openxmlformats.org/officeDocument/2006/relationships/customXml" Target="../ink/ink258.xml"/><Relationship Id="rId273" Type="http://schemas.openxmlformats.org/officeDocument/2006/relationships/image" Target="../media/image1015.png"/><Relationship Id="rId47" Type="http://schemas.openxmlformats.org/officeDocument/2006/relationships/image" Target="../media/image9020.png"/><Relationship Id="rId68" Type="http://schemas.openxmlformats.org/officeDocument/2006/relationships/customXml" Target="../ink/ink166.xml"/><Relationship Id="rId89" Type="http://schemas.openxmlformats.org/officeDocument/2006/relationships/image" Target="../media/image9230.png"/><Relationship Id="rId112" Type="http://schemas.openxmlformats.org/officeDocument/2006/relationships/customXml" Target="../ink/ink188.xml"/><Relationship Id="rId133" Type="http://schemas.openxmlformats.org/officeDocument/2006/relationships/image" Target="../media/image9450.png"/><Relationship Id="rId154" Type="http://schemas.openxmlformats.org/officeDocument/2006/relationships/customXml" Target="../ink/ink209.xml"/><Relationship Id="rId175" Type="http://schemas.openxmlformats.org/officeDocument/2006/relationships/image" Target="../media/image966.png"/><Relationship Id="rId196" Type="http://schemas.openxmlformats.org/officeDocument/2006/relationships/customXml" Target="../ink/ink230.xml"/><Relationship Id="rId200" Type="http://schemas.openxmlformats.org/officeDocument/2006/relationships/customXml" Target="../ink/ink232.xml"/><Relationship Id="rId16" Type="http://schemas.openxmlformats.org/officeDocument/2006/relationships/customXml" Target="../ink/ink140.xml"/><Relationship Id="rId221" Type="http://schemas.openxmlformats.org/officeDocument/2006/relationships/image" Target="../media/image989.png"/><Relationship Id="rId242" Type="http://schemas.openxmlformats.org/officeDocument/2006/relationships/customXml" Target="../ink/ink253.xml"/><Relationship Id="rId263" Type="http://schemas.openxmlformats.org/officeDocument/2006/relationships/image" Target="../media/image1010.png"/><Relationship Id="rId37" Type="http://schemas.openxmlformats.org/officeDocument/2006/relationships/image" Target="../media/image8970.png"/><Relationship Id="rId58" Type="http://schemas.openxmlformats.org/officeDocument/2006/relationships/customXml" Target="../ink/ink161.xml"/><Relationship Id="rId79" Type="http://schemas.openxmlformats.org/officeDocument/2006/relationships/image" Target="../media/image9180.png"/><Relationship Id="rId102" Type="http://schemas.openxmlformats.org/officeDocument/2006/relationships/customXml" Target="../ink/ink183.xml"/><Relationship Id="rId123" Type="http://schemas.openxmlformats.org/officeDocument/2006/relationships/image" Target="../media/image9400.png"/><Relationship Id="rId144" Type="http://schemas.openxmlformats.org/officeDocument/2006/relationships/customXml" Target="../ink/ink204.xml"/><Relationship Id="rId90" Type="http://schemas.openxmlformats.org/officeDocument/2006/relationships/customXml" Target="../ink/ink177.xml"/><Relationship Id="rId165" Type="http://schemas.openxmlformats.org/officeDocument/2006/relationships/image" Target="../media/image9611.png"/><Relationship Id="rId186" Type="http://schemas.openxmlformats.org/officeDocument/2006/relationships/customXml" Target="../ink/ink225.xml"/><Relationship Id="rId211" Type="http://schemas.openxmlformats.org/officeDocument/2006/relationships/image" Target="../media/image984.png"/><Relationship Id="rId232" Type="http://schemas.openxmlformats.org/officeDocument/2006/relationships/customXml" Target="../ink/ink248.xml"/><Relationship Id="rId253" Type="http://schemas.openxmlformats.org/officeDocument/2006/relationships/image" Target="../media/image1005.png"/><Relationship Id="rId274" Type="http://schemas.openxmlformats.org/officeDocument/2006/relationships/customXml" Target="../ink/ink269.xml"/><Relationship Id="rId27" Type="http://schemas.openxmlformats.org/officeDocument/2006/relationships/image" Target="../media/image8920.png"/><Relationship Id="rId48" Type="http://schemas.openxmlformats.org/officeDocument/2006/relationships/customXml" Target="../ink/ink156.xml"/><Relationship Id="rId69" Type="http://schemas.openxmlformats.org/officeDocument/2006/relationships/image" Target="../media/image9130.png"/><Relationship Id="rId113" Type="http://schemas.openxmlformats.org/officeDocument/2006/relationships/image" Target="../media/image9350.png"/><Relationship Id="rId134" Type="http://schemas.openxmlformats.org/officeDocument/2006/relationships/customXml" Target="../ink/ink199.xml"/><Relationship Id="rId80" Type="http://schemas.openxmlformats.org/officeDocument/2006/relationships/customXml" Target="../ink/ink172.xml"/><Relationship Id="rId155" Type="http://schemas.openxmlformats.org/officeDocument/2006/relationships/image" Target="../media/image9560.png"/><Relationship Id="rId176" Type="http://schemas.openxmlformats.org/officeDocument/2006/relationships/customXml" Target="../ink/ink220.xml"/><Relationship Id="rId197" Type="http://schemas.openxmlformats.org/officeDocument/2006/relationships/image" Target="../media/image977.png"/><Relationship Id="rId201" Type="http://schemas.openxmlformats.org/officeDocument/2006/relationships/image" Target="../media/image979.png"/><Relationship Id="rId222" Type="http://schemas.openxmlformats.org/officeDocument/2006/relationships/customXml" Target="../ink/ink243.xml"/><Relationship Id="rId243" Type="http://schemas.openxmlformats.org/officeDocument/2006/relationships/image" Target="../media/image1000.png"/><Relationship Id="rId264" Type="http://schemas.openxmlformats.org/officeDocument/2006/relationships/customXml" Target="../ink/ink264.xml"/><Relationship Id="rId17" Type="http://schemas.openxmlformats.org/officeDocument/2006/relationships/image" Target="../media/image8870.png"/><Relationship Id="rId38" Type="http://schemas.openxmlformats.org/officeDocument/2006/relationships/customXml" Target="../ink/ink151.xml"/><Relationship Id="rId59" Type="http://schemas.openxmlformats.org/officeDocument/2006/relationships/image" Target="../media/image9080.png"/><Relationship Id="rId103" Type="http://schemas.openxmlformats.org/officeDocument/2006/relationships/image" Target="../media/image9300.png"/><Relationship Id="rId124" Type="http://schemas.openxmlformats.org/officeDocument/2006/relationships/customXml" Target="../ink/ink194.xml"/><Relationship Id="rId70" Type="http://schemas.openxmlformats.org/officeDocument/2006/relationships/customXml" Target="../ink/ink167.xml"/><Relationship Id="rId91" Type="http://schemas.openxmlformats.org/officeDocument/2006/relationships/image" Target="../media/image9240.png"/><Relationship Id="rId145" Type="http://schemas.openxmlformats.org/officeDocument/2006/relationships/image" Target="../media/image9511.png"/><Relationship Id="rId166" Type="http://schemas.openxmlformats.org/officeDocument/2006/relationships/customXml" Target="../ink/ink215.xml"/><Relationship Id="rId187" Type="http://schemas.openxmlformats.org/officeDocument/2006/relationships/image" Target="../media/image97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38.xml"/><Relationship Id="rId233" Type="http://schemas.openxmlformats.org/officeDocument/2006/relationships/image" Target="../media/image995.png"/><Relationship Id="rId254" Type="http://schemas.openxmlformats.org/officeDocument/2006/relationships/customXml" Target="../ink/ink259.xml"/><Relationship Id="rId28" Type="http://schemas.openxmlformats.org/officeDocument/2006/relationships/customXml" Target="../ink/ink146.xml"/><Relationship Id="rId49" Type="http://schemas.openxmlformats.org/officeDocument/2006/relationships/image" Target="../media/image9030.png"/><Relationship Id="rId114" Type="http://schemas.openxmlformats.org/officeDocument/2006/relationships/customXml" Target="../ink/ink189.xml"/><Relationship Id="rId275" Type="http://schemas.openxmlformats.org/officeDocument/2006/relationships/image" Target="../media/image1016.png"/><Relationship Id="rId60" Type="http://schemas.openxmlformats.org/officeDocument/2006/relationships/customXml" Target="../ink/ink162.xml"/><Relationship Id="rId81" Type="http://schemas.openxmlformats.org/officeDocument/2006/relationships/image" Target="../media/image9190.png"/><Relationship Id="rId135" Type="http://schemas.openxmlformats.org/officeDocument/2006/relationships/image" Target="../media/image9460.png"/><Relationship Id="rId156" Type="http://schemas.openxmlformats.org/officeDocument/2006/relationships/customXml" Target="../ink/ink210.xml"/><Relationship Id="rId177" Type="http://schemas.openxmlformats.org/officeDocument/2006/relationships/image" Target="../media/image967.png"/><Relationship Id="rId198" Type="http://schemas.openxmlformats.org/officeDocument/2006/relationships/customXml" Target="../ink/ink231.xml"/><Relationship Id="rId202" Type="http://schemas.openxmlformats.org/officeDocument/2006/relationships/customXml" Target="../ink/ink233.xml"/><Relationship Id="rId223" Type="http://schemas.openxmlformats.org/officeDocument/2006/relationships/image" Target="../media/image990.png"/><Relationship Id="rId244" Type="http://schemas.openxmlformats.org/officeDocument/2006/relationships/customXml" Target="../ink/ink254.xml"/><Relationship Id="rId18" Type="http://schemas.openxmlformats.org/officeDocument/2006/relationships/customXml" Target="../ink/ink141.xml"/><Relationship Id="rId39" Type="http://schemas.openxmlformats.org/officeDocument/2006/relationships/image" Target="../media/image8980.png"/><Relationship Id="rId265" Type="http://schemas.openxmlformats.org/officeDocument/2006/relationships/image" Target="../media/image1011.png"/><Relationship Id="rId50" Type="http://schemas.openxmlformats.org/officeDocument/2006/relationships/customXml" Target="../ink/ink157.xml"/><Relationship Id="rId104" Type="http://schemas.openxmlformats.org/officeDocument/2006/relationships/customXml" Target="../ink/ink184.xml"/><Relationship Id="rId125" Type="http://schemas.openxmlformats.org/officeDocument/2006/relationships/image" Target="../media/image9411.png"/><Relationship Id="rId146" Type="http://schemas.openxmlformats.org/officeDocument/2006/relationships/customXml" Target="../ink/ink205.xml"/><Relationship Id="rId167" Type="http://schemas.openxmlformats.org/officeDocument/2006/relationships/image" Target="../media/image962.png"/><Relationship Id="rId188" Type="http://schemas.openxmlformats.org/officeDocument/2006/relationships/customXml" Target="../ink/ink226.xml"/><Relationship Id="rId71" Type="http://schemas.openxmlformats.org/officeDocument/2006/relationships/image" Target="../media/image9140.png"/><Relationship Id="rId92" Type="http://schemas.openxmlformats.org/officeDocument/2006/relationships/customXml" Target="../ink/ink178.xml"/><Relationship Id="rId213" Type="http://schemas.openxmlformats.org/officeDocument/2006/relationships/image" Target="../media/image985.png"/><Relationship Id="rId234" Type="http://schemas.openxmlformats.org/officeDocument/2006/relationships/customXml" Target="../ink/ink249.xml"/><Relationship Id="rId2" Type="http://schemas.openxmlformats.org/officeDocument/2006/relationships/image" Target="../media/image8.png"/><Relationship Id="rId29" Type="http://schemas.openxmlformats.org/officeDocument/2006/relationships/image" Target="../media/image8930.png"/><Relationship Id="rId255" Type="http://schemas.openxmlformats.org/officeDocument/2006/relationships/image" Target="../media/image1006.png"/><Relationship Id="rId276" Type="http://schemas.openxmlformats.org/officeDocument/2006/relationships/customXml" Target="../ink/ink270.xml"/><Relationship Id="rId40" Type="http://schemas.openxmlformats.org/officeDocument/2006/relationships/customXml" Target="../ink/ink152.xml"/><Relationship Id="rId115" Type="http://schemas.openxmlformats.org/officeDocument/2006/relationships/image" Target="../media/image9360.png"/><Relationship Id="rId136" Type="http://schemas.openxmlformats.org/officeDocument/2006/relationships/customXml" Target="../ink/ink200.xml"/><Relationship Id="rId157" Type="http://schemas.openxmlformats.org/officeDocument/2006/relationships/image" Target="../media/image9570.png"/><Relationship Id="rId178" Type="http://schemas.openxmlformats.org/officeDocument/2006/relationships/customXml" Target="../ink/ink221.xml"/><Relationship Id="rId61" Type="http://schemas.openxmlformats.org/officeDocument/2006/relationships/image" Target="../media/image9090.png"/><Relationship Id="rId82" Type="http://schemas.openxmlformats.org/officeDocument/2006/relationships/customXml" Target="../ink/ink173.xml"/><Relationship Id="rId199" Type="http://schemas.openxmlformats.org/officeDocument/2006/relationships/image" Target="../media/image978.png"/><Relationship Id="rId203" Type="http://schemas.openxmlformats.org/officeDocument/2006/relationships/image" Target="../media/image980.png"/><Relationship Id="rId19" Type="http://schemas.openxmlformats.org/officeDocument/2006/relationships/image" Target="../media/image8880.png"/><Relationship Id="rId224" Type="http://schemas.openxmlformats.org/officeDocument/2006/relationships/customXml" Target="../ink/ink244.xml"/><Relationship Id="rId245" Type="http://schemas.openxmlformats.org/officeDocument/2006/relationships/image" Target="../media/image1001.png"/><Relationship Id="rId266" Type="http://schemas.openxmlformats.org/officeDocument/2006/relationships/customXml" Target="../ink/ink265.xml"/><Relationship Id="rId30" Type="http://schemas.openxmlformats.org/officeDocument/2006/relationships/customXml" Target="../ink/ink147.xml"/><Relationship Id="rId105" Type="http://schemas.openxmlformats.org/officeDocument/2006/relationships/image" Target="../media/image9311.png"/><Relationship Id="rId126" Type="http://schemas.openxmlformats.org/officeDocument/2006/relationships/customXml" Target="../ink/ink195.xml"/><Relationship Id="rId147" Type="http://schemas.openxmlformats.org/officeDocument/2006/relationships/image" Target="../media/image9520.png"/><Relationship Id="rId168" Type="http://schemas.openxmlformats.org/officeDocument/2006/relationships/customXml" Target="../ink/ink216.xml"/><Relationship Id="rId51" Type="http://schemas.openxmlformats.org/officeDocument/2006/relationships/image" Target="../media/image9040.png"/><Relationship Id="rId72" Type="http://schemas.openxmlformats.org/officeDocument/2006/relationships/customXml" Target="../ink/ink168.xml"/><Relationship Id="rId93" Type="http://schemas.openxmlformats.org/officeDocument/2006/relationships/image" Target="../media/image9250.png"/><Relationship Id="rId189" Type="http://schemas.openxmlformats.org/officeDocument/2006/relationships/image" Target="../media/image973.png"/><Relationship Id="rId3" Type="http://schemas.openxmlformats.org/officeDocument/2006/relationships/image" Target="../media/image6.png"/><Relationship Id="rId214" Type="http://schemas.openxmlformats.org/officeDocument/2006/relationships/customXml" Target="../ink/ink239.xml"/><Relationship Id="rId235" Type="http://schemas.openxmlformats.org/officeDocument/2006/relationships/image" Target="../media/image996.png"/><Relationship Id="rId256" Type="http://schemas.openxmlformats.org/officeDocument/2006/relationships/customXml" Target="../ink/ink260.xml"/><Relationship Id="rId277" Type="http://schemas.openxmlformats.org/officeDocument/2006/relationships/image" Target="../media/image1017.png"/><Relationship Id="rId116" Type="http://schemas.openxmlformats.org/officeDocument/2006/relationships/customXml" Target="../ink/ink190.xml"/><Relationship Id="rId137" Type="http://schemas.openxmlformats.org/officeDocument/2006/relationships/image" Target="../media/image9470.png"/><Relationship Id="rId158" Type="http://schemas.openxmlformats.org/officeDocument/2006/relationships/customXml" Target="../ink/ink211.xml"/><Relationship Id="rId20" Type="http://schemas.openxmlformats.org/officeDocument/2006/relationships/customXml" Target="../ink/ink142.xml"/><Relationship Id="rId41" Type="http://schemas.openxmlformats.org/officeDocument/2006/relationships/image" Target="../media/image8990.png"/><Relationship Id="rId62" Type="http://schemas.openxmlformats.org/officeDocument/2006/relationships/customXml" Target="../ink/ink163.xml"/><Relationship Id="rId83" Type="http://schemas.openxmlformats.org/officeDocument/2006/relationships/image" Target="../media/image9200.png"/><Relationship Id="rId179" Type="http://schemas.openxmlformats.org/officeDocument/2006/relationships/image" Target="../media/image968.png"/><Relationship Id="rId190" Type="http://schemas.openxmlformats.org/officeDocument/2006/relationships/customXml" Target="../ink/ink227.xml"/><Relationship Id="rId204" Type="http://schemas.openxmlformats.org/officeDocument/2006/relationships/customXml" Target="../ink/ink234.xml"/><Relationship Id="rId225" Type="http://schemas.openxmlformats.org/officeDocument/2006/relationships/image" Target="../media/image991.png"/><Relationship Id="rId246" Type="http://schemas.openxmlformats.org/officeDocument/2006/relationships/customXml" Target="../ink/ink255.xml"/><Relationship Id="rId267" Type="http://schemas.openxmlformats.org/officeDocument/2006/relationships/image" Target="../media/image1012.png"/><Relationship Id="rId106" Type="http://schemas.openxmlformats.org/officeDocument/2006/relationships/customXml" Target="../ink/ink185.xml"/><Relationship Id="rId127" Type="http://schemas.openxmlformats.org/officeDocument/2006/relationships/image" Target="../media/image9420.png"/><Relationship Id="rId10" Type="http://schemas.openxmlformats.org/officeDocument/2006/relationships/customXml" Target="../ink/ink137.xml"/><Relationship Id="rId31" Type="http://schemas.openxmlformats.org/officeDocument/2006/relationships/image" Target="../media/image8940.png"/><Relationship Id="rId52" Type="http://schemas.openxmlformats.org/officeDocument/2006/relationships/customXml" Target="../ink/ink158.xml"/><Relationship Id="rId73" Type="http://schemas.openxmlformats.org/officeDocument/2006/relationships/image" Target="../media/image9150.png"/><Relationship Id="rId94" Type="http://schemas.openxmlformats.org/officeDocument/2006/relationships/customXml" Target="../ink/ink179.xml"/><Relationship Id="rId148" Type="http://schemas.openxmlformats.org/officeDocument/2006/relationships/customXml" Target="../ink/ink206.xml"/><Relationship Id="rId169" Type="http://schemas.openxmlformats.org/officeDocument/2006/relationships/image" Target="../media/image963.png"/><Relationship Id="rId4" Type="http://schemas.openxmlformats.org/officeDocument/2006/relationships/customXml" Target="../ink/ink134.xml"/><Relationship Id="rId180" Type="http://schemas.openxmlformats.org/officeDocument/2006/relationships/customXml" Target="../ink/ink222.xml"/><Relationship Id="rId215" Type="http://schemas.openxmlformats.org/officeDocument/2006/relationships/image" Target="../media/image986.png"/><Relationship Id="rId236" Type="http://schemas.openxmlformats.org/officeDocument/2006/relationships/customXml" Target="../ink/ink250.xml"/><Relationship Id="rId257" Type="http://schemas.openxmlformats.org/officeDocument/2006/relationships/image" Target="../media/image1007.png"/><Relationship Id="rId278" Type="http://schemas.openxmlformats.org/officeDocument/2006/relationships/customXml" Target="../ink/ink271.xml"/><Relationship Id="rId42" Type="http://schemas.openxmlformats.org/officeDocument/2006/relationships/customXml" Target="../ink/ink153.xml"/><Relationship Id="rId84" Type="http://schemas.openxmlformats.org/officeDocument/2006/relationships/customXml" Target="../ink/ink174.xml"/><Relationship Id="rId138" Type="http://schemas.openxmlformats.org/officeDocument/2006/relationships/customXml" Target="../ink/ink201.xml"/><Relationship Id="rId191" Type="http://schemas.openxmlformats.org/officeDocument/2006/relationships/image" Target="../media/image974.png"/><Relationship Id="rId205" Type="http://schemas.openxmlformats.org/officeDocument/2006/relationships/image" Target="../media/image981.png"/><Relationship Id="rId247" Type="http://schemas.openxmlformats.org/officeDocument/2006/relationships/image" Target="../media/image1002.png"/><Relationship Id="rId107" Type="http://schemas.openxmlformats.org/officeDocument/2006/relationships/image" Target="../media/image9320.png"/><Relationship Id="rId11" Type="http://schemas.openxmlformats.org/officeDocument/2006/relationships/image" Target="../media/image8840.png"/><Relationship Id="rId53" Type="http://schemas.openxmlformats.org/officeDocument/2006/relationships/image" Target="../media/image9050.png"/><Relationship Id="rId149" Type="http://schemas.openxmlformats.org/officeDocument/2006/relationships/image" Target="../media/image9530.png"/><Relationship Id="rId95" Type="http://schemas.openxmlformats.org/officeDocument/2006/relationships/image" Target="../media/image9260.png"/><Relationship Id="rId160" Type="http://schemas.openxmlformats.org/officeDocument/2006/relationships/customXml" Target="../ink/ink212.xml"/><Relationship Id="rId216" Type="http://schemas.openxmlformats.org/officeDocument/2006/relationships/customXml" Target="../ink/ink240.xml"/><Relationship Id="rId258" Type="http://schemas.openxmlformats.org/officeDocument/2006/relationships/customXml" Target="../ink/ink26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86.xml"/><Relationship Id="rId21" Type="http://schemas.openxmlformats.org/officeDocument/2006/relationships/image" Target="../media/image3410.png"/><Relationship Id="rId42" Type="http://schemas.openxmlformats.org/officeDocument/2006/relationships/customXml" Target="../ink/ink294.xml"/><Relationship Id="rId47" Type="http://schemas.openxmlformats.org/officeDocument/2006/relationships/image" Target="../media/image4710.png"/><Relationship Id="rId63" Type="http://schemas.openxmlformats.org/officeDocument/2006/relationships/image" Target="../media/image5510.png"/><Relationship Id="rId68" Type="http://schemas.openxmlformats.org/officeDocument/2006/relationships/customXml" Target="../ink/ink307.xml"/><Relationship Id="rId84" Type="http://schemas.openxmlformats.org/officeDocument/2006/relationships/customXml" Target="../ink/ink315.xml"/><Relationship Id="rId89" Type="http://schemas.openxmlformats.org/officeDocument/2006/relationships/image" Target="../media/image6810.png"/><Relationship Id="rId16" Type="http://schemas.openxmlformats.org/officeDocument/2006/relationships/customXml" Target="../ink/ink281.xml"/><Relationship Id="rId11" Type="http://schemas.openxmlformats.org/officeDocument/2006/relationships/image" Target="../media/image2910.png"/><Relationship Id="rId32" Type="http://schemas.openxmlformats.org/officeDocument/2006/relationships/customXml" Target="../ink/ink289.xml"/><Relationship Id="rId37" Type="http://schemas.openxmlformats.org/officeDocument/2006/relationships/image" Target="../media/image4210.png"/><Relationship Id="rId53" Type="http://schemas.openxmlformats.org/officeDocument/2006/relationships/image" Target="../media/image5010.png"/><Relationship Id="rId58" Type="http://schemas.openxmlformats.org/officeDocument/2006/relationships/customXml" Target="../ink/ink302.xml"/><Relationship Id="rId74" Type="http://schemas.openxmlformats.org/officeDocument/2006/relationships/customXml" Target="../ink/ink310.xml"/><Relationship Id="rId79" Type="http://schemas.openxmlformats.org/officeDocument/2006/relationships/image" Target="../media/image6310.png"/><Relationship Id="rId5" Type="http://schemas.openxmlformats.org/officeDocument/2006/relationships/image" Target="../media/image2610.png"/><Relationship Id="rId90" Type="http://schemas.openxmlformats.org/officeDocument/2006/relationships/customXml" Target="../ink/ink318.xml"/><Relationship Id="rId14" Type="http://schemas.openxmlformats.org/officeDocument/2006/relationships/customXml" Target="../ink/ink280.xml"/><Relationship Id="rId22" Type="http://schemas.openxmlformats.org/officeDocument/2006/relationships/customXml" Target="../ink/ink284.xml"/><Relationship Id="rId27" Type="http://schemas.openxmlformats.org/officeDocument/2006/relationships/image" Target="../media/image3710.png"/><Relationship Id="rId30" Type="http://schemas.openxmlformats.org/officeDocument/2006/relationships/customXml" Target="../ink/ink288.xml"/><Relationship Id="rId35" Type="http://schemas.openxmlformats.org/officeDocument/2006/relationships/image" Target="../media/image4110.png"/><Relationship Id="rId43" Type="http://schemas.openxmlformats.org/officeDocument/2006/relationships/image" Target="../media/image4510.png"/><Relationship Id="rId48" Type="http://schemas.openxmlformats.org/officeDocument/2006/relationships/customXml" Target="../ink/ink297.xml"/><Relationship Id="rId56" Type="http://schemas.openxmlformats.org/officeDocument/2006/relationships/customXml" Target="../ink/ink301.xml"/><Relationship Id="rId64" Type="http://schemas.openxmlformats.org/officeDocument/2006/relationships/customXml" Target="../ink/ink305.xml"/><Relationship Id="rId69" Type="http://schemas.openxmlformats.org/officeDocument/2006/relationships/image" Target="../media/image5810.png"/><Relationship Id="rId77" Type="http://schemas.openxmlformats.org/officeDocument/2006/relationships/image" Target="../media/image6210.png"/><Relationship Id="rId8" Type="http://schemas.openxmlformats.org/officeDocument/2006/relationships/customXml" Target="../ink/ink277.xml"/><Relationship Id="rId51" Type="http://schemas.openxmlformats.org/officeDocument/2006/relationships/image" Target="../media/image4910.png"/><Relationship Id="rId72" Type="http://schemas.openxmlformats.org/officeDocument/2006/relationships/customXml" Target="../ink/ink309.xml"/><Relationship Id="rId80" Type="http://schemas.openxmlformats.org/officeDocument/2006/relationships/customXml" Target="../ink/ink313.xml"/><Relationship Id="rId85" Type="http://schemas.openxmlformats.org/officeDocument/2006/relationships/image" Target="../media/image6610.png"/><Relationship Id="rId3" Type="http://schemas.openxmlformats.org/officeDocument/2006/relationships/image" Target="../media/image2510.png"/><Relationship Id="rId12" Type="http://schemas.openxmlformats.org/officeDocument/2006/relationships/customXml" Target="../ink/ink279.xml"/><Relationship Id="rId17" Type="http://schemas.openxmlformats.org/officeDocument/2006/relationships/image" Target="../media/image3210.png"/><Relationship Id="rId25" Type="http://schemas.openxmlformats.org/officeDocument/2006/relationships/image" Target="../media/image3610.png"/><Relationship Id="rId33" Type="http://schemas.openxmlformats.org/officeDocument/2006/relationships/image" Target="../media/image4010.png"/><Relationship Id="rId38" Type="http://schemas.openxmlformats.org/officeDocument/2006/relationships/customXml" Target="../ink/ink292.xml"/><Relationship Id="rId46" Type="http://schemas.openxmlformats.org/officeDocument/2006/relationships/customXml" Target="../ink/ink296.xml"/><Relationship Id="rId59" Type="http://schemas.openxmlformats.org/officeDocument/2006/relationships/image" Target="../media/image5310.png"/><Relationship Id="rId67" Type="http://schemas.openxmlformats.org/officeDocument/2006/relationships/image" Target="../media/image5710.png"/><Relationship Id="rId20" Type="http://schemas.openxmlformats.org/officeDocument/2006/relationships/customXml" Target="../ink/ink283.xml"/><Relationship Id="rId41" Type="http://schemas.openxmlformats.org/officeDocument/2006/relationships/image" Target="../media/image4410.png"/><Relationship Id="rId54" Type="http://schemas.openxmlformats.org/officeDocument/2006/relationships/customXml" Target="../ink/ink300.xml"/><Relationship Id="rId62" Type="http://schemas.openxmlformats.org/officeDocument/2006/relationships/customXml" Target="../ink/ink304.xml"/><Relationship Id="rId70" Type="http://schemas.openxmlformats.org/officeDocument/2006/relationships/customXml" Target="../ink/ink308.xml"/><Relationship Id="rId75" Type="http://schemas.openxmlformats.org/officeDocument/2006/relationships/image" Target="../media/image6110.png"/><Relationship Id="rId83" Type="http://schemas.openxmlformats.org/officeDocument/2006/relationships/image" Target="../media/image6510.png"/><Relationship Id="rId88" Type="http://schemas.openxmlformats.org/officeDocument/2006/relationships/customXml" Target="../ink/ink317.xml"/><Relationship Id="rId91" Type="http://schemas.openxmlformats.org/officeDocument/2006/relationships/image" Target="../media/image691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76.xml"/><Relationship Id="rId15" Type="http://schemas.openxmlformats.org/officeDocument/2006/relationships/image" Target="../media/image3110.png"/><Relationship Id="rId23" Type="http://schemas.openxmlformats.org/officeDocument/2006/relationships/image" Target="../media/image3510.png"/><Relationship Id="rId28" Type="http://schemas.openxmlformats.org/officeDocument/2006/relationships/customXml" Target="../ink/ink287.xml"/><Relationship Id="rId36" Type="http://schemas.openxmlformats.org/officeDocument/2006/relationships/customXml" Target="../ink/ink291.xml"/><Relationship Id="rId49" Type="http://schemas.openxmlformats.org/officeDocument/2006/relationships/image" Target="../media/image4810.png"/><Relationship Id="rId57" Type="http://schemas.openxmlformats.org/officeDocument/2006/relationships/image" Target="../media/image5210.png"/><Relationship Id="rId10" Type="http://schemas.openxmlformats.org/officeDocument/2006/relationships/customXml" Target="../ink/ink278.xml"/><Relationship Id="rId31" Type="http://schemas.openxmlformats.org/officeDocument/2006/relationships/image" Target="../media/image3910.png"/><Relationship Id="rId44" Type="http://schemas.openxmlformats.org/officeDocument/2006/relationships/customXml" Target="../ink/ink295.xml"/><Relationship Id="rId52" Type="http://schemas.openxmlformats.org/officeDocument/2006/relationships/customXml" Target="../ink/ink299.xml"/><Relationship Id="rId60" Type="http://schemas.openxmlformats.org/officeDocument/2006/relationships/customXml" Target="../ink/ink303.xml"/><Relationship Id="rId65" Type="http://schemas.openxmlformats.org/officeDocument/2006/relationships/image" Target="../media/image5610.png"/><Relationship Id="rId73" Type="http://schemas.openxmlformats.org/officeDocument/2006/relationships/image" Target="../media/image6010.png"/><Relationship Id="rId78" Type="http://schemas.openxmlformats.org/officeDocument/2006/relationships/customXml" Target="../ink/ink312.xml"/><Relationship Id="rId81" Type="http://schemas.openxmlformats.org/officeDocument/2006/relationships/image" Target="../media/image6410.png"/><Relationship Id="rId86" Type="http://schemas.openxmlformats.org/officeDocument/2006/relationships/customXml" Target="../ink/ink316.xml"/><Relationship Id="rId4" Type="http://schemas.openxmlformats.org/officeDocument/2006/relationships/customXml" Target="../ink/ink275.xml"/><Relationship Id="rId9" Type="http://schemas.openxmlformats.org/officeDocument/2006/relationships/image" Target="../media/image2810.png"/><Relationship Id="rId13" Type="http://schemas.openxmlformats.org/officeDocument/2006/relationships/image" Target="../media/image3010.png"/><Relationship Id="rId18" Type="http://schemas.openxmlformats.org/officeDocument/2006/relationships/customXml" Target="../ink/ink282.xml"/><Relationship Id="rId39" Type="http://schemas.openxmlformats.org/officeDocument/2006/relationships/image" Target="../media/image4310.png"/><Relationship Id="rId34" Type="http://schemas.openxmlformats.org/officeDocument/2006/relationships/customXml" Target="../ink/ink290.xml"/><Relationship Id="rId50" Type="http://schemas.openxmlformats.org/officeDocument/2006/relationships/customXml" Target="../ink/ink298.xml"/><Relationship Id="rId55" Type="http://schemas.openxmlformats.org/officeDocument/2006/relationships/image" Target="../media/image5110.png"/><Relationship Id="rId76" Type="http://schemas.openxmlformats.org/officeDocument/2006/relationships/customXml" Target="../ink/ink311.xml"/><Relationship Id="rId7" Type="http://schemas.openxmlformats.org/officeDocument/2006/relationships/image" Target="../media/image2710.png"/><Relationship Id="rId71" Type="http://schemas.openxmlformats.org/officeDocument/2006/relationships/image" Target="../media/image5910.png"/><Relationship Id="rId2" Type="http://schemas.openxmlformats.org/officeDocument/2006/relationships/customXml" Target="../ink/ink274.xml"/><Relationship Id="rId29" Type="http://schemas.openxmlformats.org/officeDocument/2006/relationships/image" Target="../media/image3810.png"/><Relationship Id="rId24" Type="http://schemas.openxmlformats.org/officeDocument/2006/relationships/customXml" Target="../ink/ink285.xml"/><Relationship Id="rId40" Type="http://schemas.openxmlformats.org/officeDocument/2006/relationships/customXml" Target="../ink/ink293.xml"/><Relationship Id="rId45" Type="http://schemas.openxmlformats.org/officeDocument/2006/relationships/image" Target="../media/image4610.png"/><Relationship Id="rId66" Type="http://schemas.openxmlformats.org/officeDocument/2006/relationships/customXml" Target="../ink/ink306.xml"/><Relationship Id="rId87" Type="http://schemas.openxmlformats.org/officeDocument/2006/relationships/image" Target="../media/image6710.png"/><Relationship Id="rId61" Type="http://schemas.openxmlformats.org/officeDocument/2006/relationships/image" Target="../media/image5410.png"/><Relationship Id="rId82" Type="http://schemas.openxmlformats.org/officeDocument/2006/relationships/customXml" Target="../ink/ink314.xml"/><Relationship Id="rId19" Type="http://schemas.openxmlformats.org/officeDocument/2006/relationships/image" Target="../media/image3310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30.png"/><Relationship Id="rId21" Type="http://schemas.openxmlformats.org/officeDocument/2006/relationships/image" Target="../media/image7710.png"/><Relationship Id="rId42" Type="http://schemas.openxmlformats.org/officeDocument/2006/relationships/customXml" Target="../ink/ink339.xml"/><Relationship Id="rId63" Type="http://schemas.openxmlformats.org/officeDocument/2006/relationships/image" Target="../media/image9710.png"/><Relationship Id="rId84" Type="http://schemas.openxmlformats.org/officeDocument/2006/relationships/customXml" Target="../ink/ink360.xml"/><Relationship Id="rId138" Type="http://schemas.openxmlformats.org/officeDocument/2006/relationships/customXml" Target="../ink/ink387.xml"/><Relationship Id="rId159" Type="http://schemas.openxmlformats.org/officeDocument/2006/relationships/image" Target="../media/image1440.png"/><Relationship Id="rId170" Type="http://schemas.openxmlformats.org/officeDocument/2006/relationships/customXml" Target="../ink/ink403.xml"/><Relationship Id="rId107" Type="http://schemas.openxmlformats.org/officeDocument/2006/relationships/image" Target="../media/image1180.png"/><Relationship Id="rId11" Type="http://schemas.openxmlformats.org/officeDocument/2006/relationships/image" Target="../media/image7210.png"/><Relationship Id="rId32" Type="http://schemas.openxmlformats.org/officeDocument/2006/relationships/customXml" Target="../ink/ink334.xml"/><Relationship Id="rId53" Type="http://schemas.openxmlformats.org/officeDocument/2006/relationships/image" Target="../media/image9310.png"/><Relationship Id="rId74" Type="http://schemas.openxmlformats.org/officeDocument/2006/relationships/customXml" Target="../ink/ink355.xml"/><Relationship Id="rId128" Type="http://schemas.openxmlformats.org/officeDocument/2006/relationships/customXml" Target="../ink/ink382.xml"/><Relationship Id="rId149" Type="http://schemas.openxmlformats.org/officeDocument/2006/relationships/image" Target="../media/image1390.png"/><Relationship Id="rId5" Type="http://schemas.openxmlformats.org/officeDocument/2006/relationships/image" Target="../media/image7010.png"/><Relationship Id="rId95" Type="http://schemas.openxmlformats.org/officeDocument/2006/relationships/image" Target="../media/image1122.png"/><Relationship Id="rId160" Type="http://schemas.openxmlformats.org/officeDocument/2006/relationships/customXml" Target="../ink/ink398.xml"/><Relationship Id="rId181" Type="http://schemas.openxmlformats.org/officeDocument/2006/relationships/image" Target="../media/image1550.png"/><Relationship Id="rId22" Type="http://schemas.openxmlformats.org/officeDocument/2006/relationships/customXml" Target="../ink/ink329.xml"/><Relationship Id="rId43" Type="http://schemas.openxmlformats.org/officeDocument/2006/relationships/image" Target="../media/image8810.png"/><Relationship Id="rId64" Type="http://schemas.openxmlformats.org/officeDocument/2006/relationships/customXml" Target="../ink/ink350.xml"/><Relationship Id="rId118" Type="http://schemas.openxmlformats.org/officeDocument/2006/relationships/customXml" Target="../ink/ink377.xml"/><Relationship Id="rId139" Type="http://schemas.openxmlformats.org/officeDocument/2006/relationships/image" Target="../media/image1340.png"/><Relationship Id="rId85" Type="http://schemas.openxmlformats.org/officeDocument/2006/relationships/image" Target="../media/image10710.png"/><Relationship Id="rId150" Type="http://schemas.openxmlformats.org/officeDocument/2006/relationships/customXml" Target="../ink/ink393.xml"/><Relationship Id="rId171" Type="http://schemas.openxmlformats.org/officeDocument/2006/relationships/image" Target="../media/image1500.png"/><Relationship Id="rId12" Type="http://schemas.openxmlformats.org/officeDocument/2006/relationships/customXml" Target="../ink/ink324.xml"/><Relationship Id="rId33" Type="http://schemas.openxmlformats.org/officeDocument/2006/relationships/image" Target="../media/image8310.png"/><Relationship Id="rId108" Type="http://schemas.openxmlformats.org/officeDocument/2006/relationships/customXml" Target="../ink/ink372.xml"/><Relationship Id="rId129" Type="http://schemas.openxmlformats.org/officeDocument/2006/relationships/image" Target="../media/image1290.png"/><Relationship Id="rId54" Type="http://schemas.openxmlformats.org/officeDocument/2006/relationships/customXml" Target="../ink/ink345.xml"/><Relationship Id="rId75" Type="http://schemas.openxmlformats.org/officeDocument/2006/relationships/image" Target="../media/image10211.png"/><Relationship Id="rId96" Type="http://schemas.openxmlformats.org/officeDocument/2006/relationships/customXml" Target="../ink/ink366.xml"/><Relationship Id="rId140" Type="http://schemas.openxmlformats.org/officeDocument/2006/relationships/customXml" Target="../ink/ink388.xml"/><Relationship Id="rId161" Type="http://schemas.openxmlformats.org/officeDocument/2006/relationships/image" Target="../media/image1450.png"/><Relationship Id="rId6" Type="http://schemas.openxmlformats.org/officeDocument/2006/relationships/customXml" Target="../ink/ink321.xml"/><Relationship Id="rId23" Type="http://schemas.openxmlformats.org/officeDocument/2006/relationships/image" Target="../media/image7810.png"/><Relationship Id="rId119" Type="http://schemas.openxmlformats.org/officeDocument/2006/relationships/image" Target="../media/image1240.png"/><Relationship Id="rId44" Type="http://schemas.openxmlformats.org/officeDocument/2006/relationships/customXml" Target="../ink/ink340.xml"/><Relationship Id="rId60" Type="http://schemas.openxmlformats.org/officeDocument/2006/relationships/customXml" Target="../ink/ink348.xml"/><Relationship Id="rId65" Type="http://schemas.openxmlformats.org/officeDocument/2006/relationships/image" Target="../media/image9810.png"/><Relationship Id="rId81" Type="http://schemas.openxmlformats.org/officeDocument/2006/relationships/image" Target="../media/image10510.png"/><Relationship Id="rId86" Type="http://schemas.openxmlformats.org/officeDocument/2006/relationships/customXml" Target="../ink/ink361.xml"/><Relationship Id="rId130" Type="http://schemas.openxmlformats.org/officeDocument/2006/relationships/customXml" Target="../ink/ink383.xml"/><Relationship Id="rId135" Type="http://schemas.openxmlformats.org/officeDocument/2006/relationships/image" Target="../media/image1320.png"/><Relationship Id="rId151" Type="http://schemas.openxmlformats.org/officeDocument/2006/relationships/image" Target="../media/image1400.png"/><Relationship Id="rId156" Type="http://schemas.openxmlformats.org/officeDocument/2006/relationships/customXml" Target="../ink/ink396.xml"/><Relationship Id="rId177" Type="http://schemas.openxmlformats.org/officeDocument/2006/relationships/image" Target="../media/image1530.png"/><Relationship Id="rId172" Type="http://schemas.openxmlformats.org/officeDocument/2006/relationships/customXml" Target="../ink/ink404.xml"/><Relationship Id="rId13" Type="http://schemas.openxmlformats.org/officeDocument/2006/relationships/image" Target="../media/image7310.png"/><Relationship Id="rId18" Type="http://schemas.openxmlformats.org/officeDocument/2006/relationships/customXml" Target="../ink/ink327.xml"/><Relationship Id="rId39" Type="http://schemas.openxmlformats.org/officeDocument/2006/relationships/image" Target="../media/image8610.png"/><Relationship Id="rId109" Type="http://schemas.openxmlformats.org/officeDocument/2006/relationships/image" Target="../media/image1190.png"/><Relationship Id="rId34" Type="http://schemas.openxmlformats.org/officeDocument/2006/relationships/customXml" Target="../ink/ink335.xml"/><Relationship Id="rId50" Type="http://schemas.openxmlformats.org/officeDocument/2006/relationships/customXml" Target="../ink/ink343.xml"/><Relationship Id="rId55" Type="http://schemas.openxmlformats.org/officeDocument/2006/relationships/image" Target="../media/image9410.png"/><Relationship Id="rId76" Type="http://schemas.openxmlformats.org/officeDocument/2006/relationships/customXml" Target="../ink/ink356.xml"/><Relationship Id="rId97" Type="http://schemas.openxmlformats.org/officeDocument/2006/relationships/image" Target="../media/image1130.png"/><Relationship Id="rId104" Type="http://schemas.openxmlformats.org/officeDocument/2006/relationships/customXml" Target="../ink/ink370.xml"/><Relationship Id="rId120" Type="http://schemas.openxmlformats.org/officeDocument/2006/relationships/customXml" Target="../ink/ink378.xml"/><Relationship Id="rId125" Type="http://schemas.openxmlformats.org/officeDocument/2006/relationships/image" Target="../media/image1270.png"/><Relationship Id="rId141" Type="http://schemas.openxmlformats.org/officeDocument/2006/relationships/image" Target="../media/image1350.png"/><Relationship Id="rId146" Type="http://schemas.openxmlformats.org/officeDocument/2006/relationships/customXml" Target="../ink/ink391.xml"/><Relationship Id="rId167" Type="http://schemas.openxmlformats.org/officeDocument/2006/relationships/image" Target="../media/image1480.png"/><Relationship Id="rId7" Type="http://schemas.openxmlformats.org/officeDocument/2006/relationships/image" Target="../media/image7110.png"/><Relationship Id="rId71" Type="http://schemas.openxmlformats.org/officeDocument/2006/relationships/image" Target="../media/image5910.png"/><Relationship Id="rId92" Type="http://schemas.openxmlformats.org/officeDocument/2006/relationships/customXml" Target="../ink/ink364.xml"/><Relationship Id="rId162" Type="http://schemas.openxmlformats.org/officeDocument/2006/relationships/customXml" Target="../ink/ink399.xml"/><Relationship Id="rId2" Type="http://schemas.openxmlformats.org/officeDocument/2006/relationships/customXml" Target="../ink/ink319.xml"/><Relationship Id="rId29" Type="http://schemas.openxmlformats.org/officeDocument/2006/relationships/image" Target="../media/image8110.png"/><Relationship Id="rId24" Type="http://schemas.openxmlformats.org/officeDocument/2006/relationships/customXml" Target="../ink/ink330.xml"/><Relationship Id="rId40" Type="http://schemas.openxmlformats.org/officeDocument/2006/relationships/customXml" Target="../ink/ink338.xml"/><Relationship Id="rId45" Type="http://schemas.openxmlformats.org/officeDocument/2006/relationships/image" Target="../media/image8910.png"/><Relationship Id="rId66" Type="http://schemas.openxmlformats.org/officeDocument/2006/relationships/customXml" Target="../ink/ink351.xml"/><Relationship Id="rId87" Type="http://schemas.openxmlformats.org/officeDocument/2006/relationships/image" Target="../media/image10810.png"/><Relationship Id="rId110" Type="http://schemas.openxmlformats.org/officeDocument/2006/relationships/customXml" Target="../ink/ink373.xml"/><Relationship Id="rId115" Type="http://schemas.openxmlformats.org/officeDocument/2006/relationships/image" Target="../media/image1220.png"/><Relationship Id="rId131" Type="http://schemas.openxmlformats.org/officeDocument/2006/relationships/image" Target="../media/image1300.png"/><Relationship Id="rId136" Type="http://schemas.openxmlformats.org/officeDocument/2006/relationships/customXml" Target="../ink/ink386.xml"/><Relationship Id="rId157" Type="http://schemas.openxmlformats.org/officeDocument/2006/relationships/image" Target="../media/image1430.png"/><Relationship Id="rId178" Type="http://schemas.openxmlformats.org/officeDocument/2006/relationships/customXml" Target="../ink/ink407.xml"/><Relationship Id="rId61" Type="http://schemas.openxmlformats.org/officeDocument/2006/relationships/image" Target="../media/image9610.png"/><Relationship Id="rId82" Type="http://schemas.openxmlformats.org/officeDocument/2006/relationships/customXml" Target="../ink/ink359.xml"/><Relationship Id="rId152" Type="http://schemas.openxmlformats.org/officeDocument/2006/relationships/customXml" Target="../ink/ink394.xml"/><Relationship Id="rId173" Type="http://schemas.openxmlformats.org/officeDocument/2006/relationships/image" Target="../media/image1511.png"/><Relationship Id="rId19" Type="http://schemas.openxmlformats.org/officeDocument/2006/relationships/image" Target="../media/image7610.png"/><Relationship Id="rId14" Type="http://schemas.openxmlformats.org/officeDocument/2006/relationships/customXml" Target="../ink/ink325.xml"/><Relationship Id="rId30" Type="http://schemas.openxmlformats.org/officeDocument/2006/relationships/customXml" Target="../ink/ink333.xml"/><Relationship Id="rId35" Type="http://schemas.openxmlformats.org/officeDocument/2006/relationships/image" Target="../media/image8410.png"/><Relationship Id="rId56" Type="http://schemas.openxmlformats.org/officeDocument/2006/relationships/customXml" Target="../ink/ink346.xml"/><Relationship Id="rId77" Type="http://schemas.openxmlformats.org/officeDocument/2006/relationships/image" Target="../media/image10310.png"/><Relationship Id="rId100" Type="http://schemas.openxmlformats.org/officeDocument/2006/relationships/customXml" Target="../ink/ink368.xml"/><Relationship Id="rId105" Type="http://schemas.openxmlformats.org/officeDocument/2006/relationships/image" Target="../media/image1170.png"/><Relationship Id="rId126" Type="http://schemas.openxmlformats.org/officeDocument/2006/relationships/customXml" Target="../ink/ink381.xml"/><Relationship Id="rId147" Type="http://schemas.openxmlformats.org/officeDocument/2006/relationships/image" Target="../media/image1380.png"/><Relationship Id="rId168" Type="http://schemas.openxmlformats.org/officeDocument/2006/relationships/customXml" Target="../ink/ink402.xml"/><Relationship Id="rId8" Type="http://schemas.openxmlformats.org/officeDocument/2006/relationships/customXml" Target="../ink/ink322.xml"/><Relationship Id="rId51" Type="http://schemas.openxmlformats.org/officeDocument/2006/relationships/image" Target="../media/image9210.png"/><Relationship Id="rId72" Type="http://schemas.openxmlformats.org/officeDocument/2006/relationships/customXml" Target="../ink/ink354.xml"/><Relationship Id="rId93" Type="http://schemas.openxmlformats.org/officeDocument/2006/relationships/image" Target="../media/image11110.png"/><Relationship Id="rId98" Type="http://schemas.openxmlformats.org/officeDocument/2006/relationships/customXml" Target="../ink/ink367.xml"/><Relationship Id="rId121" Type="http://schemas.openxmlformats.org/officeDocument/2006/relationships/image" Target="../media/image1250.png"/><Relationship Id="rId142" Type="http://schemas.openxmlformats.org/officeDocument/2006/relationships/customXml" Target="../ink/ink389.xml"/><Relationship Id="rId163" Type="http://schemas.openxmlformats.org/officeDocument/2006/relationships/image" Target="../media/image1460.png"/><Relationship Id="rId3" Type="http://schemas.openxmlformats.org/officeDocument/2006/relationships/image" Target="../media/image2510.png"/><Relationship Id="rId25" Type="http://schemas.openxmlformats.org/officeDocument/2006/relationships/image" Target="../media/image7910.png"/><Relationship Id="rId46" Type="http://schemas.openxmlformats.org/officeDocument/2006/relationships/customXml" Target="../ink/ink341.xml"/><Relationship Id="rId67" Type="http://schemas.openxmlformats.org/officeDocument/2006/relationships/image" Target="../media/image9910.png"/><Relationship Id="rId116" Type="http://schemas.openxmlformats.org/officeDocument/2006/relationships/customXml" Target="../ink/ink376.xml"/><Relationship Id="rId137" Type="http://schemas.openxmlformats.org/officeDocument/2006/relationships/image" Target="../media/image1330.png"/><Relationship Id="rId158" Type="http://schemas.openxmlformats.org/officeDocument/2006/relationships/customXml" Target="../ink/ink397.xml"/><Relationship Id="rId20" Type="http://schemas.openxmlformats.org/officeDocument/2006/relationships/customXml" Target="../ink/ink328.xml"/><Relationship Id="rId41" Type="http://schemas.openxmlformats.org/officeDocument/2006/relationships/image" Target="../media/image8710.png"/><Relationship Id="rId62" Type="http://schemas.openxmlformats.org/officeDocument/2006/relationships/customXml" Target="../ink/ink349.xml"/><Relationship Id="rId83" Type="http://schemas.openxmlformats.org/officeDocument/2006/relationships/image" Target="../media/image10610.png"/><Relationship Id="rId88" Type="http://schemas.openxmlformats.org/officeDocument/2006/relationships/customXml" Target="../ink/ink362.xml"/><Relationship Id="rId111" Type="http://schemas.openxmlformats.org/officeDocument/2006/relationships/image" Target="../media/image1200.png"/><Relationship Id="rId132" Type="http://schemas.openxmlformats.org/officeDocument/2006/relationships/customXml" Target="../ink/ink384.xml"/><Relationship Id="rId153" Type="http://schemas.openxmlformats.org/officeDocument/2006/relationships/image" Target="../media/image1411.png"/><Relationship Id="rId174" Type="http://schemas.openxmlformats.org/officeDocument/2006/relationships/customXml" Target="../ink/ink405.xml"/><Relationship Id="rId179" Type="http://schemas.openxmlformats.org/officeDocument/2006/relationships/image" Target="../media/image1540.png"/><Relationship Id="rId15" Type="http://schemas.openxmlformats.org/officeDocument/2006/relationships/image" Target="../media/image7410.png"/><Relationship Id="rId36" Type="http://schemas.openxmlformats.org/officeDocument/2006/relationships/customXml" Target="../ink/ink336.xml"/><Relationship Id="rId57" Type="http://schemas.openxmlformats.org/officeDocument/2006/relationships/image" Target="../media/image9510.png"/><Relationship Id="rId106" Type="http://schemas.openxmlformats.org/officeDocument/2006/relationships/customXml" Target="../ink/ink371.xml"/><Relationship Id="rId127" Type="http://schemas.openxmlformats.org/officeDocument/2006/relationships/image" Target="../media/image1280.png"/><Relationship Id="rId10" Type="http://schemas.openxmlformats.org/officeDocument/2006/relationships/customXml" Target="../ink/ink323.xml"/><Relationship Id="rId31" Type="http://schemas.openxmlformats.org/officeDocument/2006/relationships/image" Target="../media/image8210.png"/><Relationship Id="rId52" Type="http://schemas.openxmlformats.org/officeDocument/2006/relationships/customXml" Target="../ink/ink344.xml"/><Relationship Id="rId73" Type="http://schemas.openxmlformats.org/officeDocument/2006/relationships/image" Target="../media/image10110.png"/><Relationship Id="rId78" Type="http://schemas.openxmlformats.org/officeDocument/2006/relationships/customXml" Target="../ink/ink357.xml"/><Relationship Id="rId94" Type="http://schemas.openxmlformats.org/officeDocument/2006/relationships/customXml" Target="../ink/ink365.xml"/><Relationship Id="rId99" Type="http://schemas.openxmlformats.org/officeDocument/2006/relationships/image" Target="../media/image1140.png"/><Relationship Id="rId101" Type="http://schemas.openxmlformats.org/officeDocument/2006/relationships/image" Target="../media/image1150.png"/><Relationship Id="rId122" Type="http://schemas.openxmlformats.org/officeDocument/2006/relationships/customXml" Target="../ink/ink379.xml"/><Relationship Id="rId143" Type="http://schemas.openxmlformats.org/officeDocument/2006/relationships/image" Target="../media/image1360.png"/><Relationship Id="rId148" Type="http://schemas.openxmlformats.org/officeDocument/2006/relationships/customXml" Target="../ink/ink392.xml"/><Relationship Id="rId164" Type="http://schemas.openxmlformats.org/officeDocument/2006/relationships/customXml" Target="../ink/ink400.xml"/><Relationship Id="rId169" Type="http://schemas.openxmlformats.org/officeDocument/2006/relationships/image" Target="../media/image1490.png"/><Relationship Id="rId4" Type="http://schemas.openxmlformats.org/officeDocument/2006/relationships/customXml" Target="../ink/ink320.xml"/><Relationship Id="rId9" Type="http://schemas.openxmlformats.org/officeDocument/2006/relationships/image" Target="../media/image2810.png"/><Relationship Id="rId180" Type="http://schemas.openxmlformats.org/officeDocument/2006/relationships/customXml" Target="../ink/ink408.xml"/><Relationship Id="rId26" Type="http://schemas.openxmlformats.org/officeDocument/2006/relationships/customXml" Target="../ink/ink331.xml"/><Relationship Id="rId47" Type="http://schemas.openxmlformats.org/officeDocument/2006/relationships/image" Target="../media/image9010.png"/><Relationship Id="rId68" Type="http://schemas.openxmlformats.org/officeDocument/2006/relationships/customXml" Target="../ink/ink352.xml"/><Relationship Id="rId89" Type="http://schemas.openxmlformats.org/officeDocument/2006/relationships/image" Target="../media/image10910.png"/><Relationship Id="rId112" Type="http://schemas.openxmlformats.org/officeDocument/2006/relationships/customXml" Target="../ink/ink374.xml"/><Relationship Id="rId133" Type="http://schemas.openxmlformats.org/officeDocument/2006/relationships/image" Target="../media/image1311.png"/><Relationship Id="rId154" Type="http://schemas.openxmlformats.org/officeDocument/2006/relationships/customXml" Target="../ink/ink395.xml"/><Relationship Id="rId175" Type="http://schemas.openxmlformats.org/officeDocument/2006/relationships/image" Target="../media/image1520.png"/><Relationship Id="rId16" Type="http://schemas.openxmlformats.org/officeDocument/2006/relationships/customXml" Target="../ink/ink326.xml"/><Relationship Id="rId37" Type="http://schemas.openxmlformats.org/officeDocument/2006/relationships/image" Target="../media/image8510.png"/><Relationship Id="rId58" Type="http://schemas.openxmlformats.org/officeDocument/2006/relationships/customXml" Target="../ink/ink347.xml"/><Relationship Id="rId79" Type="http://schemas.openxmlformats.org/officeDocument/2006/relationships/image" Target="../media/image10410.png"/><Relationship Id="rId102" Type="http://schemas.openxmlformats.org/officeDocument/2006/relationships/customXml" Target="../ink/ink369.xml"/><Relationship Id="rId123" Type="http://schemas.openxmlformats.org/officeDocument/2006/relationships/image" Target="../media/image1260.png"/><Relationship Id="rId144" Type="http://schemas.openxmlformats.org/officeDocument/2006/relationships/customXml" Target="../ink/ink390.xml"/><Relationship Id="rId90" Type="http://schemas.openxmlformats.org/officeDocument/2006/relationships/customXml" Target="../ink/ink363.xml"/><Relationship Id="rId165" Type="http://schemas.openxmlformats.org/officeDocument/2006/relationships/image" Target="../media/image1470.png"/><Relationship Id="rId27" Type="http://schemas.openxmlformats.org/officeDocument/2006/relationships/image" Target="../media/image8010.png"/><Relationship Id="rId48" Type="http://schemas.openxmlformats.org/officeDocument/2006/relationships/customXml" Target="../ink/ink342.xml"/><Relationship Id="rId69" Type="http://schemas.openxmlformats.org/officeDocument/2006/relationships/image" Target="../media/image10010.png"/><Relationship Id="rId113" Type="http://schemas.openxmlformats.org/officeDocument/2006/relationships/image" Target="../media/image1211.png"/><Relationship Id="rId134" Type="http://schemas.openxmlformats.org/officeDocument/2006/relationships/customXml" Target="../ink/ink385.xml"/><Relationship Id="rId80" Type="http://schemas.openxmlformats.org/officeDocument/2006/relationships/customXml" Target="../ink/ink358.xml"/><Relationship Id="rId155" Type="http://schemas.openxmlformats.org/officeDocument/2006/relationships/image" Target="../media/image1420.png"/><Relationship Id="rId176" Type="http://schemas.openxmlformats.org/officeDocument/2006/relationships/customXml" Target="../ink/ink406.xml"/><Relationship Id="rId17" Type="http://schemas.openxmlformats.org/officeDocument/2006/relationships/image" Target="../media/image7510.png"/><Relationship Id="rId38" Type="http://schemas.openxmlformats.org/officeDocument/2006/relationships/customXml" Target="../ink/ink337.xml"/><Relationship Id="rId59" Type="http://schemas.openxmlformats.org/officeDocument/2006/relationships/image" Target="../media/image5310.png"/><Relationship Id="rId103" Type="http://schemas.openxmlformats.org/officeDocument/2006/relationships/image" Target="../media/image1160.png"/><Relationship Id="rId124" Type="http://schemas.openxmlformats.org/officeDocument/2006/relationships/customXml" Target="../ink/ink380.xml"/><Relationship Id="rId70" Type="http://schemas.openxmlformats.org/officeDocument/2006/relationships/customXml" Target="../ink/ink353.xml"/><Relationship Id="rId91" Type="http://schemas.openxmlformats.org/officeDocument/2006/relationships/image" Target="../media/image1108.png"/><Relationship Id="rId145" Type="http://schemas.openxmlformats.org/officeDocument/2006/relationships/image" Target="../media/image1370.png"/><Relationship Id="rId166" Type="http://schemas.openxmlformats.org/officeDocument/2006/relationships/customXml" Target="../ink/ink401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332.xml"/><Relationship Id="rId49" Type="http://schemas.openxmlformats.org/officeDocument/2006/relationships/image" Target="../media/image9110.png"/><Relationship Id="rId114" Type="http://schemas.openxmlformats.org/officeDocument/2006/relationships/customXml" Target="../ink/ink375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42" Type="http://schemas.openxmlformats.org/officeDocument/2006/relationships/customXml" Target="../ink/ink429.xml"/><Relationship Id="rId63" Type="http://schemas.openxmlformats.org/officeDocument/2006/relationships/image" Target="../media/image9710.png"/><Relationship Id="rId84" Type="http://schemas.openxmlformats.org/officeDocument/2006/relationships/customXml" Target="../ink/ink450.xml"/><Relationship Id="rId138" Type="http://schemas.openxmlformats.org/officeDocument/2006/relationships/customXml" Target="../ink/ink477.xml"/><Relationship Id="rId159" Type="http://schemas.openxmlformats.org/officeDocument/2006/relationships/image" Target="../media/image1880.png"/><Relationship Id="rId170" Type="http://schemas.openxmlformats.org/officeDocument/2006/relationships/customXml" Target="../ink/ink493.xml"/><Relationship Id="rId191" Type="http://schemas.openxmlformats.org/officeDocument/2006/relationships/image" Target="../media/image2040.png"/><Relationship Id="rId205" Type="http://schemas.openxmlformats.org/officeDocument/2006/relationships/image" Target="../media/image2111.png"/><Relationship Id="rId226" Type="http://schemas.openxmlformats.org/officeDocument/2006/relationships/customXml" Target="../ink/ink521.xml"/><Relationship Id="rId247" Type="http://schemas.openxmlformats.org/officeDocument/2006/relationships/customXml" Target="../ink/ink532.xml"/><Relationship Id="rId107" Type="http://schemas.openxmlformats.org/officeDocument/2006/relationships/image" Target="../media/image1630.png"/><Relationship Id="rId11" Type="http://schemas.openxmlformats.org/officeDocument/2006/relationships/image" Target="../media/image7210.png"/><Relationship Id="rId32" Type="http://schemas.openxmlformats.org/officeDocument/2006/relationships/customXml" Target="../ink/ink424.xml"/><Relationship Id="rId53" Type="http://schemas.openxmlformats.org/officeDocument/2006/relationships/image" Target="../media/image9310.png"/><Relationship Id="rId74" Type="http://schemas.openxmlformats.org/officeDocument/2006/relationships/customXml" Target="../ink/ink445.xml"/><Relationship Id="rId128" Type="http://schemas.openxmlformats.org/officeDocument/2006/relationships/customXml" Target="../ink/ink472.xml"/><Relationship Id="rId149" Type="http://schemas.openxmlformats.org/officeDocument/2006/relationships/image" Target="../media/image1830.png"/><Relationship Id="rId5" Type="http://schemas.openxmlformats.org/officeDocument/2006/relationships/image" Target="../media/image7010.png"/><Relationship Id="rId95" Type="http://schemas.openxmlformats.org/officeDocument/2006/relationships/image" Target="../media/image1570.png"/><Relationship Id="rId160" Type="http://schemas.openxmlformats.org/officeDocument/2006/relationships/customXml" Target="../ink/ink488.xml"/><Relationship Id="rId181" Type="http://schemas.openxmlformats.org/officeDocument/2006/relationships/image" Target="../media/image1990.png"/><Relationship Id="rId216" Type="http://schemas.openxmlformats.org/officeDocument/2006/relationships/customXml" Target="../ink/ink516.xml"/><Relationship Id="rId237" Type="http://schemas.openxmlformats.org/officeDocument/2006/relationships/customXml" Target="../ink/ink527.xml"/><Relationship Id="rId22" Type="http://schemas.openxmlformats.org/officeDocument/2006/relationships/customXml" Target="../ink/ink419.xml"/><Relationship Id="rId43" Type="http://schemas.openxmlformats.org/officeDocument/2006/relationships/image" Target="../media/image8810.png"/><Relationship Id="rId64" Type="http://schemas.openxmlformats.org/officeDocument/2006/relationships/customXml" Target="../ink/ink440.xml"/><Relationship Id="rId118" Type="http://schemas.openxmlformats.org/officeDocument/2006/relationships/customXml" Target="../ink/ink467.xml"/><Relationship Id="rId139" Type="http://schemas.openxmlformats.org/officeDocument/2006/relationships/image" Target="../media/image1780.png"/><Relationship Id="rId85" Type="http://schemas.openxmlformats.org/officeDocument/2006/relationships/image" Target="../media/image10710.png"/><Relationship Id="rId150" Type="http://schemas.openxmlformats.org/officeDocument/2006/relationships/customXml" Target="../ink/ink483.xml"/><Relationship Id="rId171" Type="http://schemas.openxmlformats.org/officeDocument/2006/relationships/image" Target="../media/image1940.png"/><Relationship Id="rId192" Type="http://schemas.openxmlformats.org/officeDocument/2006/relationships/customXml" Target="../ink/ink504.xml"/><Relationship Id="rId206" Type="http://schemas.openxmlformats.org/officeDocument/2006/relationships/customXml" Target="../ink/ink511.xml"/><Relationship Id="rId227" Type="http://schemas.openxmlformats.org/officeDocument/2006/relationships/customXml" Target="../ink/ink522.xml"/><Relationship Id="rId248" Type="http://schemas.openxmlformats.org/officeDocument/2006/relationships/image" Target="../media/image2320.png"/><Relationship Id="rId12" Type="http://schemas.openxmlformats.org/officeDocument/2006/relationships/customXml" Target="../ink/ink414.xml"/><Relationship Id="rId33" Type="http://schemas.openxmlformats.org/officeDocument/2006/relationships/image" Target="../media/image8310.png"/><Relationship Id="rId108" Type="http://schemas.openxmlformats.org/officeDocument/2006/relationships/customXml" Target="../ink/ink462.xml"/><Relationship Id="rId129" Type="http://schemas.openxmlformats.org/officeDocument/2006/relationships/image" Target="../media/image1290.png"/><Relationship Id="rId54" Type="http://schemas.openxmlformats.org/officeDocument/2006/relationships/customXml" Target="../ink/ink435.xml"/><Relationship Id="rId75" Type="http://schemas.openxmlformats.org/officeDocument/2006/relationships/image" Target="../media/image10211.png"/><Relationship Id="rId96" Type="http://schemas.openxmlformats.org/officeDocument/2006/relationships/customXml" Target="../ink/ink456.xml"/><Relationship Id="rId140" Type="http://schemas.openxmlformats.org/officeDocument/2006/relationships/customXml" Target="../ink/ink478.xml"/><Relationship Id="rId161" Type="http://schemas.openxmlformats.org/officeDocument/2006/relationships/image" Target="../media/image1890.png"/><Relationship Id="rId182" Type="http://schemas.openxmlformats.org/officeDocument/2006/relationships/customXml" Target="../ink/ink499.xml"/><Relationship Id="rId217" Type="http://schemas.openxmlformats.org/officeDocument/2006/relationships/image" Target="../media/image2170.png"/><Relationship Id="rId6" Type="http://schemas.openxmlformats.org/officeDocument/2006/relationships/customXml" Target="../ink/ink411.xml"/><Relationship Id="rId238" Type="http://schemas.openxmlformats.org/officeDocument/2006/relationships/image" Target="../media/image227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44" Type="http://schemas.openxmlformats.org/officeDocument/2006/relationships/customXml" Target="../ink/ink430.xml"/><Relationship Id="rId65" Type="http://schemas.openxmlformats.org/officeDocument/2006/relationships/image" Target="../media/image9810.png"/><Relationship Id="rId86" Type="http://schemas.openxmlformats.org/officeDocument/2006/relationships/customXml" Target="../ink/ink451.xml"/><Relationship Id="rId130" Type="http://schemas.openxmlformats.org/officeDocument/2006/relationships/customXml" Target="../ink/ink473.xml"/><Relationship Id="rId151" Type="http://schemas.openxmlformats.org/officeDocument/2006/relationships/image" Target="../media/image1840.png"/><Relationship Id="rId172" Type="http://schemas.openxmlformats.org/officeDocument/2006/relationships/customXml" Target="../ink/ink494.xml"/><Relationship Id="rId193" Type="http://schemas.openxmlformats.org/officeDocument/2006/relationships/image" Target="../media/image2050.png"/><Relationship Id="rId207" Type="http://schemas.openxmlformats.org/officeDocument/2006/relationships/image" Target="../media/image2120.png"/><Relationship Id="rId228" Type="http://schemas.openxmlformats.org/officeDocument/2006/relationships/image" Target="../media/image2220.png"/><Relationship Id="rId249" Type="http://schemas.openxmlformats.org/officeDocument/2006/relationships/customXml" Target="../ink/ink533.xml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34" Type="http://schemas.openxmlformats.org/officeDocument/2006/relationships/customXml" Target="../ink/ink425.xml"/><Relationship Id="rId55" Type="http://schemas.openxmlformats.org/officeDocument/2006/relationships/image" Target="../media/image9410.png"/><Relationship Id="rId76" Type="http://schemas.openxmlformats.org/officeDocument/2006/relationships/customXml" Target="../ink/ink446.xml"/><Relationship Id="rId97" Type="http://schemas.openxmlformats.org/officeDocument/2006/relationships/image" Target="../media/image1580.png"/><Relationship Id="rId120" Type="http://schemas.openxmlformats.org/officeDocument/2006/relationships/customXml" Target="../ink/ink468.xml"/><Relationship Id="rId141" Type="http://schemas.openxmlformats.org/officeDocument/2006/relationships/image" Target="../media/image1790.png"/><Relationship Id="rId7" Type="http://schemas.openxmlformats.org/officeDocument/2006/relationships/image" Target="../media/image7110.png"/><Relationship Id="rId162" Type="http://schemas.openxmlformats.org/officeDocument/2006/relationships/customXml" Target="../ink/ink489.xml"/><Relationship Id="rId183" Type="http://schemas.openxmlformats.org/officeDocument/2006/relationships/image" Target="../media/image2000.png"/><Relationship Id="rId218" Type="http://schemas.openxmlformats.org/officeDocument/2006/relationships/customXml" Target="../ink/ink517.xml"/><Relationship Id="rId239" Type="http://schemas.openxmlformats.org/officeDocument/2006/relationships/customXml" Target="../ink/ink528.xml"/><Relationship Id="rId250" Type="http://schemas.openxmlformats.org/officeDocument/2006/relationships/image" Target="../media/image2330.png"/><Relationship Id="rId24" Type="http://schemas.openxmlformats.org/officeDocument/2006/relationships/customXml" Target="../ink/ink420.xml"/><Relationship Id="rId45" Type="http://schemas.openxmlformats.org/officeDocument/2006/relationships/image" Target="../media/image8910.png"/><Relationship Id="rId66" Type="http://schemas.openxmlformats.org/officeDocument/2006/relationships/customXml" Target="../ink/ink441.xml"/><Relationship Id="rId87" Type="http://schemas.openxmlformats.org/officeDocument/2006/relationships/image" Target="../media/image10810.png"/><Relationship Id="rId110" Type="http://schemas.openxmlformats.org/officeDocument/2006/relationships/customXml" Target="../ink/ink463.xml"/><Relationship Id="rId131" Type="http://schemas.openxmlformats.org/officeDocument/2006/relationships/image" Target="../media/image1740.png"/><Relationship Id="rId152" Type="http://schemas.openxmlformats.org/officeDocument/2006/relationships/customXml" Target="../ink/ink484.xml"/><Relationship Id="rId173" Type="http://schemas.openxmlformats.org/officeDocument/2006/relationships/image" Target="../media/image1950.png"/><Relationship Id="rId194" Type="http://schemas.openxmlformats.org/officeDocument/2006/relationships/customXml" Target="../ink/ink505.xml"/><Relationship Id="rId208" Type="http://schemas.openxmlformats.org/officeDocument/2006/relationships/customXml" Target="../ink/ink512.xml"/><Relationship Id="rId229" Type="http://schemas.openxmlformats.org/officeDocument/2006/relationships/customXml" Target="../ink/ink523.xml"/><Relationship Id="rId240" Type="http://schemas.openxmlformats.org/officeDocument/2006/relationships/image" Target="../media/image2280.png"/><Relationship Id="rId14" Type="http://schemas.openxmlformats.org/officeDocument/2006/relationships/customXml" Target="../ink/ink415.xml"/><Relationship Id="rId35" Type="http://schemas.openxmlformats.org/officeDocument/2006/relationships/image" Target="../media/image8410.png"/><Relationship Id="rId56" Type="http://schemas.openxmlformats.org/officeDocument/2006/relationships/customXml" Target="../ink/ink436.xml"/><Relationship Id="rId77" Type="http://schemas.openxmlformats.org/officeDocument/2006/relationships/image" Target="../media/image10310.png"/><Relationship Id="rId100" Type="http://schemas.openxmlformats.org/officeDocument/2006/relationships/customXml" Target="../ink/ink458.xml"/><Relationship Id="rId8" Type="http://schemas.openxmlformats.org/officeDocument/2006/relationships/customXml" Target="../ink/ink412.xml"/><Relationship Id="rId98" Type="http://schemas.openxmlformats.org/officeDocument/2006/relationships/customXml" Target="../ink/ink457.xml"/><Relationship Id="rId121" Type="http://schemas.openxmlformats.org/officeDocument/2006/relationships/image" Target="../media/image1700.png"/><Relationship Id="rId142" Type="http://schemas.openxmlformats.org/officeDocument/2006/relationships/customXml" Target="../ink/ink479.xml"/><Relationship Id="rId163" Type="http://schemas.openxmlformats.org/officeDocument/2006/relationships/image" Target="../media/image1900.png"/><Relationship Id="rId184" Type="http://schemas.openxmlformats.org/officeDocument/2006/relationships/customXml" Target="../ink/ink500.xml"/><Relationship Id="rId219" Type="http://schemas.openxmlformats.org/officeDocument/2006/relationships/image" Target="../media/image2180.png"/><Relationship Id="rId230" Type="http://schemas.openxmlformats.org/officeDocument/2006/relationships/image" Target="../media/image2230.png"/><Relationship Id="rId25" Type="http://schemas.openxmlformats.org/officeDocument/2006/relationships/image" Target="../media/image7910.png"/><Relationship Id="rId46" Type="http://schemas.openxmlformats.org/officeDocument/2006/relationships/customXml" Target="../ink/ink431.xml"/><Relationship Id="rId67" Type="http://schemas.openxmlformats.org/officeDocument/2006/relationships/image" Target="../media/image9910.png"/><Relationship Id="rId88" Type="http://schemas.openxmlformats.org/officeDocument/2006/relationships/customXml" Target="../ink/ink452.xml"/><Relationship Id="rId111" Type="http://schemas.openxmlformats.org/officeDocument/2006/relationships/image" Target="../media/image1650.png"/><Relationship Id="rId132" Type="http://schemas.openxmlformats.org/officeDocument/2006/relationships/customXml" Target="../ink/ink474.xml"/><Relationship Id="rId153" Type="http://schemas.openxmlformats.org/officeDocument/2006/relationships/image" Target="../media/image1850.png"/><Relationship Id="rId174" Type="http://schemas.openxmlformats.org/officeDocument/2006/relationships/customXml" Target="../ink/ink495.xml"/><Relationship Id="rId195" Type="http://schemas.openxmlformats.org/officeDocument/2006/relationships/image" Target="../media/image2060.png"/><Relationship Id="rId209" Type="http://schemas.openxmlformats.org/officeDocument/2006/relationships/image" Target="../media/image2130.png"/><Relationship Id="rId220" Type="http://schemas.openxmlformats.org/officeDocument/2006/relationships/customXml" Target="../ink/ink518.xml"/><Relationship Id="rId241" Type="http://schemas.openxmlformats.org/officeDocument/2006/relationships/customXml" Target="../ink/ink529.xml"/><Relationship Id="rId15" Type="http://schemas.openxmlformats.org/officeDocument/2006/relationships/image" Target="../media/image7410.png"/><Relationship Id="rId36" Type="http://schemas.openxmlformats.org/officeDocument/2006/relationships/customXml" Target="../ink/ink426.xml"/><Relationship Id="rId57" Type="http://schemas.openxmlformats.org/officeDocument/2006/relationships/image" Target="../media/image9510.png"/><Relationship Id="rId78" Type="http://schemas.openxmlformats.org/officeDocument/2006/relationships/customXml" Target="../ink/ink447.xml"/><Relationship Id="rId99" Type="http://schemas.openxmlformats.org/officeDocument/2006/relationships/image" Target="../media/image1590.png"/><Relationship Id="rId101" Type="http://schemas.openxmlformats.org/officeDocument/2006/relationships/image" Target="../media/image1600.png"/><Relationship Id="rId122" Type="http://schemas.openxmlformats.org/officeDocument/2006/relationships/customXml" Target="../ink/ink469.xml"/><Relationship Id="rId143" Type="http://schemas.openxmlformats.org/officeDocument/2006/relationships/image" Target="../media/image1800.png"/><Relationship Id="rId164" Type="http://schemas.openxmlformats.org/officeDocument/2006/relationships/customXml" Target="../ink/ink490.xml"/><Relationship Id="rId185" Type="http://schemas.openxmlformats.org/officeDocument/2006/relationships/image" Target="../media/image2010.png"/><Relationship Id="rId4" Type="http://schemas.openxmlformats.org/officeDocument/2006/relationships/customXml" Target="../ink/ink410.xml"/><Relationship Id="rId9" Type="http://schemas.openxmlformats.org/officeDocument/2006/relationships/image" Target="../media/image2810.png"/><Relationship Id="rId180" Type="http://schemas.openxmlformats.org/officeDocument/2006/relationships/customXml" Target="../ink/ink498.xml"/><Relationship Id="rId210" Type="http://schemas.openxmlformats.org/officeDocument/2006/relationships/customXml" Target="../ink/ink513.xml"/><Relationship Id="rId215" Type="http://schemas.openxmlformats.org/officeDocument/2006/relationships/image" Target="../media/image2160.png"/><Relationship Id="rId236" Type="http://schemas.openxmlformats.org/officeDocument/2006/relationships/image" Target="../media/image2260.png"/><Relationship Id="rId26" Type="http://schemas.openxmlformats.org/officeDocument/2006/relationships/customXml" Target="../ink/ink421.xml"/><Relationship Id="rId231" Type="http://schemas.openxmlformats.org/officeDocument/2006/relationships/customXml" Target="../ink/ink524.xml"/><Relationship Id="rId47" Type="http://schemas.openxmlformats.org/officeDocument/2006/relationships/image" Target="../media/image9010.png"/><Relationship Id="rId68" Type="http://schemas.openxmlformats.org/officeDocument/2006/relationships/customXml" Target="../ink/ink442.xml"/><Relationship Id="rId89" Type="http://schemas.openxmlformats.org/officeDocument/2006/relationships/image" Target="../media/image10910.png"/><Relationship Id="rId112" Type="http://schemas.openxmlformats.org/officeDocument/2006/relationships/customXml" Target="../ink/ink464.xml"/><Relationship Id="rId133" Type="http://schemas.openxmlformats.org/officeDocument/2006/relationships/image" Target="../media/image1750.png"/><Relationship Id="rId154" Type="http://schemas.openxmlformats.org/officeDocument/2006/relationships/customXml" Target="../ink/ink485.xml"/><Relationship Id="rId175" Type="http://schemas.openxmlformats.org/officeDocument/2006/relationships/image" Target="../media/image1960.png"/><Relationship Id="rId196" Type="http://schemas.openxmlformats.org/officeDocument/2006/relationships/customXml" Target="../ink/ink506.xml"/><Relationship Id="rId200" Type="http://schemas.openxmlformats.org/officeDocument/2006/relationships/customXml" Target="../ink/ink508.xml"/><Relationship Id="rId16" Type="http://schemas.openxmlformats.org/officeDocument/2006/relationships/customXml" Target="../ink/ink416.xml"/><Relationship Id="rId221" Type="http://schemas.openxmlformats.org/officeDocument/2006/relationships/image" Target="../media/image2190.png"/><Relationship Id="rId242" Type="http://schemas.openxmlformats.org/officeDocument/2006/relationships/image" Target="../media/image2290.png"/><Relationship Id="rId37" Type="http://schemas.openxmlformats.org/officeDocument/2006/relationships/image" Target="../media/image8510.png"/><Relationship Id="rId58" Type="http://schemas.openxmlformats.org/officeDocument/2006/relationships/customXml" Target="../ink/ink437.xml"/><Relationship Id="rId79" Type="http://schemas.openxmlformats.org/officeDocument/2006/relationships/image" Target="../media/image10410.png"/><Relationship Id="rId102" Type="http://schemas.openxmlformats.org/officeDocument/2006/relationships/customXml" Target="../ink/ink459.xml"/><Relationship Id="rId123" Type="http://schemas.openxmlformats.org/officeDocument/2006/relationships/image" Target="../media/image1711.png"/><Relationship Id="rId144" Type="http://schemas.openxmlformats.org/officeDocument/2006/relationships/customXml" Target="../ink/ink480.xml"/><Relationship Id="rId90" Type="http://schemas.openxmlformats.org/officeDocument/2006/relationships/customXml" Target="../ink/ink453.xml"/><Relationship Id="rId165" Type="http://schemas.openxmlformats.org/officeDocument/2006/relationships/image" Target="../media/image1911.png"/><Relationship Id="rId186" Type="http://schemas.openxmlformats.org/officeDocument/2006/relationships/customXml" Target="../ink/ink501.xml"/><Relationship Id="rId211" Type="http://schemas.openxmlformats.org/officeDocument/2006/relationships/image" Target="../media/image2140.png"/><Relationship Id="rId232" Type="http://schemas.openxmlformats.org/officeDocument/2006/relationships/image" Target="../media/image2240.png"/><Relationship Id="rId27" Type="http://schemas.openxmlformats.org/officeDocument/2006/relationships/image" Target="../media/image8010.png"/><Relationship Id="rId48" Type="http://schemas.openxmlformats.org/officeDocument/2006/relationships/customXml" Target="../ink/ink432.xml"/><Relationship Id="rId69" Type="http://schemas.openxmlformats.org/officeDocument/2006/relationships/image" Target="../media/image10010.png"/><Relationship Id="rId113" Type="http://schemas.openxmlformats.org/officeDocument/2006/relationships/image" Target="../media/image1660.png"/><Relationship Id="rId134" Type="http://schemas.openxmlformats.org/officeDocument/2006/relationships/customXml" Target="../ink/ink475.xml"/><Relationship Id="rId80" Type="http://schemas.openxmlformats.org/officeDocument/2006/relationships/customXml" Target="../ink/ink448.xml"/><Relationship Id="rId155" Type="http://schemas.openxmlformats.org/officeDocument/2006/relationships/image" Target="../media/image1860.png"/><Relationship Id="rId176" Type="http://schemas.openxmlformats.org/officeDocument/2006/relationships/customXml" Target="../ink/ink496.xml"/><Relationship Id="rId197" Type="http://schemas.openxmlformats.org/officeDocument/2006/relationships/image" Target="../media/image2070.png"/><Relationship Id="rId201" Type="http://schemas.openxmlformats.org/officeDocument/2006/relationships/image" Target="../media/image2090.png"/><Relationship Id="rId222" Type="http://schemas.openxmlformats.org/officeDocument/2006/relationships/customXml" Target="../ink/ink519.xml"/><Relationship Id="rId243" Type="http://schemas.openxmlformats.org/officeDocument/2006/relationships/customXml" Target="../ink/ink530.xml"/><Relationship Id="rId17" Type="http://schemas.openxmlformats.org/officeDocument/2006/relationships/image" Target="../media/image7510.png"/><Relationship Id="rId38" Type="http://schemas.openxmlformats.org/officeDocument/2006/relationships/customXml" Target="../ink/ink427.xml"/><Relationship Id="rId59" Type="http://schemas.openxmlformats.org/officeDocument/2006/relationships/image" Target="../media/image5310.png"/><Relationship Id="rId103" Type="http://schemas.openxmlformats.org/officeDocument/2006/relationships/image" Target="../media/image1611.png"/><Relationship Id="rId124" Type="http://schemas.openxmlformats.org/officeDocument/2006/relationships/customXml" Target="../ink/ink470.xml"/><Relationship Id="rId70" Type="http://schemas.openxmlformats.org/officeDocument/2006/relationships/customXml" Target="../ink/ink443.xml"/><Relationship Id="rId91" Type="http://schemas.openxmlformats.org/officeDocument/2006/relationships/image" Target="../media/image1108.png"/><Relationship Id="rId145" Type="http://schemas.openxmlformats.org/officeDocument/2006/relationships/image" Target="../media/image1811.png"/><Relationship Id="rId166" Type="http://schemas.openxmlformats.org/officeDocument/2006/relationships/customXml" Target="../ink/ink491.xml"/><Relationship Id="rId187" Type="http://schemas.openxmlformats.org/officeDocument/2006/relationships/image" Target="../media/image202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514.xml"/><Relationship Id="rId233" Type="http://schemas.openxmlformats.org/officeDocument/2006/relationships/customXml" Target="../ink/ink525.xml"/><Relationship Id="rId28" Type="http://schemas.openxmlformats.org/officeDocument/2006/relationships/customXml" Target="../ink/ink422.xml"/><Relationship Id="rId49" Type="http://schemas.openxmlformats.org/officeDocument/2006/relationships/image" Target="../media/image9110.png"/><Relationship Id="rId114" Type="http://schemas.openxmlformats.org/officeDocument/2006/relationships/customXml" Target="../ink/ink465.xml"/><Relationship Id="rId60" Type="http://schemas.openxmlformats.org/officeDocument/2006/relationships/customXml" Target="../ink/ink438.xml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56" Type="http://schemas.openxmlformats.org/officeDocument/2006/relationships/customXml" Target="../ink/ink486.xml"/><Relationship Id="rId177" Type="http://schemas.openxmlformats.org/officeDocument/2006/relationships/image" Target="../media/image1970.png"/><Relationship Id="rId198" Type="http://schemas.openxmlformats.org/officeDocument/2006/relationships/customXml" Target="../ink/ink507.xml"/><Relationship Id="rId202" Type="http://schemas.openxmlformats.org/officeDocument/2006/relationships/customXml" Target="../ink/ink509.xml"/><Relationship Id="rId223" Type="http://schemas.openxmlformats.org/officeDocument/2006/relationships/image" Target="../media/image2200.png"/><Relationship Id="rId244" Type="http://schemas.openxmlformats.org/officeDocument/2006/relationships/image" Target="../media/image2300.png"/><Relationship Id="rId18" Type="http://schemas.openxmlformats.org/officeDocument/2006/relationships/customXml" Target="../ink/ink417.xml"/><Relationship Id="rId39" Type="http://schemas.openxmlformats.org/officeDocument/2006/relationships/image" Target="../media/image8610.png"/><Relationship Id="rId50" Type="http://schemas.openxmlformats.org/officeDocument/2006/relationships/customXml" Target="../ink/ink433.xml"/><Relationship Id="rId104" Type="http://schemas.openxmlformats.org/officeDocument/2006/relationships/customXml" Target="../ink/ink460.xml"/><Relationship Id="rId125" Type="http://schemas.openxmlformats.org/officeDocument/2006/relationships/image" Target="../media/image1720.png"/><Relationship Id="rId146" Type="http://schemas.openxmlformats.org/officeDocument/2006/relationships/customXml" Target="../ink/ink481.xml"/><Relationship Id="rId167" Type="http://schemas.openxmlformats.org/officeDocument/2006/relationships/image" Target="../media/image1920.png"/><Relationship Id="rId188" Type="http://schemas.openxmlformats.org/officeDocument/2006/relationships/customXml" Target="../ink/ink502.xml"/><Relationship Id="rId71" Type="http://schemas.openxmlformats.org/officeDocument/2006/relationships/image" Target="../media/image5910.png"/><Relationship Id="rId92" Type="http://schemas.openxmlformats.org/officeDocument/2006/relationships/customXml" Target="../ink/ink454.xml"/><Relationship Id="rId213" Type="http://schemas.openxmlformats.org/officeDocument/2006/relationships/image" Target="../media/image2150.png"/><Relationship Id="rId234" Type="http://schemas.openxmlformats.org/officeDocument/2006/relationships/image" Target="../media/image2250.png"/><Relationship Id="rId2" Type="http://schemas.openxmlformats.org/officeDocument/2006/relationships/customXml" Target="../ink/ink409.xml"/><Relationship Id="rId29" Type="http://schemas.openxmlformats.org/officeDocument/2006/relationships/image" Target="../media/image8110.png"/><Relationship Id="rId40" Type="http://schemas.openxmlformats.org/officeDocument/2006/relationships/customXml" Target="../ink/ink428.xml"/><Relationship Id="rId115" Type="http://schemas.openxmlformats.org/officeDocument/2006/relationships/image" Target="../media/image1670.png"/><Relationship Id="rId136" Type="http://schemas.openxmlformats.org/officeDocument/2006/relationships/customXml" Target="../ink/ink476.xml"/><Relationship Id="rId157" Type="http://schemas.openxmlformats.org/officeDocument/2006/relationships/image" Target="../media/image1870.png"/><Relationship Id="rId178" Type="http://schemas.openxmlformats.org/officeDocument/2006/relationships/customXml" Target="../ink/ink497.xml"/><Relationship Id="rId61" Type="http://schemas.openxmlformats.org/officeDocument/2006/relationships/image" Target="../media/image9610.png"/><Relationship Id="rId82" Type="http://schemas.openxmlformats.org/officeDocument/2006/relationships/customXml" Target="../ink/ink449.xml"/><Relationship Id="rId199" Type="http://schemas.openxmlformats.org/officeDocument/2006/relationships/image" Target="../media/image2080.png"/><Relationship Id="rId203" Type="http://schemas.openxmlformats.org/officeDocument/2006/relationships/image" Target="../media/image2100.png"/><Relationship Id="rId19" Type="http://schemas.openxmlformats.org/officeDocument/2006/relationships/image" Target="../media/image7610.png"/><Relationship Id="rId224" Type="http://schemas.openxmlformats.org/officeDocument/2006/relationships/customXml" Target="../ink/ink520.xml"/><Relationship Id="rId245" Type="http://schemas.openxmlformats.org/officeDocument/2006/relationships/customXml" Target="../ink/ink531.xml"/><Relationship Id="rId30" Type="http://schemas.openxmlformats.org/officeDocument/2006/relationships/customXml" Target="../ink/ink423.xml"/><Relationship Id="rId105" Type="http://schemas.openxmlformats.org/officeDocument/2006/relationships/image" Target="../media/image1620.png"/><Relationship Id="rId126" Type="http://schemas.openxmlformats.org/officeDocument/2006/relationships/customXml" Target="../ink/ink471.xml"/><Relationship Id="rId147" Type="http://schemas.openxmlformats.org/officeDocument/2006/relationships/image" Target="../media/image1820.png"/><Relationship Id="rId168" Type="http://schemas.openxmlformats.org/officeDocument/2006/relationships/customXml" Target="../ink/ink492.xml"/><Relationship Id="rId51" Type="http://schemas.openxmlformats.org/officeDocument/2006/relationships/image" Target="../media/image9210.png"/><Relationship Id="rId72" Type="http://schemas.openxmlformats.org/officeDocument/2006/relationships/customXml" Target="../ink/ink444.xml"/><Relationship Id="rId93" Type="http://schemas.openxmlformats.org/officeDocument/2006/relationships/image" Target="../media/image1560.png"/><Relationship Id="rId189" Type="http://schemas.openxmlformats.org/officeDocument/2006/relationships/image" Target="../media/image2030.png"/><Relationship Id="rId3" Type="http://schemas.openxmlformats.org/officeDocument/2006/relationships/image" Target="../media/image2510.png"/><Relationship Id="rId214" Type="http://schemas.openxmlformats.org/officeDocument/2006/relationships/customXml" Target="../ink/ink515.xml"/><Relationship Id="rId235" Type="http://schemas.openxmlformats.org/officeDocument/2006/relationships/customXml" Target="../ink/ink526.xml"/><Relationship Id="rId116" Type="http://schemas.openxmlformats.org/officeDocument/2006/relationships/customXml" Target="../ink/ink466.xml"/><Relationship Id="rId137" Type="http://schemas.openxmlformats.org/officeDocument/2006/relationships/image" Target="../media/image1770.png"/><Relationship Id="rId158" Type="http://schemas.openxmlformats.org/officeDocument/2006/relationships/customXml" Target="../ink/ink487.xml"/><Relationship Id="rId20" Type="http://schemas.openxmlformats.org/officeDocument/2006/relationships/customXml" Target="../ink/ink418.xml"/><Relationship Id="rId41" Type="http://schemas.openxmlformats.org/officeDocument/2006/relationships/image" Target="../media/image8710.png"/><Relationship Id="rId62" Type="http://schemas.openxmlformats.org/officeDocument/2006/relationships/customXml" Target="../ink/ink439.xml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190" Type="http://schemas.openxmlformats.org/officeDocument/2006/relationships/customXml" Target="../ink/ink503.xml"/><Relationship Id="rId204" Type="http://schemas.openxmlformats.org/officeDocument/2006/relationships/customXml" Target="../ink/ink510.xml"/><Relationship Id="rId225" Type="http://schemas.openxmlformats.org/officeDocument/2006/relationships/image" Target="../media/image2211.png"/><Relationship Id="rId246" Type="http://schemas.openxmlformats.org/officeDocument/2006/relationships/image" Target="../media/image2311.png"/><Relationship Id="rId106" Type="http://schemas.openxmlformats.org/officeDocument/2006/relationships/customXml" Target="../ink/ink461.xml"/><Relationship Id="rId127" Type="http://schemas.openxmlformats.org/officeDocument/2006/relationships/image" Target="../media/image1730.png"/><Relationship Id="rId10" Type="http://schemas.openxmlformats.org/officeDocument/2006/relationships/customXml" Target="../ink/ink413.xml"/><Relationship Id="rId31" Type="http://schemas.openxmlformats.org/officeDocument/2006/relationships/image" Target="../media/image8210.png"/><Relationship Id="rId52" Type="http://schemas.openxmlformats.org/officeDocument/2006/relationships/customXml" Target="../ink/ink434.xml"/><Relationship Id="rId73" Type="http://schemas.openxmlformats.org/officeDocument/2006/relationships/image" Target="../media/image10110.png"/><Relationship Id="rId94" Type="http://schemas.openxmlformats.org/officeDocument/2006/relationships/customXml" Target="../ink/ink455.xml"/><Relationship Id="rId148" Type="http://schemas.openxmlformats.org/officeDocument/2006/relationships/customXml" Target="../ink/ink482.xml"/><Relationship Id="rId169" Type="http://schemas.openxmlformats.org/officeDocument/2006/relationships/image" Target="../media/image1930.png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324" Type="http://schemas.openxmlformats.org/officeDocument/2006/relationships/image" Target="../media/image3030.png"/><Relationship Id="rId531" Type="http://schemas.openxmlformats.org/officeDocument/2006/relationships/customXml" Target="../ink/ink799.xml"/><Relationship Id="rId170" Type="http://schemas.openxmlformats.org/officeDocument/2006/relationships/customXml" Target="../ink/ink618.xml"/><Relationship Id="rId268" Type="http://schemas.openxmlformats.org/officeDocument/2006/relationships/image" Target="../media/image2750.png"/><Relationship Id="rId475" Type="http://schemas.openxmlformats.org/officeDocument/2006/relationships/customXml" Target="../ink/ink771.xml"/><Relationship Id="rId32" Type="http://schemas.openxmlformats.org/officeDocument/2006/relationships/customXml" Target="../ink/ink549.xml"/><Relationship Id="rId128" Type="http://schemas.openxmlformats.org/officeDocument/2006/relationships/customXml" Target="../ink/ink597.xml"/><Relationship Id="rId335" Type="http://schemas.openxmlformats.org/officeDocument/2006/relationships/customXml" Target="../ink/ink701.xml"/><Relationship Id="rId542" Type="http://schemas.openxmlformats.org/officeDocument/2006/relationships/image" Target="../media/image1084.png"/><Relationship Id="rId181" Type="http://schemas.openxmlformats.org/officeDocument/2006/relationships/image" Target="../media/image1990.png"/><Relationship Id="rId402" Type="http://schemas.openxmlformats.org/officeDocument/2006/relationships/image" Target="../media/image3420.png"/><Relationship Id="rId279" Type="http://schemas.openxmlformats.org/officeDocument/2006/relationships/customXml" Target="../ink/ink673.xml"/><Relationship Id="rId486" Type="http://schemas.openxmlformats.org/officeDocument/2006/relationships/image" Target="../media/image1056.png"/><Relationship Id="rId43" Type="http://schemas.openxmlformats.org/officeDocument/2006/relationships/image" Target="../media/image8810.png"/><Relationship Id="rId139" Type="http://schemas.openxmlformats.org/officeDocument/2006/relationships/image" Target="../media/image1780.png"/><Relationship Id="rId346" Type="http://schemas.openxmlformats.org/officeDocument/2006/relationships/image" Target="../media/image3140.png"/><Relationship Id="rId553" Type="http://schemas.openxmlformats.org/officeDocument/2006/relationships/customXml" Target="../ink/ink810.xml"/><Relationship Id="rId192" Type="http://schemas.openxmlformats.org/officeDocument/2006/relationships/customXml" Target="../ink/ink629.xml"/><Relationship Id="rId206" Type="http://schemas.openxmlformats.org/officeDocument/2006/relationships/customXml" Target="../ink/ink636.xml"/><Relationship Id="rId413" Type="http://schemas.openxmlformats.org/officeDocument/2006/relationships/customXml" Target="../ink/ink740.xml"/><Relationship Id="rId497" Type="http://schemas.openxmlformats.org/officeDocument/2006/relationships/customXml" Target="../ink/ink782.xml"/><Relationship Id="rId357" Type="http://schemas.openxmlformats.org/officeDocument/2006/relationships/customXml" Target="../ink/ink712.xml"/><Relationship Id="rId54" Type="http://schemas.openxmlformats.org/officeDocument/2006/relationships/customXml" Target="../ink/ink560.xml"/><Relationship Id="rId217" Type="http://schemas.openxmlformats.org/officeDocument/2006/relationships/image" Target="../media/image2500.png"/><Relationship Id="rId259" Type="http://schemas.openxmlformats.org/officeDocument/2006/relationships/customXml" Target="../ink/ink663.xml"/><Relationship Id="rId424" Type="http://schemas.openxmlformats.org/officeDocument/2006/relationships/image" Target="../media/image1025.png"/><Relationship Id="rId466" Type="http://schemas.openxmlformats.org/officeDocument/2006/relationships/image" Target="../media/image1046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270" Type="http://schemas.openxmlformats.org/officeDocument/2006/relationships/image" Target="../media/image2760.png"/><Relationship Id="rId326" Type="http://schemas.openxmlformats.org/officeDocument/2006/relationships/image" Target="../media/image3040.png"/><Relationship Id="rId533" Type="http://schemas.openxmlformats.org/officeDocument/2006/relationships/customXml" Target="../ink/ink800.xml"/><Relationship Id="rId65" Type="http://schemas.openxmlformats.org/officeDocument/2006/relationships/image" Target="../media/image9810.png"/><Relationship Id="rId130" Type="http://schemas.openxmlformats.org/officeDocument/2006/relationships/customXml" Target="../ink/ink598.xml"/><Relationship Id="rId368" Type="http://schemas.openxmlformats.org/officeDocument/2006/relationships/image" Target="../media/image3250.png"/><Relationship Id="rId172" Type="http://schemas.openxmlformats.org/officeDocument/2006/relationships/customXml" Target="../ink/ink619.xml"/><Relationship Id="rId228" Type="http://schemas.openxmlformats.org/officeDocument/2006/relationships/image" Target="../media/image2550.png"/><Relationship Id="rId435" Type="http://schemas.openxmlformats.org/officeDocument/2006/relationships/customXml" Target="../ink/ink751.xml"/><Relationship Id="rId477" Type="http://schemas.openxmlformats.org/officeDocument/2006/relationships/customXml" Target="../ink/ink772.xml"/><Relationship Id="rId281" Type="http://schemas.openxmlformats.org/officeDocument/2006/relationships/customXml" Target="../ink/ink674.xml"/><Relationship Id="rId337" Type="http://schemas.openxmlformats.org/officeDocument/2006/relationships/customXml" Target="../ink/ink702.xml"/><Relationship Id="rId502" Type="http://schemas.openxmlformats.org/officeDocument/2006/relationships/image" Target="../media/image1064.png"/><Relationship Id="rId34" Type="http://schemas.openxmlformats.org/officeDocument/2006/relationships/customXml" Target="../ink/ink550.xml"/><Relationship Id="rId76" Type="http://schemas.openxmlformats.org/officeDocument/2006/relationships/customXml" Target="../ink/ink571.xml"/><Relationship Id="rId141" Type="http://schemas.openxmlformats.org/officeDocument/2006/relationships/image" Target="../media/image1790.png"/><Relationship Id="rId379" Type="http://schemas.openxmlformats.org/officeDocument/2006/relationships/customXml" Target="../ink/ink723.xml"/><Relationship Id="rId544" Type="http://schemas.openxmlformats.org/officeDocument/2006/relationships/image" Target="../media/image1085.png"/><Relationship Id="rId7" Type="http://schemas.openxmlformats.org/officeDocument/2006/relationships/image" Target="../media/image7110.png"/><Relationship Id="rId183" Type="http://schemas.openxmlformats.org/officeDocument/2006/relationships/image" Target="../media/image2000.png"/><Relationship Id="rId239" Type="http://schemas.openxmlformats.org/officeDocument/2006/relationships/customXml" Target="../ink/ink653.xml"/><Relationship Id="rId390" Type="http://schemas.openxmlformats.org/officeDocument/2006/relationships/image" Target="../media/image3360.png"/><Relationship Id="rId404" Type="http://schemas.openxmlformats.org/officeDocument/2006/relationships/image" Target="../media/image3430.png"/><Relationship Id="rId446" Type="http://schemas.openxmlformats.org/officeDocument/2006/relationships/image" Target="../media/image1036.png"/><Relationship Id="rId250" Type="http://schemas.openxmlformats.org/officeDocument/2006/relationships/image" Target="../media/image2660.png"/><Relationship Id="rId292" Type="http://schemas.openxmlformats.org/officeDocument/2006/relationships/image" Target="../media/image2870.png"/><Relationship Id="rId306" Type="http://schemas.openxmlformats.org/officeDocument/2006/relationships/image" Target="../media/image2940.png"/><Relationship Id="rId488" Type="http://schemas.openxmlformats.org/officeDocument/2006/relationships/image" Target="../media/image1057.png"/><Relationship Id="rId45" Type="http://schemas.openxmlformats.org/officeDocument/2006/relationships/image" Target="../media/image8910.png"/><Relationship Id="rId87" Type="http://schemas.openxmlformats.org/officeDocument/2006/relationships/image" Target="../media/image10810.png"/><Relationship Id="rId110" Type="http://schemas.openxmlformats.org/officeDocument/2006/relationships/customXml" Target="../ink/ink588.xml"/><Relationship Id="rId348" Type="http://schemas.openxmlformats.org/officeDocument/2006/relationships/image" Target="../media/image3150.png"/><Relationship Id="rId513" Type="http://schemas.openxmlformats.org/officeDocument/2006/relationships/customXml" Target="../ink/ink790.xml"/><Relationship Id="rId555" Type="http://schemas.openxmlformats.org/officeDocument/2006/relationships/customXml" Target="../ink/ink811.xml"/><Relationship Id="rId152" Type="http://schemas.openxmlformats.org/officeDocument/2006/relationships/customXml" Target="../ink/ink609.xml"/><Relationship Id="rId194" Type="http://schemas.openxmlformats.org/officeDocument/2006/relationships/customXml" Target="../ink/ink630.xml"/><Relationship Id="rId208" Type="http://schemas.openxmlformats.org/officeDocument/2006/relationships/customXml" Target="../ink/ink637.xml"/><Relationship Id="rId415" Type="http://schemas.openxmlformats.org/officeDocument/2006/relationships/customXml" Target="../ink/ink741.xml"/><Relationship Id="rId457" Type="http://schemas.openxmlformats.org/officeDocument/2006/relationships/customXml" Target="../ink/ink762.xml"/><Relationship Id="rId261" Type="http://schemas.openxmlformats.org/officeDocument/2006/relationships/customXml" Target="../ink/ink664.xml"/><Relationship Id="rId499" Type="http://schemas.openxmlformats.org/officeDocument/2006/relationships/customXml" Target="../ink/ink783.xml"/><Relationship Id="rId14" Type="http://schemas.openxmlformats.org/officeDocument/2006/relationships/customXml" Target="../ink/ink540.xml"/><Relationship Id="rId56" Type="http://schemas.openxmlformats.org/officeDocument/2006/relationships/customXml" Target="../ink/ink561.xml"/><Relationship Id="rId317" Type="http://schemas.openxmlformats.org/officeDocument/2006/relationships/customXml" Target="../ink/ink692.xml"/><Relationship Id="rId359" Type="http://schemas.openxmlformats.org/officeDocument/2006/relationships/customXml" Target="../ink/ink713.xml"/><Relationship Id="rId524" Type="http://schemas.openxmlformats.org/officeDocument/2006/relationships/image" Target="../media/image1075.png"/><Relationship Id="rId98" Type="http://schemas.openxmlformats.org/officeDocument/2006/relationships/customXml" Target="../ink/ink582.xml"/><Relationship Id="rId121" Type="http://schemas.openxmlformats.org/officeDocument/2006/relationships/image" Target="../media/image1700.png"/><Relationship Id="rId163" Type="http://schemas.openxmlformats.org/officeDocument/2006/relationships/image" Target="../media/image1900.png"/><Relationship Id="rId219" Type="http://schemas.openxmlformats.org/officeDocument/2006/relationships/image" Target="../media/image2511.png"/><Relationship Id="rId370" Type="http://schemas.openxmlformats.org/officeDocument/2006/relationships/image" Target="../media/image3260.png"/><Relationship Id="rId426" Type="http://schemas.openxmlformats.org/officeDocument/2006/relationships/image" Target="../media/image1026.png"/><Relationship Id="rId230" Type="http://schemas.openxmlformats.org/officeDocument/2006/relationships/image" Target="../media/image2560.png"/><Relationship Id="rId468" Type="http://schemas.openxmlformats.org/officeDocument/2006/relationships/image" Target="../media/image1047.png"/><Relationship Id="rId25" Type="http://schemas.openxmlformats.org/officeDocument/2006/relationships/image" Target="../media/image7910.png"/><Relationship Id="rId67" Type="http://schemas.openxmlformats.org/officeDocument/2006/relationships/image" Target="../media/image9910.png"/><Relationship Id="rId272" Type="http://schemas.openxmlformats.org/officeDocument/2006/relationships/image" Target="../media/image2770.png"/><Relationship Id="rId328" Type="http://schemas.openxmlformats.org/officeDocument/2006/relationships/image" Target="../media/image3050.png"/><Relationship Id="rId535" Type="http://schemas.openxmlformats.org/officeDocument/2006/relationships/customXml" Target="../ink/ink801.xml"/><Relationship Id="rId132" Type="http://schemas.openxmlformats.org/officeDocument/2006/relationships/customXml" Target="../ink/ink599.xml"/><Relationship Id="rId174" Type="http://schemas.openxmlformats.org/officeDocument/2006/relationships/customXml" Target="../ink/ink620.xml"/><Relationship Id="rId381" Type="http://schemas.openxmlformats.org/officeDocument/2006/relationships/customXml" Target="../ink/ink724.xml"/><Relationship Id="rId241" Type="http://schemas.openxmlformats.org/officeDocument/2006/relationships/customXml" Target="../ink/ink654.xml"/><Relationship Id="rId437" Type="http://schemas.openxmlformats.org/officeDocument/2006/relationships/customXml" Target="../ink/ink752.xml"/><Relationship Id="rId479" Type="http://schemas.openxmlformats.org/officeDocument/2006/relationships/customXml" Target="../ink/ink773.xml"/><Relationship Id="rId36" Type="http://schemas.openxmlformats.org/officeDocument/2006/relationships/customXml" Target="../ink/ink551.xml"/><Relationship Id="rId283" Type="http://schemas.openxmlformats.org/officeDocument/2006/relationships/customXml" Target="../ink/ink675.xml"/><Relationship Id="rId339" Type="http://schemas.openxmlformats.org/officeDocument/2006/relationships/customXml" Target="../ink/ink703.xml"/><Relationship Id="rId490" Type="http://schemas.openxmlformats.org/officeDocument/2006/relationships/image" Target="../media/image1058.png"/><Relationship Id="rId504" Type="http://schemas.openxmlformats.org/officeDocument/2006/relationships/image" Target="../media/image1065.png"/><Relationship Id="rId546" Type="http://schemas.openxmlformats.org/officeDocument/2006/relationships/image" Target="../media/image1086.png"/><Relationship Id="rId78" Type="http://schemas.openxmlformats.org/officeDocument/2006/relationships/customXml" Target="../ink/ink572.xml"/><Relationship Id="rId101" Type="http://schemas.openxmlformats.org/officeDocument/2006/relationships/image" Target="../media/image1600.png"/><Relationship Id="rId143" Type="http://schemas.openxmlformats.org/officeDocument/2006/relationships/image" Target="../media/image1800.png"/><Relationship Id="rId185" Type="http://schemas.openxmlformats.org/officeDocument/2006/relationships/image" Target="../media/image2340.png"/><Relationship Id="rId350" Type="http://schemas.openxmlformats.org/officeDocument/2006/relationships/image" Target="../media/image3160.png"/><Relationship Id="rId406" Type="http://schemas.openxmlformats.org/officeDocument/2006/relationships/image" Target="../media/image3440.png"/><Relationship Id="rId9" Type="http://schemas.openxmlformats.org/officeDocument/2006/relationships/image" Target="../media/image2810.png"/><Relationship Id="rId210" Type="http://schemas.openxmlformats.org/officeDocument/2006/relationships/customXml" Target="../ink/ink638.xml"/><Relationship Id="rId392" Type="http://schemas.openxmlformats.org/officeDocument/2006/relationships/image" Target="../media/image3370.png"/><Relationship Id="rId448" Type="http://schemas.openxmlformats.org/officeDocument/2006/relationships/image" Target="../media/image1037.png"/><Relationship Id="rId252" Type="http://schemas.openxmlformats.org/officeDocument/2006/relationships/image" Target="../media/image2670.png"/><Relationship Id="rId294" Type="http://schemas.openxmlformats.org/officeDocument/2006/relationships/image" Target="../media/image2880.png"/><Relationship Id="rId308" Type="http://schemas.openxmlformats.org/officeDocument/2006/relationships/image" Target="../media/image2950.png"/><Relationship Id="rId515" Type="http://schemas.openxmlformats.org/officeDocument/2006/relationships/customXml" Target="../ink/ink791.xml"/><Relationship Id="rId47" Type="http://schemas.openxmlformats.org/officeDocument/2006/relationships/image" Target="../media/image9010.png"/><Relationship Id="rId89" Type="http://schemas.openxmlformats.org/officeDocument/2006/relationships/image" Target="../media/image10910.png"/><Relationship Id="rId112" Type="http://schemas.openxmlformats.org/officeDocument/2006/relationships/customXml" Target="../ink/ink589.xml"/><Relationship Id="rId154" Type="http://schemas.openxmlformats.org/officeDocument/2006/relationships/customXml" Target="../ink/ink610.xml"/><Relationship Id="rId361" Type="http://schemas.openxmlformats.org/officeDocument/2006/relationships/customXml" Target="../ink/ink714.xml"/><Relationship Id="rId557" Type="http://schemas.openxmlformats.org/officeDocument/2006/relationships/customXml" Target="../ink/ink812.xml"/><Relationship Id="rId196" Type="http://schemas.openxmlformats.org/officeDocument/2006/relationships/customXml" Target="../ink/ink631.xml"/><Relationship Id="rId417" Type="http://schemas.openxmlformats.org/officeDocument/2006/relationships/customXml" Target="../ink/ink742.xml"/><Relationship Id="rId459" Type="http://schemas.openxmlformats.org/officeDocument/2006/relationships/customXml" Target="../ink/ink763.xml"/><Relationship Id="rId16" Type="http://schemas.openxmlformats.org/officeDocument/2006/relationships/customXml" Target="../ink/ink541.xml"/><Relationship Id="rId221" Type="http://schemas.openxmlformats.org/officeDocument/2006/relationships/image" Target="../media/image2520.png"/><Relationship Id="rId263" Type="http://schemas.openxmlformats.org/officeDocument/2006/relationships/customXml" Target="../ink/ink665.xml"/><Relationship Id="rId319" Type="http://schemas.openxmlformats.org/officeDocument/2006/relationships/customXml" Target="../ink/ink693.xml"/><Relationship Id="rId470" Type="http://schemas.openxmlformats.org/officeDocument/2006/relationships/image" Target="../media/image1048.png"/><Relationship Id="rId526" Type="http://schemas.openxmlformats.org/officeDocument/2006/relationships/image" Target="../media/image1076.png"/><Relationship Id="rId58" Type="http://schemas.openxmlformats.org/officeDocument/2006/relationships/customXml" Target="../ink/ink562.xml"/><Relationship Id="rId123" Type="http://schemas.openxmlformats.org/officeDocument/2006/relationships/image" Target="../media/image1711.png"/><Relationship Id="rId330" Type="http://schemas.openxmlformats.org/officeDocument/2006/relationships/image" Target="../media/image3060.png"/><Relationship Id="rId165" Type="http://schemas.openxmlformats.org/officeDocument/2006/relationships/image" Target="../media/image1911.png"/><Relationship Id="rId372" Type="http://schemas.openxmlformats.org/officeDocument/2006/relationships/image" Target="../media/image3270.png"/><Relationship Id="rId428" Type="http://schemas.openxmlformats.org/officeDocument/2006/relationships/image" Target="../media/image1027.png"/><Relationship Id="rId232" Type="http://schemas.openxmlformats.org/officeDocument/2006/relationships/image" Target="../media/image2570.png"/><Relationship Id="rId274" Type="http://schemas.openxmlformats.org/officeDocument/2006/relationships/image" Target="../media/image2780.png"/><Relationship Id="rId481" Type="http://schemas.openxmlformats.org/officeDocument/2006/relationships/customXml" Target="../ink/ink774.xml"/><Relationship Id="rId27" Type="http://schemas.openxmlformats.org/officeDocument/2006/relationships/image" Target="../media/image8010.png"/><Relationship Id="rId69" Type="http://schemas.openxmlformats.org/officeDocument/2006/relationships/image" Target="../media/image10010.png"/><Relationship Id="rId134" Type="http://schemas.openxmlformats.org/officeDocument/2006/relationships/customXml" Target="../ink/ink600.xml"/><Relationship Id="rId537" Type="http://schemas.openxmlformats.org/officeDocument/2006/relationships/customXml" Target="../ink/ink802.xml"/><Relationship Id="rId80" Type="http://schemas.openxmlformats.org/officeDocument/2006/relationships/customXml" Target="../ink/ink573.xml"/><Relationship Id="rId176" Type="http://schemas.openxmlformats.org/officeDocument/2006/relationships/customXml" Target="../ink/ink621.xml"/><Relationship Id="rId341" Type="http://schemas.openxmlformats.org/officeDocument/2006/relationships/customXml" Target="../ink/ink704.xml"/><Relationship Id="rId383" Type="http://schemas.openxmlformats.org/officeDocument/2006/relationships/customXml" Target="../ink/ink725.xml"/><Relationship Id="rId439" Type="http://schemas.openxmlformats.org/officeDocument/2006/relationships/customXml" Target="../ink/ink753.xml"/><Relationship Id="rId201" Type="http://schemas.openxmlformats.org/officeDocument/2006/relationships/image" Target="../media/image2420.png"/><Relationship Id="rId243" Type="http://schemas.openxmlformats.org/officeDocument/2006/relationships/customXml" Target="../ink/ink655.xml"/><Relationship Id="rId285" Type="http://schemas.openxmlformats.org/officeDocument/2006/relationships/customXml" Target="../ink/ink676.xml"/><Relationship Id="rId450" Type="http://schemas.openxmlformats.org/officeDocument/2006/relationships/image" Target="../media/image1038.png"/><Relationship Id="rId506" Type="http://schemas.openxmlformats.org/officeDocument/2006/relationships/image" Target="../media/image1066.png"/><Relationship Id="rId38" Type="http://schemas.openxmlformats.org/officeDocument/2006/relationships/customXml" Target="../ink/ink552.xml"/><Relationship Id="rId103" Type="http://schemas.openxmlformats.org/officeDocument/2006/relationships/image" Target="../media/image1611.png"/><Relationship Id="rId310" Type="http://schemas.openxmlformats.org/officeDocument/2006/relationships/image" Target="../media/image2960.png"/><Relationship Id="rId492" Type="http://schemas.openxmlformats.org/officeDocument/2006/relationships/image" Target="../media/image1059.png"/><Relationship Id="rId548" Type="http://schemas.openxmlformats.org/officeDocument/2006/relationships/image" Target="../media/image1087.png"/><Relationship Id="rId91" Type="http://schemas.openxmlformats.org/officeDocument/2006/relationships/image" Target="../media/image1108.png"/><Relationship Id="rId145" Type="http://schemas.openxmlformats.org/officeDocument/2006/relationships/image" Target="../media/image1811.png"/><Relationship Id="rId187" Type="http://schemas.openxmlformats.org/officeDocument/2006/relationships/image" Target="../media/image2350.png"/><Relationship Id="rId352" Type="http://schemas.openxmlformats.org/officeDocument/2006/relationships/image" Target="../media/image3170.png"/><Relationship Id="rId394" Type="http://schemas.openxmlformats.org/officeDocument/2006/relationships/image" Target="../media/image3380.png"/><Relationship Id="rId408" Type="http://schemas.openxmlformats.org/officeDocument/2006/relationships/image" Target="../media/image3450.png"/><Relationship Id="rId212" Type="http://schemas.openxmlformats.org/officeDocument/2006/relationships/customXml" Target="../ink/ink639.xml"/><Relationship Id="rId254" Type="http://schemas.openxmlformats.org/officeDocument/2006/relationships/image" Target="../media/image2680.png"/><Relationship Id="rId49" Type="http://schemas.openxmlformats.org/officeDocument/2006/relationships/image" Target="../media/image9110.png"/><Relationship Id="rId114" Type="http://schemas.openxmlformats.org/officeDocument/2006/relationships/customXml" Target="../ink/ink590.xml"/><Relationship Id="rId296" Type="http://schemas.openxmlformats.org/officeDocument/2006/relationships/image" Target="../media/image2890.png"/><Relationship Id="rId461" Type="http://schemas.openxmlformats.org/officeDocument/2006/relationships/customXml" Target="../ink/ink764.xml"/><Relationship Id="rId517" Type="http://schemas.openxmlformats.org/officeDocument/2006/relationships/customXml" Target="../ink/ink792.xml"/><Relationship Id="rId559" Type="http://schemas.openxmlformats.org/officeDocument/2006/relationships/customXml" Target="../ink/ink813.xml"/><Relationship Id="rId60" Type="http://schemas.openxmlformats.org/officeDocument/2006/relationships/customXml" Target="../ink/ink563.xml"/><Relationship Id="rId156" Type="http://schemas.openxmlformats.org/officeDocument/2006/relationships/customXml" Target="../ink/ink611.xml"/><Relationship Id="rId198" Type="http://schemas.openxmlformats.org/officeDocument/2006/relationships/customXml" Target="../ink/ink632.xml"/><Relationship Id="rId321" Type="http://schemas.openxmlformats.org/officeDocument/2006/relationships/customXml" Target="../ink/ink694.xml"/><Relationship Id="rId363" Type="http://schemas.openxmlformats.org/officeDocument/2006/relationships/customXml" Target="../ink/ink715.xml"/><Relationship Id="rId419" Type="http://schemas.openxmlformats.org/officeDocument/2006/relationships/customXml" Target="../ink/ink743.xml"/><Relationship Id="rId223" Type="http://schemas.openxmlformats.org/officeDocument/2006/relationships/image" Target="../media/image2530.png"/><Relationship Id="rId430" Type="http://schemas.openxmlformats.org/officeDocument/2006/relationships/image" Target="../media/image1028.png"/><Relationship Id="rId18" Type="http://schemas.openxmlformats.org/officeDocument/2006/relationships/customXml" Target="../ink/ink542.xml"/><Relationship Id="rId265" Type="http://schemas.openxmlformats.org/officeDocument/2006/relationships/customXml" Target="../ink/ink666.xml"/><Relationship Id="rId472" Type="http://schemas.openxmlformats.org/officeDocument/2006/relationships/image" Target="../media/image1049.png"/><Relationship Id="rId528" Type="http://schemas.openxmlformats.org/officeDocument/2006/relationships/image" Target="../media/image1077.png"/><Relationship Id="rId125" Type="http://schemas.openxmlformats.org/officeDocument/2006/relationships/image" Target="../media/image1720.png"/><Relationship Id="rId167" Type="http://schemas.openxmlformats.org/officeDocument/2006/relationships/image" Target="../media/image1920.png"/><Relationship Id="rId332" Type="http://schemas.openxmlformats.org/officeDocument/2006/relationships/image" Target="../media/image3070.png"/><Relationship Id="rId374" Type="http://schemas.openxmlformats.org/officeDocument/2006/relationships/image" Target="../media/image3280.png"/><Relationship Id="rId71" Type="http://schemas.openxmlformats.org/officeDocument/2006/relationships/image" Target="../media/image5910.png"/><Relationship Id="rId234" Type="http://schemas.openxmlformats.org/officeDocument/2006/relationships/image" Target="../media/image2580.png"/><Relationship Id="rId2" Type="http://schemas.openxmlformats.org/officeDocument/2006/relationships/customXml" Target="../ink/ink534.xml"/><Relationship Id="rId29" Type="http://schemas.openxmlformats.org/officeDocument/2006/relationships/image" Target="../media/image8110.png"/><Relationship Id="rId276" Type="http://schemas.openxmlformats.org/officeDocument/2006/relationships/image" Target="../media/image2790.png"/><Relationship Id="rId441" Type="http://schemas.openxmlformats.org/officeDocument/2006/relationships/customXml" Target="../ink/ink754.xml"/><Relationship Id="rId483" Type="http://schemas.openxmlformats.org/officeDocument/2006/relationships/customXml" Target="../ink/ink775.xml"/><Relationship Id="rId539" Type="http://schemas.openxmlformats.org/officeDocument/2006/relationships/customXml" Target="../ink/ink803.xml"/><Relationship Id="rId40" Type="http://schemas.openxmlformats.org/officeDocument/2006/relationships/customXml" Target="../ink/ink553.xml"/><Relationship Id="rId136" Type="http://schemas.openxmlformats.org/officeDocument/2006/relationships/customXml" Target="../ink/ink601.xml"/><Relationship Id="rId178" Type="http://schemas.openxmlformats.org/officeDocument/2006/relationships/customXml" Target="../ink/ink622.xml"/><Relationship Id="rId301" Type="http://schemas.openxmlformats.org/officeDocument/2006/relationships/customXml" Target="../ink/ink684.xml"/><Relationship Id="rId343" Type="http://schemas.openxmlformats.org/officeDocument/2006/relationships/customXml" Target="../ink/ink705.xml"/><Relationship Id="rId550" Type="http://schemas.openxmlformats.org/officeDocument/2006/relationships/image" Target="../media/image1088.png"/><Relationship Id="rId82" Type="http://schemas.openxmlformats.org/officeDocument/2006/relationships/customXml" Target="../ink/ink574.xml"/><Relationship Id="rId203" Type="http://schemas.openxmlformats.org/officeDocument/2006/relationships/image" Target="../media/image2430.png"/><Relationship Id="rId385" Type="http://schemas.openxmlformats.org/officeDocument/2006/relationships/customXml" Target="../ink/ink726.xml"/><Relationship Id="rId245" Type="http://schemas.openxmlformats.org/officeDocument/2006/relationships/customXml" Target="../ink/ink656.xml"/><Relationship Id="rId287" Type="http://schemas.openxmlformats.org/officeDocument/2006/relationships/customXml" Target="../ink/ink677.xml"/><Relationship Id="rId410" Type="http://schemas.openxmlformats.org/officeDocument/2006/relationships/image" Target="../media/image3460.png"/><Relationship Id="rId452" Type="http://schemas.openxmlformats.org/officeDocument/2006/relationships/image" Target="../media/image1039.png"/><Relationship Id="rId494" Type="http://schemas.openxmlformats.org/officeDocument/2006/relationships/image" Target="../media/image1060.png"/><Relationship Id="rId508" Type="http://schemas.openxmlformats.org/officeDocument/2006/relationships/image" Target="../media/image1067.png"/><Relationship Id="rId105" Type="http://schemas.openxmlformats.org/officeDocument/2006/relationships/image" Target="../media/image1620.png"/><Relationship Id="rId147" Type="http://schemas.openxmlformats.org/officeDocument/2006/relationships/image" Target="../media/image1820.png"/><Relationship Id="rId312" Type="http://schemas.openxmlformats.org/officeDocument/2006/relationships/image" Target="../media/image2970.png"/><Relationship Id="rId354" Type="http://schemas.openxmlformats.org/officeDocument/2006/relationships/image" Target="../media/image3180.png"/><Relationship Id="rId51" Type="http://schemas.openxmlformats.org/officeDocument/2006/relationships/image" Target="../media/image9210.png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96" Type="http://schemas.openxmlformats.org/officeDocument/2006/relationships/image" Target="../media/image3390.png"/><Relationship Id="rId214" Type="http://schemas.openxmlformats.org/officeDocument/2006/relationships/customXml" Target="../ink/ink640.xml"/><Relationship Id="rId256" Type="http://schemas.openxmlformats.org/officeDocument/2006/relationships/image" Target="../media/image2690.png"/><Relationship Id="rId298" Type="http://schemas.openxmlformats.org/officeDocument/2006/relationships/image" Target="../media/image2900.png"/><Relationship Id="rId421" Type="http://schemas.openxmlformats.org/officeDocument/2006/relationships/customXml" Target="../ink/ink744.xml"/><Relationship Id="rId463" Type="http://schemas.openxmlformats.org/officeDocument/2006/relationships/customXml" Target="../ink/ink765.xml"/><Relationship Id="rId519" Type="http://schemas.openxmlformats.org/officeDocument/2006/relationships/customXml" Target="../ink/ink793.xml"/><Relationship Id="rId116" Type="http://schemas.openxmlformats.org/officeDocument/2006/relationships/customXml" Target="../ink/ink591.xml"/><Relationship Id="rId158" Type="http://schemas.openxmlformats.org/officeDocument/2006/relationships/customXml" Target="../ink/ink612.xml"/><Relationship Id="rId323" Type="http://schemas.openxmlformats.org/officeDocument/2006/relationships/customXml" Target="../ink/ink695.xml"/><Relationship Id="rId530" Type="http://schemas.openxmlformats.org/officeDocument/2006/relationships/image" Target="../media/image1078.png"/><Relationship Id="rId20" Type="http://schemas.openxmlformats.org/officeDocument/2006/relationships/customXml" Target="../ink/ink543.xml"/><Relationship Id="rId62" Type="http://schemas.openxmlformats.org/officeDocument/2006/relationships/customXml" Target="../ink/ink564.xml"/><Relationship Id="rId365" Type="http://schemas.openxmlformats.org/officeDocument/2006/relationships/customXml" Target="../ink/ink716.xml"/><Relationship Id="rId225" Type="http://schemas.openxmlformats.org/officeDocument/2006/relationships/image" Target="../media/image2540.png"/><Relationship Id="rId267" Type="http://schemas.openxmlformats.org/officeDocument/2006/relationships/customXml" Target="../ink/ink667.xml"/><Relationship Id="rId432" Type="http://schemas.openxmlformats.org/officeDocument/2006/relationships/image" Target="../media/image1029.png"/><Relationship Id="rId474" Type="http://schemas.openxmlformats.org/officeDocument/2006/relationships/image" Target="../media/image1050.png"/><Relationship Id="rId127" Type="http://schemas.openxmlformats.org/officeDocument/2006/relationships/image" Target="../media/image1730.png"/><Relationship Id="rId31" Type="http://schemas.openxmlformats.org/officeDocument/2006/relationships/image" Target="../media/image8210.png"/><Relationship Id="rId73" Type="http://schemas.openxmlformats.org/officeDocument/2006/relationships/image" Target="../media/image10110.png"/><Relationship Id="rId169" Type="http://schemas.openxmlformats.org/officeDocument/2006/relationships/image" Target="../media/image1930.png"/><Relationship Id="rId334" Type="http://schemas.openxmlformats.org/officeDocument/2006/relationships/image" Target="../media/image3080.png"/><Relationship Id="rId376" Type="http://schemas.openxmlformats.org/officeDocument/2006/relationships/image" Target="../media/image3290.png"/><Relationship Id="rId541" Type="http://schemas.openxmlformats.org/officeDocument/2006/relationships/customXml" Target="../ink/ink804.xml"/><Relationship Id="rId4" Type="http://schemas.openxmlformats.org/officeDocument/2006/relationships/customXml" Target="../ink/ink535.xml"/><Relationship Id="rId180" Type="http://schemas.openxmlformats.org/officeDocument/2006/relationships/customXml" Target="../ink/ink623.xml"/><Relationship Id="rId236" Type="http://schemas.openxmlformats.org/officeDocument/2006/relationships/image" Target="../media/image2590.png"/><Relationship Id="rId278" Type="http://schemas.openxmlformats.org/officeDocument/2006/relationships/image" Target="../media/image2800.png"/><Relationship Id="rId401" Type="http://schemas.openxmlformats.org/officeDocument/2006/relationships/customXml" Target="../ink/ink734.xml"/><Relationship Id="rId443" Type="http://schemas.openxmlformats.org/officeDocument/2006/relationships/customXml" Target="../ink/ink755.xml"/><Relationship Id="rId303" Type="http://schemas.openxmlformats.org/officeDocument/2006/relationships/customXml" Target="../ink/ink685.xml"/><Relationship Id="rId485" Type="http://schemas.openxmlformats.org/officeDocument/2006/relationships/customXml" Target="../ink/ink776.xml"/><Relationship Id="rId42" Type="http://schemas.openxmlformats.org/officeDocument/2006/relationships/customXml" Target="../ink/ink554.xml"/><Relationship Id="rId84" Type="http://schemas.openxmlformats.org/officeDocument/2006/relationships/customXml" Target="../ink/ink575.xml"/><Relationship Id="rId138" Type="http://schemas.openxmlformats.org/officeDocument/2006/relationships/customXml" Target="../ink/ink602.xml"/><Relationship Id="rId345" Type="http://schemas.openxmlformats.org/officeDocument/2006/relationships/customXml" Target="../ink/ink706.xml"/><Relationship Id="rId387" Type="http://schemas.openxmlformats.org/officeDocument/2006/relationships/customXml" Target="../ink/ink727.xml"/><Relationship Id="rId510" Type="http://schemas.openxmlformats.org/officeDocument/2006/relationships/image" Target="../media/image1068.png"/><Relationship Id="rId552" Type="http://schemas.openxmlformats.org/officeDocument/2006/relationships/image" Target="../media/image1089.png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47" Type="http://schemas.openxmlformats.org/officeDocument/2006/relationships/customXml" Target="../ink/ink657.xml"/><Relationship Id="rId412" Type="http://schemas.openxmlformats.org/officeDocument/2006/relationships/image" Target="../media/image3470.png"/><Relationship Id="rId107" Type="http://schemas.openxmlformats.org/officeDocument/2006/relationships/image" Target="../media/image1630.png"/><Relationship Id="rId289" Type="http://schemas.openxmlformats.org/officeDocument/2006/relationships/customXml" Target="../ink/ink678.xml"/><Relationship Id="rId454" Type="http://schemas.openxmlformats.org/officeDocument/2006/relationships/image" Target="../media/image1040.png"/><Relationship Id="rId496" Type="http://schemas.openxmlformats.org/officeDocument/2006/relationships/image" Target="../media/image1061.png"/><Relationship Id="rId11" Type="http://schemas.openxmlformats.org/officeDocument/2006/relationships/image" Target="../media/image7210.png"/><Relationship Id="rId53" Type="http://schemas.openxmlformats.org/officeDocument/2006/relationships/image" Target="../media/image9310.png"/><Relationship Id="rId149" Type="http://schemas.openxmlformats.org/officeDocument/2006/relationships/image" Target="../media/image1830.png"/><Relationship Id="rId314" Type="http://schemas.openxmlformats.org/officeDocument/2006/relationships/image" Target="../media/image2980.png"/><Relationship Id="rId356" Type="http://schemas.openxmlformats.org/officeDocument/2006/relationships/image" Target="../media/image3190.png"/><Relationship Id="rId398" Type="http://schemas.openxmlformats.org/officeDocument/2006/relationships/image" Target="../media/image3400.png"/><Relationship Id="rId521" Type="http://schemas.openxmlformats.org/officeDocument/2006/relationships/customXml" Target="../ink/ink794.xml"/><Relationship Id="rId95" Type="http://schemas.openxmlformats.org/officeDocument/2006/relationships/image" Target="../media/image1570.png"/><Relationship Id="rId160" Type="http://schemas.openxmlformats.org/officeDocument/2006/relationships/customXml" Target="../ink/ink613.xml"/><Relationship Id="rId216" Type="http://schemas.openxmlformats.org/officeDocument/2006/relationships/customXml" Target="../ink/ink641.xml"/><Relationship Id="rId423" Type="http://schemas.openxmlformats.org/officeDocument/2006/relationships/customXml" Target="../ink/ink745.xml"/><Relationship Id="rId258" Type="http://schemas.openxmlformats.org/officeDocument/2006/relationships/image" Target="../media/image2700.png"/><Relationship Id="rId465" Type="http://schemas.openxmlformats.org/officeDocument/2006/relationships/customXml" Target="../ink/ink766.xml"/><Relationship Id="rId22" Type="http://schemas.openxmlformats.org/officeDocument/2006/relationships/customXml" Target="../ink/ink544.xml"/><Relationship Id="rId64" Type="http://schemas.openxmlformats.org/officeDocument/2006/relationships/customXml" Target="../ink/ink565.xml"/><Relationship Id="rId118" Type="http://schemas.openxmlformats.org/officeDocument/2006/relationships/customXml" Target="../ink/ink592.xml"/><Relationship Id="rId325" Type="http://schemas.openxmlformats.org/officeDocument/2006/relationships/customXml" Target="../ink/ink696.xml"/><Relationship Id="rId367" Type="http://schemas.openxmlformats.org/officeDocument/2006/relationships/customXml" Target="../ink/ink717.xml"/><Relationship Id="rId532" Type="http://schemas.openxmlformats.org/officeDocument/2006/relationships/image" Target="../media/image1079.png"/><Relationship Id="rId171" Type="http://schemas.openxmlformats.org/officeDocument/2006/relationships/image" Target="../media/image1940.png"/><Relationship Id="rId227" Type="http://schemas.openxmlformats.org/officeDocument/2006/relationships/customXml" Target="../ink/ink647.xml"/><Relationship Id="rId269" Type="http://schemas.openxmlformats.org/officeDocument/2006/relationships/customXml" Target="../ink/ink668.xml"/><Relationship Id="rId434" Type="http://schemas.openxmlformats.org/officeDocument/2006/relationships/image" Target="../media/image1030.png"/><Relationship Id="rId476" Type="http://schemas.openxmlformats.org/officeDocument/2006/relationships/image" Target="../media/image1051.png"/><Relationship Id="rId33" Type="http://schemas.openxmlformats.org/officeDocument/2006/relationships/image" Target="../media/image8310.png"/><Relationship Id="rId129" Type="http://schemas.openxmlformats.org/officeDocument/2006/relationships/image" Target="../media/image1290.png"/><Relationship Id="rId280" Type="http://schemas.openxmlformats.org/officeDocument/2006/relationships/image" Target="../media/image2811.png"/><Relationship Id="rId336" Type="http://schemas.openxmlformats.org/officeDocument/2006/relationships/image" Target="../media/image3090.png"/><Relationship Id="rId501" Type="http://schemas.openxmlformats.org/officeDocument/2006/relationships/customXml" Target="../ink/ink784.xml"/><Relationship Id="rId543" Type="http://schemas.openxmlformats.org/officeDocument/2006/relationships/customXml" Target="../ink/ink805.xml"/><Relationship Id="rId75" Type="http://schemas.openxmlformats.org/officeDocument/2006/relationships/image" Target="../media/image10211.png"/><Relationship Id="rId140" Type="http://schemas.openxmlformats.org/officeDocument/2006/relationships/customXml" Target="../ink/ink603.xml"/><Relationship Id="rId182" Type="http://schemas.openxmlformats.org/officeDocument/2006/relationships/customXml" Target="../ink/ink624.xml"/><Relationship Id="rId378" Type="http://schemas.openxmlformats.org/officeDocument/2006/relationships/image" Target="../media/image3300.png"/><Relationship Id="rId403" Type="http://schemas.openxmlformats.org/officeDocument/2006/relationships/customXml" Target="../ink/ink735.xml"/><Relationship Id="rId6" Type="http://schemas.openxmlformats.org/officeDocument/2006/relationships/customXml" Target="../ink/ink536.xml"/><Relationship Id="rId238" Type="http://schemas.openxmlformats.org/officeDocument/2006/relationships/image" Target="../media/image2600.png"/><Relationship Id="rId445" Type="http://schemas.openxmlformats.org/officeDocument/2006/relationships/customXml" Target="../ink/ink756.xml"/><Relationship Id="rId487" Type="http://schemas.openxmlformats.org/officeDocument/2006/relationships/customXml" Target="../ink/ink777.xml"/><Relationship Id="rId291" Type="http://schemas.openxmlformats.org/officeDocument/2006/relationships/customXml" Target="../ink/ink679.xml"/><Relationship Id="rId305" Type="http://schemas.openxmlformats.org/officeDocument/2006/relationships/customXml" Target="../ink/ink686.xml"/><Relationship Id="rId347" Type="http://schemas.openxmlformats.org/officeDocument/2006/relationships/customXml" Target="../ink/ink707.xml"/><Relationship Id="rId512" Type="http://schemas.openxmlformats.org/officeDocument/2006/relationships/image" Target="../media/image1069.png"/><Relationship Id="rId44" Type="http://schemas.openxmlformats.org/officeDocument/2006/relationships/customXml" Target="../ink/ink555.xml"/><Relationship Id="rId86" Type="http://schemas.openxmlformats.org/officeDocument/2006/relationships/customXml" Target="../ink/ink576.xml"/><Relationship Id="rId151" Type="http://schemas.openxmlformats.org/officeDocument/2006/relationships/image" Target="../media/image1840.png"/><Relationship Id="rId389" Type="http://schemas.openxmlformats.org/officeDocument/2006/relationships/customXml" Target="../ink/ink728.xml"/><Relationship Id="rId554" Type="http://schemas.openxmlformats.org/officeDocument/2006/relationships/image" Target="../media/image1090.png"/><Relationship Id="rId193" Type="http://schemas.openxmlformats.org/officeDocument/2006/relationships/image" Target="../media/image2380.png"/><Relationship Id="rId207" Type="http://schemas.openxmlformats.org/officeDocument/2006/relationships/image" Target="../media/image2450.png"/><Relationship Id="rId249" Type="http://schemas.openxmlformats.org/officeDocument/2006/relationships/customXml" Target="../ink/ink658.xml"/><Relationship Id="rId414" Type="http://schemas.openxmlformats.org/officeDocument/2006/relationships/image" Target="../media/image3480.png"/><Relationship Id="rId456" Type="http://schemas.openxmlformats.org/officeDocument/2006/relationships/image" Target="../media/image1041.png"/><Relationship Id="rId498" Type="http://schemas.openxmlformats.org/officeDocument/2006/relationships/image" Target="../media/image1062.png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260" Type="http://schemas.openxmlformats.org/officeDocument/2006/relationships/image" Target="../media/image2711.png"/><Relationship Id="rId316" Type="http://schemas.openxmlformats.org/officeDocument/2006/relationships/image" Target="../media/image2990.png"/><Relationship Id="rId523" Type="http://schemas.openxmlformats.org/officeDocument/2006/relationships/customXml" Target="../ink/ink795.xml"/><Relationship Id="rId55" Type="http://schemas.openxmlformats.org/officeDocument/2006/relationships/image" Target="../media/image9410.png"/><Relationship Id="rId97" Type="http://schemas.openxmlformats.org/officeDocument/2006/relationships/image" Target="../media/image1580.png"/><Relationship Id="rId120" Type="http://schemas.openxmlformats.org/officeDocument/2006/relationships/customXml" Target="../ink/ink593.xml"/><Relationship Id="rId358" Type="http://schemas.openxmlformats.org/officeDocument/2006/relationships/image" Target="../media/image3200.png"/><Relationship Id="rId162" Type="http://schemas.openxmlformats.org/officeDocument/2006/relationships/customXml" Target="../ink/ink614.xml"/><Relationship Id="rId218" Type="http://schemas.openxmlformats.org/officeDocument/2006/relationships/customXml" Target="../ink/ink642.xml"/><Relationship Id="rId425" Type="http://schemas.openxmlformats.org/officeDocument/2006/relationships/customXml" Target="../ink/ink746.xml"/><Relationship Id="rId467" Type="http://schemas.openxmlformats.org/officeDocument/2006/relationships/customXml" Target="../ink/ink767.xml"/><Relationship Id="rId271" Type="http://schemas.openxmlformats.org/officeDocument/2006/relationships/customXml" Target="../ink/ink669.xml"/><Relationship Id="rId24" Type="http://schemas.openxmlformats.org/officeDocument/2006/relationships/customXml" Target="../ink/ink545.xml"/><Relationship Id="rId66" Type="http://schemas.openxmlformats.org/officeDocument/2006/relationships/customXml" Target="../ink/ink566.xml"/><Relationship Id="rId131" Type="http://schemas.openxmlformats.org/officeDocument/2006/relationships/image" Target="../media/image1740.png"/><Relationship Id="rId327" Type="http://schemas.openxmlformats.org/officeDocument/2006/relationships/customXml" Target="../ink/ink697.xml"/><Relationship Id="rId369" Type="http://schemas.openxmlformats.org/officeDocument/2006/relationships/customXml" Target="../ink/ink718.xml"/><Relationship Id="rId534" Type="http://schemas.openxmlformats.org/officeDocument/2006/relationships/image" Target="../media/image1080.png"/><Relationship Id="rId173" Type="http://schemas.openxmlformats.org/officeDocument/2006/relationships/image" Target="../media/image1950.png"/><Relationship Id="rId229" Type="http://schemas.openxmlformats.org/officeDocument/2006/relationships/customXml" Target="../ink/ink648.xml"/><Relationship Id="rId380" Type="http://schemas.openxmlformats.org/officeDocument/2006/relationships/image" Target="../media/image3311.png"/><Relationship Id="rId436" Type="http://schemas.openxmlformats.org/officeDocument/2006/relationships/image" Target="../media/image1031.png"/><Relationship Id="rId240" Type="http://schemas.openxmlformats.org/officeDocument/2006/relationships/image" Target="../media/image2611.png"/><Relationship Id="rId478" Type="http://schemas.openxmlformats.org/officeDocument/2006/relationships/image" Target="../media/image1052.png"/><Relationship Id="rId35" Type="http://schemas.openxmlformats.org/officeDocument/2006/relationships/image" Target="../media/image8410.png"/><Relationship Id="rId77" Type="http://schemas.openxmlformats.org/officeDocument/2006/relationships/image" Target="../media/image10310.png"/><Relationship Id="rId100" Type="http://schemas.openxmlformats.org/officeDocument/2006/relationships/customXml" Target="../ink/ink583.xml"/><Relationship Id="rId282" Type="http://schemas.openxmlformats.org/officeDocument/2006/relationships/image" Target="../media/image2820.png"/><Relationship Id="rId338" Type="http://schemas.openxmlformats.org/officeDocument/2006/relationships/image" Target="../media/image3100.png"/><Relationship Id="rId503" Type="http://schemas.openxmlformats.org/officeDocument/2006/relationships/customXml" Target="../ink/ink785.xml"/><Relationship Id="rId545" Type="http://schemas.openxmlformats.org/officeDocument/2006/relationships/customXml" Target="../ink/ink806.xml"/><Relationship Id="rId8" Type="http://schemas.openxmlformats.org/officeDocument/2006/relationships/customXml" Target="../ink/ink537.xml"/><Relationship Id="rId142" Type="http://schemas.openxmlformats.org/officeDocument/2006/relationships/customXml" Target="../ink/ink604.xml"/><Relationship Id="rId184" Type="http://schemas.openxmlformats.org/officeDocument/2006/relationships/customXml" Target="../ink/ink625.xml"/><Relationship Id="rId391" Type="http://schemas.openxmlformats.org/officeDocument/2006/relationships/customXml" Target="../ink/ink729.xml"/><Relationship Id="rId405" Type="http://schemas.openxmlformats.org/officeDocument/2006/relationships/customXml" Target="../ink/ink736.xml"/><Relationship Id="rId447" Type="http://schemas.openxmlformats.org/officeDocument/2006/relationships/customXml" Target="../ink/ink757.xml"/><Relationship Id="rId251" Type="http://schemas.openxmlformats.org/officeDocument/2006/relationships/customXml" Target="../ink/ink659.xml"/><Relationship Id="rId489" Type="http://schemas.openxmlformats.org/officeDocument/2006/relationships/customXml" Target="../ink/ink778.xml"/><Relationship Id="rId46" Type="http://schemas.openxmlformats.org/officeDocument/2006/relationships/customXml" Target="../ink/ink556.xml"/><Relationship Id="rId293" Type="http://schemas.openxmlformats.org/officeDocument/2006/relationships/customXml" Target="../ink/ink680.xml"/><Relationship Id="rId307" Type="http://schemas.openxmlformats.org/officeDocument/2006/relationships/customXml" Target="../ink/ink687.xml"/><Relationship Id="rId349" Type="http://schemas.openxmlformats.org/officeDocument/2006/relationships/customXml" Target="../ink/ink708.xml"/><Relationship Id="rId514" Type="http://schemas.openxmlformats.org/officeDocument/2006/relationships/image" Target="../media/image1070.png"/><Relationship Id="rId556" Type="http://schemas.openxmlformats.org/officeDocument/2006/relationships/image" Target="../media/image1091.png"/><Relationship Id="rId88" Type="http://schemas.openxmlformats.org/officeDocument/2006/relationships/customXml" Target="../ink/ink577.xml"/><Relationship Id="rId111" Type="http://schemas.openxmlformats.org/officeDocument/2006/relationships/image" Target="../media/image1650.png"/><Relationship Id="rId153" Type="http://schemas.openxmlformats.org/officeDocument/2006/relationships/image" Target="../media/image1850.png"/><Relationship Id="rId195" Type="http://schemas.openxmlformats.org/officeDocument/2006/relationships/image" Target="../media/image2390.png"/><Relationship Id="rId209" Type="http://schemas.openxmlformats.org/officeDocument/2006/relationships/image" Target="../media/image2460.png"/><Relationship Id="rId360" Type="http://schemas.openxmlformats.org/officeDocument/2006/relationships/image" Target="../media/image3211.png"/><Relationship Id="rId416" Type="http://schemas.openxmlformats.org/officeDocument/2006/relationships/image" Target="../media/image3490.png"/><Relationship Id="rId220" Type="http://schemas.openxmlformats.org/officeDocument/2006/relationships/customXml" Target="../ink/ink643.xml"/><Relationship Id="rId458" Type="http://schemas.openxmlformats.org/officeDocument/2006/relationships/image" Target="../media/image1042.png"/><Relationship Id="rId15" Type="http://schemas.openxmlformats.org/officeDocument/2006/relationships/image" Target="../media/image7410.png"/><Relationship Id="rId57" Type="http://schemas.openxmlformats.org/officeDocument/2006/relationships/image" Target="../media/image9510.png"/><Relationship Id="rId262" Type="http://schemas.openxmlformats.org/officeDocument/2006/relationships/image" Target="../media/image2720.png"/><Relationship Id="rId318" Type="http://schemas.openxmlformats.org/officeDocument/2006/relationships/image" Target="../media/image3000.png"/><Relationship Id="rId525" Type="http://schemas.openxmlformats.org/officeDocument/2006/relationships/customXml" Target="../ink/ink796.xml"/><Relationship Id="rId99" Type="http://schemas.openxmlformats.org/officeDocument/2006/relationships/image" Target="../media/image1590.png"/><Relationship Id="rId122" Type="http://schemas.openxmlformats.org/officeDocument/2006/relationships/customXml" Target="../ink/ink594.xml"/><Relationship Id="rId164" Type="http://schemas.openxmlformats.org/officeDocument/2006/relationships/customXml" Target="../ink/ink615.xml"/><Relationship Id="rId371" Type="http://schemas.openxmlformats.org/officeDocument/2006/relationships/customXml" Target="../ink/ink719.xml"/><Relationship Id="rId427" Type="http://schemas.openxmlformats.org/officeDocument/2006/relationships/customXml" Target="../ink/ink747.xml"/><Relationship Id="rId469" Type="http://schemas.openxmlformats.org/officeDocument/2006/relationships/customXml" Target="../ink/ink768.xml"/><Relationship Id="rId26" Type="http://schemas.openxmlformats.org/officeDocument/2006/relationships/customXml" Target="../ink/ink546.xml"/><Relationship Id="rId231" Type="http://schemas.openxmlformats.org/officeDocument/2006/relationships/customXml" Target="../ink/ink649.xml"/><Relationship Id="rId273" Type="http://schemas.openxmlformats.org/officeDocument/2006/relationships/customXml" Target="../ink/ink670.xml"/><Relationship Id="rId329" Type="http://schemas.openxmlformats.org/officeDocument/2006/relationships/customXml" Target="../ink/ink698.xml"/><Relationship Id="rId480" Type="http://schemas.openxmlformats.org/officeDocument/2006/relationships/image" Target="../media/image1053.png"/><Relationship Id="rId536" Type="http://schemas.openxmlformats.org/officeDocument/2006/relationships/image" Target="../media/image1081.png"/><Relationship Id="rId68" Type="http://schemas.openxmlformats.org/officeDocument/2006/relationships/customXml" Target="../ink/ink567.xml"/><Relationship Id="rId133" Type="http://schemas.openxmlformats.org/officeDocument/2006/relationships/image" Target="../media/image1750.png"/><Relationship Id="rId175" Type="http://schemas.openxmlformats.org/officeDocument/2006/relationships/image" Target="../media/image1960.png"/><Relationship Id="rId340" Type="http://schemas.openxmlformats.org/officeDocument/2006/relationships/image" Target="../media/image3111.png"/><Relationship Id="rId200" Type="http://schemas.openxmlformats.org/officeDocument/2006/relationships/customXml" Target="../ink/ink633.xml"/><Relationship Id="rId382" Type="http://schemas.openxmlformats.org/officeDocument/2006/relationships/image" Target="../media/image3320.png"/><Relationship Id="rId438" Type="http://schemas.openxmlformats.org/officeDocument/2006/relationships/image" Target="../media/image1032.png"/><Relationship Id="rId242" Type="http://schemas.openxmlformats.org/officeDocument/2006/relationships/image" Target="../media/image2620.png"/><Relationship Id="rId284" Type="http://schemas.openxmlformats.org/officeDocument/2006/relationships/image" Target="../media/image2830.png"/><Relationship Id="rId491" Type="http://schemas.openxmlformats.org/officeDocument/2006/relationships/customXml" Target="../ink/ink779.xml"/><Relationship Id="rId505" Type="http://schemas.openxmlformats.org/officeDocument/2006/relationships/customXml" Target="../ink/ink786.xml"/><Relationship Id="rId37" Type="http://schemas.openxmlformats.org/officeDocument/2006/relationships/image" Target="../media/image8510.png"/><Relationship Id="rId79" Type="http://schemas.openxmlformats.org/officeDocument/2006/relationships/image" Target="../media/image10410.png"/><Relationship Id="rId102" Type="http://schemas.openxmlformats.org/officeDocument/2006/relationships/customXml" Target="../ink/ink584.xml"/><Relationship Id="rId144" Type="http://schemas.openxmlformats.org/officeDocument/2006/relationships/customXml" Target="../ink/ink605.xml"/><Relationship Id="rId547" Type="http://schemas.openxmlformats.org/officeDocument/2006/relationships/customXml" Target="../ink/ink807.xml"/><Relationship Id="rId90" Type="http://schemas.openxmlformats.org/officeDocument/2006/relationships/customXml" Target="../ink/ink578.xml"/><Relationship Id="rId186" Type="http://schemas.openxmlformats.org/officeDocument/2006/relationships/customXml" Target="../ink/ink626.xml"/><Relationship Id="rId351" Type="http://schemas.openxmlformats.org/officeDocument/2006/relationships/customXml" Target="../ink/ink709.xml"/><Relationship Id="rId393" Type="http://schemas.openxmlformats.org/officeDocument/2006/relationships/customXml" Target="../ink/ink730.xml"/><Relationship Id="rId407" Type="http://schemas.openxmlformats.org/officeDocument/2006/relationships/customXml" Target="../ink/ink737.xml"/><Relationship Id="rId449" Type="http://schemas.openxmlformats.org/officeDocument/2006/relationships/customXml" Target="../ink/ink758.xml"/><Relationship Id="rId211" Type="http://schemas.openxmlformats.org/officeDocument/2006/relationships/image" Target="../media/image2470.png"/><Relationship Id="rId253" Type="http://schemas.openxmlformats.org/officeDocument/2006/relationships/customXml" Target="../ink/ink660.xml"/><Relationship Id="rId295" Type="http://schemas.openxmlformats.org/officeDocument/2006/relationships/customXml" Target="../ink/ink681.xml"/><Relationship Id="rId309" Type="http://schemas.openxmlformats.org/officeDocument/2006/relationships/customXml" Target="../ink/ink688.xml"/><Relationship Id="rId460" Type="http://schemas.openxmlformats.org/officeDocument/2006/relationships/image" Target="../media/image1043.png"/><Relationship Id="rId516" Type="http://schemas.openxmlformats.org/officeDocument/2006/relationships/image" Target="../media/image1071.png"/><Relationship Id="rId48" Type="http://schemas.openxmlformats.org/officeDocument/2006/relationships/customXml" Target="../ink/ink557.xml"/><Relationship Id="rId113" Type="http://schemas.openxmlformats.org/officeDocument/2006/relationships/image" Target="../media/image1660.png"/><Relationship Id="rId320" Type="http://schemas.openxmlformats.org/officeDocument/2006/relationships/image" Target="../media/image3011.png"/><Relationship Id="rId558" Type="http://schemas.openxmlformats.org/officeDocument/2006/relationships/image" Target="../media/image1092.png"/><Relationship Id="rId155" Type="http://schemas.openxmlformats.org/officeDocument/2006/relationships/image" Target="../media/image1860.png"/><Relationship Id="rId197" Type="http://schemas.openxmlformats.org/officeDocument/2006/relationships/image" Target="../media/image2400.png"/><Relationship Id="rId362" Type="http://schemas.openxmlformats.org/officeDocument/2006/relationships/image" Target="../media/image3220.png"/><Relationship Id="rId418" Type="http://schemas.openxmlformats.org/officeDocument/2006/relationships/image" Target="../media/image3500.png"/><Relationship Id="rId222" Type="http://schemas.openxmlformats.org/officeDocument/2006/relationships/customXml" Target="../ink/ink644.xml"/><Relationship Id="rId264" Type="http://schemas.openxmlformats.org/officeDocument/2006/relationships/image" Target="../media/image2730.png"/><Relationship Id="rId471" Type="http://schemas.openxmlformats.org/officeDocument/2006/relationships/customXml" Target="../ink/ink769.xml"/><Relationship Id="rId17" Type="http://schemas.openxmlformats.org/officeDocument/2006/relationships/image" Target="../media/image7510.png"/><Relationship Id="rId59" Type="http://schemas.openxmlformats.org/officeDocument/2006/relationships/image" Target="../media/image5310.png"/><Relationship Id="rId124" Type="http://schemas.openxmlformats.org/officeDocument/2006/relationships/customXml" Target="../ink/ink595.xml"/><Relationship Id="rId527" Type="http://schemas.openxmlformats.org/officeDocument/2006/relationships/customXml" Target="../ink/ink797.xml"/><Relationship Id="rId70" Type="http://schemas.openxmlformats.org/officeDocument/2006/relationships/customXml" Target="../ink/ink568.xml"/><Relationship Id="rId166" Type="http://schemas.openxmlformats.org/officeDocument/2006/relationships/customXml" Target="../ink/ink616.xml"/><Relationship Id="rId331" Type="http://schemas.openxmlformats.org/officeDocument/2006/relationships/customXml" Target="../ink/ink699.xml"/><Relationship Id="rId373" Type="http://schemas.openxmlformats.org/officeDocument/2006/relationships/customXml" Target="../ink/ink720.xml"/><Relationship Id="rId429" Type="http://schemas.openxmlformats.org/officeDocument/2006/relationships/customXml" Target="../ink/ink748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650.xml"/><Relationship Id="rId440" Type="http://schemas.openxmlformats.org/officeDocument/2006/relationships/image" Target="../media/image1033.png"/><Relationship Id="rId28" Type="http://schemas.openxmlformats.org/officeDocument/2006/relationships/customXml" Target="../ink/ink547.xml"/><Relationship Id="rId275" Type="http://schemas.openxmlformats.org/officeDocument/2006/relationships/customXml" Target="../ink/ink671.xml"/><Relationship Id="rId300" Type="http://schemas.openxmlformats.org/officeDocument/2006/relationships/image" Target="../media/image2911.png"/><Relationship Id="rId482" Type="http://schemas.openxmlformats.org/officeDocument/2006/relationships/image" Target="../media/image1054.png"/><Relationship Id="rId538" Type="http://schemas.openxmlformats.org/officeDocument/2006/relationships/image" Target="../media/image1082.png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77" Type="http://schemas.openxmlformats.org/officeDocument/2006/relationships/image" Target="../media/image1970.png"/><Relationship Id="rId342" Type="http://schemas.openxmlformats.org/officeDocument/2006/relationships/image" Target="../media/image3120.png"/><Relationship Id="rId384" Type="http://schemas.openxmlformats.org/officeDocument/2006/relationships/image" Target="../media/image3330.png"/><Relationship Id="rId202" Type="http://schemas.openxmlformats.org/officeDocument/2006/relationships/customXml" Target="../ink/ink634.xml"/><Relationship Id="rId244" Type="http://schemas.openxmlformats.org/officeDocument/2006/relationships/image" Target="../media/image2630.png"/><Relationship Id="rId39" Type="http://schemas.openxmlformats.org/officeDocument/2006/relationships/image" Target="../media/image8610.png"/><Relationship Id="rId286" Type="http://schemas.openxmlformats.org/officeDocument/2006/relationships/image" Target="../media/image2840.png"/><Relationship Id="rId451" Type="http://schemas.openxmlformats.org/officeDocument/2006/relationships/customXml" Target="../ink/ink759.xml"/><Relationship Id="rId493" Type="http://schemas.openxmlformats.org/officeDocument/2006/relationships/customXml" Target="../ink/ink780.xml"/><Relationship Id="rId507" Type="http://schemas.openxmlformats.org/officeDocument/2006/relationships/customXml" Target="../ink/ink787.xml"/><Relationship Id="rId549" Type="http://schemas.openxmlformats.org/officeDocument/2006/relationships/customXml" Target="../ink/ink808.xml"/><Relationship Id="rId50" Type="http://schemas.openxmlformats.org/officeDocument/2006/relationships/customXml" Target="../ink/ink558.xml"/><Relationship Id="rId104" Type="http://schemas.openxmlformats.org/officeDocument/2006/relationships/customXml" Target="../ink/ink585.xml"/><Relationship Id="rId146" Type="http://schemas.openxmlformats.org/officeDocument/2006/relationships/customXml" Target="../ink/ink606.xml"/><Relationship Id="rId188" Type="http://schemas.openxmlformats.org/officeDocument/2006/relationships/customXml" Target="../ink/ink627.xml"/><Relationship Id="rId311" Type="http://schemas.openxmlformats.org/officeDocument/2006/relationships/customXml" Target="../ink/ink689.xml"/><Relationship Id="rId353" Type="http://schemas.openxmlformats.org/officeDocument/2006/relationships/customXml" Target="../ink/ink710.xml"/><Relationship Id="rId395" Type="http://schemas.openxmlformats.org/officeDocument/2006/relationships/customXml" Target="../ink/ink731.xml"/><Relationship Id="rId409" Type="http://schemas.openxmlformats.org/officeDocument/2006/relationships/customXml" Target="../ink/ink738.xml"/><Relationship Id="rId560" Type="http://schemas.openxmlformats.org/officeDocument/2006/relationships/image" Target="../media/image1093.png"/><Relationship Id="rId92" Type="http://schemas.openxmlformats.org/officeDocument/2006/relationships/customXml" Target="../ink/ink579.xml"/><Relationship Id="rId213" Type="http://schemas.openxmlformats.org/officeDocument/2006/relationships/image" Target="../media/image2480.png"/><Relationship Id="rId420" Type="http://schemas.openxmlformats.org/officeDocument/2006/relationships/image" Target="../media/image1023.png"/><Relationship Id="rId255" Type="http://schemas.openxmlformats.org/officeDocument/2006/relationships/customXml" Target="../ink/ink661.xml"/><Relationship Id="rId297" Type="http://schemas.openxmlformats.org/officeDocument/2006/relationships/customXml" Target="../ink/ink682.xml"/><Relationship Id="rId462" Type="http://schemas.openxmlformats.org/officeDocument/2006/relationships/image" Target="../media/image1044.png"/><Relationship Id="rId518" Type="http://schemas.openxmlformats.org/officeDocument/2006/relationships/image" Target="../media/image1072.png"/><Relationship Id="rId115" Type="http://schemas.openxmlformats.org/officeDocument/2006/relationships/image" Target="../media/image1670.png"/><Relationship Id="rId157" Type="http://schemas.openxmlformats.org/officeDocument/2006/relationships/image" Target="../media/image1870.png"/><Relationship Id="rId322" Type="http://schemas.openxmlformats.org/officeDocument/2006/relationships/image" Target="../media/image3020.png"/><Relationship Id="rId364" Type="http://schemas.openxmlformats.org/officeDocument/2006/relationships/image" Target="../media/image3230.png"/><Relationship Id="rId61" Type="http://schemas.openxmlformats.org/officeDocument/2006/relationships/image" Target="../media/image9610.png"/><Relationship Id="rId199" Type="http://schemas.openxmlformats.org/officeDocument/2006/relationships/image" Target="../media/image2411.png"/><Relationship Id="rId19" Type="http://schemas.openxmlformats.org/officeDocument/2006/relationships/image" Target="../media/image7610.png"/><Relationship Id="rId224" Type="http://schemas.openxmlformats.org/officeDocument/2006/relationships/customXml" Target="../ink/ink645.xml"/><Relationship Id="rId266" Type="http://schemas.openxmlformats.org/officeDocument/2006/relationships/image" Target="../media/image2740.png"/><Relationship Id="rId431" Type="http://schemas.openxmlformats.org/officeDocument/2006/relationships/customXml" Target="../ink/ink749.xml"/><Relationship Id="rId473" Type="http://schemas.openxmlformats.org/officeDocument/2006/relationships/customXml" Target="../ink/ink770.xml"/><Relationship Id="rId529" Type="http://schemas.openxmlformats.org/officeDocument/2006/relationships/customXml" Target="../ink/ink798.xml"/><Relationship Id="rId30" Type="http://schemas.openxmlformats.org/officeDocument/2006/relationships/customXml" Target="../ink/ink548.xml"/><Relationship Id="rId126" Type="http://schemas.openxmlformats.org/officeDocument/2006/relationships/customXml" Target="../ink/ink596.xml"/><Relationship Id="rId168" Type="http://schemas.openxmlformats.org/officeDocument/2006/relationships/customXml" Target="../ink/ink617.xml"/><Relationship Id="rId333" Type="http://schemas.openxmlformats.org/officeDocument/2006/relationships/customXml" Target="../ink/ink700.xml"/><Relationship Id="rId540" Type="http://schemas.openxmlformats.org/officeDocument/2006/relationships/image" Target="../media/image1083.png"/><Relationship Id="rId72" Type="http://schemas.openxmlformats.org/officeDocument/2006/relationships/customXml" Target="../ink/ink569.xml"/><Relationship Id="rId375" Type="http://schemas.openxmlformats.org/officeDocument/2006/relationships/customXml" Target="../ink/ink721.xml"/><Relationship Id="rId3" Type="http://schemas.openxmlformats.org/officeDocument/2006/relationships/image" Target="../media/image2510.png"/><Relationship Id="rId235" Type="http://schemas.openxmlformats.org/officeDocument/2006/relationships/customXml" Target="../ink/ink651.xml"/><Relationship Id="rId277" Type="http://schemas.openxmlformats.org/officeDocument/2006/relationships/customXml" Target="../ink/ink672.xml"/><Relationship Id="rId400" Type="http://schemas.openxmlformats.org/officeDocument/2006/relationships/image" Target="../media/image3411.png"/><Relationship Id="rId442" Type="http://schemas.openxmlformats.org/officeDocument/2006/relationships/image" Target="../media/image1034.png"/><Relationship Id="rId484" Type="http://schemas.openxmlformats.org/officeDocument/2006/relationships/image" Target="../media/image1055.png"/><Relationship Id="rId137" Type="http://schemas.openxmlformats.org/officeDocument/2006/relationships/image" Target="../media/image1770.png"/><Relationship Id="rId302" Type="http://schemas.openxmlformats.org/officeDocument/2006/relationships/image" Target="../media/image2920.png"/><Relationship Id="rId344" Type="http://schemas.openxmlformats.org/officeDocument/2006/relationships/image" Target="../media/image3130.png"/><Relationship Id="rId41" Type="http://schemas.openxmlformats.org/officeDocument/2006/relationships/image" Target="../media/image8710.png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386" Type="http://schemas.openxmlformats.org/officeDocument/2006/relationships/image" Target="../media/image3340.png"/><Relationship Id="rId551" Type="http://schemas.openxmlformats.org/officeDocument/2006/relationships/customXml" Target="../ink/ink809.xml"/><Relationship Id="rId190" Type="http://schemas.openxmlformats.org/officeDocument/2006/relationships/customXml" Target="../ink/ink628.xml"/><Relationship Id="rId204" Type="http://schemas.openxmlformats.org/officeDocument/2006/relationships/customXml" Target="../ink/ink635.xml"/><Relationship Id="rId246" Type="http://schemas.openxmlformats.org/officeDocument/2006/relationships/image" Target="../media/image2640.png"/><Relationship Id="rId288" Type="http://schemas.openxmlformats.org/officeDocument/2006/relationships/image" Target="../media/image2850.png"/><Relationship Id="rId411" Type="http://schemas.openxmlformats.org/officeDocument/2006/relationships/customXml" Target="../ink/ink739.xml"/><Relationship Id="rId453" Type="http://schemas.openxmlformats.org/officeDocument/2006/relationships/customXml" Target="../ink/ink760.xml"/><Relationship Id="rId509" Type="http://schemas.openxmlformats.org/officeDocument/2006/relationships/customXml" Target="../ink/ink788.xml"/><Relationship Id="rId106" Type="http://schemas.openxmlformats.org/officeDocument/2006/relationships/customXml" Target="../ink/ink586.xml"/><Relationship Id="rId313" Type="http://schemas.openxmlformats.org/officeDocument/2006/relationships/customXml" Target="../ink/ink690.xml"/><Relationship Id="rId495" Type="http://schemas.openxmlformats.org/officeDocument/2006/relationships/customXml" Target="../ink/ink781.xml"/><Relationship Id="rId10" Type="http://schemas.openxmlformats.org/officeDocument/2006/relationships/customXml" Target="../ink/ink538.xml"/><Relationship Id="rId52" Type="http://schemas.openxmlformats.org/officeDocument/2006/relationships/customXml" Target="../ink/ink559.xml"/><Relationship Id="rId94" Type="http://schemas.openxmlformats.org/officeDocument/2006/relationships/customXml" Target="../ink/ink580.xml"/><Relationship Id="rId148" Type="http://schemas.openxmlformats.org/officeDocument/2006/relationships/customXml" Target="../ink/ink607.xml"/><Relationship Id="rId355" Type="http://schemas.openxmlformats.org/officeDocument/2006/relationships/customXml" Target="../ink/ink711.xml"/><Relationship Id="rId397" Type="http://schemas.openxmlformats.org/officeDocument/2006/relationships/customXml" Target="../ink/ink732.xml"/><Relationship Id="rId520" Type="http://schemas.openxmlformats.org/officeDocument/2006/relationships/image" Target="../media/image1073.png"/><Relationship Id="rId215" Type="http://schemas.openxmlformats.org/officeDocument/2006/relationships/image" Target="../media/image2490.png"/><Relationship Id="rId257" Type="http://schemas.openxmlformats.org/officeDocument/2006/relationships/customXml" Target="../ink/ink662.xml"/><Relationship Id="rId422" Type="http://schemas.openxmlformats.org/officeDocument/2006/relationships/image" Target="../media/image1024.png"/><Relationship Id="rId464" Type="http://schemas.openxmlformats.org/officeDocument/2006/relationships/image" Target="../media/image1045.png"/><Relationship Id="rId299" Type="http://schemas.openxmlformats.org/officeDocument/2006/relationships/customXml" Target="../ink/ink683.xml"/><Relationship Id="rId63" Type="http://schemas.openxmlformats.org/officeDocument/2006/relationships/image" Target="../media/image9710.png"/><Relationship Id="rId159" Type="http://schemas.openxmlformats.org/officeDocument/2006/relationships/image" Target="../media/image1880.png"/><Relationship Id="rId366" Type="http://schemas.openxmlformats.org/officeDocument/2006/relationships/image" Target="../media/image3240.png"/><Relationship Id="rId226" Type="http://schemas.openxmlformats.org/officeDocument/2006/relationships/customXml" Target="../ink/ink646.xml"/><Relationship Id="rId433" Type="http://schemas.openxmlformats.org/officeDocument/2006/relationships/customXml" Target="../ink/ink750.xml"/><Relationship Id="rId74" Type="http://schemas.openxmlformats.org/officeDocument/2006/relationships/customXml" Target="../ink/ink570.xml"/><Relationship Id="rId377" Type="http://schemas.openxmlformats.org/officeDocument/2006/relationships/customXml" Target="../ink/ink722.xml"/><Relationship Id="rId500" Type="http://schemas.openxmlformats.org/officeDocument/2006/relationships/image" Target="../media/image1063.png"/><Relationship Id="rId5" Type="http://schemas.openxmlformats.org/officeDocument/2006/relationships/image" Target="../media/image7010.png"/><Relationship Id="rId237" Type="http://schemas.openxmlformats.org/officeDocument/2006/relationships/customXml" Target="../ink/ink652.xml"/><Relationship Id="rId444" Type="http://schemas.openxmlformats.org/officeDocument/2006/relationships/image" Target="../media/image1035.png"/><Relationship Id="rId290" Type="http://schemas.openxmlformats.org/officeDocument/2006/relationships/image" Target="../media/image2860.png"/><Relationship Id="rId304" Type="http://schemas.openxmlformats.org/officeDocument/2006/relationships/image" Target="../media/image2930.png"/><Relationship Id="rId388" Type="http://schemas.openxmlformats.org/officeDocument/2006/relationships/image" Target="../media/image3350.png"/><Relationship Id="rId511" Type="http://schemas.openxmlformats.org/officeDocument/2006/relationships/customXml" Target="../ink/ink789.xml"/><Relationship Id="rId85" Type="http://schemas.openxmlformats.org/officeDocument/2006/relationships/image" Target="../media/image10710.png"/><Relationship Id="rId150" Type="http://schemas.openxmlformats.org/officeDocument/2006/relationships/customXml" Target="../ink/ink608.xml"/><Relationship Id="rId248" Type="http://schemas.openxmlformats.org/officeDocument/2006/relationships/image" Target="../media/image2650.png"/><Relationship Id="rId455" Type="http://schemas.openxmlformats.org/officeDocument/2006/relationships/customXml" Target="../ink/ink761.xml"/><Relationship Id="rId12" Type="http://schemas.openxmlformats.org/officeDocument/2006/relationships/customXml" Target="../ink/ink539.xml"/><Relationship Id="rId108" Type="http://schemas.openxmlformats.org/officeDocument/2006/relationships/customXml" Target="../ink/ink587.xml"/><Relationship Id="rId315" Type="http://schemas.openxmlformats.org/officeDocument/2006/relationships/customXml" Target="../ink/ink691.xml"/><Relationship Id="rId522" Type="http://schemas.openxmlformats.org/officeDocument/2006/relationships/image" Target="../media/image1074.png"/><Relationship Id="rId96" Type="http://schemas.openxmlformats.org/officeDocument/2006/relationships/customXml" Target="../ink/ink581.xml"/><Relationship Id="rId161" Type="http://schemas.openxmlformats.org/officeDocument/2006/relationships/image" Target="../media/image1890.png"/><Relationship Id="rId399" Type="http://schemas.openxmlformats.org/officeDocument/2006/relationships/customXml" Target="../ink/ink733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324" Type="http://schemas.openxmlformats.org/officeDocument/2006/relationships/image" Target="../media/image3870.png"/><Relationship Id="rId170" Type="http://schemas.openxmlformats.org/officeDocument/2006/relationships/customXml" Target="../ink/ink898.xml"/><Relationship Id="rId226" Type="http://schemas.openxmlformats.org/officeDocument/2006/relationships/customXml" Target="../ink/ink926.xml"/><Relationship Id="rId433" Type="http://schemas.openxmlformats.org/officeDocument/2006/relationships/customXml" Target="../ink/ink1030.xml"/><Relationship Id="rId268" Type="http://schemas.openxmlformats.org/officeDocument/2006/relationships/image" Target="../media/image3590.png"/><Relationship Id="rId475" Type="http://schemas.openxmlformats.org/officeDocument/2006/relationships/customXml" Target="../ink/ink1051.xml"/><Relationship Id="rId32" Type="http://schemas.openxmlformats.org/officeDocument/2006/relationships/customXml" Target="../ink/ink829.xml"/><Relationship Id="rId74" Type="http://schemas.openxmlformats.org/officeDocument/2006/relationships/customXml" Target="../ink/ink850.xml"/><Relationship Id="rId128" Type="http://schemas.openxmlformats.org/officeDocument/2006/relationships/customXml" Target="../ink/ink877.xml"/><Relationship Id="rId335" Type="http://schemas.openxmlformats.org/officeDocument/2006/relationships/customXml" Target="../ink/ink981.xml"/><Relationship Id="rId377" Type="http://schemas.openxmlformats.org/officeDocument/2006/relationships/customXml" Target="../ink/ink1002.xml"/><Relationship Id="rId500" Type="http://schemas.openxmlformats.org/officeDocument/2006/relationships/image" Target="../media/image1097.png"/><Relationship Id="rId5" Type="http://schemas.openxmlformats.org/officeDocument/2006/relationships/image" Target="../media/image7010.png"/><Relationship Id="rId181" Type="http://schemas.openxmlformats.org/officeDocument/2006/relationships/image" Target="../media/image1990.png"/><Relationship Id="rId237" Type="http://schemas.openxmlformats.org/officeDocument/2006/relationships/customXml" Target="../ink/ink932.xml"/><Relationship Id="rId402" Type="http://schemas.openxmlformats.org/officeDocument/2006/relationships/image" Target="../media/image4260.png"/><Relationship Id="rId279" Type="http://schemas.openxmlformats.org/officeDocument/2006/relationships/customXml" Target="../ink/ink953.xml"/><Relationship Id="rId444" Type="http://schemas.openxmlformats.org/officeDocument/2006/relationships/image" Target="../media/image4470.png"/><Relationship Id="rId486" Type="http://schemas.openxmlformats.org/officeDocument/2006/relationships/image" Target="../media/image4680.png"/><Relationship Id="rId43" Type="http://schemas.openxmlformats.org/officeDocument/2006/relationships/image" Target="../media/image8810.png"/><Relationship Id="rId139" Type="http://schemas.openxmlformats.org/officeDocument/2006/relationships/image" Target="../media/image1780.png"/><Relationship Id="rId290" Type="http://schemas.openxmlformats.org/officeDocument/2006/relationships/image" Target="../media/image3700.png"/><Relationship Id="rId304" Type="http://schemas.openxmlformats.org/officeDocument/2006/relationships/image" Target="../media/image3770.png"/><Relationship Id="rId346" Type="http://schemas.openxmlformats.org/officeDocument/2006/relationships/image" Target="../media/image3980.png"/><Relationship Id="rId388" Type="http://schemas.openxmlformats.org/officeDocument/2006/relationships/image" Target="../media/image4190.png"/><Relationship Id="rId511" Type="http://schemas.openxmlformats.org/officeDocument/2006/relationships/customXml" Target="../ink/ink1069.xml"/><Relationship Id="rId85" Type="http://schemas.openxmlformats.org/officeDocument/2006/relationships/image" Target="../media/image10710.png"/><Relationship Id="rId150" Type="http://schemas.openxmlformats.org/officeDocument/2006/relationships/customXml" Target="../ink/ink888.xml"/><Relationship Id="rId192" Type="http://schemas.openxmlformats.org/officeDocument/2006/relationships/customXml" Target="../ink/ink909.xml"/><Relationship Id="rId206" Type="http://schemas.openxmlformats.org/officeDocument/2006/relationships/customXml" Target="../ink/ink916.xml"/><Relationship Id="rId413" Type="http://schemas.openxmlformats.org/officeDocument/2006/relationships/customXml" Target="../ink/ink1020.xml"/><Relationship Id="rId248" Type="http://schemas.openxmlformats.org/officeDocument/2006/relationships/image" Target="../media/image2650.png"/><Relationship Id="rId455" Type="http://schemas.openxmlformats.org/officeDocument/2006/relationships/customXml" Target="../ink/ink1041.xml"/><Relationship Id="rId497" Type="http://schemas.openxmlformats.org/officeDocument/2006/relationships/customXml" Target="../ink/ink1062.xml"/><Relationship Id="rId12" Type="http://schemas.openxmlformats.org/officeDocument/2006/relationships/customXml" Target="../ink/ink819.xml"/><Relationship Id="rId108" Type="http://schemas.openxmlformats.org/officeDocument/2006/relationships/customXml" Target="../ink/ink867.xml"/><Relationship Id="rId315" Type="http://schemas.openxmlformats.org/officeDocument/2006/relationships/customXml" Target="../ink/ink971.xml"/><Relationship Id="rId357" Type="http://schemas.openxmlformats.org/officeDocument/2006/relationships/customXml" Target="../ink/ink992.xml"/><Relationship Id="rId54" Type="http://schemas.openxmlformats.org/officeDocument/2006/relationships/customXml" Target="../ink/ink840.xml"/><Relationship Id="rId96" Type="http://schemas.openxmlformats.org/officeDocument/2006/relationships/customXml" Target="../ink/ink861.xml"/><Relationship Id="rId161" Type="http://schemas.openxmlformats.org/officeDocument/2006/relationships/image" Target="../media/image1890.png"/><Relationship Id="rId217" Type="http://schemas.openxmlformats.org/officeDocument/2006/relationships/image" Target="../media/image2500.png"/><Relationship Id="rId399" Type="http://schemas.openxmlformats.org/officeDocument/2006/relationships/customXml" Target="../ink/ink1013.xml"/><Relationship Id="rId259" Type="http://schemas.openxmlformats.org/officeDocument/2006/relationships/customXml" Target="../ink/ink943.xml"/><Relationship Id="rId424" Type="http://schemas.openxmlformats.org/officeDocument/2006/relationships/image" Target="../media/image4370.png"/><Relationship Id="rId466" Type="http://schemas.openxmlformats.org/officeDocument/2006/relationships/image" Target="../media/image458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270" Type="http://schemas.openxmlformats.org/officeDocument/2006/relationships/image" Target="../media/image3600.png"/><Relationship Id="rId326" Type="http://schemas.openxmlformats.org/officeDocument/2006/relationships/image" Target="../media/image3880.png"/><Relationship Id="rId65" Type="http://schemas.openxmlformats.org/officeDocument/2006/relationships/image" Target="../media/image9810.png"/><Relationship Id="rId130" Type="http://schemas.openxmlformats.org/officeDocument/2006/relationships/customXml" Target="../ink/ink878.xml"/><Relationship Id="rId368" Type="http://schemas.openxmlformats.org/officeDocument/2006/relationships/image" Target="../media/image4090.png"/><Relationship Id="rId172" Type="http://schemas.openxmlformats.org/officeDocument/2006/relationships/customXml" Target="../ink/ink899.xml"/><Relationship Id="rId228" Type="http://schemas.openxmlformats.org/officeDocument/2006/relationships/image" Target="../media/image2550.png"/><Relationship Id="rId435" Type="http://schemas.openxmlformats.org/officeDocument/2006/relationships/customXml" Target="../ink/ink1031.xml"/><Relationship Id="rId477" Type="http://schemas.openxmlformats.org/officeDocument/2006/relationships/customXml" Target="../ink/ink1052.xml"/><Relationship Id="rId281" Type="http://schemas.openxmlformats.org/officeDocument/2006/relationships/customXml" Target="../ink/ink954.xml"/><Relationship Id="rId337" Type="http://schemas.openxmlformats.org/officeDocument/2006/relationships/customXml" Target="../ink/ink982.xml"/><Relationship Id="rId502" Type="http://schemas.openxmlformats.org/officeDocument/2006/relationships/image" Target="../media/image1098.png"/><Relationship Id="rId34" Type="http://schemas.openxmlformats.org/officeDocument/2006/relationships/customXml" Target="../ink/ink830.xml"/><Relationship Id="rId76" Type="http://schemas.openxmlformats.org/officeDocument/2006/relationships/customXml" Target="../ink/ink851.xml"/><Relationship Id="rId141" Type="http://schemas.openxmlformats.org/officeDocument/2006/relationships/image" Target="../media/image1790.png"/><Relationship Id="rId379" Type="http://schemas.openxmlformats.org/officeDocument/2006/relationships/customXml" Target="../ink/ink1003.xml"/><Relationship Id="rId7" Type="http://schemas.openxmlformats.org/officeDocument/2006/relationships/image" Target="../media/image7110.png"/><Relationship Id="rId183" Type="http://schemas.openxmlformats.org/officeDocument/2006/relationships/image" Target="../media/image2000.png"/><Relationship Id="rId239" Type="http://schemas.openxmlformats.org/officeDocument/2006/relationships/customXml" Target="../ink/ink933.xml"/><Relationship Id="rId390" Type="http://schemas.openxmlformats.org/officeDocument/2006/relationships/image" Target="../media/image4200.png"/><Relationship Id="rId404" Type="http://schemas.openxmlformats.org/officeDocument/2006/relationships/image" Target="../media/image4270.png"/><Relationship Id="rId446" Type="http://schemas.openxmlformats.org/officeDocument/2006/relationships/image" Target="../media/image4480.png"/><Relationship Id="rId250" Type="http://schemas.openxmlformats.org/officeDocument/2006/relationships/image" Target="../media/image2660.png"/><Relationship Id="rId292" Type="http://schemas.openxmlformats.org/officeDocument/2006/relationships/image" Target="../media/image3711.png"/><Relationship Id="rId306" Type="http://schemas.openxmlformats.org/officeDocument/2006/relationships/image" Target="../media/image3780.png"/><Relationship Id="rId488" Type="http://schemas.openxmlformats.org/officeDocument/2006/relationships/image" Target="../media/image4690.png"/><Relationship Id="rId45" Type="http://schemas.openxmlformats.org/officeDocument/2006/relationships/image" Target="../media/image8910.png"/><Relationship Id="rId87" Type="http://schemas.openxmlformats.org/officeDocument/2006/relationships/image" Target="../media/image10810.png"/><Relationship Id="rId110" Type="http://schemas.openxmlformats.org/officeDocument/2006/relationships/customXml" Target="../ink/ink868.xml"/><Relationship Id="rId348" Type="http://schemas.openxmlformats.org/officeDocument/2006/relationships/image" Target="../media/image3990.png"/><Relationship Id="rId513" Type="http://schemas.openxmlformats.org/officeDocument/2006/relationships/customXml" Target="../ink/ink1070.xml"/><Relationship Id="rId152" Type="http://schemas.openxmlformats.org/officeDocument/2006/relationships/customXml" Target="../ink/ink889.xml"/><Relationship Id="rId194" Type="http://schemas.openxmlformats.org/officeDocument/2006/relationships/customXml" Target="../ink/ink910.xml"/><Relationship Id="rId208" Type="http://schemas.openxmlformats.org/officeDocument/2006/relationships/customXml" Target="../ink/ink917.xml"/><Relationship Id="rId415" Type="http://schemas.openxmlformats.org/officeDocument/2006/relationships/customXml" Target="../ink/ink1021.xml"/><Relationship Id="rId457" Type="http://schemas.openxmlformats.org/officeDocument/2006/relationships/customXml" Target="../ink/ink1042.xml"/><Relationship Id="rId261" Type="http://schemas.openxmlformats.org/officeDocument/2006/relationships/customXml" Target="../ink/ink944.xml"/><Relationship Id="rId499" Type="http://schemas.openxmlformats.org/officeDocument/2006/relationships/customXml" Target="../ink/ink1063.xml"/><Relationship Id="rId14" Type="http://schemas.openxmlformats.org/officeDocument/2006/relationships/customXml" Target="../ink/ink820.xml"/><Relationship Id="rId56" Type="http://schemas.openxmlformats.org/officeDocument/2006/relationships/customXml" Target="../ink/ink841.xml"/><Relationship Id="rId317" Type="http://schemas.openxmlformats.org/officeDocument/2006/relationships/customXml" Target="../ink/ink972.xml"/><Relationship Id="rId359" Type="http://schemas.openxmlformats.org/officeDocument/2006/relationships/customXml" Target="../ink/ink993.xml"/><Relationship Id="rId98" Type="http://schemas.openxmlformats.org/officeDocument/2006/relationships/customXml" Target="../ink/ink862.xml"/><Relationship Id="rId121" Type="http://schemas.openxmlformats.org/officeDocument/2006/relationships/image" Target="../media/image1700.png"/><Relationship Id="rId163" Type="http://schemas.openxmlformats.org/officeDocument/2006/relationships/image" Target="../media/image1900.png"/><Relationship Id="rId219" Type="http://schemas.openxmlformats.org/officeDocument/2006/relationships/image" Target="../media/image2511.png"/><Relationship Id="rId370" Type="http://schemas.openxmlformats.org/officeDocument/2006/relationships/image" Target="../media/image4100.png"/><Relationship Id="rId426" Type="http://schemas.openxmlformats.org/officeDocument/2006/relationships/image" Target="../media/image4380.png"/><Relationship Id="rId230" Type="http://schemas.openxmlformats.org/officeDocument/2006/relationships/image" Target="../media/image2560.png"/><Relationship Id="rId468" Type="http://schemas.openxmlformats.org/officeDocument/2006/relationships/image" Target="../media/image4590.png"/><Relationship Id="rId25" Type="http://schemas.openxmlformats.org/officeDocument/2006/relationships/image" Target="../media/image7910.png"/><Relationship Id="rId67" Type="http://schemas.openxmlformats.org/officeDocument/2006/relationships/image" Target="../media/image9910.png"/><Relationship Id="rId272" Type="http://schemas.openxmlformats.org/officeDocument/2006/relationships/image" Target="../media/image3611.png"/><Relationship Id="rId328" Type="http://schemas.openxmlformats.org/officeDocument/2006/relationships/image" Target="../media/image3890.png"/><Relationship Id="rId132" Type="http://schemas.openxmlformats.org/officeDocument/2006/relationships/customXml" Target="../ink/ink879.xml"/><Relationship Id="rId174" Type="http://schemas.openxmlformats.org/officeDocument/2006/relationships/customXml" Target="../ink/ink900.xml"/><Relationship Id="rId381" Type="http://schemas.openxmlformats.org/officeDocument/2006/relationships/customXml" Target="../ink/ink1004.xml"/><Relationship Id="rId241" Type="http://schemas.openxmlformats.org/officeDocument/2006/relationships/customXml" Target="../ink/ink934.xml"/><Relationship Id="rId437" Type="http://schemas.openxmlformats.org/officeDocument/2006/relationships/customXml" Target="../ink/ink1032.xml"/><Relationship Id="rId479" Type="http://schemas.openxmlformats.org/officeDocument/2006/relationships/customXml" Target="../ink/ink1053.xml"/><Relationship Id="rId36" Type="http://schemas.openxmlformats.org/officeDocument/2006/relationships/customXml" Target="../ink/ink831.xml"/><Relationship Id="rId283" Type="http://schemas.openxmlformats.org/officeDocument/2006/relationships/customXml" Target="../ink/ink955.xml"/><Relationship Id="rId339" Type="http://schemas.openxmlformats.org/officeDocument/2006/relationships/customXml" Target="../ink/ink983.xml"/><Relationship Id="rId490" Type="http://schemas.openxmlformats.org/officeDocument/2006/relationships/image" Target="../media/image4700.png"/><Relationship Id="rId504" Type="http://schemas.openxmlformats.org/officeDocument/2006/relationships/image" Target="../media/image1099.png"/><Relationship Id="rId78" Type="http://schemas.openxmlformats.org/officeDocument/2006/relationships/customXml" Target="../ink/ink852.xml"/><Relationship Id="rId101" Type="http://schemas.openxmlformats.org/officeDocument/2006/relationships/image" Target="../media/image1600.png"/><Relationship Id="rId143" Type="http://schemas.openxmlformats.org/officeDocument/2006/relationships/image" Target="../media/image1800.png"/><Relationship Id="rId185" Type="http://schemas.openxmlformats.org/officeDocument/2006/relationships/image" Target="../media/image2340.png"/><Relationship Id="rId350" Type="http://schemas.openxmlformats.org/officeDocument/2006/relationships/image" Target="../media/image4000.png"/><Relationship Id="rId406" Type="http://schemas.openxmlformats.org/officeDocument/2006/relationships/image" Target="../media/image4280.png"/><Relationship Id="rId9" Type="http://schemas.openxmlformats.org/officeDocument/2006/relationships/image" Target="../media/image2810.png"/><Relationship Id="rId210" Type="http://schemas.openxmlformats.org/officeDocument/2006/relationships/customXml" Target="../ink/ink918.xml"/><Relationship Id="rId392" Type="http://schemas.openxmlformats.org/officeDocument/2006/relationships/image" Target="../media/image4211.png"/><Relationship Id="rId448" Type="http://schemas.openxmlformats.org/officeDocument/2006/relationships/image" Target="../media/image4490.png"/><Relationship Id="rId252" Type="http://schemas.openxmlformats.org/officeDocument/2006/relationships/image" Target="../media/image3511.png"/><Relationship Id="rId294" Type="http://schemas.openxmlformats.org/officeDocument/2006/relationships/image" Target="../media/image3720.png"/><Relationship Id="rId308" Type="http://schemas.openxmlformats.org/officeDocument/2006/relationships/image" Target="../media/image3790.png"/><Relationship Id="rId515" Type="http://schemas.openxmlformats.org/officeDocument/2006/relationships/customXml" Target="../ink/ink1071.xml"/><Relationship Id="rId47" Type="http://schemas.openxmlformats.org/officeDocument/2006/relationships/image" Target="../media/image9010.png"/><Relationship Id="rId89" Type="http://schemas.openxmlformats.org/officeDocument/2006/relationships/image" Target="../media/image10910.png"/><Relationship Id="rId112" Type="http://schemas.openxmlformats.org/officeDocument/2006/relationships/customXml" Target="../ink/ink869.xml"/><Relationship Id="rId154" Type="http://schemas.openxmlformats.org/officeDocument/2006/relationships/customXml" Target="../ink/ink890.xml"/><Relationship Id="rId361" Type="http://schemas.openxmlformats.org/officeDocument/2006/relationships/customXml" Target="../ink/ink994.xml"/><Relationship Id="rId196" Type="http://schemas.openxmlformats.org/officeDocument/2006/relationships/customXml" Target="../ink/ink911.xml"/><Relationship Id="rId417" Type="http://schemas.openxmlformats.org/officeDocument/2006/relationships/customXml" Target="../ink/ink1022.xml"/><Relationship Id="rId459" Type="http://schemas.openxmlformats.org/officeDocument/2006/relationships/customXml" Target="../ink/ink1043.xml"/><Relationship Id="rId16" Type="http://schemas.openxmlformats.org/officeDocument/2006/relationships/customXml" Target="../ink/ink821.xml"/><Relationship Id="rId221" Type="http://schemas.openxmlformats.org/officeDocument/2006/relationships/image" Target="../media/image2520.png"/><Relationship Id="rId263" Type="http://schemas.openxmlformats.org/officeDocument/2006/relationships/customXml" Target="../ink/ink945.xml"/><Relationship Id="rId319" Type="http://schemas.openxmlformats.org/officeDocument/2006/relationships/customXml" Target="../ink/ink973.xml"/><Relationship Id="rId470" Type="http://schemas.openxmlformats.org/officeDocument/2006/relationships/image" Target="../media/image4600.png"/><Relationship Id="rId58" Type="http://schemas.openxmlformats.org/officeDocument/2006/relationships/customXml" Target="../ink/ink842.xml"/><Relationship Id="rId123" Type="http://schemas.openxmlformats.org/officeDocument/2006/relationships/image" Target="../media/image1711.png"/><Relationship Id="rId330" Type="http://schemas.openxmlformats.org/officeDocument/2006/relationships/image" Target="../media/image3900.png"/><Relationship Id="rId165" Type="http://schemas.openxmlformats.org/officeDocument/2006/relationships/image" Target="../media/image1911.png"/><Relationship Id="rId372" Type="http://schemas.openxmlformats.org/officeDocument/2006/relationships/image" Target="../media/image4111.png"/><Relationship Id="rId428" Type="http://schemas.openxmlformats.org/officeDocument/2006/relationships/image" Target="../media/image4390.png"/><Relationship Id="rId232" Type="http://schemas.openxmlformats.org/officeDocument/2006/relationships/image" Target="../media/image2570.png"/><Relationship Id="rId274" Type="http://schemas.openxmlformats.org/officeDocument/2006/relationships/image" Target="../media/image3620.png"/><Relationship Id="rId481" Type="http://schemas.openxmlformats.org/officeDocument/2006/relationships/customXml" Target="../ink/ink1054.xml"/><Relationship Id="rId27" Type="http://schemas.openxmlformats.org/officeDocument/2006/relationships/image" Target="../media/image8010.png"/><Relationship Id="rId69" Type="http://schemas.openxmlformats.org/officeDocument/2006/relationships/image" Target="../media/image10010.png"/><Relationship Id="rId134" Type="http://schemas.openxmlformats.org/officeDocument/2006/relationships/customXml" Target="../ink/ink880.xml"/><Relationship Id="rId80" Type="http://schemas.openxmlformats.org/officeDocument/2006/relationships/customXml" Target="../ink/ink853.xml"/><Relationship Id="rId176" Type="http://schemas.openxmlformats.org/officeDocument/2006/relationships/customXml" Target="../ink/ink901.xml"/><Relationship Id="rId341" Type="http://schemas.openxmlformats.org/officeDocument/2006/relationships/customXml" Target="../ink/ink984.xml"/><Relationship Id="rId383" Type="http://schemas.openxmlformats.org/officeDocument/2006/relationships/customXml" Target="../ink/ink1005.xml"/><Relationship Id="rId439" Type="http://schemas.openxmlformats.org/officeDocument/2006/relationships/customXml" Target="../ink/ink1033.xml"/><Relationship Id="rId201" Type="http://schemas.openxmlformats.org/officeDocument/2006/relationships/image" Target="../media/image2420.png"/><Relationship Id="rId243" Type="http://schemas.openxmlformats.org/officeDocument/2006/relationships/customXml" Target="../ink/ink935.xml"/><Relationship Id="rId285" Type="http://schemas.openxmlformats.org/officeDocument/2006/relationships/customXml" Target="../ink/ink956.xml"/><Relationship Id="rId450" Type="http://schemas.openxmlformats.org/officeDocument/2006/relationships/image" Target="../media/image4500.png"/><Relationship Id="rId506" Type="http://schemas.openxmlformats.org/officeDocument/2006/relationships/image" Target="../media/image1100.png"/><Relationship Id="rId38" Type="http://schemas.openxmlformats.org/officeDocument/2006/relationships/customXml" Target="../ink/ink832.xml"/><Relationship Id="rId103" Type="http://schemas.openxmlformats.org/officeDocument/2006/relationships/image" Target="../media/image1611.png"/><Relationship Id="rId310" Type="http://schemas.openxmlformats.org/officeDocument/2006/relationships/image" Target="../media/image3800.png"/><Relationship Id="rId492" Type="http://schemas.openxmlformats.org/officeDocument/2006/relationships/image" Target="../media/image4711.png"/><Relationship Id="rId91" Type="http://schemas.openxmlformats.org/officeDocument/2006/relationships/image" Target="../media/image1108.png"/><Relationship Id="rId145" Type="http://schemas.openxmlformats.org/officeDocument/2006/relationships/image" Target="../media/image1811.png"/><Relationship Id="rId187" Type="http://schemas.openxmlformats.org/officeDocument/2006/relationships/image" Target="../media/image2350.png"/><Relationship Id="rId352" Type="http://schemas.openxmlformats.org/officeDocument/2006/relationships/image" Target="../media/image4011.png"/><Relationship Id="rId394" Type="http://schemas.openxmlformats.org/officeDocument/2006/relationships/image" Target="../media/image4220.png"/><Relationship Id="rId408" Type="http://schemas.openxmlformats.org/officeDocument/2006/relationships/image" Target="../media/image4290.png"/><Relationship Id="rId212" Type="http://schemas.openxmlformats.org/officeDocument/2006/relationships/customXml" Target="../ink/ink919.xml"/><Relationship Id="rId254" Type="http://schemas.openxmlformats.org/officeDocument/2006/relationships/image" Target="../media/image3520.png"/><Relationship Id="rId49" Type="http://schemas.openxmlformats.org/officeDocument/2006/relationships/image" Target="../media/image9110.png"/><Relationship Id="rId114" Type="http://schemas.openxmlformats.org/officeDocument/2006/relationships/customXml" Target="../ink/ink870.xml"/><Relationship Id="rId296" Type="http://schemas.openxmlformats.org/officeDocument/2006/relationships/image" Target="../media/image3730.png"/><Relationship Id="rId461" Type="http://schemas.openxmlformats.org/officeDocument/2006/relationships/customXml" Target="../ink/ink1044.xml"/><Relationship Id="rId517" Type="http://schemas.openxmlformats.org/officeDocument/2006/relationships/customXml" Target="../ink/ink1072.xml"/><Relationship Id="rId60" Type="http://schemas.openxmlformats.org/officeDocument/2006/relationships/customXml" Target="../ink/ink843.xml"/><Relationship Id="rId156" Type="http://schemas.openxmlformats.org/officeDocument/2006/relationships/customXml" Target="../ink/ink891.xml"/><Relationship Id="rId198" Type="http://schemas.openxmlformats.org/officeDocument/2006/relationships/customXml" Target="../ink/ink912.xml"/><Relationship Id="rId321" Type="http://schemas.openxmlformats.org/officeDocument/2006/relationships/customXml" Target="../ink/ink974.xml"/><Relationship Id="rId363" Type="http://schemas.openxmlformats.org/officeDocument/2006/relationships/customXml" Target="../ink/ink995.xml"/><Relationship Id="rId419" Type="http://schemas.openxmlformats.org/officeDocument/2006/relationships/customXml" Target="../ink/ink1023.xml"/><Relationship Id="rId223" Type="http://schemas.openxmlformats.org/officeDocument/2006/relationships/image" Target="../media/image2530.png"/><Relationship Id="rId430" Type="http://schemas.openxmlformats.org/officeDocument/2006/relationships/image" Target="../media/image4400.png"/><Relationship Id="rId18" Type="http://schemas.openxmlformats.org/officeDocument/2006/relationships/customXml" Target="../ink/ink822.xml"/><Relationship Id="rId265" Type="http://schemas.openxmlformats.org/officeDocument/2006/relationships/customXml" Target="../ink/ink946.xml"/><Relationship Id="rId472" Type="http://schemas.openxmlformats.org/officeDocument/2006/relationships/image" Target="../media/image4611.png"/><Relationship Id="rId125" Type="http://schemas.openxmlformats.org/officeDocument/2006/relationships/image" Target="../media/image1720.png"/><Relationship Id="rId167" Type="http://schemas.openxmlformats.org/officeDocument/2006/relationships/image" Target="../media/image1920.png"/><Relationship Id="rId332" Type="http://schemas.openxmlformats.org/officeDocument/2006/relationships/image" Target="../media/image3911.png"/><Relationship Id="rId374" Type="http://schemas.openxmlformats.org/officeDocument/2006/relationships/image" Target="../media/image4120.png"/><Relationship Id="rId71" Type="http://schemas.openxmlformats.org/officeDocument/2006/relationships/image" Target="../media/image5910.png"/><Relationship Id="rId234" Type="http://schemas.openxmlformats.org/officeDocument/2006/relationships/image" Target="../media/image2580.png"/><Relationship Id="rId2" Type="http://schemas.openxmlformats.org/officeDocument/2006/relationships/customXml" Target="../ink/ink814.xml"/><Relationship Id="rId29" Type="http://schemas.openxmlformats.org/officeDocument/2006/relationships/image" Target="../media/image8110.png"/><Relationship Id="rId276" Type="http://schemas.openxmlformats.org/officeDocument/2006/relationships/image" Target="../media/image3630.png"/><Relationship Id="rId441" Type="http://schemas.openxmlformats.org/officeDocument/2006/relationships/customXml" Target="../ink/ink1034.xml"/><Relationship Id="rId483" Type="http://schemas.openxmlformats.org/officeDocument/2006/relationships/customXml" Target="../ink/ink1055.xml"/><Relationship Id="rId40" Type="http://schemas.openxmlformats.org/officeDocument/2006/relationships/customXml" Target="../ink/ink833.xml"/><Relationship Id="rId136" Type="http://schemas.openxmlformats.org/officeDocument/2006/relationships/customXml" Target="../ink/ink881.xml"/><Relationship Id="rId178" Type="http://schemas.openxmlformats.org/officeDocument/2006/relationships/customXml" Target="../ink/ink902.xml"/><Relationship Id="rId301" Type="http://schemas.openxmlformats.org/officeDocument/2006/relationships/customXml" Target="../ink/ink964.xml"/><Relationship Id="rId343" Type="http://schemas.openxmlformats.org/officeDocument/2006/relationships/customXml" Target="../ink/ink985.xml"/><Relationship Id="rId82" Type="http://schemas.openxmlformats.org/officeDocument/2006/relationships/customXml" Target="../ink/ink854.xml"/><Relationship Id="rId203" Type="http://schemas.openxmlformats.org/officeDocument/2006/relationships/image" Target="../media/image2430.png"/><Relationship Id="rId385" Type="http://schemas.openxmlformats.org/officeDocument/2006/relationships/customXml" Target="../ink/ink1006.xml"/><Relationship Id="rId245" Type="http://schemas.openxmlformats.org/officeDocument/2006/relationships/customXml" Target="../ink/ink936.xml"/><Relationship Id="rId287" Type="http://schemas.openxmlformats.org/officeDocument/2006/relationships/customXml" Target="../ink/ink957.xml"/><Relationship Id="rId410" Type="http://schemas.openxmlformats.org/officeDocument/2006/relationships/image" Target="../media/image4300.png"/><Relationship Id="rId452" Type="http://schemas.openxmlformats.org/officeDocument/2006/relationships/image" Target="../media/image4511.png"/><Relationship Id="rId494" Type="http://schemas.openxmlformats.org/officeDocument/2006/relationships/image" Target="../media/image1094.png"/><Relationship Id="rId508" Type="http://schemas.openxmlformats.org/officeDocument/2006/relationships/image" Target="../media/image1101.png"/><Relationship Id="rId105" Type="http://schemas.openxmlformats.org/officeDocument/2006/relationships/image" Target="../media/image1620.png"/><Relationship Id="rId147" Type="http://schemas.openxmlformats.org/officeDocument/2006/relationships/image" Target="../media/image1820.png"/><Relationship Id="rId312" Type="http://schemas.openxmlformats.org/officeDocument/2006/relationships/image" Target="../media/image3811.png"/><Relationship Id="rId354" Type="http://schemas.openxmlformats.org/officeDocument/2006/relationships/image" Target="../media/image4020.png"/><Relationship Id="rId51" Type="http://schemas.openxmlformats.org/officeDocument/2006/relationships/image" Target="../media/image9210.png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96" Type="http://schemas.openxmlformats.org/officeDocument/2006/relationships/image" Target="../media/image4230.png"/><Relationship Id="rId214" Type="http://schemas.openxmlformats.org/officeDocument/2006/relationships/customXml" Target="../ink/ink920.xml"/><Relationship Id="rId256" Type="http://schemas.openxmlformats.org/officeDocument/2006/relationships/image" Target="../media/image3530.png"/><Relationship Id="rId298" Type="http://schemas.openxmlformats.org/officeDocument/2006/relationships/image" Target="../media/image3740.png"/><Relationship Id="rId421" Type="http://schemas.openxmlformats.org/officeDocument/2006/relationships/customXml" Target="../ink/ink1024.xml"/><Relationship Id="rId463" Type="http://schemas.openxmlformats.org/officeDocument/2006/relationships/customXml" Target="../ink/ink1045.xml"/><Relationship Id="rId519" Type="http://schemas.openxmlformats.org/officeDocument/2006/relationships/customXml" Target="../ink/ink1073.xml"/><Relationship Id="rId116" Type="http://schemas.openxmlformats.org/officeDocument/2006/relationships/customXml" Target="../ink/ink871.xml"/><Relationship Id="rId158" Type="http://schemas.openxmlformats.org/officeDocument/2006/relationships/customXml" Target="../ink/ink892.xml"/><Relationship Id="rId323" Type="http://schemas.openxmlformats.org/officeDocument/2006/relationships/customXml" Target="../ink/ink975.xml"/><Relationship Id="rId20" Type="http://schemas.openxmlformats.org/officeDocument/2006/relationships/customXml" Target="../ink/ink823.xml"/><Relationship Id="rId62" Type="http://schemas.openxmlformats.org/officeDocument/2006/relationships/customXml" Target="../ink/ink844.xml"/><Relationship Id="rId365" Type="http://schemas.openxmlformats.org/officeDocument/2006/relationships/customXml" Target="../ink/ink996.xml"/><Relationship Id="rId225" Type="http://schemas.openxmlformats.org/officeDocument/2006/relationships/image" Target="../media/image2540.png"/><Relationship Id="rId267" Type="http://schemas.openxmlformats.org/officeDocument/2006/relationships/customXml" Target="../ink/ink947.xml"/><Relationship Id="rId432" Type="http://schemas.openxmlformats.org/officeDocument/2006/relationships/image" Target="../media/image4411.png"/><Relationship Id="rId474" Type="http://schemas.openxmlformats.org/officeDocument/2006/relationships/image" Target="../media/image4620.png"/><Relationship Id="rId127" Type="http://schemas.openxmlformats.org/officeDocument/2006/relationships/image" Target="../media/image1730.png"/><Relationship Id="rId31" Type="http://schemas.openxmlformats.org/officeDocument/2006/relationships/image" Target="../media/image8210.png"/><Relationship Id="rId73" Type="http://schemas.openxmlformats.org/officeDocument/2006/relationships/image" Target="../media/image10110.png"/><Relationship Id="rId169" Type="http://schemas.openxmlformats.org/officeDocument/2006/relationships/image" Target="../media/image1930.png"/><Relationship Id="rId334" Type="http://schemas.openxmlformats.org/officeDocument/2006/relationships/image" Target="../media/image3920.png"/><Relationship Id="rId376" Type="http://schemas.openxmlformats.org/officeDocument/2006/relationships/image" Target="../media/image4130.png"/><Relationship Id="rId4" Type="http://schemas.openxmlformats.org/officeDocument/2006/relationships/customXml" Target="../ink/ink815.xml"/><Relationship Id="rId180" Type="http://schemas.openxmlformats.org/officeDocument/2006/relationships/customXml" Target="../ink/ink903.xml"/><Relationship Id="rId236" Type="http://schemas.openxmlformats.org/officeDocument/2006/relationships/image" Target="../media/image2590.png"/><Relationship Id="rId278" Type="http://schemas.openxmlformats.org/officeDocument/2006/relationships/image" Target="../media/image3640.png"/><Relationship Id="rId401" Type="http://schemas.openxmlformats.org/officeDocument/2006/relationships/customXml" Target="../ink/ink1014.xml"/><Relationship Id="rId443" Type="http://schemas.openxmlformats.org/officeDocument/2006/relationships/customXml" Target="../ink/ink1035.xml"/><Relationship Id="rId303" Type="http://schemas.openxmlformats.org/officeDocument/2006/relationships/customXml" Target="../ink/ink965.xml"/><Relationship Id="rId485" Type="http://schemas.openxmlformats.org/officeDocument/2006/relationships/customXml" Target="../ink/ink1056.xml"/><Relationship Id="rId42" Type="http://schemas.openxmlformats.org/officeDocument/2006/relationships/customXml" Target="../ink/ink834.xml"/><Relationship Id="rId84" Type="http://schemas.openxmlformats.org/officeDocument/2006/relationships/customXml" Target="../ink/ink855.xml"/><Relationship Id="rId138" Type="http://schemas.openxmlformats.org/officeDocument/2006/relationships/customXml" Target="../ink/ink882.xml"/><Relationship Id="rId345" Type="http://schemas.openxmlformats.org/officeDocument/2006/relationships/customXml" Target="../ink/ink986.xml"/><Relationship Id="rId387" Type="http://schemas.openxmlformats.org/officeDocument/2006/relationships/customXml" Target="../ink/ink1007.xml"/><Relationship Id="rId510" Type="http://schemas.openxmlformats.org/officeDocument/2006/relationships/image" Target="../media/image1102.png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47" Type="http://schemas.openxmlformats.org/officeDocument/2006/relationships/customXml" Target="../ink/ink937.xml"/><Relationship Id="rId412" Type="http://schemas.openxmlformats.org/officeDocument/2006/relationships/image" Target="../media/image4311.png"/><Relationship Id="rId107" Type="http://schemas.openxmlformats.org/officeDocument/2006/relationships/image" Target="../media/image1630.png"/><Relationship Id="rId289" Type="http://schemas.openxmlformats.org/officeDocument/2006/relationships/customXml" Target="../ink/ink958.xml"/><Relationship Id="rId454" Type="http://schemas.openxmlformats.org/officeDocument/2006/relationships/image" Target="../media/image4520.png"/><Relationship Id="rId496" Type="http://schemas.openxmlformats.org/officeDocument/2006/relationships/image" Target="../media/image1095.png"/><Relationship Id="rId11" Type="http://schemas.openxmlformats.org/officeDocument/2006/relationships/image" Target="../media/image7210.png"/><Relationship Id="rId53" Type="http://schemas.openxmlformats.org/officeDocument/2006/relationships/image" Target="../media/image9310.png"/><Relationship Id="rId149" Type="http://schemas.openxmlformats.org/officeDocument/2006/relationships/image" Target="../media/image1830.png"/><Relationship Id="rId314" Type="http://schemas.openxmlformats.org/officeDocument/2006/relationships/image" Target="../media/image3820.png"/><Relationship Id="rId356" Type="http://schemas.openxmlformats.org/officeDocument/2006/relationships/image" Target="../media/image4030.png"/><Relationship Id="rId398" Type="http://schemas.openxmlformats.org/officeDocument/2006/relationships/image" Target="../media/image4240.png"/><Relationship Id="rId95" Type="http://schemas.openxmlformats.org/officeDocument/2006/relationships/image" Target="../media/image1570.png"/><Relationship Id="rId160" Type="http://schemas.openxmlformats.org/officeDocument/2006/relationships/customXml" Target="../ink/ink893.xml"/><Relationship Id="rId216" Type="http://schemas.openxmlformats.org/officeDocument/2006/relationships/customXml" Target="../ink/ink921.xml"/><Relationship Id="rId423" Type="http://schemas.openxmlformats.org/officeDocument/2006/relationships/customXml" Target="../ink/ink1025.xml"/><Relationship Id="rId258" Type="http://schemas.openxmlformats.org/officeDocument/2006/relationships/image" Target="../media/image3540.png"/><Relationship Id="rId465" Type="http://schemas.openxmlformats.org/officeDocument/2006/relationships/customXml" Target="../ink/ink1046.xml"/><Relationship Id="rId22" Type="http://schemas.openxmlformats.org/officeDocument/2006/relationships/customXml" Target="../ink/ink824.xml"/><Relationship Id="rId64" Type="http://schemas.openxmlformats.org/officeDocument/2006/relationships/customXml" Target="../ink/ink845.xml"/><Relationship Id="rId118" Type="http://schemas.openxmlformats.org/officeDocument/2006/relationships/customXml" Target="../ink/ink872.xml"/><Relationship Id="rId325" Type="http://schemas.openxmlformats.org/officeDocument/2006/relationships/customXml" Target="../ink/ink976.xml"/><Relationship Id="rId367" Type="http://schemas.openxmlformats.org/officeDocument/2006/relationships/customXml" Target="../ink/ink997.xml"/><Relationship Id="rId171" Type="http://schemas.openxmlformats.org/officeDocument/2006/relationships/image" Target="../media/image1940.png"/><Relationship Id="rId227" Type="http://schemas.openxmlformats.org/officeDocument/2006/relationships/customXml" Target="../ink/ink927.xml"/><Relationship Id="rId269" Type="http://schemas.openxmlformats.org/officeDocument/2006/relationships/customXml" Target="../ink/ink948.xml"/><Relationship Id="rId434" Type="http://schemas.openxmlformats.org/officeDocument/2006/relationships/image" Target="../media/image4420.png"/><Relationship Id="rId476" Type="http://schemas.openxmlformats.org/officeDocument/2006/relationships/image" Target="../media/image4630.png"/><Relationship Id="rId33" Type="http://schemas.openxmlformats.org/officeDocument/2006/relationships/image" Target="../media/image8310.png"/><Relationship Id="rId129" Type="http://schemas.openxmlformats.org/officeDocument/2006/relationships/image" Target="../media/image1290.png"/><Relationship Id="rId280" Type="http://schemas.openxmlformats.org/officeDocument/2006/relationships/image" Target="../media/image3650.png"/><Relationship Id="rId336" Type="http://schemas.openxmlformats.org/officeDocument/2006/relationships/image" Target="../media/image3930.png"/><Relationship Id="rId501" Type="http://schemas.openxmlformats.org/officeDocument/2006/relationships/customXml" Target="../ink/ink1064.xml"/><Relationship Id="rId75" Type="http://schemas.openxmlformats.org/officeDocument/2006/relationships/image" Target="../media/image10211.png"/><Relationship Id="rId140" Type="http://schemas.openxmlformats.org/officeDocument/2006/relationships/customXml" Target="../ink/ink883.xml"/><Relationship Id="rId182" Type="http://schemas.openxmlformats.org/officeDocument/2006/relationships/customXml" Target="../ink/ink904.xml"/><Relationship Id="rId378" Type="http://schemas.openxmlformats.org/officeDocument/2006/relationships/image" Target="../media/image4140.png"/><Relationship Id="rId403" Type="http://schemas.openxmlformats.org/officeDocument/2006/relationships/customXml" Target="../ink/ink1015.xml"/><Relationship Id="rId6" Type="http://schemas.openxmlformats.org/officeDocument/2006/relationships/customXml" Target="../ink/ink816.xml"/><Relationship Id="rId238" Type="http://schemas.openxmlformats.org/officeDocument/2006/relationships/image" Target="../media/image2600.png"/><Relationship Id="rId445" Type="http://schemas.openxmlformats.org/officeDocument/2006/relationships/customXml" Target="../ink/ink1036.xml"/><Relationship Id="rId487" Type="http://schemas.openxmlformats.org/officeDocument/2006/relationships/customXml" Target="../ink/ink1057.xml"/><Relationship Id="rId291" Type="http://schemas.openxmlformats.org/officeDocument/2006/relationships/customXml" Target="../ink/ink959.xml"/><Relationship Id="rId305" Type="http://schemas.openxmlformats.org/officeDocument/2006/relationships/customXml" Target="../ink/ink966.xml"/><Relationship Id="rId347" Type="http://schemas.openxmlformats.org/officeDocument/2006/relationships/customXml" Target="../ink/ink987.xml"/><Relationship Id="rId512" Type="http://schemas.openxmlformats.org/officeDocument/2006/relationships/image" Target="../media/image1103.png"/><Relationship Id="rId44" Type="http://schemas.openxmlformats.org/officeDocument/2006/relationships/customXml" Target="../ink/ink835.xml"/><Relationship Id="rId86" Type="http://schemas.openxmlformats.org/officeDocument/2006/relationships/customXml" Target="../ink/ink856.xml"/><Relationship Id="rId151" Type="http://schemas.openxmlformats.org/officeDocument/2006/relationships/image" Target="../media/image1840.png"/><Relationship Id="rId389" Type="http://schemas.openxmlformats.org/officeDocument/2006/relationships/customXml" Target="../ink/ink1008.xml"/><Relationship Id="rId193" Type="http://schemas.openxmlformats.org/officeDocument/2006/relationships/image" Target="../media/image2380.png"/><Relationship Id="rId207" Type="http://schemas.openxmlformats.org/officeDocument/2006/relationships/image" Target="../media/image2450.png"/><Relationship Id="rId249" Type="http://schemas.openxmlformats.org/officeDocument/2006/relationships/customXml" Target="../ink/ink938.xml"/><Relationship Id="rId414" Type="http://schemas.openxmlformats.org/officeDocument/2006/relationships/image" Target="../media/image4320.png"/><Relationship Id="rId456" Type="http://schemas.openxmlformats.org/officeDocument/2006/relationships/image" Target="../media/image4530.png"/><Relationship Id="rId498" Type="http://schemas.openxmlformats.org/officeDocument/2006/relationships/image" Target="../media/image1096.png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260" Type="http://schemas.openxmlformats.org/officeDocument/2006/relationships/image" Target="../media/image3550.png"/><Relationship Id="rId316" Type="http://schemas.openxmlformats.org/officeDocument/2006/relationships/image" Target="../media/image3830.png"/><Relationship Id="rId55" Type="http://schemas.openxmlformats.org/officeDocument/2006/relationships/image" Target="../media/image9410.png"/><Relationship Id="rId97" Type="http://schemas.openxmlformats.org/officeDocument/2006/relationships/image" Target="../media/image1580.png"/><Relationship Id="rId120" Type="http://schemas.openxmlformats.org/officeDocument/2006/relationships/customXml" Target="../ink/ink873.xml"/><Relationship Id="rId358" Type="http://schemas.openxmlformats.org/officeDocument/2006/relationships/image" Target="../media/image4040.png"/><Relationship Id="rId162" Type="http://schemas.openxmlformats.org/officeDocument/2006/relationships/customXml" Target="../ink/ink894.xml"/><Relationship Id="rId218" Type="http://schemas.openxmlformats.org/officeDocument/2006/relationships/customXml" Target="../ink/ink922.xml"/><Relationship Id="rId425" Type="http://schemas.openxmlformats.org/officeDocument/2006/relationships/customXml" Target="../ink/ink1026.xml"/><Relationship Id="rId467" Type="http://schemas.openxmlformats.org/officeDocument/2006/relationships/customXml" Target="../ink/ink1047.xml"/><Relationship Id="rId271" Type="http://schemas.openxmlformats.org/officeDocument/2006/relationships/customXml" Target="../ink/ink949.xml"/><Relationship Id="rId24" Type="http://schemas.openxmlformats.org/officeDocument/2006/relationships/customXml" Target="../ink/ink825.xml"/><Relationship Id="rId66" Type="http://schemas.openxmlformats.org/officeDocument/2006/relationships/customXml" Target="../ink/ink846.xml"/><Relationship Id="rId131" Type="http://schemas.openxmlformats.org/officeDocument/2006/relationships/image" Target="../media/image1740.png"/><Relationship Id="rId327" Type="http://schemas.openxmlformats.org/officeDocument/2006/relationships/customXml" Target="../ink/ink977.xml"/><Relationship Id="rId369" Type="http://schemas.openxmlformats.org/officeDocument/2006/relationships/customXml" Target="../ink/ink998.xml"/><Relationship Id="rId173" Type="http://schemas.openxmlformats.org/officeDocument/2006/relationships/image" Target="../media/image1950.png"/><Relationship Id="rId229" Type="http://schemas.openxmlformats.org/officeDocument/2006/relationships/customXml" Target="../ink/ink928.xml"/><Relationship Id="rId380" Type="http://schemas.openxmlformats.org/officeDocument/2006/relationships/image" Target="../media/image4150.png"/><Relationship Id="rId436" Type="http://schemas.openxmlformats.org/officeDocument/2006/relationships/image" Target="../media/image4430.png"/><Relationship Id="rId240" Type="http://schemas.openxmlformats.org/officeDocument/2006/relationships/image" Target="../media/image2611.png"/><Relationship Id="rId478" Type="http://schemas.openxmlformats.org/officeDocument/2006/relationships/image" Target="../media/image4640.png"/><Relationship Id="rId35" Type="http://schemas.openxmlformats.org/officeDocument/2006/relationships/image" Target="../media/image8410.png"/><Relationship Id="rId77" Type="http://schemas.openxmlformats.org/officeDocument/2006/relationships/image" Target="../media/image10310.png"/><Relationship Id="rId100" Type="http://schemas.openxmlformats.org/officeDocument/2006/relationships/customXml" Target="../ink/ink863.xml"/><Relationship Id="rId282" Type="http://schemas.openxmlformats.org/officeDocument/2006/relationships/image" Target="../media/image3660.png"/><Relationship Id="rId338" Type="http://schemas.openxmlformats.org/officeDocument/2006/relationships/image" Target="../media/image3940.png"/><Relationship Id="rId503" Type="http://schemas.openxmlformats.org/officeDocument/2006/relationships/customXml" Target="../ink/ink1065.xml"/><Relationship Id="rId8" Type="http://schemas.openxmlformats.org/officeDocument/2006/relationships/customXml" Target="../ink/ink817.xml"/><Relationship Id="rId142" Type="http://schemas.openxmlformats.org/officeDocument/2006/relationships/customXml" Target="../ink/ink884.xml"/><Relationship Id="rId184" Type="http://schemas.openxmlformats.org/officeDocument/2006/relationships/customXml" Target="../ink/ink905.xml"/><Relationship Id="rId391" Type="http://schemas.openxmlformats.org/officeDocument/2006/relationships/customXml" Target="../ink/ink1009.xml"/><Relationship Id="rId405" Type="http://schemas.openxmlformats.org/officeDocument/2006/relationships/customXml" Target="../ink/ink1016.xml"/><Relationship Id="rId447" Type="http://schemas.openxmlformats.org/officeDocument/2006/relationships/customXml" Target="../ink/ink1037.xml"/><Relationship Id="rId251" Type="http://schemas.openxmlformats.org/officeDocument/2006/relationships/customXml" Target="../ink/ink939.xml"/><Relationship Id="rId489" Type="http://schemas.openxmlformats.org/officeDocument/2006/relationships/customXml" Target="../ink/ink1058.xml"/><Relationship Id="rId46" Type="http://schemas.openxmlformats.org/officeDocument/2006/relationships/customXml" Target="../ink/ink836.xml"/><Relationship Id="rId293" Type="http://schemas.openxmlformats.org/officeDocument/2006/relationships/customXml" Target="../ink/ink960.xml"/><Relationship Id="rId307" Type="http://schemas.openxmlformats.org/officeDocument/2006/relationships/customXml" Target="../ink/ink967.xml"/><Relationship Id="rId349" Type="http://schemas.openxmlformats.org/officeDocument/2006/relationships/customXml" Target="../ink/ink988.xml"/><Relationship Id="rId514" Type="http://schemas.openxmlformats.org/officeDocument/2006/relationships/image" Target="../media/image1104.png"/><Relationship Id="rId88" Type="http://schemas.openxmlformats.org/officeDocument/2006/relationships/customXml" Target="../ink/ink857.xml"/><Relationship Id="rId111" Type="http://schemas.openxmlformats.org/officeDocument/2006/relationships/image" Target="../media/image1650.png"/><Relationship Id="rId153" Type="http://schemas.openxmlformats.org/officeDocument/2006/relationships/image" Target="../media/image1850.png"/><Relationship Id="rId195" Type="http://schemas.openxmlformats.org/officeDocument/2006/relationships/image" Target="../media/image2390.png"/><Relationship Id="rId209" Type="http://schemas.openxmlformats.org/officeDocument/2006/relationships/image" Target="../media/image2460.png"/><Relationship Id="rId360" Type="http://schemas.openxmlformats.org/officeDocument/2006/relationships/image" Target="../media/image4050.png"/><Relationship Id="rId416" Type="http://schemas.openxmlformats.org/officeDocument/2006/relationships/image" Target="../media/image4330.png"/><Relationship Id="rId220" Type="http://schemas.openxmlformats.org/officeDocument/2006/relationships/customXml" Target="../ink/ink923.xml"/><Relationship Id="rId458" Type="http://schemas.openxmlformats.org/officeDocument/2006/relationships/image" Target="../media/image4540.png"/><Relationship Id="rId15" Type="http://schemas.openxmlformats.org/officeDocument/2006/relationships/image" Target="../media/image7410.png"/><Relationship Id="rId57" Type="http://schemas.openxmlformats.org/officeDocument/2006/relationships/image" Target="../media/image9510.png"/><Relationship Id="rId262" Type="http://schemas.openxmlformats.org/officeDocument/2006/relationships/image" Target="../media/image3560.png"/><Relationship Id="rId318" Type="http://schemas.openxmlformats.org/officeDocument/2006/relationships/image" Target="../media/image3840.png"/><Relationship Id="rId99" Type="http://schemas.openxmlformats.org/officeDocument/2006/relationships/image" Target="../media/image1590.png"/><Relationship Id="rId122" Type="http://schemas.openxmlformats.org/officeDocument/2006/relationships/customXml" Target="../ink/ink874.xml"/><Relationship Id="rId164" Type="http://schemas.openxmlformats.org/officeDocument/2006/relationships/customXml" Target="../ink/ink895.xml"/><Relationship Id="rId371" Type="http://schemas.openxmlformats.org/officeDocument/2006/relationships/customXml" Target="../ink/ink999.xml"/><Relationship Id="rId427" Type="http://schemas.openxmlformats.org/officeDocument/2006/relationships/customXml" Target="../ink/ink1027.xml"/><Relationship Id="rId469" Type="http://schemas.openxmlformats.org/officeDocument/2006/relationships/customXml" Target="../ink/ink1048.xml"/><Relationship Id="rId26" Type="http://schemas.openxmlformats.org/officeDocument/2006/relationships/customXml" Target="../ink/ink826.xml"/><Relationship Id="rId231" Type="http://schemas.openxmlformats.org/officeDocument/2006/relationships/customXml" Target="../ink/ink929.xml"/><Relationship Id="rId273" Type="http://schemas.openxmlformats.org/officeDocument/2006/relationships/customXml" Target="../ink/ink950.xml"/><Relationship Id="rId329" Type="http://schemas.openxmlformats.org/officeDocument/2006/relationships/customXml" Target="../ink/ink978.xml"/><Relationship Id="rId480" Type="http://schemas.openxmlformats.org/officeDocument/2006/relationships/image" Target="../media/image4650.png"/><Relationship Id="rId68" Type="http://schemas.openxmlformats.org/officeDocument/2006/relationships/customXml" Target="../ink/ink847.xml"/><Relationship Id="rId133" Type="http://schemas.openxmlformats.org/officeDocument/2006/relationships/image" Target="../media/image1750.png"/><Relationship Id="rId175" Type="http://schemas.openxmlformats.org/officeDocument/2006/relationships/image" Target="../media/image1960.png"/><Relationship Id="rId340" Type="http://schemas.openxmlformats.org/officeDocument/2006/relationships/image" Target="../media/image3950.png"/><Relationship Id="rId200" Type="http://schemas.openxmlformats.org/officeDocument/2006/relationships/customXml" Target="../ink/ink913.xml"/><Relationship Id="rId382" Type="http://schemas.openxmlformats.org/officeDocument/2006/relationships/image" Target="../media/image4160.png"/><Relationship Id="rId438" Type="http://schemas.openxmlformats.org/officeDocument/2006/relationships/image" Target="../media/image4440.png"/><Relationship Id="rId242" Type="http://schemas.openxmlformats.org/officeDocument/2006/relationships/image" Target="../media/image2620.png"/><Relationship Id="rId284" Type="http://schemas.openxmlformats.org/officeDocument/2006/relationships/image" Target="../media/image3670.png"/><Relationship Id="rId491" Type="http://schemas.openxmlformats.org/officeDocument/2006/relationships/customXml" Target="../ink/ink1059.xml"/><Relationship Id="rId505" Type="http://schemas.openxmlformats.org/officeDocument/2006/relationships/customXml" Target="../ink/ink1066.xml"/><Relationship Id="rId37" Type="http://schemas.openxmlformats.org/officeDocument/2006/relationships/image" Target="../media/image8510.png"/><Relationship Id="rId79" Type="http://schemas.openxmlformats.org/officeDocument/2006/relationships/image" Target="../media/image10410.png"/><Relationship Id="rId102" Type="http://schemas.openxmlformats.org/officeDocument/2006/relationships/customXml" Target="../ink/ink864.xml"/><Relationship Id="rId144" Type="http://schemas.openxmlformats.org/officeDocument/2006/relationships/customXml" Target="../ink/ink885.xml"/><Relationship Id="rId90" Type="http://schemas.openxmlformats.org/officeDocument/2006/relationships/customXml" Target="../ink/ink858.xml"/><Relationship Id="rId186" Type="http://schemas.openxmlformats.org/officeDocument/2006/relationships/customXml" Target="../ink/ink906.xml"/><Relationship Id="rId351" Type="http://schemas.openxmlformats.org/officeDocument/2006/relationships/customXml" Target="../ink/ink989.xml"/><Relationship Id="rId393" Type="http://schemas.openxmlformats.org/officeDocument/2006/relationships/customXml" Target="../ink/ink1010.xml"/><Relationship Id="rId407" Type="http://schemas.openxmlformats.org/officeDocument/2006/relationships/customXml" Target="../ink/ink1017.xml"/><Relationship Id="rId449" Type="http://schemas.openxmlformats.org/officeDocument/2006/relationships/customXml" Target="../ink/ink1038.xml"/><Relationship Id="rId211" Type="http://schemas.openxmlformats.org/officeDocument/2006/relationships/image" Target="../media/image2470.png"/><Relationship Id="rId253" Type="http://schemas.openxmlformats.org/officeDocument/2006/relationships/customXml" Target="../ink/ink940.xml"/><Relationship Id="rId295" Type="http://schemas.openxmlformats.org/officeDocument/2006/relationships/customXml" Target="../ink/ink961.xml"/><Relationship Id="rId309" Type="http://schemas.openxmlformats.org/officeDocument/2006/relationships/customXml" Target="../ink/ink968.xml"/><Relationship Id="rId460" Type="http://schemas.openxmlformats.org/officeDocument/2006/relationships/image" Target="../media/image4550.png"/><Relationship Id="rId516" Type="http://schemas.openxmlformats.org/officeDocument/2006/relationships/image" Target="../media/image1105.png"/><Relationship Id="rId48" Type="http://schemas.openxmlformats.org/officeDocument/2006/relationships/customXml" Target="../ink/ink837.xml"/><Relationship Id="rId113" Type="http://schemas.openxmlformats.org/officeDocument/2006/relationships/image" Target="../media/image1660.png"/><Relationship Id="rId320" Type="http://schemas.openxmlformats.org/officeDocument/2006/relationships/image" Target="../media/image3850.png"/><Relationship Id="rId155" Type="http://schemas.openxmlformats.org/officeDocument/2006/relationships/image" Target="../media/image1860.png"/><Relationship Id="rId197" Type="http://schemas.openxmlformats.org/officeDocument/2006/relationships/image" Target="../media/image2400.png"/><Relationship Id="rId362" Type="http://schemas.openxmlformats.org/officeDocument/2006/relationships/image" Target="../media/image4060.png"/><Relationship Id="rId418" Type="http://schemas.openxmlformats.org/officeDocument/2006/relationships/image" Target="../media/image4340.png"/><Relationship Id="rId222" Type="http://schemas.openxmlformats.org/officeDocument/2006/relationships/customXml" Target="../ink/ink924.xml"/><Relationship Id="rId264" Type="http://schemas.openxmlformats.org/officeDocument/2006/relationships/image" Target="../media/image3570.png"/><Relationship Id="rId471" Type="http://schemas.openxmlformats.org/officeDocument/2006/relationships/customXml" Target="../ink/ink1049.xml"/><Relationship Id="rId17" Type="http://schemas.openxmlformats.org/officeDocument/2006/relationships/image" Target="../media/image7510.png"/><Relationship Id="rId59" Type="http://schemas.openxmlformats.org/officeDocument/2006/relationships/image" Target="../media/image5310.png"/><Relationship Id="rId124" Type="http://schemas.openxmlformats.org/officeDocument/2006/relationships/customXml" Target="../ink/ink875.xml"/><Relationship Id="rId70" Type="http://schemas.openxmlformats.org/officeDocument/2006/relationships/customXml" Target="../ink/ink848.xml"/><Relationship Id="rId166" Type="http://schemas.openxmlformats.org/officeDocument/2006/relationships/customXml" Target="../ink/ink896.xml"/><Relationship Id="rId331" Type="http://schemas.openxmlformats.org/officeDocument/2006/relationships/customXml" Target="../ink/ink979.xml"/><Relationship Id="rId373" Type="http://schemas.openxmlformats.org/officeDocument/2006/relationships/customXml" Target="../ink/ink1000.xml"/><Relationship Id="rId429" Type="http://schemas.openxmlformats.org/officeDocument/2006/relationships/customXml" Target="../ink/ink1028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930.xml"/><Relationship Id="rId440" Type="http://schemas.openxmlformats.org/officeDocument/2006/relationships/image" Target="../media/image4450.png"/><Relationship Id="rId28" Type="http://schemas.openxmlformats.org/officeDocument/2006/relationships/customXml" Target="../ink/ink827.xml"/><Relationship Id="rId275" Type="http://schemas.openxmlformats.org/officeDocument/2006/relationships/customXml" Target="../ink/ink951.xml"/><Relationship Id="rId300" Type="http://schemas.openxmlformats.org/officeDocument/2006/relationships/image" Target="../media/image3750.png"/><Relationship Id="rId482" Type="http://schemas.openxmlformats.org/officeDocument/2006/relationships/image" Target="../media/image4660.png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77" Type="http://schemas.openxmlformats.org/officeDocument/2006/relationships/image" Target="../media/image1970.png"/><Relationship Id="rId342" Type="http://schemas.openxmlformats.org/officeDocument/2006/relationships/image" Target="../media/image3960.png"/><Relationship Id="rId384" Type="http://schemas.openxmlformats.org/officeDocument/2006/relationships/image" Target="../media/image4170.png"/><Relationship Id="rId202" Type="http://schemas.openxmlformats.org/officeDocument/2006/relationships/customXml" Target="../ink/ink914.xml"/><Relationship Id="rId244" Type="http://schemas.openxmlformats.org/officeDocument/2006/relationships/image" Target="../media/image2630.png"/><Relationship Id="rId39" Type="http://schemas.openxmlformats.org/officeDocument/2006/relationships/image" Target="../media/image8610.png"/><Relationship Id="rId286" Type="http://schemas.openxmlformats.org/officeDocument/2006/relationships/image" Target="../media/image3680.png"/><Relationship Id="rId451" Type="http://schemas.openxmlformats.org/officeDocument/2006/relationships/customXml" Target="../ink/ink1039.xml"/><Relationship Id="rId493" Type="http://schemas.openxmlformats.org/officeDocument/2006/relationships/customXml" Target="../ink/ink1060.xml"/><Relationship Id="rId507" Type="http://schemas.openxmlformats.org/officeDocument/2006/relationships/customXml" Target="../ink/ink1067.xml"/><Relationship Id="rId50" Type="http://schemas.openxmlformats.org/officeDocument/2006/relationships/customXml" Target="../ink/ink838.xml"/><Relationship Id="rId104" Type="http://schemas.openxmlformats.org/officeDocument/2006/relationships/customXml" Target="../ink/ink865.xml"/><Relationship Id="rId146" Type="http://schemas.openxmlformats.org/officeDocument/2006/relationships/customXml" Target="../ink/ink886.xml"/><Relationship Id="rId188" Type="http://schemas.openxmlformats.org/officeDocument/2006/relationships/customXml" Target="../ink/ink907.xml"/><Relationship Id="rId311" Type="http://schemas.openxmlformats.org/officeDocument/2006/relationships/customXml" Target="../ink/ink969.xml"/><Relationship Id="rId353" Type="http://schemas.openxmlformats.org/officeDocument/2006/relationships/customXml" Target="../ink/ink990.xml"/><Relationship Id="rId395" Type="http://schemas.openxmlformats.org/officeDocument/2006/relationships/customXml" Target="../ink/ink1011.xml"/><Relationship Id="rId409" Type="http://schemas.openxmlformats.org/officeDocument/2006/relationships/customXml" Target="../ink/ink1018.xml"/><Relationship Id="rId92" Type="http://schemas.openxmlformats.org/officeDocument/2006/relationships/customXml" Target="../ink/ink859.xml"/><Relationship Id="rId213" Type="http://schemas.openxmlformats.org/officeDocument/2006/relationships/image" Target="../media/image2480.png"/><Relationship Id="rId420" Type="http://schemas.openxmlformats.org/officeDocument/2006/relationships/image" Target="../media/image4350.png"/><Relationship Id="rId255" Type="http://schemas.openxmlformats.org/officeDocument/2006/relationships/customXml" Target="../ink/ink941.xml"/><Relationship Id="rId297" Type="http://schemas.openxmlformats.org/officeDocument/2006/relationships/customXml" Target="../ink/ink962.xml"/><Relationship Id="rId462" Type="http://schemas.openxmlformats.org/officeDocument/2006/relationships/image" Target="../media/image4560.png"/><Relationship Id="rId518" Type="http://schemas.openxmlformats.org/officeDocument/2006/relationships/image" Target="../media/image1106.png"/><Relationship Id="rId115" Type="http://schemas.openxmlformats.org/officeDocument/2006/relationships/image" Target="../media/image1670.png"/><Relationship Id="rId157" Type="http://schemas.openxmlformats.org/officeDocument/2006/relationships/image" Target="../media/image1870.png"/><Relationship Id="rId322" Type="http://schemas.openxmlformats.org/officeDocument/2006/relationships/image" Target="../media/image3860.png"/><Relationship Id="rId364" Type="http://schemas.openxmlformats.org/officeDocument/2006/relationships/image" Target="../media/image4070.png"/><Relationship Id="rId61" Type="http://schemas.openxmlformats.org/officeDocument/2006/relationships/image" Target="../media/image9610.png"/><Relationship Id="rId199" Type="http://schemas.openxmlformats.org/officeDocument/2006/relationships/image" Target="../media/image2411.png"/><Relationship Id="rId19" Type="http://schemas.openxmlformats.org/officeDocument/2006/relationships/image" Target="../media/image7610.png"/><Relationship Id="rId224" Type="http://schemas.openxmlformats.org/officeDocument/2006/relationships/customXml" Target="../ink/ink925.xml"/><Relationship Id="rId266" Type="http://schemas.openxmlformats.org/officeDocument/2006/relationships/image" Target="../media/image3580.png"/><Relationship Id="rId431" Type="http://schemas.openxmlformats.org/officeDocument/2006/relationships/customXml" Target="../ink/ink1029.xml"/><Relationship Id="rId473" Type="http://schemas.openxmlformats.org/officeDocument/2006/relationships/customXml" Target="../ink/ink1050.xml"/><Relationship Id="rId30" Type="http://schemas.openxmlformats.org/officeDocument/2006/relationships/customXml" Target="../ink/ink828.xml"/><Relationship Id="rId126" Type="http://schemas.openxmlformats.org/officeDocument/2006/relationships/customXml" Target="../ink/ink876.xml"/><Relationship Id="rId168" Type="http://schemas.openxmlformats.org/officeDocument/2006/relationships/customXml" Target="../ink/ink897.xml"/><Relationship Id="rId333" Type="http://schemas.openxmlformats.org/officeDocument/2006/relationships/customXml" Target="../ink/ink980.xml"/><Relationship Id="rId72" Type="http://schemas.openxmlformats.org/officeDocument/2006/relationships/customXml" Target="../ink/ink849.xml"/><Relationship Id="rId375" Type="http://schemas.openxmlformats.org/officeDocument/2006/relationships/customXml" Target="../ink/ink1001.xml"/><Relationship Id="rId3" Type="http://schemas.openxmlformats.org/officeDocument/2006/relationships/image" Target="../media/image2510.png"/><Relationship Id="rId235" Type="http://schemas.openxmlformats.org/officeDocument/2006/relationships/customXml" Target="../ink/ink931.xml"/><Relationship Id="rId277" Type="http://schemas.openxmlformats.org/officeDocument/2006/relationships/customXml" Target="../ink/ink952.xml"/><Relationship Id="rId400" Type="http://schemas.openxmlformats.org/officeDocument/2006/relationships/image" Target="../media/image4250.png"/><Relationship Id="rId442" Type="http://schemas.openxmlformats.org/officeDocument/2006/relationships/image" Target="../media/image4460.png"/><Relationship Id="rId484" Type="http://schemas.openxmlformats.org/officeDocument/2006/relationships/image" Target="../media/image4670.png"/><Relationship Id="rId137" Type="http://schemas.openxmlformats.org/officeDocument/2006/relationships/image" Target="../media/image1770.png"/><Relationship Id="rId302" Type="http://schemas.openxmlformats.org/officeDocument/2006/relationships/image" Target="../media/image3760.png"/><Relationship Id="rId344" Type="http://schemas.openxmlformats.org/officeDocument/2006/relationships/image" Target="../media/image3970.png"/><Relationship Id="rId41" Type="http://schemas.openxmlformats.org/officeDocument/2006/relationships/image" Target="../media/image8710.png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386" Type="http://schemas.openxmlformats.org/officeDocument/2006/relationships/image" Target="../media/image4180.png"/><Relationship Id="rId190" Type="http://schemas.openxmlformats.org/officeDocument/2006/relationships/customXml" Target="../ink/ink908.xml"/><Relationship Id="rId204" Type="http://schemas.openxmlformats.org/officeDocument/2006/relationships/customXml" Target="../ink/ink915.xml"/><Relationship Id="rId246" Type="http://schemas.openxmlformats.org/officeDocument/2006/relationships/image" Target="../media/image2640.png"/><Relationship Id="rId288" Type="http://schemas.openxmlformats.org/officeDocument/2006/relationships/image" Target="../media/image3690.png"/><Relationship Id="rId411" Type="http://schemas.openxmlformats.org/officeDocument/2006/relationships/customXml" Target="../ink/ink1019.xml"/><Relationship Id="rId453" Type="http://schemas.openxmlformats.org/officeDocument/2006/relationships/customXml" Target="../ink/ink1040.xml"/><Relationship Id="rId509" Type="http://schemas.openxmlformats.org/officeDocument/2006/relationships/customXml" Target="../ink/ink1068.xml"/><Relationship Id="rId106" Type="http://schemas.openxmlformats.org/officeDocument/2006/relationships/customXml" Target="../ink/ink866.xml"/><Relationship Id="rId313" Type="http://schemas.openxmlformats.org/officeDocument/2006/relationships/customXml" Target="../ink/ink970.xml"/><Relationship Id="rId495" Type="http://schemas.openxmlformats.org/officeDocument/2006/relationships/customXml" Target="../ink/ink1061.xml"/><Relationship Id="rId10" Type="http://schemas.openxmlformats.org/officeDocument/2006/relationships/customXml" Target="../ink/ink818.xml"/><Relationship Id="rId52" Type="http://schemas.openxmlformats.org/officeDocument/2006/relationships/customXml" Target="../ink/ink839.xml"/><Relationship Id="rId94" Type="http://schemas.openxmlformats.org/officeDocument/2006/relationships/customXml" Target="../ink/ink860.xml"/><Relationship Id="rId148" Type="http://schemas.openxmlformats.org/officeDocument/2006/relationships/customXml" Target="../ink/ink887.xml"/><Relationship Id="rId355" Type="http://schemas.openxmlformats.org/officeDocument/2006/relationships/customXml" Target="../ink/ink991.xml"/><Relationship Id="rId397" Type="http://schemas.openxmlformats.org/officeDocument/2006/relationships/customXml" Target="../ink/ink1012.xml"/><Relationship Id="rId520" Type="http://schemas.openxmlformats.org/officeDocument/2006/relationships/image" Target="../media/image1107.png"/><Relationship Id="rId215" Type="http://schemas.openxmlformats.org/officeDocument/2006/relationships/image" Target="../media/image2490.png"/><Relationship Id="rId257" Type="http://schemas.openxmlformats.org/officeDocument/2006/relationships/customXml" Target="../ink/ink942.xml"/><Relationship Id="rId422" Type="http://schemas.openxmlformats.org/officeDocument/2006/relationships/image" Target="../media/image4360.png"/><Relationship Id="rId464" Type="http://schemas.openxmlformats.org/officeDocument/2006/relationships/image" Target="../media/image4570.png"/><Relationship Id="rId299" Type="http://schemas.openxmlformats.org/officeDocument/2006/relationships/customXml" Target="../ink/ink963.xml"/><Relationship Id="rId63" Type="http://schemas.openxmlformats.org/officeDocument/2006/relationships/image" Target="../media/image9710.png"/><Relationship Id="rId159" Type="http://schemas.openxmlformats.org/officeDocument/2006/relationships/image" Target="../media/image1880.png"/><Relationship Id="rId366" Type="http://schemas.openxmlformats.org/officeDocument/2006/relationships/image" Target="../media/image4080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42" Type="http://schemas.openxmlformats.org/officeDocument/2006/relationships/customXml" Target="../ink/ink1094.xml"/><Relationship Id="rId63" Type="http://schemas.openxmlformats.org/officeDocument/2006/relationships/image" Target="../media/image9710.png"/><Relationship Id="rId84" Type="http://schemas.openxmlformats.org/officeDocument/2006/relationships/customXml" Target="../ink/ink1115.xml"/><Relationship Id="rId138" Type="http://schemas.openxmlformats.org/officeDocument/2006/relationships/customXml" Target="../ink/ink1142.xml"/><Relationship Id="rId159" Type="http://schemas.openxmlformats.org/officeDocument/2006/relationships/image" Target="../media/image1880.png"/><Relationship Id="rId170" Type="http://schemas.openxmlformats.org/officeDocument/2006/relationships/customXml" Target="../ink/ink1158.xml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26" Type="http://schemas.openxmlformats.org/officeDocument/2006/relationships/customXml" Target="../ink/ink1186.xml"/><Relationship Id="rId247" Type="http://schemas.openxmlformats.org/officeDocument/2006/relationships/customXml" Target="../ink/ink1197.xml"/><Relationship Id="rId107" Type="http://schemas.openxmlformats.org/officeDocument/2006/relationships/image" Target="../media/image1630.png"/><Relationship Id="rId11" Type="http://schemas.openxmlformats.org/officeDocument/2006/relationships/image" Target="../media/image7210.png"/><Relationship Id="rId32" Type="http://schemas.openxmlformats.org/officeDocument/2006/relationships/customXml" Target="../ink/ink1089.xml"/><Relationship Id="rId53" Type="http://schemas.openxmlformats.org/officeDocument/2006/relationships/image" Target="../media/image9310.png"/><Relationship Id="rId74" Type="http://schemas.openxmlformats.org/officeDocument/2006/relationships/customXml" Target="../ink/ink1110.xml"/><Relationship Id="rId128" Type="http://schemas.openxmlformats.org/officeDocument/2006/relationships/customXml" Target="../ink/ink1137.xml"/><Relationship Id="rId149" Type="http://schemas.openxmlformats.org/officeDocument/2006/relationships/image" Target="../media/image1830.png"/><Relationship Id="rId5" Type="http://schemas.openxmlformats.org/officeDocument/2006/relationships/image" Target="../media/image7010.png"/><Relationship Id="rId95" Type="http://schemas.openxmlformats.org/officeDocument/2006/relationships/image" Target="../media/image1570.png"/><Relationship Id="rId160" Type="http://schemas.openxmlformats.org/officeDocument/2006/relationships/customXml" Target="../ink/ink1153.xml"/><Relationship Id="rId181" Type="http://schemas.openxmlformats.org/officeDocument/2006/relationships/image" Target="../media/image1990.png"/><Relationship Id="rId216" Type="http://schemas.openxmlformats.org/officeDocument/2006/relationships/customXml" Target="../ink/ink1181.xml"/><Relationship Id="rId237" Type="http://schemas.openxmlformats.org/officeDocument/2006/relationships/customXml" Target="../ink/ink1192.xml"/><Relationship Id="rId22" Type="http://schemas.openxmlformats.org/officeDocument/2006/relationships/customXml" Target="../ink/ink1084.xml"/><Relationship Id="rId43" Type="http://schemas.openxmlformats.org/officeDocument/2006/relationships/image" Target="../media/image8810.png"/><Relationship Id="rId64" Type="http://schemas.openxmlformats.org/officeDocument/2006/relationships/customXml" Target="../ink/ink1105.xml"/><Relationship Id="rId118" Type="http://schemas.openxmlformats.org/officeDocument/2006/relationships/customXml" Target="../ink/ink1132.xml"/><Relationship Id="rId139" Type="http://schemas.openxmlformats.org/officeDocument/2006/relationships/image" Target="../media/image1780.png"/><Relationship Id="rId85" Type="http://schemas.openxmlformats.org/officeDocument/2006/relationships/image" Target="../media/image10710.png"/><Relationship Id="rId150" Type="http://schemas.openxmlformats.org/officeDocument/2006/relationships/customXml" Target="../ink/ink1148.xml"/><Relationship Id="rId171" Type="http://schemas.openxmlformats.org/officeDocument/2006/relationships/image" Target="../media/image1940.png"/><Relationship Id="rId192" Type="http://schemas.openxmlformats.org/officeDocument/2006/relationships/customXml" Target="../ink/ink1169.xml"/><Relationship Id="rId206" Type="http://schemas.openxmlformats.org/officeDocument/2006/relationships/customXml" Target="../ink/ink1176.xml"/><Relationship Id="rId227" Type="http://schemas.openxmlformats.org/officeDocument/2006/relationships/customXml" Target="../ink/ink1187.xml"/><Relationship Id="rId248" Type="http://schemas.openxmlformats.org/officeDocument/2006/relationships/image" Target="../media/image2650.png"/><Relationship Id="rId12" Type="http://schemas.openxmlformats.org/officeDocument/2006/relationships/customXml" Target="../ink/ink1079.xml"/><Relationship Id="rId33" Type="http://schemas.openxmlformats.org/officeDocument/2006/relationships/image" Target="../media/image8310.png"/><Relationship Id="rId108" Type="http://schemas.openxmlformats.org/officeDocument/2006/relationships/customXml" Target="../ink/ink1127.xml"/><Relationship Id="rId129" Type="http://schemas.openxmlformats.org/officeDocument/2006/relationships/image" Target="../media/image1290.png"/><Relationship Id="rId54" Type="http://schemas.openxmlformats.org/officeDocument/2006/relationships/customXml" Target="../ink/ink1100.xml"/><Relationship Id="rId75" Type="http://schemas.openxmlformats.org/officeDocument/2006/relationships/image" Target="../media/image10211.png"/><Relationship Id="rId96" Type="http://schemas.openxmlformats.org/officeDocument/2006/relationships/customXml" Target="../ink/ink1121.xml"/><Relationship Id="rId140" Type="http://schemas.openxmlformats.org/officeDocument/2006/relationships/customXml" Target="../ink/ink1143.xml"/><Relationship Id="rId161" Type="http://schemas.openxmlformats.org/officeDocument/2006/relationships/image" Target="../media/image1890.png"/><Relationship Id="rId182" Type="http://schemas.openxmlformats.org/officeDocument/2006/relationships/customXml" Target="../ink/ink1164.xml"/><Relationship Id="rId217" Type="http://schemas.openxmlformats.org/officeDocument/2006/relationships/image" Target="../media/image2500.png"/><Relationship Id="rId6" Type="http://schemas.openxmlformats.org/officeDocument/2006/relationships/customXml" Target="../ink/ink1076.xml"/><Relationship Id="rId238" Type="http://schemas.openxmlformats.org/officeDocument/2006/relationships/image" Target="../media/image260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44" Type="http://schemas.openxmlformats.org/officeDocument/2006/relationships/customXml" Target="../ink/ink1095.xml"/><Relationship Id="rId65" Type="http://schemas.openxmlformats.org/officeDocument/2006/relationships/image" Target="../media/image9810.png"/><Relationship Id="rId86" Type="http://schemas.openxmlformats.org/officeDocument/2006/relationships/customXml" Target="../ink/ink1116.xml"/><Relationship Id="rId130" Type="http://schemas.openxmlformats.org/officeDocument/2006/relationships/customXml" Target="../ink/ink1138.xml"/><Relationship Id="rId151" Type="http://schemas.openxmlformats.org/officeDocument/2006/relationships/image" Target="../media/image1840.png"/><Relationship Id="rId172" Type="http://schemas.openxmlformats.org/officeDocument/2006/relationships/customXml" Target="../ink/ink1159.xml"/><Relationship Id="rId193" Type="http://schemas.openxmlformats.org/officeDocument/2006/relationships/image" Target="../media/image1410.png"/><Relationship Id="rId207" Type="http://schemas.openxmlformats.org/officeDocument/2006/relationships/image" Target="../media/image2450.png"/><Relationship Id="rId228" Type="http://schemas.openxmlformats.org/officeDocument/2006/relationships/image" Target="../media/image2550.png"/><Relationship Id="rId249" Type="http://schemas.openxmlformats.org/officeDocument/2006/relationships/customXml" Target="../ink/ink1198.xml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34" Type="http://schemas.openxmlformats.org/officeDocument/2006/relationships/customXml" Target="../ink/ink1090.xml"/><Relationship Id="rId55" Type="http://schemas.openxmlformats.org/officeDocument/2006/relationships/image" Target="../media/image9410.png"/><Relationship Id="rId76" Type="http://schemas.openxmlformats.org/officeDocument/2006/relationships/customXml" Target="../ink/ink1111.xml"/><Relationship Id="rId97" Type="http://schemas.openxmlformats.org/officeDocument/2006/relationships/image" Target="../media/image1580.png"/><Relationship Id="rId120" Type="http://schemas.openxmlformats.org/officeDocument/2006/relationships/customXml" Target="../ink/ink1133.xml"/><Relationship Id="rId141" Type="http://schemas.openxmlformats.org/officeDocument/2006/relationships/image" Target="../media/image1790.png"/><Relationship Id="rId7" Type="http://schemas.openxmlformats.org/officeDocument/2006/relationships/image" Target="../media/image7110.png"/><Relationship Id="rId162" Type="http://schemas.openxmlformats.org/officeDocument/2006/relationships/customXml" Target="../ink/ink1154.xml"/><Relationship Id="rId183" Type="http://schemas.openxmlformats.org/officeDocument/2006/relationships/image" Target="../media/image2000.png"/><Relationship Id="rId218" Type="http://schemas.openxmlformats.org/officeDocument/2006/relationships/customXml" Target="../ink/ink1182.xml"/><Relationship Id="rId239" Type="http://schemas.openxmlformats.org/officeDocument/2006/relationships/customXml" Target="../ink/ink1193.xml"/><Relationship Id="rId250" Type="http://schemas.openxmlformats.org/officeDocument/2006/relationships/image" Target="../media/image2660.png"/><Relationship Id="rId24" Type="http://schemas.openxmlformats.org/officeDocument/2006/relationships/customXml" Target="../ink/ink1085.xml"/><Relationship Id="rId45" Type="http://schemas.openxmlformats.org/officeDocument/2006/relationships/image" Target="../media/image8910.png"/><Relationship Id="rId66" Type="http://schemas.openxmlformats.org/officeDocument/2006/relationships/customXml" Target="../ink/ink1106.xml"/><Relationship Id="rId87" Type="http://schemas.openxmlformats.org/officeDocument/2006/relationships/image" Target="../media/image10810.png"/><Relationship Id="rId110" Type="http://schemas.openxmlformats.org/officeDocument/2006/relationships/customXml" Target="../ink/ink1128.xml"/><Relationship Id="rId131" Type="http://schemas.openxmlformats.org/officeDocument/2006/relationships/image" Target="../media/image1740.png"/><Relationship Id="rId152" Type="http://schemas.openxmlformats.org/officeDocument/2006/relationships/customXml" Target="../ink/ink1149.xml"/><Relationship Id="rId173" Type="http://schemas.openxmlformats.org/officeDocument/2006/relationships/image" Target="../media/image1950.png"/><Relationship Id="rId194" Type="http://schemas.openxmlformats.org/officeDocument/2006/relationships/customXml" Target="../ink/ink1170.xml"/><Relationship Id="rId208" Type="http://schemas.openxmlformats.org/officeDocument/2006/relationships/customXml" Target="../ink/ink1177.xml"/><Relationship Id="rId229" Type="http://schemas.openxmlformats.org/officeDocument/2006/relationships/customXml" Target="../ink/ink1188.xml"/><Relationship Id="rId240" Type="http://schemas.openxmlformats.org/officeDocument/2006/relationships/image" Target="../media/image2611.png"/><Relationship Id="rId14" Type="http://schemas.openxmlformats.org/officeDocument/2006/relationships/customXml" Target="../ink/ink1080.xml"/><Relationship Id="rId35" Type="http://schemas.openxmlformats.org/officeDocument/2006/relationships/image" Target="../media/image8410.png"/><Relationship Id="rId56" Type="http://schemas.openxmlformats.org/officeDocument/2006/relationships/customXml" Target="../ink/ink1101.xml"/><Relationship Id="rId77" Type="http://schemas.openxmlformats.org/officeDocument/2006/relationships/image" Target="../media/image10310.png"/><Relationship Id="rId100" Type="http://schemas.openxmlformats.org/officeDocument/2006/relationships/customXml" Target="../ink/ink1123.xml"/><Relationship Id="rId8" Type="http://schemas.openxmlformats.org/officeDocument/2006/relationships/customXml" Target="../ink/ink1077.xml"/><Relationship Id="rId98" Type="http://schemas.openxmlformats.org/officeDocument/2006/relationships/customXml" Target="../ink/ink1122.xml"/><Relationship Id="rId121" Type="http://schemas.openxmlformats.org/officeDocument/2006/relationships/image" Target="../media/image1700.png"/><Relationship Id="rId142" Type="http://schemas.openxmlformats.org/officeDocument/2006/relationships/customXml" Target="../ink/ink1144.xml"/><Relationship Id="rId163" Type="http://schemas.openxmlformats.org/officeDocument/2006/relationships/image" Target="../media/image1900.png"/><Relationship Id="rId184" Type="http://schemas.openxmlformats.org/officeDocument/2006/relationships/customXml" Target="../ink/ink1165.xml"/><Relationship Id="rId219" Type="http://schemas.openxmlformats.org/officeDocument/2006/relationships/image" Target="../media/image2511.png"/><Relationship Id="rId230" Type="http://schemas.openxmlformats.org/officeDocument/2006/relationships/image" Target="../media/image2560.png"/><Relationship Id="rId251" Type="http://schemas.openxmlformats.org/officeDocument/2006/relationships/image" Target="../media/image11.jpeg"/><Relationship Id="rId25" Type="http://schemas.openxmlformats.org/officeDocument/2006/relationships/image" Target="../media/image7910.png"/><Relationship Id="rId46" Type="http://schemas.openxmlformats.org/officeDocument/2006/relationships/customXml" Target="../ink/ink1096.xml"/><Relationship Id="rId67" Type="http://schemas.openxmlformats.org/officeDocument/2006/relationships/image" Target="../media/image9910.png"/><Relationship Id="rId88" Type="http://schemas.openxmlformats.org/officeDocument/2006/relationships/customXml" Target="../ink/ink1117.xml"/><Relationship Id="rId111" Type="http://schemas.openxmlformats.org/officeDocument/2006/relationships/image" Target="../media/image1650.png"/><Relationship Id="rId132" Type="http://schemas.openxmlformats.org/officeDocument/2006/relationships/customXml" Target="../ink/ink1139.xml"/><Relationship Id="rId153" Type="http://schemas.openxmlformats.org/officeDocument/2006/relationships/image" Target="../media/image1850.png"/><Relationship Id="rId174" Type="http://schemas.openxmlformats.org/officeDocument/2006/relationships/customXml" Target="../ink/ink1160.xml"/><Relationship Id="rId195" Type="http://schemas.openxmlformats.org/officeDocument/2006/relationships/image" Target="../media/image1510.png"/><Relationship Id="rId209" Type="http://schemas.openxmlformats.org/officeDocument/2006/relationships/image" Target="../media/image2460.png"/><Relationship Id="rId220" Type="http://schemas.openxmlformats.org/officeDocument/2006/relationships/customXml" Target="../ink/ink1183.xml"/><Relationship Id="rId241" Type="http://schemas.openxmlformats.org/officeDocument/2006/relationships/customXml" Target="../ink/ink1194.xml"/><Relationship Id="rId15" Type="http://schemas.openxmlformats.org/officeDocument/2006/relationships/image" Target="../media/image7410.png"/><Relationship Id="rId36" Type="http://schemas.openxmlformats.org/officeDocument/2006/relationships/customXml" Target="../ink/ink1091.xml"/><Relationship Id="rId57" Type="http://schemas.openxmlformats.org/officeDocument/2006/relationships/image" Target="../media/image9510.png"/><Relationship Id="rId78" Type="http://schemas.openxmlformats.org/officeDocument/2006/relationships/customXml" Target="../ink/ink1112.xml"/><Relationship Id="rId99" Type="http://schemas.openxmlformats.org/officeDocument/2006/relationships/image" Target="../media/image1590.png"/><Relationship Id="rId101" Type="http://schemas.openxmlformats.org/officeDocument/2006/relationships/image" Target="../media/image1600.png"/><Relationship Id="rId122" Type="http://schemas.openxmlformats.org/officeDocument/2006/relationships/customXml" Target="../ink/ink1134.xml"/><Relationship Id="rId143" Type="http://schemas.openxmlformats.org/officeDocument/2006/relationships/image" Target="../media/image1800.png"/><Relationship Id="rId164" Type="http://schemas.openxmlformats.org/officeDocument/2006/relationships/customXml" Target="../ink/ink1155.xml"/><Relationship Id="rId185" Type="http://schemas.openxmlformats.org/officeDocument/2006/relationships/image" Target="../media/image2340.png"/><Relationship Id="rId4" Type="http://schemas.openxmlformats.org/officeDocument/2006/relationships/customXml" Target="../ink/ink1075.xml"/><Relationship Id="rId9" Type="http://schemas.openxmlformats.org/officeDocument/2006/relationships/image" Target="../media/image2810.png"/><Relationship Id="rId180" Type="http://schemas.openxmlformats.org/officeDocument/2006/relationships/customXml" Target="../ink/ink1163.xml"/><Relationship Id="rId210" Type="http://schemas.openxmlformats.org/officeDocument/2006/relationships/customXml" Target="../ink/ink1178.xml"/><Relationship Id="rId215" Type="http://schemas.openxmlformats.org/officeDocument/2006/relationships/image" Target="../media/image2490.png"/><Relationship Id="rId236" Type="http://schemas.openxmlformats.org/officeDocument/2006/relationships/image" Target="../media/image2590.png"/><Relationship Id="rId26" Type="http://schemas.openxmlformats.org/officeDocument/2006/relationships/customXml" Target="../ink/ink1086.xml"/><Relationship Id="rId231" Type="http://schemas.openxmlformats.org/officeDocument/2006/relationships/customXml" Target="../ink/ink1189.xml"/><Relationship Id="rId47" Type="http://schemas.openxmlformats.org/officeDocument/2006/relationships/image" Target="../media/image9010.png"/><Relationship Id="rId68" Type="http://schemas.openxmlformats.org/officeDocument/2006/relationships/customXml" Target="../ink/ink1107.xml"/><Relationship Id="rId89" Type="http://schemas.openxmlformats.org/officeDocument/2006/relationships/image" Target="../media/image10910.png"/><Relationship Id="rId112" Type="http://schemas.openxmlformats.org/officeDocument/2006/relationships/customXml" Target="../ink/ink1129.xml"/><Relationship Id="rId133" Type="http://schemas.openxmlformats.org/officeDocument/2006/relationships/image" Target="../media/image1750.png"/><Relationship Id="rId154" Type="http://schemas.openxmlformats.org/officeDocument/2006/relationships/customXml" Target="../ink/ink1150.xml"/><Relationship Id="rId175" Type="http://schemas.openxmlformats.org/officeDocument/2006/relationships/image" Target="../media/image1960.png"/><Relationship Id="rId196" Type="http://schemas.openxmlformats.org/officeDocument/2006/relationships/customXml" Target="../ink/ink1171.xml"/><Relationship Id="rId200" Type="http://schemas.openxmlformats.org/officeDocument/2006/relationships/customXml" Target="../ink/ink1173.xml"/><Relationship Id="rId16" Type="http://schemas.openxmlformats.org/officeDocument/2006/relationships/customXml" Target="../ink/ink1081.xml"/><Relationship Id="rId221" Type="http://schemas.openxmlformats.org/officeDocument/2006/relationships/image" Target="../media/image2520.png"/><Relationship Id="rId242" Type="http://schemas.openxmlformats.org/officeDocument/2006/relationships/image" Target="../media/image2620.png"/><Relationship Id="rId37" Type="http://schemas.openxmlformats.org/officeDocument/2006/relationships/image" Target="../media/image8510.png"/><Relationship Id="rId58" Type="http://schemas.openxmlformats.org/officeDocument/2006/relationships/customXml" Target="../ink/ink1102.xml"/><Relationship Id="rId79" Type="http://schemas.openxmlformats.org/officeDocument/2006/relationships/image" Target="../media/image10410.png"/><Relationship Id="rId102" Type="http://schemas.openxmlformats.org/officeDocument/2006/relationships/customXml" Target="../ink/ink1124.xml"/><Relationship Id="rId123" Type="http://schemas.openxmlformats.org/officeDocument/2006/relationships/image" Target="../media/image1711.png"/><Relationship Id="rId144" Type="http://schemas.openxmlformats.org/officeDocument/2006/relationships/customXml" Target="../ink/ink1145.xml"/><Relationship Id="rId90" Type="http://schemas.openxmlformats.org/officeDocument/2006/relationships/customXml" Target="../ink/ink1118.xml"/><Relationship Id="rId165" Type="http://schemas.openxmlformats.org/officeDocument/2006/relationships/image" Target="../media/image1911.png"/><Relationship Id="rId186" Type="http://schemas.openxmlformats.org/officeDocument/2006/relationships/customXml" Target="../ink/ink1166.xml"/><Relationship Id="rId211" Type="http://schemas.openxmlformats.org/officeDocument/2006/relationships/image" Target="../media/image2470.png"/><Relationship Id="rId232" Type="http://schemas.openxmlformats.org/officeDocument/2006/relationships/image" Target="../media/image2570.png"/><Relationship Id="rId27" Type="http://schemas.openxmlformats.org/officeDocument/2006/relationships/image" Target="../media/image8010.png"/><Relationship Id="rId48" Type="http://schemas.openxmlformats.org/officeDocument/2006/relationships/customXml" Target="../ink/ink1097.xml"/><Relationship Id="rId69" Type="http://schemas.openxmlformats.org/officeDocument/2006/relationships/image" Target="../media/image10010.png"/><Relationship Id="rId113" Type="http://schemas.openxmlformats.org/officeDocument/2006/relationships/image" Target="../media/image1660.png"/><Relationship Id="rId134" Type="http://schemas.openxmlformats.org/officeDocument/2006/relationships/customXml" Target="../ink/ink1140.xml"/><Relationship Id="rId80" Type="http://schemas.openxmlformats.org/officeDocument/2006/relationships/customXml" Target="../ink/ink1113.xml"/><Relationship Id="rId155" Type="http://schemas.openxmlformats.org/officeDocument/2006/relationships/image" Target="../media/image1860.png"/><Relationship Id="rId176" Type="http://schemas.openxmlformats.org/officeDocument/2006/relationships/customXml" Target="../ink/ink1161.xml"/><Relationship Id="rId197" Type="http://schemas.openxmlformats.org/officeDocument/2006/relationships/image" Target="../media/image1610.png"/><Relationship Id="rId201" Type="http://schemas.openxmlformats.org/officeDocument/2006/relationships/image" Target="../media/image1810.png"/><Relationship Id="rId222" Type="http://schemas.openxmlformats.org/officeDocument/2006/relationships/customXml" Target="../ink/ink1184.xml"/><Relationship Id="rId243" Type="http://schemas.openxmlformats.org/officeDocument/2006/relationships/customXml" Target="../ink/ink1195.xml"/><Relationship Id="rId17" Type="http://schemas.openxmlformats.org/officeDocument/2006/relationships/image" Target="../media/image7510.png"/><Relationship Id="rId38" Type="http://schemas.openxmlformats.org/officeDocument/2006/relationships/customXml" Target="../ink/ink1092.xml"/><Relationship Id="rId59" Type="http://schemas.openxmlformats.org/officeDocument/2006/relationships/image" Target="../media/image5310.png"/><Relationship Id="rId103" Type="http://schemas.openxmlformats.org/officeDocument/2006/relationships/image" Target="../media/image1611.png"/><Relationship Id="rId124" Type="http://schemas.openxmlformats.org/officeDocument/2006/relationships/customXml" Target="../ink/ink1135.xml"/><Relationship Id="rId70" Type="http://schemas.openxmlformats.org/officeDocument/2006/relationships/customXml" Target="../ink/ink1108.xml"/><Relationship Id="rId91" Type="http://schemas.openxmlformats.org/officeDocument/2006/relationships/image" Target="../media/image1108.png"/><Relationship Id="rId145" Type="http://schemas.openxmlformats.org/officeDocument/2006/relationships/image" Target="../media/image1811.png"/><Relationship Id="rId166" Type="http://schemas.openxmlformats.org/officeDocument/2006/relationships/customXml" Target="../ink/ink1156.xml"/><Relationship Id="rId187" Type="http://schemas.openxmlformats.org/officeDocument/2006/relationships/image" Target="../media/image131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79.xml"/><Relationship Id="rId233" Type="http://schemas.openxmlformats.org/officeDocument/2006/relationships/customXml" Target="../ink/ink1190.xml"/><Relationship Id="rId28" Type="http://schemas.openxmlformats.org/officeDocument/2006/relationships/customXml" Target="../ink/ink1087.xml"/><Relationship Id="rId49" Type="http://schemas.openxmlformats.org/officeDocument/2006/relationships/image" Target="../media/image9110.png"/><Relationship Id="rId114" Type="http://schemas.openxmlformats.org/officeDocument/2006/relationships/customXml" Target="../ink/ink1130.xml"/><Relationship Id="rId60" Type="http://schemas.openxmlformats.org/officeDocument/2006/relationships/customXml" Target="../ink/ink1103.xml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56" Type="http://schemas.openxmlformats.org/officeDocument/2006/relationships/customXml" Target="../ink/ink1151.xml"/><Relationship Id="rId177" Type="http://schemas.openxmlformats.org/officeDocument/2006/relationships/image" Target="../media/image1970.png"/><Relationship Id="rId198" Type="http://schemas.openxmlformats.org/officeDocument/2006/relationships/customXml" Target="../ink/ink1172.xml"/><Relationship Id="rId202" Type="http://schemas.openxmlformats.org/officeDocument/2006/relationships/customXml" Target="../ink/ink1174.xml"/><Relationship Id="rId223" Type="http://schemas.openxmlformats.org/officeDocument/2006/relationships/image" Target="../media/image2530.png"/><Relationship Id="rId244" Type="http://schemas.openxmlformats.org/officeDocument/2006/relationships/image" Target="../media/image2630.png"/><Relationship Id="rId18" Type="http://schemas.openxmlformats.org/officeDocument/2006/relationships/customXml" Target="../ink/ink1082.xml"/><Relationship Id="rId39" Type="http://schemas.openxmlformats.org/officeDocument/2006/relationships/image" Target="../media/image8610.png"/><Relationship Id="rId50" Type="http://schemas.openxmlformats.org/officeDocument/2006/relationships/customXml" Target="../ink/ink1098.xml"/><Relationship Id="rId104" Type="http://schemas.openxmlformats.org/officeDocument/2006/relationships/customXml" Target="../ink/ink1125.xml"/><Relationship Id="rId125" Type="http://schemas.openxmlformats.org/officeDocument/2006/relationships/image" Target="../media/image1720.png"/><Relationship Id="rId146" Type="http://schemas.openxmlformats.org/officeDocument/2006/relationships/customXml" Target="../ink/ink1146.xml"/><Relationship Id="rId167" Type="http://schemas.openxmlformats.org/officeDocument/2006/relationships/image" Target="../media/image1920.png"/><Relationship Id="rId188" Type="http://schemas.openxmlformats.org/officeDocument/2006/relationships/customXml" Target="../ink/ink1167.xml"/><Relationship Id="rId71" Type="http://schemas.openxmlformats.org/officeDocument/2006/relationships/image" Target="../media/image5910.png"/><Relationship Id="rId92" Type="http://schemas.openxmlformats.org/officeDocument/2006/relationships/customXml" Target="../ink/ink1119.xml"/><Relationship Id="rId213" Type="http://schemas.openxmlformats.org/officeDocument/2006/relationships/image" Target="../media/image2480.png"/><Relationship Id="rId234" Type="http://schemas.openxmlformats.org/officeDocument/2006/relationships/image" Target="../media/image2580.png"/><Relationship Id="rId2" Type="http://schemas.openxmlformats.org/officeDocument/2006/relationships/customXml" Target="../ink/ink1074.xml"/><Relationship Id="rId29" Type="http://schemas.openxmlformats.org/officeDocument/2006/relationships/image" Target="../media/image8110.png"/><Relationship Id="rId40" Type="http://schemas.openxmlformats.org/officeDocument/2006/relationships/customXml" Target="../ink/ink1093.xml"/><Relationship Id="rId115" Type="http://schemas.openxmlformats.org/officeDocument/2006/relationships/image" Target="../media/image1670.png"/><Relationship Id="rId136" Type="http://schemas.openxmlformats.org/officeDocument/2006/relationships/customXml" Target="../ink/ink1141.xml"/><Relationship Id="rId157" Type="http://schemas.openxmlformats.org/officeDocument/2006/relationships/image" Target="../media/image1870.png"/><Relationship Id="rId178" Type="http://schemas.openxmlformats.org/officeDocument/2006/relationships/customXml" Target="../ink/ink1162.xml"/><Relationship Id="rId61" Type="http://schemas.openxmlformats.org/officeDocument/2006/relationships/image" Target="../media/image9610.png"/><Relationship Id="rId82" Type="http://schemas.openxmlformats.org/officeDocument/2006/relationships/customXml" Target="../ink/ink1114.xml"/><Relationship Id="rId199" Type="http://schemas.openxmlformats.org/officeDocument/2006/relationships/image" Target="../media/image1710.png"/><Relationship Id="rId203" Type="http://schemas.openxmlformats.org/officeDocument/2006/relationships/image" Target="../media/image1910.png"/><Relationship Id="rId19" Type="http://schemas.openxmlformats.org/officeDocument/2006/relationships/image" Target="../media/image7610.png"/><Relationship Id="rId224" Type="http://schemas.openxmlformats.org/officeDocument/2006/relationships/customXml" Target="../ink/ink1185.xml"/><Relationship Id="rId245" Type="http://schemas.openxmlformats.org/officeDocument/2006/relationships/customXml" Target="../ink/ink1196.xml"/><Relationship Id="rId30" Type="http://schemas.openxmlformats.org/officeDocument/2006/relationships/customXml" Target="../ink/ink1088.xml"/><Relationship Id="rId105" Type="http://schemas.openxmlformats.org/officeDocument/2006/relationships/image" Target="../media/image1620.png"/><Relationship Id="rId126" Type="http://schemas.openxmlformats.org/officeDocument/2006/relationships/customXml" Target="../ink/ink1136.xml"/><Relationship Id="rId147" Type="http://schemas.openxmlformats.org/officeDocument/2006/relationships/image" Target="../media/image1820.png"/><Relationship Id="rId168" Type="http://schemas.openxmlformats.org/officeDocument/2006/relationships/customXml" Target="../ink/ink1157.xml"/><Relationship Id="rId51" Type="http://schemas.openxmlformats.org/officeDocument/2006/relationships/image" Target="../media/image9210.png"/><Relationship Id="rId72" Type="http://schemas.openxmlformats.org/officeDocument/2006/relationships/customXml" Target="../ink/ink1109.xml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" Type="http://schemas.openxmlformats.org/officeDocument/2006/relationships/image" Target="../media/image1110.png"/><Relationship Id="rId214" Type="http://schemas.openxmlformats.org/officeDocument/2006/relationships/customXml" Target="../ink/ink1180.xml"/><Relationship Id="rId235" Type="http://schemas.openxmlformats.org/officeDocument/2006/relationships/customXml" Target="../ink/ink1191.xml"/><Relationship Id="rId116" Type="http://schemas.openxmlformats.org/officeDocument/2006/relationships/customXml" Target="../ink/ink1131.xml"/><Relationship Id="rId137" Type="http://schemas.openxmlformats.org/officeDocument/2006/relationships/image" Target="../media/image1770.png"/><Relationship Id="rId158" Type="http://schemas.openxmlformats.org/officeDocument/2006/relationships/customXml" Target="../ink/ink1152.xml"/><Relationship Id="rId20" Type="http://schemas.openxmlformats.org/officeDocument/2006/relationships/customXml" Target="../ink/ink1083.xml"/><Relationship Id="rId41" Type="http://schemas.openxmlformats.org/officeDocument/2006/relationships/image" Target="../media/image8710.png"/><Relationship Id="rId62" Type="http://schemas.openxmlformats.org/officeDocument/2006/relationships/customXml" Target="../ink/ink1104.xml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190" Type="http://schemas.openxmlformats.org/officeDocument/2006/relationships/customXml" Target="../ink/ink1168.xml"/><Relationship Id="rId204" Type="http://schemas.openxmlformats.org/officeDocument/2006/relationships/customXml" Target="../ink/ink1175.xml"/><Relationship Id="rId225" Type="http://schemas.openxmlformats.org/officeDocument/2006/relationships/image" Target="../media/image2540.png"/><Relationship Id="rId246" Type="http://schemas.openxmlformats.org/officeDocument/2006/relationships/image" Target="../media/image2640.png"/><Relationship Id="rId106" Type="http://schemas.openxmlformats.org/officeDocument/2006/relationships/customXml" Target="../ink/ink1126.xml"/><Relationship Id="rId127" Type="http://schemas.openxmlformats.org/officeDocument/2006/relationships/image" Target="../media/image1210.png"/><Relationship Id="rId10" Type="http://schemas.openxmlformats.org/officeDocument/2006/relationships/customXml" Target="../ink/ink1078.xml"/><Relationship Id="rId31" Type="http://schemas.openxmlformats.org/officeDocument/2006/relationships/image" Target="../media/image8210.png"/><Relationship Id="rId52" Type="http://schemas.openxmlformats.org/officeDocument/2006/relationships/customXml" Target="../ink/ink1099.xml"/><Relationship Id="rId73" Type="http://schemas.openxmlformats.org/officeDocument/2006/relationships/image" Target="../media/image10110.png"/><Relationship Id="rId94" Type="http://schemas.openxmlformats.org/officeDocument/2006/relationships/customXml" Target="../ink/ink1120.xml"/><Relationship Id="rId148" Type="http://schemas.openxmlformats.org/officeDocument/2006/relationships/customXml" Target="../ink/ink1147.xml"/><Relationship Id="rId169" Type="http://schemas.openxmlformats.org/officeDocument/2006/relationships/image" Target="../media/image1930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0.png"/><Relationship Id="rId21" Type="http://schemas.openxmlformats.org/officeDocument/2006/relationships/image" Target="../media/image4760.png"/><Relationship Id="rId42" Type="http://schemas.openxmlformats.org/officeDocument/2006/relationships/customXml" Target="../ink/ink1219.xml"/><Relationship Id="rId63" Type="http://schemas.openxmlformats.org/officeDocument/2006/relationships/image" Target="../media/image4970.png"/><Relationship Id="rId84" Type="http://schemas.openxmlformats.org/officeDocument/2006/relationships/customXml" Target="../ink/ink1240.xml"/><Relationship Id="rId138" Type="http://schemas.openxmlformats.org/officeDocument/2006/relationships/customXml" Target="../ink/ink1267.xml"/><Relationship Id="rId159" Type="http://schemas.openxmlformats.org/officeDocument/2006/relationships/image" Target="../media/image5440.png"/><Relationship Id="rId170" Type="http://schemas.openxmlformats.org/officeDocument/2006/relationships/customXml" Target="../ink/ink1283.xml"/><Relationship Id="rId191" Type="http://schemas.openxmlformats.org/officeDocument/2006/relationships/image" Target="../media/image5590.png"/><Relationship Id="rId205" Type="http://schemas.openxmlformats.org/officeDocument/2006/relationships/image" Target="../media/image5600.png"/><Relationship Id="rId226" Type="http://schemas.openxmlformats.org/officeDocument/2006/relationships/customXml" Target="../ink/ink1311.xml"/><Relationship Id="rId247" Type="http://schemas.openxmlformats.org/officeDocument/2006/relationships/customXml" Target="../ink/ink1322.xml"/><Relationship Id="rId107" Type="http://schemas.openxmlformats.org/officeDocument/2006/relationships/image" Target="../media/image5190.png"/><Relationship Id="rId11" Type="http://schemas.openxmlformats.org/officeDocument/2006/relationships/image" Target="../media/image2410.png"/><Relationship Id="rId32" Type="http://schemas.openxmlformats.org/officeDocument/2006/relationships/customXml" Target="../ink/ink1214.xml"/><Relationship Id="rId53" Type="http://schemas.openxmlformats.org/officeDocument/2006/relationships/image" Target="../media/image4920.png"/><Relationship Id="rId74" Type="http://schemas.openxmlformats.org/officeDocument/2006/relationships/customXml" Target="../ink/ink1235.xml"/><Relationship Id="rId128" Type="http://schemas.openxmlformats.org/officeDocument/2006/relationships/customXml" Target="../ink/ink1262.xml"/><Relationship Id="rId149" Type="http://schemas.openxmlformats.org/officeDocument/2006/relationships/image" Target="../media/image5390.png"/><Relationship Id="rId5" Type="http://schemas.openxmlformats.org/officeDocument/2006/relationships/image" Target="../media/image2110.png"/><Relationship Id="rId95" Type="http://schemas.openxmlformats.org/officeDocument/2006/relationships/image" Target="../media/image5130.png"/><Relationship Id="rId160" Type="http://schemas.openxmlformats.org/officeDocument/2006/relationships/customXml" Target="../ink/ink1278.xml"/><Relationship Id="rId181" Type="http://schemas.openxmlformats.org/officeDocument/2006/relationships/image" Target="../media/image5550.png"/><Relationship Id="rId216" Type="http://schemas.openxmlformats.org/officeDocument/2006/relationships/customXml" Target="../ink/ink1306.xml"/><Relationship Id="rId237" Type="http://schemas.openxmlformats.org/officeDocument/2006/relationships/customXml" Target="../ink/ink1317.xml"/><Relationship Id="rId22" Type="http://schemas.openxmlformats.org/officeDocument/2006/relationships/customXml" Target="../ink/ink1209.xml"/><Relationship Id="rId43" Type="http://schemas.openxmlformats.org/officeDocument/2006/relationships/image" Target="../media/image4870.png"/><Relationship Id="rId64" Type="http://schemas.openxmlformats.org/officeDocument/2006/relationships/customXml" Target="../ink/ink1230.xml"/><Relationship Id="rId118" Type="http://schemas.openxmlformats.org/officeDocument/2006/relationships/customXml" Target="../ink/ink1257.xml"/><Relationship Id="rId139" Type="http://schemas.openxmlformats.org/officeDocument/2006/relationships/image" Target="../media/image5340.png"/><Relationship Id="rId85" Type="http://schemas.openxmlformats.org/officeDocument/2006/relationships/image" Target="../media/image5080.png"/><Relationship Id="rId150" Type="http://schemas.openxmlformats.org/officeDocument/2006/relationships/customXml" Target="../ink/ink1273.xml"/><Relationship Id="rId171" Type="http://schemas.openxmlformats.org/officeDocument/2006/relationships/image" Target="../media/image5500.png"/><Relationship Id="rId192" Type="http://schemas.openxmlformats.org/officeDocument/2006/relationships/customXml" Target="../ink/ink1294.xml"/><Relationship Id="rId206" Type="http://schemas.openxmlformats.org/officeDocument/2006/relationships/customXml" Target="../ink/ink1301.xml"/><Relationship Id="rId227" Type="http://schemas.openxmlformats.org/officeDocument/2006/relationships/customXml" Target="../ink/ink1312.xml"/><Relationship Id="rId248" Type="http://schemas.openxmlformats.org/officeDocument/2006/relationships/image" Target="../media/image5811.png"/><Relationship Id="rId12" Type="http://schemas.openxmlformats.org/officeDocument/2006/relationships/customXml" Target="../ink/ink1204.xml"/><Relationship Id="rId33" Type="http://schemas.openxmlformats.org/officeDocument/2006/relationships/image" Target="../media/image4820.png"/><Relationship Id="rId108" Type="http://schemas.openxmlformats.org/officeDocument/2006/relationships/customXml" Target="../ink/ink1252.xml"/><Relationship Id="rId129" Type="http://schemas.openxmlformats.org/officeDocument/2006/relationships/image" Target="../media/image5290.png"/><Relationship Id="rId54" Type="http://schemas.openxmlformats.org/officeDocument/2006/relationships/customXml" Target="../ink/ink1225.xml"/><Relationship Id="rId75" Type="http://schemas.openxmlformats.org/officeDocument/2006/relationships/image" Target="../media/image5030.png"/><Relationship Id="rId96" Type="http://schemas.openxmlformats.org/officeDocument/2006/relationships/customXml" Target="../ink/ink1246.xml"/><Relationship Id="rId140" Type="http://schemas.openxmlformats.org/officeDocument/2006/relationships/customXml" Target="../ink/ink1268.xml"/><Relationship Id="rId161" Type="http://schemas.openxmlformats.org/officeDocument/2006/relationships/image" Target="../media/image5450.png"/><Relationship Id="rId182" Type="http://schemas.openxmlformats.org/officeDocument/2006/relationships/customXml" Target="../ink/ink1289.xml"/><Relationship Id="rId217" Type="http://schemas.openxmlformats.org/officeDocument/2006/relationships/image" Target="../media/image5660.png"/><Relationship Id="rId6" Type="http://schemas.openxmlformats.org/officeDocument/2006/relationships/customXml" Target="../ink/ink1201.xml"/><Relationship Id="rId238" Type="http://schemas.openxmlformats.org/officeDocument/2006/relationships/image" Target="../media/image5760.png"/><Relationship Id="rId23" Type="http://schemas.openxmlformats.org/officeDocument/2006/relationships/image" Target="../media/image4770.png"/><Relationship Id="rId119" Type="http://schemas.openxmlformats.org/officeDocument/2006/relationships/image" Target="../media/image5250.png"/><Relationship Id="rId44" Type="http://schemas.openxmlformats.org/officeDocument/2006/relationships/customXml" Target="../ink/ink1220.xml"/><Relationship Id="rId65" Type="http://schemas.openxmlformats.org/officeDocument/2006/relationships/image" Target="../media/image4980.png"/><Relationship Id="rId86" Type="http://schemas.openxmlformats.org/officeDocument/2006/relationships/customXml" Target="../ink/ink1241.xml"/><Relationship Id="rId130" Type="http://schemas.openxmlformats.org/officeDocument/2006/relationships/customXml" Target="../ink/ink1263.xml"/><Relationship Id="rId151" Type="http://schemas.openxmlformats.org/officeDocument/2006/relationships/image" Target="../media/image5400.png"/><Relationship Id="rId172" Type="http://schemas.openxmlformats.org/officeDocument/2006/relationships/customXml" Target="../ink/ink1284.xml"/><Relationship Id="rId193" Type="http://schemas.openxmlformats.org/officeDocument/2006/relationships/image" Target="../media/image1410.png"/><Relationship Id="rId207" Type="http://schemas.openxmlformats.org/officeDocument/2006/relationships/image" Target="../media/image5611.png"/><Relationship Id="rId228" Type="http://schemas.openxmlformats.org/officeDocument/2006/relationships/image" Target="../media/image5711.png"/><Relationship Id="rId249" Type="http://schemas.openxmlformats.org/officeDocument/2006/relationships/customXml" Target="../ink/ink1323.xml"/><Relationship Id="rId13" Type="http://schemas.openxmlformats.org/officeDocument/2006/relationships/image" Target="../media/image4720.png"/><Relationship Id="rId109" Type="http://schemas.openxmlformats.org/officeDocument/2006/relationships/image" Target="../media/image5200.png"/><Relationship Id="rId34" Type="http://schemas.openxmlformats.org/officeDocument/2006/relationships/customXml" Target="../ink/ink1215.xml"/><Relationship Id="rId55" Type="http://schemas.openxmlformats.org/officeDocument/2006/relationships/image" Target="../media/image4930.png"/><Relationship Id="rId76" Type="http://schemas.openxmlformats.org/officeDocument/2006/relationships/customXml" Target="../ink/ink1236.xml"/><Relationship Id="rId97" Type="http://schemas.openxmlformats.org/officeDocument/2006/relationships/image" Target="../media/image5140.png"/><Relationship Id="rId120" Type="http://schemas.openxmlformats.org/officeDocument/2006/relationships/customXml" Target="../ink/ink1258.xml"/><Relationship Id="rId141" Type="http://schemas.openxmlformats.org/officeDocument/2006/relationships/image" Target="../media/image5350.png"/><Relationship Id="rId7" Type="http://schemas.openxmlformats.org/officeDocument/2006/relationships/image" Target="../media/image2210.png"/><Relationship Id="rId162" Type="http://schemas.openxmlformats.org/officeDocument/2006/relationships/customXml" Target="../ink/ink1279.xml"/><Relationship Id="rId183" Type="http://schemas.openxmlformats.org/officeDocument/2006/relationships/image" Target="../media/image5560.png"/><Relationship Id="rId218" Type="http://schemas.openxmlformats.org/officeDocument/2006/relationships/customXml" Target="../ink/ink1307.xml"/><Relationship Id="rId239" Type="http://schemas.openxmlformats.org/officeDocument/2006/relationships/customXml" Target="../ink/ink1318.xml"/><Relationship Id="rId250" Type="http://schemas.openxmlformats.org/officeDocument/2006/relationships/image" Target="../media/image5820.png"/><Relationship Id="rId24" Type="http://schemas.openxmlformats.org/officeDocument/2006/relationships/customXml" Target="../ink/ink1210.xml"/><Relationship Id="rId45" Type="http://schemas.openxmlformats.org/officeDocument/2006/relationships/image" Target="../media/image4880.png"/><Relationship Id="rId66" Type="http://schemas.openxmlformats.org/officeDocument/2006/relationships/customXml" Target="../ink/ink1231.xml"/><Relationship Id="rId87" Type="http://schemas.openxmlformats.org/officeDocument/2006/relationships/image" Target="../media/image5090.png"/><Relationship Id="rId110" Type="http://schemas.openxmlformats.org/officeDocument/2006/relationships/customXml" Target="../ink/ink1253.xml"/><Relationship Id="rId131" Type="http://schemas.openxmlformats.org/officeDocument/2006/relationships/image" Target="../media/image5300.png"/><Relationship Id="rId152" Type="http://schemas.openxmlformats.org/officeDocument/2006/relationships/customXml" Target="../ink/ink1274.xml"/><Relationship Id="rId173" Type="http://schemas.openxmlformats.org/officeDocument/2006/relationships/image" Target="../media/image5511.png"/><Relationship Id="rId194" Type="http://schemas.openxmlformats.org/officeDocument/2006/relationships/customXml" Target="../ink/ink1295.xml"/><Relationship Id="rId208" Type="http://schemas.openxmlformats.org/officeDocument/2006/relationships/customXml" Target="../ink/ink1302.xml"/><Relationship Id="rId229" Type="http://schemas.openxmlformats.org/officeDocument/2006/relationships/customXml" Target="../ink/ink1313.xml"/><Relationship Id="rId240" Type="http://schemas.openxmlformats.org/officeDocument/2006/relationships/image" Target="../media/image5770.png"/><Relationship Id="rId14" Type="http://schemas.openxmlformats.org/officeDocument/2006/relationships/customXml" Target="../ink/ink1205.xml"/><Relationship Id="rId35" Type="http://schemas.openxmlformats.org/officeDocument/2006/relationships/image" Target="../media/image4830.png"/><Relationship Id="rId56" Type="http://schemas.openxmlformats.org/officeDocument/2006/relationships/customXml" Target="../ink/ink1226.xml"/><Relationship Id="rId77" Type="http://schemas.openxmlformats.org/officeDocument/2006/relationships/image" Target="../media/image5040.png"/><Relationship Id="rId100" Type="http://schemas.openxmlformats.org/officeDocument/2006/relationships/customXml" Target="../ink/ink1248.xml"/><Relationship Id="rId8" Type="http://schemas.openxmlformats.org/officeDocument/2006/relationships/customXml" Target="../ink/ink1202.xml"/><Relationship Id="rId98" Type="http://schemas.openxmlformats.org/officeDocument/2006/relationships/customXml" Target="../ink/ink1247.xml"/><Relationship Id="rId121" Type="http://schemas.openxmlformats.org/officeDocument/2006/relationships/image" Target="../media/image5260.png"/><Relationship Id="rId142" Type="http://schemas.openxmlformats.org/officeDocument/2006/relationships/customXml" Target="../ink/ink1269.xml"/><Relationship Id="rId163" Type="http://schemas.openxmlformats.org/officeDocument/2006/relationships/image" Target="../media/image5460.png"/><Relationship Id="rId184" Type="http://schemas.openxmlformats.org/officeDocument/2006/relationships/customXml" Target="../ink/ink1290.xml"/><Relationship Id="rId219" Type="http://schemas.openxmlformats.org/officeDocument/2006/relationships/image" Target="../media/image5670.png"/><Relationship Id="rId230" Type="http://schemas.openxmlformats.org/officeDocument/2006/relationships/image" Target="../media/image5720.png"/><Relationship Id="rId251" Type="http://schemas.openxmlformats.org/officeDocument/2006/relationships/image" Target="../media/image12.jpeg"/><Relationship Id="rId25" Type="http://schemas.openxmlformats.org/officeDocument/2006/relationships/image" Target="../media/image4780.png"/><Relationship Id="rId46" Type="http://schemas.openxmlformats.org/officeDocument/2006/relationships/customXml" Target="../ink/ink1221.xml"/><Relationship Id="rId67" Type="http://schemas.openxmlformats.org/officeDocument/2006/relationships/image" Target="../media/image4990.png"/><Relationship Id="rId88" Type="http://schemas.openxmlformats.org/officeDocument/2006/relationships/customXml" Target="../ink/ink1242.xml"/><Relationship Id="rId111" Type="http://schemas.openxmlformats.org/officeDocument/2006/relationships/image" Target="../media/image5211.png"/><Relationship Id="rId132" Type="http://schemas.openxmlformats.org/officeDocument/2006/relationships/customXml" Target="../ink/ink1264.xml"/><Relationship Id="rId153" Type="http://schemas.openxmlformats.org/officeDocument/2006/relationships/image" Target="../media/image5411.png"/><Relationship Id="rId174" Type="http://schemas.openxmlformats.org/officeDocument/2006/relationships/customXml" Target="../ink/ink1285.xml"/><Relationship Id="rId195" Type="http://schemas.openxmlformats.org/officeDocument/2006/relationships/image" Target="../media/image1510.png"/><Relationship Id="rId209" Type="http://schemas.openxmlformats.org/officeDocument/2006/relationships/image" Target="../media/image5620.png"/><Relationship Id="rId220" Type="http://schemas.openxmlformats.org/officeDocument/2006/relationships/customXml" Target="../ink/ink1308.xml"/><Relationship Id="rId241" Type="http://schemas.openxmlformats.org/officeDocument/2006/relationships/customXml" Target="../ink/ink1319.xml"/><Relationship Id="rId15" Type="http://schemas.openxmlformats.org/officeDocument/2006/relationships/image" Target="../media/image4730.png"/><Relationship Id="rId36" Type="http://schemas.openxmlformats.org/officeDocument/2006/relationships/customXml" Target="../ink/ink1216.xml"/><Relationship Id="rId57" Type="http://schemas.openxmlformats.org/officeDocument/2006/relationships/image" Target="../media/image4940.png"/><Relationship Id="rId78" Type="http://schemas.openxmlformats.org/officeDocument/2006/relationships/customXml" Target="../ink/ink1237.xml"/><Relationship Id="rId99" Type="http://schemas.openxmlformats.org/officeDocument/2006/relationships/image" Target="../media/image5150.png"/><Relationship Id="rId101" Type="http://schemas.openxmlformats.org/officeDocument/2006/relationships/image" Target="../media/image5160.png"/><Relationship Id="rId122" Type="http://schemas.openxmlformats.org/officeDocument/2006/relationships/customXml" Target="../ink/ink1259.xml"/><Relationship Id="rId143" Type="http://schemas.openxmlformats.org/officeDocument/2006/relationships/image" Target="../media/image5360.png"/><Relationship Id="rId164" Type="http://schemas.openxmlformats.org/officeDocument/2006/relationships/customXml" Target="../ink/ink1280.xml"/><Relationship Id="rId185" Type="http://schemas.openxmlformats.org/officeDocument/2006/relationships/image" Target="../media/image5570.png"/><Relationship Id="rId4" Type="http://schemas.openxmlformats.org/officeDocument/2006/relationships/customXml" Target="../ink/ink1200.xml"/><Relationship Id="rId9" Type="http://schemas.openxmlformats.org/officeDocument/2006/relationships/image" Target="../media/image2310.png"/><Relationship Id="rId180" Type="http://schemas.openxmlformats.org/officeDocument/2006/relationships/customXml" Target="../ink/ink1288.xml"/><Relationship Id="rId210" Type="http://schemas.openxmlformats.org/officeDocument/2006/relationships/customXml" Target="../ink/ink1303.xml"/><Relationship Id="rId215" Type="http://schemas.openxmlformats.org/officeDocument/2006/relationships/image" Target="../media/image5650.png"/><Relationship Id="rId236" Type="http://schemas.openxmlformats.org/officeDocument/2006/relationships/image" Target="../media/image5750.png"/><Relationship Id="rId26" Type="http://schemas.openxmlformats.org/officeDocument/2006/relationships/customXml" Target="../ink/ink1211.xml"/><Relationship Id="rId231" Type="http://schemas.openxmlformats.org/officeDocument/2006/relationships/customXml" Target="../ink/ink1314.xml"/><Relationship Id="rId47" Type="http://schemas.openxmlformats.org/officeDocument/2006/relationships/image" Target="../media/image4890.png"/><Relationship Id="rId68" Type="http://schemas.openxmlformats.org/officeDocument/2006/relationships/customXml" Target="../ink/ink1232.xml"/><Relationship Id="rId89" Type="http://schemas.openxmlformats.org/officeDocument/2006/relationships/image" Target="../media/image5100.png"/><Relationship Id="rId112" Type="http://schemas.openxmlformats.org/officeDocument/2006/relationships/customXml" Target="../ink/ink1254.xml"/><Relationship Id="rId133" Type="http://schemas.openxmlformats.org/officeDocument/2006/relationships/image" Target="../media/image5311.png"/><Relationship Id="rId154" Type="http://schemas.openxmlformats.org/officeDocument/2006/relationships/customXml" Target="../ink/ink1275.xml"/><Relationship Id="rId175" Type="http://schemas.openxmlformats.org/officeDocument/2006/relationships/image" Target="../media/image5520.png"/><Relationship Id="rId196" Type="http://schemas.openxmlformats.org/officeDocument/2006/relationships/customXml" Target="../ink/ink1296.xml"/><Relationship Id="rId200" Type="http://schemas.openxmlformats.org/officeDocument/2006/relationships/customXml" Target="../ink/ink1298.xml"/><Relationship Id="rId16" Type="http://schemas.openxmlformats.org/officeDocument/2006/relationships/customXml" Target="../ink/ink1206.xml"/><Relationship Id="rId221" Type="http://schemas.openxmlformats.org/officeDocument/2006/relationships/image" Target="../media/image5680.png"/><Relationship Id="rId242" Type="http://schemas.openxmlformats.org/officeDocument/2006/relationships/image" Target="../media/image5780.png"/><Relationship Id="rId37" Type="http://schemas.openxmlformats.org/officeDocument/2006/relationships/image" Target="../media/image4840.png"/><Relationship Id="rId58" Type="http://schemas.openxmlformats.org/officeDocument/2006/relationships/customXml" Target="../ink/ink1227.xml"/><Relationship Id="rId79" Type="http://schemas.openxmlformats.org/officeDocument/2006/relationships/image" Target="../media/image5050.png"/><Relationship Id="rId102" Type="http://schemas.openxmlformats.org/officeDocument/2006/relationships/customXml" Target="../ink/ink1249.xml"/><Relationship Id="rId123" Type="http://schemas.openxmlformats.org/officeDocument/2006/relationships/image" Target="../media/image5270.png"/><Relationship Id="rId144" Type="http://schemas.openxmlformats.org/officeDocument/2006/relationships/customXml" Target="../ink/ink1270.xml"/><Relationship Id="rId90" Type="http://schemas.openxmlformats.org/officeDocument/2006/relationships/customXml" Target="../ink/ink1243.xml"/><Relationship Id="rId165" Type="http://schemas.openxmlformats.org/officeDocument/2006/relationships/image" Target="../media/image5470.png"/><Relationship Id="rId186" Type="http://schemas.openxmlformats.org/officeDocument/2006/relationships/customXml" Target="../ink/ink1291.xml"/><Relationship Id="rId211" Type="http://schemas.openxmlformats.org/officeDocument/2006/relationships/image" Target="../media/image5630.png"/><Relationship Id="rId232" Type="http://schemas.openxmlformats.org/officeDocument/2006/relationships/image" Target="../media/image5730.png"/><Relationship Id="rId27" Type="http://schemas.openxmlformats.org/officeDocument/2006/relationships/image" Target="../media/image4790.png"/><Relationship Id="rId48" Type="http://schemas.openxmlformats.org/officeDocument/2006/relationships/customXml" Target="../ink/ink1222.xml"/><Relationship Id="rId69" Type="http://schemas.openxmlformats.org/officeDocument/2006/relationships/image" Target="../media/image5000.png"/><Relationship Id="rId113" Type="http://schemas.openxmlformats.org/officeDocument/2006/relationships/image" Target="../media/image5220.png"/><Relationship Id="rId134" Type="http://schemas.openxmlformats.org/officeDocument/2006/relationships/customXml" Target="../ink/ink1265.xml"/><Relationship Id="rId80" Type="http://schemas.openxmlformats.org/officeDocument/2006/relationships/customXml" Target="../ink/ink1238.xml"/><Relationship Id="rId155" Type="http://schemas.openxmlformats.org/officeDocument/2006/relationships/image" Target="../media/image5420.png"/><Relationship Id="rId176" Type="http://schemas.openxmlformats.org/officeDocument/2006/relationships/customXml" Target="../ink/ink1286.xml"/><Relationship Id="rId197" Type="http://schemas.openxmlformats.org/officeDocument/2006/relationships/image" Target="../media/image1610.png"/><Relationship Id="rId201" Type="http://schemas.openxmlformats.org/officeDocument/2006/relationships/image" Target="../media/image1810.png"/><Relationship Id="rId222" Type="http://schemas.openxmlformats.org/officeDocument/2006/relationships/customXml" Target="../ink/ink1309.xml"/><Relationship Id="rId243" Type="http://schemas.openxmlformats.org/officeDocument/2006/relationships/customXml" Target="../ink/ink1320.xml"/><Relationship Id="rId17" Type="http://schemas.openxmlformats.org/officeDocument/2006/relationships/image" Target="../media/image4740.png"/><Relationship Id="rId38" Type="http://schemas.openxmlformats.org/officeDocument/2006/relationships/customXml" Target="../ink/ink1217.xml"/><Relationship Id="rId59" Type="http://schemas.openxmlformats.org/officeDocument/2006/relationships/image" Target="../media/image4950.png"/><Relationship Id="rId103" Type="http://schemas.openxmlformats.org/officeDocument/2006/relationships/image" Target="../media/image5170.png"/><Relationship Id="rId124" Type="http://schemas.openxmlformats.org/officeDocument/2006/relationships/customXml" Target="../ink/ink1260.xml"/><Relationship Id="rId70" Type="http://schemas.openxmlformats.org/officeDocument/2006/relationships/customXml" Target="../ink/ink1233.xml"/><Relationship Id="rId91" Type="http://schemas.openxmlformats.org/officeDocument/2006/relationships/image" Target="../media/image5111.png"/><Relationship Id="rId145" Type="http://schemas.openxmlformats.org/officeDocument/2006/relationships/image" Target="../media/image5370.png"/><Relationship Id="rId166" Type="http://schemas.openxmlformats.org/officeDocument/2006/relationships/customXml" Target="../ink/ink1281.xml"/><Relationship Id="rId187" Type="http://schemas.openxmlformats.org/officeDocument/2006/relationships/image" Target="../media/image131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304.xml"/><Relationship Id="rId233" Type="http://schemas.openxmlformats.org/officeDocument/2006/relationships/customXml" Target="../ink/ink1315.xml"/><Relationship Id="rId28" Type="http://schemas.openxmlformats.org/officeDocument/2006/relationships/customXml" Target="../ink/ink1212.xml"/><Relationship Id="rId49" Type="http://schemas.openxmlformats.org/officeDocument/2006/relationships/image" Target="../media/image4900.png"/><Relationship Id="rId114" Type="http://schemas.openxmlformats.org/officeDocument/2006/relationships/customXml" Target="../ink/ink1255.xml"/><Relationship Id="rId60" Type="http://schemas.openxmlformats.org/officeDocument/2006/relationships/customXml" Target="../ink/ink1228.xml"/><Relationship Id="rId81" Type="http://schemas.openxmlformats.org/officeDocument/2006/relationships/image" Target="../media/image5060.png"/><Relationship Id="rId135" Type="http://schemas.openxmlformats.org/officeDocument/2006/relationships/image" Target="../media/image5320.png"/><Relationship Id="rId156" Type="http://schemas.openxmlformats.org/officeDocument/2006/relationships/customXml" Target="../ink/ink1276.xml"/><Relationship Id="rId177" Type="http://schemas.openxmlformats.org/officeDocument/2006/relationships/image" Target="../media/image5530.png"/><Relationship Id="rId198" Type="http://schemas.openxmlformats.org/officeDocument/2006/relationships/customXml" Target="../ink/ink1297.xml"/><Relationship Id="rId202" Type="http://schemas.openxmlformats.org/officeDocument/2006/relationships/customXml" Target="../ink/ink1299.xml"/><Relationship Id="rId223" Type="http://schemas.openxmlformats.org/officeDocument/2006/relationships/image" Target="../media/image5690.png"/><Relationship Id="rId244" Type="http://schemas.openxmlformats.org/officeDocument/2006/relationships/image" Target="../media/image5790.png"/><Relationship Id="rId18" Type="http://schemas.openxmlformats.org/officeDocument/2006/relationships/customXml" Target="../ink/ink1207.xml"/><Relationship Id="rId39" Type="http://schemas.openxmlformats.org/officeDocument/2006/relationships/image" Target="../media/image4850.png"/><Relationship Id="rId50" Type="http://schemas.openxmlformats.org/officeDocument/2006/relationships/customXml" Target="../ink/ink1223.xml"/><Relationship Id="rId104" Type="http://schemas.openxmlformats.org/officeDocument/2006/relationships/customXml" Target="../ink/ink1250.xml"/><Relationship Id="rId125" Type="http://schemas.openxmlformats.org/officeDocument/2006/relationships/image" Target="../media/image5280.png"/><Relationship Id="rId146" Type="http://schemas.openxmlformats.org/officeDocument/2006/relationships/customXml" Target="../ink/ink1271.xml"/><Relationship Id="rId167" Type="http://schemas.openxmlformats.org/officeDocument/2006/relationships/image" Target="../media/image5480.png"/><Relationship Id="rId188" Type="http://schemas.openxmlformats.org/officeDocument/2006/relationships/customXml" Target="../ink/ink1292.xml"/><Relationship Id="rId71" Type="http://schemas.openxmlformats.org/officeDocument/2006/relationships/image" Target="../media/image5011.png"/><Relationship Id="rId92" Type="http://schemas.openxmlformats.org/officeDocument/2006/relationships/customXml" Target="../ink/ink1244.xml"/><Relationship Id="rId213" Type="http://schemas.openxmlformats.org/officeDocument/2006/relationships/image" Target="../media/image5640.png"/><Relationship Id="rId234" Type="http://schemas.openxmlformats.org/officeDocument/2006/relationships/image" Target="../media/image5740.png"/><Relationship Id="rId2" Type="http://schemas.openxmlformats.org/officeDocument/2006/relationships/customXml" Target="../ink/ink1199.xml"/><Relationship Id="rId29" Type="http://schemas.openxmlformats.org/officeDocument/2006/relationships/image" Target="../media/image4800.png"/><Relationship Id="rId40" Type="http://schemas.openxmlformats.org/officeDocument/2006/relationships/customXml" Target="../ink/ink1218.xml"/><Relationship Id="rId115" Type="http://schemas.openxmlformats.org/officeDocument/2006/relationships/image" Target="../media/image5230.png"/><Relationship Id="rId136" Type="http://schemas.openxmlformats.org/officeDocument/2006/relationships/customXml" Target="../ink/ink1266.xml"/><Relationship Id="rId157" Type="http://schemas.openxmlformats.org/officeDocument/2006/relationships/image" Target="../media/image5430.png"/><Relationship Id="rId178" Type="http://schemas.openxmlformats.org/officeDocument/2006/relationships/customXml" Target="../ink/ink1287.xml"/><Relationship Id="rId61" Type="http://schemas.openxmlformats.org/officeDocument/2006/relationships/image" Target="../media/image4960.png"/><Relationship Id="rId82" Type="http://schemas.openxmlformats.org/officeDocument/2006/relationships/customXml" Target="../ink/ink1239.xml"/><Relationship Id="rId199" Type="http://schemas.openxmlformats.org/officeDocument/2006/relationships/image" Target="../media/image1710.png"/><Relationship Id="rId203" Type="http://schemas.openxmlformats.org/officeDocument/2006/relationships/image" Target="../media/image1910.png"/><Relationship Id="rId19" Type="http://schemas.openxmlformats.org/officeDocument/2006/relationships/image" Target="../media/image4750.png"/><Relationship Id="rId224" Type="http://schemas.openxmlformats.org/officeDocument/2006/relationships/customXml" Target="../ink/ink1310.xml"/><Relationship Id="rId245" Type="http://schemas.openxmlformats.org/officeDocument/2006/relationships/customXml" Target="../ink/ink1321.xml"/><Relationship Id="rId30" Type="http://schemas.openxmlformats.org/officeDocument/2006/relationships/customXml" Target="../ink/ink1213.xml"/><Relationship Id="rId105" Type="http://schemas.openxmlformats.org/officeDocument/2006/relationships/image" Target="../media/image5180.png"/><Relationship Id="rId126" Type="http://schemas.openxmlformats.org/officeDocument/2006/relationships/customXml" Target="../ink/ink1261.xml"/><Relationship Id="rId147" Type="http://schemas.openxmlformats.org/officeDocument/2006/relationships/image" Target="../media/image5380.png"/><Relationship Id="rId168" Type="http://schemas.openxmlformats.org/officeDocument/2006/relationships/customXml" Target="../ink/ink1282.xml"/><Relationship Id="rId51" Type="http://schemas.openxmlformats.org/officeDocument/2006/relationships/image" Target="../media/image4911.png"/><Relationship Id="rId72" Type="http://schemas.openxmlformats.org/officeDocument/2006/relationships/customXml" Target="../ink/ink1234.xml"/><Relationship Id="rId93" Type="http://schemas.openxmlformats.org/officeDocument/2006/relationships/image" Target="../media/image5120.png"/><Relationship Id="rId189" Type="http://schemas.openxmlformats.org/officeDocument/2006/relationships/image" Target="../media/image5580.png"/><Relationship Id="rId3" Type="http://schemas.openxmlformats.org/officeDocument/2006/relationships/image" Target="../media/image1110.png"/><Relationship Id="rId214" Type="http://schemas.openxmlformats.org/officeDocument/2006/relationships/customXml" Target="../ink/ink1305.xml"/><Relationship Id="rId235" Type="http://schemas.openxmlformats.org/officeDocument/2006/relationships/customXml" Target="../ink/ink1316.xml"/><Relationship Id="rId116" Type="http://schemas.openxmlformats.org/officeDocument/2006/relationships/customXml" Target="../ink/ink1256.xml"/><Relationship Id="rId137" Type="http://schemas.openxmlformats.org/officeDocument/2006/relationships/image" Target="../media/image5330.png"/><Relationship Id="rId158" Type="http://schemas.openxmlformats.org/officeDocument/2006/relationships/customXml" Target="../ink/ink1277.xml"/><Relationship Id="rId20" Type="http://schemas.openxmlformats.org/officeDocument/2006/relationships/customXml" Target="../ink/ink1208.xml"/><Relationship Id="rId41" Type="http://schemas.openxmlformats.org/officeDocument/2006/relationships/image" Target="../media/image4860.png"/><Relationship Id="rId62" Type="http://schemas.openxmlformats.org/officeDocument/2006/relationships/customXml" Target="../ink/ink1229.xml"/><Relationship Id="rId83" Type="http://schemas.openxmlformats.org/officeDocument/2006/relationships/image" Target="../media/image5070.png"/><Relationship Id="rId179" Type="http://schemas.openxmlformats.org/officeDocument/2006/relationships/image" Target="../media/image5540.png"/><Relationship Id="rId190" Type="http://schemas.openxmlformats.org/officeDocument/2006/relationships/customXml" Target="../ink/ink1293.xml"/><Relationship Id="rId204" Type="http://schemas.openxmlformats.org/officeDocument/2006/relationships/customXml" Target="../ink/ink1300.xml"/><Relationship Id="rId225" Type="http://schemas.openxmlformats.org/officeDocument/2006/relationships/image" Target="../media/image5700.png"/><Relationship Id="rId246" Type="http://schemas.openxmlformats.org/officeDocument/2006/relationships/image" Target="../media/image5800.png"/><Relationship Id="rId106" Type="http://schemas.openxmlformats.org/officeDocument/2006/relationships/customXml" Target="../ink/ink1251.xml"/><Relationship Id="rId127" Type="http://schemas.openxmlformats.org/officeDocument/2006/relationships/image" Target="../media/image1210.png"/><Relationship Id="rId10" Type="http://schemas.openxmlformats.org/officeDocument/2006/relationships/customXml" Target="../ink/ink1203.xml"/><Relationship Id="rId31" Type="http://schemas.openxmlformats.org/officeDocument/2006/relationships/image" Target="../media/image4811.png"/><Relationship Id="rId52" Type="http://schemas.openxmlformats.org/officeDocument/2006/relationships/customXml" Target="../ink/ink1224.xml"/><Relationship Id="rId73" Type="http://schemas.openxmlformats.org/officeDocument/2006/relationships/image" Target="../media/image5020.png"/><Relationship Id="rId94" Type="http://schemas.openxmlformats.org/officeDocument/2006/relationships/customXml" Target="../ink/ink1245.xml"/><Relationship Id="rId148" Type="http://schemas.openxmlformats.org/officeDocument/2006/relationships/customXml" Target="../ink/ink1272.xml"/><Relationship Id="rId169" Type="http://schemas.openxmlformats.org/officeDocument/2006/relationships/image" Target="../media/image5490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0.png"/><Relationship Id="rId21" Type="http://schemas.openxmlformats.org/officeDocument/2006/relationships/image" Target="../media/image4760.png"/><Relationship Id="rId42" Type="http://schemas.openxmlformats.org/officeDocument/2006/relationships/customXml" Target="../ink/ink1344.xml"/><Relationship Id="rId63" Type="http://schemas.openxmlformats.org/officeDocument/2006/relationships/image" Target="../media/image4970.png"/><Relationship Id="rId84" Type="http://schemas.openxmlformats.org/officeDocument/2006/relationships/customXml" Target="../ink/ink1365.xml"/><Relationship Id="rId138" Type="http://schemas.openxmlformats.org/officeDocument/2006/relationships/customXml" Target="../ink/ink1392.xml"/><Relationship Id="rId159" Type="http://schemas.openxmlformats.org/officeDocument/2006/relationships/image" Target="../media/image5440.png"/><Relationship Id="rId170" Type="http://schemas.openxmlformats.org/officeDocument/2006/relationships/customXml" Target="../ink/ink1408.xml"/><Relationship Id="rId191" Type="http://schemas.openxmlformats.org/officeDocument/2006/relationships/image" Target="../media/image5590.png"/><Relationship Id="rId205" Type="http://schemas.openxmlformats.org/officeDocument/2006/relationships/image" Target="../media/image5600.png"/><Relationship Id="rId226" Type="http://schemas.openxmlformats.org/officeDocument/2006/relationships/customXml" Target="../ink/ink1436.xml"/><Relationship Id="rId247" Type="http://schemas.openxmlformats.org/officeDocument/2006/relationships/customXml" Target="../ink/ink1447.xml"/><Relationship Id="rId107" Type="http://schemas.openxmlformats.org/officeDocument/2006/relationships/image" Target="../media/image5190.png"/><Relationship Id="rId11" Type="http://schemas.openxmlformats.org/officeDocument/2006/relationships/image" Target="../media/image2410.png"/><Relationship Id="rId32" Type="http://schemas.openxmlformats.org/officeDocument/2006/relationships/customXml" Target="../ink/ink1339.xml"/><Relationship Id="rId53" Type="http://schemas.openxmlformats.org/officeDocument/2006/relationships/image" Target="../media/image4920.png"/><Relationship Id="rId74" Type="http://schemas.openxmlformats.org/officeDocument/2006/relationships/customXml" Target="../ink/ink1360.xml"/><Relationship Id="rId128" Type="http://schemas.openxmlformats.org/officeDocument/2006/relationships/customXml" Target="../ink/ink1387.xml"/><Relationship Id="rId149" Type="http://schemas.openxmlformats.org/officeDocument/2006/relationships/image" Target="../media/image5390.png"/><Relationship Id="rId5" Type="http://schemas.openxmlformats.org/officeDocument/2006/relationships/image" Target="../media/image2110.png"/><Relationship Id="rId95" Type="http://schemas.openxmlformats.org/officeDocument/2006/relationships/image" Target="../media/image5130.png"/><Relationship Id="rId160" Type="http://schemas.openxmlformats.org/officeDocument/2006/relationships/customXml" Target="../ink/ink1403.xml"/><Relationship Id="rId181" Type="http://schemas.openxmlformats.org/officeDocument/2006/relationships/image" Target="../media/image5550.png"/><Relationship Id="rId216" Type="http://schemas.openxmlformats.org/officeDocument/2006/relationships/customXml" Target="../ink/ink1431.xml"/><Relationship Id="rId237" Type="http://schemas.openxmlformats.org/officeDocument/2006/relationships/customXml" Target="../ink/ink1442.xml"/><Relationship Id="rId22" Type="http://schemas.openxmlformats.org/officeDocument/2006/relationships/customXml" Target="../ink/ink1334.xml"/><Relationship Id="rId43" Type="http://schemas.openxmlformats.org/officeDocument/2006/relationships/image" Target="../media/image4870.png"/><Relationship Id="rId64" Type="http://schemas.openxmlformats.org/officeDocument/2006/relationships/customXml" Target="../ink/ink1355.xml"/><Relationship Id="rId118" Type="http://schemas.openxmlformats.org/officeDocument/2006/relationships/customXml" Target="../ink/ink1382.xml"/><Relationship Id="rId139" Type="http://schemas.openxmlformats.org/officeDocument/2006/relationships/image" Target="../media/image5340.png"/><Relationship Id="rId85" Type="http://schemas.openxmlformats.org/officeDocument/2006/relationships/image" Target="../media/image5080.png"/><Relationship Id="rId150" Type="http://schemas.openxmlformats.org/officeDocument/2006/relationships/customXml" Target="../ink/ink1398.xml"/><Relationship Id="rId171" Type="http://schemas.openxmlformats.org/officeDocument/2006/relationships/image" Target="../media/image5500.png"/><Relationship Id="rId192" Type="http://schemas.openxmlformats.org/officeDocument/2006/relationships/customXml" Target="../ink/ink1419.xml"/><Relationship Id="rId206" Type="http://schemas.openxmlformats.org/officeDocument/2006/relationships/customXml" Target="../ink/ink1426.xml"/><Relationship Id="rId227" Type="http://schemas.openxmlformats.org/officeDocument/2006/relationships/customXml" Target="../ink/ink1437.xml"/><Relationship Id="rId248" Type="http://schemas.openxmlformats.org/officeDocument/2006/relationships/image" Target="../media/image5811.png"/><Relationship Id="rId12" Type="http://schemas.openxmlformats.org/officeDocument/2006/relationships/customXml" Target="../ink/ink1329.xml"/><Relationship Id="rId33" Type="http://schemas.openxmlformats.org/officeDocument/2006/relationships/image" Target="../media/image4820.png"/><Relationship Id="rId108" Type="http://schemas.openxmlformats.org/officeDocument/2006/relationships/customXml" Target="../ink/ink1377.xml"/><Relationship Id="rId129" Type="http://schemas.openxmlformats.org/officeDocument/2006/relationships/image" Target="../media/image5290.png"/><Relationship Id="rId54" Type="http://schemas.openxmlformats.org/officeDocument/2006/relationships/customXml" Target="../ink/ink1350.xml"/><Relationship Id="rId75" Type="http://schemas.openxmlformats.org/officeDocument/2006/relationships/image" Target="../media/image5030.png"/><Relationship Id="rId96" Type="http://schemas.openxmlformats.org/officeDocument/2006/relationships/customXml" Target="../ink/ink1371.xml"/><Relationship Id="rId140" Type="http://schemas.openxmlformats.org/officeDocument/2006/relationships/customXml" Target="../ink/ink1393.xml"/><Relationship Id="rId161" Type="http://schemas.openxmlformats.org/officeDocument/2006/relationships/image" Target="../media/image5450.png"/><Relationship Id="rId182" Type="http://schemas.openxmlformats.org/officeDocument/2006/relationships/customXml" Target="../ink/ink1414.xml"/><Relationship Id="rId217" Type="http://schemas.openxmlformats.org/officeDocument/2006/relationships/image" Target="../media/image5660.png"/><Relationship Id="rId6" Type="http://schemas.openxmlformats.org/officeDocument/2006/relationships/customXml" Target="../ink/ink1326.xml"/><Relationship Id="rId238" Type="http://schemas.openxmlformats.org/officeDocument/2006/relationships/image" Target="../media/image5760.png"/><Relationship Id="rId23" Type="http://schemas.openxmlformats.org/officeDocument/2006/relationships/image" Target="../media/image4770.png"/><Relationship Id="rId119" Type="http://schemas.openxmlformats.org/officeDocument/2006/relationships/image" Target="../media/image5250.png"/><Relationship Id="rId44" Type="http://schemas.openxmlformats.org/officeDocument/2006/relationships/customXml" Target="../ink/ink1345.xml"/><Relationship Id="rId65" Type="http://schemas.openxmlformats.org/officeDocument/2006/relationships/image" Target="../media/image4980.png"/><Relationship Id="rId86" Type="http://schemas.openxmlformats.org/officeDocument/2006/relationships/customXml" Target="../ink/ink1366.xml"/><Relationship Id="rId130" Type="http://schemas.openxmlformats.org/officeDocument/2006/relationships/customXml" Target="../ink/ink1388.xml"/><Relationship Id="rId151" Type="http://schemas.openxmlformats.org/officeDocument/2006/relationships/image" Target="../media/image5400.png"/><Relationship Id="rId172" Type="http://schemas.openxmlformats.org/officeDocument/2006/relationships/customXml" Target="../ink/ink1409.xml"/><Relationship Id="rId193" Type="http://schemas.openxmlformats.org/officeDocument/2006/relationships/image" Target="../media/image1410.png"/><Relationship Id="rId207" Type="http://schemas.openxmlformats.org/officeDocument/2006/relationships/image" Target="../media/image5611.png"/><Relationship Id="rId228" Type="http://schemas.openxmlformats.org/officeDocument/2006/relationships/image" Target="../media/image5711.png"/><Relationship Id="rId249" Type="http://schemas.openxmlformats.org/officeDocument/2006/relationships/customXml" Target="../ink/ink1448.xml"/><Relationship Id="rId13" Type="http://schemas.openxmlformats.org/officeDocument/2006/relationships/image" Target="../media/image4720.png"/><Relationship Id="rId109" Type="http://schemas.openxmlformats.org/officeDocument/2006/relationships/image" Target="../media/image5200.png"/><Relationship Id="rId34" Type="http://schemas.openxmlformats.org/officeDocument/2006/relationships/customXml" Target="../ink/ink1340.xml"/><Relationship Id="rId55" Type="http://schemas.openxmlformats.org/officeDocument/2006/relationships/image" Target="../media/image4930.png"/><Relationship Id="rId76" Type="http://schemas.openxmlformats.org/officeDocument/2006/relationships/customXml" Target="../ink/ink1361.xml"/><Relationship Id="rId97" Type="http://schemas.openxmlformats.org/officeDocument/2006/relationships/image" Target="../media/image5140.png"/><Relationship Id="rId120" Type="http://schemas.openxmlformats.org/officeDocument/2006/relationships/customXml" Target="../ink/ink1383.xml"/><Relationship Id="rId141" Type="http://schemas.openxmlformats.org/officeDocument/2006/relationships/image" Target="../media/image5350.png"/><Relationship Id="rId7" Type="http://schemas.openxmlformats.org/officeDocument/2006/relationships/image" Target="../media/image2210.png"/><Relationship Id="rId162" Type="http://schemas.openxmlformats.org/officeDocument/2006/relationships/customXml" Target="../ink/ink1404.xml"/><Relationship Id="rId183" Type="http://schemas.openxmlformats.org/officeDocument/2006/relationships/image" Target="../media/image5560.png"/><Relationship Id="rId218" Type="http://schemas.openxmlformats.org/officeDocument/2006/relationships/customXml" Target="../ink/ink1432.xml"/><Relationship Id="rId239" Type="http://schemas.openxmlformats.org/officeDocument/2006/relationships/customXml" Target="../ink/ink1443.xml"/><Relationship Id="rId250" Type="http://schemas.openxmlformats.org/officeDocument/2006/relationships/image" Target="../media/image5820.png"/><Relationship Id="rId24" Type="http://schemas.openxmlformats.org/officeDocument/2006/relationships/customXml" Target="../ink/ink1335.xml"/><Relationship Id="rId45" Type="http://schemas.openxmlformats.org/officeDocument/2006/relationships/image" Target="../media/image4880.png"/><Relationship Id="rId66" Type="http://schemas.openxmlformats.org/officeDocument/2006/relationships/customXml" Target="../ink/ink1356.xml"/><Relationship Id="rId87" Type="http://schemas.openxmlformats.org/officeDocument/2006/relationships/image" Target="../media/image5090.png"/><Relationship Id="rId110" Type="http://schemas.openxmlformats.org/officeDocument/2006/relationships/customXml" Target="../ink/ink1378.xml"/><Relationship Id="rId131" Type="http://schemas.openxmlformats.org/officeDocument/2006/relationships/image" Target="../media/image5300.png"/><Relationship Id="rId152" Type="http://schemas.openxmlformats.org/officeDocument/2006/relationships/customXml" Target="../ink/ink1399.xml"/><Relationship Id="rId173" Type="http://schemas.openxmlformats.org/officeDocument/2006/relationships/image" Target="../media/image5511.png"/><Relationship Id="rId194" Type="http://schemas.openxmlformats.org/officeDocument/2006/relationships/customXml" Target="../ink/ink1420.xml"/><Relationship Id="rId208" Type="http://schemas.openxmlformats.org/officeDocument/2006/relationships/customXml" Target="../ink/ink1427.xml"/><Relationship Id="rId229" Type="http://schemas.openxmlformats.org/officeDocument/2006/relationships/customXml" Target="../ink/ink1438.xml"/><Relationship Id="rId240" Type="http://schemas.openxmlformats.org/officeDocument/2006/relationships/image" Target="../media/image5770.png"/><Relationship Id="rId14" Type="http://schemas.openxmlformats.org/officeDocument/2006/relationships/customXml" Target="../ink/ink1330.xml"/><Relationship Id="rId35" Type="http://schemas.openxmlformats.org/officeDocument/2006/relationships/image" Target="../media/image4830.png"/><Relationship Id="rId56" Type="http://schemas.openxmlformats.org/officeDocument/2006/relationships/customXml" Target="../ink/ink1351.xml"/><Relationship Id="rId77" Type="http://schemas.openxmlformats.org/officeDocument/2006/relationships/image" Target="../media/image5040.png"/><Relationship Id="rId100" Type="http://schemas.openxmlformats.org/officeDocument/2006/relationships/customXml" Target="../ink/ink1373.xml"/><Relationship Id="rId8" Type="http://schemas.openxmlformats.org/officeDocument/2006/relationships/customXml" Target="../ink/ink1327.xml"/><Relationship Id="rId98" Type="http://schemas.openxmlformats.org/officeDocument/2006/relationships/customXml" Target="../ink/ink1372.xml"/><Relationship Id="rId121" Type="http://schemas.openxmlformats.org/officeDocument/2006/relationships/image" Target="../media/image5260.png"/><Relationship Id="rId142" Type="http://schemas.openxmlformats.org/officeDocument/2006/relationships/customXml" Target="../ink/ink1394.xml"/><Relationship Id="rId163" Type="http://schemas.openxmlformats.org/officeDocument/2006/relationships/image" Target="../media/image5460.png"/><Relationship Id="rId184" Type="http://schemas.openxmlformats.org/officeDocument/2006/relationships/customXml" Target="../ink/ink1415.xml"/><Relationship Id="rId219" Type="http://schemas.openxmlformats.org/officeDocument/2006/relationships/image" Target="../media/image5670.png"/><Relationship Id="rId230" Type="http://schemas.openxmlformats.org/officeDocument/2006/relationships/image" Target="../media/image5720.png"/><Relationship Id="rId251" Type="http://schemas.openxmlformats.org/officeDocument/2006/relationships/image" Target="../media/image13.png"/><Relationship Id="rId25" Type="http://schemas.openxmlformats.org/officeDocument/2006/relationships/image" Target="../media/image4780.png"/><Relationship Id="rId46" Type="http://schemas.openxmlformats.org/officeDocument/2006/relationships/customXml" Target="../ink/ink1346.xml"/><Relationship Id="rId67" Type="http://schemas.openxmlformats.org/officeDocument/2006/relationships/image" Target="../media/image4990.png"/><Relationship Id="rId88" Type="http://schemas.openxmlformats.org/officeDocument/2006/relationships/customXml" Target="../ink/ink1367.xml"/><Relationship Id="rId111" Type="http://schemas.openxmlformats.org/officeDocument/2006/relationships/image" Target="../media/image5211.png"/><Relationship Id="rId132" Type="http://schemas.openxmlformats.org/officeDocument/2006/relationships/customXml" Target="../ink/ink1389.xml"/><Relationship Id="rId153" Type="http://schemas.openxmlformats.org/officeDocument/2006/relationships/image" Target="../media/image5411.png"/><Relationship Id="rId174" Type="http://schemas.openxmlformats.org/officeDocument/2006/relationships/customXml" Target="../ink/ink1410.xml"/><Relationship Id="rId195" Type="http://schemas.openxmlformats.org/officeDocument/2006/relationships/image" Target="../media/image1510.png"/><Relationship Id="rId209" Type="http://schemas.openxmlformats.org/officeDocument/2006/relationships/image" Target="../media/image5620.png"/><Relationship Id="rId220" Type="http://schemas.openxmlformats.org/officeDocument/2006/relationships/customXml" Target="../ink/ink1433.xml"/><Relationship Id="rId241" Type="http://schemas.openxmlformats.org/officeDocument/2006/relationships/customXml" Target="../ink/ink1444.xml"/><Relationship Id="rId15" Type="http://schemas.openxmlformats.org/officeDocument/2006/relationships/image" Target="../media/image4730.png"/><Relationship Id="rId36" Type="http://schemas.openxmlformats.org/officeDocument/2006/relationships/customXml" Target="../ink/ink1341.xml"/><Relationship Id="rId57" Type="http://schemas.openxmlformats.org/officeDocument/2006/relationships/image" Target="../media/image4940.png"/><Relationship Id="rId78" Type="http://schemas.openxmlformats.org/officeDocument/2006/relationships/customXml" Target="../ink/ink1362.xml"/><Relationship Id="rId99" Type="http://schemas.openxmlformats.org/officeDocument/2006/relationships/image" Target="../media/image5150.png"/><Relationship Id="rId101" Type="http://schemas.openxmlformats.org/officeDocument/2006/relationships/image" Target="../media/image5160.png"/><Relationship Id="rId122" Type="http://schemas.openxmlformats.org/officeDocument/2006/relationships/customXml" Target="../ink/ink1384.xml"/><Relationship Id="rId143" Type="http://schemas.openxmlformats.org/officeDocument/2006/relationships/image" Target="../media/image5360.png"/><Relationship Id="rId164" Type="http://schemas.openxmlformats.org/officeDocument/2006/relationships/customXml" Target="../ink/ink1405.xml"/><Relationship Id="rId185" Type="http://schemas.openxmlformats.org/officeDocument/2006/relationships/image" Target="../media/image5570.png"/><Relationship Id="rId4" Type="http://schemas.openxmlformats.org/officeDocument/2006/relationships/customXml" Target="../ink/ink1325.xml"/><Relationship Id="rId9" Type="http://schemas.openxmlformats.org/officeDocument/2006/relationships/image" Target="../media/image2310.png"/><Relationship Id="rId180" Type="http://schemas.openxmlformats.org/officeDocument/2006/relationships/customXml" Target="../ink/ink1413.xml"/><Relationship Id="rId210" Type="http://schemas.openxmlformats.org/officeDocument/2006/relationships/customXml" Target="../ink/ink1428.xml"/><Relationship Id="rId215" Type="http://schemas.openxmlformats.org/officeDocument/2006/relationships/image" Target="../media/image5650.png"/><Relationship Id="rId236" Type="http://schemas.openxmlformats.org/officeDocument/2006/relationships/image" Target="../media/image5750.png"/><Relationship Id="rId26" Type="http://schemas.openxmlformats.org/officeDocument/2006/relationships/customXml" Target="../ink/ink1336.xml"/><Relationship Id="rId231" Type="http://schemas.openxmlformats.org/officeDocument/2006/relationships/customXml" Target="../ink/ink1439.xml"/><Relationship Id="rId47" Type="http://schemas.openxmlformats.org/officeDocument/2006/relationships/image" Target="../media/image4890.png"/><Relationship Id="rId68" Type="http://schemas.openxmlformats.org/officeDocument/2006/relationships/customXml" Target="../ink/ink1357.xml"/><Relationship Id="rId89" Type="http://schemas.openxmlformats.org/officeDocument/2006/relationships/image" Target="../media/image5100.png"/><Relationship Id="rId112" Type="http://schemas.openxmlformats.org/officeDocument/2006/relationships/customXml" Target="../ink/ink1379.xml"/><Relationship Id="rId133" Type="http://schemas.openxmlformats.org/officeDocument/2006/relationships/image" Target="../media/image5311.png"/><Relationship Id="rId154" Type="http://schemas.openxmlformats.org/officeDocument/2006/relationships/customXml" Target="../ink/ink1400.xml"/><Relationship Id="rId175" Type="http://schemas.openxmlformats.org/officeDocument/2006/relationships/image" Target="../media/image5520.png"/><Relationship Id="rId196" Type="http://schemas.openxmlformats.org/officeDocument/2006/relationships/customXml" Target="../ink/ink1421.xml"/><Relationship Id="rId200" Type="http://schemas.openxmlformats.org/officeDocument/2006/relationships/customXml" Target="../ink/ink1423.xml"/><Relationship Id="rId16" Type="http://schemas.openxmlformats.org/officeDocument/2006/relationships/customXml" Target="../ink/ink1331.xml"/><Relationship Id="rId221" Type="http://schemas.openxmlformats.org/officeDocument/2006/relationships/image" Target="../media/image5680.png"/><Relationship Id="rId242" Type="http://schemas.openxmlformats.org/officeDocument/2006/relationships/image" Target="../media/image5780.png"/><Relationship Id="rId37" Type="http://schemas.openxmlformats.org/officeDocument/2006/relationships/image" Target="../media/image4840.png"/><Relationship Id="rId58" Type="http://schemas.openxmlformats.org/officeDocument/2006/relationships/customXml" Target="../ink/ink1352.xml"/><Relationship Id="rId79" Type="http://schemas.openxmlformats.org/officeDocument/2006/relationships/image" Target="../media/image5050.png"/><Relationship Id="rId102" Type="http://schemas.openxmlformats.org/officeDocument/2006/relationships/customXml" Target="../ink/ink1374.xml"/><Relationship Id="rId123" Type="http://schemas.openxmlformats.org/officeDocument/2006/relationships/image" Target="../media/image5270.png"/><Relationship Id="rId144" Type="http://schemas.openxmlformats.org/officeDocument/2006/relationships/customXml" Target="../ink/ink1395.xml"/><Relationship Id="rId90" Type="http://schemas.openxmlformats.org/officeDocument/2006/relationships/customXml" Target="../ink/ink1368.xml"/><Relationship Id="rId165" Type="http://schemas.openxmlformats.org/officeDocument/2006/relationships/image" Target="../media/image5470.png"/><Relationship Id="rId186" Type="http://schemas.openxmlformats.org/officeDocument/2006/relationships/customXml" Target="../ink/ink1416.xml"/><Relationship Id="rId211" Type="http://schemas.openxmlformats.org/officeDocument/2006/relationships/image" Target="../media/image5630.png"/><Relationship Id="rId232" Type="http://schemas.openxmlformats.org/officeDocument/2006/relationships/image" Target="../media/image5730.png"/><Relationship Id="rId27" Type="http://schemas.openxmlformats.org/officeDocument/2006/relationships/image" Target="../media/image4790.png"/><Relationship Id="rId48" Type="http://schemas.openxmlformats.org/officeDocument/2006/relationships/customXml" Target="../ink/ink1347.xml"/><Relationship Id="rId69" Type="http://schemas.openxmlformats.org/officeDocument/2006/relationships/image" Target="../media/image5000.png"/><Relationship Id="rId113" Type="http://schemas.openxmlformats.org/officeDocument/2006/relationships/image" Target="../media/image5220.png"/><Relationship Id="rId134" Type="http://schemas.openxmlformats.org/officeDocument/2006/relationships/customXml" Target="../ink/ink1390.xml"/><Relationship Id="rId80" Type="http://schemas.openxmlformats.org/officeDocument/2006/relationships/customXml" Target="../ink/ink1363.xml"/><Relationship Id="rId155" Type="http://schemas.openxmlformats.org/officeDocument/2006/relationships/image" Target="../media/image5420.png"/><Relationship Id="rId176" Type="http://schemas.openxmlformats.org/officeDocument/2006/relationships/customXml" Target="../ink/ink1411.xml"/><Relationship Id="rId197" Type="http://schemas.openxmlformats.org/officeDocument/2006/relationships/image" Target="../media/image1610.png"/><Relationship Id="rId201" Type="http://schemas.openxmlformats.org/officeDocument/2006/relationships/image" Target="../media/image1810.png"/><Relationship Id="rId222" Type="http://schemas.openxmlformats.org/officeDocument/2006/relationships/customXml" Target="../ink/ink1434.xml"/><Relationship Id="rId243" Type="http://schemas.openxmlformats.org/officeDocument/2006/relationships/customXml" Target="../ink/ink1445.xml"/><Relationship Id="rId17" Type="http://schemas.openxmlformats.org/officeDocument/2006/relationships/image" Target="../media/image4740.png"/><Relationship Id="rId38" Type="http://schemas.openxmlformats.org/officeDocument/2006/relationships/customXml" Target="../ink/ink1342.xml"/><Relationship Id="rId59" Type="http://schemas.openxmlformats.org/officeDocument/2006/relationships/image" Target="../media/image4950.png"/><Relationship Id="rId103" Type="http://schemas.openxmlformats.org/officeDocument/2006/relationships/image" Target="../media/image5170.png"/><Relationship Id="rId124" Type="http://schemas.openxmlformats.org/officeDocument/2006/relationships/customXml" Target="../ink/ink1385.xml"/><Relationship Id="rId70" Type="http://schemas.openxmlformats.org/officeDocument/2006/relationships/customXml" Target="../ink/ink1358.xml"/><Relationship Id="rId91" Type="http://schemas.openxmlformats.org/officeDocument/2006/relationships/image" Target="../media/image5111.png"/><Relationship Id="rId145" Type="http://schemas.openxmlformats.org/officeDocument/2006/relationships/image" Target="../media/image5370.png"/><Relationship Id="rId166" Type="http://schemas.openxmlformats.org/officeDocument/2006/relationships/customXml" Target="../ink/ink1406.xml"/><Relationship Id="rId187" Type="http://schemas.openxmlformats.org/officeDocument/2006/relationships/image" Target="../media/image131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429.xml"/><Relationship Id="rId233" Type="http://schemas.openxmlformats.org/officeDocument/2006/relationships/customXml" Target="../ink/ink1440.xml"/><Relationship Id="rId28" Type="http://schemas.openxmlformats.org/officeDocument/2006/relationships/customXml" Target="../ink/ink1337.xml"/><Relationship Id="rId49" Type="http://schemas.openxmlformats.org/officeDocument/2006/relationships/image" Target="../media/image4900.png"/><Relationship Id="rId114" Type="http://schemas.openxmlformats.org/officeDocument/2006/relationships/customXml" Target="../ink/ink1380.xml"/><Relationship Id="rId60" Type="http://schemas.openxmlformats.org/officeDocument/2006/relationships/customXml" Target="../ink/ink1353.xml"/><Relationship Id="rId81" Type="http://schemas.openxmlformats.org/officeDocument/2006/relationships/image" Target="../media/image5060.png"/><Relationship Id="rId135" Type="http://schemas.openxmlformats.org/officeDocument/2006/relationships/image" Target="../media/image5320.png"/><Relationship Id="rId156" Type="http://schemas.openxmlformats.org/officeDocument/2006/relationships/customXml" Target="../ink/ink1401.xml"/><Relationship Id="rId177" Type="http://schemas.openxmlformats.org/officeDocument/2006/relationships/image" Target="../media/image5530.png"/><Relationship Id="rId198" Type="http://schemas.openxmlformats.org/officeDocument/2006/relationships/customXml" Target="../ink/ink1422.xml"/><Relationship Id="rId202" Type="http://schemas.openxmlformats.org/officeDocument/2006/relationships/customXml" Target="../ink/ink1424.xml"/><Relationship Id="rId223" Type="http://schemas.openxmlformats.org/officeDocument/2006/relationships/image" Target="../media/image5690.png"/><Relationship Id="rId244" Type="http://schemas.openxmlformats.org/officeDocument/2006/relationships/image" Target="../media/image5790.png"/><Relationship Id="rId18" Type="http://schemas.openxmlformats.org/officeDocument/2006/relationships/customXml" Target="../ink/ink1332.xml"/><Relationship Id="rId39" Type="http://schemas.openxmlformats.org/officeDocument/2006/relationships/image" Target="../media/image4850.png"/><Relationship Id="rId50" Type="http://schemas.openxmlformats.org/officeDocument/2006/relationships/customXml" Target="../ink/ink1348.xml"/><Relationship Id="rId104" Type="http://schemas.openxmlformats.org/officeDocument/2006/relationships/customXml" Target="../ink/ink1375.xml"/><Relationship Id="rId125" Type="http://schemas.openxmlformats.org/officeDocument/2006/relationships/image" Target="../media/image5280.png"/><Relationship Id="rId146" Type="http://schemas.openxmlformats.org/officeDocument/2006/relationships/customXml" Target="../ink/ink1396.xml"/><Relationship Id="rId167" Type="http://schemas.openxmlformats.org/officeDocument/2006/relationships/image" Target="../media/image5480.png"/><Relationship Id="rId188" Type="http://schemas.openxmlformats.org/officeDocument/2006/relationships/customXml" Target="../ink/ink1417.xml"/><Relationship Id="rId71" Type="http://schemas.openxmlformats.org/officeDocument/2006/relationships/image" Target="../media/image5011.png"/><Relationship Id="rId92" Type="http://schemas.openxmlformats.org/officeDocument/2006/relationships/customXml" Target="../ink/ink1369.xml"/><Relationship Id="rId213" Type="http://schemas.openxmlformats.org/officeDocument/2006/relationships/image" Target="../media/image5640.png"/><Relationship Id="rId234" Type="http://schemas.openxmlformats.org/officeDocument/2006/relationships/image" Target="../media/image5740.png"/><Relationship Id="rId2" Type="http://schemas.openxmlformats.org/officeDocument/2006/relationships/customXml" Target="../ink/ink1324.xml"/><Relationship Id="rId29" Type="http://schemas.openxmlformats.org/officeDocument/2006/relationships/image" Target="../media/image4800.png"/><Relationship Id="rId40" Type="http://schemas.openxmlformats.org/officeDocument/2006/relationships/customXml" Target="../ink/ink1343.xml"/><Relationship Id="rId115" Type="http://schemas.openxmlformats.org/officeDocument/2006/relationships/image" Target="../media/image5230.png"/><Relationship Id="rId136" Type="http://schemas.openxmlformats.org/officeDocument/2006/relationships/customXml" Target="../ink/ink1391.xml"/><Relationship Id="rId157" Type="http://schemas.openxmlformats.org/officeDocument/2006/relationships/image" Target="../media/image5430.png"/><Relationship Id="rId178" Type="http://schemas.openxmlformats.org/officeDocument/2006/relationships/customXml" Target="../ink/ink1412.xml"/><Relationship Id="rId61" Type="http://schemas.openxmlformats.org/officeDocument/2006/relationships/image" Target="../media/image4960.png"/><Relationship Id="rId82" Type="http://schemas.openxmlformats.org/officeDocument/2006/relationships/customXml" Target="../ink/ink1364.xml"/><Relationship Id="rId199" Type="http://schemas.openxmlformats.org/officeDocument/2006/relationships/image" Target="../media/image1710.png"/><Relationship Id="rId203" Type="http://schemas.openxmlformats.org/officeDocument/2006/relationships/image" Target="../media/image1910.png"/><Relationship Id="rId19" Type="http://schemas.openxmlformats.org/officeDocument/2006/relationships/image" Target="../media/image4750.png"/><Relationship Id="rId224" Type="http://schemas.openxmlformats.org/officeDocument/2006/relationships/customXml" Target="../ink/ink1435.xml"/><Relationship Id="rId245" Type="http://schemas.openxmlformats.org/officeDocument/2006/relationships/customXml" Target="../ink/ink1446.xml"/><Relationship Id="rId30" Type="http://schemas.openxmlformats.org/officeDocument/2006/relationships/customXml" Target="../ink/ink1338.xml"/><Relationship Id="rId105" Type="http://schemas.openxmlformats.org/officeDocument/2006/relationships/image" Target="../media/image5180.png"/><Relationship Id="rId126" Type="http://schemas.openxmlformats.org/officeDocument/2006/relationships/customXml" Target="../ink/ink1386.xml"/><Relationship Id="rId147" Type="http://schemas.openxmlformats.org/officeDocument/2006/relationships/image" Target="../media/image5380.png"/><Relationship Id="rId168" Type="http://schemas.openxmlformats.org/officeDocument/2006/relationships/customXml" Target="../ink/ink1407.xml"/><Relationship Id="rId51" Type="http://schemas.openxmlformats.org/officeDocument/2006/relationships/image" Target="../media/image4911.png"/><Relationship Id="rId72" Type="http://schemas.openxmlformats.org/officeDocument/2006/relationships/customXml" Target="../ink/ink1359.xml"/><Relationship Id="rId93" Type="http://schemas.openxmlformats.org/officeDocument/2006/relationships/image" Target="../media/image5120.png"/><Relationship Id="rId189" Type="http://schemas.openxmlformats.org/officeDocument/2006/relationships/image" Target="../media/image5580.png"/><Relationship Id="rId3" Type="http://schemas.openxmlformats.org/officeDocument/2006/relationships/image" Target="../media/image1110.png"/><Relationship Id="rId214" Type="http://schemas.openxmlformats.org/officeDocument/2006/relationships/customXml" Target="../ink/ink1430.xml"/><Relationship Id="rId235" Type="http://schemas.openxmlformats.org/officeDocument/2006/relationships/customXml" Target="../ink/ink1441.xml"/><Relationship Id="rId116" Type="http://schemas.openxmlformats.org/officeDocument/2006/relationships/customXml" Target="../ink/ink1381.xml"/><Relationship Id="rId137" Type="http://schemas.openxmlformats.org/officeDocument/2006/relationships/image" Target="../media/image5330.png"/><Relationship Id="rId158" Type="http://schemas.openxmlformats.org/officeDocument/2006/relationships/customXml" Target="../ink/ink1402.xml"/><Relationship Id="rId20" Type="http://schemas.openxmlformats.org/officeDocument/2006/relationships/customXml" Target="../ink/ink1333.xml"/><Relationship Id="rId41" Type="http://schemas.openxmlformats.org/officeDocument/2006/relationships/image" Target="../media/image4860.png"/><Relationship Id="rId62" Type="http://schemas.openxmlformats.org/officeDocument/2006/relationships/customXml" Target="../ink/ink1354.xml"/><Relationship Id="rId83" Type="http://schemas.openxmlformats.org/officeDocument/2006/relationships/image" Target="../media/image5070.png"/><Relationship Id="rId179" Type="http://schemas.openxmlformats.org/officeDocument/2006/relationships/image" Target="../media/image5540.png"/><Relationship Id="rId190" Type="http://schemas.openxmlformats.org/officeDocument/2006/relationships/customXml" Target="../ink/ink1418.xml"/><Relationship Id="rId204" Type="http://schemas.openxmlformats.org/officeDocument/2006/relationships/customXml" Target="../ink/ink1425.xml"/><Relationship Id="rId225" Type="http://schemas.openxmlformats.org/officeDocument/2006/relationships/image" Target="../media/image5700.png"/><Relationship Id="rId246" Type="http://schemas.openxmlformats.org/officeDocument/2006/relationships/image" Target="../media/image5800.png"/><Relationship Id="rId106" Type="http://schemas.openxmlformats.org/officeDocument/2006/relationships/customXml" Target="../ink/ink1376.xml"/><Relationship Id="rId127" Type="http://schemas.openxmlformats.org/officeDocument/2006/relationships/image" Target="../media/image1210.png"/><Relationship Id="rId10" Type="http://schemas.openxmlformats.org/officeDocument/2006/relationships/customXml" Target="../ink/ink1328.xml"/><Relationship Id="rId31" Type="http://schemas.openxmlformats.org/officeDocument/2006/relationships/image" Target="../media/image4811.png"/><Relationship Id="rId52" Type="http://schemas.openxmlformats.org/officeDocument/2006/relationships/customXml" Target="../ink/ink1349.xml"/><Relationship Id="rId73" Type="http://schemas.openxmlformats.org/officeDocument/2006/relationships/image" Target="../media/image5020.png"/><Relationship Id="rId94" Type="http://schemas.openxmlformats.org/officeDocument/2006/relationships/customXml" Target="../ink/ink1370.xml"/><Relationship Id="rId148" Type="http://schemas.openxmlformats.org/officeDocument/2006/relationships/customXml" Target="../ink/ink1397.xml"/><Relationship Id="rId169" Type="http://schemas.openxmlformats.org/officeDocument/2006/relationships/image" Target="../media/image5490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42" Type="http://schemas.openxmlformats.org/officeDocument/2006/relationships/customXml" Target="../ink/ink1469.xml"/><Relationship Id="rId63" Type="http://schemas.openxmlformats.org/officeDocument/2006/relationships/image" Target="../media/image9710.png"/><Relationship Id="rId84" Type="http://schemas.openxmlformats.org/officeDocument/2006/relationships/customXml" Target="../ink/ink1490.xml"/><Relationship Id="rId138" Type="http://schemas.openxmlformats.org/officeDocument/2006/relationships/customXml" Target="../ink/ink1517.xml"/><Relationship Id="rId159" Type="http://schemas.openxmlformats.org/officeDocument/2006/relationships/image" Target="../media/image1880.png"/><Relationship Id="rId170" Type="http://schemas.openxmlformats.org/officeDocument/2006/relationships/customXml" Target="../ink/ink1533.xml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26" Type="http://schemas.openxmlformats.org/officeDocument/2006/relationships/customXml" Target="../ink/ink1561.xml"/><Relationship Id="rId247" Type="http://schemas.openxmlformats.org/officeDocument/2006/relationships/customXml" Target="../ink/ink1572.xml"/><Relationship Id="rId107" Type="http://schemas.openxmlformats.org/officeDocument/2006/relationships/image" Target="../media/image1630.png"/><Relationship Id="rId11" Type="http://schemas.openxmlformats.org/officeDocument/2006/relationships/image" Target="../media/image7210.png"/><Relationship Id="rId32" Type="http://schemas.openxmlformats.org/officeDocument/2006/relationships/customXml" Target="../ink/ink1464.xml"/><Relationship Id="rId53" Type="http://schemas.openxmlformats.org/officeDocument/2006/relationships/image" Target="../media/image9310.png"/><Relationship Id="rId74" Type="http://schemas.openxmlformats.org/officeDocument/2006/relationships/customXml" Target="../ink/ink1485.xml"/><Relationship Id="rId128" Type="http://schemas.openxmlformats.org/officeDocument/2006/relationships/customXml" Target="../ink/ink1512.xml"/><Relationship Id="rId149" Type="http://schemas.openxmlformats.org/officeDocument/2006/relationships/image" Target="../media/image1830.png"/><Relationship Id="rId5" Type="http://schemas.openxmlformats.org/officeDocument/2006/relationships/image" Target="../media/image7010.png"/><Relationship Id="rId95" Type="http://schemas.openxmlformats.org/officeDocument/2006/relationships/image" Target="../media/image1570.png"/><Relationship Id="rId160" Type="http://schemas.openxmlformats.org/officeDocument/2006/relationships/customXml" Target="../ink/ink1528.xml"/><Relationship Id="rId181" Type="http://schemas.openxmlformats.org/officeDocument/2006/relationships/image" Target="../media/image1990.png"/><Relationship Id="rId216" Type="http://schemas.openxmlformats.org/officeDocument/2006/relationships/customXml" Target="../ink/ink1556.xml"/><Relationship Id="rId237" Type="http://schemas.openxmlformats.org/officeDocument/2006/relationships/customXml" Target="../ink/ink1567.xml"/><Relationship Id="rId22" Type="http://schemas.openxmlformats.org/officeDocument/2006/relationships/customXml" Target="../ink/ink1459.xml"/><Relationship Id="rId43" Type="http://schemas.openxmlformats.org/officeDocument/2006/relationships/image" Target="../media/image8810.png"/><Relationship Id="rId64" Type="http://schemas.openxmlformats.org/officeDocument/2006/relationships/customXml" Target="../ink/ink1480.xml"/><Relationship Id="rId118" Type="http://schemas.openxmlformats.org/officeDocument/2006/relationships/customXml" Target="../ink/ink1507.xml"/><Relationship Id="rId139" Type="http://schemas.openxmlformats.org/officeDocument/2006/relationships/image" Target="../media/image1780.png"/><Relationship Id="rId85" Type="http://schemas.openxmlformats.org/officeDocument/2006/relationships/image" Target="../media/image10710.png"/><Relationship Id="rId150" Type="http://schemas.openxmlformats.org/officeDocument/2006/relationships/customXml" Target="../ink/ink1523.xml"/><Relationship Id="rId171" Type="http://schemas.openxmlformats.org/officeDocument/2006/relationships/image" Target="../media/image1940.png"/><Relationship Id="rId192" Type="http://schemas.openxmlformats.org/officeDocument/2006/relationships/customXml" Target="../ink/ink1544.xml"/><Relationship Id="rId206" Type="http://schemas.openxmlformats.org/officeDocument/2006/relationships/customXml" Target="../ink/ink1551.xml"/><Relationship Id="rId227" Type="http://schemas.openxmlformats.org/officeDocument/2006/relationships/customXml" Target="../ink/ink1562.xml"/><Relationship Id="rId248" Type="http://schemas.openxmlformats.org/officeDocument/2006/relationships/image" Target="../media/image2650.png"/><Relationship Id="rId12" Type="http://schemas.openxmlformats.org/officeDocument/2006/relationships/customXml" Target="../ink/ink1454.xml"/><Relationship Id="rId33" Type="http://schemas.openxmlformats.org/officeDocument/2006/relationships/image" Target="../media/image8310.png"/><Relationship Id="rId108" Type="http://schemas.openxmlformats.org/officeDocument/2006/relationships/customXml" Target="../ink/ink1502.xml"/><Relationship Id="rId129" Type="http://schemas.openxmlformats.org/officeDocument/2006/relationships/image" Target="../media/image1290.png"/><Relationship Id="rId54" Type="http://schemas.openxmlformats.org/officeDocument/2006/relationships/customXml" Target="../ink/ink1475.xml"/><Relationship Id="rId75" Type="http://schemas.openxmlformats.org/officeDocument/2006/relationships/image" Target="../media/image10211.png"/><Relationship Id="rId96" Type="http://schemas.openxmlformats.org/officeDocument/2006/relationships/customXml" Target="../ink/ink1496.xml"/><Relationship Id="rId140" Type="http://schemas.openxmlformats.org/officeDocument/2006/relationships/customXml" Target="../ink/ink1518.xml"/><Relationship Id="rId161" Type="http://schemas.openxmlformats.org/officeDocument/2006/relationships/image" Target="../media/image1890.png"/><Relationship Id="rId182" Type="http://schemas.openxmlformats.org/officeDocument/2006/relationships/customXml" Target="../ink/ink1539.xml"/><Relationship Id="rId217" Type="http://schemas.openxmlformats.org/officeDocument/2006/relationships/image" Target="../media/image2500.png"/><Relationship Id="rId6" Type="http://schemas.openxmlformats.org/officeDocument/2006/relationships/customXml" Target="../ink/ink1451.xml"/><Relationship Id="rId238" Type="http://schemas.openxmlformats.org/officeDocument/2006/relationships/image" Target="../media/image260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44" Type="http://schemas.openxmlformats.org/officeDocument/2006/relationships/customXml" Target="../ink/ink1470.xml"/><Relationship Id="rId65" Type="http://schemas.openxmlformats.org/officeDocument/2006/relationships/image" Target="../media/image9810.png"/><Relationship Id="rId86" Type="http://schemas.openxmlformats.org/officeDocument/2006/relationships/customXml" Target="../ink/ink1491.xml"/><Relationship Id="rId130" Type="http://schemas.openxmlformats.org/officeDocument/2006/relationships/customXml" Target="../ink/ink1513.xml"/><Relationship Id="rId151" Type="http://schemas.openxmlformats.org/officeDocument/2006/relationships/image" Target="../media/image1840.png"/><Relationship Id="rId172" Type="http://schemas.openxmlformats.org/officeDocument/2006/relationships/customXml" Target="../ink/ink1534.xml"/><Relationship Id="rId193" Type="http://schemas.openxmlformats.org/officeDocument/2006/relationships/image" Target="../media/image2380.png"/><Relationship Id="rId207" Type="http://schemas.openxmlformats.org/officeDocument/2006/relationships/image" Target="../media/image2450.png"/><Relationship Id="rId228" Type="http://schemas.openxmlformats.org/officeDocument/2006/relationships/image" Target="../media/image2550.png"/><Relationship Id="rId249" Type="http://schemas.openxmlformats.org/officeDocument/2006/relationships/customXml" Target="../ink/ink1573.xml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34" Type="http://schemas.openxmlformats.org/officeDocument/2006/relationships/customXml" Target="../ink/ink1465.xml"/><Relationship Id="rId55" Type="http://schemas.openxmlformats.org/officeDocument/2006/relationships/image" Target="../media/image9410.png"/><Relationship Id="rId76" Type="http://schemas.openxmlformats.org/officeDocument/2006/relationships/customXml" Target="../ink/ink1486.xml"/><Relationship Id="rId97" Type="http://schemas.openxmlformats.org/officeDocument/2006/relationships/image" Target="../media/image1580.png"/><Relationship Id="rId120" Type="http://schemas.openxmlformats.org/officeDocument/2006/relationships/customXml" Target="../ink/ink1508.xml"/><Relationship Id="rId141" Type="http://schemas.openxmlformats.org/officeDocument/2006/relationships/image" Target="../media/image1790.png"/><Relationship Id="rId7" Type="http://schemas.openxmlformats.org/officeDocument/2006/relationships/image" Target="../media/image7110.png"/><Relationship Id="rId162" Type="http://schemas.openxmlformats.org/officeDocument/2006/relationships/customXml" Target="../ink/ink1529.xml"/><Relationship Id="rId183" Type="http://schemas.openxmlformats.org/officeDocument/2006/relationships/image" Target="../media/image2000.png"/><Relationship Id="rId218" Type="http://schemas.openxmlformats.org/officeDocument/2006/relationships/customXml" Target="../ink/ink1557.xml"/><Relationship Id="rId239" Type="http://schemas.openxmlformats.org/officeDocument/2006/relationships/customXml" Target="../ink/ink1568.xml"/><Relationship Id="rId250" Type="http://schemas.openxmlformats.org/officeDocument/2006/relationships/image" Target="../media/image2660.png"/><Relationship Id="rId24" Type="http://schemas.openxmlformats.org/officeDocument/2006/relationships/customXml" Target="../ink/ink1460.xml"/><Relationship Id="rId45" Type="http://schemas.openxmlformats.org/officeDocument/2006/relationships/image" Target="../media/image8910.png"/><Relationship Id="rId66" Type="http://schemas.openxmlformats.org/officeDocument/2006/relationships/customXml" Target="../ink/ink1481.xml"/><Relationship Id="rId87" Type="http://schemas.openxmlformats.org/officeDocument/2006/relationships/image" Target="../media/image10810.png"/><Relationship Id="rId110" Type="http://schemas.openxmlformats.org/officeDocument/2006/relationships/customXml" Target="../ink/ink1503.xml"/><Relationship Id="rId131" Type="http://schemas.openxmlformats.org/officeDocument/2006/relationships/image" Target="../media/image1740.png"/><Relationship Id="rId152" Type="http://schemas.openxmlformats.org/officeDocument/2006/relationships/customXml" Target="../ink/ink1524.xml"/><Relationship Id="rId173" Type="http://schemas.openxmlformats.org/officeDocument/2006/relationships/image" Target="../media/image1950.png"/><Relationship Id="rId194" Type="http://schemas.openxmlformats.org/officeDocument/2006/relationships/customXml" Target="../ink/ink1545.xml"/><Relationship Id="rId208" Type="http://schemas.openxmlformats.org/officeDocument/2006/relationships/customXml" Target="../ink/ink1552.xml"/><Relationship Id="rId229" Type="http://schemas.openxmlformats.org/officeDocument/2006/relationships/customXml" Target="../ink/ink1563.xml"/><Relationship Id="rId240" Type="http://schemas.openxmlformats.org/officeDocument/2006/relationships/image" Target="../media/image2611.png"/><Relationship Id="rId14" Type="http://schemas.openxmlformats.org/officeDocument/2006/relationships/customXml" Target="../ink/ink1455.xml"/><Relationship Id="rId35" Type="http://schemas.openxmlformats.org/officeDocument/2006/relationships/image" Target="../media/image8410.png"/><Relationship Id="rId56" Type="http://schemas.openxmlformats.org/officeDocument/2006/relationships/customXml" Target="../ink/ink1476.xml"/><Relationship Id="rId77" Type="http://schemas.openxmlformats.org/officeDocument/2006/relationships/image" Target="../media/image10310.png"/><Relationship Id="rId100" Type="http://schemas.openxmlformats.org/officeDocument/2006/relationships/customXml" Target="../ink/ink1498.xml"/><Relationship Id="rId8" Type="http://schemas.openxmlformats.org/officeDocument/2006/relationships/customXml" Target="../ink/ink1452.xml"/><Relationship Id="rId98" Type="http://schemas.openxmlformats.org/officeDocument/2006/relationships/customXml" Target="../ink/ink1497.xml"/><Relationship Id="rId121" Type="http://schemas.openxmlformats.org/officeDocument/2006/relationships/image" Target="../media/image1700.png"/><Relationship Id="rId142" Type="http://schemas.openxmlformats.org/officeDocument/2006/relationships/customXml" Target="../ink/ink1519.xml"/><Relationship Id="rId163" Type="http://schemas.openxmlformats.org/officeDocument/2006/relationships/image" Target="../media/image1900.png"/><Relationship Id="rId184" Type="http://schemas.openxmlformats.org/officeDocument/2006/relationships/customXml" Target="../ink/ink1540.xml"/><Relationship Id="rId219" Type="http://schemas.openxmlformats.org/officeDocument/2006/relationships/image" Target="../media/image2511.png"/><Relationship Id="rId230" Type="http://schemas.openxmlformats.org/officeDocument/2006/relationships/image" Target="../media/image2560.png"/><Relationship Id="rId251" Type="http://schemas.openxmlformats.org/officeDocument/2006/relationships/image" Target="../media/image14.png"/><Relationship Id="rId25" Type="http://schemas.openxmlformats.org/officeDocument/2006/relationships/image" Target="../media/image7910.png"/><Relationship Id="rId46" Type="http://schemas.openxmlformats.org/officeDocument/2006/relationships/customXml" Target="../ink/ink1471.xml"/><Relationship Id="rId67" Type="http://schemas.openxmlformats.org/officeDocument/2006/relationships/image" Target="../media/image9910.png"/><Relationship Id="rId88" Type="http://schemas.openxmlformats.org/officeDocument/2006/relationships/customXml" Target="../ink/ink1492.xml"/><Relationship Id="rId111" Type="http://schemas.openxmlformats.org/officeDocument/2006/relationships/image" Target="../media/image1650.png"/><Relationship Id="rId132" Type="http://schemas.openxmlformats.org/officeDocument/2006/relationships/customXml" Target="../ink/ink1514.xml"/><Relationship Id="rId153" Type="http://schemas.openxmlformats.org/officeDocument/2006/relationships/image" Target="../media/image1850.png"/><Relationship Id="rId174" Type="http://schemas.openxmlformats.org/officeDocument/2006/relationships/customXml" Target="../ink/ink1535.xml"/><Relationship Id="rId195" Type="http://schemas.openxmlformats.org/officeDocument/2006/relationships/image" Target="../media/image2390.png"/><Relationship Id="rId209" Type="http://schemas.openxmlformats.org/officeDocument/2006/relationships/image" Target="../media/image2460.png"/><Relationship Id="rId220" Type="http://schemas.openxmlformats.org/officeDocument/2006/relationships/customXml" Target="../ink/ink1558.xml"/><Relationship Id="rId241" Type="http://schemas.openxmlformats.org/officeDocument/2006/relationships/customXml" Target="../ink/ink1569.xml"/><Relationship Id="rId15" Type="http://schemas.openxmlformats.org/officeDocument/2006/relationships/image" Target="../media/image7410.png"/><Relationship Id="rId36" Type="http://schemas.openxmlformats.org/officeDocument/2006/relationships/customXml" Target="../ink/ink1466.xml"/><Relationship Id="rId57" Type="http://schemas.openxmlformats.org/officeDocument/2006/relationships/image" Target="../media/image9510.png"/><Relationship Id="rId78" Type="http://schemas.openxmlformats.org/officeDocument/2006/relationships/customXml" Target="../ink/ink1487.xml"/><Relationship Id="rId99" Type="http://schemas.openxmlformats.org/officeDocument/2006/relationships/image" Target="../media/image1590.png"/><Relationship Id="rId101" Type="http://schemas.openxmlformats.org/officeDocument/2006/relationships/image" Target="../media/image1600.png"/><Relationship Id="rId122" Type="http://schemas.openxmlformats.org/officeDocument/2006/relationships/customXml" Target="../ink/ink1509.xml"/><Relationship Id="rId143" Type="http://schemas.openxmlformats.org/officeDocument/2006/relationships/image" Target="../media/image1800.png"/><Relationship Id="rId164" Type="http://schemas.openxmlformats.org/officeDocument/2006/relationships/customXml" Target="../ink/ink1530.xml"/><Relationship Id="rId185" Type="http://schemas.openxmlformats.org/officeDocument/2006/relationships/image" Target="../media/image2340.png"/><Relationship Id="rId4" Type="http://schemas.openxmlformats.org/officeDocument/2006/relationships/customXml" Target="../ink/ink1450.xml"/><Relationship Id="rId9" Type="http://schemas.openxmlformats.org/officeDocument/2006/relationships/image" Target="../media/image2810.png"/><Relationship Id="rId180" Type="http://schemas.openxmlformats.org/officeDocument/2006/relationships/customXml" Target="../ink/ink1538.xml"/><Relationship Id="rId210" Type="http://schemas.openxmlformats.org/officeDocument/2006/relationships/customXml" Target="../ink/ink1553.xml"/><Relationship Id="rId215" Type="http://schemas.openxmlformats.org/officeDocument/2006/relationships/image" Target="../media/image2490.png"/><Relationship Id="rId236" Type="http://schemas.openxmlformats.org/officeDocument/2006/relationships/image" Target="../media/image2590.png"/><Relationship Id="rId26" Type="http://schemas.openxmlformats.org/officeDocument/2006/relationships/customXml" Target="../ink/ink1461.xml"/><Relationship Id="rId231" Type="http://schemas.openxmlformats.org/officeDocument/2006/relationships/customXml" Target="../ink/ink1564.xml"/><Relationship Id="rId47" Type="http://schemas.openxmlformats.org/officeDocument/2006/relationships/image" Target="../media/image9010.png"/><Relationship Id="rId68" Type="http://schemas.openxmlformats.org/officeDocument/2006/relationships/customXml" Target="../ink/ink1482.xml"/><Relationship Id="rId89" Type="http://schemas.openxmlformats.org/officeDocument/2006/relationships/image" Target="../media/image10910.png"/><Relationship Id="rId112" Type="http://schemas.openxmlformats.org/officeDocument/2006/relationships/customXml" Target="../ink/ink1504.xml"/><Relationship Id="rId133" Type="http://schemas.openxmlformats.org/officeDocument/2006/relationships/image" Target="../media/image1750.png"/><Relationship Id="rId154" Type="http://schemas.openxmlformats.org/officeDocument/2006/relationships/customXml" Target="../ink/ink1525.xml"/><Relationship Id="rId175" Type="http://schemas.openxmlformats.org/officeDocument/2006/relationships/image" Target="../media/image1960.png"/><Relationship Id="rId196" Type="http://schemas.openxmlformats.org/officeDocument/2006/relationships/customXml" Target="../ink/ink1546.xml"/><Relationship Id="rId200" Type="http://schemas.openxmlformats.org/officeDocument/2006/relationships/customXml" Target="../ink/ink1548.xml"/><Relationship Id="rId16" Type="http://schemas.openxmlformats.org/officeDocument/2006/relationships/customXml" Target="../ink/ink1456.xml"/><Relationship Id="rId221" Type="http://schemas.openxmlformats.org/officeDocument/2006/relationships/image" Target="../media/image2520.png"/><Relationship Id="rId242" Type="http://schemas.openxmlformats.org/officeDocument/2006/relationships/image" Target="../media/image2620.png"/><Relationship Id="rId37" Type="http://schemas.openxmlformats.org/officeDocument/2006/relationships/image" Target="../media/image8510.png"/><Relationship Id="rId58" Type="http://schemas.openxmlformats.org/officeDocument/2006/relationships/customXml" Target="../ink/ink1477.xml"/><Relationship Id="rId79" Type="http://schemas.openxmlformats.org/officeDocument/2006/relationships/image" Target="../media/image10410.png"/><Relationship Id="rId102" Type="http://schemas.openxmlformats.org/officeDocument/2006/relationships/customXml" Target="../ink/ink1499.xml"/><Relationship Id="rId123" Type="http://schemas.openxmlformats.org/officeDocument/2006/relationships/image" Target="../media/image1711.png"/><Relationship Id="rId144" Type="http://schemas.openxmlformats.org/officeDocument/2006/relationships/customXml" Target="../ink/ink1520.xml"/><Relationship Id="rId90" Type="http://schemas.openxmlformats.org/officeDocument/2006/relationships/customXml" Target="../ink/ink1493.xml"/><Relationship Id="rId165" Type="http://schemas.openxmlformats.org/officeDocument/2006/relationships/image" Target="../media/image1911.png"/><Relationship Id="rId186" Type="http://schemas.openxmlformats.org/officeDocument/2006/relationships/customXml" Target="../ink/ink1541.xml"/><Relationship Id="rId211" Type="http://schemas.openxmlformats.org/officeDocument/2006/relationships/image" Target="../media/image2470.png"/><Relationship Id="rId232" Type="http://schemas.openxmlformats.org/officeDocument/2006/relationships/image" Target="../media/image2570.png"/><Relationship Id="rId27" Type="http://schemas.openxmlformats.org/officeDocument/2006/relationships/image" Target="../media/image8010.png"/><Relationship Id="rId48" Type="http://schemas.openxmlformats.org/officeDocument/2006/relationships/customXml" Target="../ink/ink1472.xml"/><Relationship Id="rId69" Type="http://schemas.openxmlformats.org/officeDocument/2006/relationships/image" Target="../media/image10010.png"/><Relationship Id="rId113" Type="http://schemas.openxmlformats.org/officeDocument/2006/relationships/image" Target="../media/image1660.png"/><Relationship Id="rId134" Type="http://schemas.openxmlformats.org/officeDocument/2006/relationships/customXml" Target="../ink/ink1515.xml"/><Relationship Id="rId80" Type="http://schemas.openxmlformats.org/officeDocument/2006/relationships/customXml" Target="../ink/ink1488.xml"/><Relationship Id="rId155" Type="http://schemas.openxmlformats.org/officeDocument/2006/relationships/image" Target="../media/image1860.png"/><Relationship Id="rId176" Type="http://schemas.openxmlformats.org/officeDocument/2006/relationships/customXml" Target="../ink/ink1536.xml"/><Relationship Id="rId197" Type="http://schemas.openxmlformats.org/officeDocument/2006/relationships/image" Target="../media/image2400.png"/><Relationship Id="rId201" Type="http://schemas.openxmlformats.org/officeDocument/2006/relationships/image" Target="../media/image2420.png"/><Relationship Id="rId222" Type="http://schemas.openxmlformats.org/officeDocument/2006/relationships/customXml" Target="../ink/ink1559.xml"/><Relationship Id="rId243" Type="http://schemas.openxmlformats.org/officeDocument/2006/relationships/customXml" Target="../ink/ink1570.xml"/><Relationship Id="rId17" Type="http://schemas.openxmlformats.org/officeDocument/2006/relationships/image" Target="../media/image7510.png"/><Relationship Id="rId38" Type="http://schemas.openxmlformats.org/officeDocument/2006/relationships/customXml" Target="../ink/ink1467.xml"/><Relationship Id="rId59" Type="http://schemas.openxmlformats.org/officeDocument/2006/relationships/image" Target="../media/image5310.png"/><Relationship Id="rId103" Type="http://schemas.openxmlformats.org/officeDocument/2006/relationships/image" Target="../media/image1611.png"/><Relationship Id="rId124" Type="http://schemas.openxmlformats.org/officeDocument/2006/relationships/customXml" Target="../ink/ink1510.xml"/><Relationship Id="rId70" Type="http://schemas.openxmlformats.org/officeDocument/2006/relationships/customXml" Target="../ink/ink1483.xml"/><Relationship Id="rId91" Type="http://schemas.openxmlformats.org/officeDocument/2006/relationships/image" Target="../media/image1108.png"/><Relationship Id="rId145" Type="http://schemas.openxmlformats.org/officeDocument/2006/relationships/image" Target="../media/image1811.png"/><Relationship Id="rId166" Type="http://schemas.openxmlformats.org/officeDocument/2006/relationships/customXml" Target="../ink/ink1531.xml"/><Relationship Id="rId187" Type="http://schemas.openxmlformats.org/officeDocument/2006/relationships/image" Target="../media/image235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554.xml"/><Relationship Id="rId233" Type="http://schemas.openxmlformats.org/officeDocument/2006/relationships/customXml" Target="../ink/ink1565.xml"/><Relationship Id="rId28" Type="http://schemas.openxmlformats.org/officeDocument/2006/relationships/customXml" Target="../ink/ink1462.xml"/><Relationship Id="rId49" Type="http://schemas.openxmlformats.org/officeDocument/2006/relationships/image" Target="../media/image9110.png"/><Relationship Id="rId114" Type="http://schemas.openxmlformats.org/officeDocument/2006/relationships/customXml" Target="../ink/ink1505.xml"/><Relationship Id="rId60" Type="http://schemas.openxmlformats.org/officeDocument/2006/relationships/customXml" Target="../ink/ink1478.xml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56" Type="http://schemas.openxmlformats.org/officeDocument/2006/relationships/customXml" Target="../ink/ink1526.xml"/><Relationship Id="rId177" Type="http://schemas.openxmlformats.org/officeDocument/2006/relationships/image" Target="../media/image1970.png"/><Relationship Id="rId198" Type="http://schemas.openxmlformats.org/officeDocument/2006/relationships/customXml" Target="../ink/ink1547.xml"/><Relationship Id="rId202" Type="http://schemas.openxmlformats.org/officeDocument/2006/relationships/customXml" Target="../ink/ink1549.xml"/><Relationship Id="rId223" Type="http://schemas.openxmlformats.org/officeDocument/2006/relationships/image" Target="../media/image2530.png"/><Relationship Id="rId244" Type="http://schemas.openxmlformats.org/officeDocument/2006/relationships/image" Target="../media/image2630.png"/><Relationship Id="rId18" Type="http://schemas.openxmlformats.org/officeDocument/2006/relationships/customXml" Target="../ink/ink1457.xml"/><Relationship Id="rId39" Type="http://schemas.openxmlformats.org/officeDocument/2006/relationships/image" Target="../media/image8610.png"/><Relationship Id="rId50" Type="http://schemas.openxmlformats.org/officeDocument/2006/relationships/customXml" Target="../ink/ink1473.xml"/><Relationship Id="rId104" Type="http://schemas.openxmlformats.org/officeDocument/2006/relationships/customXml" Target="../ink/ink1500.xml"/><Relationship Id="rId125" Type="http://schemas.openxmlformats.org/officeDocument/2006/relationships/image" Target="../media/image1720.png"/><Relationship Id="rId146" Type="http://schemas.openxmlformats.org/officeDocument/2006/relationships/customXml" Target="../ink/ink1521.xml"/><Relationship Id="rId167" Type="http://schemas.openxmlformats.org/officeDocument/2006/relationships/image" Target="../media/image1920.png"/><Relationship Id="rId188" Type="http://schemas.openxmlformats.org/officeDocument/2006/relationships/customXml" Target="../ink/ink1542.xml"/><Relationship Id="rId71" Type="http://schemas.openxmlformats.org/officeDocument/2006/relationships/image" Target="../media/image5910.png"/><Relationship Id="rId92" Type="http://schemas.openxmlformats.org/officeDocument/2006/relationships/customXml" Target="../ink/ink1494.xml"/><Relationship Id="rId213" Type="http://schemas.openxmlformats.org/officeDocument/2006/relationships/image" Target="../media/image2480.png"/><Relationship Id="rId234" Type="http://schemas.openxmlformats.org/officeDocument/2006/relationships/image" Target="../media/image2580.png"/><Relationship Id="rId2" Type="http://schemas.openxmlformats.org/officeDocument/2006/relationships/customXml" Target="../ink/ink1449.xml"/><Relationship Id="rId29" Type="http://schemas.openxmlformats.org/officeDocument/2006/relationships/image" Target="../media/image8110.png"/><Relationship Id="rId40" Type="http://schemas.openxmlformats.org/officeDocument/2006/relationships/customXml" Target="../ink/ink1468.xml"/><Relationship Id="rId115" Type="http://schemas.openxmlformats.org/officeDocument/2006/relationships/image" Target="../media/image1670.png"/><Relationship Id="rId136" Type="http://schemas.openxmlformats.org/officeDocument/2006/relationships/customXml" Target="../ink/ink1516.xml"/><Relationship Id="rId157" Type="http://schemas.openxmlformats.org/officeDocument/2006/relationships/image" Target="../media/image1870.png"/><Relationship Id="rId178" Type="http://schemas.openxmlformats.org/officeDocument/2006/relationships/customXml" Target="../ink/ink1537.xml"/><Relationship Id="rId61" Type="http://schemas.openxmlformats.org/officeDocument/2006/relationships/image" Target="../media/image9610.png"/><Relationship Id="rId82" Type="http://schemas.openxmlformats.org/officeDocument/2006/relationships/customXml" Target="../ink/ink1489.xml"/><Relationship Id="rId199" Type="http://schemas.openxmlformats.org/officeDocument/2006/relationships/image" Target="../media/image2411.png"/><Relationship Id="rId203" Type="http://schemas.openxmlformats.org/officeDocument/2006/relationships/image" Target="../media/image2430.png"/><Relationship Id="rId19" Type="http://schemas.openxmlformats.org/officeDocument/2006/relationships/image" Target="../media/image7610.png"/><Relationship Id="rId224" Type="http://schemas.openxmlformats.org/officeDocument/2006/relationships/customXml" Target="../ink/ink1560.xml"/><Relationship Id="rId245" Type="http://schemas.openxmlformats.org/officeDocument/2006/relationships/customXml" Target="../ink/ink1571.xml"/><Relationship Id="rId30" Type="http://schemas.openxmlformats.org/officeDocument/2006/relationships/customXml" Target="../ink/ink1463.xml"/><Relationship Id="rId105" Type="http://schemas.openxmlformats.org/officeDocument/2006/relationships/image" Target="../media/image1620.png"/><Relationship Id="rId126" Type="http://schemas.openxmlformats.org/officeDocument/2006/relationships/customXml" Target="../ink/ink1511.xml"/><Relationship Id="rId147" Type="http://schemas.openxmlformats.org/officeDocument/2006/relationships/image" Target="../media/image1820.png"/><Relationship Id="rId168" Type="http://schemas.openxmlformats.org/officeDocument/2006/relationships/customXml" Target="../ink/ink1532.xml"/><Relationship Id="rId51" Type="http://schemas.openxmlformats.org/officeDocument/2006/relationships/image" Target="../media/image9210.png"/><Relationship Id="rId72" Type="http://schemas.openxmlformats.org/officeDocument/2006/relationships/customXml" Target="../ink/ink1484.xml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" Type="http://schemas.openxmlformats.org/officeDocument/2006/relationships/image" Target="../media/image2510.png"/><Relationship Id="rId214" Type="http://schemas.openxmlformats.org/officeDocument/2006/relationships/customXml" Target="../ink/ink1555.xml"/><Relationship Id="rId235" Type="http://schemas.openxmlformats.org/officeDocument/2006/relationships/customXml" Target="../ink/ink1566.xml"/><Relationship Id="rId116" Type="http://schemas.openxmlformats.org/officeDocument/2006/relationships/customXml" Target="../ink/ink1506.xml"/><Relationship Id="rId137" Type="http://schemas.openxmlformats.org/officeDocument/2006/relationships/image" Target="../media/image1770.png"/><Relationship Id="rId158" Type="http://schemas.openxmlformats.org/officeDocument/2006/relationships/customXml" Target="../ink/ink1527.xml"/><Relationship Id="rId20" Type="http://schemas.openxmlformats.org/officeDocument/2006/relationships/customXml" Target="../ink/ink1458.xml"/><Relationship Id="rId41" Type="http://schemas.openxmlformats.org/officeDocument/2006/relationships/image" Target="../media/image8710.png"/><Relationship Id="rId62" Type="http://schemas.openxmlformats.org/officeDocument/2006/relationships/customXml" Target="../ink/ink1479.xml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190" Type="http://schemas.openxmlformats.org/officeDocument/2006/relationships/customXml" Target="../ink/ink1543.xml"/><Relationship Id="rId204" Type="http://schemas.openxmlformats.org/officeDocument/2006/relationships/customXml" Target="../ink/ink1550.xml"/><Relationship Id="rId225" Type="http://schemas.openxmlformats.org/officeDocument/2006/relationships/image" Target="../media/image2540.png"/><Relationship Id="rId246" Type="http://schemas.openxmlformats.org/officeDocument/2006/relationships/image" Target="../media/image2640.png"/><Relationship Id="rId106" Type="http://schemas.openxmlformats.org/officeDocument/2006/relationships/customXml" Target="../ink/ink1501.xml"/><Relationship Id="rId127" Type="http://schemas.openxmlformats.org/officeDocument/2006/relationships/image" Target="../media/image1730.png"/><Relationship Id="rId10" Type="http://schemas.openxmlformats.org/officeDocument/2006/relationships/customXml" Target="../ink/ink1453.xml"/><Relationship Id="rId31" Type="http://schemas.openxmlformats.org/officeDocument/2006/relationships/image" Target="../media/image8210.png"/><Relationship Id="rId52" Type="http://schemas.openxmlformats.org/officeDocument/2006/relationships/customXml" Target="../ink/ink1474.xml"/><Relationship Id="rId73" Type="http://schemas.openxmlformats.org/officeDocument/2006/relationships/image" Target="../media/image10110.png"/><Relationship Id="rId94" Type="http://schemas.openxmlformats.org/officeDocument/2006/relationships/customXml" Target="../ink/ink1495.xml"/><Relationship Id="rId148" Type="http://schemas.openxmlformats.org/officeDocument/2006/relationships/customXml" Target="../ink/ink1522.xml"/><Relationship Id="rId169" Type="http://schemas.openxmlformats.org/officeDocument/2006/relationships/image" Target="../media/image193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7</a:t>
            </a:r>
          </a:p>
          <a:p>
            <a:r>
              <a:rPr lang="en-US" sz="2800" dirty="0">
                <a:latin typeface="PT Sans" panose="020B0503020203020204" pitchFamily="34" charset="0"/>
              </a:rPr>
              <a:t>Circuit Analysis - 3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00792-1DEB-9B03-BA7E-E727E368C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E6D97-1E1F-3F7B-5B31-9CB37D311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05D18A8F-5767-A73E-703E-820472B433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5289" y="1149147"/>
            <a:ext cx="6867244" cy="4763283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CB840B96-F06D-4ADB-557A-35582DC493AA}"/>
              </a:ext>
            </a:extLst>
          </p:cNvPr>
          <p:cNvGrpSpPr/>
          <p:nvPr/>
        </p:nvGrpSpPr>
        <p:grpSpPr>
          <a:xfrm>
            <a:off x="5813880" y="5181240"/>
            <a:ext cx="1415520" cy="549360"/>
            <a:chOff x="5813880" y="5181240"/>
            <a:chExt cx="1415520" cy="54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BBA6E76-B72C-1E57-6F37-6FB6C716EE7F}"/>
                    </a:ext>
                  </a:extLst>
                </p14:cNvPr>
                <p14:cNvContentPartPr/>
                <p14:nvPr/>
              </p14:nvContentPartPr>
              <p14:xfrm>
                <a:off x="6457920" y="5415240"/>
                <a:ext cx="222480" cy="315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BBA6E76-B72C-1E57-6F37-6FB6C716EE7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439920" y="5397240"/>
                  <a:ext cx="25812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000F5AF-2D4B-4EDB-1BA7-2981946FC8A1}"/>
                    </a:ext>
                  </a:extLst>
                </p14:cNvPr>
                <p14:cNvContentPartPr/>
                <p14:nvPr/>
              </p14:nvContentPartPr>
              <p14:xfrm>
                <a:off x="6798480" y="5512440"/>
                <a:ext cx="16920" cy="1926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000F5AF-2D4B-4EDB-1BA7-2981946FC8A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780480" y="5494800"/>
                  <a:ext cx="525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FC63796-1CF5-1272-2B75-9BCB741C0D61}"/>
                    </a:ext>
                  </a:extLst>
                </p14:cNvPr>
                <p14:cNvContentPartPr/>
                <p14:nvPr/>
              </p14:nvContentPartPr>
              <p14:xfrm>
                <a:off x="6804600" y="5430360"/>
                <a:ext cx="174960" cy="186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FC63796-1CF5-1272-2B75-9BCB741C0D6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786960" y="5412720"/>
                  <a:ext cx="2106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483BC61-7008-BE2E-1413-8748207359CF}"/>
                    </a:ext>
                  </a:extLst>
                </p14:cNvPr>
                <p14:cNvContentPartPr/>
                <p14:nvPr/>
              </p14:nvContentPartPr>
              <p14:xfrm>
                <a:off x="7081440" y="5415240"/>
                <a:ext cx="97920" cy="258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483BC61-7008-BE2E-1413-8748207359C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063440" y="5397240"/>
                  <a:ext cx="1335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9578A49-D7A3-C9E5-4EEF-12F5428FB580}"/>
                    </a:ext>
                  </a:extLst>
                </p14:cNvPr>
                <p14:cNvContentPartPr/>
                <p14:nvPr/>
              </p14:nvContentPartPr>
              <p14:xfrm>
                <a:off x="7112760" y="5457360"/>
                <a:ext cx="116640" cy="175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9578A49-D7A3-C9E5-4EEF-12F5428FB58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094760" y="5439360"/>
                  <a:ext cx="1522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C2DF959-6ED4-33DD-AAD9-2EC4CDD87A7B}"/>
                    </a:ext>
                  </a:extLst>
                </p14:cNvPr>
                <p14:cNvContentPartPr/>
                <p14:nvPr/>
              </p14:nvContentPartPr>
              <p14:xfrm>
                <a:off x="5813880" y="5181240"/>
                <a:ext cx="441000" cy="322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C2DF959-6ED4-33DD-AAD9-2EC4CDD87A7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795880" y="5163600"/>
                  <a:ext cx="47664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8352B8B-4F02-6A9D-61E6-3B7582DB5490}"/>
                    </a:ext>
                  </a:extLst>
                </p14:cNvPr>
                <p14:cNvContentPartPr/>
                <p14:nvPr/>
              </p14:nvContentPartPr>
              <p14:xfrm>
                <a:off x="6212760" y="5428200"/>
                <a:ext cx="83520" cy="139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8352B8B-4F02-6A9D-61E6-3B7582DB549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194760" y="5410560"/>
                  <a:ext cx="119160" cy="175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80976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D21BE-A580-DDF6-C125-CA1B0DDC3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nodes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CE1E861-E8D1-AAD0-A596-5EECA09E36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694" y="1341132"/>
            <a:ext cx="8187899" cy="455873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B085F-ABCA-EB96-6801-E76F3938D6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0302DB-83F5-224C-57E6-0B910596E194}"/>
              </a:ext>
            </a:extLst>
          </p:cNvPr>
          <p:cNvGrpSpPr/>
          <p:nvPr/>
        </p:nvGrpSpPr>
        <p:grpSpPr>
          <a:xfrm>
            <a:off x="4517520" y="2480880"/>
            <a:ext cx="837360" cy="545760"/>
            <a:chOff x="4517520" y="2480880"/>
            <a:chExt cx="837360" cy="54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4FA3A8C-E9E2-555E-486C-647636B082B5}"/>
                    </a:ext>
                  </a:extLst>
                </p14:cNvPr>
                <p14:cNvContentPartPr/>
                <p14:nvPr/>
              </p14:nvContentPartPr>
              <p14:xfrm>
                <a:off x="4517520" y="2852760"/>
                <a:ext cx="223560" cy="173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4FA3A8C-E9E2-555E-486C-647636B082B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499880" y="2835120"/>
                  <a:ext cx="2592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E5E1B4-9139-6A13-5515-3F7DF9E8C4B3}"/>
                    </a:ext>
                  </a:extLst>
                </p14:cNvPr>
                <p14:cNvContentPartPr/>
                <p14:nvPr/>
              </p14:nvContentPartPr>
              <p14:xfrm>
                <a:off x="4656840" y="2817120"/>
                <a:ext cx="156960" cy="1260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E5E1B4-9139-6A13-5515-3F7DF9E8C4B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638840" y="2799480"/>
                  <a:ext cx="1926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4A30423-B823-F32C-2179-66388BEA9D13}"/>
                    </a:ext>
                  </a:extLst>
                </p14:cNvPr>
                <p14:cNvContentPartPr/>
                <p14:nvPr/>
              </p14:nvContentPartPr>
              <p14:xfrm>
                <a:off x="4941240" y="2480880"/>
                <a:ext cx="215280" cy="263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4A30423-B823-F32C-2179-66388BEA9D1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923600" y="2462880"/>
                  <a:ext cx="2509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B1980C4-32BA-01FA-3E36-426A61AEC0E6}"/>
                    </a:ext>
                  </a:extLst>
                </p14:cNvPr>
                <p14:cNvContentPartPr/>
                <p14:nvPr/>
              </p14:nvContentPartPr>
              <p14:xfrm>
                <a:off x="5282880" y="2593560"/>
                <a:ext cx="72000" cy="162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B1980C4-32BA-01FA-3E36-426A61AEC0E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265240" y="2575920"/>
                  <a:ext cx="107640" cy="19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BABC8FA-76EF-6271-A39B-21D5B75707F5}"/>
              </a:ext>
            </a:extLst>
          </p:cNvPr>
          <p:cNvGrpSpPr/>
          <p:nvPr/>
        </p:nvGrpSpPr>
        <p:grpSpPr>
          <a:xfrm>
            <a:off x="7690200" y="2636400"/>
            <a:ext cx="431280" cy="370080"/>
            <a:chOff x="7690200" y="2636400"/>
            <a:chExt cx="431280" cy="37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16308EB-8C36-DD39-2A75-75A39B566DC7}"/>
                    </a:ext>
                  </a:extLst>
                </p14:cNvPr>
                <p14:cNvContentPartPr/>
                <p14:nvPr/>
              </p14:nvContentPartPr>
              <p14:xfrm>
                <a:off x="7690200" y="2892000"/>
                <a:ext cx="56880" cy="79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16308EB-8C36-DD39-2A75-75A39B566DC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672560" y="2874000"/>
                  <a:ext cx="925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F1046D3-B3F5-4560-51C6-487C8080901D}"/>
                    </a:ext>
                  </a:extLst>
                </p14:cNvPr>
                <p14:cNvContentPartPr/>
                <p14:nvPr/>
              </p14:nvContentPartPr>
              <p14:xfrm>
                <a:off x="7746720" y="2949240"/>
                <a:ext cx="64440" cy="57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F1046D3-B3F5-4560-51C6-487C8080901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728720" y="2931240"/>
                  <a:ext cx="1000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609E384-B712-06F7-35A1-22665278A126}"/>
                    </a:ext>
                  </a:extLst>
                </p14:cNvPr>
                <p14:cNvContentPartPr/>
                <p14:nvPr/>
              </p14:nvContentPartPr>
              <p14:xfrm>
                <a:off x="7945080" y="2636400"/>
                <a:ext cx="138600" cy="225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609E384-B712-06F7-35A1-22665278A12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927080" y="2618400"/>
                  <a:ext cx="1742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7092C13-B130-DAA6-F5AB-80047013FB02}"/>
                    </a:ext>
                  </a:extLst>
                </p14:cNvPr>
                <p14:cNvContentPartPr/>
                <p14:nvPr/>
              </p14:nvContentPartPr>
              <p14:xfrm>
                <a:off x="8115000" y="2930880"/>
                <a:ext cx="6480" cy="26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7092C13-B130-DAA6-F5AB-80047013FB0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097000" y="2912880"/>
                  <a:ext cx="42120" cy="6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50408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9B78-157B-D2AD-76B5-A783A5DE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currents</a:t>
            </a:r>
          </a:p>
        </p:txBody>
      </p:sp>
      <p:pic>
        <p:nvPicPr>
          <p:cNvPr id="6" name="Content Placeholder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4C89C210-92DC-0576-E10A-46AE813185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458" y="292101"/>
            <a:ext cx="5121084" cy="126503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54AA2-D7F0-9902-3CCC-BA4DA727D1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DCAE2787-19CD-F34C-AFC5-B896F259F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458" y="1788195"/>
            <a:ext cx="4991533" cy="42675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EA946A1-3297-073F-6689-9C5B94B96FA4}"/>
                  </a:ext>
                </a:extLst>
              </p14:cNvPr>
              <p14:cNvContentPartPr/>
              <p14:nvPr/>
            </p14:nvContentPartPr>
            <p14:xfrm>
              <a:off x="5039160" y="2939880"/>
              <a:ext cx="493560" cy="4914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EA946A1-3297-073F-6689-9C5B94B96FA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021160" y="2922240"/>
                <a:ext cx="529200" cy="52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F2E9A9C2-9F13-CA01-D927-D43884A876D6}"/>
              </a:ext>
            </a:extLst>
          </p:cNvPr>
          <p:cNvGrpSpPr/>
          <p:nvPr/>
        </p:nvGrpSpPr>
        <p:grpSpPr>
          <a:xfrm>
            <a:off x="6456840" y="2851680"/>
            <a:ext cx="797040" cy="1308600"/>
            <a:chOff x="6456840" y="2851680"/>
            <a:chExt cx="797040" cy="130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F2B0C04-3A5F-87B7-40CE-DC746438726F}"/>
                    </a:ext>
                  </a:extLst>
                </p14:cNvPr>
                <p14:cNvContentPartPr/>
                <p14:nvPr/>
              </p14:nvContentPartPr>
              <p14:xfrm>
                <a:off x="6456840" y="2851680"/>
                <a:ext cx="504360" cy="699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F2B0C04-3A5F-87B7-40CE-DC746438726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438840" y="2833680"/>
                  <a:ext cx="540000" cy="73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FC501FA-00C7-D60F-B5DC-C2A73C2F5509}"/>
                    </a:ext>
                  </a:extLst>
                </p14:cNvPr>
                <p14:cNvContentPartPr/>
                <p14:nvPr/>
              </p14:nvContentPartPr>
              <p14:xfrm>
                <a:off x="6753840" y="3662760"/>
                <a:ext cx="500040" cy="49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FC501FA-00C7-D60F-B5DC-C2A73C2F550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736200" y="3644760"/>
                  <a:ext cx="535680" cy="53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BF4C196-E06C-0F84-5C6E-DF160E433CE8}"/>
              </a:ext>
            </a:extLst>
          </p:cNvPr>
          <p:cNvGrpSpPr/>
          <p:nvPr/>
        </p:nvGrpSpPr>
        <p:grpSpPr>
          <a:xfrm>
            <a:off x="8018160" y="2547120"/>
            <a:ext cx="526320" cy="389880"/>
            <a:chOff x="8018160" y="2547120"/>
            <a:chExt cx="52632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0775F92-4FDB-8ACA-3E20-52D05F3005F5}"/>
                    </a:ext>
                  </a:extLst>
                </p14:cNvPr>
                <p14:cNvContentPartPr/>
                <p14:nvPr/>
              </p14:nvContentPartPr>
              <p14:xfrm>
                <a:off x="8053440" y="2660160"/>
                <a:ext cx="62280" cy="246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0775F92-4FDB-8ACA-3E20-52D05F3005F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035800" y="2642160"/>
                  <a:ext cx="979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0CB86D6-E1E9-339C-5AD1-7BE3F566B3F3}"/>
                    </a:ext>
                  </a:extLst>
                </p14:cNvPr>
                <p14:cNvContentPartPr/>
                <p14:nvPr/>
              </p14:nvContentPartPr>
              <p14:xfrm>
                <a:off x="8018160" y="2547120"/>
                <a:ext cx="10800" cy="11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0CB86D6-E1E9-339C-5AD1-7BE3F566B3F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000160" y="2529480"/>
                  <a:ext cx="464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687409B-F188-E522-B4BF-C3942697653A}"/>
                    </a:ext>
                  </a:extLst>
                </p14:cNvPr>
                <p14:cNvContentPartPr/>
                <p14:nvPr/>
              </p14:nvContentPartPr>
              <p14:xfrm>
                <a:off x="8279880" y="2770320"/>
                <a:ext cx="36360" cy="166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687409B-F188-E522-B4BF-C3942697653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61880" y="2752320"/>
                  <a:ext cx="72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755FF34-B912-2891-5372-5B3B6D80AAF1}"/>
                    </a:ext>
                  </a:extLst>
                </p14:cNvPr>
                <p14:cNvContentPartPr/>
                <p14:nvPr/>
              </p14:nvContentPartPr>
              <p14:xfrm>
                <a:off x="8433240" y="2727840"/>
                <a:ext cx="33120" cy="21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755FF34-B912-2891-5372-5B3B6D80AAF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415240" y="2710200"/>
                  <a:ext cx="687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CF2D209-9E4A-0E4F-0E66-EEEA86FE7F84}"/>
                    </a:ext>
                  </a:extLst>
                </p14:cNvPr>
                <p14:cNvContentPartPr/>
                <p14:nvPr/>
              </p14:nvContentPartPr>
              <p14:xfrm>
                <a:off x="8481840" y="2750880"/>
                <a:ext cx="62640" cy="32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CF2D209-9E4A-0E4F-0E66-EEEA86FE7F8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64200" y="2733240"/>
                  <a:ext cx="98280" cy="6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39CD7D8-8EE5-0D60-402B-8D76A91EB963}"/>
                  </a:ext>
                </a:extLst>
              </p14:cNvPr>
              <p14:cNvContentPartPr/>
              <p14:nvPr/>
            </p14:nvContentPartPr>
            <p14:xfrm>
              <a:off x="8710080" y="2418960"/>
              <a:ext cx="33480" cy="190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39CD7D8-8EE5-0D60-402B-8D76A91EB96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692440" y="2401320"/>
                <a:ext cx="6912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34CC8830-39EE-BCDC-1E9A-2D67FEDEA78C}"/>
              </a:ext>
            </a:extLst>
          </p:cNvPr>
          <p:cNvGrpSpPr/>
          <p:nvPr/>
        </p:nvGrpSpPr>
        <p:grpSpPr>
          <a:xfrm>
            <a:off x="8729160" y="2596800"/>
            <a:ext cx="377280" cy="237960"/>
            <a:chOff x="8729160" y="2596800"/>
            <a:chExt cx="377280" cy="23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70AD48C-06A1-4C95-0AC5-F7963475B4D0}"/>
                    </a:ext>
                  </a:extLst>
                </p14:cNvPr>
                <p14:cNvContentPartPr/>
                <p14:nvPr/>
              </p14:nvContentPartPr>
              <p14:xfrm>
                <a:off x="8729160" y="2596800"/>
                <a:ext cx="113760" cy="181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70AD48C-06A1-4C95-0AC5-F7963475B4D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711520" y="2578800"/>
                  <a:ext cx="1494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8446825-DE63-2C1F-AA13-8BD480893A99}"/>
                    </a:ext>
                  </a:extLst>
                </p14:cNvPr>
                <p14:cNvContentPartPr/>
                <p14:nvPr/>
              </p14:nvContentPartPr>
              <p14:xfrm>
                <a:off x="8952360" y="2714520"/>
                <a:ext cx="154080" cy="120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8446825-DE63-2C1F-AA13-8BD480893A9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934720" y="2696520"/>
                  <a:ext cx="189720" cy="15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CE3591BE-68C6-CE9C-79AE-262E384D1F15}"/>
                  </a:ext>
                </a:extLst>
              </p14:cNvPr>
              <p14:cNvContentPartPr/>
              <p14:nvPr/>
            </p14:nvContentPartPr>
            <p14:xfrm>
              <a:off x="8268720" y="3245880"/>
              <a:ext cx="10800" cy="504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CE3591BE-68C6-CE9C-79AE-262E384D1F15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251080" y="3227880"/>
                <a:ext cx="46440" cy="40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54679D89-4200-4677-30B5-5300224827F7}"/>
              </a:ext>
            </a:extLst>
          </p:cNvPr>
          <p:cNvGrpSpPr/>
          <p:nvPr/>
        </p:nvGrpSpPr>
        <p:grpSpPr>
          <a:xfrm>
            <a:off x="8237400" y="3418320"/>
            <a:ext cx="523080" cy="202680"/>
            <a:chOff x="8237400" y="3418320"/>
            <a:chExt cx="523080" cy="20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0601737-B01E-08B3-F615-2AFCE4743CC2}"/>
                    </a:ext>
                  </a:extLst>
                </p14:cNvPr>
                <p14:cNvContentPartPr/>
                <p14:nvPr/>
              </p14:nvContentPartPr>
              <p14:xfrm>
                <a:off x="8237400" y="3418320"/>
                <a:ext cx="110880" cy="182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0601737-B01E-08B3-F615-2AFCE4743CC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219760" y="3400320"/>
                  <a:ext cx="1465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A2C1BDC-29AA-12BE-4BDD-A0CBA14CB2C1}"/>
                    </a:ext>
                  </a:extLst>
                </p14:cNvPr>
                <p14:cNvContentPartPr/>
                <p14:nvPr/>
              </p14:nvContentPartPr>
              <p14:xfrm>
                <a:off x="8437920" y="3479880"/>
                <a:ext cx="146880" cy="141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A2C1BDC-29AA-12BE-4BDD-A0CBA14CB2C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419920" y="3462240"/>
                  <a:ext cx="182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3EF0440-8767-64EA-FF84-03FE7FB36D61}"/>
                    </a:ext>
                  </a:extLst>
                </p14:cNvPr>
                <p14:cNvContentPartPr/>
                <p14:nvPr/>
              </p14:nvContentPartPr>
              <p14:xfrm>
                <a:off x="8688840" y="3429480"/>
                <a:ext cx="55440" cy="37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3EF0440-8767-64EA-FF84-03FE7FB36D6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670840" y="3411480"/>
                  <a:ext cx="910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F09C005-8D02-CF79-DF31-69FC953CEEA2}"/>
                    </a:ext>
                  </a:extLst>
                </p14:cNvPr>
                <p14:cNvContentPartPr/>
                <p14:nvPr/>
              </p14:nvContentPartPr>
              <p14:xfrm>
                <a:off x="8730600" y="3483480"/>
                <a:ext cx="29880" cy="24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F09C005-8D02-CF79-DF31-69FC953CEEA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712960" y="3465480"/>
                  <a:ext cx="65520" cy="60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C0B0295-85E7-9AD9-57E5-790AA67A98DA}"/>
                  </a:ext>
                </a:extLst>
              </p14:cNvPr>
              <p14:cNvContentPartPr/>
              <p14:nvPr/>
            </p14:nvContentPartPr>
            <p14:xfrm>
              <a:off x="8979000" y="3134640"/>
              <a:ext cx="20520" cy="374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C0B0295-85E7-9AD9-57E5-790AA67A98D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961000" y="3117000"/>
                <a:ext cx="56160" cy="7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4F6C4236-8BA1-6E2F-7BAF-DB3B2769AF1C}"/>
              </a:ext>
            </a:extLst>
          </p:cNvPr>
          <p:cNvGrpSpPr/>
          <p:nvPr/>
        </p:nvGrpSpPr>
        <p:grpSpPr>
          <a:xfrm>
            <a:off x="8989440" y="3309600"/>
            <a:ext cx="328680" cy="221040"/>
            <a:chOff x="8989440" y="3309600"/>
            <a:chExt cx="328680" cy="2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4EBC4BA-B2B5-F869-9FDE-6CD5530B6BBF}"/>
                    </a:ext>
                  </a:extLst>
                </p14:cNvPr>
                <p14:cNvContentPartPr/>
                <p14:nvPr/>
              </p14:nvContentPartPr>
              <p14:xfrm>
                <a:off x="8989440" y="3309600"/>
                <a:ext cx="108000" cy="149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4EBC4BA-B2B5-F869-9FDE-6CD5530B6BB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971800" y="3291960"/>
                  <a:ext cx="1436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EBB5679-3A41-F803-4704-1317F0AA9DE6}"/>
                    </a:ext>
                  </a:extLst>
                </p14:cNvPr>
                <p14:cNvContentPartPr/>
                <p14:nvPr/>
              </p14:nvContentPartPr>
              <p14:xfrm>
                <a:off x="9197520" y="3327960"/>
                <a:ext cx="120600" cy="202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EBB5679-3A41-F803-4704-1317F0AA9DE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179880" y="3309960"/>
                  <a:ext cx="156240" cy="23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3B9182D1-4E4E-5922-CB2C-5B73E9217918}"/>
                  </a:ext>
                </a:extLst>
              </p14:cNvPr>
              <p14:cNvContentPartPr/>
              <p14:nvPr/>
            </p14:nvContentPartPr>
            <p14:xfrm>
              <a:off x="8562840" y="3943920"/>
              <a:ext cx="144000" cy="1987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3B9182D1-4E4E-5922-CB2C-5B73E9217918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545200" y="3926280"/>
                <a:ext cx="17964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9FAA836-9465-1512-6DB1-5E43CA1C8A9A}"/>
                  </a:ext>
                </a:extLst>
              </p14:cNvPr>
              <p14:cNvContentPartPr/>
              <p14:nvPr/>
            </p14:nvContentPartPr>
            <p14:xfrm>
              <a:off x="8550960" y="3779400"/>
              <a:ext cx="25560" cy="198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9FAA836-9465-1512-6DB1-5E43CA1C8A9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8532960" y="3761400"/>
                <a:ext cx="61200" cy="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BC532440-2AE8-C2D2-0F4D-C32CD50E18BE}"/>
                  </a:ext>
                </a:extLst>
              </p14:cNvPr>
              <p14:cNvContentPartPr/>
              <p14:nvPr/>
            </p14:nvContentPartPr>
            <p14:xfrm>
              <a:off x="9400920" y="3702360"/>
              <a:ext cx="16560" cy="122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BC532440-2AE8-C2D2-0F4D-C32CD50E18BE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382920" y="3684720"/>
                <a:ext cx="52200" cy="4788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0E0585E1-F1B9-2682-A1CF-C24A456C0E7B}"/>
              </a:ext>
            </a:extLst>
          </p:cNvPr>
          <p:cNvGrpSpPr/>
          <p:nvPr/>
        </p:nvGrpSpPr>
        <p:grpSpPr>
          <a:xfrm>
            <a:off x="8890080" y="3838800"/>
            <a:ext cx="758160" cy="353520"/>
            <a:chOff x="8890080" y="3838800"/>
            <a:chExt cx="758160" cy="35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246E0C-D926-3DB6-BCB9-8BC1D0B8D9D7}"/>
                    </a:ext>
                  </a:extLst>
                </p14:cNvPr>
                <p14:cNvContentPartPr/>
                <p14:nvPr/>
              </p14:nvContentPartPr>
              <p14:xfrm>
                <a:off x="8890080" y="4050480"/>
                <a:ext cx="105840" cy="141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246E0C-D926-3DB6-BCB9-8BC1D0B8D9D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872440" y="4032480"/>
                  <a:ext cx="1414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E74B3FD-925A-A196-95D7-97E4A97C10FD}"/>
                    </a:ext>
                  </a:extLst>
                </p14:cNvPr>
                <p14:cNvContentPartPr/>
                <p14:nvPr/>
              </p14:nvContentPartPr>
              <p14:xfrm>
                <a:off x="9135960" y="3919440"/>
                <a:ext cx="46080" cy="324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E74B3FD-925A-A196-95D7-97E4A97C10F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118320" y="3901440"/>
                  <a:ext cx="817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4EDA2B4-9C7B-AA76-072B-6DE638CB82D5}"/>
                    </a:ext>
                  </a:extLst>
                </p14:cNvPr>
                <p14:cNvContentPartPr/>
                <p14:nvPr/>
              </p14:nvContentPartPr>
              <p14:xfrm>
                <a:off x="9178080" y="3991440"/>
                <a:ext cx="58680" cy="22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4EDA2B4-9C7B-AA76-072B-6DE638CB82D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60080" y="3973800"/>
                  <a:ext cx="943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10CD08C-F100-D3F4-68A8-922935CF10FD}"/>
                    </a:ext>
                  </a:extLst>
                </p14:cNvPr>
                <p14:cNvContentPartPr/>
                <p14:nvPr/>
              </p14:nvContentPartPr>
              <p14:xfrm>
                <a:off x="9346560" y="3845640"/>
                <a:ext cx="125640" cy="187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10CD08C-F100-D3F4-68A8-922935CF10F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328920" y="3827640"/>
                  <a:ext cx="16128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EBD6AA5-735B-CF76-E11C-20E208E12D2D}"/>
                    </a:ext>
                  </a:extLst>
                </p14:cNvPr>
                <p14:cNvContentPartPr/>
                <p14:nvPr/>
              </p14:nvContentPartPr>
              <p14:xfrm>
                <a:off x="9609360" y="3838800"/>
                <a:ext cx="38880" cy="161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EBD6AA5-735B-CF76-E11C-20E208E12D2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91720" y="3820800"/>
                  <a:ext cx="74520" cy="197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66139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D9532-7935-00A3-3F2B-2A7646005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drop directions</a:t>
            </a:r>
          </a:p>
        </p:txBody>
      </p:sp>
      <p:pic>
        <p:nvPicPr>
          <p:cNvPr id="6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711D683F-35CE-54EF-14F3-79835AF92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607" y="946205"/>
            <a:ext cx="5318332" cy="52784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252C5-E96C-95C7-1093-E65BC96C2A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2A223D2-A655-024E-3A49-0A8AA0AFBC25}"/>
              </a:ext>
            </a:extLst>
          </p:cNvPr>
          <p:cNvGrpSpPr/>
          <p:nvPr/>
        </p:nvGrpSpPr>
        <p:grpSpPr>
          <a:xfrm>
            <a:off x="6272160" y="1869960"/>
            <a:ext cx="1013760" cy="345960"/>
            <a:chOff x="6272160" y="1869960"/>
            <a:chExt cx="1013760" cy="34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BFCD344-039D-0253-F77C-0E2A8F516BA9}"/>
                    </a:ext>
                  </a:extLst>
                </p14:cNvPr>
                <p14:cNvContentPartPr/>
                <p14:nvPr/>
              </p14:nvContentPartPr>
              <p14:xfrm>
                <a:off x="6272160" y="1869960"/>
                <a:ext cx="220320" cy="2055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BFCD344-039D-0253-F77C-0E2A8F516BA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54520" y="1852320"/>
                  <a:ext cx="2559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DE496AA-F980-F138-5BDC-0C7829F2E2E9}"/>
                    </a:ext>
                  </a:extLst>
                </p14:cNvPr>
                <p14:cNvContentPartPr/>
                <p14:nvPr/>
              </p14:nvContentPartPr>
              <p14:xfrm>
                <a:off x="6646920" y="2047800"/>
                <a:ext cx="83520" cy="168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DE496AA-F980-F138-5BDC-0C7829F2E2E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629280" y="2029800"/>
                  <a:ext cx="1191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44EB6A6-B9C1-1EC7-8F65-2280ED2CCA89}"/>
                    </a:ext>
                  </a:extLst>
                </p14:cNvPr>
                <p14:cNvContentPartPr/>
                <p14:nvPr/>
              </p14:nvContentPartPr>
              <p14:xfrm>
                <a:off x="6636480" y="2007840"/>
                <a:ext cx="156960" cy="124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44EB6A6-B9C1-1EC7-8F65-2280ED2CCA8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618840" y="1990200"/>
                  <a:ext cx="1926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C08A5EC-3529-95B7-5BAA-94C32DD709EF}"/>
                    </a:ext>
                  </a:extLst>
                </p14:cNvPr>
                <p14:cNvContentPartPr/>
                <p14:nvPr/>
              </p14:nvContentPartPr>
              <p14:xfrm>
                <a:off x="6912240" y="2040600"/>
                <a:ext cx="74160" cy="136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C08A5EC-3529-95B7-5BAA-94C32DD709E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894240" y="2022960"/>
                  <a:ext cx="1098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A32C9F-2462-ABA2-14C9-4AAFA45B81AC}"/>
                    </a:ext>
                  </a:extLst>
                </p14:cNvPr>
                <p14:cNvContentPartPr/>
                <p14:nvPr/>
              </p14:nvContentPartPr>
              <p14:xfrm>
                <a:off x="6970920" y="2145000"/>
                <a:ext cx="47520" cy="52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A32C9F-2462-ABA2-14C9-4AAFA45B81A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953280" y="2127360"/>
                  <a:ext cx="831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CD782E3-1046-0E62-9B6E-2BC7BFB9BC6E}"/>
                    </a:ext>
                  </a:extLst>
                </p14:cNvPr>
                <p14:cNvContentPartPr/>
                <p14:nvPr/>
              </p14:nvContentPartPr>
              <p14:xfrm>
                <a:off x="7183680" y="1974360"/>
                <a:ext cx="50040" cy="24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CD782E3-1046-0E62-9B6E-2BC7BFB9BC6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165680" y="1956720"/>
                  <a:ext cx="856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6672AE7-5718-10B6-D868-06297AEE0806}"/>
                    </a:ext>
                  </a:extLst>
                </p14:cNvPr>
                <p14:cNvContentPartPr/>
                <p14:nvPr/>
              </p14:nvContentPartPr>
              <p14:xfrm>
                <a:off x="7208520" y="2023680"/>
                <a:ext cx="77400" cy="37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6672AE7-5718-10B6-D868-06297AEE080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190880" y="2006040"/>
                  <a:ext cx="113040" cy="72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58ADD61-A812-1DCF-E460-79BA0690A5C5}"/>
                  </a:ext>
                </a:extLst>
              </p14:cNvPr>
              <p14:cNvContentPartPr/>
              <p14:nvPr/>
            </p14:nvContentPartPr>
            <p14:xfrm>
              <a:off x="7503720" y="1924680"/>
              <a:ext cx="75600" cy="2228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58ADD61-A812-1DCF-E460-79BA0690A5C5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485720" y="1907040"/>
                <a:ext cx="111240" cy="25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D3EBE12-0E85-248D-7CD9-801748E97751}"/>
                  </a:ext>
                </a:extLst>
              </p14:cNvPr>
              <p14:cNvContentPartPr/>
              <p14:nvPr/>
            </p14:nvContentPartPr>
            <p14:xfrm>
              <a:off x="7500480" y="1809480"/>
              <a:ext cx="30240" cy="9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D3EBE12-0E85-248D-7CD9-801748E97751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482480" y="1791840"/>
                <a:ext cx="65880" cy="4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9F66536-3F84-CD0F-5EFF-55957E46BE4F}"/>
                  </a:ext>
                </a:extLst>
              </p14:cNvPr>
              <p14:cNvContentPartPr/>
              <p14:nvPr/>
            </p14:nvContentPartPr>
            <p14:xfrm>
              <a:off x="7748160" y="2025840"/>
              <a:ext cx="31320" cy="147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9F66536-3F84-CD0F-5EFF-55957E46BE4F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730160" y="2007840"/>
                <a:ext cx="66960" cy="18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EB195AEB-053F-4BCF-D9D7-3D23FDE28E1A}"/>
              </a:ext>
            </a:extLst>
          </p:cNvPr>
          <p:cNvGrpSpPr/>
          <p:nvPr/>
        </p:nvGrpSpPr>
        <p:grpSpPr>
          <a:xfrm>
            <a:off x="7935360" y="1840080"/>
            <a:ext cx="357120" cy="253440"/>
            <a:chOff x="7935360" y="1840080"/>
            <a:chExt cx="357120" cy="25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DD86FD3-3339-59EB-85D7-3DC4E41117BA}"/>
                    </a:ext>
                  </a:extLst>
                </p14:cNvPr>
                <p14:cNvContentPartPr/>
                <p14:nvPr/>
              </p14:nvContentPartPr>
              <p14:xfrm>
                <a:off x="7935360" y="1885800"/>
                <a:ext cx="70200" cy="207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DD86FD3-3339-59EB-85D7-3DC4E41117B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917360" y="1868160"/>
                  <a:ext cx="1058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4AF225A-552E-74F9-9B04-EC846F7D3792}"/>
                    </a:ext>
                  </a:extLst>
                </p14:cNvPr>
                <p14:cNvContentPartPr/>
                <p14:nvPr/>
              </p14:nvContentPartPr>
              <p14:xfrm>
                <a:off x="7956240" y="1840080"/>
                <a:ext cx="167760" cy="150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4AF225A-552E-74F9-9B04-EC846F7D379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938600" y="1822080"/>
                  <a:ext cx="2034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2C3D509-B395-A54A-226F-1D9E524C1298}"/>
                    </a:ext>
                  </a:extLst>
                </p14:cNvPr>
                <p14:cNvContentPartPr/>
                <p14:nvPr/>
              </p14:nvContentPartPr>
              <p14:xfrm>
                <a:off x="8240640" y="1927920"/>
                <a:ext cx="51840" cy="131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2C3D509-B395-A54A-226F-1D9E524C129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23000" y="1909920"/>
                  <a:ext cx="8748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A43D3E0-6C36-0C02-70CF-3F7B5D5F4D32}"/>
              </a:ext>
            </a:extLst>
          </p:cNvPr>
          <p:cNvGrpSpPr/>
          <p:nvPr/>
        </p:nvGrpSpPr>
        <p:grpSpPr>
          <a:xfrm>
            <a:off x="8192040" y="2867160"/>
            <a:ext cx="857520" cy="435960"/>
            <a:chOff x="8192040" y="2867160"/>
            <a:chExt cx="857520" cy="4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788A63-F382-89C2-F3D6-973B89611A70}"/>
                    </a:ext>
                  </a:extLst>
                </p14:cNvPr>
                <p14:cNvContentPartPr/>
                <p14:nvPr/>
              </p14:nvContentPartPr>
              <p14:xfrm>
                <a:off x="8192040" y="2867160"/>
                <a:ext cx="237960" cy="278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788A63-F382-89C2-F3D6-973B89611A7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174400" y="2849520"/>
                  <a:ext cx="27360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6D1F592-B111-9477-8241-0A5D03BFFC5B}"/>
                    </a:ext>
                  </a:extLst>
                </p14:cNvPr>
                <p14:cNvContentPartPr/>
                <p14:nvPr/>
              </p14:nvContentPartPr>
              <p14:xfrm>
                <a:off x="8544480" y="3086760"/>
                <a:ext cx="46080" cy="216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6D1F592-B111-9477-8241-0A5D03BFFC5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526840" y="3069120"/>
                  <a:ext cx="817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3DE77DE-9F1D-54B1-D9BA-B6149FF0F99D}"/>
                    </a:ext>
                  </a:extLst>
                </p14:cNvPr>
                <p14:cNvContentPartPr/>
                <p14:nvPr/>
              </p14:nvContentPartPr>
              <p14:xfrm>
                <a:off x="8544840" y="3052560"/>
                <a:ext cx="116640" cy="124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3DE77DE-9F1D-54B1-D9BA-B6149FF0F99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527200" y="3034920"/>
                  <a:ext cx="152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3817E4B-08ED-98C4-44EA-6CEC0169F0B8}"/>
                    </a:ext>
                  </a:extLst>
                </p14:cNvPr>
                <p14:cNvContentPartPr/>
                <p14:nvPr/>
              </p14:nvContentPartPr>
              <p14:xfrm>
                <a:off x="8778840" y="3089280"/>
                <a:ext cx="109440" cy="136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3817E4B-08ED-98C4-44EA-6CEC0169F0B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760840" y="3071280"/>
                  <a:ext cx="1450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9E7401B-D79B-E408-5C55-76C1E93CA1DC}"/>
                    </a:ext>
                  </a:extLst>
                </p14:cNvPr>
                <p14:cNvContentPartPr/>
                <p14:nvPr/>
              </p14:nvContentPartPr>
              <p14:xfrm>
                <a:off x="8991600" y="2999280"/>
                <a:ext cx="48600" cy="223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9E7401B-D79B-E408-5C55-76C1E93CA1D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973600" y="2981640"/>
                  <a:ext cx="842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FC2CBFF-E6BE-440E-261F-137DADD0EF20}"/>
                    </a:ext>
                  </a:extLst>
                </p14:cNvPr>
                <p14:cNvContentPartPr/>
                <p14:nvPr/>
              </p14:nvContentPartPr>
              <p14:xfrm>
                <a:off x="9008880" y="3048600"/>
                <a:ext cx="40680" cy="27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FC2CBFF-E6BE-440E-261F-137DADD0EF2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90880" y="3030600"/>
                  <a:ext cx="76320" cy="6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AFE81E2-9349-26B9-3DCF-23118A87BB56}"/>
                  </a:ext>
                </a:extLst>
              </p14:cNvPr>
              <p14:cNvContentPartPr/>
              <p14:nvPr/>
            </p14:nvContentPartPr>
            <p14:xfrm>
              <a:off x="9224160" y="2800200"/>
              <a:ext cx="36720" cy="16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AFE81E2-9349-26B9-3DCF-23118A87BB56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9206160" y="2782560"/>
                <a:ext cx="72360" cy="51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99CB1E16-7710-816C-CFB0-08D814CD540D}"/>
              </a:ext>
            </a:extLst>
          </p:cNvPr>
          <p:cNvGrpSpPr/>
          <p:nvPr/>
        </p:nvGrpSpPr>
        <p:grpSpPr>
          <a:xfrm>
            <a:off x="9219480" y="2907120"/>
            <a:ext cx="303480" cy="195120"/>
            <a:chOff x="9219480" y="2907120"/>
            <a:chExt cx="30348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7E6E6A3-55B1-3146-557A-F743DC10A876}"/>
                    </a:ext>
                  </a:extLst>
                </p14:cNvPr>
                <p14:cNvContentPartPr/>
                <p14:nvPr/>
              </p14:nvContentPartPr>
              <p14:xfrm>
                <a:off x="9219480" y="2907120"/>
                <a:ext cx="97200" cy="178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7E6E6A3-55B1-3146-557A-F743DC10A87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201480" y="2889120"/>
                  <a:ext cx="1328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76A049F-F26E-D1CB-3869-1AD9CCA7FACB}"/>
                    </a:ext>
                  </a:extLst>
                </p14:cNvPr>
                <p14:cNvContentPartPr/>
                <p14:nvPr/>
              </p14:nvContentPartPr>
              <p14:xfrm>
                <a:off x="9405960" y="2943480"/>
                <a:ext cx="117000" cy="158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76A049F-F26E-D1CB-3869-1AD9CCA7FAC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388320" y="2925840"/>
                  <a:ext cx="15264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CE1B07-7FCD-67CC-0BB0-DE591E287342}"/>
              </a:ext>
            </a:extLst>
          </p:cNvPr>
          <p:cNvGrpSpPr/>
          <p:nvPr/>
        </p:nvGrpSpPr>
        <p:grpSpPr>
          <a:xfrm>
            <a:off x="9692160" y="2782560"/>
            <a:ext cx="515880" cy="199080"/>
            <a:chOff x="9692160" y="2782560"/>
            <a:chExt cx="515880" cy="19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38398B6-067E-C0B7-AA31-42CD6DDB2CCE}"/>
                    </a:ext>
                  </a:extLst>
                </p14:cNvPr>
                <p14:cNvContentPartPr/>
                <p14:nvPr/>
              </p14:nvContentPartPr>
              <p14:xfrm>
                <a:off x="9692160" y="2963640"/>
                <a:ext cx="4320" cy="3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38398B6-067E-C0B7-AA31-42CD6DDB2CC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674520" y="2945640"/>
                  <a:ext cx="39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743C879-08AF-FD55-EFED-7BE9C0D4F401}"/>
                    </a:ext>
                  </a:extLst>
                </p14:cNvPr>
                <p14:cNvContentPartPr/>
                <p14:nvPr/>
              </p14:nvContentPartPr>
              <p14:xfrm>
                <a:off x="9826080" y="2847360"/>
                <a:ext cx="47880" cy="134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743C879-08AF-FD55-EFED-7BE9C0D4F40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808080" y="2829720"/>
                  <a:ext cx="835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6524DE5-B0CB-A494-8029-99D12A50056E}"/>
                    </a:ext>
                  </a:extLst>
                </p14:cNvPr>
                <p14:cNvContentPartPr/>
                <p14:nvPr/>
              </p14:nvContentPartPr>
              <p14:xfrm>
                <a:off x="9816720" y="2782560"/>
                <a:ext cx="169920" cy="133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6524DE5-B0CB-A494-8029-99D12A50056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799080" y="2764560"/>
                  <a:ext cx="2055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CA2F136-7579-1A0E-C8CA-C8CBC5B9C770}"/>
                    </a:ext>
                  </a:extLst>
                </p14:cNvPr>
                <p14:cNvContentPartPr/>
                <p14:nvPr/>
              </p14:nvContentPartPr>
              <p14:xfrm>
                <a:off x="10095720" y="2861040"/>
                <a:ext cx="112320" cy="112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CA2F136-7579-1A0E-C8CA-C8CBC5B9C77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078080" y="2843040"/>
                  <a:ext cx="147960" cy="14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923BC95-B455-D032-BE98-3AD9834169D8}"/>
                  </a:ext>
                </a:extLst>
              </p14:cNvPr>
              <p14:cNvContentPartPr/>
              <p14:nvPr/>
            </p14:nvContentPartPr>
            <p14:xfrm>
              <a:off x="5894520" y="2509320"/>
              <a:ext cx="84600" cy="648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923BC95-B455-D032-BE98-3AD9834169D8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5876520" y="2491320"/>
                <a:ext cx="120240" cy="100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F06709C5-4F91-B4A9-8779-691A3DFC3974}"/>
              </a:ext>
            </a:extLst>
          </p:cNvPr>
          <p:cNvGrpSpPr/>
          <p:nvPr/>
        </p:nvGrpSpPr>
        <p:grpSpPr>
          <a:xfrm>
            <a:off x="5981280" y="2168760"/>
            <a:ext cx="282960" cy="141480"/>
            <a:chOff x="5981280" y="2168760"/>
            <a:chExt cx="282960" cy="14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1B5CB8-6100-6B6F-C52F-A7CADACF13B7}"/>
                    </a:ext>
                  </a:extLst>
                </p14:cNvPr>
                <p14:cNvContentPartPr/>
                <p14:nvPr/>
              </p14:nvContentPartPr>
              <p14:xfrm>
                <a:off x="5981280" y="2168760"/>
                <a:ext cx="219960" cy="141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1B5CB8-6100-6B6F-C52F-A7CADACF13B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963280" y="2151120"/>
                  <a:ext cx="2556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2CC8C7F-B6D6-8765-A529-A8AC79826C5B}"/>
                    </a:ext>
                  </a:extLst>
                </p14:cNvPr>
                <p14:cNvContentPartPr/>
                <p14:nvPr/>
              </p14:nvContentPartPr>
              <p14:xfrm>
                <a:off x="6247680" y="2214840"/>
                <a:ext cx="16560" cy="26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2CC8C7F-B6D6-8765-A529-A8AC79826C5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229680" y="2197200"/>
                  <a:ext cx="52200" cy="6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11D80A6-B930-A05C-78A6-6CC8051B668D}"/>
              </a:ext>
            </a:extLst>
          </p:cNvPr>
          <p:cNvGrpSpPr/>
          <p:nvPr/>
        </p:nvGrpSpPr>
        <p:grpSpPr>
          <a:xfrm>
            <a:off x="7537560" y="2398800"/>
            <a:ext cx="500760" cy="181080"/>
            <a:chOff x="7537560" y="2398800"/>
            <a:chExt cx="500760" cy="18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0E44D5D-ACB2-67A8-F72F-6C0963944DAE}"/>
                    </a:ext>
                  </a:extLst>
                </p14:cNvPr>
                <p14:cNvContentPartPr/>
                <p14:nvPr/>
              </p14:nvContentPartPr>
              <p14:xfrm>
                <a:off x="7537560" y="2551800"/>
                <a:ext cx="50400" cy="28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0E44D5D-ACB2-67A8-F72F-6C0963944DA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519920" y="2534160"/>
                  <a:ext cx="860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D2669F9-EA73-0A8F-8230-0A0B798C533A}"/>
                    </a:ext>
                  </a:extLst>
                </p14:cNvPr>
                <p14:cNvContentPartPr/>
                <p14:nvPr/>
              </p14:nvContentPartPr>
              <p14:xfrm>
                <a:off x="7727640" y="2459280"/>
                <a:ext cx="9720" cy="97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D2669F9-EA73-0A8F-8230-0A0B798C533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710000" y="2441640"/>
                  <a:ext cx="453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E7301F3-A3F2-0605-0939-4A3A006841F8}"/>
                    </a:ext>
                  </a:extLst>
                </p14:cNvPr>
                <p14:cNvContentPartPr/>
                <p14:nvPr/>
              </p14:nvContentPartPr>
              <p14:xfrm>
                <a:off x="7717560" y="2398800"/>
                <a:ext cx="168480" cy="120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E7301F3-A3F2-0605-0939-4A3A006841F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699560" y="2381160"/>
                  <a:ext cx="2041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9CA84B1-A2C6-C0BC-41B5-EE855FC2C7AE}"/>
                    </a:ext>
                  </a:extLst>
                </p14:cNvPr>
                <p14:cNvContentPartPr/>
                <p14:nvPr/>
              </p14:nvContentPartPr>
              <p14:xfrm>
                <a:off x="7919880" y="2418600"/>
                <a:ext cx="118440" cy="90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9CA84B1-A2C6-C0BC-41B5-EE855FC2C7A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01880" y="2400600"/>
                  <a:ext cx="154080" cy="12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AC28503-73E9-7559-04D7-EFCBF44375D9}"/>
                  </a:ext>
                </a:extLst>
              </p14:cNvPr>
              <p14:cNvContentPartPr/>
              <p14:nvPr/>
            </p14:nvContentPartPr>
            <p14:xfrm>
              <a:off x="9108960" y="1386480"/>
              <a:ext cx="175320" cy="28872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AC28503-73E9-7559-04D7-EFCBF44375D9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9091320" y="1368480"/>
                <a:ext cx="210960" cy="32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998E35DA-D286-532F-1C8B-733FC8C7FCC5}"/>
              </a:ext>
            </a:extLst>
          </p:cNvPr>
          <p:cNvGrpSpPr/>
          <p:nvPr/>
        </p:nvGrpSpPr>
        <p:grpSpPr>
          <a:xfrm>
            <a:off x="9462480" y="1225920"/>
            <a:ext cx="1893600" cy="570960"/>
            <a:chOff x="9462480" y="1225920"/>
            <a:chExt cx="1893600" cy="57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F6038F8-630D-067D-AA52-B81D19E0EFF3}"/>
                    </a:ext>
                  </a:extLst>
                </p14:cNvPr>
                <p14:cNvContentPartPr/>
                <p14:nvPr/>
              </p14:nvContentPartPr>
              <p14:xfrm>
                <a:off x="9468600" y="1632720"/>
                <a:ext cx="35280" cy="164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F6038F8-630D-067D-AA52-B81D19E0EFF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450960" y="1614720"/>
                  <a:ext cx="709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5E38243-36A3-D9CB-46AC-076ADAA46C04}"/>
                    </a:ext>
                  </a:extLst>
                </p14:cNvPr>
                <p14:cNvContentPartPr/>
                <p14:nvPr/>
              </p14:nvContentPartPr>
              <p14:xfrm>
                <a:off x="9462480" y="1561440"/>
                <a:ext cx="148320" cy="131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5E38243-36A3-D9CB-46AC-076ADAA46C04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444480" y="1543440"/>
                  <a:ext cx="1839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16F7FB5-9746-0BF7-E2A5-0530E5D59081}"/>
                    </a:ext>
                  </a:extLst>
                </p14:cNvPr>
                <p14:cNvContentPartPr/>
                <p14:nvPr/>
              </p14:nvContentPartPr>
              <p14:xfrm>
                <a:off x="9708720" y="1656120"/>
                <a:ext cx="16200" cy="125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16F7FB5-9746-0BF7-E2A5-0530E5D5908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691080" y="1638480"/>
                  <a:ext cx="518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E8F28C8-96F3-6381-F935-01A43D2B209E}"/>
                    </a:ext>
                  </a:extLst>
                </p14:cNvPr>
                <p14:cNvContentPartPr/>
                <p14:nvPr/>
              </p14:nvContentPartPr>
              <p14:xfrm>
                <a:off x="9817080" y="1568640"/>
                <a:ext cx="71640" cy="25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E8F28C8-96F3-6381-F935-01A43D2B209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799440" y="1550640"/>
                  <a:ext cx="1072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7468E9A-A91A-D132-DCAE-FEEBF694C735}"/>
                    </a:ext>
                  </a:extLst>
                </p14:cNvPr>
                <p14:cNvContentPartPr/>
                <p14:nvPr/>
              </p14:nvContentPartPr>
              <p14:xfrm>
                <a:off x="9876120" y="1640280"/>
                <a:ext cx="54720" cy="24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7468E9A-A91A-D132-DCAE-FEEBF694C73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858120" y="1622640"/>
                  <a:ext cx="90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A2EFE6A-A323-C1FE-A84C-C0C059ADB135}"/>
                    </a:ext>
                  </a:extLst>
                </p14:cNvPr>
                <p14:cNvContentPartPr/>
                <p14:nvPr/>
              </p14:nvContentPartPr>
              <p14:xfrm>
                <a:off x="9992760" y="1288560"/>
                <a:ext cx="198720" cy="261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A2EFE6A-A323-C1FE-A84C-C0C059ADB13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975120" y="1270560"/>
                  <a:ext cx="23436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3157471-1F8D-02A4-C591-65848C871729}"/>
                    </a:ext>
                  </a:extLst>
                </p14:cNvPr>
                <p14:cNvContentPartPr/>
                <p14:nvPr/>
              </p14:nvContentPartPr>
              <p14:xfrm>
                <a:off x="10185000" y="1334280"/>
                <a:ext cx="124200" cy="167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3157471-1F8D-02A4-C591-65848C87172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167360" y="1316280"/>
                  <a:ext cx="1598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569DEA0-5B34-54B9-8D3F-5DAD194E315E}"/>
                    </a:ext>
                  </a:extLst>
                </p14:cNvPr>
                <p14:cNvContentPartPr/>
                <p14:nvPr/>
              </p14:nvContentPartPr>
              <p14:xfrm>
                <a:off x="10422600" y="1456320"/>
                <a:ext cx="27360" cy="932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569DEA0-5B34-54B9-8D3F-5DAD194E315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04960" y="1438320"/>
                  <a:ext cx="630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00052A4-7049-0664-D746-850769A455E9}"/>
                    </a:ext>
                  </a:extLst>
                </p14:cNvPr>
                <p14:cNvContentPartPr/>
                <p14:nvPr/>
              </p14:nvContentPartPr>
              <p14:xfrm>
                <a:off x="10567320" y="1389720"/>
                <a:ext cx="149400" cy="53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00052A4-7049-0664-D746-850769A455E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549680" y="1371720"/>
                  <a:ext cx="1850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C9D5583-50E2-7A68-DF68-BAA35934AA5D}"/>
                    </a:ext>
                  </a:extLst>
                </p14:cNvPr>
                <p14:cNvContentPartPr/>
                <p14:nvPr/>
              </p14:nvContentPartPr>
              <p14:xfrm>
                <a:off x="10813560" y="1225920"/>
                <a:ext cx="231120" cy="208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C9D5583-50E2-7A68-DF68-BAA35934AA5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795920" y="1208280"/>
                  <a:ext cx="2667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8D12FFA-EDA0-95AE-5378-EEA0B94FCE58}"/>
                    </a:ext>
                  </a:extLst>
                </p14:cNvPr>
                <p14:cNvContentPartPr/>
                <p14:nvPr/>
              </p14:nvContentPartPr>
              <p14:xfrm>
                <a:off x="11146920" y="1332480"/>
                <a:ext cx="209160" cy="101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8D12FFA-EDA0-95AE-5378-EEA0B94FCE5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128920" y="1314480"/>
                  <a:ext cx="244800" cy="137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3405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5D91C-782A-DD0F-9D67-4906A0BA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text on a white background&#10;&#10;Description automatically generated">
            <a:extLst>
              <a:ext uri="{FF2B5EF4-FFF2-40B4-BE49-F238E27FC236}">
                <a16:creationId xmlns:a16="http://schemas.microsoft.com/office/drawing/2014/main" id="{062345C9-BBB4-2068-8A53-217BC9417B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332" y="1113183"/>
            <a:ext cx="5700963" cy="512739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E940A-2F9E-4A78-5598-2B891D64A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C11A9576-5BDC-F778-F3FC-F9F60B878B9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87" t="20939" r="21758" b="37185"/>
          <a:stretch/>
        </p:blipFill>
        <p:spPr>
          <a:xfrm>
            <a:off x="143122" y="3277926"/>
            <a:ext cx="3140765" cy="2210462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B392ED9-C507-E878-D514-045E610626AD}"/>
              </a:ext>
            </a:extLst>
          </p:cNvPr>
          <p:cNvGrpSpPr/>
          <p:nvPr/>
        </p:nvGrpSpPr>
        <p:grpSpPr>
          <a:xfrm>
            <a:off x="566880" y="1925040"/>
            <a:ext cx="1427400" cy="1091520"/>
            <a:chOff x="566880" y="1925040"/>
            <a:chExt cx="1427400" cy="109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9F401D8-5A82-B5A2-0C68-231F8220816F}"/>
                    </a:ext>
                  </a:extLst>
                </p14:cNvPr>
                <p14:cNvContentPartPr/>
                <p14:nvPr/>
              </p14:nvContentPartPr>
              <p14:xfrm>
                <a:off x="566880" y="2656200"/>
                <a:ext cx="217080" cy="276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9F401D8-5A82-B5A2-0C68-231F8220816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9240" y="2638560"/>
                  <a:ext cx="2527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46E9EAA-8D3F-7ECF-276B-77EF75AEA988}"/>
                    </a:ext>
                  </a:extLst>
                </p14:cNvPr>
                <p14:cNvContentPartPr/>
                <p14:nvPr/>
              </p14:nvContentPartPr>
              <p14:xfrm>
                <a:off x="872520" y="2746560"/>
                <a:ext cx="116280" cy="199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46E9EAA-8D3F-7ECF-276B-77EF75AEA98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54880" y="2728560"/>
                  <a:ext cx="1519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724EA5E-2CE6-B92D-DD8F-69C9D41A1EEB}"/>
                    </a:ext>
                  </a:extLst>
                </p14:cNvPr>
                <p14:cNvContentPartPr/>
                <p14:nvPr/>
              </p14:nvContentPartPr>
              <p14:xfrm>
                <a:off x="1066920" y="2705880"/>
                <a:ext cx="21600" cy="11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724EA5E-2CE6-B92D-DD8F-69C9D41A1EE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48920" y="2687880"/>
                  <a:ext cx="572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A16AC60-A0A8-2343-A054-B074194A5CCF}"/>
                    </a:ext>
                  </a:extLst>
                </p14:cNvPr>
                <p14:cNvContentPartPr/>
                <p14:nvPr/>
              </p14:nvContentPartPr>
              <p14:xfrm>
                <a:off x="1115160" y="2694000"/>
                <a:ext cx="45360" cy="62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A16AC60-A0A8-2343-A054-B074194A5CC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97160" y="2676360"/>
                  <a:ext cx="810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13DD19C-B072-5758-6364-290B014391E9}"/>
                    </a:ext>
                  </a:extLst>
                </p14:cNvPr>
                <p14:cNvContentPartPr/>
                <p14:nvPr/>
              </p14:nvContentPartPr>
              <p14:xfrm>
                <a:off x="1162680" y="2346240"/>
                <a:ext cx="312480" cy="230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13DD19C-B072-5758-6364-290B014391E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44680" y="2328240"/>
                  <a:ext cx="3481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FB6A917-7947-75A7-DDE6-1BA6D17C29B8}"/>
                    </a:ext>
                  </a:extLst>
                </p14:cNvPr>
                <p14:cNvContentPartPr/>
                <p14:nvPr/>
              </p14:nvContentPartPr>
              <p14:xfrm>
                <a:off x="1563720" y="2426520"/>
                <a:ext cx="74160" cy="90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FB6A917-7947-75A7-DDE6-1BA6D17C29B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46080" y="2408880"/>
                  <a:ext cx="1098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C710BD5-7516-2D99-4B6B-371C830AFA03}"/>
                    </a:ext>
                  </a:extLst>
                </p14:cNvPr>
                <p14:cNvContentPartPr/>
                <p14:nvPr/>
              </p14:nvContentPartPr>
              <p14:xfrm>
                <a:off x="1682880" y="2200800"/>
                <a:ext cx="99360" cy="100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C710BD5-7516-2D99-4B6B-371C830AFA0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65240" y="2183160"/>
                  <a:ext cx="135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32F9A58-B253-0311-82D0-D24F5329EB74}"/>
                    </a:ext>
                  </a:extLst>
                </p14:cNvPr>
                <p14:cNvContentPartPr/>
                <p14:nvPr/>
              </p14:nvContentPartPr>
              <p14:xfrm>
                <a:off x="1853520" y="1925040"/>
                <a:ext cx="140760" cy="198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32F9A58-B253-0311-82D0-D24F5329EB7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835520" y="1907040"/>
                  <a:ext cx="1764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3BBEEBD-3EDB-E982-A7FB-84E3D9EE7B12}"/>
                    </a:ext>
                  </a:extLst>
                </p14:cNvPr>
                <p14:cNvContentPartPr/>
                <p14:nvPr/>
              </p14:nvContentPartPr>
              <p14:xfrm>
                <a:off x="1460400" y="2894880"/>
                <a:ext cx="42480" cy="56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3BBEEBD-3EDB-E982-A7FB-84E3D9EE7B1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442400" y="2876880"/>
                  <a:ext cx="78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1F54982-1E81-B686-0403-C145121285D9}"/>
                    </a:ext>
                  </a:extLst>
                </p14:cNvPr>
                <p14:cNvContentPartPr/>
                <p14:nvPr/>
              </p14:nvContentPartPr>
              <p14:xfrm>
                <a:off x="1550400" y="2999280"/>
                <a:ext cx="10800" cy="17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1F54982-1E81-B686-0403-C145121285D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532400" y="2981640"/>
                  <a:ext cx="464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68B3505-F95A-9706-621A-5232BB29F1F5}"/>
                    </a:ext>
                  </a:extLst>
                </p14:cNvPr>
                <p14:cNvContentPartPr/>
                <p14:nvPr/>
              </p14:nvContentPartPr>
              <p14:xfrm>
                <a:off x="1590360" y="2684640"/>
                <a:ext cx="267480" cy="165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68B3505-F95A-9706-621A-5232BB29F1F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572720" y="2667000"/>
                  <a:ext cx="3031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1A737E2-2266-504B-1F25-4C44A2D16E53}"/>
                    </a:ext>
                  </a:extLst>
                </p14:cNvPr>
                <p14:cNvContentPartPr/>
                <p14:nvPr/>
              </p14:nvContentPartPr>
              <p14:xfrm>
                <a:off x="1901400" y="2686440"/>
                <a:ext cx="79560" cy="75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1A737E2-2266-504B-1F25-4C44A2D16E5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883400" y="2668800"/>
                  <a:ext cx="115200" cy="110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3F0DD74-8327-9296-31C3-77F91E64A72E}"/>
                  </a:ext>
                </a:extLst>
              </p14:cNvPr>
              <p14:cNvContentPartPr/>
              <p14:nvPr/>
            </p14:nvContentPartPr>
            <p14:xfrm>
              <a:off x="5007840" y="4740600"/>
              <a:ext cx="835920" cy="7502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3F0DD74-8327-9296-31C3-77F91E64A72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989840" y="4722960"/>
                <a:ext cx="871560" cy="78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56DE2C98-914B-F1F5-62CF-FB39592524D3}"/>
                  </a:ext>
                </a:extLst>
              </p14:cNvPr>
              <p14:cNvContentPartPr/>
              <p14:nvPr/>
            </p14:nvContentPartPr>
            <p14:xfrm>
              <a:off x="677400" y="3763920"/>
              <a:ext cx="28440" cy="169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56DE2C98-914B-F1F5-62CF-FB39592524D3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59760" y="3745920"/>
                <a:ext cx="64080" cy="5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D07CD04B-D2A1-25EB-3D37-F5E5E481565C}"/>
              </a:ext>
            </a:extLst>
          </p:cNvPr>
          <p:cNvGrpSpPr/>
          <p:nvPr/>
        </p:nvGrpSpPr>
        <p:grpSpPr>
          <a:xfrm>
            <a:off x="1030200" y="3859680"/>
            <a:ext cx="1464480" cy="1840320"/>
            <a:chOff x="1030200" y="3859680"/>
            <a:chExt cx="1464480" cy="184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FDAFE0C-A8A2-D7BF-0F92-96D5DA90830E}"/>
                    </a:ext>
                  </a:extLst>
                </p14:cNvPr>
                <p14:cNvContentPartPr/>
                <p14:nvPr/>
              </p14:nvContentPartPr>
              <p14:xfrm>
                <a:off x="1030200" y="3859680"/>
                <a:ext cx="497160" cy="1344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FDAFE0C-A8A2-D7BF-0F92-96D5DA90830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12560" y="3841680"/>
                  <a:ext cx="532800" cy="13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F1E503B-1AB8-B4D5-FF15-39757A8E4018}"/>
                    </a:ext>
                  </a:extLst>
                </p14:cNvPr>
                <p14:cNvContentPartPr/>
                <p14:nvPr/>
              </p14:nvContentPartPr>
              <p14:xfrm>
                <a:off x="1473360" y="5076840"/>
                <a:ext cx="145800" cy="132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F1E503B-1AB8-B4D5-FF15-39757A8E401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455720" y="5059200"/>
                  <a:ext cx="1814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9A5B1E9-7D51-4A14-07AB-67E5D83CED62}"/>
                    </a:ext>
                  </a:extLst>
                </p14:cNvPr>
                <p14:cNvContentPartPr/>
                <p14:nvPr/>
              </p14:nvContentPartPr>
              <p14:xfrm>
                <a:off x="1620600" y="5587320"/>
                <a:ext cx="129240" cy="112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9A5B1E9-7D51-4A14-07AB-67E5D83CED6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602960" y="5569320"/>
                  <a:ext cx="1648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E95F44E-2BA3-BE08-C38E-753D71397CF4}"/>
                    </a:ext>
                  </a:extLst>
                </p14:cNvPr>
                <p14:cNvContentPartPr/>
                <p14:nvPr/>
              </p14:nvContentPartPr>
              <p14:xfrm>
                <a:off x="1582800" y="5478960"/>
                <a:ext cx="24120" cy="3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E95F44E-2BA3-BE08-C38E-753D71397CF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65160" y="5461320"/>
                  <a:ext cx="597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F79894D-3762-FC45-9FFB-B6E7C72B2694}"/>
                    </a:ext>
                  </a:extLst>
                </p14:cNvPr>
                <p14:cNvContentPartPr/>
                <p14:nvPr/>
              </p14:nvContentPartPr>
              <p14:xfrm>
                <a:off x="1866120" y="5507760"/>
                <a:ext cx="96480" cy="173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F79894D-3762-FC45-9FFB-B6E7C72B269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48120" y="5489760"/>
                  <a:ext cx="1321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68B2476-AD46-637A-C5CA-670F9D6C3131}"/>
                    </a:ext>
                  </a:extLst>
                </p14:cNvPr>
                <p14:cNvContentPartPr/>
                <p14:nvPr/>
              </p14:nvContentPartPr>
              <p14:xfrm>
                <a:off x="1992120" y="5436840"/>
                <a:ext cx="25560" cy="16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68B2476-AD46-637A-C5CA-670F9D6C313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974120" y="5418840"/>
                  <a:ext cx="612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AE385F4-FCB7-63A9-60EE-38FE846A8DD0}"/>
                    </a:ext>
                  </a:extLst>
                </p14:cNvPr>
                <p14:cNvContentPartPr/>
                <p14:nvPr/>
              </p14:nvContentPartPr>
              <p14:xfrm>
                <a:off x="2059440" y="5409120"/>
                <a:ext cx="28800" cy="57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AE385F4-FCB7-63A9-60EE-38FE846A8DD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041800" y="5391480"/>
                  <a:ext cx="644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6B87473-5B8A-18E6-CA58-DEE2AD2C97F4}"/>
                    </a:ext>
                  </a:extLst>
                </p14:cNvPr>
                <p14:cNvContentPartPr/>
                <p14:nvPr/>
              </p14:nvContentPartPr>
              <p14:xfrm>
                <a:off x="2131800" y="5315160"/>
                <a:ext cx="129960" cy="81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6B87473-5B8A-18E6-CA58-DEE2AD2C97F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114160" y="5297520"/>
                  <a:ext cx="1656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E3D58D7-6A97-73B9-5C52-433439807ABC}"/>
                    </a:ext>
                  </a:extLst>
                </p14:cNvPr>
                <p14:cNvContentPartPr/>
                <p14:nvPr/>
              </p14:nvContentPartPr>
              <p14:xfrm>
                <a:off x="2089320" y="5206440"/>
                <a:ext cx="20160" cy="5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E3D58D7-6A97-73B9-5C52-433439807AB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071680" y="5188440"/>
                  <a:ext cx="558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CE2DB7B-8AB3-448C-3FE6-AEEBA54B75F6}"/>
                    </a:ext>
                  </a:extLst>
                </p14:cNvPr>
                <p14:cNvContentPartPr/>
                <p14:nvPr/>
              </p14:nvContentPartPr>
              <p14:xfrm>
                <a:off x="2396760" y="5264760"/>
                <a:ext cx="97920" cy="151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CE2DB7B-8AB3-448C-3FE6-AEEBA54B75F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379120" y="5246760"/>
                  <a:ext cx="13356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92D889C-53CD-5ABB-EB08-A322E07ABBD8}"/>
              </a:ext>
            </a:extLst>
          </p:cNvPr>
          <p:cNvGrpSpPr/>
          <p:nvPr/>
        </p:nvGrpSpPr>
        <p:grpSpPr>
          <a:xfrm>
            <a:off x="2870160" y="3762840"/>
            <a:ext cx="36360" cy="48240"/>
            <a:chOff x="2870160" y="3762840"/>
            <a:chExt cx="36360" cy="4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B0D3F76-D08A-BC0A-DB15-30B0AB0C54CC}"/>
                    </a:ext>
                  </a:extLst>
                </p14:cNvPr>
                <p14:cNvContentPartPr/>
                <p14:nvPr/>
              </p14:nvContentPartPr>
              <p14:xfrm>
                <a:off x="2870160" y="3762840"/>
                <a:ext cx="25200" cy="18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B0D3F76-D08A-BC0A-DB15-30B0AB0C54C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852520" y="3744840"/>
                  <a:ext cx="608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633F351-552E-6910-86CC-8701AC558AEF}"/>
                    </a:ext>
                  </a:extLst>
                </p14:cNvPr>
                <p14:cNvContentPartPr/>
                <p14:nvPr/>
              </p14:nvContentPartPr>
              <p14:xfrm>
                <a:off x="2870160" y="3765360"/>
                <a:ext cx="36360" cy="45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633F351-552E-6910-86CC-8701AC558AE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852160" y="3747720"/>
                  <a:ext cx="72000" cy="8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B4C036C-77F0-E94B-7AE2-AAA7225D3E76}"/>
              </a:ext>
            </a:extLst>
          </p:cNvPr>
          <p:cNvGrpSpPr/>
          <p:nvPr/>
        </p:nvGrpSpPr>
        <p:grpSpPr>
          <a:xfrm>
            <a:off x="2786280" y="2949600"/>
            <a:ext cx="685080" cy="420120"/>
            <a:chOff x="2786280" y="2949600"/>
            <a:chExt cx="685080" cy="42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878492E-87EB-6863-FC0C-5748C09440AE}"/>
                    </a:ext>
                  </a:extLst>
                </p14:cNvPr>
                <p14:cNvContentPartPr/>
                <p14:nvPr/>
              </p14:nvContentPartPr>
              <p14:xfrm>
                <a:off x="2838840" y="3269280"/>
                <a:ext cx="118800" cy="100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878492E-87EB-6863-FC0C-5748C09440A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820840" y="3251640"/>
                  <a:ext cx="1544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1D43515-8D05-23BD-6B62-DB605E17D208}"/>
                    </a:ext>
                  </a:extLst>
                </p14:cNvPr>
                <p14:cNvContentPartPr/>
                <p14:nvPr/>
              </p14:nvContentPartPr>
              <p14:xfrm>
                <a:off x="2786280" y="3124200"/>
                <a:ext cx="28440" cy="28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1D43515-8D05-23BD-6B62-DB605E17D20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768640" y="3106560"/>
                  <a:ext cx="640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D6F892E-2802-E79B-94C9-0DD6AB1637E0}"/>
                    </a:ext>
                  </a:extLst>
                </p14:cNvPr>
                <p14:cNvContentPartPr/>
                <p14:nvPr/>
              </p14:nvContentPartPr>
              <p14:xfrm>
                <a:off x="3000840" y="3242280"/>
                <a:ext cx="78480" cy="90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D6F892E-2802-E79B-94C9-0DD6AB1637E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983200" y="3224280"/>
                  <a:ext cx="1141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ABB6824-6B87-7511-004E-42BEBF839481}"/>
                    </a:ext>
                  </a:extLst>
                </p14:cNvPr>
                <p14:cNvContentPartPr/>
                <p14:nvPr/>
              </p14:nvContentPartPr>
              <p14:xfrm>
                <a:off x="3057720" y="3182160"/>
                <a:ext cx="28800" cy="45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ABB6824-6B87-7511-004E-42BEBF83948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40080" y="3164160"/>
                  <a:ext cx="644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34B14BA-A51D-BF1B-FA8D-6AA379563E8A}"/>
                    </a:ext>
                  </a:extLst>
                </p14:cNvPr>
                <p14:cNvContentPartPr/>
                <p14:nvPr/>
              </p14:nvContentPartPr>
              <p14:xfrm>
                <a:off x="3101640" y="3254880"/>
                <a:ext cx="16200" cy="21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34B14BA-A51D-BF1B-FA8D-6AA379563E8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084000" y="3236880"/>
                  <a:ext cx="518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5FB2F60-3D56-3BF4-8F9B-1A8402F8512C}"/>
                    </a:ext>
                  </a:extLst>
                </p14:cNvPr>
                <p14:cNvContentPartPr/>
                <p14:nvPr/>
              </p14:nvContentPartPr>
              <p14:xfrm>
                <a:off x="3165360" y="3063000"/>
                <a:ext cx="111960" cy="98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5FB2F60-3D56-3BF4-8F9B-1A8402F8512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147720" y="3045000"/>
                  <a:ext cx="1476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8CC9345-C23B-C20E-62FC-06B31D4F5007}"/>
                    </a:ext>
                  </a:extLst>
                </p14:cNvPr>
                <p14:cNvContentPartPr/>
                <p14:nvPr/>
              </p14:nvContentPartPr>
              <p14:xfrm>
                <a:off x="3130440" y="2949600"/>
                <a:ext cx="27720" cy="12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8CC9345-C23B-C20E-62FC-06B31D4F500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112440" y="2931600"/>
                  <a:ext cx="633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45ADB56-8D58-662A-FD8C-9C61878D68A9}"/>
                    </a:ext>
                  </a:extLst>
                </p14:cNvPr>
                <p14:cNvContentPartPr/>
                <p14:nvPr/>
              </p14:nvContentPartPr>
              <p14:xfrm>
                <a:off x="3348240" y="3032040"/>
                <a:ext cx="123120" cy="954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45ADB56-8D58-662A-FD8C-9C61878D68A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330240" y="3014040"/>
                  <a:ext cx="158760" cy="13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046BF80-A73E-9B0F-E4BB-7F16543A6DF3}"/>
                  </a:ext>
                </a:extLst>
              </p14:cNvPr>
              <p14:cNvContentPartPr/>
              <p14:nvPr/>
            </p14:nvContentPartPr>
            <p14:xfrm>
              <a:off x="661920" y="4836000"/>
              <a:ext cx="108720" cy="666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046BF80-A73E-9B0F-E4BB-7F16543A6DF3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643920" y="4818000"/>
                <a:ext cx="144360" cy="10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CA6FA327-53D9-4F9E-73F9-93D60EE83E48}"/>
              </a:ext>
            </a:extLst>
          </p:cNvPr>
          <p:cNvGrpSpPr/>
          <p:nvPr/>
        </p:nvGrpSpPr>
        <p:grpSpPr>
          <a:xfrm>
            <a:off x="400200" y="5370600"/>
            <a:ext cx="826200" cy="619920"/>
            <a:chOff x="400200" y="5370600"/>
            <a:chExt cx="826200" cy="61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27DD238-6B36-0E94-4FB4-2E5EA794821B}"/>
                    </a:ext>
                  </a:extLst>
                </p14:cNvPr>
                <p14:cNvContentPartPr/>
                <p14:nvPr/>
              </p14:nvContentPartPr>
              <p14:xfrm>
                <a:off x="452400" y="5862000"/>
                <a:ext cx="190080" cy="128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27DD238-6B36-0E94-4FB4-2E5EA794821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34760" y="5844000"/>
                  <a:ext cx="2257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BB7781C-3838-32C1-B641-A5888EE4CECB}"/>
                    </a:ext>
                  </a:extLst>
                </p14:cNvPr>
                <p14:cNvContentPartPr/>
                <p14:nvPr/>
              </p14:nvContentPartPr>
              <p14:xfrm>
                <a:off x="400200" y="5748600"/>
                <a:ext cx="14400" cy="6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BB7781C-3838-32C1-B641-A5888EE4CEC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2200" y="5730960"/>
                  <a:ext cx="50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91B261D-5814-F043-640C-C8F424739854}"/>
                    </a:ext>
                  </a:extLst>
                </p14:cNvPr>
                <p14:cNvContentPartPr/>
                <p14:nvPr/>
              </p14:nvContentPartPr>
              <p14:xfrm>
                <a:off x="748680" y="5743200"/>
                <a:ext cx="139680" cy="77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91B261D-5814-F043-640C-C8F42473985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30680" y="5725200"/>
                  <a:ext cx="1753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F1DFEA0-8A55-476C-8641-5C7DB794B13F}"/>
                    </a:ext>
                  </a:extLst>
                </p14:cNvPr>
                <p14:cNvContentPartPr/>
                <p14:nvPr/>
              </p14:nvContentPartPr>
              <p14:xfrm>
                <a:off x="879720" y="5574360"/>
                <a:ext cx="38520" cy="42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F1DFEA0-8A55-476C-8641-5C7DB794B13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62080" y="5556360"/>
                  <a:ext cx="741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643B1E3-5B74-9506-85A7-B2F94AF7376A}"/>
                    </a:ext>
                  </a:extLst>
                </p14:cNvPr>
                <p14:cNvContentPartPr/>
                <p14:nvPr/>
              </p14:nvContentPartPr>
              <p14:xfrm>
                <a:off x="927960" y="5616120"/>
                <a:ext cx="29160" cy="39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643B1E3-5B74-9506-85A7-B2F94AF7376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10320" y="5598120"/>
                  <a:ext cx="648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9E214D7-BC7F-3C4A-0E22-7CDEFEC0E4BD}"/>
                    </a:ext>
                  </a:extLst>
                </p14:cNvPr>
                <p14:cNvContentPartPr/>
                <p14:nvPr/>
              </p14:nvContentPartPr>
              <p14:xfrm>
                <a:off x="961800" y="5493000"/>
                <a:ext cx="148320" cy="80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9E214D7-BC7F-3C4A-0E22-7CDEFEC0E4B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43800" y="5475360"/>
                  <a:ext cx="1839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A63CF59-3691-48B0-32D0-259DB6052D5F}"/>
                    </a:ext>
                  </a:extLst>
                </p14:cNvPr>
                <p14:cNvContentPartPr/>
                <p14:nvPr/>
              </p14:nvContentPartPr>
              <p14:xfrm>
                <a:off x="933720" y="5372400"/>
                <a:ext cx="21960" cy="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A63CF59-3691-48B0-32D0-259DB6052D5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15720" y="5354400"/>
                  <a:ext cx="576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0372487-DCE6-E492-4742-EC25B1D60F81}"/>
                    </a:ext>
                  </a:extLst>
                </p14:cNvPr>
                <p14:cNvContentPartPr/>
                <p14:nvPr/>
              </p14:nvContentPartPr>
              <p14:xfrm>
                <a:off x="1155120" y="5370600"/>
                <a:ext cx="71280" cy="169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0372487-DCE6-E492-4742-EC25B1D60F8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37120" y="5352600"/>
                  <a:ext cx="106920" cy="20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4620212-6CBF-F062-475F-25165EFB7A9F}"/>
                  </a:ext>
                </a:extLst>
              </p14:cNvPr>
              <p14:cNvContentPartPr/>
              <p14:nvPr/>
            </p14:nvContentPartPr>
            <p14:xfrm>
              <a:off x="160800" y="4646640"/>
              <a:ext cx="1257840" cy="169380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4620212-6CBF-F062-475F-25165EFB7A9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42800" y="4628640"/>
                <a:ext cx="1293480" cy="172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163CA095-306C-F976-7245-2215FD77DD21}"/>
                  </a:ext>
                </a:extLst>
              </p14:cNvPr>
              <p14:cNvContentPartPr/>
              <p14:nvPr/>
            </p14:nvContentPartPr>
            <p14:xfrm>
              <a:off x="2583240" y="2641800"/>
              <a:ext cx="1199880" cy="130248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163CA095-306C-F976-7245-2215FD77DD2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2565240" y="2624160"/>
                <a:ext cx="1235520" cy="133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4B7AF99B-AE70-DE75-58EF-A4F1BAACB9F8}"/>
                  </a:ext>
                </a:extLst>
              </p14:cNvPr>
              <p14:cNvContentPartPr/>
              <p14:nvPr/>
            </p14:nvContentPartPr>
            <p14:xfrm>
              <a:off x="394440" y="3291600"/>
              <a:ext cx="2402280" cy="27032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4B7AF99B-AE70-DE75-58EF-A4F1BAACB9F8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376440" y="3273600"/>
                <a:ext cx="2437920" cy="273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1392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0CE8-8591-FD2D-F755-8CA9604C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paper with black text&#10;&#10;Description automatically generated">
            <a:extLst>
              <a:ext uri="{FF2B5EF4-FFF2-40B4-BE49-F238E27FC236}">
                <a16:creationId xmlns:a16="http://schemas.microsoft.com/office/drawing/2014/main" id="{F86F6DC3-AC14-1869-FF86-DD653F8C7F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720" y="1789044"/>
            <a:ext cx="7544603" cy="347494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26C24-EB2F-7995-710F-D456F46ED6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9E0D3B82-77A9-DB1F-00C3-A6B9B028D36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188181" y="4017397"/>
            <a:ext cx="5318332" cy="221046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D2C360B4-BA38-010D-1F1A-DBAB32D9CB1E}"/>
              </a:ext>
            </a:extLst>
          </p:cNvPr>
          <p:cNvGrpSpPr/>
          <p:nvPr/>
        </p:nvGrpSpPr>
        <p:grpSpPr>
          <a:xfrm>
            <a:off x="1150080" y="3678600"/>
            <a:ext cx="752040" cy="636480"/>
            <a:chOff x="1150080" y="3678600"/>
            <a:chExt cx="752040" cy="63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3C85CDC-9361-C90F-D2DB-62EBA1B6F954}"/>
                    </a:ext>
                  </a:extLst>
                </p14:cNvPr>
                <p14:cNvContentPartPr/>
                <p14:nvPr/>
              </p14:nvContentPartPr>
              <p14:xfrm>
                <a:off x="1150080" y="4081800"/>
                <a:ext cx="160920" cy="233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3C85CDC-9361-C90F-D2DB-62EBA1B6F95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32440" y="4064160"/>
                  <a:ext cx="19656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C673427-A2FE-D450-CD27-27C9761E27E1}"/>
                    </a:ext>
                  </a:extLst>
                </p14:cNvPr>
                <p14:cNvContentPartPr/>
                <p14:nvPr/>
              </p14:nvContentPartPr>
              <p14:xfrm>
                <a:off x="1193280" y="4005480"/>
                <a:ext cx="163800" cy="1483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C673427-A2FE-D450-CD27-27C9761E27E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75640" y="3987480"/>
                  <a:ext cx="1994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C623C62-C346-5144-5D1B-7EB73FEEA80D}"/>
                    </a:ext>
                  </a:extLst>
                </p14:cNvPr>
                <p14:cNvContentPartPr/>
                <p14:nvPr/>
              </p14:nvContentPartPr>
              <p14:xfrm>
                <a:off x="1412160" y="4019880"/>
                <a:ext cx="81000" cy="70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C623C62-C346-5144-5D1B-7EB73FEEA80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94160" y="4002240"/>
                  <a:ext cx="1166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D2D774D-5FAC-765E-9F8E-7902E61AC490}"/>
                    </a:ext>
                  </a:extLst>
                </p14:cNvPr>
                <p14:cNvContentPartPr/>
                <p14:nvPr/>
              </p14:nvContentPartPr>
              <p14:xfrm>
                <a:off x="1499280" y="3842760"/>
                <a:ext cx="129240" cy="191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D2D774D-5FAC-765E-9F8E-7902E61AC49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481280" y="3825120"/>
                  <a:ext cx="1648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374AADB-795D-63EB-BD66-0741DBAB7C40}"/>
                    </a:ext>
                  </a:extLst>
                </p14:cNvPr>
                <p14:cNvContentPartPr/>
                <p14:nvPr/>
              </p14:nvContentPartPr>
              <p14:xfrm>
                <a:off x="1662720" y="3837000"/>
                <a:ext cx="140040" cy="100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374AADB-795D-63EB-BD66-0741DBAB7C4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44720" y="3819000"/>
                  <a:ext cx="1756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95F7400-163A-19D2-92A8-04832DD62453}"/>
                    </a:ext>
                  </a:extLst>
                </p14:cNvPr>
                <p14:cNvContentPartPr/>
                <p14:nvPr/>
              </p14:nvContentPartPr>
              <p14:xfrm>
                <a:off x="1786920" y="3678600"/>
                <a:ext cx="115200" cy="228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95F7400-163A-19D2-92A8-04832DD6245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69280" y="3660600"/>
                  <a:ext cx="15084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1AB1E01-5B9E-6E8B-7119-547B7DEE74ED}"/>
              </a:ext>
            </a:extLst>
          </p:cNvPr>
          <p:cNvGrpSpPr/>
          <p:nvPr/>
        </p:nvGrpSpPr>
        <p:grpSpPr>
          <a:xfrm>
            <a:off x="3918480" y="3552240"/>
            <a:ext cx="934920" cy="559080"/>
            <a:chOff x="3918480" y="3552240"/>
            <a:chExt cx="934920" cy="55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3C38E6E-3F8E-10FC-CB86-9FB8680CA5B4}"/>
                    </a:ext>
                  </a:extLst>
                </p14:cNvPr>
                <p14:cNvContentPartPr/>
                <p14:nvPr/>
              </p14:nvContentPartPr>
              <p14:xfrm>
                <a:off x="3918480" y="3922320"/>
                <a:ext cx="72000" cy="189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3C38E6E-3F8E-10FC-CB86-9FB8680CA5B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00840" y="3904320"/>
                  <a:ext cx="1076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3069008-DBEE-E4D8-E92B-32DB146023B1}"/>
                    </a:ext>
                  </a:extLst>
                </p14:cNvPr>
                <p14:cNvContentPartPr/>
                <p14:nvPr/>
              </p14:nvContentPartPr>
              <p14:xfrm>
                <a:off x="3923160" y="3798480"/>
                <a:ext cx="167400" cy="197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3069008-DBEE-E4D8-E92B-32DB146023B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905160" y="3780840"/>
                  <a:ext cx="2030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2EA9F28-C24E-0BE4-705D-C6001136251F}"/>
                    </a:ext>
                  </a:extLst>
                </p14:cNvPr>
                <p14:cNvContentPartPr/>
                <p14:nvPr/>
              </p14:nvContentPartPr>
              <p14:xfrm>
                <a:off x="4193160" y="3832320"/>
                <a:ext cx="85680" cy="107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2EA9F28-C24E-0BE4-705D-C600113625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175520" y="3814680"/>
                  <a:ext cx="1213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EA177FB-B770-611A-A9B7-D26FA96647EB}"/>
                    </a:ext>
                  </a:extLst>
                </p14:cNvPr>
                <p14:cNvContentPartPr/>
                <p14:nvPr/>
              </p14:nvContentPartPr>
              <p14:xfrm>
                <a:off x="4368120" y="3663480"/>
                <a:ext cx="143280" cy="209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EA177FB-B770-611A-A9B7-D26FA96647E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50480" y="3645480"/>
                  <a:ext cx="178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B6ED29B-545C-F73A-951D-29E9F388BEB4}"/>
                    </a:ext>
                  </a:extLst>
                </p14:cNvPr>
                <p14:cNvContentPartPr/>
                <p14:nvPr/>
              </p14:nvContentPartPr>
              <p14:xfrm>
                <a:off x="4542360" y="3691200"/>
                <a:ext cx="106560" cy="87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B6ED29B-545C-F73A-951D-29E9F388BEB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24360" y="3673560"/>
                  <a:ext cx="1422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F98A3B0-4CC2-DB4C-C528-17F1C83A827D}"/>
                    </a:ext>
                  </a:extLst>
                </p14:cNvPr>
                <p14:cNvContentPartPr/>
                <p14:nvPr/>
              </p14:nvContentPartPr>
              <p14:xfrm>
                <a:off x="4691400" y="3552240"/>
                <a:ext cx="162000" cy="131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F98A3B0-4CC2-DB4C-C528-17F1C83A827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673400" y="3534600"/>
                  <a:ext cx="19764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59A301-C36F-95A9-4853-B75FBC8AB130}"/>
              </a:ext>
            </a:extLst>
          </p:cNvPr>
          <p:cNvGrpSpPr/>
          <p:nvPr/>
        </p:nvGrpSpPr>
        <p:grpSpPr>
          <a:xfrm>
            <a:off x="2920920" y="5786400"/>
            <a:ext cx="920880" cy="344160"/>
            <a:chOff x="2920920" y="5786400"/>
            <a:chExt cx="92088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0C97B78-0F0D-CC2E-2C5E-5D510354CCC8}"/>
                    </a:ext>
                  </a:extLst>
                </p14:cNvPr>
                <p14:cNvContentPartPr/>
                <p14:nvPr/>
              </p14:nvContentPartPr>
              <p14:xfrm>
                <a:off x="2920920" y="5909520"/>
                <a:ext cx="94320" cy="221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0C97B78-0F0D-CC2E-2C5E-5D510354CCC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02920" y="5891880"/>
                  <a:ext cx="1299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2C7D574-E1BA-B461-C403-6807698440A5}"/>
                    </a:ext>
                  </a:extLst>
                </p14:cNvPr>
                <p14:cNvContentPartPr/>
                <p14:nvPr/>
              </p14:nvContentPartPr>
              <p14:xfrm>
                <a:off x="2937480" y="5904480"/>
                <a:ext cx="177120" cy="108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2C7D574-E1BA-B461-C403-6807698440A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919840" y="5886480"/>
                  <a:ext cx="2127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81DA072-EE59-CA64-A292-D4F5B315CB75}"/>
                    </a:ext>
                  </a:extLst>
                </p14:cNvPr>
                <p14:cNvContentPartPr/>
                <p14:nvPr/>
              </p14:nvContentPartPr>
              <p14:xfrm>
                <a:off x="3209280" y="5901600"/>
                <a:ext cx="86400" cy="11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81DA072-EE59-CA64-A292-D4F5B315CB7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191280" y="5883600"/>
                  <a:ext cx="1220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47527D3-5D01-DE45-CE40-F30082D525D5}"/>
                    </a:ext>
                  </a:extLst>
                </p14:cNvPr>
                <p14:cNvContentPartPr/>
                <p14:nvPr/>
              </p14:nvContentPartPr>
              <p14:xfrm>
                <a:off x="3392880" y="5796840"/>
                <a:ext cx="123480" cy="182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47527D3-5D01-DE45-CE40-F30082D525D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374880" y="5779200"/>
                  <a:ext cx="1591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901E18A-A6E2-9233-1F10-9B788EFE3D4D}"/>
                    </a:ext>
                  </a:extLst>
                </p14:cNvPr>
                <p14:cNvContentPartPr/>
                <p14:nvPr/>
              </p14:nvContentPartPr>
              <p14:xfrm>
                <a:off x="3575040" y="5822400"/>
                <a:ext cx="61920" cy="1137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901E18A-A6E2-9233-1F10-9B788EFE3D4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557040" y="5804760"/>
                  <a:ext cx="975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EB20256-3BF9-EE33-31DB-33F74C84CC9D}"/>
                    </a:ext>
                  </a:extLst>
                </p14:cNvPr>
                <p14:cNvContentPartPr/>
                <p14:nvPr/>
              </p14:nvContentPartPr>
              <p14:xfrm>
                <a:off x="3714360" y="5786400"/>
                <a:ext cx="127440" cy="161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EB20256-3BF9-EE33-31DB-33F74C84CC9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696720" y="5768760"/>
                  <a:ext cx="163080" cy="197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B1DA03F-4003-8951-6A80-515EA56B0B82}"/>
                  </a:ext>
                </a:extLst>
              </p14:cNvPr>
              <p14:cNvContentPartPr/>
              <p14:nvPr/>
            </p14:nvContentPartPr>
            <p14:xfrm>
              <a:off x="5443080" y="3629280"/>
              <a:ext cx="360" cy="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B1DA03F-4003-8951-6A80-515EA56B0B82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5425440" y="3611640"/>
                <a:ext cx="3600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FF7D7131-13FE-3B78-58BD-798EB8B2541D}"/>
                  </a:ext>
                </a:extLst>
              </p14:cNvPr>
              <p14:cNvContentPartPr/>
              <p14:nvPr/>
            </p14:nvContentPartPr>
            <p14:xfrm>
              <a:off x="7407240" y="3172800"/>
              <a:ext cx="297000" cy="33433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FF7D7131-13FE-3B78-58BD-798EB8B2541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389600" y="3155160"/>
                <a:ext cx="332640" cy="337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9F0DDB0D-434F-3FCC-CA88-4AE91334D6E1}"/>
              </a:ext>
            </a:extLst>
          </p:cNvPr>
          <p:cNvGrpSpPr/>
          <p:nvPr/>
        </p:nvGrpSpPr>
        <p:grpSpPr>
          <a:xfrm>
            <a:off x="8221560" y="3160200"/>
            <a:ext cx="1266480" cy="3369600"/>
            <a:chOff x="8221560" y="3160200"/>
            <a:chExt cx="1266480" cy="336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AECE21A-223C-74D1-1790-268FF082DD0C}"/>
                    </a:ext>
                  </a:extLst>
                </p14:cNvPr>
                <p14:cNvContentPartPr/>
                <p14:nvPr/>
              </p14:nvContentPartPr>
              <p14:xfrm>
                <a:off x="8221560" y="3366120"/>
                <a:ext cx="95760" cy="275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AECE21A-223C-74D1-1790-268FF082DD0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203560" y="3348480"/>
                  <a:ext cx="13140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56D752A-3C5E-9DBE-E752-8480383596D9}"/>
                    </a:ext>
                  </a:extLst>
                </p14:cNvPr>
                <p14:cNvContentPartPr/>
                <p14:nvPr/>
              </p14:nvContentPartPr>
              <p14:xfrm>
                <a:off x="8306880" y="3409320"/>
                <a:ext cx="99720" cy="128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56D752A-3C5E-9DBE-E752-8480383596D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288880" y="3391320"/>
                  <a:ext cx="1353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8A2C1E5-7F43-F654-4AE1-592267FB65C7}"/>
                    </a:ext>
                  </a:extLst>
                </p14:cNvPr>
                <p14:cNvContentPartPr/>
                <p14:nvPr/>
              </p14:nvContentPartPr>
              <p14:xfrm>
                <a:off x="8538720" y="3435600"/>
                <a:ext cx="145080" cy="120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8A2C1E5-7F43-F654-4AE1-592267FB65C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520720" y="3417600"/>
                  <a:ext cx="1807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7990A6E-2685-4ACD-14FF-12ECB99D34CF}"/>
                    </a:ext>
                  </a:extLst>
                </p14:cNvPr>
                <p14:cNvContentPartPr/>
                <p14:nvPr/>
              </p14:nvContentPartPr>
              <p14:xfrm>
                <a:off x="8794320" y="3383400"/>
                <a:ext cx="143280" cy="153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7990A6E-2685-4ACD-14FF-12ECB99D34C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776320" y="3365760"/>
                  <a:ext cx="1789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DC005C8-058F-6FAD-5D4D-AD2D8557B632}"/>
                    </a:ext>
                  </a:extLst>
                </p14:cNvPr>
                <p14:cNvContentPartPr/>
                <p14:nvPr/>
              </p14:nvContentPartPr>
              <p14:xfrm>
                <a:off x="9124080" y="3160200"/>
                <a:ext cx="363960" cy="3369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DC005C8-058F-6FAD-5D4D-AD2D8557B63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06080" y="3142560"/>
                  <a:ext cx="399600" cy="340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6A8D666-6962-A1E7-D6D6-1343612B0D3A}"/>
              </a:ext>
            </a:extLst>
          </p:cNvPr>
          <p:cNvGrpSpPr/>
          <p:nvPr/>
        </p:nvGrpSpPr>
        <p:grpSpPr>
          <a:xfrm>
            <a:off x="7622880" y="3826560"/>
            <a:ext cx="535320" cy="464400"/>
            <a:chOff x="7622880" y="3826560"/>
            <a:chExt cx="535320" cy="46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D70A5A4-9185-9079-7E2C-B9D68E9269A0}"/>
                    </a:ext>
                  </a:extLst>
                </p14:cNvPr>
                <p14:cNvContentPartPr/>
                <p14:nvPr/>
              </p14:nvContentPartPr>
              <p14:xfrm>
                <a:off x="7716120" y="3979920"/>
                <a:ext cx="199440" cy="243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D70A5A4-9185-9079-7E2C-B9D68E9269A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98120" y="3961920"/>
                  <a:ext cx="2350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576548D-6931-CB16-DF75-4AB6970F53EB}"/>
                    </a:ext>
                  </a:extLst>
                </p14:cNvPr>
                <p14:cNvContentPartPr/>
                <p14:nvPr/>
              </p14:nvContentPartPr>
              <p14:xfrm>
                <a:off x="7985760" y="3963720"/>
                <a:ext cx="52920" cy="133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576548D-6931-CB16-DF75-4AB6970F53E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968120" y="3946080"/>
                  <a:ext cx="885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8CB6D81-66EF-1196-CC5E-0A9E8918094A}"/>
                    </a:ext>
                  </a:extLst>
                </p14:cNvPr>
                <p14:cNvContentPartPr/>
                <p14:nvPr/>
              </p14:nvContentPartPr>
              <p14:xfrm>
                <a:off x="7622880" y="3942840"/>
                <a:ext cx="122760" cy="348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8CB6D81-66EF-1196-CC5E-0A9E8918094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604880" y="3924840"/>
                  <a:ext cx="15840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E9C1AF9-862E-E896-464A-B520E6BF8D15}"/>
                    </a:ext>
                  </a:extLst>
                </p14:cNvPr>
                <p14:cNvContentPartPr/>
                <p14:nvPr/>
              </p14:nvContentPartPr>
              <p14:xfrm>
                <a:off x="7643040" y="3826560"/>
                <a:ext cx="515160" cy="453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E9C1AF9-862E-E896-464A-B520E6BF8D1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625040" y="3808920"/>
                  <a:ext cx="550800" cy="48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DBDEDCC-09CC-45B0-8E1E-896F69D62488}"/>
              </a:ext>
            </a:extLst>
          </p:cNvPr>
          <p:cNvGrpSpPr/>
          <p:nvPr/>
        </p:nvGrpSpPr>
        <p:grpSpPr>
          <a:xfrm>
            <a:off x="7787760" y="4848240"/>
            <a:ext cx="539280" cy="556920"/>
            <a:chOff x="7787760" y="4848240"/>
            <a:chExt cx="539280" cy="55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BF99F46-115E-422E-B1DA-CF41CB413826}"/>
                    </a:ext>
                  </a:extLst>
                </p14:cNvPr>
                <p14:cNvContentPartPr/>
                <p14:nvPr/>
              </p14:nvContentPartPr>
              <p14:xfrm>
                <a:off x="7832760" y="5062080"/>
                <a:ext cx="29520" cy="226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BF99F46-115E-422E-B1DA-CF41CB41382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15120" y="5044440"/>
                  <a:ext cx="651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04D9FE1-2A7E-D95E-AC65-643496C8F10F}"/>
                    </a:ext>
                  </a:extLst>
                </p14:cNvPr>
                <p14:cNvContentPartPr/>
                <p14:nvPr/>
              </p14:nvContentPartPr>
              <p14:xfrm>
                <a:off x="7854720" y="4992600"/>
                <a:ext cx="133920" cy="181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04D9FE1-2A7E-D95E-AC65-643496C8F10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836720" y="4974960"/>
                  <a:ext cx="169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D46A571-4096-A747-1FD9-8D125D3536EF}"/>
                    </a:ext>
                  </a:extLst>
                </p14:cNvPr>
                <p14:cNvContentPartPr/>
                <p14:nvPr/>
              </p14:nvContentPartPr>
              <p14:xfrm>
                <a:off x="8053800" y="5090160"/>
                <a:ext cx="151200" cy="63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D46A571-4096-A747-1FD9-8D125D3536E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35800" y="5072520"/>
                  <a:ext cx="1868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328567E-1576-96D6-D4DA-51146A267464}"/>
                    </a:ext>
                  </a:extLst>
                </p14:cNvPr>
                <p14:cNvContentPartPr/>
                <p14:nvPr/>
              </p14:nvContentPartPr>
              <p14:xfrm>
                <a:off x="7787760" y="4848240"/>
                <a:ext cx="539280" cy="498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328567E-1576-96D6-D4DA-51146A26746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769760" y="4830240"/>
                  <a:ext cx="574920" cy="53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4420BDB-2814-6BCE-C21F-74DE7BFDAC95}"/>
                    </a:ext>
                  </a:extLst>
                </p14:cNvPr>
                <p14:cNvContentPartPr/>
                <p14:nvPr/>
              </p14:nvContentPartPr>
              <p14:xfrm>
                <a:off x="7800000" y="5080800"/>
                <a:ext cx="249840" cy="324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4420BDB-2814-6BCE-C21F-74DE7BFDAC9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782000" y="5062800"/>
                  <a:ext cx="285480" cy="36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39ACF3C-8BED-26C9-6686-C89777BFFE01}"/>
              </a:ext>
            </a:extLst>
          </p:cNvPr>
          <p:cNvGrpSpPr/>
          <p:nvPr/>
        </p:nvGrpSpPr>
        <p:grpSpPr>
          <a:xfrm>
            <a:off x="7912680" y="6058560"/>
            <a:ext cx="658800" cy="609120"/>
            <a:chOff x="7912680" y="6058560"/>
            <a:chExt cx="658800" cy="60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67A7DD0-721A-325A-0D27-8F8660E922FE}"/>
                    </a:ext>
                  </a:extLst>
                </p14:cNvPr>
                <p14:cNvContentPartPr/>
                <p14:nvPr/>
              </p14:nvContentPartPr>
              <p14:xfrm>
                <a:off x="7955520" y="6299760"/>
                <a:ext cx="2880" cy="1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67A7DD0-721A-325A-0D27-8F8660E922F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937520" y="6281760"/>
                  <a:ext cx="3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7A51BE8-755B-BD57-15D4-09B28CE726F7}"/>
                    </a:ext>
                  </a:extLst>
                </p14:cNvPr>
                <p14:cNvContentPartPr/>
                <p14:nvPr/>
              </p14:nvContentPartPr>
              <p14:xfrm>
                <a:off x="8002680" y="6294720"/>
                <a:ext cx="38880" cy="215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7A51BE8-755B-BD57-15D4-09B28CE726F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85040" y="6277080"/>
                  <a:ext cx="745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0AD7C8F-795C-4A39-13EA-67BC4AD93240}"/>
                    </a:ext>
                  </a:extLst>
                </p14:cNvPr>
                <p14:cNvContentPartPr/>
                <p14:nvPr/>
              </p14:nvContentPartPr>
              <p14:xfrm>
                <a:off x="8025360" y="6248280"/>
                <a:ext cx="129240" cy="144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0AD7C8F-795C-4A39-13EA-67BC4AD9324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007360" y="6230280"/>
                  <a:ext cx="1648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5DC3A98-11D8-6DAC-1BB0-1D6A4A160566}"/>
                    </a:ext>
                  </a:extLst>
                </p14:cNvPr>
                <p14:cNvContentPartPr/>
                <p14:nvPr/>
              </p14:nvContentPartPr>
              <p14:xfrm>
                <a:off x="8271240" y="6290760"/>
                <a:ext cx="102240" cy="159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5DC3A98-11D8-6DAC-1BB0-1D6A4A16056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53240" y="6273120"/>
                  <a:ext cx="1378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50B44C7-14CB-D7BC-B448-601E74F55E1F}"/>
                    </a:ext>
                  </a:extLst>
                </p14:cNvPr>
                <p14:cNvContentPartPr/>
                <p14:nvPr/>
              </p14:nvContentPartPr>
              <p14:xfrm>
                <a:off x="7912680" y="6058560"/>
                <a:ext cx="658800" cy="609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50B44C7-14CB-D7BC-B448-601E74F55E1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894680" y="6040920"/>
                  <a:ext cx="694440" cy="64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104D6FC-0A7A-5446-BF89-67501400C5E8}"/>
                    </a:ext>
                  </a:extLst>
                </p14:cNvPr>
                <p14:cNvContentPartPr/>
                <p14:nvPr/>
              </p14:nvContentPartPr>
              <p14:xfrm>
                <a:off x="7931760" y="6299040"/>
                <a:ext cx="70920" cy="311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104D6FC-0A7A-5446-BF89-67501400C5E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914120" y="6281400"/>
                  <a:ext cx="106560" cy="34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BB2CCEA-4FDC-FC18-86E8-D72D93729FA3}"/>
              </a:ext>
            </a:extLst>
          </p:cNvPr>
          <p:cNvGrpSpPr/>
          <p:nvPr/>
        </p:nvGrpSpPr>
        <p:grpSpPr>
          <a:xfrm>
            <a:off x="8210400" y="4194480"/>
            <a:ext cx="973800" cy="375480"/>
            <a:chOff x="8210400" y="4194480"/>
            <a:chExt cx="973800" cy="37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E08507B-57D8-29EC-C1B3-C8DECD2E3107}"/>
                    </a:ext>
                  </a:extLst>
                </p14:cNvPr>
                <p14:cNvContentPartPr/>
                <p14:nvPr/>
              </p14:nvContentPartPr>
              <p14:xfrm>
                <a:off x="8210400" y="4380240"/>
                <a:ext cx="128520" cy="167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E08507B-57D8-29EC-C1B3-C8DECD2E310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192760" y="4362240"/>
                  <a:ext cx="164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B47598D-1032-3964-0DDA-F38FE4517B08}"/>
                    </a:ext>
                  </a:extLst>
                </p14:cNvPr>
                <p14:cNvContentPartPr/>
                <p14:nvPr/>
              </p14:nvContentPartPr>
              <p14:xfrm>
                <a:off x="8229480" y="4289160"/>
                <a:ext cx="45360" cy="302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B47598D-1032-3964-0DDA-F38FE4517B0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211840" y="4271160"/>
                  <a:ext cx="810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11CABC8-626C-512A-804A-37FEACE0D0AA}"/>
                    </a:ext>
                  </a:extLst>
                </p14:cNvPr>
                <p14:cNvContentPartPr/>
                <p14:nvPr/>
              </p14:nvContentPartPr>
              <p14:xfrm>
                <a:off x="8441880" y="4411200"/>
                <a:ext cx="82800" cy="158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11CABC8-626C-512A-804A-37FEACE0D0A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24240" y="4393560"/>
                  <a:ext cx="1184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DF0C31E-B5D0-DB82-4AF3-8704CD17A750}"/>
                    </a:ext>
                  </a:extLst>
                </p14:cNvPr>
                <p14:cNvContentPartPr/>
                <p14:nvPr/>
              </p14:nvContentPartPr>
              <p14:xfrm>
                <a:off x="8652480" y="4382400"/>
                <a:ext cx="41400" cy="23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DF0C31E-B5D0-DB82-4AF3-8704CD17A75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634840" y="4364760"/>
                  <a:ext cx="770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6277515-0008-0C39-7225-C9154B922FCA}"/>
                    </a:ext>
                  </a:extLst>
                </p14:cNvPr>
                <p14:cNvContentPartPr/>
                <p14:nvPr/>
              </p14:nvContentPartPr>
              <p14:xfrm>
                <a:off x="8703240" y="4407600"/>
                <a:ext cx="60120" cy="45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6277515-0008-0C39-7225-C9154B922FC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685240" y="4389600"/>
                  <a:ext cx="957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259440B-C569-0DCD-2DCF-63E8660239D1}"/>
                    </a:ext>
                  </a:extLst>
                </p14:cNvPr>
                <p14:cNvContentPartPr/>
                <p14:nvPr/>
              </p14:nvContentPartPr>
              <p14:xfrm>
                <a:off x="8926800" y="4322280"/>
                <a:ext cx="114480" cy="132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259440B-C569-0DCD-2DCF-63E8660239D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909160" y="4304280"/>
                  <a:ext cx="1501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F38B320-FA8B-F550-7FEC-00F99CB397FF}"/>
                    </a:ext>
                  </a:extLst>
                </p14:cNvPr>
                <p14:cNvContentPartPr/>
                <p14:nvPr/>
              </p14:nvContentPartPr>
              <p14:xfrm>
                <a:off x="8912040" y="4194480"/>
                <a:ext cx="28800" cy="16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F38B320-FA8B-F550-7FEC-00F99CB397F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894040" y="4176480"/>
                  <a:ext cx="644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BD7D929-B3C5-D1BD-6232-24E487324016}"/>
                    </a:ext>
                  </a:extLst>
                </p14:cNvPr>
                <p14:cNvContentPartPr/>
                <p14:nvPr/>
              </p14:nvContentPartPr>
              <p14:xfrm>
                <a:off x="9130920" y="4374120"/>
                <a:ext cx="53280" cy="154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BD7D929-B3C5-D1BD-6232-24E48732401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112920" y="4356480"/>
                  <a:ext cx="8892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B00DADC-571D-6BB5-41BC-41C5E1487355}"/>
              </a:ext>
            </a:extLst>
          </p:cNvPr>
          <p:cNvGrpSpPr/>
          <p:nvPr/>
        </p:nvGrpSpPr>
        <p:grpSpPr>
          <a:xfrm>
            <a:off x="8297880" y="5248920"/>
            <a:ext cx="912960" cy="464040"/>
            <a:chOff x="8297880" y="5248920"/>
            <a:chExt cx="912960" cy="46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CDC5074-9626-3FCE-700A-35310D4DCCF5}"/>
                    </a:ext>
                  </a:extLst>
                </p14:cNvPr>
                <p14:cNvContentPartPr/>
                <p14:nvPr/>
              </p14:nvContentPartPr>
              <p14:xfrm>
                <a:off x="8297880" y="5561040"/>
                <a:ext cx="69480" cy="1519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CDC5074-9626-3FCE-700A-35310D4DCCF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280240" y="5543400"/>
                  <a:ext cx="1051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0191DF7-1B7B-32C7-7CD2-BC59518F8820}"/>
                    </a:ext>
                  </a:extLst>
                </p14:cNvPr>
                <p14:cNvContentPartPr/>
                <p14:nvPr/>
              </p14:nvContentPartPr>
              <p14:xfrm>
                <a:off x="8308680" y="5437200"/>
                <a:ext cx="17280" cy="3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0191DF7-1B7B-32C7-7CD2-BC59518F882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291040" y="5419560"/>
                  <a:ext cx="529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7DCD05B-367B-BFA7-E6B8-F1FAC68DCBFD}"/>
                    </a:ext>
                  </a:extLst>
                </p14:cNvPr>
                <p14:cNvContentPartPr/>
                <p14:nvPr/>
              </p14:nvContentPartPr>
              <p14:xfrm>
                <a:off x="8504160" y="5586600"/>
                <a:ext cx="32760" cy="93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7DCD05B-367B-BFA7-E6B8-F1FAC68DCBF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486160" y="5568960"/>
                  <a:ext cx="684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DD6B3F2-2DBE-07F4-BEE8-670C7B92F597}"/>
                    </a:ext>
                  </a:extLst>
                </p14:cNvPr>
                <p14:cNvContentPartPr/>
                <p14:nvPr/>
              </p14:nvContentPartPr>
              <p14:xfrm>
                <a:off x="8640960" y="5519280"/>
                <a:ext cx="64440" cy="40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DD6B3F2-2DBE-07F4-BEE8-670C7B92F59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622960" y="5501280"/>
                  <a:ext cx="1000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598D387-434C-6A10-96D2-5EE76696B5C6}"/>
                    </a:ext>
                  </a:extLst>
                </p14:cNvPr>
                <p14:cNvContentPartPr/>
                <p14:nvPr/>
              </p14:nvContentPartPr>
              <p14:xfrm>
                <a:off x="8709360" y="5556720"/>
                <a:ext cx="27360" cy="27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598D387-434C-6A10-96D2-5EE76696B5C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691720" y="5539080"/>
                  <a:ext cx="630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69972C2-404C-F115-7AB8-B6B81F5DA85A}"/>
                    </a:ext>
                  </a:extLst>
                </p14:cNvPr>
                <p14:cNvContentPartPr/>
                <p14:nvPr/>
              </p14:nvContentPartPr>
              <p14:xfrm>
                <a:off x="8899440" y="5408400"/>
                <a:ext cx="116280" cy="123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69972C2-404C-F115-7AB8-B6B81F5DA85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881440" y="5390400"/>
                  <a:ext cx="1519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861DCA8-B885-522E-0084-9B73B9B27F0A}"/>
                    </a:ext>
                  </a:extLst>
                </p14:cNvPr>
                <p14:cNvContentPartPr/>
                <p14:nvPr/>
              </p14:nvContentPartPr>
              <p14:xfrm>
                <a:off x="8923560" y="5248920"/>
                <a:ext cx="19800" cy="8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861DCA8-B885-522E-0084-9B73B9B27F0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905920" y="5230920"/>
                  <a:ext cx="554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946BF13-8F92-D9A4-2BEE-CE4523872F67}"/>
                    </a:ext>
                  </a:extLst>
                </p14:cNvPr>
                <p14:cNvContentPartPr/>
                <p14:nvPr/>
              </p14:nvContentPartPr>
              <p14:xfrm>
                <a:off x="9081600" y="5413080"/>
                <a:ext cx="129240" cy="1105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946BF13-8F92-D9A4-2BEE-CE4523872F6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063600" y="5395080"/>
                  <a:ext cx="16488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EE037C0-FDC2-F80C-4E4B-68DCEFD1E60C}"/>
              </a:ext>
            </a:extLst>
          </p:cNvPr>
          <p:cNvGrpSpPr/>
          <p:nvPr/>
        </p:nvGrpSpPr>
        <p:grpSpPr>
          <a:xfrm>
            <a:off x="8711160" y="6318480"/>
            <a:ext cx="722160" cy="413640"/>
            <a:chOff x="8711160" y="6318480"/>
            <a:chExt cx="722160" cy="41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5CC8AEA-DBD7-9DA9-A4AB-1C2BCD5F6AC5}"/>
                    </a:ext>
                  </a:extLst>
                </p14:cNvPr>
                <p14:cNvContentPartPr/>
                <p14:nvPr/>
              </p14:nvContentPartPr>
              <p14:xfrm>
                <a:off x="8734560" y="6594240"/>
                <a:ext cx="88920" cy="137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5CC8AEA-DBD7-9DA9-A4AB-1C2BCD5F6AC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716920" y="6576600"/>
                  <a:ext cx="1245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C206A5A-91AF-BCB6-1A4B-1EA7195E93A8}"/>
                    </a:ext>
                  </a:extLst>
                </p14:cNvPr>
                <p14:cNvContentPartPr/>
                <p14:nvPr/>
              </p14:nvContentPartPr>
              <p14:xfrm>
                <a:off x="8711160" y="6465720"/>
                <a:ext cx="24840" cy="21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C206A5A-91AF-BCB6-1A4B-1EA7195E93A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693160" y="6447720"/>
                  <a:ext cx="604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93EC6BE-DD66-4D5C-95DA-CA5CA15A7F55}"/>
                    </a:ext>
                  </a:extLst>
                </p14:cNvPr>
                <p14:cNvContentPartPr/>
                <p14:nvPr/>
              </p14:nvContentPartPr>
              <p14:xfrm>
                <a:off x="8880360" y="6600360"/>
                <a:ext cx="114120" cy="95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93EC6BE-DD66-4D5C-95DA-CA5CA15A7F5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862720" y="6582720"/>
                  <a:ext cx="1497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31180B1-F396-2211-FBA1-ABB923E4E2C3}"/>
                    </a:ext>
                  </a:extLst>
                </p14:cNvPr>
                <p14:cNvContentPartPr/>
                <p14:nvPr/>
              </p14:nvContentPartPr>
              <p14:xfrm>
                <a:off x="9054960" y="6517200"/>
                <a:ext cx="27000" cy="176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31180B1-F396-2211-FBA1-ABB923E4E2C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036960" y="6499200"/>
                  <a:ext cx="626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C6A5792-245D-F48F-541E-669A3A1A67F8}"/>
                    </a:ext>
                  </a:extLst>
                </p14:cNvPr>
                <p14:cNvContentPartPr/>
                <p14:nvPr/>
              </p14:nvContentPartPr>
              <p14:xfrm>
                <a:off x="9079080" y="6560400"/>
                <a:ext cx="32760" cy="259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C6A5792-245D-F48F-541E-669A3A1A67F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061440" y="6542760"/>
                  <a:ext cx="684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E208202-50C3-F473-4C37-DCACE242BC5C}"/>
                    </a:ext>
                  </a:extLst>
                </p14:cNvPr>
                <p14:cNvContentPartPr/>
                <p14:nvPr/>
              </p14:nvContentPartPr>
              <p14:xfrm>
                <a:off x="9237480" y="6421080"/>
                <a:ext cx="34200" cy="1479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E208202-50C3-F473-4C37-DCACE242BC5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219840" y="6403440"/>
                  <a:ext cx="698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C601F22-42DE-1D03-B6C4-F6DDFEEEAA87}"/>
                    </a:ext>
                  </a:extLst>
                </p14:cNvPr>
                <p14:cNvContentPartPr/>
                <p14:nvPr/>
              </p14:nvContentPartPr>
              <p14:xfrm>
                <a:off x="9220920" y="6318480"/>
                <a:ext cx="18360" cy="284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C601F22-42DE-1D03-B6C4-F6DDFEEEAA8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202920" y="6300840"/>
                  <a:ext cx="540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0342B83-50DD-D52C-E2A2-5EF73A697EDB}"/>
                    </a:ext>
                  </a:extLst>
                </p14:cNvPr>
                <p14:cNvContentPartPr/>
                <p14:nvPr/>
              </p14:nvContentPartPr>
              <p14:xfrm>
                <a:off x="9366000" y="6543840"/>
                <a:ext cx="67320" cy="154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0342B83-50DD-D52C-E2A2-5EF73A697ED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348000" y="6526200"/>
                  <a:ext cx="102960" cy="18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0B1EDAF-BEA1-A5D2-217F-8E6F644D0EE3}"/>
                  </a:ext>
                </a:extLst>
              </p14:cNvPr>
              <p14:cNvContentPartPr/>
              <p14:nvPr/>
            </p14:nvContentPartPr>
            <p14:xfrm>
              <a:off x="2175000" y="4043280"/>
              <a:ext cx="1180080" cy="128196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0B1EDAF-BEA1-A5D2-217F-8E6F644D0EE3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157360" y="4025640"/>
                <a:ext cx="1215720" cy="13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2BED2AE8-907F-8888-35E4-FEB25B3472F8}"/>
                  </a:ext>
                </a:extLst>
              </p14:cNvPr>
              <p14:cNvContentPartPr/>
              <p14:nvPr/>
            </p14:nvContentPartPr>
            <p14:xfrm>
              <a:off x="3609600" y="4626840"/>
              <a:ext cx="871560" cy="107748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2BED2AE8-907F-8888-35E4-FEB25B3472F8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591960" y="4608840"/>
                <a:ext cx="907200" cy="111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34A99A7F-1CF9-7318-E06F-B7C28FD16242}"/>
              </a:ext>
            </a:extLst>
          </p:cNvPr>
          <p:cNvGrpSpPr/>
          <p:nvPr/>
        </p:nvGrpSpPr>
        <p:grpSpPr>
          <a:xfrm>
            <a:off x="2804640" y="2703720"/>
            <a:ext cx="8265240" cy="1481400"/>
            <a:chOff x="2804640" y="2703720"/>
            <a:chExt cx="8265240" cy="148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CDB4DB9-6DE3-6B9D-6F06-8B319A48106B}"/>
                    </a:ext>
                  </a:extLst>
                </p14:cNvPr>
                <p14:cNvContentPartPr/>
                <p14:nvPr/>
              </p14:nvContentPartPr>
              <p14:xfrm>
                <a:off x="2804640" y="2703720"/>
                <a:ext cx="7526880" cy="14814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CDB4DB9-6DE3-6B9D-6F06-8B319A48106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787000" y="2685720"/>
                  <a:ext cx="7562520" cy="151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7A1D95E-8DD4-BA94-763D-05FFC7A633DD}"/>
                    </a:ext>
                  </a:extLst>
                </p14:cNvPr>
                <p14:cNvContentPartPr/>
                <p14:nvPr/>
              </p14:nvContentPartPr>
              <p14:xfrm>
                <a:off x="10247640" y="3688680"/>
                <a:ext cx="195840" cy="195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7A1D95E-8DD4-BA94-763D-05FFC7A633D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230000" y="3671040"/>
                  <a:ext cx="2314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FAFBD5B-4B17-EE69-19FF-23BF0E9521EF}"/>
                    </a:ext>
                  </a:extLst>
                </p14:cNvPr>
                <p14:cNvContentPartPr/>
                <p14:nvPr/>
              </p14:nvContentPartPr>
              <p14:xfrm>
                <a:off x="10098240" y="3127440"/>
                <a:ext cx="196920" cy="242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FAFBD5B-4B17-EE69-19FF-23BF0E9521E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080240" y="3109800"/>
                  <a:ext cx="23256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7D87A96-2F74-E6F1-5A38-4AC803CEBDE6}"/>
                    </a:ext>
                  </a:extLst>
                </p14:cNvPr>
                <p14:cNvContentPartPr/>
                <p14:nvPr/>
              </p14:nvContentPartPr>
              <p14:xfrm>
                <a:off x="10358520" y="3125280"/>
                <a:ext cx="195840" cy="192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7D87A96-2F74-E6F1-5A38-4AC803CEBDE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340880" y="3107640"/>
                  <a:ext cx="2314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7989E8C-4D2D-A177-F89B-2875B6DFB00F}"/>
                    </a:ext>
                  </a:extLst>
                </p14:cNvPr>
                <p14:cNvContentPartPr/>
                <p14:nvPr/>
              </p14:nvContentPartPr>
              <p14:xfrm>
                <a:off x="10627080" y="3202680"/>
                <a:ext cx="246600" cy="820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7989E8C-4D2D-A177-F89B-2875B6DFB00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609440" y="3185040"/>
                  <a:ext cx="2822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B9AC7B3-247A-719F-76D9-9A755488E513}"/>
                    </a:ext>
                  </a:extLst>
                </p14:cNvPr>
                <p14:cNvContentPartPr/>
                <p14:nvPr/>
              </p14:nvContentPartPr>
              <p14:xfrm>
                <a:off x="10878000" y="2980200"/>
                <a:ext cx="20160" cy="79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B9AC7B3-247A-719F-76D9-9A755488E51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860000" y="2962560"/>
                  <a:ext cx="558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F5391B0-2770-DF1F-98FF-1FEF46137345}"/>
                    </a:ext>
                  </a:extLst>
                </p14:cNvPr>
                <p14:cNvContentPartPr/>
                <p14:nvPr/>
              </p14:nvContentPartPr>
              <p14:xfrm>
                <a:off x="11018400" y="3185400"/>
                <a:ext cx="51480" cy="1069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F5391B0-2770-DF1F-98FF-1FEF4613734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000760" y="3167760"/>
                  <a:ext cx="8712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C3759E1-F24C-B0FE-29F4-C443F4C1784F}"/>
              </a:ext>
            </a:extLst>
          </p:cNvPr>
          <p:cNvGrpSpPr/>
          <p:nvPr/>
        </p:nvGrpSpPr>
        <p:grpSpPr>
          <a:xfrm>
            <a:off x="11308920" y="3067320"/>
            <a:ext cx="476640" cy="240120"/>
            <a:chOff x="11308920" y="3067320"/>
            <a:chExt cx="476640" cy="24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7BAEF82-4198-5360-D2E9-F1C57574A017}"/>
                    </a:ext>
                  </a:extLst>
                </p14:cNvPr>
                <p14:cNvContentPartPr/>
                <p14:nvPr/>
              </p14:nvContentPartPr>
              <p14:xfrm>
                <a:off x="11308920" y="3067320"/>
                <a:ext cx="39960" cy="208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7BAEF82-4198-5360-D2E9-F1C57574A01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290920" y="3049320"/>
                  <a:ext cx="756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DE28325-7CDA-C948-B62C-28F097C752EA}"/>
                    </a:ext>
                  </a:extLst>
                </p14:cNvPr>
                <p14:cNvContentPartPr/>
                <p14:nvPr/>
              </p14:nvContentPartPr>
              <p14:xfrm>
                <a:off x="11439600" y="3211680"/>
                <a:ext cx="10404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DE28325-7CDA-C948-B62C-28F097C752E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421600" y="3194040"/>
                  <a:ext cx="1396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17C4997-F2C4-FB2D-A1BF-B04785061CAF}"/>
                    </a:ext>
                  </a:extLst>
                </p14:cNvPr>
                <p14:cNvContentPartPr/>
                <p14:nvPr/>
              </p14:nvContentPartPr>
              <p14:xfrm>
                <a:off x="11614920" y="3178920"/>
                <a:ext cx="170640" cy="1018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17C4997-F2C4-FB2D-A1BF-B04785061CA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596920" y="3160920"/>
                  <a:ext cx="20628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C353F2F9-A655-C597-CF6E-B3FC203E35A8}"/>
              </a:ext>
            </a:extLst>
          </p:cNvPr>
          <p:cNvGrpSpPr/>
          <p:nvPr/>
        </p:nvGrpSpPr>
        <p:grpSpPr>
          <a:xfrm>
            <a:off x="9693960" y="4013760"/>
            <a:ext cx="1957680" cy="1007640"/>
            <a:chOff x="9693960" y="4013760"/>
            <a:chExt cx="1957680" cy="100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6464D56-BFE2-0243-5BF7-796865DB6DF5}"/>
                    </a:ext>
                  </a:extLst>
                </p14:cNvPr>
                <p14:cNvContentPartPr/>
                <p14:nvPr/>
              </p14:nvContentPartPr>
              <p14:xfrm>
                <a:off x="9693960" y="4125000"/>
                <a:ext cx="203400" cy="2433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6464D56-BFE2-0243-5BF7-796865DB6DF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675960" y="4107000"/>
                  <a:ext cx="23904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A64B0B3-0652-BC10-F680-93114D20DD15}"/>
                    </a:ext>
                  </a:extLst>
                </p14:cNvPr>
                <p14:cNvContentPartPr/>
                <p14:nvPr/>
              </p14:nvContentPartPr>
              <p14:xfrm>
                <a:off x="9985560" y="4336320"/>
                <a:ext cx="51120" cy="208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A64B0B3-0652-BC10-F680-93114D20DD1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967560" y="4318320"/>
                  <a:ext cx="867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B99CC0D-CBE6-41AE-972A-D5773429A74A}"/>
                    </a:ext>
                  </a:extLst>
                </p14:cNvPr>
                <p14:cNvContentPartPr/>
                <p14:nvPr/>
              </p14:nvContentPartPr>
              <p14:xfrm>
                <a:off x="9998880" y="4305360"/>
                <a:ext cx="136080" cy="149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B99CC0D-CBE6-41AE-972A-D5773429A74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980880" y="4287720"/>
                  <a:ext cx="171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5962A63-DDA9-2B44-A93F-BE188B31052D}"/>
                    </a:ext>
                  </a:extLst>
                </p14:cNvPr>
                <p14:cNvContentPartPr/>
                <p14:nvPr/>
              </p14:nvContentPartPr>
              <p14:xfrm>
                <a:off x="10231800" y="4333440"/>
                <a:ext cx="15840" cy="75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5962A63-DDA9-2B44-A93F-BE188B31052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214160" y="4315440"/>
                  <a:ext cx="514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BA913AA-F35F-3A58-2726-137B46F47778}"/>
                    </a:ext>
                  </a:extLst>
                </p14:cNvPr>
                <p14:cNvContentPartPr/>
                <p14:nvPr/>
              </p14:nvContentPartPr>
              <p14:xfrm>
                <a:off x="10258440" y="4311120"/>
                <a:ext cx="40320" cy="182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BA913AA-F35F-3A58-2726-137B46F4777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240440" y="4293120"/>
                  <a:ext cx="759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1E8D486-1BB8-6C4E-B9AF-0F76DD1479E1}"/>
                    </a:ext>
                  </a:extLst>
                </p14:cNvPr>
                <p14:cNvContentPartPr/>
                <p14:nvPr/>
              </p14:nvContentPartPr>
              <p14:xfrm>
                <a:off x="10437720" y="4251000"/>
                <a:ext cx="52920" cy="248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1E8D486-1BB8-6C4E-B9AF-0F76DD1479E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419720" y="4233000"/>
                  <a:ext cx="88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BF646B1-F4E3-65EF-DA72-F3145CF66CEA}"/>
                    </a:ext>
                  </a:extLst>
                </p14:cNvPr>
                <p14:cNvContentPartPr/>
                <p14:nvPr/>
              </p14:nvContentPartPr>
              <p14:xfrm>
                <a:off x="10505760" y="4290960"/>
                <a:ext cx="46800" cy="172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BF646B1-F4E3-65EF-DA72-F3145CF66CE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487760" y="4272960"/>
                  <a:ext cx="824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FFC798E-1747-A2DA-90B1-E3751CF66176}"/>
                    </a:ext>
                  </a:extLst>
                </p14:cNvPr>
                <p14:cNvContentPartPr/>
                <p14:nvPr/>
              </p14:nvContentPartPr>
              <p14:xfrm>
                <a:off x="10826160" y="4147680"/>
                <a:ext cx="41400" cy="1717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FFC798E-1747-A2DA-90B1-E3751CF6617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808160" y="4129680"/>
                  <a:ext cx="770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1ECE1DB-8BC9-0CB0-1AE4-BDB9846C6342}"/>
                    </a:ext>
                  </a:extLst>
                </p14:cNvPr>
                <p14:cNvContentPartPr/>
                <p14:nvPr/>
              </p14:nvContentPartPr>
              <p14:xfrm>
                <a:off x="10796280" y="4013760"/>
                <a:ext cx="21960" cy="7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1ECE1DB-8BC9-0CB0-1AE4-BDB9846C634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778640" y="3995760"/>
                  <a:ext cx="576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BC8B010-975D-8622-4AB1-0D06E32225AA}"/>
                    </a:ext>
                  </a:extLst>
                </p14:cNvPr>
                <p14:cNvContentPartPr/>
                <p14:nvPr/>
              </p14:nvContentPartPr>
              <p14:xfrm>
                <a:off x="11003640" y="4260720"/>
                <a:ext cx="16200" cy="1188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BC8B010-975D-8622-4AB1-0D06E32225A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986000" y="4242720"/>
                  <a:ext cx="518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04DC056-009F-06F2-8912-844E0F1AFAC3}"/>
                    </a:ext>
                  </a:extLst>
                </p14:cNvPr>
                <p14:cNvContentPartPr/>
                <p14:nvPr/>
              </p14:nvContentPartPr>
              <p14:xfrm>
                <a:off x="11212080" y="4219320"/>
                <a:ext cx="8640" cy="147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04DC056-009F-06F2-8912-844E0F1AFAC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194080" y="4201680"/>
                  <a:ext cx="44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1B7E56D-6917-E0BF-200D-68F4F31E502D}"/>
                    </a:ext>
                  </a:extLst>
                </p14:cNvPr>
                <p14:cNvContentPartPr/>
                <p14:nvPr/>
              </p14:nvContentPartPr>
              <p14:xfrm>
                <a:off x="11361480" y="4104120"/>
                <a:ext cx="47160" cy="167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1B7E56D-6917-E0BF-200D-68F4F31E502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343480" y="4086480"/>
                  <a:ext cx="828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8F4DB6D-141E-B204-80CD-23308DC30124}"/>
                    </a:ext>
                  </a:extLst>
                </p14:cNvPr>
                <p14:cNvContentPartPr/>
                <p14:nvPr/>
              </p14:nvContentPartPr>
              <p14:xfrm>
                <a:off x="11394240" y="4030680"/>
                <a:ext cx="135360" cy="165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8F4DB6D-141E-B204-80CD-23308DC30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376240" y="4012680"/>
                  <a:ext cx="1710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99126FD-CA8B-317A-3673-393252F21EA3}"/>
                    </a:ext>
                  </a:extLst>
                </p14:cNvPr>
                <p14:cNvContentPartPr/>
                <p14:nvPr/>
              </p14:nvContentPartPr>
              <p14:xfrm>
                <a:off x="11612400" y="4170360"/>
                <a:ext cx="39240" cy="129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99126FD-CA8B-317A-3673-393252F21EA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594400" y="4152720"/>
                  <a:ext cx="748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EA394C3-03AE-F7BB-9CC1-043EDA78C010}"/>
                    </a:ext>
                  </a:extLst>
                </p14:cNvPr>
                <p14:cNvContentPartPr/>
                <p14:nvPr/>
              </p14:nvContentPartPr>
              <p14:xfrm>
                <a:off x="9703320" y="4819440"/>
                <a:ext cx="200880" cy="1692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EA394C3-03AE-F7BB-9CC1-043EDA78C01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685680" y="4801800"/>
                  <a:ext cx="2365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908E480-C519-E6E3-F463-67ABC548DB84}"/>
                    </a:ext>
                  </a:extLst>
                </p14:cNvPr>
                <p14:cNvContentPartPr/>
                <p14:nvPr/>
              </p14:nvContentPartPr>
              <p14:xfrm>
                <a:off x="10032360" y="4923480"/>
                <a:ext cx="26280" cy="979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908E480-C519-E6E3-F463-67ABC548DB8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014360" y="4905480"/>
                  <a:ext cx="619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2434E7C-D39E-63A9-5F72-CCCACC83F08D}"/>
                    </a:ext>
                  </a:extLst>
                </p14:cNvPr>
                <p14:cNvContentPartPr/>
                <p14:nvPr/>
              </p14:nvContentPartPr>
              <p14:xfrm>
                <a:off x="10194720" y="4867320"/>
                <a:ext cx="135360" cy="291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2434E7C-D39E-63A9-5F72-CCCACC83F08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176720" y="4849680"/>
                  <a:ext cx="1710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E784C96-2096-B5B2-60B4-BB1249C27BE4}"/>
                    </a:ext>
                  </a:extLst>
                </p14:cNvPr>
                <p14:cNvContentPartPr/>
                <p14:nvPr/>
              </p14:nvContentPartPr>
              <p14:xfrm>
                <a:off x="10400640" y="4733760"/>
                <a:ext cx="168120" cy="110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E784C96-2096-B5B2-60B4-BB1249C27BE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382640" y="4715760"/>
                  <a:ext cx="203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A96BA2D-55F9-B63F-70B9-203823C1A76E}"/>
                    </a:ext>
                  </a:extLst>
                </p14:cNvPr>
                <p14:cNvContentPartPr/>
                <p14:nvPr/>
              </p14:nvContentPartPr>
              <p14:xfrm>
                <a:off x="10631760" y="4803960"/>
                <a:ext cx="104400" cy="997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A96BA2D-55F9-B63F-70B9-203823C1A76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614120" y="4785960"/>
                  <a:ext cx="140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95A4C86-3C9D-7A7A-DEC3-A045D119963F}"/>
                    </a:ext>
                  </a:extLst>
                </p14:cNvPr>
                <p14:cNvContentPartPr/>
                <p14:nvPr/>
              </p14:nvContentPartPr>
              <p14:xfrm>
                <a:off x="10844880" y="4772640"/>
                <a:ext cx="58320" cy="108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95A4C86-3C9D-7A7A-DEC3-A045D119963F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827240" y="4754640"/>
                  <a:ext cx="939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95CF387-CEA9-85FF-5147-FEC2A488E871}"/>
                    </a:ext>
                  </a:extLst>
                </p14:cNvPr>
                <p14:cNvContentPartPr/>
                <p14:nvPr/>
              </p14:nvContentPartPr>
              <p14:xfrm>
                <a:off x="10896720" y="4809000"/>
                <a:ext cx="65880" cy="205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95CF387-CEA9-85FF-5147-FEC2A488E87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878720" y="4791360"/>
                  <a:ext cx="1015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8FEE1A2-0408-9C47-636F-9ABE6F2CDACA}"/>
                    </a:ext>
                  </a:extLst>
                </p14:cNvPr>
                <p14:cNvContentPartPr/>
                <p14:nvPr/>
              </p14:nvContentPartPr>
              <p14:xfrm>
                <a:off x="11116680" y="4708560"/>
                <a:ext cx="70560" cy="142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8FEE1A2-0408-9C47-636F-9ABE6F2CDAC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099040" y="4690560"/>
                  <a:ext cx="1062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B612A20-85A5-2783-E50F-62D9EE12EA69}"/>
                    </a:ext>
                  </a:extLst>
                </p14:cNvPr>
                <p14:cNvContentPartPr/>
                <p14:nvPr/>
              </p14:nvContentPartPr>
              <p14:xfrm>
                <a:off x="11117040" y="4566720"/>
                <a:ext cx="12240" cy="201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B612A20-85A5-2783-E50F-62D9EE12EA6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099040" y="4548720"/>
                  <a:ext cx="47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276972E-7640-2692-2EF9-7DA2A8668D27}"/>
                    </a:ext>
                  </a:extLst>
                </p14:cNvPr>
                <p14:cNvContentPartPr/>
                <p14:nvPr/>
              </p14:nvContentPartPr>
              <p14:xfrm>
                <a:off x="11334840" y="4744920"/>
                <a:ext cx="17280" cy="115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276972E-7640-2692-2EF9-7DA2A8668D2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1317200" y="4727280"/>
                  <a:ext cx="529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1E65D55-D8B0-DA80-8DC0-2575D4FEA66F}"/>
                    </a:ext>
                  </a:extLst>
                </p14:cNvPr>
                <p14:cNvContentPartPr/>
                <p14:nvPr/>
              </p14:nvContentPartPr>
              <p14:xfrm>
                <a:off x="11457600" y="4695960"/>
                <a:ext cx="41760" cy="170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1E65D55-D8B0-DA80-8DC0-2575D4FEA66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1439960" y="4677960"/>
                  <a:ext cx="774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CE11F62-A920-D1C1-278C-2186EEF51BF5}"/>
                    </a:ext>
                  </a:extLst>
                </p14:cNvPr>
                <p14:cNvContentPartPr/>
                <p14:nvPr/>
              </p14:nvContentPartPr>
              <p14:xfrm>
                <a:off x="11481000" y="4637280"/>
                <a:ext cx="124560" cy="1350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CE11F62-A920-D1C1-278C-2186EEF51BF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1463000" y="4619640"/>
                  <a:ext cx="16020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3E15BE8-A45A-3301-1BC4-68892AF6044F}"/>
              </a:ext>
            </a:extLst>
          </p:cNvPr>
          <p:cNvGrpSpPr/>
          <p:nvPr/>
        </p:nvGrpSpPr>
        <p:grpSpPr>
          <a:xfrm>
            <a:off x="11754600" y="4684800"/>
            <a:ext cx="132840" cy="239760"/>
            <a:chOff x="11754600" y="4684800"/>
            <a:chExt cx="132840" cy="23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841E943-E12C-2925-B6FE-65AD582A1D16}"/>
                    </a:ext>
                  </a:extLst>
                </p14:cNvPr>
                <p14:cNvContentPartPr/>
                <p14:nvPr/>
              </p14:nvContentPartPr>
              <p14:xfrm>
                <a:off x="11754600" y="4684800"/>
                <a:ext cx="86040" cy="2397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841E943-E12C-2925-B6FE-65AD582A1D1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736600" y="4667160"/>
                  <a:ext cx="1216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B5536CF-5C24-B4D5-E16A-EC2130DA116B}"/>
                    </a:ext>
                  </a:extLst>
                </p14:cNvPr>
                <p14:cNvContentPartPr/>
                <p14:nvPr/>
              </p14:nvContentPartPr>
              <p14:xfrm>
                <a:off x="11826240" y="4886040"/>
                <a:ext cx="61200" cy="378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B5536CF-5C24-B4D5-E16A-EC2130DA116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808240" y="4868400"/>
                  <a:ext cx="9684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B351303-752F-69E2-371D-B5635499E34F}"/>
              </a:ext>
            </a:extLst>
          </p:cNvPr>
          <p:cNvGrpSpPr/>
          <p:nvPr/>
        </p:nvGrpSpPr>
        <p:grpSpPr>
          <a:xfrm>
            <a:off x="4263000" y="5231280"/>
            <a:ext cx="5702040" cy="588600"/>
            <a:chOff x="4263000" y="5231280"/>
            <a:chExt cx="5702040" cy="58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0ED9BB7-C153-E5D0-9871-5F1CEF93D8F9}"/>
                    </a:ext>
                  </a:extLst>
                </p14:cNvPr>
                <p14:cNvContentPartPr/>
                <p14:nvPr/>
              </p14:nvContentPartPr>
              <p14:xfrm>
                <a:off x="4263000" y="5231280"/>
                <a:ext cx="5702040" cy="5767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0ED9BB7-C153-E5D0-9871-5F1CEF93D8F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245360" y="5213640"/>
                  <a:ext cx="573768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EE23495-44ED-34CC-153A-EECB2575B0F9}"/>
                    </a:ext>
                  </a:extLst>
                </p14:cNvPr>
                <p14:cNvContentPartPr/>
                <p14:nvPr/>
              </p14:nvContentPartPr>
              <p14:xfrm>
                <a:off x="9871800" y="5548440"/>
                <a:ext cx="92880" cy="2714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EE23495-44ED-34CC-153A-EECB2575B0F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853800" y="5530440"/>
                  <a:ext cx="128520" cy="30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18C8B7F-DE71-DF66-A3A1-DE471423F69B}"/>
              </a:ext>
            </a:extLst>
          </p:cNvPr>
          <p:cNvGrpSpPr/>
          <p:nvPr/>
        </p:nvGrpSpPr>
        <p:grpSpPr>
          <a:xfrm>
            <a:off x="10134240" y="5194200"/>
            <a:ext cx="706320" cy="369000"/>
            <a:chOff x="10134240" y="5194200"/>
            <a:chExt cx="70632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AA04F19-6E56-327E-E9C9-48E2508D0FE2}"/>
                    </a:ext>
                  </a:extLst>
                </p14:cNvPr>
                <p14:cNvContentPartPr/>
                <p14:nvPr/>
              </p14:nvContentPartPr>
              <p14:xfrm>
                <a:off x="10134240" y="5194200"/>
                <a:ext cx="276120" cy="2599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AA04F19-6E56-327E-E9C9-48E2508D0FE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116600" y="5176560"/>
                  <a:ext cx="31176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037F869-718A-0A62-D6E8-2001C4AC750D}"/>
                    </a:ext>
                  </a:extLst>
                </p14:cNvPr>
                <p14:cNvContentPartPr/>
                <p14:nvPr/>
              </p14:nvContentPartPr>
              <p14:xfrm>
                <a:off x="10515840" y="5408400"/>
                <a:ext cx="29160" cy="1548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037F869-718A-0A62-D6E8-2001C4AC750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497840" y="5390400"/>
                  <a:ext cx="648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86B2303-25AA-079E-147D-E0E8465EF447}"/>
                    </a:ext>
                  </a:extLst>
                </p14:cNvPr>
                <p14:cNvContentPartPr/>
                <p14:nvPr/>
              </p14:nvContentPartPr>
              <p14:xfrm>
                <a:off x="10512240" y="5339280"/>
                <a:ext cx="149400" cy="1245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86B2303-25AA-079E-147D-E0E8465EF44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494240" y="5321640"/>
                  <a:ext cx="1850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03B1A9F-D450-1293-4635-E8FD8E5EF622}"/>
                    </a:ext>
                  </a:extLst>
                </p14:cNvPr>
                <p14:cNvContentPartPr/>
                <p14:nvPr/>
              </p14:nvContentPartPr>
              <p14:xfrm>
                <a:off x="10735440" y="5405520"/>
                <a:ext cx="105120" cy="1080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03B1A9F-D450-1293-4635-E8FD8E5EF62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717800" y="5387520"/>
                  <a:ext cx="14076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A7BAE632-F26F-DF5E-A92F-BCB7A8D97E46}"/>
              </a:ext>
            </a:extLst>
          </p:cNvPr>
          <p:cNvGrpSpPr/>
          <p:nvPr/>
        </p:nvGrpSpPr>
        <p:grpSpPr>
          <a:xfrm>
            <a:off x="11017680" y="5384640"/>
            <a:ext cx="55080" cy="78120"/>
            <a:chOff x="11017680" y="5384640"/>
            <a:chExt cx="55080" cy="7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EBF07E1-507D-8D23-0A50-FD0EC0A8868C}"/>
                    </a:ext>
                  </a:extLst>
                </p14:cNvPr>
                <p14:cNvContentPartPr/>
                <p14:nvPr/>
              </p14:nvContentPartPr>
              <p14:xfrm>
                <a:off x="11017680" y="5384640"/>
                <a:ext cx="30240" cy="5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EBF07E1-507D-8D23-0A50-FD0EC0A8868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000040" y="5367000"/>
                  <a:ext cx="65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B9FB0F8-481F-063A-AB0B-B677A855E881}"/>
                    </a:ext>
                  </a:extLst>
                </p14:cNvPr>
                <p14:cNvContentPartPr/>
                <p14:nvPr/>
              </p14:nvContentPartPr>
              <p14:xfrm>
                <a:off x="11023800" y="5440080"/>
                <a:ext cx="48960" cy="226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B9FB0F8-481F-063A-AB0B-B677A855E88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006160" y="5422440"/>
                  <a:ext cx="8460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B76C05ED-5876-7063-BD59-DFCC6A1DDB02}"/>
              </a:ext>
            </a:extLst>
          </p:cNvPr>
          <p:cNvGrpSpPr/>
          <p:nvPr/>
        </p:nvGrpSpPr>
        <p:grpSpPr>
          <a:xfrm>
            <a:off x="11256720" y="5187000"/>
            <a:ext cx="729000" cy="310680"/>
            <a:chOff x="11256720" y="5187000"/>
            <a:chExt cx="729000" cy="31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AD2FCCE-DE37-93CA-AD94-FF16EC4CD10B}"/>
                    </a:ext>
                  </a:extLst>
                </p14:cNvPr>
                <p14:cNvContentPartPr/>
                <p14:nvPr/>
              </p14:nvContentPartPr>
              <p14:xfrm>
                <a:off x="11256720" y="5295000"/>
                <a:ext cx="65160" cy="1746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AD2FCCE-DE37-93CA-AD94-FF16EC4CD10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239080" y="5277360"/>
                  <a:ext cx="1008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44141B5-60EB-F615-3B22-34A72167DA13}"/>
                    </a:ext>
                  </a:extLst>
                </p14:cNvPr>
                <p14:cNvContentPartPr/>
                <p14:nvPr/>
              </p14:nvContentPartPr>
              <p14:xfrm>
                <a:off x="11266440" y="5187000"/>
                <a:ext cx="29160" cy="33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44141B5-60EB-F615-3B22-34A72167DA1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248440" y="5169000"/>
                  <a:ext cx="648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BF6E9FB-6C5E-AF49-B797-A356BAC983FC}"/>
                    </a:ext>
                  </a:extLst>
                </p14:cNvPr>
                <p14:cNvContentPartPr/>
                <p14:nvPr/>
              </p14:nvContentPartPr>
              <p14:xfrm>
                <a:off x="11436000" y="5399400"/>
                <a:ext cx="90720" cy="982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BF6E9FB-6C5E-AF49-B797-A356BAC983F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418360" y="5381760"/>
                  <a:ext cx="1263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29BBB0B-A8EE-9BCF-52CA-0339F087A43D}"/>
                    </a:ext>
                  </a:extLst>
                </p14:cNvPr>
                <p14:cNvContentPartPr/>
                <p14:nvPr/>
              </p14:nvContentPartPr>
              <p14:xfrm>
                <a:off x="11668920" y="5316600"/>
                <a:ext cx="2880" cy="162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29BBB0B-A8EE-9BCF-52CA-0339F087A43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650920" y="5298960"/>
                  <a:ext cx="385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9C48C4D-69DC-C85D-806A-9ECEA3722256}"/>
                    </a:ext>
                  </a:extLst>
                </p14:cNvPr>
                <p14:cNvContentPartPr/>
                <p14:nvPr/>
              </p14:nvContentPartPr>
              <p14:xfrm>
                <a:off x="11659920" y="5271600"/>
                <a:ext cx="144720" cy="1188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9C48C4D-69DC-C85D-806A-9ECEA3722256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641920" y="5253960"/>
                  <a:ext cx="180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0D5160D-C132-D403-F483-68CBD7E38709}"/>
                    </a:ext>
                  </a:extLst>
                </p14:cNvPr>
                <p14:cNvContentPartPr/>
                <p14:nvPr/>
              </p14:nvContentPartPr>
              <p14:xfrm>
                <a:off x="11873040" y="5392920"/>
                <a:ext cx="112680" cy="954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0D5160D-C132-D403-F483-68CBD7E3870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855040" y="5374920"/>
                  <a:ext cx="14832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4F4B3E77-D759-148D-A47F-41203127ED4A}"/>
              </a:ext>
            </a:extLst>
          </p:cNvPr>
          <p:cNvGrpSpPr/>
          <p:nvPr/>
        </p:nvGrpSpPr>
        <p:grpSpPr>
          <a:xfrm>
            <a:off x="9995640" y="5993040"/>
            <a:ext cx="618480" cy="201240"/>
            <a:chOff x="9995640" y="5993040"/>
            <a:chExt cx="618480" cy="20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993A985-122C-F3C0-48A2-8DAAB3E0D3BA}"/>
                    </a:ext>
                  </a:extLst>
                </p14:cNvPr>
                <p14:cNvContentPartPr/>
                <p14:nvPr/>
              </p14:nvContentPartPr>
              <p14:xfrm>
                <a:off x="9995640" y="5993040"/>
                <a:ext cx="253800" cy="2012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993A985-122C-F3C0-48A2-8DAAB3E0D3B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977640" y="5975400"/>
                  <a:ext cx="2894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E26929A-7BB0-24C2-EA21-14D06F6618BD}"/>
                    </a:ext>
                  </a:extLst>
                </p14:cNvPr>
                <p14:cNvContentPartPr/>
                <p14:nvPr/>
              </p14:nvContentPartPr>
              <p14:xfrm>
                <a:off x="10310640" y="6072960"/>
                <a:ext cx="141840" cy="100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E26929A-7BB0-24C2-EA21-14D06F6618B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292640" y="6054960"/>
                  <a:ext cx="1774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2C85288-A85B-0835-60EE-1F3E9842C025}"/>
                    </a:ext>
                  </a:extLst>
                </p14:cNvPr>
                <p14:cNvContentPartPr/>
                <p14:nvPr/>
              </p14:nvContentPartPr>
              <p14:xfrm>
                <a:off x="10550400" y="5994480"/>
                <a:ext cx="63720" cy="30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2C85288-A85B-0835-60EE-1F3E9842C02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532400" y="5976840"/>
                  <a:ext cx="9936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B0D2F1E3-C00A-90F6-A408-B6EEA82E2421}"/>
              </a:ext>
            </a:extLst>
          </p:cNvPr>
          <p:cNvGrpSpPr/>
          <p:nvPr/>
        </p:nvGrpSpPr>
        <p:grpSpPr>
          <a:xfrm>
            <a:off x="10812120" y="5809080"/>
            <a:ext cx="1155240" cy="272520"/>
            <a:chOff x="10812120" y="5809080"/>
            <a:chExt cx="115524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5DB2DCE-C204-C402-0E99-507DBD581667}"/>
                    </a:ext>
                  </a:extLst>
                </p14:cNvPr>
                <p14:cNvContentPartPr/>
                <p14:nvPr/>
              </p14:nvContentPartPr>
              <p14:xfrm>
                <a:off x="10812120" y="5873160"/>
                <a:ext cx="100440" cy="1810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5DB2DCE-C204-C402-0E99-507DBD58166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794120" y="5855160"/>
                  <a:ext cx="1360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88042E75-CB82-67E8-1D76-4873BB979539}"/>
                    </a:ext>
                  </a:extLst>
                </p14:cNvPr>
                <p14:cNvContentPartPr/>
                <p14:nvPr/>
              </p14:nvContentPartPr>
              <p14:xfrm>
                <a:off x="11036760" y="5941920"/>
                <a:ext cx="47160" cy="108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88042E75-CB82-67E8-1D76-4873BB97953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019120" y="5924280"/>
                  <a:ext cx="828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019E54E-7FE1-352F-7DB2-EAC777EFB8F0}"/>
                    </a:ext>
                  </a:extLst>
                </p14:cNvPr>
                <p14:cNvContentPartPr/>
                <p14:nvPr/>
              </p14:nvContentPartPr>
              <p14:xfrm>
                <a:off x="11096520" y="5978280"/>
                <a:ext cx="60480" cy="144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019E54E-7FE1-352F-7DB2-EAC777EFB8F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078880" y="5960280"/>
                  <a:ext cx="961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7A2F9DC-4297-B136-B8AB-74B961F17038}"/>
                    </a:ext>
                  </a:extLst>
                </p14:cNvPr>
                <p14:cNvContentPartPr/>
                <p14:nvPr/>
              </p14:nvContentPartPr>
              <p14:xfrm>
                <a:off x="11270400" y="5898720"/>
                <a:ext cx="108360" cy="1814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7A2F9DC-4297-B136-B8AB-74B961F1703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252400" y="5880720"/>
                  <a:ext cx="1440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56F988C-BB7B-A714-6C24-081E704489BB}"/>
                    </a:ext>
                  </a:extLst>
                </p14:cNvPr>
                <p14:cNvContentPartPr/>
                <p14:nvPr/>
              </p14:nvContentPartPr>
              <p14:xfrm>
                <a:off x="11285160" y="5809080"/>
                <a:ext cx="28440" cy="147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56F988C-BB7B-A714-6C24-081E704489B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267520" y="5791080"/>
                  <a:ext cx="640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720AB15-31EA-5942-A8F8-CCD5CE0F3759}"/>
                    </a:ext>
                  </a:extLst>
                </p14:cNvPr>
                <p14:cNvContentPartPr/>
                <p14:nvPr/>
              </p14:nvContentPartPr>
              <p14:xfrm>
                <a:off x="11431320" y="5991240"/>
                <a:ext cx="122760" cy="648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720AB15-31EA-5942-A8F8-CCD5CE0F375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413320" y="5973600"/>
                  <a:ext cx="1584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87B605F-877B-F392-4B56-090ED81D558C}"/>
                    </a:ext>
                  </a:extLst>
                </p14:cNvPr>
                <p14:cNvContentPartPr/>
                <p14:nvPr/>
              </p14:nvContentPartPr>
              <p14:xfrm>
                <a:off x="11640840" y="5918520"/>
                <a:ext cx="36720" cy="163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87B605F-877B-F392-4B56-090ED81D558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623200" y="5900520"/>
                  <a:ext cx="723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787C7C0-F936-162B-1A1A-5CDA5B594DC4}"/>
                    </a:ext>
                  </a:extLst>
                </p14:cNvPr>
                <p14:cNvContentPartPr/>
                <p14:nvPr/>
              </p14:nvContentPartPr>
              <p14:xfrm>
                <a:off x="11661360" y="5840040"/>
                <a:ext cx="101160" cy="100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787C7C0-F936-162B-1A1A-5CDA5B594DC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643360" y="5822040"/>
                  <a:ext cx="1368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55CB452-00B6-74D8-50AD-72F1F1175D36}"/>
                    </a:ext>
                  </a:extLst>
                </p14:cNvPr>
                <p14:cNvContentPartPr/>
                <p14:nvPr/>
              </p14:nvContentPartPr>
              <p14:xfrm>
                <a:off x="11857920" y="5897280"/>
                <a:ext cx="109440" cy="943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55CB452-00B6-74D8-50AD-72F1F1175D3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839920" y="5879280"/>
                  <a:ext cx="14508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FFD1AEB2-3D89-44F3-248D-B9F4A644C447}"/>
              </a:ext>
            </a:extLst>
          </p:cNvPr>
          <p:cNvGrpSpPr/>
          <p:nvPr/>
        </p:nvGrpSpPr>
        <p:grpSpPr>
          <a:xfrm>
            <a:off x="10226760" y="6342240"/>
            <a:ext cx="1471680" cy="271440"/>
            <a:chOff x="10226760" y="6342240"/>
            <a:chExt cx="1471680" cy="27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20E60FA-16EA-1557-80BB-3C5477083660}"/>
                    </a:ext>
                  </a:extLst>
                </p14:cNvPr>
                <p14:cNvContentPartPr/>
                <p14:nvPr/>
              </p14:nvContentPartPr>
              <p14:xfrm>
                <a:off x="10226760" y="6414600"/>
                <a:ext cx="216360" cy="1299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20E60FA-16EA-1557-80BB-3C547708366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208760" y="6396600"/>
                  <a:ext cx="2520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BE0626D-1E78-C847-35F5-9845CC667EA0}"/>
                    </a:ext>
                  </a:extLst>
                </p14:cNvPr>
                <p14:cNvContentPartPr/>
                <p14:nvPr/>
              </p14:nvContentPartPr>
              <p14:xfrm>
                <a:off x="10570560" y="6445560"/>
                <a:ext cx="129960" cy="874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BE0626D-1E78-C847-35F5-9845CC667EA0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552920" y="6427560"/>
                  <a:ext cx="1656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CF99E8E-1078-A53D-E5F2-68F2EB48D94A}"/>
                    </a:ext>
                  </a:extLst>
                </p14:cNvPr>
                <p14:cNvContentPartPr/>
                <p14:nvPr/>
              </p14:nvContentPartPr>
              <p14:xfrm>
                <a:off x="10796640" y="6481920"/>
                <a:ext cx="27360" cy="8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CF99E8E-1078-A53D-E5F2-68F2EB48D94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778640" y="6464280"/>
                  <a:ext cx="630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1C1FF43-3E77-EF1F-3922-EC7F65B81492}"/>
                    </a:ext>
                  </a:extLst>
                </p14:cNvPr>
                <p14:cNvContentPartPr/>
                <p14:nvPr/>
              </p14:nvContentPartPr>
              <p14:xfrm>
                <a:off x="10837680" y="6505680"/>
                <a:ext cx="30960" cy="147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1C1FF43-3E77-EF1F-3922-EC7F65B8149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820040" y="6487680"/>
                  <a:ext cx="66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A69269C-EA81-3D44-9969-BDFCC66788F1}"/>
                    </a:ext>
                  </a:extLst>
                </p14:cNvPr>
                <p14:cNvContentPartPr/>
                <p14:nvPr/>
              </p14:nvContentPartPr>
              <p14:xfrm>
                <a:off x="11008680" y="6443400"/>
                <a:ext cx="93600" cy="1702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A69269C-EA81-3D44-9969-BDFCC66788F1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990680" y="6425400"/>
                  <a:ext cx="1292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E86B99D-B522-C731-9CD2-D7E478B8033A}"/>
                    </a:ext>
                  </a:extLst>
                </p14:cNvPr>
                <p14:cNvContentPartPr/>
                <p14:nvPr/>
              </p14:nvContentPartPr>
              <p14:xfrm>
                <a:off x="11039640" y="6342240"/>
                <a:ext cx="25200" cy="108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E86B99D-B522-C731-9CD2-D7E478B8033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021640" y="6324240"/>
                  <a:ext cx="608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02632C0-0A71-791C-FC34-D0BBF923B623}"/>
                    </a:ext>
                  </a:extLst>
                </p14:cNvPr>
                <p14:cNvContentPartPr/>
                <p14:nvPr/>
              </p14:nvContentPartPr>
              <p14:xfrm>
                <a:off x="11174280" y="6506040"/>
                <a:ext cx="113760" cy="759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02632C0-0A71-791C-FC34-D0BBF923B623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156640" y="6488040"/>
                  <a:ext cx="1494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2FAACAE-2CBF-C540-F036-3474AD36FA3A}"/>
                    </a:ext>
                  </a:extLst>
                </p14:cNvPr>
                <p14:cNvContentPartPr/>
                <p14:nvPr/>
              </p14:nvContentPartPr>
              <p14:xfrm>
                <a:off x="11420160" y="6423960"/>
                <a:ext cx="11880" cy="1468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2FAACAE-2CBF-C540-F036-3474AD36FA3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402160" y="6406320"/>
                  <a:ext cx="475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2F87FDF-D9E3-2FED-C298-1615F69166AB}"/>
                    </a:ext>
                  </a:extLst>
                </p14:cNvPr>
                <p14:cNvContentPartPr/>
                <p14:nvPr/>
              </p14:nvContentPartPr>
              <p14:xfrm>
                <a:off x="11383440" y="6348720"/>
                <a:ext cx="131760" cy="145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2F87FDF-D9E3-2FED-C298-1615F69166AB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365440" y="6331080"/>
                  <a:ext cx="1674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4ACCDC5-3F90-F01D-EC78-A1E7C5F83BBB}"/>
                    </a:ext>
                  </a:extLst>
                </p14:cNvPr>
                <p14:cNvContentPartPr/>
                <p14:nvPr/>
              </p14:nvContentPartPr>
              <p14:xfrm>
                <a:off x="11585400" y="6454200"/>
                <a:ext cx="113040" cy="100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4ACCDC5-3F90-F01D-EC78-A1E7C5F83BBB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567760" y="6436560"/>
                  <a:ext cx="148680" cy="136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81162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1ECBA-A6B7-C367-7488-B243E956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text with black lines and symbols&#10;&#10;Description automatically generated with medium confidence">
            <a:extLst>
              <a:ext uri="{FF2B5EF4-FFF2-40B4-BE49-F238E27FC236}">
                <a16:creationId xmlns:a16="http://schemas.microsoft.com/office/drawing/2014/main" id="{66206BD6-DC52-649A-99E5-C248B12A33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167" y="1304013"/>
            <a:ext cx="4916833" cy="475368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5F424-20C3-E922-49B0-871A1A921F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BF361F69-547D-AFA3-54BA-A68AB73EA79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6096000" y="2323769"/>
            <a:ext cx="5318332" cy="22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334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5B340-A599-0ABC-EEB7-FDDF96E94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 for unknowns </a:t>
            </a:r>
          </a:p>
        </p:txBody>
      </p:sp>
      <p:pic>
        <p:nvPicPr>
          <p:cNvPr id="6" name="Content Placeholder 5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48F139F2-86D9-2D38-501E-EA54F31BFC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957" y="1240816"/>
            <a:ext cx="6970761" cy="42054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6A395-124A-70E0-D1B8-80F3A50DBC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1C64B1F0-F372-3372-64E1-2713A113A5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214685" y="2349610"/>
            <a:ext cx="4690179" cy="1949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305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4054" y="214837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97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57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93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774" y="2032090"/>
                  <a:ext cx="957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894" y="1962970"/>
                  <a:ext cx="9478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73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57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313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97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094" y="3625450"/>
                  <a:ext cx="5313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909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733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774" y="292237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45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894" y="3606370"/>
                  <a:ext cx="531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454" y="2016970"/>
                  <a:ext cx="133920" cy="6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41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113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73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97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694" y="417625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70"/>
                  <a:ext cx="86760" cy="7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774" y="5196850"/>
                  <a:ext cx="9010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774" y="5208010"/>
                  <a:ext cx="6782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14" y="5080570"/>
                  <a:ext cx="10206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930"/>
                  <a:ext cx="6415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4254" y="3639490"/>
                  <a:ext cx="124200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8254" y="4260850"/>
                  <a:ext cx="2073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934" y="4529770"/>
                  <a:ext cx="86760" cy="72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854" y="1827250"/>
                  <a:ext cx="380160" cy="39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69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97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454" y="147013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654" y="1301650"/>
                  <a:ext cx="182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574" y="5114410"/>
                  <a:ext cx="6357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54" y="5196130"/>
                  <a:ext cx="35208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49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654" y="5389090"/>
                  <a:ext cx="608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814" y="530377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570"/>
                  <a:ext cx="72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34" y="5309530"/>
                  <a:ext cx="169560" cy="278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180725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65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574" y="288709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65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6054" y="446569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814" y="443581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7254" y="4563250"/>
                  <a:ext cx="11592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7094" y="1567690"/>
                  <a:ext cx="604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454" y="1556170"/>
                  <a:ext cx="208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14" y="1642570"/>
                  <a:ext cx="17568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805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694" y="3182290"/>
                  <a:ext cx="2059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374" y="3235570"/>
                  <a:ext cx="112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2734" y="3296050"/>
                  <a:ext cx="3960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37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934" y="4862410"/>
                  <a:ext cx="1699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8374" y="4877530"/>
                  <a:ext cx="9720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894" y="1442770"/>
                <a:ext cx="39600" cy="4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73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454" y="2643370"/>
                  <a:ext cx="1191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694" y="2623570"/>
                  <a:ext cx="284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217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8134" y="4283170"/>
                  <a:ext cx="223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433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614" y="145825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517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654" y="160009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374" y="3173650"/>
                  <a:ext cx="856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494" y="3111730"/>
                  <a:ext cx="210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14" y="3182650"/>
                  <a:ext cx="17388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70014" y="4680610"/>
                  <a:ext cx="91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494" y="4597090"/>
                  <a:ext cx="147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494" y="4670170"/>
                  <a:ext cx="2365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610"/>
                  <a:ext cx="705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1014" y="472021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305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50334" y="2722930"/>
                  <a:ext cx="56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854" y="270745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610"/>
                  <a:ext cx="730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81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505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574" y="4425730"/>
                  <a:ext cx="238320" cy="11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50945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101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925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6334" y="3572890"/>
                  <a:ext cx="150120" cy="158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729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401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814" y="508525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934" y="1828330"/>
                <a:ext cx="19188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521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4294" y="508237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805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574" y="2139370"/>
                  <a:ext cx="19332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854" y="3508450"/>
                  <a:ext cx="1663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89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34" y="5290450"/>
                  <a:ext cx="19620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929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774" y="5439130"/>
                  <a:ext cx="207000" cy="34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45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930"/>
                  <a:ext cx="141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417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4005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5254" y="331621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14" y="3322330"/>
                  <a:ext cx="150840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3214" y="4891210"/>
                  <a:ext cx="1962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974" y="5021530"/>
                  <a:ext cx="16560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494" y="1714570"/>
                  <a:ext cx="1879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6014" y="1812490"/>
                  <a:ext cx="206280" cy="10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81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894" y="4804090"/>
                  <a:ext cx="1908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894" y="481201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69864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10"/>
                <a:ext cx="205200" cy="24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130"/>
                  <a:ext cx="143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454" y="1556170"/>
                  <a:ext cx="566640" cy="5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61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10"/>
                  <a:ext cx="2664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34" y="2471650"/>
                  <a:ext cx="154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125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694" y="218617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89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414" y="2087890"/>
                  <a:ext cx="398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77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57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494" y="1607650"/>
                  <a:ext cx="14040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4094" y="1866490"/>
                  <a:ext cx="1706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100174" y="1987450"/>
                  <a:ext cx="2026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694" y="196405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53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574" y="195973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1025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81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534" y="1595770"/>
                <a:ext cx="14688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61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934" y="187729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4094" y="185533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734" y="1945330"/>
                  <a:ext cx="669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374" y="1767130"/>
                  <a:ext cx="258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6174" y="1644730"/>
                <a:ext cx="10548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654" y="1470850"/>
                <a:ext cx="77040" cy="7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654" y="185281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9014" y="1824730"/>
                  <a:ext cx="1872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305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530"/>
                <a:ext cx="87840" cy="7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814" y="280141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010"/>
                  <a:ext cx="13536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934" y="2777650"/>
                <a:ext cx="12636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233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6094" y="283381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814" y="259189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61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694" y="2871250"/>
                  <a:ext cx="55080" cy="22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50054" y="3296410"/>
                <a:ext cx="63000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81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49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9014" y="362293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717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4174" y="355885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65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414" y="3622930"/>
                <a:ext cx="174960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494" y="3648850"/>
                  <a:ext cx="2052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294" y="3582250"/>
                  <a:ext cx="68040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1174" y="3316210"/>
                <a:ext cx="5364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73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5094" y="3509530"/>
                  <a:ext cx="18144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9094" y="4457410"/>
                <a:ext cx="5616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974" y="495349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521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574" y="4851610"/>
                <a:ext cx="4824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8454" y="5137090"/>
                  <a:ext cx="460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209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4894" y="5110810"/>
                  <a:ext cx="49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10001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521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93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3134" y="502333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5014" y="4862770"/>
                <a:ext cx="56520" cy="6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513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9214" y="5271010"/>
                  <a:ext cx="121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934" y="513565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89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9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CB946772-DA23-3690-126E-8447E598F6F5}"/>
                  </a:ext>
                </a:extLst>
              </p14:cNvPr>
              <p14:cNvContentPartPr/>
              <p14:nvPr/>
            </p14:nvContentPartPr>
            <p14:xfrm>
              <a:off x="2770440" y="1700760"/>
              <a:ext cx="342000" cy="37260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CB946772-DA23-3690-126E-8447E598F6F5}"/>
                  </a:ext>
                </a:extLst>
              </p:cNvPr>
              <p:cNvPicPr/>
              <p:nvPr/>
            </p:nvPicPr>
            <p:blipFill>
              <a:blip r:embed="rId420"/>
              <a:stretch>
                <a:fillRect/>
              </a:stretch>
            </p:blipFill>
            <p:spPr>
              <a:xfrm>
                <a:off x="2752800" y="1682760"/>
                <a:ext cx="377640" cy="40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2" name="Group 201">
            <a:extLst>
              <a:ext uri="{FF2B5EF4-FFF2-40B4-BE49-F238E27FC236}">
                <a16:creationId xmlns:a16="http://schemas.microsoft.com/office/drawing/2014/main" id="{EB19D1FE-E7EA-44CB-44D8-465855CE234D}"/>
              </a:ext>
            </a:extLst>
          </p:cNvPr>
          <p:cNvGrpSpPr/>
          <p:nvPr/>
        </p:nvGrpSpPr>
        <p:grpSpPr>
          <a:xfrm>
            <a:off x="2796360" y="1748280"/>
            <a:ext cx="745200" cy="880200"/>
            <a:chOff x="2796360" y="1748280"/>
            <a:chExt cx="745200" cy="88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2883133-776F-DE03-8C65-730BF4593050}"/>
                    </a:ext>
                  </a:extLst>
                </p14:cNvPr>
                <p14:cNvContentPartPr/>
                <p14:nvPr/>
              </p14:nvContentPartPr>
              <p14:xfrm>
                <a:off x="2796360" y="1748280"/>
                <a:ext cx="339840" cy="361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2883133-776F-DE03-8C65-730BF4593050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2778720" y="1730640"/>
                  <a:ext cx="37548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36262A1-0601-001D-20DF-505C46FDF684}"/>
                    </a:ext>
                  </a:extLst>
                </p14:cNvPr>
                <p14:cNvContentPartPr/>
                <p14:nvPr/>
              </p14:nvContentPartPr>
              <p14:xfrm>
                <a:off x="2897520" y="1761960"/>
                <a:ext cx="228600" cy="324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36262A1-0601-001D-20DF-505C46FDF684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2879880" y="1744320"/>
                  <a:ext cx="2642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4E042A3-5825-F5C4-1FF2-392880F22103}"/>
                    </a:ext>
                  </a:extLst>
                </p14:cNvPr>
                <p14:cNvContentPartPr/>
                <p14:nvPr/>
              </p14:nvContentPartPr>
              <p14:xfrm>
                <a:off x="3149160" y="2231400"/>
                <a:ext cx="13680" cy="3780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4E042A3-5825-F5C4-1FF2-392880F22103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3131160" y="2213760"/>
                  <a:ext cx="4932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085FAC4-EC89-0143-ABE3-888F0C2E1C42}"/>
                    </a:ext>
                  </a:extLst>
                </p14:cNvPr>
                <p14:cNvContentPartPr/>
                <p14:nvPr/>
              </p14:nvContentPartPr>
              <p14:xfrm>
                <a:off x="3144120" y="2627760"/>
                <a:ext cx="720" cy="7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085FAC4-EC89-0143-ABE3-888F0C2E1C42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3126480" y="2609760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415D8741-F8C3-92AC-D805-D2DDF7D76905}"/>
                    </a:ext>
                  </a:extLst>
                </p14:cNvPr>
                <p14:cNvContentPartPr/>
                <p14:nvPr/>
              </p14:nvContentPartPr>
              <p14:xfrm>
                <a:off x="3080040" y="2483400"/>
                <a:ext cx="162360" cy="1191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415D8741-F8C3-92AC-D805-D2DDF7D76905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3062400" y="2465760"/>
                  <a:ext cx="198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09C5202-830F-C79F-A1C4-70C8EDAFB784}"/>
                    </a:ext>
                  </a:extLst>
                </p14:cNvPr>
                <p14:cNvContentPartPr/>
                <p14:nvPr/>
              </p14:nvContentPartPr>
              <p14:xfrm>
                <a:off x="3239520" y="2113320"/>
                <a:ext cx="290520" cy="291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09C5202-830F-C79F-A1C4-70C8EDAFB784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3221880" y="2095320"/>
                  <a:ext cx="3261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977FFDF3-3852-F73F-D3EC-6EA19105922E}"/>
                    </a:ext>
                  </a:extLst>
                </p14:cNvPr>
                <p14:cNvContentPartPr/>
                <p14:nvPr/>
              </p14:nvContentPartPr>
              <p14:xfrm>
                <a:off x="3424920" y="2025480"/>
                <a:ext cx="116640" cy="2152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977FFDF3-3852-F73F-D3EC-6EA19105922E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3406920" y="2007840"/>
                  <a:ext cx="152280" cy="25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67361E57-41A1-42C5-525F-DBD5DA66BE7F}"/>
              </a:ext>
            </a:extLst>
          </p:cNvPr>
          <p:cNvGrpSpPr/>
          <p:nvPr/>
        </p:nvGrpSpPr>
        <p:grpSpPr>
          <a:xfrm>
            <a:off x="386160" y="1698600"/>
            <a:ext cx="1822680" cy="1362600"/>
            <a:chOff x="386160" y="1698600"/>
            <a:chExt cx="1822680" cy="136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EDDE968-E65F-AF3B-425A-7D702B5F414E}"/>
                    </a:ext>
                  </a:extLst>
                </p14:cNvPr>
                <p14:cNvContentPartPr/>
                <p14:nvPr/>
              </p14:nvContentPartPr>
              <p14:xfrm>
                <a:off x="681720" y="1948440"/>
                <a:ext cx="305280" cy="4798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EDDE968-E65F-AF3B-425A-7D702B5F414E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64080" y="1930800"/>
                  <a:ext cx="340920" cy="51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35998574-7114-E4EC-C309-EA3AA6A4696B}"/>
                    </a:ext>
                  </a:extLst>
                </p14:cNvPr>
                <p14:cNvContentPartPr/>
                <p14:nvPr/>
              </p14:nvContentPartPr>
              <p14:xfrm>
                <a:off x="792600" y="2256240"/>
                <a:ext cx="258840" cy="2127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35998574-7114-E4EC-C309-EA3AA6A4696B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774960" y="2238240"/>
                  <a:ext cx="2944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16AA7028-EC21-3875-AED3-5E798DBC09C8}"/>
                    </a:ext>
                  </a:extLst>
                </p14:cNvPr>
                <p14:cNvContentPartPr/>
                <p14:nvPr/>
              </p14:nvContentPartPr>
              <p14:xfrm>
                <a:off x="929400" y="1844040"/>
                <a:ext cx="142920" cy="1717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16AA7028-EC21-3875-AED3-5E798DBC09C8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911760" y="1826040"/>
                  <a:ext cx="1785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B15DA76-587B-997D-1593-8B86C262A232}"/>
                    </a:ext>
                  </a:extLst>
                </p14:cNvPr>
                <p14:cNvContentPartPr/>
                <p14:nvPr/>
              </p14:nvContentPartPr>
              <p14:xfrm>
                <a:off x="901680" y="1766280"/>
                <a:ext cx="38520" cy="324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B15DA76-587B-997D-1593-8B86C262A232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883680" y="1748280"/>
                  <a:ext cx="741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5FE26C8-7381-8DD3-3D4E-64446C4B5B1F}"/>
                    </a:ext>
                  </a:extLst>
                </p14:cNvPr>
                <p14:cNvContentPartPr/>
                <p14:nvPr/>
              </p14:nvContentPartPr>
              <p14:xfrm>
                <a:off x="1073760" y="1998480"/>
                <a:ext cx="55440" cy="72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5FE26C8-7381-8DD3-3D4E-64446C4B5B1F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055760" y="1980840"/>
                  <a:ext cx="910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5E6C422-803C-431E-1950-645CC997E71F}"/>
                    </a:ext>
                  </a:extLst>
                </p14:cNvPr>
                <p14:cNvContentPartPr/>
                <p14:nvPr/>
              </p14:nvContentPartPr>
              <p14:xfrm>
                <a:off x="1188600" y="1849440"/>
                <a:ext cx="124920" cy="946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5E6C422-803C-431E-1950-645CC997E71F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170600" y="1831800"/>
                  <a:ext cx="1605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3EC8D93B-E2E3-338E-F24A-E26DB0276A33}"/>
                    </a:ext>
                  </a:extLst>
                </p14:cNvPr>
                <p14:cNvContentPartPr/>
                <p14:nvPr/>
              </p14:nvContentPartPr>
              <p14:xfrm>
                <a:off x="1256280" y="1881480"/>
                <a:ext cx="37440" cy="745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3EC8D93B-E2E3-338E-F24A-E26DB0276A33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238640" y="1863480"/>
                  <a:ext cx="730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CB027D0-88A2-D3C4-1797-95A925BCCF97}"/>
                    </a:ext>
                  </a:extLst>
                </p14:cNvPr>
                <p14:cNvContentPartPr/>
                <p14:nvPr/>
              </p14:nvContentPartPr>
              <p14:xfrm>
                <a:off x="1318200" y="1817760"/>
                <a:ext cx="73800" cy="673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CB027D0-88A2-D3C4-1797-95A925BCCF97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300200" y="1799760"/>
                  <a:ext cx="1094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13182BB-38CB-99C8-914D-5F50D6E30464}"/>
                    </a:ext>
                  </a:extLst>
                </p14:cNvPr>
                <p14:cNvContentPartPr/>
                <p14:nvPr/>
              </p14:nvContentPartPr>
              <p14:xfrm>
                <a:off x="1388400" y="1698600"/>
                <a:ext cx="99720" cy="1666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13182BB-38CB-99C8-914D-5F50D6E30464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370760" y="1680960"/>
                  <a:ext cx="1353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71915A4D-9056-71D8-CE09-162CE024B1A2}"/>
                    </a:ext>
                  </a:extLst>
                </p14:cNvPr>
                <p14:cNvContentPartPr/>
                <p14:nvPr/>
              </p14:nvContentPartPr>
              <p14:xfrm>
                <a:off x="1424400" y="1723800"/>
                <a:ext cx="57960" cy="1123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71915A4D-9056-71D8-CE09-162CE024B1A2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406760" y="1705800"/>
                  <a:ext cx="936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D00580C6-1249-EC9F-0EC2-AE340CEEEF17}"/>
                    </a:ext>
                  </a:extLst>
                </p14:cNvPr>
                <p14:cNvContentPartPr/>
                <p14:nvPr/>
              </p14:nvContentPartPr>
              <p14:xfrm>
                <a:off x="956400" y="2461800"/>
                <a:ext cx="20160" cy="58788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D00580C6-1249-EC9F-0EC2-AE340CEEEF17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938760" y="2444160"/>
                  <a:ext cx="55800" cy="62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B5502FDA-441A-5195-209D-718B9B4F8496}"/>
                    </a:ext>
                  </a:extLst>
                </p14:cNvPr>
                <p14:cNvContentPartPr/>
                <p14:nvPr/>
              </p14:nvContentPartPr>
              <p14:xfrm>
                <a:off x="901320" y="2984520"/>
                <a:ext cx="132120" cy="766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B5502FDA-441A-5195-209D-718B9B4F8496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883320" y="2966520"/>
                  <a:ext cx="1677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33D4653C-6861-AAC1-8DE1-2465A58F593B}"/>
                    </a:ext>
                  </a:extLst>
                </p14:cNvPr>
                <p14:cNvContentPartPr/>
                <p14:nvPr/>
              </p14:nvContentPartPr>
              <p14:xfrm>
                <a:off x="1012920" y="2373960"/>
                <a:ext cx="540720" cy="961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33D4653C-6861-AAC1-8DE1-2465A58F593B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994920" y="2356320"/>
                  <a:ext cx="5763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283B1C4-348A-6EE0-5E03-6AFD0AE09465}"/>
                    </a:ext>
                  </a:extLst>
                </p14:cNvPr>
                <p14:cNvContentPartPr/>
                <p14:nvPr/>
              </p14:nvContentPartPr>
              <p14:xfrm>
                <a:off x="1461840" y="2292960"/>
                <a:ext cx="138600" cy="1746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283B1C4-348A-6EE0-5E03-6AFD0AE09465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1443840" y="2274960"/>
                  <a:ext cx="1742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FE3A6CF8-BBE4-D5AF-550E-6BC3EC25DCFA}"/>
                    </a:ext>
                  </a:extLst>
                </p14:cNvPr>
                <p14:cNvContentPartPr/>
                <p14:nvPr/>
              </p14:nvContentPartPr>
              <p14:xfrm>
                <a:off x="409560" y="2871840"/>
                <a:ext cx="162360" cy="1472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FE3A6CF8-BBE4-D5AF-550E-6BC3EC25DCFA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391920" y="2853840"/>
                  <a:ext cx="1980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A783B00B-64E5-14C9-EB81-8DC129037753}"/>
                    </a:ext>
                  </a:extLst>
                </p14:cNvPr>
                <p14:cNvContentPartPr/>
                <p14:nvPr/>
              </p14:nvContentPartPr>
              <p14:xfrm>
                <a:off x="386160" y="2764560"/>
                <a:ext cx="20160" cy="277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A783B00B-64E5-14C9-EB81-8DC129037753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68160" y="2746560"/>
                  <a:ext cx="558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FFEFBF62-DA0A-9656-8022-DADCB193F280}"/>
                    </a:ext>
                  </a:extLst>
                </p14:cNvPr>
                <p14:cNvContentPartPr/>
                <p14:nvPr/>
              </p14:nvContentPartPr>
              <p14:xfrm>
                <a:off x="615120" y="2848080"/>
                <a:ext cx="73440" cy="9504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FFEFBF62-DA0A-9656-8022-DADCB193F280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597480" y="2830440"/>
                  <a:ext cx="1090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FD0E1B29-A213-E45A-FD00-73974B65B91B}"/>
                    </a:ext>
                  </a:extLst>
                </p14:cNvPr>
                <p14:cNvContentPartPr/>
                <p14:nvPr/>
              </p14:nvContentPartPr>
              <p14:xfrm>
                <a:off x="602520" y="2767800"/>
                <a:ext cx="232200" cy="1054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FD0E1B29-A213-E45A-FD00-73974B65B91B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584880" y="2750160"/>
                  <a:ext cx="2678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C600ABAA-7535-86C8-E3D3-4DAD5F4FDCF4}"/>
                    </a:ext>
                  </a:extLst>
                </p14:cNvPr>
                <p14:cNvContentPartPr/>
                <p14:nvPr/>
              </p14:nvContentPartPr>
              <p14:xfrm>
                <a:off x="1685040" y="2097480"/>
                <a:ext cx="165960" cy="14508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C600ABAA-7535-86C8-E3D3-4DAD5F4FDCF4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667400" y="2079840"/>
                  <a:ext cx="2016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AC523F8D-A3BB-904A-3E0B-DF64342520FA}"/>
                    </a:ext>
                  </a:extLst>
                </p14:cNvPr>
                <p14:cNvContentPartPr/>
                <p14:nvPr/>
              </p14:nvContentPartPr>
              <p14:xfrm>
                <a:off x="1682520" y="1973640"/>
                <a:ext cx="18360" cy="262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AC523F8D-A3BB-904A-3E0B-DF64342520FA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664520" y="1955640"/>
                  <a:ext cx="540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CAC7ECEC-C31F-02D2-A7A2-F7AE883E1668}"/>
                    </a:ext>
                  </a:extLst>
                </p14:cNvPr>
                <p14:cNvContentPartPr/>
                <p14:nvPr/>
              </p14:nvContentPartPr>
              <p14:xfrm>
                <a:off x="1935240" y="2080560"/>
                <a:ext cx="61560" cy="1123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CAC7ECEC-C31F-02D2-A7A2-F7AE883E166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917600" y="2062560"/>
                  <a:ext cx="972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A1685BAA-178F-235D-683B-293AC12B685A}"/>
                    </a:ext>
                  </a:extLst>
                </p14:cNvPr>
                <p14:cNvContentPartPr/>
                <p14:nvPr/>
              </p14:nvContentPartPr>
              <p14:xfrm>
                <a:off x="1900320" y="2012160"/>
                <a:ext cx="141480" cy="810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A1685BAA-178F-235D-683B-293AC12B685A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882680" y="1994520"/>
                  <a:ext cx="1771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C564546-5F03-164B-9957-D42C94538B85}"/>
                    </a:ext>
                  </a:extLst>
                </p14:cNvPr>
                <p14:cNvContentPartPr/>
                <p14:nvPr/>
              </p14:nvContentPartPr>
              <p14:xfrm>
                <a:off x="2093280" y="1994160"/>
                <a:ext cx="115560" cy="1339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C564546-5F03-164B-9957-D42C94538B85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2075280" y="1976520"/>
                  <a:ext cx="15120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275FCA80-B963-B43E-8F48-B19F5F62400C}"/>
              </a:ext>
            </a:extLst>
          </p:cNvPr>
          <p:cNvGrpSpPr/>
          <p:nvPr/>
        </p:nvGrpSpPr>
        <p:grpSpPr>
          <a:xfrm>
            <a:off x="3143400" y="3200160"/>
            <a:ext cx="580680" cy="909720"/>
            <a:chOff x="3143400" y="3200160"/>
            <a:chExt cx="580680" cy="90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DCD59774-3AF0-B663-3C92-2D9A2DB80BFF}"/>
                    </a:ext>
                  </a:extLst>
                </p14:cNvPr>
                <p14:cNvContentPartPr/>
                <p14:nvPr/>
              </p14:nvContentPartPr>
              <p14:xfrm>
                <a:off x="3211080" y="3200160"/>
                <a:ext cx="33840" cy="4413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DCD59774-3AF0-B663-3C92-2D9A2DB80BFF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3193440" y="3182160"/>
                  <a:ext cx="69480" cy="47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57670DAC-CC26-62D0-1689-8E0B816455A8}"/>
                    </a:ext>
                  </a:extLst>
                </p14:cNvPr>
                <p14:cNvContentPartPr/>
                <p14:nvPr/>
              </p14:nvContentPartPr>
              <p14:xfrm>
                <a:off x="3143400" y="3474120"/>
                <a:ext cx="261000" cy="1749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57670DAC-CC26-62D0-1689-8E0B816455A8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3125400" y="3456120"/>
                  <a:ext cx="2966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FA6CDCA6-34B6-E933-61BC-37A8C1D73AF0}"/>
                    </a:ext>
                  </a:extLst>
                </p14:cNvPr>
                <p14:cNvContentPartPr/>
                <p14:nvPr/>
              </p14:nvContentPartPr>
              <p14:xfrm>
                <a:off x="3202440" y="3667440"/>
                <a:ext cx="44640" cy="4424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FA6CDCA6-34B6-E933-61BC-37A8C1D73AF0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3184800" y="3649440"/>
                  <a:ext cx="8028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FDC4C26-16BB-C3B3-1998-964277850B99}"/>
                    </a:ext>
                  </a:extLst>
                </p14:cNvPr>
                <p14:cNvContentPartPr/>
                <p14:nvPr/>
              </p14:nvContentPartPr>
              <p14:xfrm>
                <a:off x="3150960" y="3981000"/>
                <a:ext cx="152280" cy="1029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FDC4C26-16BB-C3B3-1998-964277850B99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3132960" y="3963000"/>
                  <a:ext cx="1879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C794FA76-3FFF-58E0-9E4E-C792141C4DAE}"/>
                    </a:ext>
                  </a:extLst>
                </p14:cNvPr>
                <p14:cNvContentPartPr/>
                <p14:nvPr/>
              </p14:nvContentPartPr>
              <p14:xfrm>
                <a:off x="3243120" y="3636120"/>
                <a:ext cx="480960" cy="6048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C794FA76-3FFF-58E0-9E4E-C792141C4DAE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3225120" y="3618480"/>
                  <a:ext cx="5166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67FF5258-FB92-8924-DF27-7A123B5B6E2F}"/>
                    </a:ext>
                  </a:extLst>
                </p14:cNvPr>
                <p14:cNvContentPartPr/>
                <p14:nvPr/>
              </p14:nvContentPartPr>
              <p14:xfrm>
                <a:off x="3592320" y="3548640"/>
                <a:ext cx="131760" cy="2300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67FF5258-FB92-8924-DF27-7A123B5B6E2F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3574320" y="3531000"/>
                  <a:ext cx="16740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343DB8FF-CEB0-0062-F3AC-7D640D286087}"/>
              </a:ext>
            </a:extLst>
          </p:cNvPr>
          <p:cNvGrpSpPr/>
          <p:nvPr/>
        </p:nvGrpSpPr>
        <p:grpSpPr>
          <a:xfrm>
            <a:off x="6164160" y="4715400"/>
            <a:ext cx="539280" cy="704160"/>
            <a:chOff x="6164160" y="4715400"/>
            <a:chExt cx="539280" cy="70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C335474D-C975-1226-D6E9-B8A5BCB0D422}"/>
                    </a:ext>
                  </a:extLst>
                </p14:cNvPr>
                <p14:cNvContentPartPr/>
                <p14:nvPr/>
              </p14:nvContentPartPr>
              <p14:xfrm>
                <a:off x="6164160" y="5032560"/>
                <a:ext cx="170280" cy="3870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C335474D-C975-1226-D6E9-B8A5BCB0D422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6146160" y="5014920"/>
                  <a:ext cx="20592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644AF93-4FE7-463A-EA26-0BDF0E85B7A1}"/>
                    </a:ext>
                  </a:extLst>
                </p14:cNvPr>
                <p14:cNvContentPartPr/>
                <p14:nvPr/>
              </p14:nvContentPartPr>
              <p14:xfrm>
                <a:off x="6427680" y="4715400"/>
                <a:ext cx="275760" cy="1929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644AF93-4FE7-463A-EA26-0BDF0E85B7A1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6409680" y="4697760"/>
                  <a:ext cx="31140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5AC9FA8F-8F8A-54EC-8042-AE1E283F4C99}"/>
              </a:ext>
            </a:extLst>
          </p:cNvPr>
          <p:cNvGrpSpPr/>
          <p:nvPr/>
        </p:nvGrpSpPr>
        <p:grpSpPr>
          <a:xfrm>
            <a:off x="5662680" y="5568240"/>
            <a:ext cx="535680" cy="379800"/>
            <a:chOff x="5662680" y="5568240"/>
            <a:chExt cx="535680" cy="37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8B3489C0-7EC3-CF0E-7F65-6A2FEA8F8D4C}"/>
                    </a:ext>
                  </a:extLst>
                </p14:cNvPr>
                <p14:cNvContentPartPr/>
                <p14:nvPr/>
              </p14:nvContentPartPr>
              <p14:xfrm>
                <a:off x="5662680" y="5706840"/>
                <a:ext cx="168840" cy="2412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8B3489C0-7EC3-CF0E-7F65-6A2FEA8F8D4C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5645040" y="5689200"/>
                  <a:ext cx="2044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21E1EC6-AEFA-9FF5-C49D-14BD9A8BD36D}"/>
                    </a:ext>
                  </a:extLst>
                </p14:cNvPr>
                <p14:cNvContentPartPr/>
                <p14:nvPr/>
              </p14:nvContentPartPr>
              <p14:xfrm>
                <a:off x="5675280" y="5628000"/>
                <a:ext cx="183240" cy="1598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21E1EC6-AEFA-9FF5-C49D-14BD9A8BD36D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5657640" y="5610000"/>
                  <a:ext cx="2188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AC8A7371-5FAB-A6F1-FFD5-44EE07B8196C}"/>
                    </a:ext>
                  </a:extLst>
                </p14:cNvPr>
                <p14:cNvContentPartPr/>
                <p14:nvPr/>
              </p14:nvContentPartPr>
              <p14:xfrm>
                <a:off x="5948520" y="5640240"/>
                <a:ext cx="90360" cy="1209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AC8A7371-5FAB-A6F1-FFD5-44EE07B8196C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5930520" y="5622240"/>
                  <a:ext cx="1260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801C7837-86F9-3E6C-E2AD-65C52A9E6390}"/>
                    </a:ext>
                  </a:extLst>
                </p14:cNvPr>
                <p14:cNvContentPartPr/>
                <p14:nvPr/>
              </p14:nvContentPartPr>
              <p14:xfrm>
                <a:off x="6081000" y="5568240"/>
                <a:ext cx="117360" cy="11952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801C7837-86F9-3E6C-E2AD-65C52A9E6390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6063360" y="5550240"/>
                  <a:ext cx="153000" cy="155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5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4CECE2FB-9AEC-E039-2194-20C43CDCC31B}"/>
                  </a:ext>
                </a:extLst>
              </p14:cNvPr>
              <p14:cNvContentPartPr/>
              <p14:nvPr/>
            </p14:nvContentPartPr>
            <p14:xfrm>
              <a:off x="6898560" y="4645200"/>
              <a:ext cx="24120" cy="7200"/>
            </p14:xfrm>
          </p:contentPart>
        </mc:Choice>
        <mc:Fallback xmlns=""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4CECE2FB-9AEC-E039-2194-20C43CDCC31B}"/>
                  </a:ext>
                </a:extLst>
              </p:cNvPr>
              <p:cNvPicPr/>
              <p:nvPr/>
            </p:nvPicPr>
            <p:blipFill>
              <a:blip r:embed="rId506"/>
              <a:stretch>
                <a:fillRect/>
              </a:stretch>
            </p:blipFill>
            <p:spPr>
              <a:xfrm>
                <a:off x="6880920" y="4627200"/>
                <a:ext cx="5976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7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9E5F398B-720C-92A3-4B9F-CFD5D3C8040B}"/>
                  </a:ext>
                </a:extLst>
              </p14:cNvPr>
              <p14:cNvContentPartPr/>
              <p14:nvPr/>
            </p14:nvContentPartPr>
            <p14:xfrm>
              <a:off x="6731520" y="5176560"/>
              <a:ext cx="184320" cy="20196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9E5F398B-720C-92A3-4B9F-CFD5D3C8040B}"/>
                  </a:ext>
                </a:extLst>
              </p:cNvPr>
              <p:cNvPicPr/>
              <p:nvPr/>
            </p:nvPicPr>
            <p:blipFill>
              <a:blip r:embed="rId508"/>
              <a:stretch>
                <a:fillRect/>
              </a:stretch>
            </p:blipFill>
            <p:spPr>
              <a:xfrm>
                <a:off x="6713880" y="5158560"/>
                <a:ext cx="219960" cy="23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37" name="Group 336">
            <a:extLst>
              <a:ext uri="{FF2B5EF4-FFF2-40B4-BE49-F238E27FC236}">
                <a16:creationId xmlns:a16="http://schemas.microsoft.com/office/drawing/2014/main" id="{A0640BC6-35EE-D24F-3C9D-F16D72887E60}"/>
              </a:ext>
            </a:extLst>
          </p:cNvPr>
          <p:cNvGrpSpPr/>
          <p:nvPr/>
        </p:nvGrpSpPr>
        <p:grpSpPr>
          <a:xfrm>
            <a:off x="7766160" y="104880"/>
            <a:ext cx="1968120" cy="1534680"/>
            <a:chOff x="7766160" y="104880"/>
            <a:chExt cx="1968120" cy="153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15D224C3-0FE5-8131-6D53-9AF06E08C5AA}"/>
                    </a:ext>
                  </a:extLst>
                </p14:cNvPr>
                <p14:cNvContentPartPr/>
                <p14:nvPr/>
              </p14:nvContentPartPr>
              <p14:xfrm>
                <a:off x="7766160" y="191640"/>
                <a:ext cx="501840" cy="46548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15D224C3-0FE5-8131-6D53-9AF06E08C5AA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7748160" y="174000"/>
                  <a:ext cx="53748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05F70A73-BCD2-8241-CEAF-A158D07998A4}"/>
                    </a:ext>
                  </a:extLst>
                </p14:cNvPr>
                <p14:cNvContentPartPr/>
                <p14:nvPr/>
              </p14:nvContentPartPr>
              <p14:xfrm>
                <a:off x="8030400" y="409800"/>
                <a:ext cx="266760" cy="2084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05F70A73-BCD2-8241-CEAF-A158D07998A4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8012760" y="391800"/>
                  <a:ext cx="3024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22636C72-A47F-0C6B-6ECB-F292AABE7DAA}"/>
                    </a:ext>
                  </a:extLst>
                </p14:cNvPr>
                <p14:cNvContentPartPr/>
                <p14:nvPr/>
              </p14:nvContentPartPr>
              <p14:xfrm>
                <a:off x="8116080" y="471360"/>
                <a:ext cx="180360" cy="1533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22636C72-A47F-0C6B-6ECB-F292AABE7DAA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8098080" y="453720"/>
                  <a:ext cx="2160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3F4F47A7-5246-8120-7BB0-F0212AD1F92C}"/>
                    </a:ext>
                  </a:extLst>
                </p14:cNvPr>
                <p14:cNvContentPartPr/>
                <p14:nvPr/>
              </p14:nvContentPartPr>
              <p14:xfrm>
                <a:off x="8321280" y="616800"/>
                <a:ext cx="32040" cy="1137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3F4F47A7-5246-8120-7BB0-F0212AD1F92C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303640" y="599160"/>
                  <a:ext cx="676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CCE4DBC1-AC41-9729-BC01-6A1B6B91EC91}"/>
                    </a:ext>
                  </a:extLst>
                </p14:cNvPr>
                <p14:cNvContentPartPr/>
                <p14:nvPr/>
              </p14:nvContentPartPr>
              <p14:xfrm>
                <a:off x="8308680" y="625440"/>
                <a:ext cx="310320" cy="2714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CCE4DBC1-AC41-9729-BC01-6A1B6B91EC91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8291040" y="607800"/>
                  <a:ext cx="3459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1DFF1790-3B0C-2754-4316-A4D39602AD11}"/>
                    </a:ext>
                  </a:extLst>
                </p14:cNvPr>
                <p14:cNvContentPartPr/>
                <p14:nvPr/>
              </p14:nvContentPartPr>
              <p14:xfrm>
                <a:off x="8303280" y="527520"/>
                <a:ext cx="594360" cy="15228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1DFF1790-3B0C-2754-4316-A4D39602AD11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8285640" y="509520"/>
                  <a:ext cx="6300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F7873022-C27F-A75B-FE77-8F11E834850A}"/>
                    </a:ext>
                  </a:extLst>
                </p14:cNvPr>
                <p14:cNvContentPartPr/>
                <p14:nvPr/>
              </p14:nvContentPartPr>
              <p14:xfrm>
                <a:off x="8218320" y="750720"/>
                <a:ext cx="259560" cy="36360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F7873022-C27F-A75B-FE77-8F11E834850A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8200320" y="733080"/>
                  <a:ext cx="29520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D0525BF4-F265-A927-6252-E279C8F3885A}"/>
                    </a:ext>
                  </a:extLst>
                </p14:cNvPr>
                <p14:cNvContentPartPr/>
                <p14:nvPr/>
              </p14:nvContentPartPr>
              <p14:xfrm>
                <a:off x="8607120" y="1193520"/>
                <a:ext cx="1800" cy="468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D0525BF4-F265-A927-6252-E279C8F3885A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8589480" y="1175520"/>
                  <a:ext cx="374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C4C8DF54-7340-0D1A-DCDB-D06E1ECCDF27}"/>
                    </a:ext>
                  </a:extLst>
                </p14:cNvPr>
                <p14:cNvContentPartPr/>
                <p14:nvPr/>
              </p14:nvContentPartPr>
              <p14:xfrm>
                <a:off x="8605320" y="1043400"/>
                <a:ext cx="373320" cy="1519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C4C8DF54-7340-0D1A-DCDB-D06E1ECCDF27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8587680" y="1025760"/>
                  <a:ext cx="4089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093DD007-9BF3-4F2B-0518-17B73C81DDD0}"/>
                    </a:ext>
                  </a:extLst>
                </p14:cNvPr>
                <p14:cNvContentPartPr/>
                <p14:nvPr/>
              </p14:nvContentPartPr>
              <p14:xfrm>
                <a:off x="8910600" y="653160"/>
                <a:ext cx="143280" cy="2181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093DD007-9BF3-4F2B-0518-17B73C81DDD0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892960" y="635160"/>
                  <a:ext cx="1789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B409FC4D-35F2-9FAD-FEBF-A5B809980945}"/>
                    </a:ext>
                  </a:extLst>
                </p14:cNvPr>
                <p14:cNvContentPartPr/>
                <p14:nvPr/>
              </p14:nvContentPartPr>
              <p14:xfrm>
                <a:off x="9020400" y="1100280"/>
                <a:ext cx="178920" cy="2145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B409FC4D-35F2-9FAD-FEBF-A5B809980945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9002760" y="1082640"/>
                  <a:ext cx="2145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9F91339-3ECF-0128-1559-49163AF1C338}"/>
                    </a:ext>
                  </a:extLst>
                </p14:cNvPr>
                <p14:cNvContentPartPr/>
                <p14:nvPr/>
              </p14:nvContentPartPr>
              <p14:xfrm>
                <a:off x="9080160" y="1243200"/>
                <a:ext cx="161640" cy="9144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9F91339-3ECF-0128-1559-49163AF1C338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9062520" y="1225200"/>
                  <a:ext cx="1972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B3026D3D-5E1C-467C-2231-42718512720E}"/>
                    </a:ext>
                  </a:extLst>
                </p14:cNvPr>
                <p14:cNvContentPartPr/>
                <p14:nvPr/>
              </p14:nvContentPartPr>
              <p14:xfrm>
                <a:off x="8931480" y="978600"/>
                <a:ext cx="731880" cy="66096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B3026D3D-5E1C-467C-2231-42718512720E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913840" y="960600"/>
                  <a:ext cx="767520" cy="69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6493D394-4DD9-ACAC-0C6B-7F1848A42AE5}"/>
                    </a:ext>
                  </a:extLst>
                </p14:cNvPr>
                <p14:cNvContentPartPr/>
                <p14:nvPr/>
              </p14:nvContentPartPr>
              <p14:xfrm>
                <a:off x="8480040" y="265080"/>
                <a:ext cx="95760" cy="943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6493D394-4DD9-ACAC-0C6B-7F1848A42AE5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462400" y="247080"/>
                  <a:ext cx="1314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99AEC274-98A9-32A7-BB65-7DEDC4D184A5}"/>
                    </a:ext>
                  </a:extLst>
                </p14:cNvPr>
                <p14:cNvContentPartPr/>
                <p14:nvPr/>
              </p14:nvContentPartPr>
              <p14:xfrm>
                <a:off x="8488680" y="104880"/>
                <a:ext cx="12960" cy="334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99AEC274-98A9-32A7-BB65-7DEDC4D184A5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470680" y="86880"/>
                  <a:ext cx="486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E9B949B2-27CB-C2B2-3DA3-B5D01995E8E3}"/>
                    </a:ext>
                  </a:extLst>
                </p14:cNvPr>
                <p14:cNvContentPartPr/>
                <p14:nvPr/>
              </p14:nvContentPartPr>
              <p14:xfrm>
                <a:off x="8615040" y="269760"/>
                <a:ext cx="58680" cy="828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E9B949B2-27CB-C2B2-3DA3-B5D01995E8E3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8597400" y="252120"/>
                  <a:ext cx="943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C39067BB-3374-41E9-EEAF-F3336ED6C5A5}"/>
                    </a:ext>
                  </a:extLst>
                </p14:cNvPr>
                <p14:cNvContentPartPr/>
                <p14:nvPr/>
              </p14:nvContentPartPr>
              <p14:xfrm>
                <a:off x="8644560" y="251040"/>
                <a:ext cx="168480" cy="795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C39067BB-3374-41E9-EEAF-F3336ED6C5A5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8626920" y="233040"/>
                  <a:ext cx="204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CBEA00F-397E-4252-38CC-0E7F4F9C2CDD}"/>
                    </a:ext>
                  </a:extLst>
                </p14:cNvPr>
                <p14:cNvContentPartPr/>
                <p14:nvPr/>
              </p14:nvContentPartPr>
              <p14:xfrm>
                <a:off x="8864160" y="138720"/>
                <a:ext cx="51480" cy="1353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CBEA00F-397E-4252-38CC-0E7F4F9C2CDD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8846160" y="120720"/>
                  <a:ext cx="871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D5C7B625-0C75-2364-8B5A-635B28777DE0}"/>
                    </a:ext>
                  </a:extLst>
                </p14:cNvPr>
                <p14:cNvContentPartPr/>
                <p14:nvPr/>
              </p14:nvContentPartPr>
              <p14:xfrm>
                <a:off x="8880360" y="149160"/>
                <a:ext cx="71640" cy="9288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D5C7B625-0C75-2364-8B5A-635B28777DE0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8862720" y="131520"/>
                  <a:ext cx="1072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DD22FE6D-96AA-BF89-8378-0F53A957CC96}"/>
                    </a:ext>
                  </a:extLst>
                </p14:cNvPr>
                <p14:cNvContentPartPr/>
                <p14:nvPr/>
              </p14:nvContentPartPr>
              <p14:xfrm>
                <a:off x="9285360" y="1001280"/>
                <a:ext cx="86760" cy="8856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DD22FE6D-96AA-BF89-8378-0F53A957CC96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9267720" y="983280"/>
                  <a:ext cx="1224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DD49F2DE-E3CD-E158-D5AB-0EC1E13F7F07}"/>
                    </a:ext>
                  </a:extLst>
                </p14:cNvPr>
                <p14:cNvContentPartPr/>
                <p14:nvPr/>
              </p14:nvContentPartPr>
              <p14:xfrm>
                <a:off x="9284640" y="868080"/>
                <a:ext cx="15480" cy="1368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DD49F2DE-E3CD-E158-D5AB-0EC1E13F7F07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9267000" y="850080"/>
                  <a:ext cx="511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A2539FC2-29CD-A352-A0F0-847B732FC2B1}"/>
                    </a:ext>
                  </a:extLst>
                </p14:cNvPr>
                <p14:cNvContentPartPr/>
                <p14:nvPr/>
              </p14:nvContentPartPr>
              <p14:xfrm>
                <a:off x="9400200" y="945480"/>
                <a:ext cx="74160" cy="6300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A2539FC2-29CD-A352-A0F0-847B732FC2B1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9382200" y="927840"/>
                  <a:ext cx="1098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B2C3E6B-B86D-3274-E52F-01CC4878410B}"/>
                    </a:ext>
                  </a:extLst>
                </p14:cNvPr>
                <p14:cNvContentPartPr/>
                <p14:nvPr/>
              </p14:nvContentPartPr>
              <p14:xfrm>
                <a:off x="9423240" y="939000"/>
                <a:ext cx="86760" cy="10008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B2C3E6B-B86D-3274-E52F-01CC4878410B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405600" y="921000"/>
                  <a:ext cx="122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CD8D3CE1-7D36-D636-61FD-F974EF003930}"/>
                    </a:ext>
                  </a:extLst>
                </p14:cNvPr>
                <p14:cNvContentPartPr/>
                <p14:nvPr/>
              </p14:nvContentPartPr>
              <p14:xfrm>
                <a:off x="9533760" y="913800"/>
                <a:ext cx="66960" cy="4788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CD8D3CE1-7D36-D636-61FD-F974EF003930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516120" y="896160"/>
                  <a:ext cx="1026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93508CDC-DF48-46E5-F970-186416746463}"/>
                    </a:ext>
                  </a:extLst>
                </p14:cNvPr>
                <p14:cNvContentPartPr/>
                <p14:nvPr/>
              </p14:nvContentPartPr>
              <p14:xfrm>
                <a:off x="9612960" y="814440"/>
                <a:ext cx="60120" cy="10800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93508CDC-DF48-46E5-F970-186416746463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594960" y="796800"/>
                  <a:ext cx="957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8D4D0952-8192-A61D-B3BB-DB65451C3653}"/>
                    </a:ext>
                  </a:extLst>
                </p14:cNvPr>
                <p14:cNvContentPartPr/>
                <p14:nvPr/>
              </p14:nvContentPartPr>
              <p14:xfrm>
                <a:off x="9634920" y="819840"/>
                <a:ext cx="99360" cy="9576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8D4D0952-8192-A61D-B3BB-DB65451C3653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617280" y="801840"/>
                  <a:ext cx="135000" cy="131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02071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40"/>
                <a:ext cx="205200" cy="2483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638"/>
                  <a:ext cx="143640" cy="168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094" y="1556226"/>
                  <a:ext cx="566640" cy="5312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25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43"/>
                  <a:ext cx="266400" cy="2296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89" y="2471695"/>
                  <a:ext cx="153972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089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334" y="218581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53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054" y="2086762"/>
                  <a:ext cx="398880" cy="1570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41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21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072" y="1607650"/>
                  <a:ext cx="140523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3686" y="1866490"/>
                  <a:ext cx="170735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99775" y="1987090"/>
                  <a:ext cx="202757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334" y="196369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17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214" y="195937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0989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45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116" y="1595770"/>
                <a:ext cx="146996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25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574" y="187693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3734" y="185497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165" y="1944970"/>
                  <a:ext cx="67374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403" y="1767317"/>
                  <a:ext cx="258423" cy="69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5721" y="1644730"/>
                <a:ext cx="105665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136" y="1471021"/>
                <a:ext cx="77353" cy="72741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294" y="185245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8654" y="1824792"/>
                  <a:ext cx="187200" cy="139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269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692"/>
                <a:ext cx="87840" cy="74919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454" y="280105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343"/>
                  <a:ext cx="135360" cy="540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574" y="2777681"/>
                <a:ext cx="126360" cy="2425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197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5734" y="283345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454" y="259153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25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334" y="2871284"/>
                  <a:ext cx="55080" cy="224572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49454" y="3296410"/>
                <a:ext cx="63475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45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13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8654" y="362257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681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3814" y="355849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29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007" y="3622570"/>
                <a:ext cx="175052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096" y="3648490"/>
                  <a:ext cx="205276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492" y="3581890"/>
                  <a:ext cx="67648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0814" y="3315250"/>
                <a:ext cx="53640" cy="47988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37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4689" y="3509530"/>
                  <a:ext cx="181528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8413" y="4457008"/>
                <a:ext cx="56796" cy="1908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614" y="495313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485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214" y="4851712"/>
                <a:ext cx="48240" cy="98438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9054" y="5136730"/>
                  <a:ext cx="44892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173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5344" y="5110409"/>
                  <a:ext cx="48789" cy="1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09965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485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57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2774" y="502297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4654" y="4862210"/>
                <a:ext cx="56520" cy="68796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477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8778" y="5270650"/>
                  <a:ext cx="12183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574" y="513529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53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6E96109-8F8C-D098-9F52-A2E91EDB07F5}"/>
              </a:ext>
            </a:extLst>
          </p:cNvPr>
          <p:cNvGrpSpPr/>
          <p:nvPr/>
        </p:nvGrpSpPr>
        <p:grpSpPr>
          <a:xfrm>
            <a:off x="221134" y="2865490"/>
            <a:ext cx="467280" cy="304920"/>
            <a:chOff x="221134" y="2865490"/>
            <a:chExt cx="46728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14:cNvPr>
                <p14:cNvContentPartPr/>
                <p14:nvPr/>
              </p14:nvContentPartPr>
              <p14:xfrm>
                <a:off x="221134" y="2865490"/>
                <a:ext cx="190080" cy="304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203134" y="2847850"/>
                  <a:ext cx="22572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14:cNvPr>
                <p14:cNvContentPartPr/>
                <p14:nvPr/>
              </p14:nvContentPartPr>
              <p14:xfrm>
                <a:off x="557014" y="2979250"/>
                <a:ext cx="59040" cy="12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539374" y="2961610"/>
                  <a:ext cx="946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14:cNvPr>
                <p14:cNvContentPartPr/>
                <p14:nvPr/>
              </p14:nvContentPartPr>
              <p14:xfrm>
                <a:off x="571774" y="3044050"/>
                <a:ext cx="116640" cy="54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553774" y="3026410"/>
                  <a:ext cx="1522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ED3F6FC3-EE5A-E46E-7BB8-48D8D7132688}"/>
              </a:ext>
            </a:extLst>
          </p:cNvPr>
          <p:cNvGrpSpPr/>
          <p:nvPr/>
        </p:nvGrpSpPr>
        <p:grpSpPr>
          <a:xfrm>
            <a:off x="869854" y="2860450"/>
            <a:ext cx="332640" cy="307800"/>
            <a:chOff x="869854" y="2860450"/>
            <a:chExt cx="332640" cy="30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14:cNvPr>
                <p14:cNvContentPartPr/>
                <p14:nvPr/>
              </p14:nvContentPartPr>
              <p14:xfrm>
                <a:off x="869854" y="2860450"/>
                <a:ext cx="23040" cy="2764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851854" y="2842810"/>
                  <a:ext cx="586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14:cNvPr>
                <p14:cNvContentPartPr/>
                <p14:nvPr/>
              </p14:nvContentPartPr>
              <p14:xfrm>
                <a:off x="1066054" y="2902570"/>
                <a:ext cx="22320" cy="2656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048054" y="2884570"/>
                  <a:ext cx="57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14:cNvPr>
                <p14:cNvContentPartPr/>
                <p14:nvPr/>
              </p14:nvContentPartPr>
              <p14:xfrm>
                <a:off x="1061014" y="2877730"/>
                <a:ext cx="141480" cy="1260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43374" y="2860090"/>
                  <a:ext cx="17712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1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14:cNvPr>
              <p14:cNvContentPartPr/>
              <p14:nvPr/>
            </p14:nvContentPartPr>
            <p14:xfrm>
              <a:off x="305014" y="3610690"/>
              <a:ext cx="96840" cy="28260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:cNvPr>
              <p:cNvPicPr/>
              <p:nvPr/>
            </p:nvPicPr>
            <p:blipFill>
              <a:blip r:embed="rId432"/>
              <a:stretch>
                <a:fillRect/>
              </a:stretch>
            </p:blipFill>
            <p:spPr>
              <a:xfrm>
                <a:off x="287374" y="3593050"/>
                <a:ext cx="132480" cy="31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8" name="Group 277">
            <a:extLst>
              <a:ext uri="{FF2B5EF4-FFF2-40B4-BE49-F238E27FC236}">
                <a16:creationId xmlns:a16="http://schemas.microsoft.com/office/drawing/2014/main" id="{F87D69ED-2714-2914-5254-7C0A8CD8A7D5}"/>
              </a:ext>
            </a:extLst>
          </p:cNvPr>
          <p:cNvGrpSpPr/>
          <p:nvPr/>
        </p:nvGrpSpPr>
        <p:grpSpPr>
          <a:xfrm>
            <a:off x="568534" y="3508810"/>
            <a:ext cx="1633680" cy="456840"/>
            <a:chOff x="568534" y="3508810"/>
            <a:chExt cx="1633680" cy="45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14:cNvPr>
                <p14:cNvContentPartPr/>
                <p14:nvPr/>
              </p14:nvContentPartPr>
              <p14:xfrm>
                <a:off x="568534" y="3806170"/>
                <a:ext cx="3960" cy="1533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550894" y="3788170"/>
                  <a:ext cx="39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14:cNvPr>
                <p14:cNvContentPartPr/>
                <p14:nvPr/>
              </p14:nvContentPartPr>
              <p14:xfrm>
                <a:off x="688054" y="3707170"/>
                <a:ext cx="183240" cy="561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70054" y="3689170"/>
                  <a:ext cx="2188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14:cNvPr>
                <p14:cNvContentPartPr/>
                <p14:nvPr/>
              </p14:nvContentPartPr>
              <p14:xfrm>
                <a:off x="964174" y="3559210"/>
                <a:ext cx="147960" cy="289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946174" y="3541570"/>
                  <a:ext cx="1836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14:cNvPr>
                <p14:cNvContentPartPr/>
                <p14:nvPr/>
              </p14:nvContentPartPr>
              <p14:xfrm>
                <a:off x="1141294" y="3722290"/>
                <a:ext cx="95400" cy="1558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123654" y="3704650"/>
                  <a:ext cx="1310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14:cNvPr>
                <p14:cNvContentPartPr/>
                <p14:nvPr/>
              </p14:nvContentPartPr>
              <p14:xfrm>
                <a:off x="1330294" y="3683050"/>
                <a:ext cx="77400" cy="39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312654" y="3665410"/>
                  <a:ext cx="1130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14:cNvPr>
                <p14:cNvContentPartPr/>
                <p14:nvPr/>
              </p14:nvContentPartPr>
              <p14:xfrm>
                <a:off x="1324534" y="3737410"/>
                <a:ext cx="120960" cy="511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306534" y="3719770"/>
                  <a:ext cx="156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14:cNvPr>
                <p14:cNvContentPartPr/>
                <p14:nvPr/>
              </p14:nvContentPartPr>
              <p14:xfrm>
                <a:off x="1574734" y="3638770"/>
                <a:ext cx="71280" cy="1735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557094" y="3621130"/>
                  <a:ext cx="1069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14:cNvPr>
                <p14:cNvContentPartPr/>
                <p14:nvPr/>
              </p14:nvContentPartPr>
              <p14:xfrm>
                <a:off x="1583374" y="3508810"/>
                <a:ext cx="23040" cy="115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565734" y="3490810"/>
                  <a:ext cx="586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14:cNvPr>
                <p14:cNvContentPartPr/>
                <p14:nvPr/>
              </p14:nvContentPartPr>
              <p14:xfrm>
                <a:off x="1782814" y="3798610"/>
                <a:ext cx="26280" cy="1670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764814" y="3780610"/>
                  <a:ext cx="619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14:cNvPr>
                <p14:cNvContentPartPr/>
                <p14:nvPr/>
              </p14:nvContentPartPr>
              <p14:xfrm>
                <a:off x="1969654" y="3574690"/>
                <a:ext cx="9720" cy="2412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951654" y="3557050"/>
                  <a:ext cx="453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14:cNvPr>
                <p14:cNvContentPartPr/>
                <p14:nvPr/>
              </p14:nvContentPartPr>
              <p14:xfrm>
                <a:off x="1935094" y="3545530"/>
                <a:ext cx="192240" cy="1728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917094" y="3527890"/>
                  <a:ext cx="227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14:cNvPr>
                <p14:cNvContentPartPr/>
                <p14:nvPr/>
              </p14:nvContentPartPr>
              <p14:xfrm>
                <a:off x="2184574" y="3689170"/>
                <a:ext cx="17640" cy="1807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2166934" y="3671530"/>
                  <a:ext cx="53280" cy="21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7">
            <p14:nvContentPartPr>
              <p14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14:cNvPr>
              <p14:cNvContentPartPr/>
              <p14:nvPr/>
            </p14:nvContentPartPr>
            <p14:xfrm>
              <a:off x="799654" y="4306930"/>
              <a:ext cx="11520" cy="17640"/>
            </p14:xfrm>
          </p:contentPart>
        </mc:Choice>
        <mc:Fallback xmlns="">
          <p:pic>
            <p:nvPicPr>
              <p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:cNvPr>
              <p:cNvPicPr/>
              <p:nvPr/>
            </p:nvPicPr>
            <p:blipFill>
              <a:blip r:embed="rId458"/>
              <a:stretch>
                <a:fillRect/>
              </a:stretch>
            </p:blipFill>
            <p:spPr>
              <a:xfrm>
                <a:off x="781654" y="4288930"/>
                <a:ext cx="4716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9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14:cNvPr>
              <p14:cNvContentPartPr/>
              <p14:nvPr/>
            </p14:nvContentPartPr>
            <p14:xfrm>
              <a:off x="831334" y="4509970"/>
              <a:ext cx="23760" cy="8640"/>
            </p14:xfrm>
          </p:contentPart>
        </mc:Choice>
        <mc:Fallback xmlns=""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:cNvPr>
              <p:cNvPicPr/>
              <p:nvPr/>
            </p:nvPicPr>
            <p:blipFill>
              <a:blip r:embed="rId460"/>
              <a:stretch>
                <a:fillRect/>
              </a:stretch>
            </p:blipFill>
            <p:spPr>
              <a:xfrm>
                <a:off x="813694" y="4492330"/>
                <a:ext cx="5940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1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14:cNvPr>
              <p14:cNvContentPartPr/>
              <p14:nvPr/>
            </p14:nvContentPartPr>
            <p14:xfrm>
              <a:off x="840694" y="4682770"/>
              <a:ext cx="33120" cy="227880"/>
            </p14:xfrm>
          </p:contentPart>
        </mc:Choice>
        <mc:Fallback xmlns=""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:cNvPr>
              <p:cNvPicPr/>
              <p:nvPr/>
            </p:nvPicPr>
            <p:blipFill>
              <a:blip r:embed="rId462"/>
              <a:stretch>
                <a:fillRect/>
              </a:stretch>
            </p:blipFill>
            <p:spPr>
              <a:xfrm>
                <a:off x="823054" y="4664770"/>
                <a:ext cx="68760" cy="26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2C4E6C41-211B-E6C2-DBD4-A514FDAC8F43}"/>
              </a:ext>
            </a:extLst>
          </p:cNvPr>
          <p:cNvGrpSpPr/>
          <p:nvPr/>
        </p:nvGrpSpPr>
        <p:grpSpPr>
          <a:xfrm>
            <a:off x="254974" y="5033050"/>
            <a:ext cx="2226960" cy="521280"/>
            <a:chOff x="254974" y="5033050"/>
            <a:chExt cx="2226960" cy="52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14:cNvPr>
                <p14:cNvContentPartPr/>
                <p14:nvPr/>
              </p14:nvContentPartPr>
              <p14:xfrm>
                <a:off x="254974" y="5114050"/>
                <a:ext cx="159480" cy="3034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37334" y="5096050"/>
                  <a:ext cx="195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14:cNvPr>
                <p14:cNvContentPartPr/>
                <p14:nvPr/>
              </p14:nvContentPartPr>
              <p14:xfrm>
                <a:off x="492934" y="5283970"/>
                <a:ext cx="108360" cy="2311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475294" y="5265970"/>
                  <a:ext cx="1440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14:cNvPr>
                <p14:cNvContentPartPr/>
                <p14:nvPr/>
              </p14:nvContentPartPr>
              <p14:xfrm>
                <a:off x="730174" y="5249410"/>
                <a:ext cx="167400" cy="360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12534" y="5231410"/>
                  <a:ext cx="2030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14:cNvPr>
                <p14:cNvContentPartPr/>
                <p14:nvPr/>
              </p14:nvContentPartPr>
              <p14:xfrm>
                <a:off x="979294" y="5078410"/>
                <a:ext cx="151200" cy="3139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961294" y="5060770"/>
                  <a:ext cx="1868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14:cNvPr>
                <p14:cNvContentPartPr/>
                <p14:nvPr/>
              </p14:nvContentPartPr>
              <p14:xfrm>
                <a:off x="1143454" y="5321050"/>
                <a:ext cx="120240" cy="2253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25454" y="5303050"/>
                  <a:ext cx="1558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14:cNvPr>
                <p14:cNvContentPartPr/>
                <p14:nvPr/>
              </p14:nvContentPartPr>
              <p14:xfrm>
                <a:off x="1364134" y="5268130"/>
                <a:ext cx="76320" cy="374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346134" y="5250130"/>
                  <a:ext cx="1119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14:cNvPr>
                <p14:cNvContentPartPr/>
                <p14:nvPr/>
              </p14:nvContentPartPr>
              <p14:xfrm>
                <a:off x="1406614" y="5358130"/>
                <a:ext cx="116280" cy="327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388614" y="5340130"/>
                  <a:ext cx="1519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14:cNvPr>
                <p14:cNvContentPartPr/>
                <p14:nvPr/>
              </p14:nvContentPartPr>
              <p14:xfrm>
                <a:off x="1615774" y="5199370"/>
                <a:ext cx="65160" cy="2239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597774" y="5181730"/>
                  <a:ext cx="1008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14:cNvPr>
                <p14:cNvContentPartPr/>
                <p14:nvPr/>
              </p14:nvContentPartPr>
              <p14:xfrm>
                <a:off x="1657174" y="5033050"/>
                <a:ext cx="8280" cy="2304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639534" y="5015050"/>
                  <a:ext cx="439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14:cNvPr>
                <p14:cNvContentPartPr/>
                <p14:nvPr/>
              </p14:nvContentPartPr>
              <p14:xfrm>
                <a:off x="1797934" y="5430490"/>
                <a:ext cx="22320" cy="1238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1780294" y="5412850"/>
                  <a:ext cx="579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14:cNvPr>
                <p14:cNvContentPartPr/>
                <p14:nvPr/>
              </p14:nvContentPartPr>
              <p14:xfrm>
                <a:off x="1876054" y="5388730"/>
                <a:ext cx="121680" cy="1591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858414" y="5371090"/>
                  <a:ext cx="1573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14:cNvPr>
                <p14:cNvContentPartPr/>
                <p14:nvPr/>
              </p14:nvContentPartPr>
              <p14:xfrm>
                <a:off x="2082694" y="5155450"/>
                <a:ext cx="19440" cy="2077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064694" y="5137810"/>
                  <a:ext cx="550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14:cNvPr>
                <p14:cNvContentPartPr/>
                <p14:nvPr/>
              </p14:nvContentPartPr>
              <p14:xfrm>
                <a:off x="2071174" y="5077690"/>
                <a:ext cx="173520" cy="1872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053534" y="5059690"/>
                  <a:ext cx="2091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14:cNvPr>
                <p14:cNvContentPartPr/>
                <p14:nvPr/>
              </p14:nvContentPartPr>
              <p14:xfrm>
                <a:off x="2298334" y="5299450"/>
                <a:ext cx="12240" cy="195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280694" y="5281810"/>
                  <a:ext cx="47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14:cNvPr>
                <p14:cNvContentPartPr/>
                <p14:nvPr/>
              </p14:nvContentPartPr>
              <p14:xfrm>
                <a:off x="2402734" y="5309530"/>
                <a:ext cx="79200" cy="1450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2385094" y="5291890"/>
                  <a:ext cx="114840" cy="18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3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9739DEAB-92D9-45C7-CC01-007BB10ECBF3}"/>
                  </a:ext>
                </a:extLst>
              </p14:cNvPr>
              <p14:cNvContentPartPr/>
              <p14:nvPr/>
            </p14:nvContentPartPr>
            <p14:xfrm>
              <a:off x="3070320" y="2691480"/>
              <a:ext cx="349920" cy="67248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9739DEAB-92D9-45C7-CC01-007BB10ECBF3}"/>
                  </a:ext>
                </a:extLst>
              </p:cNvPr>
              <p:cNvPicPr/>
              <p:nvPr/>
            </p:nvPicPr>
            <p:blipFill>
              <a:blip r:embed="rId494"/>
              <a:stretch>
                <a:fillRect/>
              </a:stretch>
            </p:blipFill>
            <p:spPr>
              <a:xfrm>
                <a:off x="3016680" y="2583840"/>
                <a:ext cx="457560" cy="88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5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F8DE18F1-2A02-0C13-1337-4BC1B531897A}"/>
                  </a:ext>
                </a:extLst>
              </p14:cNvPr>
              <p14:cNvContentPartPr/>
              <p14:nvPr/>
            </p14:nvContentPartPr>
            <p14:xfrm>
              <a:off x="2994720" y="4346760"/>
              <a:ext cx="438480" cy="533520"/>
            </p14:xfrm>
          </p:contentPart>
        </mc:Choice>
        <mc:Fallback xmlns=""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F8DE18F1-2A02-0C13-1337-4BC1B531897A}"/>
                  </a:ext>
                </a:extLst>
              </p:cNvPr>
              <p:cNvPicPr/>
              <p:nvPr/>
            </p:nvPicPr>
            <p:blipFill>
              <a:blip r:embed="rId496"/>
              <a:stretch>
                <a:fillRect/>
              </a:stretch>
            </p:blipFill>
            <p:spPr>
              <a:xfrm>
                <a:off x="2941080" y="4238760"/>
                <a:ext cx="546120" cy="74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7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B1A7753F-8444-1C3E-8084-655A714632C9}"/>
                  </a:ext>
                </a:extLst>
              </p14:cNvPr>
              <p14:cNvContentPartPr/>
              <p14:nvPr/>
            </p14:nvContentPartPr>
            <p14:xfrm>
              <a:off x="4632720" y="4143000"/>
              <a:ext cx="307080" cy="486720"/>
            </p14:xfrm>
          </p:contentPart>
        </mc:Choice>
        <mc:Fallback xmlns=""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B1A7753F-8444-1C3E-8084-655A714632C9}"/>
                  </a:ext>
                </a:extLst>
              </p:cNvPr>
              <p:cNvPicPr/>
              <p:nvPr/>
            </p:nvPicPr>
            <p:blipFill>
              <a:blip r:embed="rId498"/>
              <a:stretch>
                <a:fillRect/>
              </a:stretch>
            </p:blipFill>
            <p:spPr>
              <a:xfrm>
                <a:off x="4578720" y="4035000"/>
                <a:ext cx="414720" cy="70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9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BFFFBAA6-754A-460A-3734-13B3A02B170E}"/>
                  </a:ext>
                </a:extLst>
              </p14:cNvPr>
              <p14:cNvContentPartPr/>
              <p14:nvPr/>
            </p14:nvContentPartPr>
            <p14:xfrm>
              <a:off x="3692040" y="5192400"/>
              <a:ext cx="529920" cy="403560"/>
            </p14:xfrm>
          </p:contentPart>
        </mc:Choice>
        <mc:Fallback xmlns=""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BFFFBAA6-754A-460A-3734-13B3A02B170E}"/>
                  </a:ext>
                </a:extLst>
              </p:cNvPr>
              <p:cNvPicPr/>
              <p:nvPr/>
            </p:nvPicPr>
            <p:blipFill>
              <a:blip r:embed="rId500"/>
              <a:stretch>
                <a:fillRect/>
              </a:stretch>
            </p:blipFill>
            <p:spPr>
              <a:xfrm>
                <a:off x="3638400" y="5084760"/>
                <a:ext cx="637560" cy="61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1">
            <p14:nvContentPartPr>
              <p14:cNvPr id="293" name="Ink 292">
                <a:extLst>
                  <a:ext uri="{FF2B5EF4-FFF2-40B4-BE49-F238E27FC236}">
                    <a16:creationId xmlns:a16="http://schemas.microsoft.com/office/drawing/2014/main" id="{696D9AEB-183E-6E7F-D53C-820DBD117779}"/>
                  </a:ext>
                </a:extLst>
              </p14:cNvPr>
              <p14:cNvContentPartPr/>
              <p14:nvPr/>
            </p14:nvContentPartPr>
            <p14:xfrm>
              <a:off x="4444080" y="2511480"/>
              <a:ext cx="214920" cy="277920"/>
            </p14:xfrm>
          </p:contentPart>
        </mc:Choice>
        <mc:Fallback xmlns="">
          <p:pic>
            <p:nvPicPr>
              <p:cNvPr id="293" name="Ink 292">
                <a:extLst>
                  <a:ext uri="{FF2B5EF4-FFF2-40B4-BE49-F238E27FC236}">
                    <a16:creationId xmlns:a16="http://schemas.microsoft.com/office/drawing/2014/main" id="{696D9AEB-183E-6E7F-D53C-820DBD117779}"/>
                  </a:ext>
                </a:extLst>
              </p:cNvPr>
              <p:cNvPicPr/>
              <p:nvPr/>
            </p:nvPicPr>
            <p:blipFill>
              <a:blip r:embed="rId502"/>
              <a:stretch>
                <a:fillRect/>
              </a:stretch>
            </p:blipFill>
            <p:spPr>
              <a:xfrm>
                <a:off x="4390080" y="2403480"/>
                <a:ext cx="322560" cy="49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3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8F0320B3-9FB1-827D-0ADF-9F70E512A388}"/>
                  </a:ext>
                </a:extLst>
              </p14:cNvPr>
              <p14:cNvContentPartPr/>
              <p14:nvPr/>
            </p14:nvContentPartPr>
            <p14:xfrm>
              <a:off x="4600320" y="2605080"/>
              <a:ext cx="219240" cy="427680"/>
            </p14:xfrm>
          </p:contentPart>
        </mc:Choice>
        <mc:Fallback xmlns=""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8F0320B3-9FB1-827D-0ADF-9F70E512A388}"/>
                  </a:ext>
                </a:extLst>
              </p:cNvPr>
              <p:cNvPicPr/>
              <p:nvPr/>
            </p:nvPicPr>
            <p:blipFill>
              <a:blip r:embed="rId504"/>
              <a:stretch>
                <a:fillRect/>
              </a:stretch>
            </p:blipFill>
            <p:spPr>
              <a:xfrm>
                <a:off x="4546320" y="2497080"/>
                <a:ext cx="32688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5">
            <p14:nvContentPartPr>
              <p14:cNvPr id="302" name="Ink 301">
                <a:extLst>
                  <a:ext uri="{FF2B5EF4-FFF2-40B4-BE49-F238E27FC236}">
                    <a16:creationId xmlns:a16="http://schemas.microsoft.com/office/drawing/2014/main" id="{B199C964-057B-452F-76A4-AFCD39754725}"/>
                  </a:ext>
                </a:extLst>
              </p14:cNvPr>
              <p14:cNvContentPartPr/>
              <p14:nvPr/>
            </p14:nvContentPartPr>
            <p14:xfrm>
              <a:off x="5112960" y="1918920"/>
              <a:ext cx="352440" cy="230040"/>
            </p14:xfrm>
          </p:contentPart>
        </mc:Choice>
        <mc:Fallback xmlns="">
          <p:pic>
            <p:nvPicPr>
              <p:cNvPr id="302" name="Ink 301">
                <a:extLst>
                  <a:ext uri="{FF2B5EF4-FFF2-40B4-BE49-F238E27FC236}">
                    <a16:creationId xmlns:a16="http://schemas.microsoft.com/office/drawing/2014/main" id="{B199C964-057B-452F-76A4-AFCD39754725}"/>
                  </a:ext>
                </a:extLst>
              </p:cNvPr>
              <p:cNvPicPr/>
              <p:nvPr/>
            </p:nvPicPr>
            <p:blipFill>
              <a:blip r:embed="rId506"/>
              <a:stretch>
                <a:fillRect/>
              </a:stretch>
            </p:blipFill>
            <p:spPr>
              <a:xfrm>
                <a:off x="5059320" y="1811280"/>
                <a:ext cx="460080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7">
            <p14:nvContentPartPr>
              <p14:cNvPr id="303" name="Ink 302">
                <a:extLst>
                  <a:ext uri="{FF2B5EF4-FFF2-40B4-BE49-F238E27FC236}">
                    <a16:creationId xmlns:a16="http://schemas.microsoft.com/office/drawing/2014/main" id="{45C93C1F-52BE-7E1B-95B0-CB360635D9A6}"/>
                  </a:ext>
                </a:extLst>
              </p14:cNvPr>
              <p14:cNvContentPartPr/>
              <p14:nvPr/>
            </p14:nvContentPartPr>
            <p14:xfrm>
              <a:off x="5291160" y="3493200"/>
              <a:ext cx="630000" cy="331200"/>
            </p14:xfrm>
          </p:contentPart>
        </mc:Choice>
        <mc:Fallback xmlns="">
          <p:pic>
            <p:nvPicPr>
              <p:cNvPr id="303" name="Ink 302">
                <a:extLst>
                  <a:ext uri="{FF2B5EF4-FFF2-40B4-BE49-F238E27FC236}">
                    <a16:creationId xmlns:a16="http://schemas.microsoft.com/office/drawing/2014/main" id="{45C93C1F-52BE-7E1B-95B0-CB360635D9A6}"/>
                  </a:ext>
                </a:extLst>
              </p:cNvPr>
              <p:cNvPicPr/>
              <p:nvPr/>
            </p:nvPicPr>
            <p:blipFill>
              <a:blip r:embed="rId508"/>
              <a:stretch>
                <a:fillRect/>
              </a:stretch>
            </p:blipFill>
            <p:spPr>
              <a:xfrm>
                <a:off x="5237160" y="3385560"/>
                <a:ext cx="737640" cy="54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9">
            <p14:nvContentPartPr>
              <p14:cNvPr id="304" name="Ink 303">
                <a:extLst>
                  <a:ext uri="{FF2B5EF4-FFF2-40B4-BE49-F238E27FC236}">
                    <a16:creationId xmlns:a16="http://schemas.microsoft.com/office/drawing/2014/main" id="{1F9743D3-C8AA-716C-93ED-4C9915702978}"/>
                  </a:ext>
                </a:extLst>
              </p14:cNvPr>
              <p14:cNvContentPartPr/>
              <p14:nvPr/>
            </p14:nvContentPartPr>
            <p14:xfrm>
              <a:off x="6234000" y="2699040"/>
              <a:ext cx="259920" cy="428760"/>
            </p14:xfrm>
          </p:contentPart>
        </mc:Choice>
        <mc:Fallback xmlns="">
          <p:pic>
            <p:nvPicPr>
              <p:cNvPr id="304" name="Ink 303">
                <a:extLst>
                  <a:ext uri="{FF2B5EF4-FFF2-40B4-BE49-F238E27FC236}">
                    <a16:creationId xmlns:a16="http://schemas.microsoft.com/office/drawing/2014/main" id="{1F9743D3-C8AA-716C-93ED-4C9915702978}"/>
                  </a:ext>
                </a:extLst>
              </p:cNvPr>
              <p:cNvPicPr/>
              <p:nvPr/>
            </p:nvPicPr>
            <p:blipFill>
              <a:blip r:embed="rId510"/>
              <a:stretch>
                <a:fillRect/>
              </a:stretch>
            </p:blipFill>
            <p:spPr>
              <a:xfrm>
                <a:off x="6180360" y="2591040"/>
                <a:ext cx="367560" cy="64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1">
            <p14:nvContentPartPr>
              <p14:cNvPr id="305" name="Ink 304">
                <a:extLst>
                  <a:ext uri="{FF2B5EF4-FFF2-40B4-BE49-F238E27FC236}">
                    <a16:creationId xmlns:a16="http://schemas.microsoft.com/office/drawing/2014/main" id="{7C8A0E5F-9AFA-5855-3D13-F48235F8F8A9}"/>
                  </a:ext>
                </a:extLst>
              </p14:cNvPr>
              <p14:cNvContentPartPr/>
              <p14:nvPr/>
            </p14:nvContentPartPr>
            <p14:xfrm>
              <a:off x="6415080" y="4266840"/>
              <a:ext cx="343080" cy="372600"/>
            </p14:xfrm>
          </p:contentPart>
        </mc:Choice>
        <mc:Fallback xmlns="">
          <p:pic>
            <p:nvPicPr>
              <p:cNvPr id="305" name="Ink 304">
                <a:extLst>
                  <a:ext uri="{FF2B5EF4-FFF2-40B4-BE49-F238E27FC236}">
                    <a16:creationId xmlns:a16="http://schemas.microsoft.com/office/drawing/2014/main" id="{7C8A0E5F-9AFA-5855-3D13-F48235F8F8A9}"/>
                  </a:ext>
                </a:extLst>
              </p:cNvPr>
              <p:cNvPicPr/>
              <p:nvPr/>
            </p:nvPicPr>
            <p:blipFill>
              <a:blip r:embed="rId512"/>
              <a:stretch>
                <a:fillRect/>
              </a:stretch>
            </p:blipFill>
            <p:spPr>
              <a:xfrm>
                <a:off x="6361080" y="4158840"/>
                <a:ext cx="450720" cy="58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3">
            <p14:nvContentPartPr>
              <p14:cNvPr id="306" name="Ink 305">
                <a:extLst>
                  <a:ext uri="{FF2B5EF4-FFF2-40B4-BE49-F238E27FC236}">
                    <a16:creationId xmlns:a16="http://schemas.microsoft.com/office/drawing/2014/main" id="{427FF3DC-7FEB-C4C9-B96D-880552998206}"/>
                  </a:ext>
                </a:extLst>
              </p14:cNvPr>
              <p14:cNvContentPartPr/>
              <p14:nvPr/>
            </p14:nvContentPartPr>
            <p14:xfrm>
              <a:off x="5536680" y="5008800"/>
              <a:ext cx="495720" cy="271080"/>
            </p14:xfrm>
          </p:contentPart>
        </mc:Choice>
        <mc:Fallback xmlns="">
          <p:pic>
            <p:nvPicPr>
              <p:cNvPr id="306" name="Ink 305">
                <a:extLst>
                  <a:ext uri="{FF2B5EF4-FFF2-40B4-BE49-F238E27FC236}">
                    <a16:creationId xmlns:a16="http://schemas.microsoft.com/office/drawing/2014/main" id="{427FF3DC-7FEB-C4C9-B96D-880552998206}"/>
                  </a:ext>
                </a:extLst>
              </p:cNvPr>
              <p:cNvPicPr/>
              <p:nvPr/>
            </p:nvPicPr>
            <p:blipFill>
              <a:blip r:embed="rId514"/>
              <a:stretch>
                <a:fillRect/>
              </a:stretch>
            </p:blipFill>
            <p:spPr>
              <a:xfrm>
                <a:off x="5483040" y="4901160"/>
                <a:ext cx="603360" cy="48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5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640E0D79-7DBA-2CAE-47ED-A5418825C92A}"/>
                  </a:ext>
                </a:extLst>
              </p14:cNvPr>
              <p14:cNvContentPartPr/>
              <p14:nvPr/>
            </p14:nvContentPartPr>
            <p14:xfrm>
              <a:off x="94920" y="2698680"/>
              <a:ext cx="1307160" cy="712800"/>
            </p14:xfrm>
          </p:contentPart>
        </mc:Choice>
        <mc:Fallback xmlns=""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640E0D79-7DBA-2CAE-47ED-A5418825C92A}"/>
                  </a:ext>
                </a:extLst>
              </p:cNvPr>
              <p:cNvPicPr/>
              <p:nvPr/>
            </p:nvPicPr>
            <p:blipFill>
              <a:blip r:embed="rId516"/>
              <a:stretch>
                <a:fillRect/>
              </a:stretch>
            </p:blipFill>
            <p:spPr>
              <a:xfrm>
                <a:off x="40920" y="2591040"/>
                <a:ext cx="1414800" cy="9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7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CEBADE68-416E-5B9D-84AC-BA60989B9100}"/>
                  </a:ext>
                </a:extLst>
              </p14:cNvPr>
              <p14:cNvContentPartPr/>
              <p14:nvPr/>
            </p14:nvContentPartPr>
            <p14:xfrm>
              <a:off x="241440" y="3035640"/>
              <a:ext cx="48600" cy="26280"/>
            </p14:xfrm>
          </p:contentPart>
        </mc:Choice>
        <mc:Fallback xmlns=""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CEBADE68-416E-5B9D-84AC-BA60989B9100}"/>
                  </a:ext>
                </a:extLst>
              </p:cNvPr>
              <p:cNvPicPr/>
              <p:nvPr/>
            </p:nvPicPr>
            <p:blipFill>
              <a:blip r:embed="rId518"/>
              <a:stretch>
                <a:fillRect/>
              </a:stretch>
            </p:blipFill>
            <p:spPr>
              <a:xfrm>
                <a:off x="187800" y="2927640"/>
                <a:ext cx="15624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9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0631EF93-41D1-0715-EB43-AD0C9C76FC93}"/>
                  </a:ext>
                </a:extLst>
              </p14:cNvPr>
              <p14:cNvContentPartPr/>
              <p14:nvPr/>
            </p14:nvContentPartPr>
            <p14:xfrm>
              <a:off x="3494040" y="2016840"/>
              <a:ext cx="477000" cy="31212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0631EF93-41D1-0715-EB43-AD0C9C76FC93}"/>
                  </a:ext>
                </a:extLst>
              </p:cNvPr>
              <p:cNvPicPr/>
              <p:nvPr/>
            </p:nvPicPr>
            <p:blipFill>
              <a:blip r:embed="rId520"/>
              <a:stretch>
                <a:fillRect/>
              </a:stretch>
            </p:blipFill>
            <p:spPr>
              <a:xfrm>
                <a:off x="3440040" y="1908840"/>
                <a:ext cx="584640" cy="527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301992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795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9405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3" name="Picture 152" descr="A white paper with black numbers and symbols&#10;&#10;Description automatically generated">
            <a:extLst>
              <a:ext uri="{FF2B5EF4-FFF2-40B4-BE49-F238E27FC236}">
                <a16:creationId xmlns:a16="http://schemas.microsoft.com/office/drawing/2014/main" id="{06621E05-0F8A-4B8E-0A39-83B8509E0B46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4826" y="1008440"/>
            <a:ext cx="3867858" cy="5509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720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screenshot of a math test&#10;&#10;Description automatically generated">
            <a:extLst>
              <a:ext uri="{FF2B5EF4-FFF2-40B4-BE49-F238E27FC236}">
                <a16:creationId xmlns:a16="http://schemas.microsoft.com/office/drawing/2014/main" id="{46A89DB5-AD3E-B9C9-40CA-70EF6AD9139B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814" y="840336"/>
            <a:ext cx="2769661" cy="586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770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10F0-04BC-5A6B-F84C-BBAF99FDA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circuits</a:t>
            </a:r>
          </a:p>
        </p:txBody>
      </p:sp>
      <p:pic>
        <p:nvPicPr>
          <p:cNvPr id="6" name="Content Placeholder 5" descr="A diagram of a black box&#10;&#10;Description automatically generated">
            <a:extLst>
              <a:ext uri="{FF2B5EF4-FFF2-40B4-BE49-F238E27FC236}">
                <a16:creationId xmlns:a16="http://schemas.microsoft.com/office/drawing/2014/main" id="{FED7D7D0-C46C-0077-4E5C-CA4CD515B8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52" y="1812897"/>
            <a:ext cx="10107368" cy="305817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953C0-F8FE-71F5-D6D4-57C081893C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2279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3A8E1-6F31-3374-7A58-8BBF85C6B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BFC027-7C85-B220-72EB-80B9E8CA3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573" y="1176793"/>
            <a:ext cx="6287035" cy="50001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21D2A8-ED2B-1EAA-7297-155906297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8870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1C1E1-ABB8-6B5C-67D4-C4207C484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C5A0A12-2B81-0D07-24E1-6BDB4246E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85" y="1571183"/>
            <a:ext cx="555348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0F0F3-CAC1-D731-45D2-E8B8833F4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21523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B7284-6480-AFA2-D32C-85EE156E6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9AEEE8CC-210C-5F12-CF21-778D8A3101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39" y="1795026"/>
            <a:ext cx="11073401" cy="326794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56E9A-D2E9-FF09-9DD3-1D1392C1A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5516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5C7A-BACF-CE70-CA01-6BB2C155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CFC8D6A8-1C0B-2257-8B15-2A10F13C3B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22" y="1411231"/>
            <a:ext cx="3687426" cy="323233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2566A-8B72-14E8-856F-2D5CF83C2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669A0189-6DC2-151E-28DD-F33B5A3C2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921" y="1300886"/>
            <a:ext cx="4003574" cy="366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6585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A86C8-C731-3D40-F142-DC56C18F4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Diagram of an air-core inductor&#10;&#10;Description automatically generated">
            <a:extLst>
              <a:ext uri="{FF2B5EF4-FFF2-40B4-BE49-F238E27FC236}">
                <a16:creationId xmlns:a16="http://schemas.microsoft.com/office/drawing/2014/main" id="{F4A15D06-5BF5-E85E-820E-A2C8520335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58" y="1554511"/>
            <a:ext cx="10416484" cy="33752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36D20-072D-2D29-881B-49AC4180D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43043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6C773-9BD3-CCC7-875D-786ECB303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A black and white logo&#10;&#10;Description automatically generated">
            <a:extLst>
              <a:ext uri="{FF2B5EF4-FFF2-40B4-BE49-F238E27FC236}">
                <a16:creationId xmlns:a16="http://schemas.microsoft.com/office/drawing/2014/main" id="{06D0ED81-235E-7456-2BB3-9341E9535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948" y="2343055"/>
            <a:ext cx="4092295" cy="137934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5E82B-4E41-8529-AA29-A7EB6AA52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electrical component&#10;&#10;Description automatically generated">
            <a:extLst>
              <a:ext uri="{FF2B5EF4-FFF2-40B4-BE49-F238E27FC236}">
                <a16:creationId xmlns:a16="http://schemas.microsoft.com/office/drawing/2014/main" id="{CC0F3822-26D5-4367-320D-68A3C8170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143" y="2010707"/>
            <a:ext cx="2304737" cy="2123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69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22892</TotalTime>
  <Words>162</Words>
  <Application>Microsoft Office PowerPoint</Application>
  <PresentationFormat>Widescreen</PresentationFormat>
  <Paragraphs>54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Nodal analysis</vt:lpstr>
      <vt:lpstr>Label nodes</vt:lpstr>
      <vt:lpstr>Label currents</vt:lpstr>
      <vt:lpstr>Voltage drop directions</vt:lpstr>
      <vt:lpstr>Write equations based on KCL and Ohm’s law </vt:lpstr>
      <vt:lpstr>Write equations based on KCL and Ohm’s law </vt:lpstr>
      <vt:lpstr>Write equations based on KCL and Ohm’s law </vt:lpstr>
      <vt:lpstr>Solve for unknowns 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Equivalent circuits</vt:lpstr>
      <vt:lpstr>Thevenin’s equivalent circuit</vt:lpstr>
      <vt:lpstr>Norton’s equivalent circuit</vt:lpstr>
      <vt:lpstr>Capacitors </vt:lpstr>
      <vt:lpstr>Capacitors </vt:lpstr>
      <vt:lpstr>Inductors </vt:lpstr>
      <vt:lpstr>Inductors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931</cp:revision>
  <cp:lastPrinted>2017-03-30T23:40:26Z</cp:lastPrinted>
  <dcterms:created xsi:type="dcterms:W3CDTF">2014-02-24T21:19:39Z</dcterms:created>
  <dcterms:modified xsi:type="dcterms:W3CDTF">2026-02-05T17:40:36Z</dcterms:modified>
</cp:coreProperties>
</file>