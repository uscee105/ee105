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794" r:id="rId2"/>
    <p:sldId id="802" r:id="rId3"/>
    <p:sldId id="803" r:id="rId4"/>
    <p:sldId id="804" r:id="rId5"/>
    <p:sldId id="805" r:id="rId6"/>
    <p:sldId id="806" r:id="rId7"/>
    <p:sldId id="807" r:id="rId8"/>
    <p:sldId id="808" r:id="rId9"/>
    <p:sldId id="809" r:id="rId10"/>
    <p:sldId id="810" r:id="rId11"/>
    <p:sldId id="811" r:id="rId12"/>
    <p:sldId id="812" r:id="rId13"/>
    <p:sldId id="813" r:id="rId14"/>
    <p:sldId id="814" r:id="rId15"/>
    <p:sldId id="817" r:id="rId16"/>
    <p:sldId id="829" r:id="rId17"/>
    <p:sldId id="827" r:id="rId18"/>
    <p:sldId id="818" r:id="rId19"/>
    <p:sldId id="820" r:id="rId20"/>
    <p:sldId id="821" r:id="rId21"/>
    <p:sldId id="822" r:id="rId22"/>
    <p:sldId id="798" r:id="rId23"/>
    <p:sldId id="799" r:id="rId24"/>
    <p:sldId id="800" r:id="rId25"/>
    <p:sldId id="80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531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34.png"/><Relationship Id="rId42" Type="http://schemas.openxmlformats.org/officeDocument/2006/relationships/customXml" Target="../ink/ink21.xml"/><Relationship Id="rId47" Type="http://schemas.openxmlformats.org/officeDocument/2006/relationships/image" Target="../media/image47.png"/><Relationship Id="rId63" Type="http://schemas.openxmlformats.org/officeDocument/2006/relationships/image" Target="../media/image55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68.png"/><Relationship Id="rId16" Type="http://schemas.openxmlformats.org/officeDocument/2006/relationships/customXml" Target="../ink/ink8.xml"/><Relationship Id="rId11" Type="http://schemas.openxmlformats.org/officeDocument/2006/relationships/image" Target="../media/image29.png"/><Relationship Id="rId32" Type="http://schemas.openxmlformats.org/officeDocument/2006/relationships/customXml" Target="../ink/ink16.xml"/><Relationship Id="rId37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63.png"/><Relationship Id="rId5" Type="http://schemas.openxmlformats.org/officeDocument/2006/relationships/image" Target="../media/image26.png"/><Relationship Id="rId90" Type="http://schemas.openxmlformats.org/officeDocument/2006/relationships/customXml" Target="../ink/ink45.xml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7.png"/><Relationship Id="rId30" Type="http://schemas.openxmlformats.org/officeDocument/2006/relationships/customXml" Target="../ink/ink15.xml"/><Relationship Id="rId35" Type="http://schemas.openxmlformats.org/officeDocument/2006/relationships/image" Target="../media/image41.png"/><Relationship Id="rId43" Type="http://schemas.openxmlformats.org/officeDocument/2006/relationships/image" Target="../media/image45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58.png"/><Relationship Id="rId77" Type="http://schemas.openxmlformats.org/officeDocument/2006/relationships/image" Target="../media/image62.png"/><Relationship Id="rId8" Type="http://schemas.openxmlformats.org/officeDocument/2006/relationships/customXml" Target="../ink/ink4.xml"/><Relationship Id="rId51" Type="http://schemas.openxmlformats.org/officeDocument/2006/relationships/image" Target="../media/image49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66.png"/><Relationship Id="rId3" Type="http://schemas.openxmlformats.org/officeDocument/2006/relationships/image" Target="../media/image25.png"/><Relationship Id="rId12" Type="http://schemas.openxmlformats.org/officeDocument/2006/relationships/customXml" Target="../ink/ink6.xml"/><Relationship Id="rId17" Type="http://schemas.openxmlformats.org/officeDocument/2006/relationships/image" Target="../media/image32.png"/><Relationship Id="rId25" Type="http://schemas.openxmlformats.org/officeDocument/2006/relationships/image" Target="../media/image36.png"/><Relationship Id="rId33" Type="http://schemas.openxmlformats.org/officeDocument/2006/relationships/image" Target="../media/image40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53.png"/><Relationship Id="rId67" Type="http://schemas.openxmlformats.org/officeDocument/2006/relationships/image" Target="../media/image57.png"/><Relationship Id="rId20" Type="http://schemas.openxmlformats.org/officeDocument/2006/relationships/customXml" Target="../ink/ink10.xml"/><Relationship Id="rId41" Type="http://schemas.openxmlformats.org/officeDocument/2006/relationships/image" Target="../media/image44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61.png"/><Relationship Id="rId83" Type="http://schemas.openxmlformats.org/officeDocument/2006/relationships/image" Target="../media/image65.png"/><Relationship Id="rId88" Type="http://schemas.openxmlformats.org/officeDocument/2006/relationships/customXml" Target="../ink/ink44.xml"/><Relationship Id="rId91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31.png"/><Relationship Id="rId23" Type="http://schemas.openxmlformats.org/officeDocument/2006/relationships/image" Target="../media/image35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8.png"/><Relationship Id="rId57" Type="http://schemas.openxmlformats.org/officeDocument/2006/relationships/image" Target="../media/image52.png"/><Relationship Id="rId10" Type="http://schemas.openxmlformats.org/officeDocument/2006/relationships/customXml" Target="../ink/ink5.xml"/><Relationship Id="rId31" Type="http://schemas.openxmlformats.org/officeDocument/2006/relationships/image" Target="../media/image39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56.png"/><Relationship Id="rId73" Type="http://schemas.openxmlformats.org/officeDocument/2006/relationships/image" Target="../media/image60.png"/><Relationship Id="rId78" Type="http://schemas.openxmlformats.org/officeDocument/2006/relationships/customXml" Target="../ink/ink39.xml"/><Relationship Id="rId81" Type="http://schemas.openxmlformats.org/officeDocument/2006/relationships/image" Target="../media/image64.png"/><Relationship Id="rId86" Type="http://schemas.openxmlformats.org/officeDocument/2006/relationships/customXml" Target="../ink/ink43.xml"/><Relationship Id="rId4" Type="http://schemas.openxmlformats.org/officeDocument/2006/relationships/customXml" Target="../ink/ink2.xml"/><Relationship Id="rId9" Type="http://schemas.openxmlformats.org/officeDocument/2006/relationships/image" Target="../media/image28.png"/><Relationship Id="rId13" Type="http://schemas.openxmlformats.org/officeDocument/2006/relationships/image" Target="../media/image30.png"/><Relationship Id="rId18" Type="http://schemas.openxmlformats.org/officeDocument/2006/relationships/customXml" Target="../ink/ink9.xml"/><Relationship Id="rId39" Type="http://schemas.openxmlformats.org/officeDocument/2006/relationships/image" Target="../media/image43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51.png"/><Relationship Id="rId76" Type="http://schemas.openxmlformats.org/officeDocument/2006/relationships/customXml" Target="../ink/ink38.xml"/><Relationship Id="rId7" Type="http://schemas.openxmlformats.org/officeDocument/2006/relationships/image" Target="../media/image27.png"/><Relationship Id="rId71" Type="http://schemas.openxmlformats.org/officeDocument/2006/relationships/image" Target="../media/image59.png"/><Relationship Id="rId2" Type="http://schemas.openxmlformats.org/officeDocument/2006/relationships/customXml" Target="../ink/ink1.xml"/><Relationship Id="rId29" Type="http://schemas.openxmlformats.org/officeDocument/2006/relationships/image" Target="../media/image38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6.png"/><Relationship Id="rId66" Type="http://schemas.openxmlformats.org/officeDocument/2006/relationships/customXml" Target="../ink/ink33.xml"/><Relationship Id="rId87" Type="http://schemas.openxmlformats.org/officeDocument/2006/relationships/image" Target="../media/image67.png"/><Relationship Id="rId61" Type="http://schemas.openxmlformats.org/officeDocument/2006/relationships/image" Target="../media/image54.png"/><Relationship Id="rId82" Type="http://schemas.openxmlformats.org/officeDocument/2006/relationships/customXml" Target="../ink/ink41.xml"/><Relationship Id="rId1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.png"/><Relationship Id="rId21" Type="http://schemas.openxmlformats.org/officeDocument/2006/relationships/image" Target="../media/image77.png"/><Relationship Id="rId42" Type="http://schemas.openxmlformats.org/officeDocument/2006/relationships/customXml" Target="../ink/ink66.xml"/><Relationship Id="rId63" Type="http://schemas.openxmlformats.org/officeDocument/2006/relationships/image" Target="../media/image97.png"/><Relationship Id="rId84" Type="http://schemas.openxmlformats.org/officeDocument/2006/relationships/customXml" Target="../ink/ink87.xml"/><Relationship Id="rId138" Type="http://schemas.openxmlformats.org/officeDocument/2006/relationships/customXml" Target="../ink/ink114.xml"/><Relationship Id="rId159" Type="http://schemas.openxmlformats.org/officeDocument/2006/relationships/image" Target="../media/image144.png"/><Relationship Id="rId170" Type="http://schemas.openxmlformats.org/officeDocument/2006/relationships/customXml" Target="../ink/ink130.xml"/><Relationship Id="rId107" Type="http://schemas.openxmlformats.org/officeDocument/2006/relationships/image" Target="../media/image118.png"/><Relationship Id="rId11" Type="http://schemas.openxmlformats.org/officeDocument/2006/relationships/image" Target="../media/image72.png"/><Relationship Id="rId32" Type="http://schemas.openxmlformats.org/officeDocument/2006/relationships/customXml" Target="../ink/ink61.xml"/><Relationship Id="rId53" Type="http://schemas.openxmlformats.org/officeDocument/2006/relationships/image" Target="../media/image93.png"/><Relationship Id="rId74" Type="http://schemas.openxmlformats.org/officeDocument/2006/relationships/customXml" Target="../ink/ink82.xml"/><Relationship Id="rId128" Type="http://schemas.openxmlformats.org/officeDocument/2006/relationships/customXml" Target="../ink/ink109.xml"/><Relationship Id="rId149" Type="http://schemas.openxmlformats.org/officeDocument/2006/relationships/image" Target="../media/image139.png"/><Relationship Id="rId5" Type="http://schemas.openxmlformats.org/officeDocument/2006/relationships/image" Target="../media/image70.png"/><Relationship Id="rId95" Type="http://schemas.openxmlformats.org/officeDocument/2006/relationships/image" Target="../media/image112.png"/><Relationship Id="rId160" Type="http://schemas.openxmlformats.org/officeDocument/2006/relationships/customXml" Target="../ink/ink125.xml"/><Relationship Id="rId181" Type="http://schemas.openxmlformats.org/officeDocument/2006/relationships/image" Target="../media/image155.png"/><Relationship Id="rId22" Type="http://schemas.openxmlformats.org/officeDocument/2006/relationships/customXml" Target="../ink/ink56.xml"/><Relationship Id="rId43" Type="http://schemas.openxmlformats.org/officeDocument/2006/relationships/image" Target="../media/image88.png"/><Relationship Id="rId64" Type="http://schemas.openxmlformats.org/officeDocument/2006/relationships/customXml" Target="../ink/ink77.xml"/><Relationship Id="rId118" Type="http://schemas.openxmlformats.org/officeDocument/2006/relationships/customXml" Target="../ink/ink104.xml"/><Relationship Id="rId139" Type="http://schemas.openxmlformats.org/officeDocument/2006/relationships/image" Target="../media/image134.png"/><Relationship Id="rId85" Type="http://schemas.openxmlformats.org/officeDocument/2006/relationships/image" Target="../media/image107.png"/><Relationship Id="rId150" Type="http://schemas.openxmlformats.org/officeDocument/2006/relationships/customXml" Target="../ink/ink120.xml"/><Relationship Id="rId171" Type="http://schemas.openxmlformats.org/officeDocument/2006/relationships/image" Target="../media/image150.png"/><Relationship Id="rId12" Type="http://schemas.openxmlformats.org/officeDocument/2006/relationships/customXml" Target="../ink/ink51.xml"/><Relationship Id="rId33" Type="http://schemas.openxmlformats.org/officeDocument/2006/relationships/image" Target="../media/image83.png"/><Relationship Id="rId108" Type="http://schemas.openxmlformats.org/officeDocument/2006/relationships/customXml" Target="../ink/ink99.xml"/><Relationship Id="rId129" Type="http://schemas.openxmlformats.org/officeDocument/2006/relationships/image" Target="../media/image129.png"/><Relationship Id="rId54" Type="http://schemas.openxmlformats.org/officeDocument/2006/relationships/customXml" Target="../ink/ink72.xml"/><Relationship Id="rId75" Type="http://schemas.openxmlformats.org/officeDocument/2006/relationships/image" Target="../media/image102.png"/><Relationship Id="rId96" Type="http://schemas.openxmlformats.org/officeDocument/2006/relationships/customXml" Target="../ink/ink93.xml"/><Relationship Id="rId140" Type="http://schemas.openxmlformats.org/officeDocument/2006/relationships/customXml" Target="../ink/ink115.xml"/><Relationship Id="rId161" Type="http://schemas.openxmlformats.org/officeDocument/2006/relationships/image" Target="../media/image145.png"/><Relationship Id="rId6" Type="http://schemas.openxmlformats.org/officeDocument/2006/relationships/customXml" Target="../ink/ink48.xml"/><Relationship Id="rId23" Type="http://schemas.openxmlformats.org/officeDocument/2006/relationships/image" Target="../media/image78.png"/><Relationship Id="rId119" Type="http://schemas.openxmlformats.org/officeDocument/2006/relationships/image" Target="../media/image124.png"/><Relationship Id="rId44" Type="http://schemas.openxmlformats.org/officeDocument/2006/relationships/customXml" Target="../ink/ink67.xml"/><Relationship Id="rId60" Type="http://schemas.openxmlformats.org/officeDocument/2006/relationships/customXml" Target="../ink/ink75.xml"/><Relationship Id="rId65" Type="http://schemas.openxmlformats.org/officeDocument/2006/relationships/image" Target="../media/image98.png"/><Relationship Id="rId81" Type="http://schemas.openxmlformats.org/officeDocument/2006/relationships/image" Target="../media/image105.png"/><Relationship Id="rId86" Type="http://schemas.openxmlformats.org/officeDocument/2006/relationships/customXml" Target="../ink/ink88.xml"/><Relationship Id="rId130" Type="http://schemas.openxmlformats.org/officeDocument/2006/relationships/customXml" Target="../ink/ink110.xml"/><Relationship Id="rId135" Type="http://schemas.openxmlformats.org/officeDocument/2006/relationships/image" Target="../media/image132.png"/><Relationship Id="rId151" Type="http://schemas.openxmlformats.org/officeDocument/2006/relationships/image" Target="../media/image140.png"/><Relationship Id="rId156" Type="http://schemas.openxmlformats.org/officeDocument/2006/relationships/customXml" Target="../ink/ink123.xml"/><Relationship Id="rId177" Type="http://schemas.openxmlformats.org/officeDocument/2006/relationships/image" Target="../media/image153.png"/><Relationship Id="rId172" Type="http://schemas.openxmlformats.org/officeDocument/2006/relationships/customXml" Target="../ink/ink131.xml"/><Relationship Id="rId13" Type="http://schemas.openxmlformats.org/officeDocument/2006/relationships/image" Target="../media/image73.png"/><Relationship Id="rId18" Type="http://schemas.openxmlformats.org/officeDocument/2006/relationships/customXml" Target="../ink/ink54.xml"/><Relationship Id="rId39" Type="http://schemas.openxmlformats.org/officeDocument/2006/relationships/image" Target="../media/image86.png"/><Relationship Id="rId109" Type="http://schemas.openxmlformats.org/officeDocument/2006/relationships/image" Target="../media/image119.png"/><Relationship Id="rId34" Type="http://schemas.openxmlformats.org/officeDocument/2006/relationships/customXml" Target="../ink/ink62.xml"/><Relationship Id="rId50" Type="http://schemas.openxmlformats.org/officeDocument/2006/relationships/customXml" Target="../ink/ink70.xml"/><Relationship Id="rId55" Type="http://schemas.openxmlformats.org/officeDocument/2006/relationships/image" Target="../media/image94.png"/><Relationship Id="rId76" Type="http://schemas.openxmlformats.org/officeDocument/2006/relationships/customXml" Target="../ink/ink83.xml"/><Relationship Id="rId97" Type="http://schemas.openxmlformats.org/officeDocument/2006/relationships/image" Target="../media/image113.png"/><Relationship Id="rId104" Type="http://schemas.openxmlformats.org/officeDocument/2006/relationships/customXml" Target="../ink/ink97.xml"/><Relationship Id="rId120" Type="http://schemas.openxmlformats.org/officeDocument/2006/relationships/customXml" Target="../ink/ink105.xml"/><Relationship Id="rId125" Type="http://schemas.openxmlformats.org/officeDocument/2006/relationships/image" Target="../media/image127.png"/><Relationship Id="rId141" Type="http://schemas.openxmlformats.org/officeDocument/2006/relationships/image" Target="../media/image135.png"/><Relationship Id="rId146" Type="http://schemas.openxmlformats.org/officeDocument/2006/relationships/customXml" Target="../ink/ink118.xml"/><Relationship Id="rId167" Type="http://schemas.openxmlformats.org/officeDocument/2006/relationships/image" Target="../media/image148.png"/><Relationship Id="rId7" Type="http://schemas.openxmlformats.org/officeDocument/2006/relationships/image" Target="../media/image71.png"/><Relationship Id="rId71" Type="http://schemas.openxmlformats.org/officeDocument/2006/relationships/image" Target="../media/image59.png"/><Relationship Id="rId92" Type="http://schemas.openxmlformats.org/officeDocument/2006/relationships/customXml" Target="../ink/ink91.xml"/><Relationship Id="rId162" Type="http://schemas.openxmlformats.org/officeDocument/2006/relationships/customXml" Target="../ink/ink126.xml"/><Relationship Id="rId2" Type="http://schemas.openxmlformats.org/officeDocument/2006/relationships/customXml" Target="../ink/ink46.xml"/><Relationship Id="rId29" Type="http://schemas.openxmlformats.org/officeDocument/2006/relationships/image" Target="../media/image81.png"/><Relationship Id="rId24" Type="http://schemas.openxmlformats.org/officeDocument/2006/relationships/customXml" Target="../ink/ink57.xml"/><Relationship Id="rId40" Type="http://schemas.openxmlformats.org/officeDocument/2006/relationships/customXml" Target="../ink/ink65.xml"/><Relationship Id="rId45" Type="http://schemas.openxmlformats.org/officeDocument/2006/relationships/image" Target="../media/image89.png"/><Relationship Id="rId66" Type="http://schemas.openxmlformats.org/officeDocument/2006/relationships/customXml" Target="../ink/ink78.xml"/><Relationship Id="rId87" Type="http://schemas.openxmlformats.org/officeDocument/2006/relationships/image" Target="../media/image108.png"/><Relationship Id="rId110" Type="http://schemas.openxmlformats.org/officeDocument/2006/relationships/customXml" Target="../ink/ink100.xml"/><Relationship Id="rId115" Type="http://schemas.openxmlformats.org/officeDocument/2006/relationships/image" Target="../media/image122.png"/><Relationship Id="rId131" Type="http://schemas.openxmlformats.org/officeDocument/2006/relationships/image" Target="../media/image130.png"/><Relationship Id="rId136" Type="http://schemas.openxmlformats.org/officeDocument/2006/relationships/customXml" Target="../ink/ink113.xml"/><Relationship Id="rId157" Type="http://schemas.openxmlformats.org/officeDocument/2006/relationships/image" Target="../media/image143.png"/><Relationship Id="rId178" Type="http://schemas.openxmlformats.org/officeDocument/2006/relationships/customXml" Target="../ink/ink134.xml"/><Relationship Id="rId61" Type="http://schemas.openxmlformats.org/officeDocument/2006/relationships/image" Target="../media/image96.png"/><Relationship Id="rId82" Type="http://schemas.openxmlformats.org/officeDocument/2006/relationships/customXml" Target="../ink/ink86.xml"/><Relationship Id="rId152" Type="http://schemas.openxmlformats.org/officeDocument/2006/relationships/customXml" Target="../ink/ink121.xml"/><Relationship Id="rId173" Type="http://schemas.openxmlformats.org/officeDocument/2006/relationships/image" Target="../media/image151.png"/><Relationship Id="rId19" Type="http://schemas.openxmlformats.org/officeDocument/2006/relationships/image" Target="../media/image76.png"/><Relationship Id="rId14" Type="http://schemas.openxmlformats.org/officeDocument/2006/relationships/customXml" Target="../ink/ink52.xml"/><Relationship Id="rId30" Type="http://schemas.openxmlformats.org/officeDocument/2006/relationships/customXml" Target="../ink/ink60.xml"/><Relationship Id="rId35" Type="http://schemas.openxmlformats.org/officeDocument/2006/relationships/image" Target="../media/image84.png"/><Relationship Id="rId56" Type="http://schemas.openxmlformats.org/officeDocument/2006/relationships/customXml" Target="../ink/ink73.xml"/><Relationship Id="rId77" Type="http://schemas.openxmlformats.org/officeDocument/2006/relationships/image" Target="../media/image103.png"/><Relationship Id="rId100" Type="http://schemas.openxmlformats.org/officeDocument/2006/relationships/customXml" Target="../ink/ink95.xml"/><Relationship Id="rId105" Type="http://schemas.openxmlformats.org/officeDocument/2006/relationships/image" Target="../media/image117.png"/><Relationship Id="rId126" Type="http://schemas.openxmlformats.org/officeDocument/2006/relationships/customXml" Target="../ink/ink108.xml"/><Relationship Id="rId147" Type="http://schemas.openxmlformats.org/officeDocument/2006/relationships/image" Target="../media/image138.png"/><Relationship Id="rId168" Type="http://schemas.openxmlformats.org/officeDocument/2006/relationships/customXml" Target="../ink/ink129.xml"/><Relationship Id="rId8" Type="http://schemas.openxmlformats.org/officeDocument/2006/relationships/customXml" Target="../ink/ink49.xml"/><Relationship Id="rId51" Type="http://schemas.openxmlformats.org/officeDocument/2006/relationships/image" Target="../media/image92.png"/><Relationship Id="rId72" Type="http://schemas.openxmlformats.org/officeDocument/2006/relationships/customXml" Target="../ink/ink81.xml"/><Relationship Id="rId93" Type="http://schemas.openxmlformats.org/officeDocument/2006/relationships/image" Target="../media/image111.png"/><Relationship Id="rId98" Type="http://schemas.openxmlformats.org/officeDocument/2006/relationships/customXml" Target="../ink/ink94.xml"/><Relationship Id="rId121" Type="http://schemas.openxmlformats.org/officeDocument/2006/relationships/image" Target="../media/image125.png"/><Relationship Id="rId142" Type="http://schemas.openxmlformats.org/officeDocument/2006/relationships/customXml" Target="../ink/ink116.xml"/><Relationship Id="rId163" Type="http://schemas.openxmlformats.org/officeDocument/2006/relationships/image" Target="../media/image146.png"/><Relationship Id="rId3" Type="http://schemas.openxmlformats.org/officeDocument/2006/relationships/image" Target="../media/image25.png"/><Relationship Id="rId25" Type="http://schemas.openxmlformats.org/officeDocument/2006/relationships/image" Target="../media/image79.png"/><Relationship Id="rId46" Type="http://schemas.openxmlformats.org/officeDocument/2006/relationships/customXml" Target="../ink/ink68.xml"/><Relationship Id="rId67" Type="http://schemas.openxmlformats.org/officeDocument/2006/relationships/image" Target="../media/image99.png"/><Relationship Id="rId116" Type="http://schemas.openxmlformats.org/officeDocument/2006/relationships/customXml" Target="../ink/ink103.xml"/><Relationship Id="rId137" Type="http://schemas.openxmlformats.org/officeDocument/2006/relationships/image" Target="../media/image133.png"/><Relationship Id="rId158" Type="http://schemas.openxmlformats.org/officeDocument/2006/relationships/customXml" Target="../ink/ink124.xml"/><Relationship Id="rId20" Type="http://schemas.openxmlformats.org/officeDocument/2006/relationships/customXml" Target="../ink/ink55.xml"/><Relationship Id="rId41" Type="http://schemas.openxmlformats.org/officeDocument/2006/relationships/image" Target="../media/image87.png"/><Relationship Id="rId62" Type="http://schemas.openxmlformats.org/officeDocument/2006/relationships/customXml" Target="../ink/ink76.xml"/><Relationship Id="rId83" Type="http://schemas.openxmlformats.org/officeDocument/2006/relationships/image" Target="../media/image106.png"/><Relationship Id="rId88" Type="http://schemas.openxmlformats.org/officeDocument/2006/relationships/customXml" Target="../ink/ink89.xml"/><Relationship Id="rId111" Type="http://schemas.openxmlformats.org/officeDocument/2006/relationships/image" Target="../media/image120.png"/><Relationship Id="rId132" Type="http://schemas.openxmlformats.org/officeDocument/2006/relationships/customXml" Target="../ink/ink111.xml"/><Relationship Id="rId153" Type="http://schemas.openxmlformats.org/officeDocument/2006/relationships/image" Target="../media/image141.png"/><Relationship Id="rId174" Type="http://schemas.openxmlformats.org/officeDocument/2006/relationships/customXml" Target="../ink/ink132.xml"/><Relationship Id="rId179" Type="http://schemas.openxmlformats.org/officeDocument/2006/relationships/image" Target="../media/image154.png"/><Relationship Id="rId15" Type="http://schemas.openxmlformats.org/officeDocument/2006/relationships/image" Target="../media/image74.png"/><Relationship Id="rId36" Type="http://schemas.openxmlformats.org/officeDocument/2006/relationships/customXml" Target="../ink/ink63.xml"/><Relationship Id="rId57" Type="http://schemas.openxmlformats.org/officeDocument/2006/relationships/image" Target="../media/image95.png"/><Relationship Id="rId106" Type="http://schemas.openxmlformats.org/officeDocument/2006/relationships/customXml" Target="../ink/ink98.xml"/><Relationship Id="rId127" Type="http://schemas.openxmlformats.org/officeDocument/2006/relationships/image" Target="../media/image128.png"/><Relationship Id="rId10" Type="http://schemas.openxmlformats.org/officeDocument/2006/relationships/customXml" Target="../ink/ink50.xml"/><Relationship Id="rId31" Type="http://schemas.openxmlformats.org/officeDocument/2006/relationships/image" Target="../media/image82.png"/><Relationship Id="rId52" Type="http://schemas.openxmlformats.org/officeDocument/2006/relationships/customXml" Target="../ink/ink71.xml"/><Relationship Id="rId73" Type="http://schemas.openxmlformats.org/officeDocument/2006/relationships/image" Target="../media/image101.png"/><Relationship Id="rId78" Type="http://schemas.openxmlformats.org/officeDocument/2006/relationships/customXml" Target="../ink/ink84.xml"/><Relationship Id="rId94" Type="http://schemas.openxmlformats.org/officeDocument/2006/relationships/customXml" Target="../ink/ink92.xml"/><Relationship Id="rId99" Type="http://schemas.openxmlformats.org/officeDocument/2006/relationships/image" Target="../media/image114.png"/><Relationship Id="rId101" Type="http://schemas.openxmlformats.org/officeDocument/2006/relationships/image" Target="../media/image115.png"/><Relationship Id="rId122" Type="http://schemas.openxmlformats.org/officeDocument/2006/relationships/customXml" Target="../ink/ink106.xml"/><Relationship Id="rId143" Type="http://schemas.openxmlformats.org/officeDocument/2006/relationships/image" Target="../media/image136.png"/><Relationship Id="rId148" Type="http://schemas.openxmlformats.org/officeDocument/2006/relationships/customXml" Target="../ink/ink119.xml"/><Relationship Id="rId164" Type="http://schemas.openxmlformats.org/officeDocument/2006/relationships/customXml" Target="../ink/ink127.xml"/><Relationship Id="rId169" Type="http://schemas.openxmlformats.org/officeDocument/2006/relationships/image" Target="../media/image149.png"/><Relationship Id="rId4" Type="http://schemas.openxmlformats.org/officeDocument/2006/relationships/customXml" Target="../ink/ink47.xml"/><Relationship Id="rId9" Type="http://schemas.openxmlformats.org/officeDocument/2006/relationships/image" Target="../media/image28.png"/><Relationship Id="rId180" Type="http://schemas.openxmlformats.org/officeDocument/2006/relationships/customXml" Target="../ink/ink135.xml"/><Relationship Id="rId26" Type="http://schemas.openxmlformats.org/officeDocument/2006/relationships/customXml" Target="../ink/ink58.xml"/><Relationship Id="rId47" Type="http://schemas.openxmlformats.org/officeDocument/2006/relationships/image" Target="../media/image90.png"/><Relationship Id="rId68" Type="http://schemas.openxmlformats.org/officeDocument/2006/relationships/customXml" Target="../ink/ink79.xml"/><Relationship Id="rId89" Type="http://schemas.openxmlformats.org/officeDocument/2006/relationships/image" Target="../media/image109.png"/><Relationship Id="rId112" Type="http://schemas.openxmlformats.org/officeDocument/2006/relationships/customXml" Target="../ink/ink101.xml"/><Relationship Id="rId133" Type="http://schemas.openxmlformats.org/officeDocument/2006/relationships/image" Target="../media/image131.png"/><Relationship Id="rId154" Type="http://schemas.openxmlformats.org/officeDocument/2006/relationships/customXml" Target="../ink/ink122.xml"/><Relationship Id="rId175" Type="http://schemas.openxmlformats.org/officeDocument/2006/relationships/image" Target="../media/image152.png"/><Relationship Id="rId16" Type="http://schemas.openxmlformats.org/officeDocument/2006/relationships/customXml" Target="../ink/ink53.xml"/><Relationship Id="rId37" Type="http://schemas.openxmlformats.org/officeDocument/2006/relationships/image" Target="../media/image85.png"/><Relationship Id="rId58" Type="http://schemas.openxmlformats.org/officeDocument/2006/relationships/customXml" Target="../ink/ink74.xml"/><Relationship Id="rId79" Type="http://schemas.openxmlformats.org/officeDocument/2006/relationships/image" Target="../media/image104.png"/><Relationship Id="rId102" Type="http://schemas.openxmlformats.org/officeDocument/2006/relationships/customXml" Target="../ink/ink96.xml"/><Relationship Id="rId123" Type="http://schemas.openxmlformats.org/officeDocument/2006/relationships/image" Target="../media/image126.png"/><Relationship Id="rId144" Type="http://schemas.openxmlformats.org/officeDocument/2006/relationships/customXml" Target="../ink/ink117.xml"/><Relationship Id="rId90" Type="http://schemas.openxmlformats.org/officeDocument/2006/relationships/customXml" Target="../ink/ink90.xml"/><Relationship Id="rId165" Type="http://schemas.openxmlformats.org/officeDocument/2006/relationships/image" Target="../media/image147.png"/><Relationship Id="rId27" Type="http://schemas.openxmlformats.org/officeDocument/2006/relationships/image" Target="../media/image80.png"/><Relationship Id="rId48" Type="http://schemas.openxmlformats.org/officeDocument/2006/relationships/customXml" Target="../ink/ink69.xml"/><Relationship Id="rId69" Type="http://schemas.openxmlformats.org/officeDocument/2006/relationships/image" Target="../media/image100.png"/><Relationship Id="rId113" Type="http://schemas.openxmlformats.org/officeDocument/2006/relationships/image" Target="../media/image121.png"/><Relationship Id="rId134" Type="http://schemas.openxmlformats.org/officeDocument/2006/relationships/customXml" Target="../ink/ink112.xml"/><Relationship Id="rId80" Type="http://schemas.openxmlformats.org/officeDocument/2006/relationships/customXml" Target="../ink/ink85.xml"/><Relationship Id="rId155" Type="http://schemas.openxmlformats.org/officeDocument/2006/relationships/image" Target="../media/image142.png"/><Relationship Id="rId176" Type="http://schemas.openxmlformats.org/officeDocument/2006/relationships/customXml" Target="../ink/ink133.xml"/><Relationship Id="rId17" Type="http://schemas.openxmlformats.org/officeDocument/2006/relationships/image" Target="../media/image75.png"/><Relationship Id="rId38" Type="http://schemas.openxmlformats.org/officeDocument/2006/relationships/customXml" Target="../ink/ink64.xml"/><Relationship Id="rId59" Type="http://schemas.openxmlformats.org/officeDocument/2006/relationships/image" Target="../media/image53.png"/><Relationship Id="rId103" Type="http://schemas.openxmlformats.org/officeDocument/2006/relationships/image" Target="../media/image116.png"/><Relationship Id="rId124" Type="http://schemas.openxmlformats.org/officeDocument/2006/relationships/customXml" Target="../ink/ink107.xml"/><Relationship Id="rId70" Type="http://schemas.openxmlformats.org/officeDocument/2006/relationships/customXml" Target="../ink/ink80.xml"/><Relationship Id="rId91" Type="http://schemas.openxmlformats.org/officeDocument/2006/relationships/image" Target="../media/image110.png"/><Relationship Id="rId145" Type="http://schemas.openxmlformats.org/officeDocument/2006/relationships/image" Target="../media/image137.png"/><Relationship Id="rId166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59.xml"/><Relationship Id="rId49" Type="http://schemas.openxmlformats.org/officeDocument/2006/relationships/image" Target="../media/image91.png"/><Relationship Id="rId114" Type="http://schemas.openxmlformats.org/officeDocument/2006/relationships/customXml" Target="../ink/ink102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56.xml"/><Relationship Id="rId63" Type="http://schemas.openxmlformats.org/officeDocument/2006/relationships/image" Target="../media/image97.png"/><Relationship Id="rId84" Type="http://schemas.openxmlformats.org/officeDocument/2006/relationships/customXml" Target="../ink/ink177.xml"/><Relationship Id="rId138" Type="http://schemas.openxmlformats.org/officeDocument/2006/relationships/customXml" Target="../ink/ink204.xml"/><Relationship Id="rId159" Type="http://schemas.openxmlformats.org/officeDocument/2006/relationships/image" Target="../media/image188.png"/><Relationship Id="rId170" Type="http://schemas.openxmlformats.org/officeDocument/2006/relationships/customXml" Target="../ink/ink220.xml"/><Relationship Id="rId191" Type="http://schemas.openxmlformats.org/officeDocument/2006/relationships/image" Target="../media/image204.png"/><Relationship Id="rId205" Type="http://schemas.openxmlformats.org/officeDocument/2006/relationships/image" Target="../media/image211.png"/><Relationship Id="rId226" Type="http://schemas.openxmlformats.org/officeDocument/2006/relationships/customXml" Target="../ink/ink248.xml"/><Relationship Id="rId247" Type="http://schemas.openxmlformats.org/officeDocument/2006/relationships/customXml" Target="../ink/ink259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51.xml"/><Relationship Id="rId53" Type="http://schemas.openxmlformats.org/officeDocument/2006/relationships/image" Target="../media/image93.png"/><Relationship Id="rId74" Type="http://schemas.openxmlformats.org/officeDocument/2006/relationships/customXml" Target="../ink/ink172.xml"/><Relationship Id="rId128" Type="http://schemas.openxmlformats.org/officeDocument/2006/relationships/customXml" Target="../ink/ink199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215.xml"/><Relationship Id="rId181" Type="http://schemas.openxmlformats.org/officeDocument/2006/relationships/image" Target="../media/image199.png"/><Relationship Id="rId216" Type="http://schemas.openxmlformats.org/officeDocument/2006/relationships/customXml" Target="../ink/ink243.xml"/><Relationship Id="rId237" Type="http://schemas.openxmlformats.org/officeDocument/2006/relationships/customXml" Target="../ink/ink254.xml"/><Relationship Id="rId22" Type="http://schemas.openxmlformats.org/officeDocument/2006/relationships/customXml" Target="../ink/ink146.xml"/><Relationship Id="rId43" Type="http://schemas.openxmlformats.org/officeDocument/2006/relationships/image" Target="../media/image88.png"/><Relationship Id="rId64" Type="http://schemas.openxmlformats.org/officeDocument/2006/relationships/customXml" Target="../ink/ink167.xml"/><Relationship Id="rId118" Type="http://schemas.openxmlformats.org/officeDocument/2006/relationships/customXml" Target="../ink/ink194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210.xml"/><Relationship Id="rId171" Type="http://schemas.openxmlformats.org/officeDocument/2006/relationships/image" Target="../media/image194.png"/><Relationship Id="rId192" Type="http://schemas.openxmlformats.org/officeDocument/2006/relationships/customXml" Target="../ink/ink231.xml"/><Relationship Id="rId206" Type="http://schemas.openxmlformats.org/officeDocument/2006/relationships/customXml" Target="../ink/ink238.xml"/><Relationship Id="rId227" Type="http://schemas.openxmlformats.org/officeDocument/2006/relationships/customXml" Target="../ink/ink249.xml"/><Relationship Id="rId248" Type="http://schemas.openxmlformats.org/officeDocument/2006/relationships/image" Target="../media/image232.png"/><Relationship Id="rId12" Type="http://schemas.openxmlformats.org/officeDocument/2006/relationships/customXml" Target="../ink/ink141.xml"/><Relationship Id="rId33" Type="http://schemas.openxmlformats.org/officeDocument/2006/relationships/image" Target="../media/image83.png"/><Relationship Id="rId108" Type="http://schemas.openxmlformats.org/officeDocument/2006/relationships/customXml" Target="../ink/ink189.xml"/><Relationship Id="rId129" Type="http://schemas.openxmlformats.org/officeDocument/2006/relationships/image" Target="../media/image129.png"/><Relationship Id="rId54" Type="http://schemas.openxmlformats.org/officeDocument/2006/relationships/customXml" Target="../ink/ink162.xml"/><Relationship Id="rId75" Type="http://schemas.openxmlformats.org/officeDocument/2006/relationships/image" Target="../media/image102.png"/><Relationship Id="rId96" Type="http://schemas.openxmlformats.org/officeDocument/2006/relationships/customXml" Target="../ink/ink183.xml"/><Relationship Id="rId140" Type="http://schemas.openxmlformats.org/officeDocument/2006/relationships/customXml" Target="../ink/ink205.xml"/><Relationship Id="rId161" Type="http://schemas.openxmlformats.org/officeDocument/2006/relationships/image" Target="../media/image189.png"/><Relationship Id="rId182" Type="http://schemas.openxmlformats.org/officeDocument/2006/relationships/customXml" Target="../ink/ink226.xml"/><Relationship Id="rId217" Type="http://schemas.openxmlformats.org/officeDocument/2006/relationships/image" Target="../media/image217.png"/><Relationship Id="rId6" Type="http://schemas.openxmlformats.org/officeDocument/2006/relationships/customXml" Target="../ink/ink138.xml"/><Relationship Id="rId238" Type="http://schemas.openxmlformats.org/officeDocument/2006/relationships/image" Target="../media/image227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57.xml"/><Relationship Id="rId65" Type="http://schemas.openxmlformats.org/officeDocument/2006/relationships/image" Target="../media/image98.png"/><Relationship Id="rId86" Type="http://schemas.openxmlformats.org/officeDocument/2006/relationships/customXml" Target="../ink/ink178.xml"/><Relationship Id="rId130" Type="http://schemas.openxmlformats.org/officeDocument/2006/relationships/customXml" Target="../ink/ink200.xml"/><Relationship Id="rId151" Type="http://schemas.openxmlformats.org/officeDocument/2006/relationships/image" Target="../media/image184.png"/><Relationship Id="rId172" Type="http://schemas.openxmlformats.org/officeDocument/2006/relationships/customXml" Target="../ink/ink221.xml"/><Relationship Id="rId193" Type="http://schemas.openxmlformats.org/officeDocument/2006/relationships/image" Target="../media/image205.png"/><Relationship Id="rId207" Type="http://schemas.openxmlformats.org/officeDocument/2006/relationships/image" Target="../media/image212.png"/><Relationship Id="rId228" Type="http://schemas.openxmlformats.org/officeDocument/2006/relationships/image" Target="../media/image222.png"/><Relationship Id="rId249" Type="http://schemas.openxmlformats.org/officeDocument/2006/relationships/customXml" Target="../ink/ink260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52.xml"/><Relationship Id="rId55" Type="http://schemas.openxmlformats.org/officeDocument/2006/relationships/image" Target="../media/image94.png"/><Relationship Id="rId76" Type="http://schemas.openxmlformats.org/officeDocument/2006/relationships/customXml" Target="../ink/ink173.xml"/><Relationship Id="rId97" Type="http://schemas.openxmlformats.org/officeDocument/2006/relationships/image" Target="../media/image158.png"/><Relationship Id="rId120" Type="http://schemas.openxmlformats.org/officeDocument/2006/relationships/customXml" Target="../ink/ink195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216.xml"/><Relationship Id="rId183" Type="http://schemas.openxmlformats.org/officeDocument/2006/relationships/image" Target="../media/image200.png"/><Relationship Id="rId218" Type="http://schemas.openxmlformats.org/officeDocument/2006/relationships/customXml" Target="../ink/ink244.xml"/><Relationship Id="rId239" Type="http://schemas.openxmlformats.org/officeDocument/2006/relationships/customXml" Target="../ink/ink255.xml"/><Relationship Id="rId250" Type="http://schemas.openxmlformats.org/officeDocument/2006/relationships/image" Target="../media/image233.png"/><Relationship Id="rId24" Type="http://schemas.openxmlformats.org/officeDocument/2006/relationships/customXml" Target="../ink/ink147.xml"/><Relationship Id="rId45" Type="http://schemas.openxmlformats.org/officeDocument/2006/relationships/image" Target="../media/image89.png"/><Relationship Id="rId66" Type="http://schemas.openxmlformats.org/officeDocument/2006/relationships/customXml" Target="../ink/ink168.xml"/><Relationship Id="rId87" Type="http://schemas.openxmlformats.org/officeDocument/2006/relationships/image" Target="../media/image108.png"/><Relationship Id="rId110" Type="http://schemas.openxmlformats.org/officeDocument/2006/relationships/customXml" Target="../ink/ink190.xml"/><Relationship Id="rId131" Type="http://schemas.openxmlformats.org/officeDocument/2006/relationships/image" Target="../media/image174.png"/><Relationship Id="rId152" Type="http://schemas.openxmlformats.org/officeDocument/2006/relationships/customXml" Target="../ink/ink211.xml"/><Relationship Id="rId173" Type="http://schemas.openxmlformats.org/officeDocument/2006/relationships/image" Target="../media/image195.png"/><Relationship Id="rId194" Type="http://schemas.openxmlformats.org/officeDocument/2006/relationships/customXml" Target="../ink/ink232.xml"/><Relationship Id="rId208" Type="http://schemas.openxmlformats.org/officeDocument/2006/relationships/customXml" Target="../ink/ink239.xml"/><Relationship Id="rId229" Type="http://schemas.openxmlformats.org/officeDocument/2006/relationships/customXml" Target="../ink/ink250.xml"/><Relationship Id="rId240" Type="http://schemas.openxmlformats.org/officeDocument/2006/relationships/image" Target="../media/image228.png"/><Relationship Id="rId14" Type="http://schemas.openxmlformats.org/officeDocument/2006/relationships/customXml" Target="../ink/ink142.xml"/><Relationship Id="rId35" Type="http://schemas.openxmlformats.org/officeDocument/2006/relationships/image" Target="../media/image84.png"/><Relationship Id="rId56" Type="http://schemas.openxmlformats.org/officeDocument/2006/relationships/customXml" Target="../ink/ink163.xml"/><Relationship Id="rId77" Type="http://schemas.openxmlformats.org/officeDocument/2006/relationships/image" Target="../media/image103.png"/><Relationship Id="rId100" Type="http://schemas.openxmlformats.org/officeDocument/2006/relationships/customXml" Target="../ink/ink185.xml"/><Relationship Id="rId8" Type="http://schemas.openxmlformats.org/officeDocument/2006/relationships/customXml" Target="../ink/ink139.xml"/><Relationship Id="rId98" Type="http://schemas.openxmlformats.org/officeDocument/2006/relationships/customXml" Target="../ink/ink184.xml"/><Relationship Id="rId121" Type="http://schemas.openxmlformats.org/officeDocument/2006/relationships/image" Target="../media/image170.png"/><Relationship Id="rId142" Type="http://schemas.openxmlformats.org/officeDocument/2006/relationships/customXml" Target="../ink/ink206.xml"/><Relationship Id="rId163" Type="http://schemas.openxmlformats.org/officeDocument/2006/relationships/image" Target="../media/image190.png"/><Relationship Id="rId184" Type="http://schemas.openxmlformats.org/officeDocument/2006/relationships/customXml" Target="../ink/ink227.xml"/><Relationship Id="rId219" Type="http://schemas.openxmlformats.org/officeDocument/2006/relationships/image" Target="../media/image218.png"/><Relationship Id="rId230" Type="http://schemas.openxmlformats.org/officeDocument/2006/relationships/image" Target="../media/image223.png"/><Relationship Id="rId25" Type="http://schemas.openxmlformats.org/officeDocument/2006/relationships/image" Target="../media/image79.png"/><Relationship Id="rId46" Type="http://schemas.openxmlformats.org/officeDocument/2006/relationships/customXml" Target="../ink/ink158.xml"/><Relationship Id="rId67" Type="http://schemas.openxmlformats.org/officeDocument/2006/relationships/image" Target="../media/image99.png"/><Relationship Id="rId88" Type="http://schemas.openxmlformats.org/officeDocument/2006/relationships/customXml" Target="../ink/ink179.xml"/><Relationship Id="rId111" Type="http://schemas.openxmlformats.org/officeDocument/2006/relationships/image" Target="../media/image165.png"/><Relationship Id="rId132" Type="http://schemas.openxmlformats.org/officeDocument/2006/relationships/customXml" Target="../ink/ink201.xml"/><Relationship Id="rId153" Type="http://schemas.openxmlformats.org/officeDocument/2006/relationships/image" Target="../media/image185.png"/><Relationship Id="rId174" Type="http://schemas.openxmlformats.org/officeDocument/2006/relationships/customXml" Target="../ink/ink222.xml"/><Relationship Id="rId195" Type="http://schemas.openxmlformats.org/officeDocument/2006/relationships/image" Target="../media/image206.png"/><Relationship Id="rId209" Type="http://schemas.openxmlformats.org/officeDocument/2006/relationships/image" Target="../media/image213.png"/><Relationship Id="rId220" Type="http://schemas.openxmlformats.org/officeDocument/2006/relationships/customXml" Target="../ink/ink245.xml"/><Relationship Id="rId241" Type="http://schemas.openxmlformats.org/officeDocument/2006/relationships/customXml" Target="../ink/ink256.xml"/><Relationship Id="rId15" Type="http://schemas.openxmlformats.org/officeDocument/2006/relationships/image" Target="../media/image74.png"/><Relationship Id="rId36" Type="http://schemas.openxmlformats.org/officeDocument/2006/relationships/customXml" Target="../ink/ink153.xml"/><Relationship Id="rId57" Type="http://schemas.openxmlformats.org/officeDocument/2006/relationships/image" Target="../media/image95.png"/><Relationship Id="rId78" Type="http://schemas.openxmlformats.org/officeDocument/2006/relationships/customXml" Target="../ink/ink174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96.xml"/><Relationship Id="rId143" Type="http://schemas.openxmlformats.org/officeDocument/2006/relationships/image" Target="../media/image180.png"/><Relationship Id="rId164" Type="http://schemas.openxmlformats.org/officeDocument/2006/relationships/customXml" Target="../ink/ink217.xml"/><Relationship Id="rId185" Type="http://schemas.openxmlformats.org/officeDocument/2006/relationships/image" Target="../media/image201.png"/><Relationship Id="rId4" Type="http://schemas.openxmlformats.org/officeDocument/2006/relationships/customXml" Target="../ink/ink137.xml"/><Relationship Id="rId9" Type="http://schemas.openxmlformats.org/officeDocument/2006/relationships/image" Target="../media/image28.png"/><Relationship Id="rId180" Type="http://schemas.openxmlformats.org/officeDocument/2006/relationships/customXml" Target="../ink/ink225.xml"/><Relationship Id="rId210" Type="http://schemas.openxmlformats.org/officeDocument/2006/relationships/customXml" Target="../ink/ink240.xml"/><Relationship Id="rId215" Type="http://schemas.openxmlformats.org/officeDocument/2006/relationships/image" Target="../media/image216.png"/><Relationship Id="rId236" Type="http://schemas.openxmlformats.org/officeDocument/2006/relationships/image" Target="../media/image226.png"/><Relationship Id="rId26" Type="http://schemas.openxmlformats.org/officeDocument/2006/relationships/customXml" Target="../ink/ink148.xml"/><Relationship Id="rId231" Type="http://schemas.openxmlformats.org/officeDocument/2006/relationships/customXml" Target="../ink/ink251.xml"/><Relationship Id="rId47" Type="http://schemas.openxmlformats.org/officeDocument/2006/relationships/image" Target="../media/image90.png"/><Relationship Id="rId68" Type="http://schemas.openxmlformats.org/officeDocument/2006/relationships/customXml" Target="../ink/ink169.xml"/><Relationship Id="rId89" Type="http://schemas.openxmlformats.org/officeDocument/2006/relationships/image" Target="../media/image109.png"/><Relationship Id="rId112" Type="http://schemas.openxmlformats.org/officeDocument/2006/relationships/customXml" Target="../ink/ink191.xml"/><Relationship Id="rId133" Type="http://schemas.openxmlformats.org/officeDocument/2006/relationships/image" Target="../media/image175.png"/><Relationship Id="rId154" Type="http://schemas.openxmlformats.org/officeDocument/2006/relationships/customXml" Target="../ink/ink212.xml"/><Relationship Id="rId175" Type="http://schemas.openxmlformats.org/officeDocument/2006/relationships/image" Target="../media/image196.png"/><Relationship Id="rId196" Type="http://schemas.openxmlformats.org/officeDocument/2006/relationships/customXml" Target="../ink/ink233.xml"/><Relationship Id="rId200" Type="http://schemas.openxmlformats.org/officeDocument/2006/relationships/customXml" Target="../ink/ink235.xml"/><Relationship Id="rId16" Type="http://schemas.openxmlformats.org/officeDocument/2006/relationships/customXml" Target="../ink/ink143.xml"/><Relationship Id="rId221" Type="http://schemas.openxmlformats.org/officeDocument/2006/relationships/image" Target="../media/image219.png"/><Relationship Id="rId242" Type="http://schemas.openxmlformats.org/officeDocument/2006/relationships/image" Target="../media/image229.png"/><Relationship Id="rId37" Type="http://schemas.openxmlformats.org/officeDocument/2006/relationships/image" Target="../media/image85.png"/><Relationship Id="rId58" Type="http://schemas.openxmlformats.org/officeDocument/2006/relationships/customXml" Target="../ink/ink164.xml"/><Relationship Id="rId79" Type="http://schemas.openxmlformats.org/officeDocument/2006/relationships/image" Target="../media/image104.png"/><Relationship Id="rId102" Type="http://schemas.openxmlformats.org/officeDocument/2006/relationships/customXml" Target="../ink/ink186.xml"/><Relationship Id="rId123" Type="http://schemas.openxmlformats.org/officeDocument/2006/relationships/image" Target="../media/image171.png"/><Relationship Id="rId144" Type="http://schemas.openxmlformats.org/officeDocument/2006/relationships/customXml" Target="../ink/ink207.xml"/><Relationship Id="rId90" Type="http://schemas.openxmlformats.org/officeDocument/2006/relationships/customXml" Target="../ink/ink180.xml"/><Relationship Id="rId165" Type="http://schemas.openxmlformats.org/officeDocument/2006/relationships/image" Target="../media/image191.png"/><Relationship Id="rId186" Type="http://schemas.openxmlformats.org/officeDocument/2006/relationships/customXml" Target="../ink/ink228.xml"/><Relationship Id="rId211" Type="http://schemas.openxmlformats.org/officeDocument/2006/relationships/image" Target="../media/image214.png"/><Relationship Id="rId232" Type="http://schemas.openxmlformats.org/officeDocument/2006/relationships/image" Target="../media/image224.png"/><Relationship Id="rId27" Type="http://schemas.openxmlformats.org/officeDocument/2006/relationships/image" Target="../media/image80.png"/><Relationship Id="rId48" Type="http://schemas.openxmlformats.org/officeDocument/2006/relationships/customXml" Target="../ink/ink159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202.xml"/><Relationship Id="rId80" Type="http://schemas.openxmlformats.org/officeDocument/2006/relationships/customXml" Target="../ink/ink175.xml"/><Relationship Id="rId155" Type="http://schemas.openxmlformats.org/officeDocument/2006/relationships/image" Target="../media/image186.png"/><Relationship Id="rId176" Type="http://schemas.openxmlformats.org/officeDocument/2006/relationships/customXml" Target="../ink/ink223.xml"/><Relationship Id="rId197" Type="http://schemas.openxmlformats.org/officeDocument/2006/relationships/image" Target="../media/image207.png"/><Relationship Id="rId201" Type="http://schemas.openxmlformats.org/officeDocument/2006/relationships/image" Target="../media/image209.png"/><Relationship Id="rId222" Type="http://schemas.openxmlformats.org/officeDocument/2006/relationships/customXml" Target="../ink/ink246.xml"/><Relationship Id="rId243" Type="http://schemas.openxmlformats.org/officeDocument/2006/relationships/customXml" Target="../ink/ink257.xml"/><Relationship Id="rId17" Type="http://schemas.openxmlformats.org/officeDocument/2006/relationships/image" Target="../media/image75.png"/><Relationship Id="rId38" Type="http://schemas.openxmlformats.org/officeDocument/2006/relationships/customXml" Target="../ink/ink154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97.xml"/><Relationship Id="rId70" Type="http://schemas.openxmlformats.org/officeDocument/2006/relationships/customXml" Target="../ink/ink170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218.xml"/><Relationship Id="rId187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41.xml"/><Relationship Id="rId233" Type="http://schemas.openxmlformats.org/officeDocument/2006/relationships/customXml" Target="../ink/ink252.xml"/><Relationship Id="rId28" Type="http://schemas.openxmlformats.org/officeDocument/2006/relationships/customXml" Target="../ink/ink149.xml"/><Relationship Id="rId49" Type="http://schemas.openxmlformats.org/officeDocument/2006/relationships/image" Target="../media/image91.png"/><Relationship Id="rId114" Type="http://schemas.openxmlformats.org/officeDocument/2006/relationships/customXml" Target="../ink/ink192.xml"/><Relationship Id="rId60" Type="http://schemas.openxmlformats.org/officeDocument/2006/relationships/customXml" Target="../ink/ink165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213.xml"/><Relationship Id="rId177" Type="http://schemas.openxmlformats.org/officeDocument/2006/relationships/image" Target="../media/image197.png"/><Relationship Id="rId198" Type="http://schemas.openxmlformats.org/officeDocument/2006/relationships/customXml" Target="../ink/ink234.xml"/><Relationship Id="rId202" Type="http://schemas.openxmlformats.org/officeDocument/2006/relationships/customXml" Target="../ink/ink236.xml"/><Relationship Id="rId223" Type="http://schemas.openxmlformats.org/officeDocument/2006/relationships/image" Target="../media/image220.png"/><Relationship Id="rId244" Type="http://schemas.openxmlformats.org/officeDocument/2006/relationships/image" Target="../media/image230.png"/><Relationship Id="rId18" Type="http://schemas.openxmlformats.org/officeDocument/2006/relationships/customXml" Target="../ink/ink144.xml"/><Relationship Id="rId39" Type="http://schemas.openxmlformats.org/officeDocument/2006/relationships/image" Target="../media/image86.png"/><Relationship Id="rId50" Type="http://schemas.openxmlformats.org/officeDocument/2006/relationships/customXml" Target="../ink/ink160.xml"/><Relationship Id="rId104" Type="http://schemas.openxmlformats.org/officeDocument/2006/relationships/customXml" Target="../ink/ink187.xml"/><Relationship Id="rId125" Type="http://schemas.openxmlformats.org/officeDocument/2006/relationships/image" Target="../media/image172.png"/><Relationship Id="rId146" Type="http://schemas.openxmlformats.org/officeDocument/2006/relationships/customXml" Target="../ink/ink208.xml"/><Relationship Id="rId167" Type="http://schemas.openxmlformats.org/officeDocument/2006/relationships/image" Target="../media/image192.png"/><Relationship Id="rId188" Type="http://schemas.openxmlformats.org/officeDocument/2006/relationships/customXml" Target="../ink/ink229.xml"/><Relationship Id="rId71" Type="http://schemas.openxmlformats.org/officeDocument/2006/relationships/image" Target="../media/image59.png"/><Relationship Id="rId92" Type="http://schemas.openxmlformats.org/officeDocument/2006/relationships/customXml" Target="../ink/ink181.xml"/><Relationship Id="rId213" Type="http://schemas.openxmlformats.org/officeDocument/2006/relationships/image" Target="../media/image215.png"/><Relationship Id="rId234" Type="http://schemas.openxmlformats.org/officeDocument/2006/relationships/image" Target="../media/image225.png"/><Relationship Id="rId2" Type="http://schemas.openxmlformats.org/officeDocument/2006/relationships/customXml" Target="../ink/ink136.xml"/><Relationship Id="rId29" Type="http://schemas.openxmlformats.org/officeDocument/2006/relationships/image" Target="../media/image81.png"/><Relationship Id="rId40" Type="http://schemas.openxmlformats.org/officeDocument/2006/relationships/customXml" Target="../ink/ink155.xml"/><Relationship Id="rId115" Type="http://schemas.openxmlformats.org/officeDocument/2006/relationships/image" Target="../media/image167.png"/><Relationship Id="rId136" Type="http://schemas.openxmlformats.org/officeDocument/2006/relationships/customXml" Target="../ink/ink203.xml"/><Relationship Id="rId157" Type="http://schemas.openxmlformats.org/officeDocument/2006/relationships/image" Target="../media/image187.png"/><Relationship Id="rId178" Type="http://schemas.openxmlformats.org/officeDocument/2006/relationships/customXml" Target="../ink/ink224.xml"/><Relationship Id="rId61" Type="http://schemas.openxmlformats.org/officeDocument/2006/relationships/image" Target="../media/image96.png"/><Relationship Id="rId82" Type="http://schemas.openxmlformats.org/officeDocument/2006/relationships/customXml" Target="../ink/ink176.xml"/><Relationship Id="rId199" Type="http://schemas.openxmlformats.org/officeDocument/2006/relationships/image" Target="../media/image208.png"/><Relationship Id="rId203" Type="http://schemas.openxmlformats.org/officeDocument/2006/relationships/image" Target="../media/image210.png"/><Relationship Id="rId19" Type="http://schemas.openxmlformats.org/officeDocument/2006/relationships/image" Target="../media/image76.png"/><Relationship Id="rId224" Type="http://schemas.openxmlformats.org/officeDocument/2006/relationships/customXml" Target="../ink/ink247.xml"/><Relationship Id="rId245" Type="http://schemas.openxmlformats.org/officeDocument/2006/relationships/customXml" Target="../ink/ink258.xml"/><Relationship Id="rId30" Type="http://schemas.openxmlformats.org/officeDocument/2006/relationships/customXml" Target="../ink/ink150.xml"/><Relationship Id="rId105" Type="http://schemas.openxmlformats.org/officeDocument/2006/relationships/image" Target="../media/image162.png"/><Relationship Id="rId126" Type="http://schemas.openxmlformats.org/officeDocument/2006/relationships/customXml" Target="../ink/ink198.xml"/><Relationship Id="rId147" Type="http://schemas.openxmlformats.org/officeDocument/2006/relationships/image" Target="../media/image182.png"/><Relationship Id="rId168" Type="http://schemas.openxmlformats.org/officeDocument/2006/relationships/customXml" Target="../ink/ink219.xml"/><Relationship Id="rId51" Type="http://schemas.openxmlformats.org/officeDocument/2006/relationships/image" Target="../media/image92.png"/><Relationship Id="rId72" Type="http://schemas.openxmlformats.org/officeDocument/2006/relationships/customXml" Target="../ink/ink171.xml"/><Relationship Id="rId93" Type="http://schemas.openxmlformats.org/officeDocument/2006/relationships/image" Target="../media/image156.png"/><Relationship Id="rId189" Type="http://schemas.openxmlformats.org/officeDocument/2006/relationships/image" Target="../media/image203.png"/><Relationship Id="rId3" Type="http://schemas.openxmlformats.org/officeDocument/2006/relationships/image" Target="../media/image25.png"/><Relationship Id="rId214" Type="http://schemas.openxmlformats.org/officeDocument/2006/relationships/customXml" Target="../ink/ink242.xml"/><Relationship Id="rId235" Type="http://schemas.openxmlformats.org/officeDocument/2006/relationships/customXml" Target="../ink/ink253.xml"/><Relationship Id="rId116" Type="http://schemas.openxmlformats.org/officeDocument/2006/relationships/customXml" Target="../ink/ink193.xml"/><Relationship Id="rId137" Type="http://schemas.openxmlformats.org/officeDocument/2006/relationships/image" Target="../media/image177.png"/><Relationship Id="rId158" Type="http://schemas.openxmlformats.org/officeDocument/2006/relationships/customXml" Target="../ink/ink214.xml"/><Relationship Id="rId20" Type="http://schemas.openxmlformats.org/officeDocument/2006/relationships/customXml" Target="../ink/ink145.xml"/><Relationship Id="rId41" Type="http://schemas.openxmlformats.org/officeDocument/2006/relationships/image" Target="../media/image87.png"/><Relationship Id="rId62" Type="http://schemas.openxmlformats.org/officeDocument/2006/relationships/customXml" Target="../ink/ink166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230.xml"/><Relationship Id="rId204" Type="http://schemas.openxmlformats.org/officeDocument/2006/relationships/customXml" Target="../ink/ink237.xml"/><Relationship Id="rId225" Type="http://schemas.openxmlformats.org/officeDocument/2006/relationships/image" Target="../media/image221.png"/><Relationship Id="rId246" Type="http://schemas.openxmlformats.org/officeDocument/2006/relationships/image" Target="../media/image231.png"/><Relationship Id="rId106" Type="http://schemas.openxmlformats.org/officeDocument/2006/relationships/customXml" Target="../ink/ink188.xml"/><Relationship Id="rId127" Type="http://schemas.openxmlformats.org/officeDocument/2006/relationships/image" Target="../media/image173.png"/><Relationship Id="rId10" Type="http://schemas.openxmlformats.org/officeDocument/2006/relationships/customXml" Target="../ink/ink140.xml"/><Relationship Id="rId31" Type="http://schemas.openxmlformats.org/officeDocument/2006/relationships/image" Target="../media/image82.png"/><Relationship Id="rId52" Type="http://schemas.openxmlformats.org/officeDocument/2006/relationships/customXml" Target="../ink/ink161.xml"/><Relationship Id="rId73" Type="http://schemas.openxmlformats.org/officeDocument/2006/relationships/image" Target="../media/image101.png"/><Relationship Id="rId94" Type="http://schemas.openxmlformats.org/officeDocument/2006/relationships/customXml" Target="../ink/ink182.xml"/><Relationship Id="rId148" Type="http://schemas.openxmlformats.org/officeDocument/2006/relationships/customXml" Target="../ink/ink209.xml"/><Relationship Id="rId169" Type="http://schemas.openxmlformats.org/officeDocument/2006/relationships/image" Target="../media/image193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410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03.png"/><Relationship Id="rId366" Type="http://schemas.openxmlformats.org/officeDocument/2006/relationships/image" Target="../media/image324.png"/><Relationship Id="rId170" Type="http://schemas.openxmlformats.org/officeDocument/2006/relationships/customXml" Target="../ink/ink345.xml"/><Relationship Id="rId226" Type="http://schemas.openxmlformats.org/officeDocument/2006/relationships/customXml" Target="../ink/ink373.xml"/><Relationship Id="rId268" Type="http://schemas.openxmlformats.org/officeDocument/2006/relationships/image" Target="../media/image275.png"/><Relationship Id="rId32" Type="http://schemas.openxmlformats.org/officeDocument/2006/relationships/customXml" Target="../ink/ink276.xml"/><Relationship Id="rId74" Type="http://schemas.openxmlformats.org/officeDocument/2006/relationships/customXml" Target="../ink/ink297.xml"/><Relationship Id="rId128" Type="http://schemas.openxmlformats.org/officeDocument/2006/relationships/customXml" Target="../ink/ink324.xml"/><Relationship Id="rId335" Type="http://schemas.openxmlformats.org/officeDocument/2006/relationships/customXml" Target="../ink/ink428.xml"/><Relationship Id="rId377" Type="http://schemas.openxmlformats.org/officeDocument/2006/relationships/customXml" Target="../ink/ink449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379.xml"/><Relationship Id="rId402" Type="http://schemas.openxmlformats.org/officeDocument/2006/relationships/image" Target="../media/image342.png"/><Relationship Id="rId279" Type="http://schemas.openxmlformats.org/officeDocument/2006/relationships/customXml" Target="../ink/ink400.xml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286.png"/><Relationship Id="rId304" Type="http://schemas.openxmlformats.org/officeDocument/2006/relationships/image" Target="../media/image293.png"/><Relationship Id="rId346" Type="http://schemas.openxmlformats.org/officeDocument/2006/relationships/image" Target="../media/image314.png"/><Relationship Id="rId388" Type="http://schemas.openxmlformats.org/officeDocument/2006/relationships/image" Target="../media/image335.png"/><Relationship Id="rId85" Type="http://schemas.openxmlformats.org/officeDocument/2006/relationships/image" Target="../media/image107.png"/><Relationship Id="rId150" Type="http://schemas.openxmlformats.org/officeDocument/2006/relationships/customXml" Target="../ink/ink335.xml"/><Relationship Id="rId192" Type="http://schemas.openxmlformats.org/officeDocument/2006/relationships/customXml" Target="../ink/ink356.xml"/><Relationship Id="rId206" Type="http://schemas.openxmlformats.org/officeDocument/2006/relationships/customXml" Target="../ink/ink363.xml"/><Relationship Id="rId413" Type="http://schemas.openxmlformats.org/officeDocument/2006/relationships/customXml" Target="../ink/ink467.xml"/><Relationship Id="rId248" Type="http://schemas.openxmlformats.org/officeDocument/2006/relationships/image" Target="../media/image265.png"/><Relationship Id="rId12" Type="http://schemas.openxmlformats.org/officeDocument/2006/relationships/customXml" Target="../ink/ink266.xml"/><Relationship Id="rId108" Type="http://schemas.openxmlformats.org/officeDocument/2006/relationships/customXml" Target="../ink/ink314.xml"/><Relationship Id="rId315" Type="http://schemas.openxmlformats.org/officeDocument/2006/relationships/customXml" Target="../ink/ink418.xml"/><Relationship Id="rId357" Type="http://schemas.openxmlformats.org/officeDocument/2006/relationships/customXml" Target="../ink/ink439.xml"/><Relationship Id="rId54" Type="http://schemas.openxmlformats.org/officeDocument/2006/relationships/customXml" Target="../ink/ink287.xml"/><Relationship Id="rId96" Type="http://schemas.openxmlformats.org/officeDocument/2006/relationships/customXml" Target="../ink/ink308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460.xml"/><Relationship Id="rId259" Type="http://schemas.openxmlformats.org/officeDocument/2006/relationships/customXml" Target="../ink/ink390.xml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276.png"/><Relationship Id="rId326" Type="http://schemas.openxmlformats.org/officeDocument/2006/relationships/image" Target="../media/image304.png"/><Relationship Id="rId65" Type="http://schemas.openxmlformats.org/officeDocument/2006/relationships/image" Target="../media/image98.png"/><Relationship Id="rId130" Type="http://schemas.openxmlformats.org/officeDocument/2006/relationships/customXml" Target="../ink/ink325.xml"/><Relationship Id="rId368" Type="http://schemas.openxmlformats.org/officeDocument/2006/relationships/image" Target="../media/image325.png"/><Relationship Id="rId172" Type="http://schemas.openxmlformats.org/officeDocument/2006/relationships/customXml" Target="../ink/ink346.xml"/><Relationship Id="rId228" Type="http://schemas.openxmlformats.org/officeDocument/2006/relationships/image" Target="../media/image255.png"/><Relationship Id="rId281" Type="http://schemas.openxmlformats.org/officeDocument/2006/relationships/customXml" Target="../ink/ink401.xml"/><Relationship Id="rId337" Type="http://schemas.openxmlformats.org/officeDocument/2006/relationships/customXml" Target="../ink/ink429.xml"/><Relationship Id="rId34" Type="http://schemas.openxmlformats.org/officeDocument/2006/relationships/customXml" Target="../ink/ink277.xml"/><Relationship Id="rId76" Type="http://schemas.openxmlformats.org/officeDocument/2006/relationships/customXml" Target="../ink/ink298.xml"/><Relationship Id="rId141" Type="http://schemas.openxmlformats.org/officeDocument/2006/relationships/image" Target="../media/image179.png"/><Relationship Id="rId379" Type="http://schemas.openxmlformats.org/officeDocument/2006/relationships/customXml" Target="../ink/ink450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380.xml"/><Relationship Id="rId390" Type="http://schemas.openxmlformats.org/officeDocument/2006/relationships/image" Target="../media/image336.png"/><Relationship Id="rId404" Type="http://schemas.openxmlformats.org/officeDocument/2006/relationships/image" Target="../media/image343.png"/><Relationship Id="rId250" Type="http://schemas.openxmlformats.org/officeDocument/2006/relationships/image" Target="../media/image266.png"/><Relationship Id="rId292" Type="http://schemas.openxmlformats.org/officeDocument/2006/relationships/image" Target="../media/image287.png"/><Relationship Id="rId306" Type="http://schemas.openxmlformats.org/officeDocument/2006/relationships/image" Target="../media/image294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315.xml"/><Relationship Id="rId348" Type="http://schemas.openxmlformats.org/officeDocument/2006/relationships/image" Target="../media/image315.png"/><Relationship Id="rId152" Type="http://schemas.openxmlformats.org/officeDocument/2006/relationships/customXml" Target="../ink/ink336.xml"/><Relationship Id="rId194" Type="http://schemas.openxmlformats.org/officeDocument/2006/relationships/customXml" Target="../ink/ink357.xml"/><Relationship Id="rId208" Type="http://schemas.openxmlformats.org/officeDocument/2006/relationships/customXml" Target="../ink/ink364.xml"/><Relationship Id="rId415" Type="http://schemas.openxmlformats.org/officeDocument/2006/relationships/customXml" Target="../ink/ink468.xml"/><Relationship Id="rId261" Type="http://schemas.openxmlformats.org/officeDocument/2006/relationships/customXml" Target="../ink/ink391.xml"/><Relationship Id="rId14" Type="http://schemas.openxmlformats.org/officeDocument/2006/relationships/customXml" Target="../ink/ink267.xml"/><Relationship Id="rId56" Type="http://schemas.openxmlformats.org/officeDocument/2006/relationships/customXml" Target="../ink/ink288.xml"/><Relationship Id="rId317" Type="http://schemas.openxmlformats.org/officeDocument/2006/relationships/customXml" Target="../ink/ink419.xml"/><Relationship Id="rId359" Type="http://schemas.openxmlformats.org/officeDocument/2006/relationships/customXml" Target="../ink/ink440.xml"/><Relationship Id="rId98" Type="http://schemas.openxmlformats.org/officeDocument/2006/relationships/customXml" Target="../ink/ink309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326.png"/><Relationship Id="rId230" Type="http://schemas.openxmlformats.org/officeDocument/2006/relationships/image" Target="../media/image256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277.png"/><Relationship Id="rId328" Type="http://schemas.openxmlformats.org/officeDocument/2006/relationships/image" Target="../media/image305.png"/><Relationship Id="rId132" Type="http://schemas.openxmlformats.org/officeDocument/2006/relationships/customXml" Target="../ink/ink326.xml"/><Relationship Id="rId174" Type="http://schemas.openxmlformats.org/officeDocument/2006/relationships/customXml" Target="../ink/ink347.xml"/><Relationship Id="rId381" Type="http://schemas.openxmlformats.org/officeDocument/2006/relationships/customXml" Target="../ink/ink451.xml"/><Relationship Id="rId241" Type="http://schemas.openxmlformats.org/officeDocument/2006/relationships/customXml" Target="../ink/ink381.xml"/><Relationship Id="rId36" Type="http://schemas.openxmlformats.org/officeDocument/2006/relationships/customXml" Target="../ink/ink278.xml"/><Relationship Id="rId283" Type="http://schemas.openxmlformats.org/officeDocument/2006/relationships/customXml" Target="../ink/ink402.xml"/><Relationship Id="rId339" Type="http://schemas.openxmlformats.org/officeDocument/2006/relationships/customXml" Target="../ink/ink430.xml"/><Relationship Id="rId78" Type="http://schemas.openxmlformats.org/officeDocument/2006/relationships/customXml" Target="../ink/ink299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316.png"/><Relationship Id="rId406" Type="http://schemas.openxmlformats.org/officeDocument/2006/relationships/image" Target="../media/image344.png"/><Relationship Id="rId9" Type="http://schemas.openxmlformats.org/officeDocument/2006/relationships/image" Target="../media/image28.png"/><Relationship Id="rId210" Type="http://schemas.openxmlformats.org/officeDocument/2006/relationships/customXml" Target="../ink/ink365.xml"/><Relationship Id="rId392" Type="http://schemas.openxmlformats.org/officeDocument/2006/relationships/image" Target="../media/image337.png"/><Relationship Id="rId252" Type="http://schemas.openxmlformats.org/officeDocument/2006/relationships/image" Target="../media/image267.png"/><Relationship Id="rId294" Type="http://schemas.openxmlformats.org/officeDocument/2006/relationships/image" Target="../media/image288.png"/><Relationship Id="rId308" Type="http://schemas.openxmlformats.org/officeDocument/2006/relationships/image" Target="../media/image295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316.xml"/><Relationship Id="rId154" Type="http://schemas.openxmlformats.org/officeDocument/2006/relationships/customXml" Target="../ink/ink337.xml"/><Relationship Id="rId361" Type="http://schemas.openxmlformats.org/officeDocument/2006/relationships/customXml" Target="../ink/ink441.xml"/><Relationship Id="rId196" Type="http://schemas.openxmlformats.org/officeDocument/2006/relationships/customXml" Target="../ink/ink358.xml"/><Relationship Id="rId417" Type="http://schemas.openxmlformats.org/officeDocument/2006/relationships/customXml" Target="../ink/ink469.xml"/><Relationship Id="rId16" Type="http://schemas.openxmlformats.org/officeDocument/2006/relationships/customXml" Target="../ink/ink268.xml"/><Relationship Id="rId221" Type="http://schemas.openxmlformats.org/officeDocument/2006/relationships/image" Target="../media/image252.png"/><Relationship Id="rId263" Type="http://schemas.openxmlformats.org/officeDocument/2006/relationships/customXml" Target="../ink/ink392.xml"/><Relationship Id="rId319" Type="http://schemas.openxmlformats.org/officeDocument/2006/relationships/customXml" Target="../ink/ink420.xml"/><Relationship Id="rId58" Type="http://schemas.openxmlformats.org/officeDocument/2006/relationships/customXml" Target="../ink/ink289.xml"/><Relationship Id="rId123" Type="http://schemas.openxmlformats.org/officeDocument/2006/relationships/image" Target="../media/image171.png"/><Relationship Id="rId330" Type="http://schemas.openxmlformats.org/officeDocument/2006/relationships/image" Target="../media/image306.png"/><Relationship Id="rId165" Type="http://schemas.openxmlformats.org/officeDocument/2006/relationships/image" Target="../media/image191.png"/><Relationship Id="rId372" Type="http://schemas.openxmlformats.org/officeDocument/2006/relationships/image" Target="../media/image327.png"/><Relationship Id="rId232" Type="http://schemas.openxmlformats.org/officeDocument/2006/relationships/image" Target="../media/image257.png"/><Relationship Id="rId274" Type="http://schemas.openxmlformats.org/officeDocument/2006/relationships/image" Target="../media/image278.png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327.xml"/><Relationship Id="rId80" Type="http://schemas.openxmlformats.org/officeDocument/2006/relationships/customXml" Target="../ink/ink300.xml"/><Relationship Id="rId176" Type="http://schemas.openxmlformats.org/officeDocument/2006/relationships/customXml" Target="../ink/ink348.xml"/><Relationship Id="rId341" Type="http://schemas.openxmlformats.org/officeDocument/2006/relationships/customXml" Target="../ink/ink431.xml"/><Relationship Id="rId383" Type="http://schemas.openxmlformats.org/officeDocument/2006/relationships/customXml" Target="../ink/ink452.xml"/><Relationship Id="rId201" Type="http://schemas.openxmlformats.org/officeDocument/2006/relationships/image" Target="../media/image242.png"/><Relationship Id="rId222" Type="http://schemas.openxmlformats.org/officeDocument/2006/relationships/customXml" Target="../ink/ink371.xml"/><Relationship Id="rId243" Type="http://schemas.openxmlformats.org/officeDocument/2006/relationships/customXml" Target="../ink/ink382.xml"/><Relationship Id="rId264" Type="http://schemas.openxmlformats.org/officeDocument/2006/relationships/image" Target="../media/image273.png"/><Relationship Id="rId285" Type="http://schemas.openxmlformats.org/officeDocument/2006/relationships/customXml" Target="../ink/ink403.xml"/><Relationship Id="rId17" Type="http://schemas.openxmlformats.org/officeDocument/2006/relationships/image" Target="../media/image75.png"/><Relationship Id="rId38" Type="http://schemas.openxmlformats.org/officeDocument/2006/relationships/customXml" Target="../ink/ink279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322.xml"/><Relationship Id="rId310" Type="http://schemas.openxmlformats.org/officeDocument/2006/relationships/image" Target="../media/image296.png"/><Relationship Id="rId70" Type="http://schemas.openxmlformats.org/officeDocument/2006/relationships/customXml" Target="../ink/ink295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343.xml"/><Relationship Id="rId187" Type="http://schemas.openxmlformats.org/officeDocument/2006/relationships/image" Target="../media/image235.png"/><Relationship Id="rId331" Type="http://schemas.openxmlformats.org/officeDocument/2006/relationships/customXml" Target="../ink/ink426.xml"/><Relationship Id="rId352" Type="http://schemas.openxmlformats.org/officeDocument/2006/relationships/image" Target="../media/image317.png"/><Relationship Id="rId373" Type="http://schemas.openxmlformats.org/officeDocument/2006/relationships/customXml" Target="../ink/ink447.xml"/><Relationship Id="rId394" Type="http://schemas.openxmlformats.org/officeDocument/2006/relationships/image" Target="../media/image338.png"/><Relationship Id="rId408" Type="http://schemas.openxmlformats.org/officeDocument/2006/relationships/image" Target="../media/image3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66.xml"/><Relationship Id="rId233" Type="http://schemas.openxmlformats.org/officeDocument/2006/relationships/customXml" Target="../ink/ink377.xml"/><Relationship Id="rId254" Type="http://schemas.openxmlformats.org/officeDocument/2006/relationships/image" Target="../media/image268.png"/><Relationship Id="rId28" Type="http://schemas.openxmlformats.org/officeDocument/2006/relationships/customXml" Target="../ink/ink274.xml"/><Relationship Id="rId49" Type="http://schemas.openxmlformats.org/officeDocument/2006/relationships/image" Target="../media/image91.png"/><Relationship Id="rId114" Type="http://schemas.openxmlformats.org/officeDocument/2006/relationships/customXml" Target="../ink/ink317.xml"/><Relationship Id="rId275" Type="http://schemas.openxmlformats.org/officeDocument/2006/relationships/customXml" Target="../ink/ink398.xml"/><Relationship Id="rId296" Type="http://schemas.openxmlformats.org/officeDocument/2006/relationships/image" Target="../media/image289.png"/><Relationship Id="rId300" Type="http://schemas.openxmlformats.org/officeDocument/2006/relationships/image" Target="../media/image291.png"/><Relationship Id="rId60" Type="http://schemas.openxmlformats.org/officeDocument/2006/relationships/customXml" Target="../ink/ink290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338.xml"/><Relationship Id="rId177" Type="http://schemas.openxmlformats.org/officeDocument/2006/relationships/image" Target="../media/image197.png"/><Relationship Id="rId198" Type="http://schemas.openxmlformats.org/officeDocument/2006/relationships/customXml" Target="../ink/ink359.xml"/><Relationship Id="rId321" Type="http://schemas.openxmlformats.org/officeDocument/2006/relationships/customXml" Target="../ink/ink421.xml"/><Relationship Id="rId342" Type="http://schemas.openxmlformats.org/officeDocument/2006/relationships/image" Target="../media/image312.png"/><Relationship Id="rId363" Type="http://schemas.openxmlformats.org/officeDocument/2006/relationships/customXml" Target="../ink/ink442.xml"/><Relationship Id="rId384" Type="http://schemas.openxmlformats.org/officeDocument/2006/relationships/image" Target="../media/image333.png"/><Relationship Id="rId202" Type="http://schemas.openxmlformats.org/officeDocument/2006/relationships/customXml" Target="../ink/ink361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269.xml"/><Relationship Id="rId39" Type="http://schemas.openxmlformats.org/officeDocument/2006/relationships/image" Target="../media/image86.png"/><Relationship Id="rId265" Type="http://schemas.openxmlformats.org/officeDocument/2006/relationships/customXml" Target="../ink/ink393.xml"/><Relationship Id="rId286" Type="http://schemas.openxmlformats.org/officeDocument/2006/relationships/image" Target="../media/image284.png"/><Relationship Id="rId50" Type="http://schemas.openxmlformats.org/officeDocument/2006/relationships/customXml" Target="../ink/ink285.xml"/><Relationship Id="rId104" Type="http://schemas.openxmlformats.org/officeDocument/2006/relationships/customXml" Target="../ink/ink312.xml"/><Relationship Id="rId125" Type="http://schemas.openxmlformats.org/officeDocument/2006/relationships/image" Target="../media/image172.png"/><Relationship Id="rId146" Type="http://schemas.openxmlformats.org/officeDocument/2006/relationships/customXml" Target="../ink/ink333.xml"/><Relationship Id="rId167" Type="http://schemas.openxmlformats.org/officeDocument/2006/relationships/image" Target="../media/image192.png"/><Relationship Id="rId188" Type="http://schemas.openxmlformats.org/officeDocument/2006/relationships/customXml" Target="../ink/ink354.xml"/><Relationship Id="rId311" Type="http://schemas.openxmlformats.org/officeDocument/2006/relationships/customXml" Target="../ink/ink416.xml"/><Relationship Id="rId332" Type="http://schemas.openxmlformats.org/officeDocument/2006/relationships/image" Target="../media/image307.png"/><Relationship Id="rId353" Type="http://schemas.openxmlformats.org/officeDocument/2006/relationships/customXml" Target="../ink/ink437.xml"/><Relationship Id="rId374" Type="http://schemas.openxmlformats.org/officeDocument/2006/relationships/image" Target="../media/image328.png"/><Relationship Id="rId395" Type="http://schemas.openxmlformats.org/officeDocument/2006/relationships/customXml" Target="../ink/ink458.xml"/><Relationship Id="rId409" Type="http://schemas.openxmlformats.org/officeDocument/2006/relationships/customXml" Target="../ink/ink465.xml"/><Relationship Id="rId71" Type="http://schemas.openxmlformats.org/officeDocument/2006/relationships/image" Target="../media/image59.png"/><Relationship Id="rId92" Type="http://schemas.openxmlformats.org/officeDocument/2006/relationships/customXml" Target="../ink/ink306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261.xml"/><Relationship Id="rId29" Type="http://schemas.openxmlformats.org/officeDocument/2006/relationships/image" Target="../media/image81.png"/><Relationship Id="rId255" Type="http://schemas.openxmlformats.org/officeDocument/2006/relationships/customXml" Target="../ink/ink388.xml"/><Relationship Id="rId276" Type="http://schemas.openxmlformats.org/officeDocument/2006/relationships/image" Target="../media/image279.png"/><Relationship Id="rId297" Type="http://schemas.openxmlformats.org/officeDocument/2006/relationships/customXml" Target="../ink/ink409.xml"/><Relationship Id="rId40" Type="http://schemas.openxmlformats.org/officeDocument/2006/relationships/customXml" Target="../ink/ink280.xml"/><Relationship Id="rId115" Type="http://schemas.openxmlformats.org/officeDocument/2006/relationships/image" Target="../media/image167.png"/><Relationship Id="rId136" Type="http://schemas.openxmlformats.org/officeDocument/2006/relationships/customXml" Target="../ink/ink328.xml"/><Relationship Id="rId157" Type="http://schemas.openxmlformats.org/officeDocument/2006/relationships/image" Target="../media/image187.png"/><Relationship Id="rId178" Type="http://schemas.openxmlformats.org/officeDocument/2006/relationships/customXml" Target="../ink/ink349.xml"/><Relationship Id="rId301" Type="http://schemas.openxmlformats.org/officeDocument/2006/relationships/customXml" Target="../ink/ink411.xml"/><Relationship Id="rId322" Type="http://schemas.openxmlformats.org/officeDocument/2006/relationships/image" Target="../media/image302.png"/><Relationship Id="rId343" Type="http://schemas.openxmlformats.org/officeDocument/2006/relationships/customXml" Target="../ink/ink432.xml"/><Relationship Id="rId364" Type="http://schemas.openxmlformats.org/officeDocument/2006/relationships/image" Target="../media/image323.png"/><Relationship Id="rId61" Type="http://schemas.openxmlformats.org/officeDocument/2006/relationships/image" Target="../media/image96.png"/><Relationship Id="rId82" Type="http://schemas.openxmlformats.org/officeDocument/2006/relationships/customXml" Target="../ink/ink301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385" Type="http://schemas.openxmlformats.org/officeDocument/2006/relationships/customXml" Target="../ink/ink453.xml"/><Relationship Id="rId19" Type="http://schemas.openxmlformats.org/officeDocument/2006/relationships/image" Target="../media/image76.png"/><Relationship Id="rId224" Type="http://schemas.openxmlformats.org/officeDocument/2006/relationships/customXml" Target="../ink/ink372.xml"/><Relationship Id="rId245" Type="http://schemas.openxmlformats.org/officeDocument/2006/relationships/customXml" Target="../ink/ink383.xml"/><Relationship Id="rId266" Type="http://schemas.openxmlformats.org/officeDocument/2006/relationships/image" Target="../media/image274.png"/><Relationship Id="rId287" Type="http://schemas.openxmlformats.org/officeDocument/2006/relationships/customXml" Target="../ink/ink404.xml"/><Relationship Id="rId410" Type="http://schemas.openxmlformats.org/officeDocument/2006/relationships/image" Target="../media/image346.png"/><Relationship Id="rId30" Type="http://schemas.openxmlformats.org/officeDocument/2006/relationships/customXml" Target="../ink/ink275.xml"/><Relationship Id="rId105" Type="http://schemas.openxmlformats.org/officeDocument/2006/relationships/image" Target="../media/image162.png"/><Relationship Id="rId126" Type="http://schemas.openxmlformats.org/officeDocument/2006/relationships/customXml" Target="../ink/ink323.xml"/><Relationship Id="rId147" Type="http://schemas.openxmlformats.org/officeDocument/2006/relationships/image" Target="../media/image182.png"/><Relationship Id="rId168" Type="http://schemas.openxmlformats.org/officeDocument/2006/relationships/customXml" Target="../ink/ink344.xml"/><Relationship Id="rId312" Type="http://schemas.openxmlformats.org/officeDocument/2006/relationships/image" Target="../media/image297.png"/><Relationship Id="rId333" Type="http://schemas.openxmlformats.org/officeDocument/2006/relationships/customXml" Target="../ink/ink427.xml"/><Relationship Id="rId354" Type="http://schemas.openxmlformats.org/officeDocument/2006/relationships/image" Target="../media/image318.png"/><Relationship Id="rId51" Type="http://schemas.openxmlformats.org/officeDocument/2006/relationships/image" Target="../media/image92.png"/><Relationship Id="rId72" Type="http://schemas.openxmlformats.org/officeDocument/2006/relationships/customXml" Target="../ink/ink296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75" Type="http://schemas.openxmlformats.org/officeDocument/2006/relationships/customXml" Target="../ink/ink448.xml"/><Relationship Id="rId396" Type="http://schemas.openxmlformats.org/officeDocument/2006/relationships/image" Target="../media/image339.png"/><Relationship Id="rId3" Type="http://schemas.openxmlformats.org/officeDocument/2006/relationships/image" Target="../media/image25.png"/><Relationship Id="rId214" Type="http://schemas.openxmlformats.org/officeDocument/2006/relationships/customXml" Target="../ink/ink367.xml"/><Relationship Id="rId235" Type="http://schemas.openxmlformats.org/officeDocument/2006/relationships/customXml" Target="../ink/ink378.xml"/><Relationship Id="rId256" Type="http://schemas.openxmlformats.org/officeDocument/2006/relationships/image" Target="../media/image269.png"/><Relationship Id="rId277" Type="http://schemas.openxmlformats.org/officeDocument/2006/relationships/customXml" Target="../ink/ink399.xml"/><Relationship Id="rId298" Type="http://schemas.openxmlformats.org/officeDocument/2006/relationships/image" Target="../media/image290.png"/><Relationship Id="rId400" Type="http://schemas.openxmlformats.org/officeDocument/2006/relationships/image" Target="../media/image341.png"/><Relationship Id="rId116" Type="http://schemas.openxmlformats.org/officeDocument/2006/relationships/customXml" Target="../ink/ink318.xml"/><Relationship Id="rId137" Type="http://schemas.openxmlformats.org/officeDocument/2006/relationships/image" Target="../media/image177.png"/><Relationship Id="rId158" Type="http://schemas.openxmlformats.org/officeDocument/2006/relationships/customXml" Target="../ink/ink339.xml"/><Relationship Id="rId302" Type="http://schemas.openxmlformats.org/officeDocument/2006/relationships/image" Target="../media/image292.png"/><Relationship Id="rId323" Type="http://schemas.openxmlformats.org/officeDocument/2006/relationships/customXml" Target="../ink/ink422.xml"/><Relationship Id="rId344" Type="http://schemas.openxmlformats.org/officeDocument/2006/relationships/image" Target="../media/image313.png"/><Relationship Id="rId20" Type="http://schemas.openxmlformats.org/officeDocument/2006/relationships/customXml" Target="../ink/ink270.xml"/><Relationship Id="rId41" Type="http://schemas.openxmlformats.org/officeDocument/2006/relationships/image" Target="../media/image87.png"/><Relationship Id="rId62" Type="http://schemas.openxmlformats.org/officeDocument/2006/relationships/customXml" Target="../ink/ink291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443.xml"/><Relationship Id="rId386" Type="http://schemas.openxmlformats.org/officeDocument/2006/relationships/image" Target="../media/image334.png"/><Relationship Id="rId190" Type="http://schemas.openxmlformats.org/officeDocument/2006/relationships/customXml" Target="../ink/ink355.xml"/><Relationship Id="rId204" Type="http://schemas.openxmlformats.org/officeDocument/2006/relationships/customXml" Target="../ink/ink362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394.xml"/><Relationship Id="rId288" Type="http://schemas.openxmlformats.org/officeDocument/2006/relationships/image" Target="../media/image285.png"/><Relationship Id="rId411" Type="http://schemas.openxmlformats.org/officeDocument/2006/relationships/customXml" Target="../ink/ink466.xml"/><Relationship Id="rId106" Type="http://schemas.openxmlformats.org/officeDocument/2006/relationships/customXml" Target="../ink/ink313.xml"/><Relationship Id="rId127" Type="http://schemas.openxmlformats.org/officeDocument/2006/relationships/image" Target="../media/image173.png"/><Relationship Id="rId313" Type="http://schemas.openxmlformats.org/officeDocument/2006/relationships/customXml" Target="../ink/ink417.xml"/><Relationship Id="rId10" Type="http://schemas.openxmlformats.org/officeDocument/2006/relationships/customXml" Target="../ink/ink265.xml"/><Relationship Id="rId31" Type="http://schemas.openxmlformats.org/officeDocument/2006/relationships/image" Target="../media/image82.png"/><Relationship Id="rId52" Type="http://schemas.openxmlformats.org/officeDocument/2006/relationships/customXml" Target="../ink/ink286.xml"/><Relationship Id="rId73" Type="http://schemas.openxmlformats.org/officeDocument/2006/relationships/image" Target="../media/image101.png"/><Relationship Id="rId94" Type="http://schemas.openxmlformats.org/officeDocument/2006/relationships/customXml" Target="../ink/ink307.xml"/><Relationship Id="rId148" Type="http://schemas.openxmlformats.org/officeDocument/2006/relationships/customXml" Target="../ink/ink334.xml"/><Relationship Id="rId169" Type="http://schemas.openxmlformats.org/officeDocument/2006/relationships/image" Target="../media/image193.png"/><Relationship Id="rId334" Type="http://schemas.openxmlformats.org/officeDocument/2006/relationships/image" Target="../media/image308.png"/><Relationship Id="rId355" Type="http://schemas.openxmlformats.org/officeDocument/2006/relationships/customXml" Target="../ink/ink438.xml"/><Relationship Id="rId376" Type="http://schemas.openxmlformats.org/officeDocument/2006/relationships/image" Target="../media/image329.png"/><Relationship Id="rId397" Type="http://schemas.openxmlformats.org/officeDocument/2006/relationships/customXml" Target="../ink/ink459.xml"/><Relationship Id="rId4" Type="http://schemas.openxmlformats.org/officeDocument/2006/relationships/customXml" Target="../ink/ink262.xml"/><Relationship Id="rId180" Type="http://schemas.openxmlformats.org/officeDocument/2006/relationships/customXml" Target="../ink/ink350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389.xml"/><Relationship Id="rId278" Type="http://schemas.openxmlformats.org/officeDocument/2006/relationships/image" Target="../media/image280.png"/><Relationship Id="rId401" Type="http://schemas.openxmlformats.org/officeDocument/2006/relationships/customXml" Target="../ink/ink461.xml"/><Relationship Id="rId303" Type="http://schemas.openxmlformats.org/officeDocument/2006/relationships/customXml" Target="../ink/ink412.xml"/><Relationship Id="rId42" Type="http://schemas.openxmlformats.org/officeDocument/2006/relationships/customXml" Target="../ink/ink281.xml"/><Relationship Id="rId84" Type="http://schemas.openxmlformats.org/officeDocument/2006/relationships/customXml" Target="../ink/ink302.xml"/><Relationship Id="rId138" Type="http://schemas.openxmlformats.org/officeDocument/2006/relationships/customXml" Target="../ink/ink329.xml"/><Relationship Id="rId345" Type="http://schemas.openxmlformats.org/officeDocument/2006/relationships/customXml" Target="../ink/ink433.xml"/><Relationship Id="rId387" Type="http://schemas.openxmlformats.org/officeDocument/2006/relationships/customXml" Target="../ink/ink454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384.xml"/><Relationship Id="rId412" Type="http://schemas.openxmlformats.org/officeDocument/2006/relationships/image" Target="../media/image347.png"/><Relationship Id="rId107" Type="http://schemas.openxmlformats.org/officeDocument/2006/relationships/image" Target="../media/image163.png"/><Relationship Id="rId289" Type="http://schemas.openxmlformats.org/officeDocument/2006/relationships/customXml" Target="../ink/ink405.xml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298.png"/><Relationship Id="rId356" Type="http://schemas.openxmlformats.org/officeDocument/2006/relationships/image" Target="../media/image319.png"/><Relationship Id="rId398" Type="http://schemas.openxmlformats.org/officeDocument/2006/relationships/image" Target="../media/image340.png"/><Relationship Id="rId95" Type="http://schemas.openxmlformats.org/officeDocument/2006/relationships/image" Target="../media/image157.png"/><Relationship Id="rId160" Type="http://schemas.openxmlformats.org/officeDocument/2006/relationships/customXml" Target="../ink/ink340.xml"/><Relationship Id="rId216" Type="http://schemas.openxmlformats.org/officeDocument/2006/relationships/customXml" Target="../ink/ink368.xml"/><Relationship Id="rId258" Type="http://schemas.openxmlformats.org/officeDocument/2006/relationships/image" Target="../media/image270.png"/><Relationship Id="rId22" Type="http://schemas.openxmlformats.org/officeDocument/2006/relationships/customXml" Target="../ink/ink271.xml"/><Relationship Id="rId64" Type="http://schemas.openxmlformats.org/officeDocument/2006/relationships/customXml" Target="../ink/ink292.xml"/><Relationship Id="rId118" Type="http://schemas.openxmlformats.org/officeDocument/2006/relationships/customXml" Target="../ink/ink319.xml"/><Relationship Id="rId325" Type="http://schemas.openxmlformats.org/officeDocument/2006/relationships/customXml" Target="../ink/ink423.xml"/><Relationship Id="rId367" Type="http://schemas.openxmlformats.org/officeDocument/2006/relationships/customXml" Target="../ink/ink444.xml"/><Relationship Id="rId171" Type="http://schemas.openxmlformats.org/officeDocument/2006/relationships/image" Target="../media/image194.png"/><Relationship Id="rId227" Type="http://schemas.openxmlformats.org/officeDocument/2006/relationships/customXml" Target="../ink/ink374.xml"/><Relationship Id="rId269" Type="http://schemas.openxmlformats.org/officeDocument/2006/relationships/customXml" Target="../ink/ink395.xml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281.png"/><Relationship Id="rId336" Type="http://schemas.openxmlformats.org/officeDocument/2006/relationships/image" Target="../media/image309.png"/><Relationship Id="rId75" Type="http://schemas.openxmlformats.org/officeDocument/2006/relationships/image" Target="../media/image102.png"/><Relationship Id="rId140" Type="http://schemas.openxmlformats.org/officeDocument/2006/relationships/customXml" Target="../ink/ink330.xml"/><Relationship Id="rId182" Type="http://schemas.openxmlformats.org/officeDocument/2006/relationships/customXml" Target="../ink/ink351.xml"/><Relationship Id="rId378" Type="http://schemas.openxmlformats.org/officeDocument/2006/relationships/image" Target="../media/image330.png"/><Relationship Id="rId403" Type="http://schemas.openxmlformats.org/officeDocument/2006/relationships/customXml" Target="../ink/ink462.xml"/><Relationship Id="rId6" Type="http://schemas.openxmlformats.org/officeDocument/2006/relationships/customXml" Target="../ink/ink263.xml"/><Relationship Id="rId238" Type="http://schemas.openxmlformats.org/officeDocument/2006/relationships/image" Target="../media/image260.png"/><Relationship Id="rId291" Type="http://schemas.openxmlformats.org/officeDocument/2006/relationships/customXml" Target="../ink/ink406.xml"/><Relationship Id="rId305" Type="http://schemas.openxmlformats.org/officeDocument/2006/relationships/customXml" Target="../ink/ink413.xml"/><Relationship Id="rId347" Type="http://schemas.openxmlformats.org/officeDocument/2006/relationships/customXml" Target="../ink/ink434.xml"/><Relationship Id="rId44" Type="http://schemas.openxmlformats.org/officeDocument/2006/relationships/customXml" Target="../ink/ink282.xml"/><Relationship Id="rId86" Type="http://schemas.openxmlformats.org/officeDocument/2006/relationships/customXml" Target="../ink/ink303.xml"/><Relationship Id="rId151" Type="http://schemas.openxmlformats.org/officeDocument/2006/relationships/image" Target="../media/image184.png"/><Relationship Id="rId389" Type="http://schemas.openxmlformats.org/officeDocument/2006/relationships/customXml" Target="../ink/ink455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385.xml"/><Relationship Id="rId414" Type="http://schemas.openxmlformats.org/officeDocument/2006/relationships/image" Target="../media/image348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271.png"/><Relationship Id="rId316" Type="http://schemas.openxmlformats.org/officeDocument/2006/relationships/image" Target="../media/image299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320.xml"/><Relationship Id="rId358" Type="http://schemas.openxmlformats.org/officeDocument/2006/relationships/image" Target="../media/image320.png"/><Relationship Id="rId162" Type="http://schemas.openxmlformats.org/officeDocument/2006/relationships/customXml" Target="../ink/ink341.xml"/><Relationship Id="rId218" Type="http://schemas.openxmlformats.org/officeDocument/2006/relationships/customXml" Target="../ink/ink369.xml"/><Relationship Id="rId271" Type="http://schemas.openxmlformats.org/officeDocument/2006/relationships/customXml" Target="../ink/ink396.xml"/><Relationship Id="rId24" Type="http://schemas.openxmlformats.org/officeDocument/2006/relationships/customXml" Target="../ink/ink272.xml"/><Relationship Id="rId66" Type="http://schemas.openxmlformats.org/officeDocument/2006/relationships/customXml" Target="../ink/ink293.xml"/><Relationship Id="rId131" Type="http://schemas.openxmlformats.org/officeDocument/2006/relationships/image" Target="../media/image174.png"/><Relationship Id="rId327" Type="http://schemas.openxmlformats.org/officeDocument/2006/relationships/customXml" Target="../ink/ink424.xml"/><Relationship Id="rId369" Type="http://schemas.openxmlformats.org/officeDocument/2006/relationships/customXml" Target="../ink/ink445.xml"/><Relationship Id="rId173" Type="http://schemas.openxmlformats.org/officeDocument/2006/relationships/image" Target="../media/image195.png"/><Relationship Id="rId229" Type="http://schemas.openxmlformats.org/officeDocument/2006/relationships/customXml" Target="../ink/ink375.xml"/><Relationship Id="rId380" Type="http://schemas.openxmlformats.org/officeDocument/2006/relationships/image" Target="../media/image331.png"/><Relationship Id="rId240" Type="http://schemas.openxmlformats.org/officeDocument/2006/relationships/image" Target="../media/image261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310.xml"/><Relationship Id="rId282" Type="http://schemas.openxmlformats.org/officeDocument/2006/relationships/image" Target="../media/image282.png"/><Relationship Id="rId338" Type="http://schemas.openxmlformats.org/officeDocument/2006/relationships/image" Target="../media/image310.png"/><Relationship Id="rId8" Type="http://schemas.openxmlformats.org/officeDocument/2006/relationships/customXml" Target="../ink/ink264.xml"/><Relationship Id="rId142" Type="http://schemas.openxmlformats.org/officeDocument/2006/relationships/customXml" Target="../ink/ink331.xml"/><Relationship Id="rId184" Type="http://schemas.openxmlformats.org/officeDocument/2006/relationships/customXml" Target="../ink/ink352.xml"/><Relationship Id="rId391" Type="http://schemas.openxmlformats.org/officeDocument/2006/relationships/customXml" Target="../ink/ink456.xml"/><Relationship Id="rId405" Type="http://schemas.openxmlformats.org/officeDocument/2006/relationships/customXml" Target="../ink/ink463.xml"/><Relationship Id="rId251" Type="http://schemas.openxmlformats.org/officeDocument/2006/relationships/customXml" Target="../ink/ink386.xml"/><Relationship Id="rId46" Type="http://schemas.openxmlformats.org/officeDocument/2006/relationships/customXml" Target="../ink/ink283.xml"/><Relationship Id="rId293" Type="http://schemas.openxmlformats.org/officeDocument/2006/relationships/customXml" Target="../ink/ink407.xml"/><Relationship Id="rId307" Type="http://schemas.openxmlformats.org/officeDocument/2006/relationships/customXml" Target="../ink/ink414.xml"/><Relationship Id="rId349" Type="http://schemas.openxmlformats.org/officeDocument/2006/relationships/customXml" Target="../ink/ink435.xml"/><Relationship Id="rId88" Type="http://schemas.openxmlformats.org/officeDocument/2006/relationships/customXml" Target="../ink/ink304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321.png"/><Relationship Id="rId416" Type="http://schemas.openxmlformats.org/officeDocument/2006/relationships/image" Target="../media/image349.png"/><Relationship Id="rId220" Type="http://schemas.openxmlformats.org/officeDocument/2006/relationships/customXml" Target="../ink/ink370.xml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272.png"/><Relationship Id="rId318" Type="http://schemas.openxmlformats.org/officeDocument/2006/relationships/image" Target="../media/image300.png"/><Relationship Id="rId99" Type="http://schemas.openxmlformats.org/officeDocument/2006/relationships/image" Target="../media/image159.png"/><Relationship Id="rId122" Type="http://schemas.openxmlformats.org/officeDocument/2006/relationships/customXml" Target="../ink/ink321.xml"/><Relationship Id="rId164" Type="http://schemas.openxmlformats.org/officeDocument/2006/relationships/customXml" Target="../ink/ink342.xml"/><Relationship Id="rId371" Type="http://schemas.openxmlformats.org/officeDocument/2006/relationships/customXml" Target="../ink/ink446.xml"/><Relationship Id="rId26" Type="http://schemas.openxmlformats.org/officeDocument/2006/relationships/customXml" Target="../ink/ink273.xml"/><Relationship Id="rId231" Type="http://schemas.openxmlformats.org/officeDocument/2006/relationships/customXml" Target="../ink/ink376.xml"/><Relationship Id="rId273" Type="http://schemas.openxmlformats.org/officeDocument/2006/relationships/customXml" Target="../ink/ink397.xml"/><Relationship Id="rId329" Type="http://schemas.openxmlformats.org/officeDocument/2006/relationships/customXml" Target="../ink/ink425.xml"/><Relationship Id="rId68" Type="http://schemas.openxmlformats.org/officeDocument/2006/relationships/customXml" Target="../ink/ink294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11.png"/><Relationship Id="rId200" Type="http://schemas.openxmlformats.org/officeDocument/2006/relationships/customXml" Target="../ink/ink360.xml"/><Relationship Id="rId382" Type="http://schemas.openxmlformats.org/officeDocument/2006/relationships/image" Target="../media/image332.png"/><Relationship Id="rId242" Type="http://schemas.openxmlformats.org/officeDocument/2006/relationships/image" Target="../media/image262.png"/><Relationship Id="rId284" Type="http://schemas.openxmlformats.org/officeDocument/2006/relationships/image" Target="../media/image283.png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311.xml"/><Relationship Id="rId144" Type="http://schemas.openxmlformats.org/officeDocument/2006/relationships/customXml" Target="../ink/ink332.xml"/><Relationship Id="rId90" Type="http://schemas.openxmlformats.org/officeDocument/2006/relationships/customXml" Target="../ink/ink305.xml"/><Relationship Id="rId186" Type="http://schemas.openxmlformats.org/officeDocument/2006/relationships/customXml" Target="../ink/ink353.xml"/><Relationship Id="rId351" Type="http://schemas.openxmlformats.org/officeDocument/2006/relationships/customXml" Target="../ink/ink436.xml"/><Relationship Id="rId393" Type="http://schemas.openxmlformats.org/officeDocument/2006/relationships/customXml" Target="../ink/ink457.xml"/><Relationship Id="rId407" Type="http://schemas.openxmlformats.org/officeDocument/2006/relationships/customXml" Target="../ink/ink464.xml"/><Relationship Id="rId211" Type="http://schemas.openxmlformats.org/officeDocument/2006/relationships/image" Target="../media/image247.png"/><Relationship Id="rId253" Type="http://schemas.openxmlformats.org/officeDocument/2006/relationships/customXml" Target="../ink/ink387.xml"/><Relationship Id="rId295" Type="http://schemas.openxmlformats.org/officeDocument/2006/relationships/customXml" Target="../ink/ink408.xml"/><Relationship Id="rId309" Type="http://schemas.openxmlformats.org/officeDocument/2006/relationships/customXml" Target="../ink/ink415.xml"/><Relationship Id="rId48" Type="http://schemas.openxmlformats.org/officeDocument/2006/relationships/customXml" Target="../ink/ink284.xml"/><Relationship Id="rId113" Type="http://schemas.openxmlformats.org/officeDocument/2006/relationships/image" Target="../media/image166.png"/><Relationship Id="rId320" Type="http://schemas.openxmlformats.org/officeDocument/2006/relationships/image" Target="../media/image301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322.png"/><Relationship Id="rId418" Type="http://schemas.openxmlformats.org/officeDocument/2006/relationships/image" Target="../media/image350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619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87.png"/><Relationship Id="rId366" Type="http://schemas.openxmlformats.org/officeDocument/2006/relationships/image" Target="../media/image408.png"/><Relationship Id="rId170" Type="http://schemas.openxmlformats.org/officeDocument/2006/relationships/customXml" Target="../ink/ink554.xml"/><Relationship Id="rId226" Type="http://schemas.openxmlformats.org/officeDocument/2006/relationships/customXml" Target="../ink/ink582.xml"/><Relationship Id="rId433" Type="http://schemas.openxmlformats.org/officeDocument/2006/relationships/customXml" Target="../ink/ink686.xml"/><Relationship Id="rId268" Type="http://schemas.openxmlformats.org/officeDocument/2006/relationships/image" Target="../media/image359.png"/><Relationship Id="rId475" Type="http://schemas.openxmlformats.org/officeDocument/2006/relationships/customXml" Target="../ink/ink707.xml"/><Relationship Id="rId32" Type="http://schemas.openxmlformats.org/officeDocument/2006/relationships/customXml" Target="../ink/ink485.xml"/><Relationship Id="rId74" Type="http://schemas.openxmlformats.org/officeDocument/2006/relationships/customXml" Target="../ink/ink506.xml"/><Relationship Id="rId128" Type="http://schemas.openxmlformats.org/officeDocument/2006/relationships/customXml" Target="../ink/ink533.xml"/><Relationship Id="rId335" Type="http://schemas.openxmlformats.org/officeDocument/2006/relationships/customXml" Target="../ink/ink637.xml"/><Relationship Id="rId377" Type="http://schemas.openxmlformats.org/officeDocument/2006/relationships/customXml" Target="../ink/ink658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588.xml"/><Relationship Id="rId402" Type="http://schemas.openxmlformats.org/officeDocument/2006/relationships/image" Target="../media/image426.png"/><Relationship Id="rId279" Type="http://schemas.openxmlformats.org/officeDocument/2006/relationships/customXml" Target="../ink/ink609.xml"/><Relationship Id="rId444" Type="http://schemas.openxmlformats.org/officeDocument/2006/relationships/image" Target="../media/image447.png"/><Relationship Id="rId486" Type="http://schemas.openxmlformats.org/officeDocument/2006/relationships/image" Target="../media/image468.png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370.png"/><Relationship Id="rId304" Type="http://schemas.openxmlformats.org/officeDocument/2006/relationships/image" Target="../media/image377.png"/><Relationship Id="rId346" Type="http://schemas.openxmlformats.org/officeDocument/2006/relationships/image" Target="../media/image398.png"/><Relationship Id="rId388" Type="http://schemas.openxmlformats.org/officeDocument/2006/relationships/image" Target="../media/image419.png"/><Relationship Id="rId85" Type="http://schemas.openxmlformats.org/officeDocument/2006/relationships/image" Target="../media/image107.png"/><Relationship Id="rId150" Type="http://schemas.openxmlformats.org/officeDocument/2006/relationships/customXml" Target="../ink/ink544.xml"/><Relationship Id="rId192" Type="http://schemas.openxmlformats.org/officeDocument/2006/relationships/customXml" Target="../ink/ink565.xml"/><Relationship Id="rId206" Type="http://schemas.openxmlformats.org/officeDocument/2006/relationships/customXml" Target="../ink/ink572.xml"/><Relationship Id="rId413" Type="http://schemas.openxmlformats.org/officeDocument/2006/relationships/customXml" Target="../ink/ink676.xml"/><Relationship Id="rId248" Type="http://schemas.openxmlformats.org/officeDocument/2006/relationships/image" Target="../media/image265.png"/><Relationship Id="rId455" Type="http://schemas.openxmlformats.org/officeDocument/2006/relationships/customXml" Target="../ink/ink697.xml"/><Relationship Id="rId12" Type="http://schemas.openxmlformats.org/officeDocument/2006/relationships/customXml" Target="../ink/ink475.xml"/><Relationship Id="rId108" Type="http://schemas.openxmlformats.org/officeDocument/2006/relationships/customXml" Target="../ink/ink523.xml"/><Relationship Id="rId315" Type="http://schemas.openxmlformats.org/officeDocument/2006/relationships/customXml" Target="../ink/ink627.xml"/><Relationship Id="rId357" Type="http://schemas.openxmlformats.org/officeDocument/2006/relationships/customXml" Target="../ink/ink648.xml"/><Relationship Id="rId54" Type="http://schemas.openxmlformats.org/officeDocument/2006/relationships/customXml" Target="../ink/ink496.xml"/><Relationship Id="rId96" Type="http://schemas.openxmlformats.org/officeDocument/2006/relationships/customXml" Target="../ink/ink517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669.xml"/><Relationship Id="rId259" Type="http://schemas.openxmlformats.org/officeDocument/2006/relationships/customXml" Target="../ink/ink599.xml"/><Relationship Id="rId424" Type="http://schemas.openxmlformats.org/officeDocument/2006/relationships/image" Target="../media/image437.png"/><Relationship Id="rId466" Type="http://schemas.openxmlformats.org/officeDocument/2006/relationships/image" Target="../media/image458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360.png"/><Relationship Id="rId326" Type="http://schemas.openxmlformats.org/officeDocument/2006/relationships/image" Target="../media/image388.png"/><Relationship Id="rId65" Type="http://schemas.openxmlformats.org/officeDocument/2006/relationships/image" Target="../media/image98.png"/><Relationship Id="rId130" Type="http://schemas.openxmlformats.org/officeDocument/2006/relationships/customXml" Target="../ink/ink534.xml"/><Relationship Id="rId368" Type="http://schemas.openxmlformats.org/officeDocument/2006/relationships/image" Target="../media/image409.png"/><Relationship Id="rId172" Type="http://schemas.openxmlformats.org/officeDocument/2006/relationships/customXml" Target="../ink/ink555.xml"/><Relationship Id="rId228" Type="http://schemas.openxmlformats.org/officeDocument/2006/relationships/image" Target="../media/image255.png"/><Relationship Id="rId435" Type="http://schemas.openxmlformats.org/officeDocument/2006/relationships/customXml" Target="../ink/ink687.xml"/><Relationship Id="rId477" Type="http://schemas.openxmlformats.org/officeDocument/2006/relationships/customXml" Target="../ink/ink708.xml"/><Relationship Id="rId281" Type="http://schemas.openxmlformats.org/officeDocument/2006/relationships/customXml" Target="../ink/ink610.xml"/><Relationship Id="rId337" Type="http://schemas.openxmlformats.org/officeDocument/2006/relationships/customXml" Target="../ink/ink638.xml"/><Relationship Id="rId34" Type="http://schemas.openxmlformats.org/officeDocument/2006/relationships/customXml" Target="../ink/ink486.xml"/><Relationship Id="rId76" Type="http://schemas.openxmlformats.org/officeDocument/2006/relationships/customXml" Target="../ink/ink507.xml"/><Relationship Id="rId141" Type="http://schemas.openxmlformats.org/officeDocument/2006/relationships/image" Target="../media/image179.png"/><Relationship Id="rId379" Type="http://schemas.openxmlformats.org/officeDocument/2006/relationships/customXml" Target="../ink/ink659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589.xml"/><Relationship Id="rId390" Type="http://schemas.openxmlformats.org/officeDocument/2006/relationships/image" Target="../media/image420.png"/><Relationship Id="rId404" Type="http://schemas.openxmlformats.org/officeDocument/2006/relationships/image" Target="../media/image427.png"/><Relationship Id="rId446" Type="http://schemas.openxmlformats.org/officeDocument/2006/relationships/image" Target="../media/image448.png"/><Relationship Id="rId250" Type="http://schemas.openxmlformats.org/officeDocument/2006/relationships/image" Target="../media/image266.png"/><Relationship Id="rId292" Type="http://schemas.openxmlformats.org/officeDocument/2006/relationships/image" Target="../media/image371.png"/><Relationship Id="rId306" Type="http://schemas.openxmlformats.org/officeDocument/2006/relationships/image" Target="../media/image378.png"/><Relationship Id="rId488" Type="http://schemas.openxmlformats.org/officeDocument/2006/relationships/image" Target="../media/image469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524.xml"/><Relationship Id="rId348" Type="http://schemas.openxmlformats.org/officeDocument/2006/relationships/image" Target="../media/image399.png"/><Relationship Id="rId152" Type="http://schemas.openxmlformats.org/officeDocument/2006/relationships/customXml" Target="../ink/ink545.xml"/><Relationship Id="rId194" Type="http://schemas.openxmlformats.org/officeDocument/2006/relationships/customXml" Target="../ink/ink566.xml"/><Relationship Id="rId208" Type="http://schemas.openxmlformats.org/officeDocument/2006/relationships/customXml" Target="../ink/ink573.xml"/><Relationship Id="rId415" Type="http://schemas.openxmlformats.org/officeDocument/2006/relationships/customXml" Target="../ink/ink677.xml"/><Relationship Id="rId457" Type="http://schemas.openxmlformats.org/officeDocument/2006/relationships/customXml" Target="../ink/ink698.xml"/><Relationship Id="rId261" Type="http://schemas.openxmlformats.org/officeDocument/2006/relationships/customXml" Target="../ink/ink600.xml"/><Relationship Id="rId14" Type="http://schemas.openxmlformats.org/officeDocument/2006/relationships/customXml" Target="../ink/ink476.xml"/><Relationship Id="rId56" Type="http://schemas.openxmlformats.org/officeDocument/2006/relationships/customXml" Target="../ink/ink497.xml"/><Relationship Id="rId317" Type="http://schemas.openxmlformats.org/officeDocument/2006/relationships/customXml" Target="../ink/ink628.xml"/><Relationship Id="rId359" Type="http://schemas.openxmlformats.org/officeDocument/2006/relationships/customXml" Target="../ink/ink649.xml"/><Relationship Id="rId98" Type="http://schemas.openxmlformats.org/officeDocument/2006/relationships/customXml" Target="../ink/ink518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410.png"/><Relationship Id="rId426" Type="http://schemas.openxmlformats.org/officeDocument/2006/relationships/image" Target="../media/image438.png"/><Relationship Id="rId230" Type="http://schemas.openxmlformats.org/officeDocument/2006/relationships/image" Target="../media/image256.png"/><Relationship Id="rId468" Type="http://schemas.openxmlformats.org/officeDocument/2006/relationships/image" Target="../media/image459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361.png"/><Relationship Id="rId328" Type="http://schemas.openxmlformats.org/officeDocument/2006/relationships/image" Target="../media/image389.png"/><Relationship Id="rId132" Type="http://schemas.openxmlformats.org/officeDocument/2006/relationships/customXml" Target="../ink/ink535.xml"/><Relationship Id="rId174" Type="http://schemas.openxmlformats.org/officeDocument/2006/relationships/customXml" Target="../ink/ink556.xml"/><Relationship Id="rId381" Type="http://schemas.openxmlformats.org/officeDocument/2006/relationships/customXml" Target="../ink/ink660.xml"/><Relationship Id="rId241" Type="http://schemas.openxmlformats.org/officeDocument/2006/relationships/customXml" Target="../ink/ink590.xml"/><Relationship Id="rId437" Type="http://schemas.openxmlformats.org/officeDocument/2006/relationships/customXml" Target="../ink/ink688.xml"/><Relationship Id="rId479" Type="http://schemas.openxmlformats.org/officeDocument/2006/relationships/customXml" Target="../ink/ink709.xml"/><Relationship Id="rId36" Type="http://schemas.openxmlformats.org/officeDocument/2006/relationships/customXml" Target="../ink/ink487.xml"/><Relationship Id="rId283" Type="http://schemas.openxmlformats.org/officeDocument/2006/relationships/customXml" Target="../ink/ink611.xml"/><Relationship Id="rId339" Type="http://schemas.openxmlformats.org/officeDocument/2006/relationships/customXml" Target="../ink/ink639.xml"/><Relationship Id="rId490" Type="http://schemas.openxmlformats.org/officeDocument/2006/relationships/image" Target="../media/image470.png"/><Relationship Id="rId78" Type="http://schemas.openxmlformats.org/officeDocument/2006/relationships/customXml" Target="../ink/ink508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400.png"/><Relationship Id="rId406" Type="http://schemas.openxmlformats.org/officeDocument/2006/relationships/image" Target="../media/image428.png"/><Relationship Id="rId9" Type="http://schemas.openxmlformats.org/officeDocument/2006/relationships/image" Target="../media/image28.png"/><Relationship Id="rId210" Type="http://schemas.openxmlformats.org/officeDocument/2006/relationships/customXml" Target="../ink/ink574.xml"/><Relationship Id="rId392" Type="http://schemas.openxmlformats.org/officeDocument/2006/relationships/image" Target="../media/image421.png"/><Relationship Id="rId448" Type="http://schemas.openxmlformats.org/officeDocument/2006/relationships/image" Target="../media/image449.png"/><Relationship Id="rId252" Type="http://schemas.openxmlformats.org/officeDocument/2006/relationships/image" Target="../media/image351.png"/><Relationship Id="rId294" Type="http://schemas.openxmlformats.org/officeDocument/2006/relationships/image" Target="../media/image372.png"/><Relationship Id="rId308" Type="http://schemas.openxmlformats.org/officeDocument/2006/relationships/image" Target="../media/image379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525.xml"/><Relationship Id="rId154" Type="http://schemas.openxmlformats.org/officeDocument/2006/relationships/customXml" Target="../ink/ink546.xml"/><Relationship Id="rId361" Type="http://schemas.openxmlformats.org/officeDocument/2006/relationships/customXml" Target="../ink/ink650.xml"/><Relationship Id="rId196" Type="http://schemas.openxmlformats.org/officeDocument/2006/relationships/customXml" Target="../ink/ink567.xml"/><Relationship Id="rId417" Type="http://schemas.openxmlformats.org/officeDocument/2006/relationships/customXml" Target="../ink/ink678.xml"/><Relationship Id="rId459" Type="http://schemas.openxmlformats.org/officeDocument/2006/relationships/customXml" Target="../ink/ink699.xml"/><Relationship Id="rId16" Type="http://schemas.openxmlformats.org/officeDocument/2006/relationships/customXml" Target="../ink/ink477.xml"/><Relationship Id="rId221" Type="http://schemas.openxmlformats.org/officeDocument/2006/relationships/image" Target="../media/image252.png"/><Relationship Id="rId263" Type="http://schemas.openxmlformats.org/officeDocument/2006/relationships/customXml" Target="../ink/ink601.xml"/><Relationship Id="rId319" Type="http://schemas.openxmlformats.org/officeDocument/2006/relationships/customXml" Target="../ink/ink629.xml"/><Relationship Id="rId470" Type="http://schemas.openxmlformats.org/officeDocument/2006/relationships/image" Target="../media/image460.png"/><Relationship Id="rId58" Type="http://schemas.openxmlformats.org/officeDocument/2006/relationships/customXml" Target="../ink/ink498.xml"/><Relationship Id="rId123" Type="http://schemas.openxmlformats.org/officeDocument/2006/relationships/image" Target="../media/image171.png"/><Relationship Id="rId330" Type="http://schemas.openxmlformats.org/officeDocument/2006/relationships/image" Target="../media/image390.png"/><Relationship Id="rId165" Type="http://schemas.openxmlformats.org/officeDocument/2006/relationships/image" Target="../media/image191.png"/><Relationship Id="rId372" Type="http://schemas.openxmlformats.org/officeDocument/2006/relationships/image" Target="../media/image411.png"/><Relationship Id="rId428" Type="http://schemas.openxmlformats.org/officeDocument/2006/relationships/image" Target="../media/image439.png"/><Relationship Id="rId232" Type="http://schemas.openxmlformats.org/officeDocument/2006/relationships/image" Target="../media/image257.png"/><Relationship Id="rId274" Type="http://schemas.openxmlformats.org/officeDocument/2006/relationships/image" Target="../media/image362.png"/><Relationship Id="rId481" Type="http://schemas.openxmlformats.org/officeDocument/2006/relationships/customXml" Target="../ink/ink710.xml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536.xml"/><Relationship Id="rId80" Type="http://schemas.openxmlformats.org/officeDocument/2006/relationships/customXml" Target="../ink/ink509.xml"/><Relationship Id="rId176" Type="http://schemas.openxmlformats.org/officeDocument/2006/relationships/customXml" Target="../ink/ink557.xml"/><Relationship Id="rId341" Type="http://schemas.openxmlformats.org/officeDocument/2006/relationships/customXml" Target="../ink/ink640.xml"/><Relationship Id="rId383" Type="http://schemas.openxmlformats.org/officeDocument/2006/relationships/customXml" Target="../ink/ink661.xml"/><Relationship Id="rId439" Type="http://schemas.openxmlformats.org/officeDocument/2006/relationships/customXml" Target="../ink/ink689.xml"/><Relationship Id="rId201" Type="http://schemas.openxmlformats.org/officeDocument/2006/relationships/image" Target="../media/image242.png"/><Relationship Id="rId243" Type="http://schemas.openxmlformats.org/officeDocument/2006/relationships/customXml" Target="../ink/ink591.xml"/><Relationship Id="rId285" Type="http://schemas.openxmlformats.org/officeDocument/2006/relationships/customXml" Target="../ink/ink612.xml"/><Relationship Id="rId450" Type="http://schemas.openxmlformats.org/officeDocument/2006/relationships/image" Target="../media/image450.png"/><Relationship Id="rId38" Type="http://schemas.openxmlformats.org/officeDocument/2006/relationships/customXml" Target="../ink/ink488.xml"/><Relationship Id="rId103" Type="http://schemas.openxmlformats.org/officeDocument/2006/relationships/image" Target="../media/image161.png"/><Relationship Id="rId310" Type="http://schemas.openxmlformats.org/officeDocument/2006/relationships/image" Target="../media/image380.png"/><Relationship Id="rId492" Type="http://schemas.openxmlformats.org/officeDocument/2006/relationships/image" Target="../media/image471.png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87" Type="http://schemas.openxmlformats.org/officeDocument/2006/relationships/image" Target="../media/image235.png"/><Relationship Id="rId352" Type="http://schemas.openxmlformats.org/officeDocument/2006/relationships/image" Target="../media/image401.png"/><Relationship Id="rId394" Type="http://schemas.openxmlformats.org/officeDocument/2006/relationships/image" Target="../media/image422.png"/><Relationship Id="rId408" Type="http://schemas.openxmlformats.org/officeDocument/2006/relationships/image" Target="../media/image429.png"/><Relationship Id="rId212" Type="http://schemas.openxmlformats.org/officeDocument/2006/relationships/customXml" Target="../ink/ink575.xml"/><Relationship Id="rId254" Type="http://schemas.openxmlformats.org/officeDocument/2006/relationships/image" Target="../media/image352.png"/><Relationship Id="rId49" Type="http://schemas.openxmlformats.org/officeDocument/2006/relationships/image" Target="../media/image91.png"/><Relationship Id="rId114" Type="http://schemas.openxmlformats.org/officeDocument/2006/relationships/customXml" Target="../ink/ink526.xml"/><Relationship Id="rId296" Type="http://schemas.openxmlformats.org/officeDocument/2006/relationships/image" Target="../media/image373.png"/><Relationship Id="rId461" Type="http://schemas.openxmlformats.org/officeDocument/2006/relationships/customXml" Target="../ink/ink700.xml"/><Relationship Id="rId60" Type="http://schemas.openxmlformats.org/officeDocument/2006/relationships/customXml" Target="../ink/ink499.xml"/><Relationship Id="rId156" Type="http://schemas.openxmlformats.org/officeDocument/2006/relationships/customXml" Target="../ink/ink547.xml"/><Relationship Id="rId198" Type="http://schemas.openxmlformats.org/officeDocument/2006/relationships/customXml" Target="../ink/ink568.xml"/><Relationship Id="rId321" Type="http://schemas.openxmlformats.org/officeDocument/2006/relationships/customXml" Target="../ink/ink630.xml"/><Relationship Id="rId363" Type="http://schemas.openxmlformats.org/officeDocument/2006/relationships/customXml" Target="../ink/ink651.xml"/><Relationship Id="rId419" Type="http://schemas.openxmlformats.org/officeDocument/2006/relationships/customXml" Target="../ink/ink679.xml"/><Relationship Id="rId223" Type="http://schemas.openxmlformats.org/officeDocument/2006/relationships/image" Target="../media/image253.png"/><Relationship Id="rId430" Type="http://schemas.openxmlformats.org/officeDocument/2006/relationships/image" Target="../media/image440.png"/><Relationship Id="rId18" Type="http://schemas.openxmlformats.org/officeDocument/2006/relationships/customXml" Target="../ink/ink478.xml"/><Relationship Id="rId265" Type="http://schemas.openxmlformats.org/officeDocument/2006/relationships/customXml" Target="../ink/ink602.xml"/><Relationship Id="rId472" Type="http://schemas.openxmlformats.org/officeDocument/2006/relationships/image" Target="../media/image461.png"/><Relationship Id="rId125" Type="http://schemas.openxmlformats.org/officeDocument/2006/relationships/image" Target="../media/image172.png"/><Relationship Id="rId167" Type="http://schemas.openxmlformats.org/officeDocument/2006/relationships/image" Target="../media/image192.png"/><Relationship Id="rId332" Type="http://schemas.openxmlformats.org/officeDocument/2006/relationships/image" Target="../media/image391.png"/><Relationship Id="rId374" Type="http://schemas.openxmlformats.org/officeDocument/2006/relationships/image" Target="../media/image412.png"/><Relationship Id="rId71" Type="http://schemas.openxmlformats.org/officeDocument/2006/relationships/image" Target="../media/image59.png"/><Relationship Id="rId234" Type="http://schemas.openxmlformats.org/officeDocument/2006/relationships/image" Target="../media/image258.png"/><Relationship Id="rId2" Type="http://schemas.openxmlformats.org/officeDocument/2006/relationships/customXml" Target="../ink/ink470.xml"/><Relationship Id="rId29" Type="http://schemas.openxmlformats.org/officeDocument/2006/relationships/image" Target="../media/image81.png"/><Relationship Id="rId276" Type="http://schemas.openxmlformats.org/officeDocument/2006/relationships/image" Target="../media/image363.png"/><Relationship Id="rId441" Type="http://schemas.openxmlformats.org/officeDocument/2006/relationships/customXml" Target="../ink/ink690.xml"/><Relationship Id="rId483" Type="http://schemas.openxmlformats.org/officeDocument/2006/relationships/customXml" Target="../ink/ink711.xml"/><Relationship Id="rId40" Type="http://schemas.openxmlformats.org/officeDocument/2006/relationships/customXml" Target="../ink/ink489.xml"/><Relationship Id="rId136" Type="http://schemas.openxmlformats.org/officeDocument/2006/relationships/customXml" Target="../ink/ink537.xml"/><Relationship Id="rId178" Type="http://schemas.openxmlformats.org/officeDocument/2006/relationships/customXml" Target="../ink/ink558.xml"/><Relationship Id="rId301" Type="http://schemas.openxmlformats.org/officeDocument/2006/relationships/customXml" Target="../ink/ink620.xml"/><Relationship Id="rId343" Type="http://schemas.openxmlformats.org/officeDocument/2006/relationships/customXml" Target="../ink/ink641.xml"/><Relationship Id="rId82" Type="http://schemas.openxmlformats.org/officeDocument/2006/relationships/customXml" Target="../ink/ink510.xml"/><Relationship Id="rId203" Type="http://schemas.openxmlformats.org/officeDocument/2006/relationships/image" Target="../media/image243.png"/><Relationship Id="rId385" Type="http://schemas.openxmlformats.org/officeDocument/2006/relationships/customXml" Target="../ink/ink662.xml"/><Relationship Id="rId245" Type="http://schemas.openxmlformats.org/officeDocument/2006/relationships/customXml" Target="../ink/ink592.xml"/><Relationship Id="rId287" Type="http://schemas.openxmlformats.org/officeDocument/2006/relationships/customXml" Target="../ink/ink613.xml"/><Relationship Id="rId410" Type="http://schemas.openxmlformats.org/officeDocument/2006/relationships/image" Target="../media/image430.png"/><Relationship Id="rId452" Type="http://schemas.openxmlformats.org/officeDocument/2006/relationships/image" Target="../media/image451.png"/><Relationship Id="rId105" Type="http://schemas.openxmlformats.org/officeDocument/2006/relationships/image" Target="../media/image162.png"/><Relationship Id="rId147" Type="http://schemas.openxmlformats.org/officeDocument/2006/relationships/image" Target="../media/image182.png"/><Relationship Id="rId312" Type="http://schemas.openxmlformats.org/officeDocument/2006/relationships/image" Target="../media/image381.png"/><Relationship Id="rId354" Type="http://schemas.openxmlformats.org/officeDocument/2006/relationships/image" Target="../media/image402.png"/><Relationship Id="rId51" Type="http://schemas.openxmlformats.org/officeDocument/2006/relationships/image" Target="../media/image92.png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96" Type="http://schemas.openxmlformats.org/officeDocument/2006/relationships/image" Target="../media/image423.png"/><Relationship Id="rId214" Type="http://schemas.openxmlformats.org/officeDocument/2006/relationships/customXml" Target="../ink/ink576.xml"/><Relationship Id="rId256" Type="http://schemas.openxmlformats.org/officeDocument/2006/relationships/image" Target="../media/image353.png"/><Relationship Id="rId298" Type="http://schemas.openxmlformats.org/officeDocument/2006/relationships/image" Target="../media/image374.png"/><Relationship Id="rId421" Type="http://schemas.openxmlformats.org/officeDocument/2006/relationships/customXml" Target="../ink/ink680.xml"/><Relationship Id="rId463" Type="http://schemas.openxmlformats.org/officeDocument/2006/relationships/customXml" Target="../ink/ink701.xml"/><Relationship Id="rId116" Type="http://schemas.openxmlformats.org/officeDocument/2006/relationships/customXml" Target="../ink/ink527.xml"/><Relationship Id="rId158" Type="http://schemas.openxmlformats.org/officeDocument/2006/relationships/customXml" Target="../ink/ink548.xml"/><Relationship Id="rId323" Type="http://schemas.openxmlformats.org/officeDocument/2006/relationships/customXml" Target="../ink/ink631.xml"/><Relationship Id="rId20" Type="http://schemas.openxmlformats.org/officeDocument/2006/relationships/customXml" Target="../ink/ink479.xml"/><Relationship Id="rId41" Type="http://schemas.openxmlformats.org/officeDocument/2006/relationships/image" Target="../media/image87.png"/><Relationship Id="rId62" Type="http://schemas.openxmlformats.org/officeDocument/2006/relationships/customXml" Target="../ink/ink500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652.xml"/><Relationship Id="rId386" Type="http://schemas.openxmlformats.org/officeDocument/2006/relationships/image" Target="../media/image418.png"/><Relationship Id="rId190" Type="http://schemas.openxmlformats.org/officeDocument/2006/relationships/customXml" Target="../ink/ink564.xml"/><Relationship Id="rId204" Type="http://schemas.openxmlformats.org/officeDocument/2006/relationships/customXml" Target="../ink/ink571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603.xml"/><Relationship Id="rId288" Type="http://schemas.openxmlformats.org/officeDocument/2006/relationships/image" Target="../media/image369.png"/><Relationship Id="rId411" Type="http://schemas.openxmlformats.org/officeDocument/2006/relationships/customXml" Target="../ink/ink675.xml"/><Relationship Id="rId432" Type="http://schemas.openxmlformats.org/officeDocument/2006/relationships/image" Target="../media/image441.png"/><Relationship Id="rId453" Type="http://schemas.openxmlformats.org/officeDocument/2006/relationships/customXml" Target="../ink/ink696.xml"/><Relationship Id="rId474" Type="http://schemas.openxmlformats.org/officeDocument/2006/relationships/image" Target="../media/image462.png"/><Relationship Id="rId106" Type="http://schemas.openxmlformats.org/officeDocument/2006/relationships/customXml" Target="../ink/ink522.xml"/><Relationship Id="rId127" Type="http://schemas.openxmlformats.org/officeDocument/2006/relationships/image" Target="../media/image173.png"/><Relationship Id="rId313" Type="http://schemas.openxmlformats.org/officeDocument/2006/relationships/customXml" Target="../ink/ink626.xml"/><Relationship Id="rId10" Type="http://schemas.openxmlformats.org/officeDocument/2006/relationships/customXml" Target="../ink/ink474.xml"/><Relationship Id="rId31" Type="http://schemas.openxmlformats.org/officeDocument/2006/relationships/image" Target="../media/image82.png"/><Relationship Id="rId52" Type="http://schemas.openxmlformats.org/officeDocument/2006/relationships/customXml" Target="../ink/ink495.xml"/><Relationship Id="rId73" Type="http://schemas.openxmlformats.org/officeDocument/2006/relationships/image" Target="../media/image101.png"/><Relationship Id="rId94" Type="http://schemas.openxmlformats.org/officeDocument/2006/relationships/customXml" Target="../ink/ink516.xml"/><Relationship Id="rId148" Type="http://schemas.openxmlformats.org/officeDocument/2006/relationships/customXml" Target="../ink/ink543.xml"/><Relationship Id="rId169" Type="http://schemas.openxmlformats.org/officeDocument/2006/relationships/image" Target="../media/image193.png"/><Relationship Id="rId334" Type="http://schemas.openxmlformats.org/officeDocument/2006/relationships/image" Target="../media/image392.png"/><Relationship Id="rId355" Type="http://schemas.openxmlformats.org/officeDocument/2006/relationships/customXml" Target="../ink/ink647.xml"/><Relationship Id="rId376" Type="http://schemas.openxmlformats.org/officeDocument/2006/relationships/image" Target="../media/image413.png"/><Relationship Id="rId397" Type="http://schemas.openxmlformats.org/officeDocument/2006/relationships/customXml" Target="../ink/ink668.xml"/><Relationship Id="rId4" Type="http://schemas.openxmlformats.org/officeDocument/2006/relationships/customXml" Target="../ink/ink471.xml"/><Relationship Id="rId180" Type="http://schemas.openxmlformats.org/officeDocument/2006/relationships/customXml" Target="../ink/ink559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598.xml"/><Relationship Id="rId278" Type="http://schemas.openxmlformats.org/officeDocument/2006/relationships/image" Target="../media/image364.png"/><Relationship Id="rId401" Type="http://schemas.openxmlformats.org/officeDocument/2006/relationships/customXml" Target="../ink/ink670.xml"/><Relationship Id="rId422" Type="http://schemas.openxmlformats.org/officeDocument/2006/relationships/image" Target="../media/image436.png"/><Relationship Id="rId443" Type="http://schemas.openxmlformats.org/officeDocument/2006/relationships/customXml" Target="../ink/ink691.xml"/><Relationship Id="rId464" Type="http://schemas.openxmlformats.org/officeDocument/2006/relationships/image" Target="../media/image457.png"/><Relationship Id="rId303" Type="http://schemas.openxmlformats.org/officeDocument/2006/relationships/customXml" Target="../ink/ink621.xml"/><Relationship Id="rId485" Type="http://schemas.openxmlformats.org/officeDocument/2006/relationships/customXml" Target="../ink/ink712.xml"/><Relationship Id="rId42" Type="http://schemas.openxmlformats.org/officeDocument/2006/relationships/customXml" Target="../ink/ink490.xml"/><Relationship Id="rId84" Type="http://schemas.openxmlformats.org/officeDocument/2006/relationships/customXml" Target="../ink/ink511.xml"/><Relationship Id="rId138" Type="http://schemas.openxmlformats.org/officeDocument/2006/relationships/customXml" Target="../ink/ink538.xml"/><Relationship Id="rId345" Type="http://schemas.openxmlformats.org/officeDocument/2006/relationships/customXml" Target="../ink/ink642.xml"/><Relationship Id="rId387" Type="http://schemas.openxmlformats.org/officeDocument/2006/relationships/customXml" Target="../ink/ink663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593.xml"/><Relationship Id="rId412" Type="http://schemas.openxmlformats.org/officeDocument/2006/relationships/image" Target="../media/image431.png"/><Relationship Id="rId107" Type="http://schemas.openxmlformats.org/officeDocument/2006/relationships/image" Target="../media/image163.png"/><Relationship Id="rId289" Type="http://schemas.openxmlformats.org/officeDocument/2006/relationships/customXml" Target="../ink/ink614.xml"/><Relationship Id="rId454" Type="http://schemas.openxmlformats.org/officeDocument/2006/relationships/image" Target="../media/image452.png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382.png"/><Relationship Id="rId356" Type="http://schemas.openxmlformats.org/officeDocument/2006/relationships/image" Target="../media/image403.png"/><Relationship Id="rId398" Type="http://schemas.openxmlformats.org/officeDocument/2006/relationships/image" Target="../media/image424.png"/><Relationship Id="rId95" Type="http://schemas.openxmlformats.org/officeDocument/2006/relationships/image" Target="../media/image157.png"/><Relationship Id="rId160" Type="http://schemas.openxmlformats.org/officeDocument/2006/relationships/customXml" Target="../ink/ink549.xml"/><Relationship Id="rId216" Type="http://schemas.openxmlformats.org/officeDocument/2006/relationships/customXml" Target="../ink/ink577.xml"/><Relationship Id="rId423" Type="http://schemas.openxmlformats.org/officeDocument/2006/relationships/customXml" Target="../ink/ink681.xml"/><Relationship Id="rId258" Type="http://schemas.openxmlformats.org/officeDocument/2006/relationships/image" Target="../media/image354.png"/><Relationship Id="rId465" Type="http://schemas.openxmlformats.org/officeDocument/2006/relationships/customXml" Target="../ink/ink702.xml"/><Relationship Id="rId22" Type="http://schemas.openxmlformats.org/officeDocument/2006/relationships/customXml" Target="../ink/ink480.xml"/><Relationship Id="rId64" Type="http://schemas.openxmlformats.org/officeDocument/2006/relationships/customXml" Target="../ink/ink501.xml"/><Relationship Id="rId118" Type="http://schemas.openxmlformats.org/officeDocument/2006/relationships/customXml" Target="../ink/ink528.xml"/><Relationship Id="rId325" Type="http://schemas.openxmlformats.org/officeDocument/2006/relationships/customXml" Target="../ink/ink632.xml"/><Relationship Id="rId367" Type="http://schemas.openxmlformats.org/officeDocument/2006/relationships/customXml" Target="../ink/ink653.xml"/><Relationship Id="rId171" Type="http://schemas.openxmlformats.org/officeDocument/2006/relationships/image" Target="../media/image194.png"/><Relationship Id="rId227" Type="http://schemas.openxmlformats.org/officeDocument/2006/relationships/customXml" Target="../ink/ink583.xml"/><Relationship Id="rId269" Type="http://schemas.openxmlformats.org/officeDocument/2006/relationships/customXml" Target="../ink/ink604.xml"/><Relationship Id="rId434" Type="http://schemas.openxmlformats.org/officeDocument/2006/relationships/image" Target="../media/image442.png"/><Relationship Id="rId476" Type="http://schemas.openxmlformats.org/officeDocument/2006/relationships/image" Target="../media/image463.png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365.png"/><Relationship Id="rId336" Type="http://schemas.openxmlformats.org/officeDocument/2006/relationships/image" Target="../media/image393.png"/><Relationship Id="rId75" Type="http://schemas.openxmlformats.org/officeDocument/2006/relationships/image" Target="../media/image102.png"/><Relationship Id="rId140" Type="http://schemas.openxmlformats.org/officeDocument/2006/relationships/customXml" Target="../ink/ink539.xml"/><Relationship Id="rId182" Type="http://schemas.openxmlformats.org/officeDocument/2006/relationships/customXml" Target="../ink/ink560.xml"/><Relationship Id="rId378" Type="http://schemas.openxmlformats.org/officeDocument/2006/relationships/image" Target="../media/image414.png"/><Relationship Id="rId403" Type="http://schemas.openxmlformats.org/officeDocument/2006/relationships/customXml" Target="../ink/ink671.xml"/><Relationship Id="rId6" Type="http://schemas.openxmlformats.org/officeDocument/2006/relationships/customXml" Target="../ink/ink472.xml"/><Relationship Id="rId238" Type="http://schemas.openxmlformats.org/officeDocument/2006/relationships/image" Target="../media/image260.png"/><Relationship Id="rId445" Type="http://schemas.openxmlformats.org/officeDocument/2006/relationships/customXml" Target="../ink/ink692.xml"/><Relationship Id="rId487" Type="http://schemas.openxmlformats.org/officeDocument/2006/relationships/customXml" Target="../ink/ink713.xml"/><Relationship Id="rId291" Type="http://schemas.openxmlformats.org/officeDocument/2006/relationships/customXml" Target="../ink/ink615.xml"/><Relationship Id="rId305" Type="http://schemas.openxmlformats.org/officeDocument/2006/relationships/customXml" Target="../ink/ink622.xml"/><Relationship Id="rId347" Type="http://schemas.openxmlformats.org/officeDocument/2006/relationships/customXml" Target="../ink/ink643.xml"/><Relationship Id="rId44" Type="http://schemas.openxmlformats.org/officeDocument/2006/relationships/customXml" Target="../ink/ink491.xml"/><Relationship Id="rId86" Type="http://schemas.openxmlformats.org/officeDocument/2006/relationships/customXml" Target="../ink/ink512.xml"/><Relationship Id="rId151" Type="http://schemas.openxmlformats.org/officeDocument/2006/relationships/image" Target="../media/image184.png"/><Relationship Id="rId389" Type="http://schemas.openxmlformats.org/officeDocument/2006/relationships/customXml" Target="../ink/ink664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594.xml"/><Relationship Id="rId414" Type="http://schemas.openxmlformats.org/officeDocument/2006/relationships/image" Target="../media/image432.png"/><Relationship Id="rId456" Type="http://schemas.openxmlformats.org/officeDocument/2006/relationships/image" Target="../media/image453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355.png"/><Relationship Id="rId316" Type="http://schemas.openxmlformats.org/officeDocument/2006/relationships/image" Target="../media/image383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529.xml"/><Relationship Id="rId358" Type="http://schemas.openxmlformats.org/officeDocument/2006/relationships/image" Target="../media/image404.png"/><Relationship Id="rId162" Type="http://schemas.openxmlformats.org/officeDocument/2006/relationships/customXml" Target="../ink/ink550.xml"/><Relationship Id="rId218" Type="http://schemas.openxmlformats.org/officeDocument/2006/relationships/customXml" Target="../ink/ink578.xml"/><Relationship Id="rId425" Type="http://schemas.openxmlformats.org/officeDocument/2006/relationships/customXml" Target="../ink/ink682.xml"/><Relationship Id="rId467" Type="http://schemas.openxmlformats.org/officeDocument/2006/relationships/customXml" Target="../ink/ink703.xml"/><Relationship Id="rId271" Type="http://schemas.openxmlformats.org/officeDocument/2006/relationships/customXml" Target="../ink/ink605.xml"/><Relationship Id="rId24" Type="http://schemas.openxmlformats.org/officeDocument/2006/relationships/customXml" Target="../ink/ink481.xml"/><Relationship Id="rId66" Type="http://schemas.openxmlformats.org/officeDocument/2006/relationships/customXml" Target="../ink/ink502.xml"/><Relationship Id="rId131" Type="http://schemas.openxmlformats.org/officeDocument/2006/relationships/image" Target="../media/image174.png"/><Relationship Id="rId327" Type="http://schemas.openxmlformats.org/officeDocument/2006/relationships/customXml" Target="../ink/ink633.xml"/><Relationship Id="rId369" Type="http://schemas.openxmlformats.org/officeDocument/2006/relationships/customXml" Target="../ink/ink654.xml"/><Relationship Id="rId173" Type="http://schemas.openxmlformats.org/officeDocument/2006/relationships/image" Target="../media/image195.png"/><Relationship Id="rId229" Type="http://schemas.openxmlformats.org/officeDocument/2006/relationships/customXml" Target="../ink/ink584.xml"/><Relationship Id="rId380" Type="http://schemas.openxmlformats.org/officeDocument/2006/relationships/image" Target="../media/image415.png"/><Relationship Id="rId436" Type="http://schemas.openxmlformats.org/officeDocument/2006/relationships/image" Target="../media/image443.png"/><Relationship Id="rId240" Type="http://schemas.openxmlformats.org/officeDocument/2006/relationships/image" Target="../media/image261.png"/><Relationship Id="rId478" Type="http://schemas.openxmlformats.org/officeDocument/2006/relationships/image" Target="../media/image464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519.xml"/><Relationship Id="rId282" Type="http://schemas.openxmlformats.org/officeDocument/2006/relationships/image" Target="../media/image366.png"/><Relationship Id="rId338" Type="http://schemas.openxmlformats.org/officeDocument/2006/relationships/image" Target="../media/image394.png"/><Relationship Id="rId8" Type="http://schemas.openxmlformats.org/officeDocument/2006/relationships/customXml" Target="../ink/ink473.xml"/><Relationship Id="rId142" Type="http://schemas.openxmlformats.org/officeDocument/2006/relationships/customXml" Target="../ink/ink540.xml"/><Relationship Id="rId184" Type="http://schemas.openxmlformats.org/officeDocument/2006/relationships/customXml" Target="../ink/ink561.xml"/><Relationship Id="rId391" Type="http://schemas.openxmlformats.org/officeDocument/2006/relationships/customXml" Target="../ink/ink665.xml"/><Relationship Id="rId405" Type="http://schemas.openxmlformats.org/officeDocument/2006/relationships/customXml" Target="../ink/ink672.xml"/><Relationship Id="rId447" Type="http://schemas.openxmlformats.org/officeDocument/2006/relationships/customXml" Target="../ink/ink693.xml"/><Relationship Id="rId251" Type="http://schemas.openxmlformats.org/officeDocument/2006/relationships/customXml" Target="../ink/ink595.xml"/><Relationship Id="rId489" Type="http://schemas.openxmlformats.org/officeDocument/2006/relationships/customXml" Target="../ink/ink714.xml"/><Relationship Id="rId46" Type="http://schemas.openxmlformats.org/officeDocument/2006/relationships/customXml" Target="../ink/ink492.xml"/><Relationship Id="rId293" Type="http://schemas.openxmlformats.org/officeDocument/2006/relationships/customXml" Target="../ink/ink616.xml"/><Relationship Id="rId307" Type="http://schemas.openxmlformats.org/officeDocument/2006/relationships/customXml" Target="../ink/ink623.xml"/><Relationship Id="rId349" Type="http://schemas.openxmlformats.org/officeDocument/2006/relationships/customXml" Target="../ink/ink644.xml"/><Relationship Id="rId88" Type="http://schemas.openxmlformats.org/officeDocument/2006/relationships/customXml" Target="../ink/ink513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405.png"/><Relationship Id="rId416" Type="http://schemas.openxmlformats.org/officeDocument/2006/relationships/image" Target="../media/image433.png"/><Relationship Id="rId220" Type="http://schemas.openxmlformats.org/officeDocument/2006/relationships/customXml" Target="../ink/ink579.xml"/><Relationship Id="rId458" Type="http://schemas.openxmlformats.org/officeDocument/2006/relationships/image" Target="../media/image454.png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356.png"/><Relationship Id="rId318" Type="http://schemas.openxmlformats.org/officeDocument/2006/relationships/image" Target="../media/image384.png"/><Relationship Id="rId99" Type="http://schemas.openxmlformats.org/officeDocument/2006/relationships/image" Target="../media/image159.png"/><Relationship Id="rId122" Type="http://schemas.openxmlformats.org/officeDocument/2006/relationships/customXml" Target="../ink/ink530.xml"/><Relationship Id="rId164" Type="http://schemas.openxmlformats.org/officeDocument/2006/relationships/customXml" Target="../ink/ink551.xml"/><Relationship Id="rId371" Type="http://schemas.openxmlformats.org/officeDocument/2006/relationships/customXml" Target="../ink/ink655.xml"/><Relationship Id="rId427" Type="http://schemas.openxmlformats.org/officeDocument/2006/relationships/customXml" Target="../ink/ink683.xml"/><Relationship Id="rId469" Type="http://schemas.openxmlformats.org/officeDocument/2006/relationships/customXml" Target="../ink/ink704.xml"/><Relationship Id="rId26" Type="http://schemas.openxmlformats.org/officeDocument/2006/relationships/customXml" Target="../ink/ink482.xml"/><Relationship Id="rId231" Type="http://schemas.openxmlformats.org/officeDocument/2006/relationships/customXml" Target="../ink/ink585.xml"/><Relationship Id="rId273" Type="http://schemas.openxmlformats.org/officeDocument/2006/relationships/customXml" Target="../ink/ink606.xml"/><Relationship Id="rId329" Type="http://schemas.openxmlformats.org/officeDocument/2006/relationships/customXml" Target="../ink/ink634.xml"/><Relationship Id="rId480" Type="http://schemas.openxmlformats.org/officeDocument/2006/relationships/image" Target="../media/image465.png"/><Relationship Id="rId68" Type="http://schemas.openxmlformats.org/officeDocument/2006/relationships/customXml" Target="../ink/ink503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95.png"/><Relationship Id="rId200" Type="http://schemas.openxmlformats.org/officeDocument/2006/relationships/customXml" Target="../ink/ink569.xml"/><Relationship Id="rId382" Type="http://schemas.openxmlformats.org/officeDocument/2006/relationships/image" Target="../media/image416.png"/><Relationship Id="rId438" Type="http://schemas.openxmlformats.org/officeDocument/2006/relationships/image" Target="../media/image444.png"/><Relationship Id="rId242" Type="http://schemas.openxmlformats.org/officeDocument/2006/relationships/image" Target="../media/image262.png"/><Relationship Id="rId284" Type="http://schemas.openxmlformats.org/officeDocument/2006/relationships/image" Target="../media/image367.png"/><Relationship Id="rId491" Type="http://schemas.openxmlformats.org/officeDocument/2006/relationships/customXml" Target="../ink/ink715.xml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520.xml"/><Relationship Id="rId144" Type="http://schemas.openxmlformats.org/officeDocument/2006/relationships/customXml" Target="../ink/ink541.xml"/><Relationship Id="rId90" Type="http://schemas.openxmlformats.org/officeDocument/2006/relationships/customXml" Target="../ink/ink514.xml"/><Relationship Id="rId186" Type="http://schemas.openxmlformats.org/officeDocument/2006/relationships/customXml" Target="../ink/ink562.xml"/><Relationship Id="rId351" Type="http://schemas.openxmlformats.org/officeDocument/2006/relationships/customXml" Target="../ink/ink645.xml"/><Relationship Id="rId393" Type="http://schemas.openxmlformats.org/officeDocument/2006/relationships/customXml" Target="../ink/ink666.xml"/><Relationship Id="rId407" Type="http://schemas.openxmlformats.org/officeDocument/2006/relationships/customXml" Target="../ink/ink673.xml"/><Relationship Id="rId449" Type="http://schemas.openxmlformats.org/officeDocument/2006/relationships/customXml" Target="../ink/ink694.xml"/><Relationship Id="rId211" Type="http://schemas.openxmlformats.org/officeDocument/2006/relationships/image" Target="../media/image247.png"/><Relationship Id="rId253" Type="http://schemas.openxmlformats.org/officeDocument/2006/relationships/customXml" Target="../ink/ink596.xml"/><Relationship Id="rId295" Type="http://schemas.openxmlformats.org/officeDocument/2006/relationships/customXml" Target="../ink/ink617.xml"/><Relationship Id="rId309" Type="http://schemas.openxmlformats.org/officeDocument/2006/relationships/customXml" Target="../ink/ink624.xml"/><Relationship Id="rId460" Type="http://schemas.openxmlformats.org/officeDocument/2006/relationships/image" Target="../media/image455.png"/><Relationship Id="rId48" Type="http://schemas.openxmlformats.org/officeDocument/2006/relationships/customXml" Target="../ink/ink493.xml"/><Relationship Id="rId113" Type="http://schemas.openxmlformats.org/officeDocument/2006/relationships/image" Target="../media/image166.png"/><Relationship Id="rId320" Type="http://schemas.openxmlformats.org/officeDocument/2006/relationships/image" Target="../media/image385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406.png"/><Relationship Id="rId418" Type="http://schemas.openxmlformats.org/officeDocument/2006/relationships/image" Target="../media/image434.png"/><Relationship Id="rId222" Type="http://schemas.openxmlformats.org/officeDocument/2006/relationships/customXml" Target="../ink/ink580.xml"/><Relationship Id="rId264" Type="http://schemas.openxmlformats.org/officeDocument/2006/relationships/image" Target="../media/image357.png"/><Relationship Id="rId471" Type="http://schemas.openxmlformats.org/officeDocument/2006/relationships/customXml" Target="../ink/ink705.xml"/><Relationship Id="rId17" Type="http://schemas.openxmlformats.org/officeDocument/2006/relationships/image" Target="../media/image75.png"/><Relationship Id="rId59" Type="http://schemas.openxmlformats.org/officeDocument/2006/relationships/image" Target="../media/image53.png"/><Relationship Id="rId124" Type="http://schemas.openxmlformats.org/officeDocument/2006/relationships/customXml" Target="../ink/ink531.xml"/><Relationship Id="rId70" Type="http://schemas.openxmlformats.org/officeDocument/2006/relationships/customXml" Target="../ink/ink504.xml"/><Relationship Id="rId166" Type="http://schemas.openxmlformats.org/officeDocument/2006/relationships/customXml" Target="../ink/ink552.xml"/><Relationship Id="rId331" Type="http://schemas.openxmlformats.org/officeDocument/2006/relationships/customXml" Target="../ink/ink635.xml"/><Relationship Id="rId373" Type="http://schemas.openxmlformats.org/officeDocument/2006/relationships/customXml" Target="../ink/ink656.xml"/><Relationship Id="rId429" Type="http://schemas.openxmlformats.org/officeDocument/2006/relationships/customXml" Target="../ink/ink684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586.xml"/><Relationship Id="rId440" Type="http://schemas.openxmlformats.org/officeDocument/2006/relationships/image" Target="../media/image445.png"/><Relationship Id="rId28" Type="http://schemas.openxmlformats.org/officeDocument/2006/relationships/customXml" Target="../ink/ink483.xml"/><Relationship Id="rId275" Type="http://schemas.openxmlformats.org/officeDocument/2006/relationships/customXml" Target="../ink/ink607.xml"/><Relationship Id="rId300" Type="http://schemas.openxmlformats.org/officeDocument/2006/relationships/image" Target="../media/image375.png"/><Relationship Id="rId482" Type="http://schemas.openxmlformats.org/officeDocument/2006/relationships/image" Target="../media/image466.png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77" Type="http://schemas.openxmlformats.org/officeDocument/2006/relationships/image" Target="../media/image197.png"/><Relationship Id="rId342" Type="http://schemas.openxmlformats.org/officeDocument/2006/relationships/image" Target="../media/image396.png"/><Relationship Id="rId384" Type="http://schemas.openxmlformats.org/officeDocument/2006/relationships/image" Target="../media/image417.png"/><Relationship Id="rId202" Type="http://schemas.openxmlformats.org/officeDocument/2006/relationships/customXml" Target="../ink/ink570.xml"/><Relationship Id="rId244" Type="http://schemas.openxmlformats.org/officeDocument/2006/relationships/image" Target="../media/image263.png"/><Relationship Id="rId39" Type="http://schemas.openxmlformats.org/officeDocument/2006/relationships/image" Target="../media/image86.png"/><Relationship Id="rId286" Type="http://schemas.openxmlformats.org/officeDocument/2006/relationships/image" Target="../media/image368.png"/><Relationship Id="rId451" Type="http://schemas.openxmlformats.org/officeDocument/2006/relationships/customXml" Target="../ink/ink695.xml"/><Relationship Id="rId50" Type="http://schemas.openxmlformats.org/officeDocument/2006/relationships/customXml" Target="../ink/ink494.xml"/><Relationship Id="rId104" Type="http://schemas.openxmlformats.org/officeDocument/2006/relationships/customXml" Target="../ink/ink521.xml"/><Relationship Id="rId146" Type="http://schemas.openxmlformats.org/officeDocument/2006/relationships/customXml" Target="../ink/ink542.xml"/><Relationship Id="rId188" Type="http://schemas.openxmlformats.org/officeDocument/2006/relationships/customXml" Target="../ink/ink563.xml"/><Relationship Id="rId311" Type="http://schemas.openxmlformats.org/officeDocument/2006/relationships/customXml" Target="../ink/ink625.xml"/><Relationship Id="rId353" Type="http://schemas.openxmlformats.org/officeDocument/2006/relationships/customXml" Target="../ink/ink646.xml"/><Relationship Id="rId395" Type="http://schemas.openxmlformats.org/officeDocument/2006/relationships/customXml" Target="../ink/ink667.xml"/><Relationship Id="rId409" Type="http://schemas.openxmlformats.org/officeDocument/2006/relationships/customXml" Target="../ink/ink674.xml"/><Relationship Id="rId92" Type="http://schemas.openxmlformats.org/officeDocument/2006/relationships/customXml" Target="../ink/ink515.xml"/><Relationship Id="rId213" Type="http://schemas.openxmlformats.org/officeDocument/2006/relationships/image" Target="../media/image248.png"/><Relationship Id="rId420" Type="http://schemas.openxmlformats.org/officeDocument/2006/relationships/image" Target="../media/image435.png"/><Relationship Id="rId255" Type="http://schemas.openxmlformats.org/officeDocument/2006/relationships/customXml" Target="../ink/ink597.xml"/><Relationship Id="rId297" Type="http://schemas.openxmlformats.org/officeDocument/2006/relationships/customXml" Target="../ink/ink618.xml"/><Relationship Id="rId462" Type="http://schemas.openxmlformats.org/officeDocument/2006/relationships/image" Target="../media/image456.png"/><Relationship Id="rId115" Type="http://schemas.openxmlformats.org/officeDocument/2006/relationships/image" Target="../media/image167.png"/><Relationship Id="rId157" Type="http://schemas.openxmlformats.org/officeDocument/2006/relationships/image" Target="../media/image187.png"/><Relationship Id="rId322" Type="http://schemas.openxmlformats.org/officeDocument/2006/relationships/image" Target="../media/image386.png"/><Relationship Id="rId364" Type="http://schemas.openxmlformats.org/officeDocument/2006/relationships/image" Target="../media/image407.png"/><Relationship Id="rId61" Type="http://schemas.openxmlformats.org/officeDocument/2006/relationships/image" Target="../media/image96.png"/><Relationship Id="rId199" Type="http://schemas.openxmlformats.org/officeDocument/2006/relationships/image" Target="../media/image241.png"/><Relationship Id="rId19" Type="http://schemas.openxmlformats.org/officeDocument/2006/relationships/image" Target="../media/image76.png"/><Relationship Id="rId224" Type="http://schemas.openxmlformats.org/officeDocument/2006/relationships/customXml" Target="../ink/ink581.xml"/><Relationship Id="rId266" Type="http://schemas.openxmlformats.org/officeDocument/2006/relationships/image" Target="../media/image358.png"/><Relationship Id="rId431" Type="http://schemas.openxmlformats.org/officeDocument/2006/relationships/customXml" Target="../ink/ink685.xml"/><Relationship Id="rId473" Type="http://schemas.openxmlformats.org/officeDocument/2006/relationships/customXml" Target="../ink/ink706.xml"/><Relationship Id="rId30" Type="http://schemas.openxmlformats.org/officeDocument/2006/relationships/customXml" Target="../ink/ink484.xml"/><Relationship Id="rId126" Type="http://schemas.openxmlformats.org/officeDocument/2006/relationships/customXml" Target="../ink/ink532.xml"/><Relationship Id="rId168" Type="http://schemas.openxmlformats.org/officeDocument/2006/relationships/customXml" Target="../ink/ink553.xml"/><Relationship Id="rId333" Type="http://schemas.openxmlformats.org/officeDocument/2006/relationships/customXml" Target="../ink/ink636.xml"/><Relationship Id="rId72" Type="http://schemas.openxmlformats.org/officeDocument/2006/relationships/customXml" Target="../ink/ink505.xml"/><Relationship Id="rId375" Type="http://schemas.openxmlformats.org/officeDocument/2006/relationships/customXml" Target="../ink/ink657.xml"/><Relationship Id="rId3" Type="http://schemas.openxmlformats.org/officeDocument/2006/relationships/image" Target="../media/image25.png"/><Relationship Id="rId235" Type="http://schemas.openxmlformats.org/officeDocument/2006/relationships/customXml" Target="../ink/ink587.xml"/><Relationship Id="rId277" Type="http://schemas.openxmlformats.org/officeDocument/2006/relationships/customXml" Target="../ink/ink608.xml"/><Relationship Id="rId400" Type="http://schemas.openxmlformats.org/officeDocument/2006/relationships/image" Target="../media/image425.png"/><Relationship Id="rId442" Type="http://schemas.openxmlformats.org/officeDocument/2006/relationships/image" Target="../media/image446.png"/><Relationship Id="rId484" Type="http://schemas.openxmlformats.org/officeDocument/2006/relationships/image" Target="../media/image467.png"/><Relationship Id="rId137" Type="http://schemas.openxmlformats.org/officeDocument/2006/relationships/image" Target="../media/image177.png"/><Relationship Id="rId302" Type="http://schemas.openxmlformats.org/officeDocument/2006/relationships/image" Target="../media/image376.png"/><Relationship Id="rId344" Type="http://schemas.openxmlformats.org/officeDocument/2006/relationships/image" Target="../media/image397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736.xml"/><Relationship Id="rId63" Type="http://schemas.openxmlformats.org/officeDocument/2006/relationships/image" Target="../media/image97.png"/><Relationship Id="rId84" Type="http://schemas.openxmlformats.org/officeDocument/2006/relationships/customXml" Target="../ink/ink757.xml"/><Relationship Id="rId138" Type="http://schemas.openxmlformats.org/officeDocument/2006/relationships/customXml" Target="../ink/ink784.xml"/><Relationship Id="rId159" Type="http://schemas.openxmlformats.org/officeDocument/2006/relationships/image" Target="../media/image188.png"/><Relationship Id="rId170" Type="http://schemas.openxmlformats.org/officeDocument/2006/relationships/customXml" Target="../ink/ink800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828.xml"/><Relationship Id="rId247" Type="http://schemas.openxmlformats.org/officeDocument/2006/relationships/customXml" Target="../ink/ink839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731.xml"/><Relationship Id="rId53" Type="http://schemas.openxmlformats.org/officeDocument/2006/relationships/image" Target="../media/image93.png"/><Relationship Id="rId74" Type="http://schemas.openxmlformats.org/officeDocument/2006/relationships/customXml" Target="../ink/ink752.xml"/><Relationship Id="rId128" Type="http://schemas.openxmlformats.org/officeDocument/2006/relationships/customXml" Target="../ink/ink779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795.xml"/><Relationship Id="rId181" Type="http://schemas.openxmlformats.org/officeDocument/2006/relationships/image" Target="../media/image199.png"/><Relationship Id="rId216" Type="http://schemas.openxmlformats.org/officeDocument/2006/relationships/customXml" Target="../ink/ink823.xml"/><Relationship Id="rId237" Type="http://schemas.openxmlformats.org/officeDocument/2006/relationships/customXml" Target="../ink/ink834.xml"/><Relationship Id="rId22" Type="http://schemas.openxmlformats.org/officeDocument/2006/relationships/customXml" Target="../ink/ink726.xml"/><Relationship Id="rId43" Type="http://schemas.openxmlformats.org/officeDocument/2006/relationships/image" Target="../media/image88.png"/><Relationship Id="rId64" Type="http://schemas.openxmlformats.org/officeDocument/2006/relationships/customXml" Target="../ink/ink747.xml"/><Relationship Id="rId118" Type="http://schemas.openxmlformats.org/officeDocument/2006/relationships/customXml" Target="../ink/ink774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790.xml"/><Relationship Id="rId171" Type="http://schemas.openxmlformats.org/officeDocument/2006/relationships/image" Target="../media/image194.png"/><Relationship Id="rId192" Type="http://schemas.openxmlformats.org/officeDocument/2006/relationships/customXml" Target="../ink/ink811.xml"/><Relationship Id="rId206" Type="http://schemas.openxmlformats.org/officeDocument/2006/relationships/customXml" Target="../ink/ink818.xml"/><Relationship Id="rId227" Type="http://schemas.openxmlformats.org/officeDocument/2006/relationships/customXml" Target="../ink/ink829.xml"/><Relationship Id="rId248" Type="http://schemas.openxmlformats.org/officeDocument/2006/relationships/image" Target="../media/image265.png"/><Relationship Id="rId12" Type="http://schemas.openxmlformats.org/officeDocument/2006/relationships/customXml" Target="../ink/ink721.xml"/><Relationship Id="rId33" Type="http://schemas.openxmlformats.org/officeDocument/2006/relationships/image" Target="../media/image83.png"/><Relationship Id="rId108" Type="http://schemas.openxmlformats.org/officeDocument/2006/relationships/customXml" Target="../ink/ink769.xml"/><Relationship Id="rId129" Type="http://schemas.openxmlformats.org/officeDocument/2006/relationships/image" Target="../media/image129.png"/><Relationship Id="rId54" Type="http://schemas.openxmlformats.org/officeDocument/2006/relationships/customXml" Target="../ink/ink742.xml"/><Relationship Id="rId75" Type="http://schemas.openxmlformats.org/officeDocument/2006/relationships/image" Target="../media/image102.png"/><Relationship Id="rId96" Type="http://schemas.openxmlformats.org/officeDocument/2006/relationships/customXml" Target="../ink/ink763.xml"/><Relationship Id="rId140" Type="http://schemas.openxmlformats.org/officeDocument/2006/relationships/customXml" Target="../ink/ink785.xml"/><Relationship Id="rId161" Type="http://schemas.openxmlformats.org/officeDocument/2006/relationships/image" Target="../media/image189.png"/><Relationship Id="rId182" Type="http://schemas.openxmlformats.org/officeDocument/2006/relationships/customXml" Target="../ink/ink806.xml"/><Relationship Id="rId217" Type="http://schemas.openxmlformats.org/officeDocument/2006/relationships/image" Target="../media/image250.png"/><Relationship Id="rId6" Type="http://schemas.openxmlformats.org/officeDocument/2006/relationships/customXml" Target="../ink/ink718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737.xml"/><Relationship Id="rId65" Type="http://schemas.openxmlformats.org/officeDocument/2006/relationships/image" Target="../media/image98.png"/><Relationship Id="rId86" Type="http://schemas.openxmlformats.org/officeDocument/2006/relationships/customXml" Target="../ink/ink758.xml"/><Relationship Id="rId130" Type="http://schemas.openxmlformats.org/officeDocument/2006/relationships/customXml" Target="../ink/ink780.xml"/><Relationship Id="rId151" Type="http://schemas.openxmlformats.org/officeDocument/2006/relationships/image" Target="../media/image184.png"/><Relationship Id="rId172" Type="http://schemas.openxmlformats.org/officeDocument/2006/relationships/customXml" Target="../ink/ink801.xml"/><Relationship Id="rId193" Type="http://schemas.openxmlformats.org/officeDocument/2006/relationships/image" Target="../media/image14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840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732.xml"/><Relationship Id="rId55" Type="http://schemas.openxmlformats.org/officeDocument/2006/relationships/image" Target="../media/image94.png"/><Relationship Id="rId76" Type="http://schemas.openxmlformats.org/officeDocument/2006/relationships/customXml" Target="../ink/ink753.xml"/><Relationship Id="rId97" Type="http://schemas.openxmlformats.org/officeDocument/2006/relationships/image" Target="../media/image158.png"/><Relationship Id="rId120" Type="http://schemas.openxmlformats.org/officeDocument/2006/relationships/customXml" Target="../ink/ink775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796.xml"/><Relationship Id="rId183" Type="http://schemas.openxmlformats.org/officeDocument/2006/relationships/image" Target="../media/image200.png"/><Relationship Id="rId218" Type="http://schemas.openxmlformats.org/officeDocument/2006/relationships/customXml" Target="../ink/ink824.xml"/><Relationship Id="rId239" Type="http://schemas.openxmlformats.org/officeDocument/2006/relationships/customXml" Target="../ink/ink835.xml"/><Relationship Id="rId250" Type="http://schemas.openxmlformats.org/officeDocument/2006/relationships/image" Target="../media/image266.png"/><Relationship Id="rId24" Type="http://schemas.openxmlformats.org/officeDocument/2006/relationships/customXml" Target="../ink/ink727.xml"/><Relationship Id="rId45" Type="http://schemas.openxmlformats.org/officeDocument/2006/relationships/image" Target="../media/image89.png"/><Relationship Id="rId66" Type="http://schemas.openxmlformats.org/officeDocument/2006/relationships/customXml" Target="../ink/ink748.xml"/><Relationship Id="rId87" Type="http://schemas.openxmlformats.org/officeDocument/2006/relationships/image" Target="../media/image108.png"/><Relationship Id="rId110" Type="http://schemas.openxmlformats.org/officeDocument/2006/relationships/customXml" Target="../ink/ink770.xml"/><Relationship Id="rId131" Type="http://schemas.openxmlformats.org/officeDocument/2006/relationships/image" Target="../media/image174.png"/><Relationship Id="rId152" Type="http://schemas.openxmlformats.org/officeDocument/2006/relationships/customXml" Target="../ink/ink791.xml"/><Relationship Id="rId173" Type="http://schemas.openxmlformats.org/officeDocument/2006/relationships/image" Target="../media/image195.png"/><Relationship Id="rId194" Type="http://schemas.openxmlformats.org/officeDocument/2006/relationships/customXml" Target="../ink/ink812.xml"/><Relationship Id="rId208" Type="http://schemas.openxmlformats.org/officeDocument/2006/relationships/customXml" Target="../ink/ink819.xml"/><Relationship Id="rId229" Type="http://schemas.openxmlformats.org/officeDocument/2006/relationships/customXml" Target="../ink/ink830.xml"/><Relationship Id="rId240" Type="http://schemas.openxmlformats.org/officeDocument/2006/relationships/image" Target="../media/image261.png"/><Relationship Id="rId14" Type="http://schemas.openxmlformats.org/officeDocument/2006/relationships/customXml" Target="../ink/ink722.xml"/><Relationship Id="rId35" Type="http://schemas.openxmlformats.org/officeDocument/2006/relationships/image" Target="../media/image84.png"/><Relationship Id="rId56" Type="http://schemas.openxmlformats.org/officeDocument/2006/relationships/customXml" Target="../ink/ink743.xml"/><Relationship Id="rId77" Type="http://schemas.openxmlformats.org/officeDocument/2006/relationships/image" Target="../media/image103.png"/><Relationship Id="rId100" Type="http://schemas.openxmlformats.org/officeDocument/2006/relationships/customXml" Target="../ink/ink765.xml"/><Relationship Id="rId8" Type="http://schemas.openxmlformats.org/officeDocument/2006/relationships/customXml" Target="../ink/ink719.xml"/><Relationship Id="rId98" Type="http://schemas.openxmlformats.org/officeDocument/2006/relationships/customXml" Target="../ink/ink764.xml"/><Relationship Id="rId121" Type="http://schemas.openxmlformats.org/officeDocument/2006/relationships/image" Target="../media/image170.png"/><Relationship Id="rId142" Type="http://schemas.openxmlformats.org/officeDocument/2006/relationships/customXml" Target="../ink/ink786.xml"/><Relationship Id="rId163" Type="http://schemas.openxmlformats.org/officeDocument/2006/relationships/image" Target="../media/image190.png"/><Relationship Id="rId184" Type="http://schemas.openxmlformats.org/officeDocument/2006/relationships/customXml" Target="../ink/ink807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11.jpeg"/><Relationship Id="rId25" Type="http://schemas.openxmlformats.org/officeDocument/2006/relationships/image" Target="../media/image79.png"/><Relationship Id="rId46" Type="http://schemas.openxmlformats.org/officeDocument/2006/relationships/customXml" Target="../ink/ink738.xml"/><Relationship Id="rId67" Type="http://schemas.openxmlformats.org/officeDocument/2006/relationships/image" Target="../media/image99.png"/><Relationship Id="rId88" Type="http://schemas.openxmlformats.org/officeDocument/2006/relationships/customXml" Target="../ink/ink759.xml"/><Relationship Id="rId111" Type="http://schemas.openxmlformats.org/officeDocument/2006/relationships/image" Target="../media/image165.png"/><Relationship Id="rId132" Type="http://schemas.openxmlformats.org/officeDocument/2006/relationships/customXml" Target="../ink/ink781.xml"/><Relationship Id="rId153" Type="http://schemas.openxmlformats.org/officeDocument/2006/relationships/image" Target="../media/image185.png"/><Relationship Id="rId174" Type="http://schemas.openxmlformats.org/officeDocument/2006/relationships/customXml" Target="../ink/ink802.xml"/><Relationship Id="rId195" Type="http://schemas.openxmlformats.org/officeDocument/2006/relationships/image" Target="../media/image15.png"/><Relationship Id="rId209" Type="http://schemas.openxmlformats.org/officeDocument/2006/relationships/image" Target="../media/image246.png"/><Relationship Id="rId220" Type="http://schemas.openxmlformats.org/officeDocument/2006/relationships/customXml" Target="../ink/ink825.xml"/><Relationship Id="rId241" Type="http://schemas.openxmlformats.org/officeDocument/2006/relationships/customXml" Target="../ink/ink836.xml"/><Relationship Id="rId15" Type="http://schemas.openxmlformats.org/officeDocument/2006/relationships/image" Target="../media/image74.png"/><Relationship Id="rId36" Type="http://schemas.openxmlformats.org/officeDocument/2006/relationships/customXml" Target="../ink/ink733.xml"/><Relationship Id="rId57" Type="http://schemas.openxmlformats.org/officeDocument/2006/relationships/image" Target="../media/image95.png"/><Relationship Id="rId78" Type="http://schemas.openxmlformats.org/officeDocument/2006/relationships/customXml" Target="../ink/ink754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776.xml"/><Relationship Id="rId143" Type="http://schemas.openxmlformats.org/officeDocument/2006/relationships/image" Target="../media/image180.png"/><Relationship Id="rId164" Type="http://schemas.openxmlformats.org/officeDocument/2006/relationships/customXml" Target="../ink/ink797.xml"/><Relationship Id="rId185" Type="http://schemas.openxmlformats.org/officeDocument/2006/relationships/image" Target="../media/image234.png"/><Relationship Id="rId4" Type="http://schemas.openxmlformats.org/officeDocument/2006/relationships/customXml" Target="../ink/ink717.xml"/><Relationship Id="rId9" Type="http://schemas.openxmlformats.org/officeDocument/2006/relationships/image" Target="../media/image28.png"/><Relationship Id="rId180" Type="http://schemas.openxmlformats.org/officeDocument/2006/relationships/customXml" Target="../ink/ink805.xml"/><Relationship Id="rId210" Type="http://schemas.openxmlformats.org/officeDocument/2006/relationships/customXml" Target="../ink/ink820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728.xml"/><Relationship Id="rId231" Type="http://schemas.openxmlformats.org/officeDocument/2006/relationships/customXml" Target="../ink/ink831.xml"/><Relationship Id="rId47" Type="http://schemas.openxmlformats.org/officeDocument/2006/relationships/image" Target="../media/image90.png"/><Relationship Id="rId68" Type="http://schemas.openxmlformats.org/officeDocument/2006/relationships/customXml" Target="../ink/ink749.xml"/><Relationship Id="rId89" Type="http://schemas.openxmlformats.org/officeDocument/2006/relationships/image" Target="../media/image109.png"/><Relationship Id="rId112" Type="http://schemas.openxmlformats.org/officeDocument/2006/relationships/customXml" Target="../ink/ink771.xml"/><Relationship Id="rId133" Type="http://schemas.openxmlformats.org/officeDocument/2006/relationships/image" Target="../media/image175.png"/><Relationship Id="rId154" Type="http://schemas.openxmlformats.org/officeDocument/2006/relationships/customXml" Target="../ink/ink792.xml"/><Relationship Id="rId175" Type="http://schemas.openxmlformats.org/officeDocument/2006/relationships/image" Target="../media/image196.png"/><Relationship Id="rId196" Type="http://schemas.openxmlformats.org/officeDocument/2006/relationships/customXml" Target="../ink/ink813.xml"/><Relationship Id="rId200" Type="http://schemas.openxmlformats.org/officeDocument/2006/relationships/customXml" Target="../ink/ink815.xml"/><Relationship Id="rId16" Type="http://schemas.openxmlformats.org/officeDocument/2006/relationships/customXml" Target="../ink/ink723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744.xml"/><Relationship Id="rId79" Type="http://schemas.openxmlformats.org/officeDocument/2006/relationships/image" Target="../media/image104.png"/><Relationship Id="rId102" Type="http://schemas.openxmlformats.org/officeDocument/2006/relationships/customXml" Target="../ink/ink766.xml"/><Relationship Id="rId123" Type="http://schemas.openxmlformats.org/officeDocument/2006/relationships/image" Target="../media/image171.png"/><Relationship Id="rId144" Type="http://schemas.openxmlformats.org/officeDocument/2006/relationships/customXml" Target="../ink/ink787.xml"/><Relationship Id="rId90" Type="http://schemas.openxmlformats.org/officeDocument/2006/relationships/customXml" Target="../ink/ink760.xml"/><Relationship Id="rId165" Type="http://schemas.openxmlformats.org/officeDocument/2006/relationships/image" Target="../media/image191.png"/><Relationship Id="rId186" Type="http://schemas.openxmlformats.org/officeDocument/2006/relationships/customXml" Target="../ink/ink808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739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782.xml"/><Relationship Id="rId80" Type="http://schemas.openxmlformats.org/officeDocument/2006/relationships/customXml" Target="../ink/ink755.xml"/><Relationship Id="rId155" Type="http://schemas.openxmlformats.org/officeDocument/2006/relationships/image" Target="../media/image186.png"/><Relationship Id="rId176" Type="http://schemas.openxmlformats.org/officeDocument/2006/relationships/customXml" Target="../ink/ink803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826.xml"/><Relationship Id="rId243" Type="http://schemas.openxmlformats.org/officeDocument/2006/relationships/customXml" Target="../ink/ink837.xml"/><Relationship Id="rId17" Type="http://schemas.openxmlformats.org/officeDocument/2006/relationships/image" Target="../media/image75.png"/><Relationship Id="rId38" Type="http://schemas.openxmlformats.org/officeDocument/2006/relationships/customXml" Target="../ink/ink734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777.xml"/><Relationship Id="rId70" Type="http://schemas.openxmlformats.org/officeDocument/2006/relationships/customXml" Target="../ink/ink750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798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21.xml"/><Relationship Id="rId233" Type="http://schemas.openxmlformats.org/officeDocument/2006/relationships/customXml" Target="../ink/ink832.xml"/><Relationship Id="rId28" Type="http://schemas.openxmlformats.org/officeDocument/2006/relationships/customXml" Target="../ink/ink729.xml"/><Relationship Id="rId49" Type="http://schemas.openxmlformats.org/officeDocument/2006/relationships/image" Target="../media/image91.png"/><Relationship Id="rId114" Type="http://schemas.openxmlformats.org/officeDocument/2006/relationships/customXml" Target="../ink/ink772.xml"/><Relationship Id="rId60" Type="http://schemas.openxmlformats.org/officeDocument/2006/relationships/customXml" Target="../ink/ink745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793.xml"/><Relationship Id="rId177" Type="http://schemas.openxmlformats.org/officeDocument/2006/relationships/image" Target="../media/image197.png"/><Relationship Id="rId198" Type="http://schemas.openxmlformats.org/officeDocument/2006/relationships/customXml" Target="../ink/ink814.xml"/><Relationship Id="rId202" Type="http://schemas.openxmlformats.org/officeDocument/2006/relationships/customXml" Target="../ink/ink816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724.xml"/><Relationship Id="rId39" Type="http://schemas.openxmlformats.org/officeDocument/2006/relationships/image" Target="../media/image86.png"/><Relationship Id="rId50" Type="http://schemas.openxmlformats.org/officeDocument/2006/relationships/customXml" Target="../ink/ink740.xml"/><Relationship Id="rId104" Type="http://schemas.openxmlformats.org/officeDocument/2006/relationships/customXml" Target="../ink/ink767.xml"/><Relationship Id="rId125" Type="http://schemas.openxmlformats.org/officeDocument/2006/relationships/image" Target="../media/image172.png"/><Relationship Id="rId146" Type="http://schemas.openxmlformats.org/officeDocument/2006/relationships/customXml" Target="../ink/ink788.xml"/><Relationship Id="rId167" Type="http://schemas.openxmlformats.org/officeDocument/2006/relationships/image" Target="../media/image192.png"/><Relationship Id="rId188" Type="http://schemas.openxmlformats.org/officeDocument/2006/relationships/customXml" Target="../ink/ink809.xml"/><Relationship Id="rId71" Type="http://schemas.openxmlformats.org/officeDocument/2006/relationships/image" Target="../media/image59.png"/><Relationship Id="rId92" Type="http://schemas.openxmlformats.org/officeDocument/2006/relationships/customXml" Target="../ink/ink761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716.xml"/><Relationship Id="rId29" Type="http://schemas.openxmlformats.org/officeDocument/2006/relationships/image" Target="../media/image81.png"/><Relationship Id="rId40" Type="http://schemas.openxmlformats.org/officeDocument/2006/relationships/customXml" Target="../ink/ink735.xml"/><Relationship Id="rId115" Type="http://schemas.openxmlformats.org/officeDocument/2006/relationships/image" Target="../media/image167.png"/><Relationship Id="rId136" Type="http://schemas.openxmlformats.org/officeDocument/2006/relationships/customXml" Target="../ink/ink783.xml"/><Relationship Id="rId157" Type="http://schemas.openxmlformats.org/officeDocument/2006/relationships/image" Target="../media/image187.png"/><Relationship Id="rId178" Type="http://schemas.openxmlformats.org/officeDocument/2006/relationships/customXml" Target="../ink/ink804.xml"/><Relationship Id="rId61" Type="http://schemas.openxmlformats.org/officeDocument/2006/relationships/image" Target="../media/image96.png"/><Relationship Id="rId82" Type="http://schemas.openxmlformats.org/officeDocument/2006/relationships/customXml" Target="../ink/ink756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76.png"/><Relationship Id="rId224" Type="http://schemas.openxmlformats.org/officeDocument/2006/relationships/customXml" Target="../ink/ink827.xml"/><Relationship Id="rId245" Type="http://schemas.openxmlformats.org/officeDocument/2006/relationships/customXml" Target="../ink/ink838.xml"/><Relationship Id="rId30" Type="http://schemas.openxmlformats.org/officeDocument/2006/relationships/customXml" Target="../ink/ink730.xml"/><Relationship Id="rId105" Type="http://schemas.openxmlformats.org/officeDocument/2006/relationships/image" Target="../media/image162.png"/><Relationship Id="rId126" Type="http://schemas.openxmlformats.org/officeDocument/2006/relationships/customXml" Target="../ink/ink778.xml"/><Relationship Id="rId147" Type="http://schemas.openxmlformats.org/officeDocument/2006/relationships/image" Target="../media/image182.png"/><Relationship Id="rId168" Type="http://schemas.openxmlformats.org/officeDocument/2006/relationships/customXml" Target="../ink/ink799.xml"/><Relationship Id="rId51" Type="http://schemas.openxmlformats.org/officeDocument/2006/relationships/image" Target="../media/image92.png"/><Relationship Id="rId72" Type="http://schemas.openxmlformats.org/officeDocument/2006/relationships/customXml" Target="../ink/ink751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1110.png"/><Relationship Id="rId214" Type="http://schemas.openxmlformats.org/officeDocument/2006/relationships/customXml" Target="../ink/ink822.xml"/><Relationship Id="rId235" Type="http://schemas.openxmlformats.org/officeDocument/2006/relationships/customXml" Target="../ink/ink833.xml"/><Relationship Id="rId116" Type="http://schemas.openxmlformats.org/officeDocument/2006/relationships/customXml" Target="../ink/ink773.xml"/><Relationship Id="rId137" Type="http://schemas.openxmlformats.org/officeDocument/2006/relationships/image" Target="../media/image177.png"/><Relationship Id="rId158" Type="http://schemas.openxmlformats.org/officeDocument/2006/relationships/customXml" Target="../ink/ink794.xml"/><Relationship Id="rId20" Type="http://schemas.openxmlformats.org/officeDocument/2006/relationships/customXml" Target="../ink/ink725.xml"/><Relationship Id="rId41" Type="http://schemas.openxmlformats.org/officeDocument/2006/relationships/image" Target="../media/image87.png"/><Relationship Id="rId62" Type="http://schemas.openxmlformats.org/officeDocument/2006/relationships/customXml" Target="../ink/ink746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810.xml"/><Relationship Id="rId204" Type="http://schemas.openxmlformats.org/officeDocument/2006/relationships/customXml" Target="../ink/ink817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768.xml"/><Relationship Id="rId127" Type="http://schemas.openxmlformats.org/officeDocument/2006/relationships/image" Target="../media/image12.png"/><Relationship Id="rId10" Type="http://schemas.openxmlformats.org/officeDocument/2006/relationships/customXml" Target="../ink/ink720.xml"/><Relationship Id="rId31" Type="http://schemas.openxmlformats.org/officeDocument/2006/relationships/image" Target="../media/image82.png"/><Relationship Id="rId52" Type="http://schemas.openxmlformats.org/officeDocument/2006/relationships/customXml" Target="../ink/ink741.xml"/><Relationship Id="rId73" Type="http://schemas.openxmlformats.org/officeDocument/2006/relationships/image" Target="../media/image101.png"/><Relationship Id="rId94" Type="http://schemas.openxmlformats.org/officeDocument/2006/relationships/customXml" Target="../ink/ink762.xml"/><Relationship Id="rId148" Type="http://schemas.openxmlformats.org/officeDocument/2006/relationships/customXml" Target="../ink/ink789.xml"/><Relationship Id="rId169" Type="http://schemas.openxmlformats.org/officeDocument/2006/relationships/image" Target="../media/image193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861.xml"/><Relationship Id="rId63" Type="http://schemas.openxmlformats.org/officeDocument/2006/relationships/image" Target="../media/image497.png"/><Relationship Id="rId84" Type="http://schemas.openxmlformats.org/officeDocument/2006/relationships/customXml" Target="../ink/ink882.xml"/><Relationship Id="rId138" Type="http://schemas.openxmlformats.org/officeDocument/2006/relationships/customXml" Target="../ink/ink909.xml"/><Relationship Id="rId159" Type="http://schemas.openxmlformats.org/officeDocument/2006/relationships/image" Target="../media/image544.png"/><Relationship Id="rId170" Type="http://schemas.openxmlformats.org/officeDocument/2006/relationships/customXml" Target="../ink/ink925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953.xml"/><Relationship Id="rId247" Type="http://schemas.openxmlformats.org/officeDocument/2006/relationships/customXml" Target="../ink/ink964.xml"/><Relationship Id="rId107" Type="http://schemas.openxmlformats.org/officeDocument/2006/relationships/image" Target="../media/image519.png"/><Relationship Id="rId11" Type="http://schemas.openxmlformats.org/officeDocument/2006/relationships/image" Target="../media/image24.png"/><Relationship Id="rId32" Type="http://schemas.openxmlformats.org/officeDocument/2006/relationships/customXml" Target="../ink/ink856.xml"/><Relationship Id="rId53" Type="http://schemas.openxmlformats.org/officeDocument/2006/relationships/image" Target="../media/image492.png"/><Relationship Id="rId74" Type="http://schemas.openxmlformats.org/officeDocument/2006/relationships/customXml" Target="../ink/ink877.xml"/><Relationship Id="rId128" Type="http://schemas.openxmlformats.org/officeDocument/2006/relationships/customXml" Target="../ink/ink904.xml"/><Relationship Id="rId149" Type="http://schemas.openxmlformats.org/officeDocument/2006/relationships/image" Target="../media/image539.png"/><Relationship Id="rId5" Type="http://schemas.openxmlformats.org/officeDocument/2006/relationships/image" Target="../media/image21.png"/><Relationship Id="rId95" Type="http://schemas.openxmlformats.org/officeDocument/2006/relationships/image" Target="../media/image513.png"/><Relationship Id="rId160" Type="http://schemas.openxmlformats.org/officeDocument/2006/relationships/customXml" Target="../ink/ink920.xml"/><Relationship Id="rId181" Type="http://schemas.openxmlformats.org/officeDocument/2006/relationships/image" Target="../media/image555.png"/><Relationship Id="rId216" Type="http://schemas.openxmlformats.org/officeDocument/2006/relationships/customXml" Target="../ink/ink948.xml"/><Relationship Id="rId237" Type="http://schemas.openxmlformats.org/officeDocument/2006/relationships/customXml" Target="../ink/ink959.xml"/><Relationship Id="rId22" Type="http://schemas.openxmlformats.org/officeDocument/2006/relationships/customXml" Target="../ink/ink851.xml"/><Relationship Id="rId43" Type="http://schemas.openxmlformats.org/officeDocument/2006/relationships/image" Target="../media/image487.png"/><Relationship Id="rId64" Type="http://schemas.openxmlformats.org/officeDocument/2006/relationships/customXml" Target="../ink/ink872.xml"/><Relationship Id="rId118" Type="http://schemas.openxmlformats.org/officeDocument/2006/relationships/customXml" Target="../ink/ink899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915.xml"/><Relationship Id="rId171" Type="http://schemas.openxmlformats.org/officeDocument/2006/relationships/image" Target="../media/image550.png"/><Relationship Id="rId192" Type="http://schemas.openxmlformats.org/officeDocument/2006/relationships/customXml" Target="../ink/ink936.xml"/><Relationship Id="rId206" Type="http://schemas.openxmlformats.org/officeDocument/2006/relationships/customXml" Target="../ink/ink943.xml"/><Relationship Id="rId227" Type="http://schemas.openxmlformats.org/officeDocument/2006/relationships/customXml" Target="../ink/ink954.xml"/><Relationship Id="rId248" Type="http://schemas.openxmlformats.org/officeDocument/2006/relationships/image" Target="../media/image581.png"/><Relationship Id="rId12" Type="http://schemas.openxmlformats.org/officeDocument/2006/relationships/customXml" Target="../ink/ink846.xml"/><Relationship Id="rId33" Type="http://schemas.openxmlformats.org/officeDocument/2006/relationships/image" Target="../media/image482.png"/><Relationship Id="rId108" Type="http://schemas.openxmlformats.org/officeDocument/2006/relationships/customXml" Target="../ink/ink894.xml"/><Relationship Id="rId129" Type="http://schemas.openxmlformats.org/officeDocument/2006/relationships/image" Target="../media/image529.png"/><Relationship Id="rId54" Type="http://schemas.openxmlformats.org/officeDocument/2006/relationships/customXml" Target="../ink/ink867.xml"/><Relationship Id="rId75" Type="http://schemas.openxmlformats.org/officeDocument/2006/relationships/image" Target="../media/image503.png"/><Relationship Id="rId96" Type="http://schemas.openxmlformats.org/officeDocument/2006/relationships/customXml" Target="../ink/ink888.xml"/><Relationship Id="rId140" Type="http://schemas.openxmlformats.org/officeDocument/2006/relationships/customXml" Target="../ink/ink910.xml"/><Relationship Id="rId161" Type="http://schemas.openxmlformats.org/officeDocument/2006/relationships/image" Target="../media/image545.png"/><Relationship Id="rId182" Type="http://schemas.openxmlformats.org/officeDocument/2006/relationships/customXml" Target="../ink/ink931.xml"/><Relationship Id="rId217" Type="http://schemas.openxmlformats.org/officeDocument/2006/relationships/image" Target="../media/image566.png"/><Relationship Id="rId6" Type="http://schemas.openxmlformats.org/officeDocument/2006/relationships/customXml" Target="../ink/ink843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862.xml"/><Relationship Id="rId65" Type="http://schemas.openxmlformats.org/officeDocument/2006/relationships/image" Target="../media/image498.png"/><Relationship Id="rId86" Type="http://schemas.openxmlformats.org/officeDocument/2006/relationships/customXml" Target="../ink/ink883.xml"/><Relationship Id="rId130" Type="http://schemas.openxmlformats.org/officeDocument/2006/relationships/customXml" Target="../ink/ink905.xml"/><Relationship Id="rId151" Type="http://schemas.openxmlformats.org/officeDocument/2006/relationships/image" Target="../media/image540.png"/><Relationship Id="rId172" Type="http://schemas.openxmlformats.org/officeDocument/2006/relationships/customXml" Target="../ink/ink926.xml"/><Relationship Id="rId193" Type="http://schemas.openxmlformats.org/officeDocument/2006/relationships/image" Target="../media/image14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965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857.xml"/><Relationship Id="rId55" Type="http://schemas.openxmlformats.org/officeDocument/2006/relationships/image" Target="../media/image493.png"/><Relationship Id="rId76" Type="http://schemas.openxmlformats.org/officeDocument/2006/relationships/customXml" Target="../ink/ink878.xml"/><Relationship Id="rId97" Type="http://schemas.openxmlformats.org/officeDocument/2006/relationships/image" Target="../media/image514.png"/><Relationship Id="rId120" Type="http://schemas.openxmlformats.org/officeDocument/2006/relationships/customXml" Target="../ink/ink900.xml"/><Relationship Id="rId141" Type="http://schemas.openxmlformats.org/officeDocument/2006/relationships/image" Target="../media/image535.png"/><Relationship Id="rId7" Type="http://schemas.openxmlformats.org/officeDocument/2006/relationships/image" Target="../media/image22.png"/><Relationship Id="rId162" Type="http://schemas.openxmlformats.org/officeDocument/2006/relationships/customXml" Target="../ink/ink921.xml"/><Relationship Id="rId183" Type="http://schemas.openxmlformats.org/officeDocument/2006/relationships/image" Target="../media/image556.png"/><Relationship Id="rId218" Type="http://schemas.openxmlformats.org/officeDocument/2006/relationships/customXml" Target="../ink/ink949.xml"/><Relationship Id="rId239" Type="http://schemas.openxmlformats.org/officeDocument/2006/relationships/customXml" Target="../ink/ink960.xml"/><Relationship Id="rId250" Type="http://schemas.openxmlformats.org/officeDocument/2006/relationships/image" Target="../media/image582.png"/><Relationship Id="rId24" Type="http://schemas.openxmlformats.org/officeDocument/2006/relationships/customXml" Target="../ink/ink852.xml"/><Relationship Id="rId45" Type="http://schemas.openxmlformats.org/officeDocument/2006/relationships/image" Target="../media/image488.png"/><Relationship Id="rId66" Type="http://schemas.openxmlformats.org/officeDocument/2006/relationships/customXml" Target="../ink/ink873.xml"/><Relationship Id="rId87" Type="http://schemas.openxmlformats.org/officeDocument/2006/relationships/image" Target="../media/image509.png"/><Relationship Id="rId110" Type="http://schemas.openxmlformats.org/officeDocument/2006/relationships/customXml" Target="../ink/ink895.xml"/><Relationship Id="rId131" Type="http://schemas.openxmlformats.org/officeDocument/2006/relationships/image" Target="../media/image530.png"/><Relationship Id="rId152" Type="http://schemas.openxmlformats.org/officeDocument/2006/relationships/customXml" Target="../ink/ink916.xml"/><Relationship Id="rId173" Type="http://schemas.openxmlformats.org/officeDocument/2006/relationships/image" Target="../media/image551.png"/><Relationship Id="rId194" Type="http://schemas.openxmlformats.org/officeDocument/2006/relationships/customXml" Target="../ink/ink937.xml"/><Relationship Id="rId208" Type="http://schemas.openxmlformats.org/officeDocument/2006/relationships/customXml" Target="../ink/ink944.xml"/><Relationship Id="rId229" Type="http://schemas.openxmlformats.org/officeDocument/2006/relationships/customXml" Target="../ink/ink955.xml"/><Relationship Id="rId240" Type="http://schemas.openxmlformats.org/officeDocument/2006/relationships/image" Target="../media/image577.png"/><Relationship Id="rId14" Type="http://schemas.openxmlformats.org/officeDocument/2006/relationships/customXml" Target="../ink/ink847.xml"/><Relationship Id="rId35" Type="http://schemas.openxmlformats.org/officeDocument/2006/relationships/image" Target="../media/image483.png"/><Relationship Id="rId56" Type="http://schemas.openxmlformats.org/officeDocument/2006/relationships/customXml" Target="../ink/ink868.xml"/><Relationship Id="rId77" Type="http://schemas.openxmlformats.org/officeDocument/2006/relationships/image" Target="../media/image504.png"/><Relationship Id="rId100" Type="http://schemas.openxmlformats.org/officeDocument/2006/relationships/customXml" Target="../ink/ink890.xml"/><Relationship Id="rId8" Type="http://schemas.openxmlformats.org/officeDocument/2006/relationships/customXml" Target="../ink/ink844.xml"/><Relationship Id="rId98" Type="http://schemas.openxmlformats.org/officeDocument/2006/relationships/customXml" Target="../ink/ink889.xml"/><Relationship Id="rId121" Type="http://schemas.openxmlformats.org/officeDocument/2006/relationships/image" Target="../media/image526.png"/><Relationship Id="rId142" Type="http://schemas.openxmlformats.org/officeDocument/2006/relationships/customXml" Target="../ink/ink911.xml"/><Relationship Id="rId163" Type="http://schemas.openxmlformats.org/officeDocument/2006/relationships/image" Target="../media/image546.png"/><Relationship Id="rId184" Type="http://schemas.openxmlformats.org/officeDocument/2006/relationships/customXml" Target="../ink/ink932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12.jpeg"/><Relationship Id="rId25" Type="http://schemas.openxmlformats.org/officeDocument/2006/relationships/image" Target="../media/image478.png"/><Relationship Id="rId46" Type="http://schemas.openxmlformats.org/officeDocument/2006/relationships/customXml" Target="../ink/ink863.xml"/><Relationship Id="rId67" Type="http://schemas.openxmlformats.org/officeDocument/2006/relationships/image" Target="../media/image499.png"/><Relationship Id="rId88" Type="http://schemas.openxmlformats.org/officeDocument/2006/relationships/customXml" Target="../ink/ink884.xml"/><Relationship Id="rId111" Type="http://schemas.openxmlformats.org/officeDocument/2006/relationships/image" Target="../media/image521.png"/><Relationship Id="rId132" Type="http://schemas.openxmlformats.org/officeDocument/2006/relationships/customXml" Target="../ink/ink906.xml"/><Relationship Id="rId153" Type="http://schemas.openxmlformats.org/officeDocument/2006/relationships/image" Target="../media/image541.png"/><Relationship Id="rId174" Type="http://schemas.openxmlformats.org/officeDocument/2006/relationships/customXml" Target="../ink/ink927.xml"/><Relationship Id="rId195" Type="http://schemas.openxmlformats.org/officeDocument/2006/relationships/image" Target="../media/image15.png"/><Relationship Id="rId209" Type="http://schemas.openxmlformats.org/officeDocument/2006/relationships/image" Target="../media/image562.png"/><Relationship Id="rId220" Type="http://schemas.openxmlformats.org/officeDocument/2006/relationships/customXml" Target="../ink/ink950.xml"/><Relationship Id="rId241" Type="http://schemas.openxmlformats.org/officeDocument/2006/relationships/customXml" Target="../ink/ink961.xml"/><Relationship Id="rId15" Type="http://schemas.openxmlformats.org/officeDocument/2006/relationships/image" Target="../media/image473.png"/><Relationship Id="rId36" Type="http://schemas.openxmlformats.org/officeDocument/2006/relationships/customXml" Target="../ink/ink858.xml"/><Relationship Id="rId57" Type="http://schemas.openxmlformats.org/officeDocument/2006/relationships/image" Target="../media/image494.png"/><Relationship Id="rId78" Type="http://schemas.openxmlformats.org/officeDocument/2006/relationships/customXml" Target="../ink/ink879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901.xml"/><Relationship Id="rId143" Type="http://schemas.openxmlformats.org/officeDocument/2006/relationships/image" Target="../media/image536.png"/><Relationship Id="rId164" Type="http://schemas.openxmlformats.org/officeDocument/2006/relationships/customXml" Target="../ink/ink922.xml"/><Relationship Id="rId185" Type="http://schemas.openxmlformats.org/officeDocument/2006/relationships/image" Target="../media/image557.png"/><Relationship Id="rId4" Type="http://schemas.openxmlformats.org/officeDocument/2006/relationships/customXml" Target="../ink/ink842.xml"/><Relationship Id="rId9" Type="http://schemas.openxmlformats.org/officeDocument/2006/relationships/image" Target="../media/image23.png"/><Relationship Id="rId180" Type="http://schemas.openxmlformats.org/officeDocument/2006/relationships/customXml" Target="../ink/ink930.xml"/><Relationship Id="rId210" Type="http://schemas.openxmlformats.org/officeDocument/2006/relationships/customXml" Target="../ink/ink945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853.xml"/><Relationship Id="rId231" Type="http://schemas.openxmlformats.org/officeDocument/2006/relationships/customXml" Target="../ink/ink956.xml"/><Relationship Id="rId47" Type="http://schemas.openxmlformats.org/officeDocument/2006/relationships/image" Target="../media/image489.png"/><Relationship Id="rId68" Type="http://schemas.openxmlformats.org/officeDocument/2006/relationships/customXml" Target="../ink/ink874.xml"/><Relationship Id="rId89" Type="http://schemas.openxmlformats.org/officeDocument/2006/relationships/image" Target="../media/image510.png"/><Relationship Id="rId112" Type="http://schemas.openxmlformats.org/officeDocument/2006/relationships/customXml" Target="../ink/ink896.xml"/><Relationship Id="rId133" Type="http://schemas.openxmlformats.org/officeDocument/2006/relationships/image" Target="../media/image531.png"/><Relationship Id="rId154" Type="http://schemas.openxmlformats.org/officeDocument/2006/relationships/customXml" Target="../ink/ink917.xml"/><Relationship Id="rId175" Type="http://schemas.openxmlformats.org/officeDocument/2006/relationships/image" Target="../media/image552.png"/><Relationship Id="rId196" Type="http://schemas.openxmlformats.org/officeDocument/2006/relationships/customXml" Target="../ink/ink938.xml"/><Relationship Id="rId200" Type="http://schemas.openxmlformats.org/officeDocument/2006/relationships/customXml" Target="../ink/ink940.xml"/><Relationship Id="rId16" Type="http://schemas.openxmlformats.org/officeDocument/2006/relationships/customXml" Target="../ink/ink848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869.xml"/><Relationship Id="rId79" Type="http://schemas.openxmlformats.org/officeDocument/2006/relationships/image" Target="../media/image505.png"/><Relationship Id="rId102" Type="http://schemas.openxmlformats.org/officeDocument/2006/relationships/customXml" Target="../ink/ink891.xml"/><Relationship Id="rId123" Type="http://schemas.openxmlformats.org/officeDocument/2006/relationships/image" Target="../media/image527.png"/><Relationship Id="rId144" Type="http://schemas.openxmlformats.org/officeDocument/2006/relationships/customXml" Target="../ink/ink912.xml"/><Relationship Id="rId90" Type="http://schemas.openxmlformats.org/officeDocument/2006/relationships/customXml" Target="../ink/ink885.xml"/><Relationship Id="rId165" Type="http://schemas.openxmlformats.org/officeDocument/2006/relationships/image" Target="../media/image547.png"/><Relationship Id="rId186" Type="http://schemas.openxmlformats.org/officeDocument/2006/relationships/customXml" Target="../ink/ink933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864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907.xml"/><Relationship Id="rId80" Type="http://schemas.openxmlformats.org/officeDocument/2006/relationships/customXml" Target="../ink/ink880.xml"/><Relationship Id="rId155" Type="http://schemas.openxmlformats.org/officeDocument/2006/relationships/image" Target="../media/image542.png"/><Relationship Id="rId176" Type="http://schemas.openxmlformats.org/officeDocument/2006/relationships/customXml" Target="../ink/ink928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951.xml"/><Relationship Id="rId243" Type="http://schemas.openxmlformats.org/officeDocument/2006/relationships/customXml" Target="../ink/ink962.xml"/><Relationship Id="rId17" Type="http://schemas.openxmlformats.org/officeDocument/2006/relationships/image" Target="../media/image474.png"/><Relationship Id="rId38" Type="http://schemas.openxmlformats.org/officeDocument/2006/relationships/customXml" Target="../ink/ink859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902.xml"/><Relationship Id="rId70" Type="http://schemas.openxmlformats.org/officeDocument/2006/relationships/customXml" Target="../ink/ink875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923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46.xml"/><Relationship Id="rId233" Type="http://schemas.openxmlformats.org/officeDocument/2006/relationships/customXml" Target="../ink/ink957.xml"/><Relationship Id="rId28" Type="http://schemas.openxmlformats.org/officeDocument/2006/relationships/customXml" Target="../ink/ink854.xml"/><Relationship Id="rId49" Type="http://schemas.openxmlformats.org/officeDocument/2006/relationships/image" Target="../media/image490.png"/><Relationship Id="rId114" Type="http://schemas.openxmlformats.org/officeDocument/2006/relationships/customXml" Target="../ink/ink897.xml"/><Relationship Id="rId60" Type="http://schemas.openxmlformats.org/officeDocument/2006/relationships/customXml" Target="../ink/ink870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918.xml"/><Relationship Id="rId177" Type="http://schemas.openxmlformats.org/officeDocument/2006/relationships/image" Target="../media/image553.png"/><Relationship Id="rId198" Type="http://schemas.openxmlformats.org/officeDocument/2006/relationships/customXml" Target="../ink/ink939.xml"/><Relationship Id="rId202" Type="http://schemas.openxmlformats.org/officeDocument/2006/relationships/customXml" Target="../ink/ink941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849.xml"/><Relationship Id="rId39" Type="http://schemas.openxmlformats.org/officeDocument/2006/relationships/image" Target="../media/image485.png"/><Relationship Id="rId50" Type="http://schemas.openxmlformats.org/officeDocument/2006/relationships/customXml" Target="../ink/ink865.xml"/><Relationship Id="rId104" Type="http://schemas.openxmlformats.org/officeDocument/2006/relationships/customXml" Target="../ink/ink892.xml"/><Relationship Id="rId125" Type="http://schemas.openxmlformats.org/officeDocument/2006/relationships/image" Target="../media/image528.png"/><Relationship Id="rId146" Type="http://schemas.openxmlformats.org/officeDocument/2006/relationships/customXml" Target="../ink/ink913.xml"/><Relationship Id="rId167" Type="http://schemas.openxmlformats.org/officeDocument/2006/relationships/image" Target="../media/image548.png"/><Relationship Id="rId188" Type="http://schemas.openxmlformats.org/officeDocument/2006/relationships/customXml" Target="../ink/ink934.xml"/><Relationship Id="rId71" Type="http://schemas.openxmlformats.org/officeDocument/2006/relationships/image" Target="../media/image501.png"/><Relationship Id="rId92" Type="http://schemas.openxmlformats.org/officeDocument/2006/relationships/customXml" Target="../ink/ink886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841.xml"/><Relationship Id="rId29" Type="http://schemas.openxmlformats.org/officeDocument/2006/relationships/image" Target="../media/image480.png"/><Relationship Id="rId40" Type="http://schemas.openxmlformats.org/officeDocument/2006/relationships/customXml" Target="../ink/ink860.xml"/><Relationship Id="rId115" Type="http://schemas.openxmlformats.org/officeDocument/2006/relationships/image" Target="../media/image523.png"/><Relationship Id="rId136" Type="http://schemas.openxmlformats.org/officeDocument/2006/relationships/customXml" Target="../ink/ink908.xml"/><Relationship Id="rId157" Type="http://schemas.openxmlformats.org/officeDocument/2006/relationships/image" Target="../media/image543.png"/><Relationship Id="rId178" Type="http://schemas.openxmlformats.org/officeDocument/2006/relationships/customXml" Target="../ink/ink929.xml"/><Relationship Id="rId61" Type="http://schemas.openxmlformats.org/officeDocument/2006/relationships/image" Target="../media/image496.png"/><Relationship Id="rId82" Type="http://schemas.openxmlformats.org/officeDocument/2006/relationships/customXml" Target="../ink/ink881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475.png"/><Relationship Id="rId224" Type="http://schemas.openxmlformats.org/officeDocument/2006/relationships/customXml" Target="../ink/ink952.xml"/><Relationship Id="rId245" Type="http://schemas.openxmlformats.org/officeDocument/2006/relationships/customXml" Target="../ink/ink963.xml"/><Relationship Id="rId30" Type="http://schemas.openxmlformats.org/officeDocument/2006/relationships/customXml" Target="../ink/ink855.xml"/><Relationship Id="rId105" Type="http://schemas.openxmlformats.org/officeDocument/2006/relationships/image" Target="../media/image518.png"/><Relationship Id="rId126" Type="http://schemas.openxmlformats.org/officeDocument/2006/relationships/customXml" Target="../ink/ink903.xml"/><Relationship Id="rId147" Type="http://schemas.openxmlformats.org/officeDocument/2006/relationships/image" Target="../media/image538.png"/><Relationship Id="rId168" Type="http://schemas.openxmlformats.org/officeDocument/2006/relationships/customXml" Target="../ink/ink924.xml"/><Relationship Id="rId51" Type="http://schemas.openxmlformats.org/officeDocument/2006/relationships/image" Target="../media/image491.png"/><Relationship Id="rId72" Type="http://schemas.openxmlformats.org/officeDocument/2006/relationships/customXml" Target="../ink/ink876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947.xml"/><Relationship Id="rId235" Type="http://schemas.openxmlformats.org/officeDocument/2006/relationships/customXml" Target="../ink/ink958.xml"/><Relationship Id="rId116" Type="http://schemas.openxmlformats.org/officeDocument/2006/relationships/customXml" Target="../ink/ink898.xml"/><Relationship Id="rId137" Type="http://schemas.openxmlformats.org/officeDocument/2006/relationships/image" Target="../media/image533.png"/><Relationship Id="rId158" Type="http://schemas.openxmlformats.org/officeDocument/2006/relationships/customXml" Target="../ink/ink919.xml"/><Relationship Id="rId20" Type="http://schemas.openxmlformats.org/officeDocument/2006/relationships/customXml" Target="../ink/ink850.xml"/><Relationship Id="rId41" Type="http://schemas.openxmlformats.org/officeDocument/2006/relationships/image" Target="../media/image486.png"/><Relationship Id="rId62" Type="http://schemas.openxmlformats.org/officeDocument/2006/relationships/customXml" Target="../ink/ink871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935.xml"/><Relationship Id="rId204" Type="http://schemas.openxmlformats.org/officeDocument/2006/relationships/customXml" Target="../ink/ink942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893.xml"/><Relationship Id="rId127" Type="http://schemas.openxmlformats.org/officeDocument/2006/relationships/image" Target="../media/image12.png"/><Relationship Id="rId10" Type="http://schemas.openxmlformats.org/officeDocument/2006/relationships/customXml" Target="../ink/ink845.xml"/><Relationship Id="rId31" Type="http://schemas.openxmlformats.org/officeDocument/2006/relationships/image" Target="../media/image481.png"/><Relationship Id="rId52" Type="http://schemas.openxmlformats.org/officeDocument/2006/relationships/customXml" Target="../ink/ink866.xml"/><Relationship Id="rId73" Type="http://schemas.openxmlformats.org/officeDocument/2006/relationships/image" Target="../media/image502.png"/><Relationship Id="rId94" Type="http://schemas.openxmlformats.org/officeDocument/2006/relationships/customXml" Target="../ink/ink887.xml"/><Relationship Id="rId148" Type="http://schemas.openxmlformats.org/officeDocument/2006/relationships/customXml" Target="../ink/ink914.xml"/><Relationship Id="rId169" Type="http://schemas.openxmlformats.org/officeDocument/2006/relationships/image" Target="../media/image549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986.xml"/><Relationship Id="rId63" Type="http://schemas.openxmlformats.org/officeDocument/2006/relationships/image" Target="../media/image497.png"/><Relationship Id="rId84" Type="http://schemas.openxmlformats.org/officeDocument/2006/relationships/customXml" Target="../ink/ink1007.xml"/><Relationship Id="rId138" Type="http://schemas.openxmlformats.org/officeDocument/2006/relationships/customXml" Target="../ink/ink1034.xml"/><Relationship Id="rId159" Type="http://schemas.openxmlformats.org/officeDocument/2006/relationships/image" Target="../media/image544.png"/><Relationship Id="rId170" Type="http://schemas.openxmlformats.org/officeDocument/2006/relationships/customXml" Target="../ink/ink1050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1078.xml"/><Relationship Id="rId247" Type="http://schemas.openxmlformats.org/officeDocument/2006/relationships/customXml" Target="../ink/ink1089.xml"/><Relationship Id="rId107" Type="http://schemas.openxmlformats.org/officeDocument/2006/relationships/image" Target="../media/image519.png"/><Relationship Id="rId11" Type="http://schemas.openxmlformats.org/officeDocument/2006/relationships/image" Target="../media/image24.png"/><Relationship Id="rId32" Type="http://schemas.openxmlformats.org/officeDocument/2006/relationships/customXml" Target="../ink/ink981.xml"/><Relationship Id="rId53" Type="http://schemas.openxmlformats.org/officeDocument/2006/relationships/image" Target="../media/image492.png"/><Relationship Id="rId74" Type="http://schemas.openxmlformats.org/officeDocument/2006/relationships/customXml" Target="../ink/ink1002.xml"/><Relationship Id="rId128" Type="http://schemas.openxmlformats.org/officeDocument/2006/relationships/customXml" Target="../ink/ink1029.xml"/><Relationship Id="rId149" Type="http://schemas.openxmlformats.org/officeDocument/2006/relationships/image" Target="../media/image539.png"/><Relationship Id="rId5" Type="http://schemas.openxmlformats.org/officeDocument/2006/relationships/image" Target="../media/image21.png"/><Relationship Id="rId95" Type="http://schemas.openxmlformats.org/officeDocument/2006/relationships/image" Target="../media/image513.png"/><Relationship Id="rId160" Type="http://schemas.openxmlformats.org/officeDocument/2006/relationships/customXml" Target="../ink/ink1045.xml"/><Relationship Id="rId181" Type="http://schemas.openxmlformats.org/officeDocument/2006/relationships/image" Target="../media/image555.png"/><Relationship Id="rId216" Type="http://schemas.openxmlformats.org/officeDocument/2006/relationships/customXml" Target="../ink/ink1073.xml"/><Relationship Id="rId237" Type="http://schemas.openxmlformats.org/officeDocument/2006/relationships/customXml" Target="../ink/ink1084.xml"/><Relationship Id="rId22" Type="http://schemas.openxmlformats.org/officeDocument/2006/relationships/customXml" Target="../ink/ink976.xml"/><Relationship Id="rId43" Type="http://schemas.openxmlformats.org/officeDocument/2006/relationships/image" Target="../media/image487.png"/><Relationship Id="rId64" Type="http://schemas.openxmlformats.org/officeDocument/2006/relationships/customXml" Target="../ink/ink997.xml"/><Relationship Id="rId118" Type="http://schemas.openxmlformats.org/officeDocument/2006/relationships/customXml" Target="../ink/ink1024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1040.xml"/><Relationship Id="rId171" Type="http://schemas.openxmlformats.org/officeDocument/2006/relationships/image" Target="../media/image550.png"/><Relationship Id="rId192" Type="http://schemas.openxmlformats.org/officeDocument/2006/relationships/customXml" Target="../ink/ink1061.xml"/><Relationship Id="rId206" Type="http://schemas.openxmlformats.org/officeDocument/2006/relationships/customXml" Target="../ink/ink1068.xml"/><Relationship Id="rId227" Type="http://schemas.openxmlformats.org/officeDocument/2006/relationships/customXml" Target="../ink/ink1079.xml"/><Relationship Id="rId248" Type="http://schemas.openxmlformats.org/officeDocument/2006/relationships/image" Target="../media/image581.png"/><Relationship Id="rId12" Type="http://schemas.openxmlformats.org/officeDocument/2006/relationships/customXml" Target="../ink/ink971.xml"/><Relationship Id="rId33" Type="http://schemas.openxmlformats.org/officeDocument/2006/relationships/image" Target="../media/image482.png"/><Relationship Id="rId108" Type="http://schemas.openxmlformats.org/officeDocument/2006/relationships/customXml" Target="../ink/ink1019.xml"/><Relationship Id="rId129" Type="http://schemas.openxmlformats.org/officeDocument/2006/relationships/image" Target="../media/image529.png"/><Relationship Id="rId54" Type="http://schemas.openxmlformats.org/officeDocument/2006/relationships/customXml" Target="../ink/ink992.xml"/><Relationship Id="rId75" Type="http://schemas.openxmlformats.org/officeDocument/2006/relationships/image" Target="../media/image503.png"/><Relationship Id="rId96" Type="http://schemas.openxmlformats.org/officeDocument/2006/relationships/customXml" Target="../ink/ink1013.xml"/><Relationship Id="rId140" Type="http://schemas.openxmlformats.org/officeDocument/2006/relationships/customXml" Target="../ink/ink1035.xml"/><Relationship Id="rId161" Type="http://schemas.openxmlformats.org/officeDocument/2006/relationships/image" Target="../media/image545.png"/><Relationship Id="rId182" Type="http://schemas.openxmlformats.org/officeDocument/2006/relationships/customXml" Target="../ink/ink1056.xml"/><Relationship Id="rId217" Type="http://schemas.openxmlformats.org/officeDocument/2006/relationships/image" Target="../media/image566.png"/><Relationship Id="rId6" Type="http://schemas.openxmlformats.org/officeDocument/2006/relationships/customXml" Target="../ink/ink968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987.xml"/><Relationship Id="rId65" Type="http://schemas.openxmlformats.org/officeDocument/2006/relationships/image" Target="../media/image498.png"/><Relationship Id="rId86" Type="http://schemas.openxmlformats.org/officeDocument/2006/relationships/customXml" Target="../ink/ink1008.xml"/><Relationship Id="rId130" Type="http://schemas.openxmlformats.org/officeDocument/2006/relationships/customXml" Target="../ink/ink1030.xml"/><Relationship Id="rId151" Type="http://schemas.openxmlformats.org/officeDocument/2006/relationships/image" Target="../media/image540.png"/><Relationship Id="rId172" Type="http://schemas.openxmlformats.org/officeDocument/2006/relationships/customXml" Target="../ink/ink1051.xml"/><Relationship Id="rId193" Type="http://schemas.openxmlformats.org/officeDocument/2006/relationships/image" Target="../media/image14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1090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982.xml"/><Relationship Id="rId55" Type="http://schemas.openxmlformats.org/officeDocument/2006/relationships/image" Target="../media/image493.png"/><Relationship Id="rId76" Type="http://schemas.openxmlformats.org/officeDocument/2006/relationships/customXml" Target="../ink/ink1003.xml"/><Relationship Id="rId97" Type="http://schemas.openxmlformats.org/officeDocument/2006/relationships/image" Target="../media/image514.png"/><Relationship Id="rId120" Type="http://schemas.openxmlformats.org/officeDocument/2006/relationships/customXml" Target="../ink/ink1025.xml"/><Relationship Id="rId141" Type="http://schemas.openxmlformats.org/officeDocument/2006/relationships/image" Target="../media/image535.png"/><Relationship Id="rId7" Type="http://schemas.openxmlformats.org/officeDocument/2006/relationships/image" Target="../media/image22.png"/><Relationship Id="rId162" Type="http://schemas.openxmlformats.org/officeDocument/2006/relationships/customXml" Target="../ink/ink1046.xml"/><Relationship Id="rId183" Type="http://schemas.openxmlformats.org/officeDocument/2006/relationships/image" Target="../media/image556.png"/><Relationship Id="rId218" Type="http://schemas.openxmlformats.org/officeDocument/2006/relationships/customXml" Target="../ink/ink1074.xml"/><Relationship Id="rId239" Type="http://schemas.openxmlformats.org/officeDocument/2006/relationships/customXml" Target="../ink/ink1085.xml"/><Relationship Id="rId250" Type="http://schemas.openxmlformats.org/officeDocument/2006/relationships/image" Target="../media/image582.png"/><Relationship Id="rId24" Type="http://schemas.openxmlformats.org/officeDocument/2006/relationships/customXml" Target="../ink/ink977.xml"/><Relationship Id="rId45" Type="http://schemas.openxmlformats.org/officeDocument/2006/relationships/image" Target="../media/image488.png"/><Relationship Id="rId66" Type="http://schemas.openxmlformats.org/officeDocument/2006/relationships/customXml" Target="../ink/ink998.xml"/><Relationship Id="rId87" Type="http://schemas.openxmlformats.org/officeDocument/2006/relationships/image" Target="../media/image509.png"/><Relationship Id="rId110" Type="http://schemas.openxmlformats.org/officeDocument/2006/relationships/customXml" Target="../ink/ink1020.xml"/><Relationship Id="rId131" Type="http://schemas.openxmlformats.org/officeDocument/2006/relationships/image" Target="../media/image530.png"/><Relationship Id="rId152" Type="http://schemas.openxmlformats.org/officeDocument/2006/relationships/customXml" Target="../ink/ink1041.xml"/><Relationship Id="rId173" Type="http://schemas.openxmlformats.org/officeDocument/2006/relationships/image" Target="../media/image551.png"/><Relationship Id="rId194" Type="http://schemas.openxmlformats.org/officeDocument/2006/relationships/customXml" Target="../ink/ink1062.xml"/><Relationship Id="rId208" Type="http://schemas.openxmlformats.org/officeDocument/2006/relationships/customXml" Target="../ink/ink1069.xml"/><Relationship Id="rId229" Type="http://schemas.openxmlformats.org/officeDocument/2006/relationships/customXml" Target="../ink/ink1080.xml"/><Relationship Id="rId240" Type="http://schemas.openxmlformats.org/officeDocument/2006/relationships/image" Target="../media/image577.png"/><Relationship Id="rId14" Type="http://schemas.openxmlformats.org/officeDocument/2006/relationships/customXml" Target="../ink/ink972.xml"/><Relationship Id="rId35" Type="http://schemas.openxmlformats.org/officeDocument/2006/relationships/image" Target="../media/image483.png"/><Relationship Id="rId56" Type="http://schemas.openxmlformats.org/officeDocument/2006/relationships/customXml" Target="../ink/ink993.xml"/><Relationship Id="rId77" Type="http://schemas.openxmlformats.org/officeDocument/2006/relationships/image" Target="../media/image504.png"/><Relationship Id="rId100" Type="http://schemas.openxmlformats.org/officeDocument/2006/relationships/customXml" Target="../ink/ink1015.xml"/><Relationship Id="rId8" Type="http://schemas.openxmlformats.org/officeDocument/2006/relationships/customXml" Target="../ink/ink969.xml"/><Relationship Id="rId98" Type="http://schemas.openxmlformats.org/officeDocument/2006/relationships/customXml" Target="../ink/ink1014.xml"/><Relationship Id="rId121" Type="http://schemas.openxmlformats.org/officeDocument/2006/relationships/image" Target="../media/image526.png"/><Relationship Id="rId142" Type="http://schemas.openxmlformats.org/officeDocument/2006/relationships/customXml" Target="../ink/ink1036.xml"/><Relationship Id="rId163" Type="http://schemas.openxmlformats.org/officeDocument/2006/relationships/image" Target="../media/image546.png"/><Relationship Id="rId184" Type="http://schemas.openxmlformats.org/officeDocument/2006/relationships/customXml" Target="../ink/ink1057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20.png"/><Relationship Id="rId25" Type="http://schemas.openxmlformats.org/officeDocument/2006/relationships/image" Target="../media/image478.png"/><Relationship Id="rId46" Type="http://schemas.openxmlformats.org/officeDocument/2006/relationships/customXml" Target="../ink/ink988.xml"/><Relationship Id="rId67" Type="http://schemas.openxmlformats.org/officeDocument/2006/relationships/image" Target="../media/image499.png"/><Relationship Id="rId88" Type="http://schemas.openxmlformats.org/officeDocument/2006/relationships/customXml" Target="../ink/ink1009.xml"/><Relationship Id="rId111" Type="http://schemas.openxmlformats.org/officeDocument/2006/relationships/image" Target="../media/image521.png"/><Relationship Id="rId132" Type="http://schemas.openxmlformats.org/officeDocument/2006/relationships/customXml" Target="../ink/ink1031.xml"/><Relationship Id="rId153" Type="http://schemas.openxmlformats.org/officeDocument/2006/relationships/image" Target="../media/image541.png"/><Relationship Id="rId174" Type="http://schemas.openxmlformats.org/officeDocument/2006/relationships/customXml" Target="../ink/ink1052.xml"/><Relationship Id="rId195" Type="http://schemas.openxmlformats.org/officeDocument/2006/relationships/image" Target="../media/image15.png"/><Relationship Id="rId209" Type="http://schemas.openxmlformats.org/officeDocument/2006/relationships/image" Target="../media/image562.png"/><Relationship Id="rId220" Type="http://schemas.openxmlformats.org/officeDocument/2006/relationships/customXml" Target="../ink/ink1075.xml"/><Relationship Id="rId241" Type="http://schemas.openxmlformats.org/officeDocument/2006/relationships/customXml" Target="../ink/ink1086.xml"/><Relationship Id="rId15" Type="http://schemas.openxmlformats.org/officeDocument/2006/relationships/image" Target="../media/image473.png"/><Relationship Id="rId36" Type="http://schemas.openxmlformats.org/officeDocument/2006/relationships/customXml" Target="../ink/ink983.xml"/><Relationship Id="rId57" Type="http://schemas.openxmlformats.org/officeDocument/2006/relationships/image" Target="../media/image494.png"/><Relationship Id="rId78" Type="http://schemas.openxmlformats.org/officeDocument/2006/relationships/customXml" Target="../ink/ink1004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1026.xml"/><Relationship Id="rId143" Type="http://schemas.openxmlformats.org/officeDocument/2006/relationships/image" Target="../media/image536.png"/><Relationship Id="rId164" Type="http://schemas.openxmlformats.org/officeDocument/2006/relationships/customXml" Target="../ink/ink1047.xml"/><Relationship Id="rId185" Type="http://schemas.openxmlformats.org/officeDocument/2006/relationships/image" Target="../media/image557.png"/><Relationship Id="rId4" Type="http://schemas.openxmlformats.org/officeDocument/2006/relationships/customXml" Target="../ink/ink967.xml"/><Relationship Id="rId9" Type="http://schemas.openxmlformats.org/officeDocument/2006/relationships/image" Target="../media/image23.png"/><Relationship Id="rId180" Type="http://schemas.openxmlformats.org/officeDocument/2006/relationships/customXml" Target="../ink/ink1055.xml"/><Relationship Id="rId210" Type="http://schemas.openxmlformats.org/officeDocument/2006/relationships/customXml" Target="../ink/ink1070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978.xml"/><Relationship Id="rId231" Type="http://schemas.openxmlformats.org/officeDocument/2006/relationships/customXml" Target="../ink/ink1081.xml"/><Relationship Id="rId47" Type="http://schemas.openxmlformats.org/officeDocument/2006/relationships/image" Target="../media/image489.png"/><Relationship Id="rId68" Type="http://schemas.openxmlformats.org/officeDocument/2006/relationships/customXml" Target="../ink/ink999.xml"/><Relationship Id="rId89" Type="http://schemas.openxmlformats.org/officeDocument/2006/relationships/image" Target="../media/image510.png"/><Relationship Id="rId112" Type="http://schemas.openxmlformats.org/officeDocument/2006/relationships/customXml" Target="../ink/ink1021.xml"/><Relationship Id="rId133" Type="http://schemas.openxmlformats.org/officeDocument/2006/relationships/image" Target="../media/image531.png"/><Relationship Id="rId154" Type="http://schemas.openxmlformats.org/officeDocument/2006/relationships/customXml" Target="../ink/ink1042.xml"/><Relationship Id="rId175" Type="http://schemas.openxmlformats.org/officeDocument/2006/relationships/image" Target="../media/image552.png"/><Relationship Id="rId196" Type="http://schemas.openxmlformats.org/officeDocument/2006/relationships/customXml" Target="../ink/ink1063.xml"/><Relationship Id="rId200" Type="http://schemas.openxmlformats.org/officeDocument/2006/relationships/customXml" Target="../ink/ink1065.xml"/><Relationship Id="rId16" Type="http://schemas.openxmlformats.org/officeDocument/2006/relationships/customXml" Target="../ink/ink973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994.xml"/><Relationship Id="rId79" Type="http://schemas.openxmlformats.org/officeDocument/2006/relationships/image" Target="../media/image505.png"/><Relationship Id="rId102" Type="http://schemas.openxmlformats.org/officeDocument/2006/relationships/customXml" Target="../ink/ink1016.xml"/><Relationship Id="rId123" Type="http://schemas.openxmlformats.org/officeDocument/2006/relationships/image" Target="../media/image527.png"/><Relationship Id="rId144" Type="http://schemas.openxmlformats.org/officeDocument/2006/relationships/customXml" Target="../ink/ink1037.xml"/><Relationship Id="rId90" Type="http://schemas.openxmlformats.org/officeDocument/2006/relationships/customXml" Target="../ink/ink1010.xml"/><Relationship Id="rId165" Type="http://schemas.openxmlformats.org/officeDocument/2006/relationships/image" Target="../media/image547.png"/><Relationship Id="rId186" Type="http://schemas.openxmlformats.org/officeDocument/2006/relationships/customXml" Target="../ink/ink1058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989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1032.xml"/><Relationship Id="rId80" Type="http://schemas.openxmlformats.org/officeDocument/2006/relationships/customXml" Target="../ink/ink1005.xml"/><Relationship Id="rId155" Type="http://schemas.openxmlformats.org/officeDocument/2006/relationships/image" Target="../media/image542.png"/><Relationship Id="rId176" Type="http://schemas.openxmlformats.org/officeDocument/2006/relationships/customXml" Target="../ink/ink1053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1076.xml"/><Relationship Id="rId243" Type="http://schemas.openxmlformats.org/officeDocument/2006/relationships/customXml" Target="../ink/ink1087.xml"/><Relationship Id="rId17" Type="http://schemas.openxmlformats.org/officeDocument/2006/relationships/image" Target="../media/image474.png"/><Relationship Id="rId38" Type="http://schemas.openxmlformats.org/officeDocument/2006/relationships/customXml" Target="../ink/ink984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1027.xml"/><Relationship Id="rId70" Type="http://schemas.openxmlformats.org/officeDocument/2006/relationships/customXml" Target="../ink/ink1000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1048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71.xml"/><Relationship Id="rId233" Type="http://schemas.openxmlformats.org/officeDocument/2006/relationships/customXml" Target="../ink/ink1082.xml"/><Relationship Id="rId28" Type="http://schemas.openxmlformats.org/officeDocument/2006/relationships/customXml" Target="../ink/ink979.xml"/><Relationship Id="rId49" Type="http://schemas.openxmlformats.org/officeDocument/2006/relationships/image" Target="../media/image490.png"/><Relationship Id="rId114" Type="http://schemas.openxmlformats.org/officeDocument/2006/relationships/customXml" Target="../ink/ink1022.xml"/><Relationship Id="rId60" Type="http://schemas.openxmlformats.org/officeDocument/2006/relationships/customXml" Target="../ink/ink995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1043.xml"/><Relationship Id="rId177" Type="http://schemas.openxmlformats.org/officeDocument/2006/relationships/image" Target="../media/image553.png"/><Relationship Id="rId198" Type="http://schemas.openxmlformats.org/officeDocument/2006/relationships/customXml" Target="../ink/ink1064.xml"/><Relationship Id="rId202" Type="http://schemas.openxmlformats.org/officeDocument/2006/relationships/customXml" Target="../ink/ink1066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974.xml"/><Relationship Id="rId39" Type="http://schemas.openxmlformats.org/officeDocument/2006/relationships/image" Target="../media/image485.png"/><Relationship Id="rId50" Type="http://schemas.openxmlformats.org/officeDocument/2006/relationships/customXml" Target="../ink/ink990.xml"/><Relationship Id="rId104" Type="http://schemas.openxmlformats.org/officeDocument/2006/relationships/customXml" Target="../ink/ink1017.xml"/><Relationship Id="rId125" Type="http://schemas.openxmlformats.org/officeDocument/2006/relationships/image" Target="../media/image528.png"/><Relationship Id="rId146" Type="http://schemas.openxmlformats.org/officeDocument/2006/relationships/customXml" Target="../ink/ink1038.xml"/><Relationship Id="rId167" Type="http://schemas.openxmlformats.org/officeDocument/2006/relationships/image" Target="../media/image548.png"/><Relationship Id="rId188" Type="http://schemas.openxmlformats.org/officeDocument/2006/relationships/customXml" Target="../ink/ink1059.xml"/><Relationship Id="rId71" Type="http://schemas.openxmlformats.org/officeDocument/2006/relationships/image" Target="../media/image501.png"/><Relationship Id="rId92" Type="http://schemas.openxmlformats.org/officeDocument/2006/relationships/customXml" Target="../ink/ink1011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966.xml"/><Relationship Id="rId29" Type="http://schemas.openxmlformats.org/officeDocument/2006/relationships/image" Target="../media/image480.png"/><Relationship Id="rId40" Type="http://schemas.openxmlformats.org/officeDocument/2006/relationships/customXml" Target="../ink/ink985.xml"/><Relationship Id="rId115" Type="http://schemas.openxmlformats.org/officeDocument/2006/relationships/image" Target="../media/image523.png"/><Relationship Id="rId136" Type="http://schemas.openxmlformats.org/officeDocument/2006/relationships/customXml" Target="../ink/ink1033.xml"/><Relationship Id="rId157" Type="http://schemas.openxmlformats.org/officeDocument/2006/relationships/image" Target="../media/image543.png"/><Relationship Id="rId178" Type="http://schemas.openxmlformats.org/officeDocument/2006/relationships/customXml" Target="../ink/ink1054.xml"/><Relationship Id="rId61" Type="http://schemas.openxmlformats.org/officeDocument/2006/relationships/image" Target="../media/image496.png"/><Relationship Id="rId82" Type="http://schemas.openxmlformats.org/officeDocument/2006/relationships/customXml" Target="../ink/ink1006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475.png"/><Relationship Id="rId224" Type="http://schemas.openxmlformats.org/officeDocument/2006/relationships/customXml" Target="../ink/ink1077.xml"/><Relationship Id="rId245" Type="http://schemas.openxmlformats.org/officeDocument/2006/relationships/customXml" Target="../ink/ink1088.xml"/><Relationship Id="rId30" Type="http://schemas.openxmlformats.org/officeDocument/2006/relationships/customXml" Target="../ink/ink980.xml"/><Relationship Id="rId105" Type="http://schemas.openxmlformats.org/officeDocument/2006/relationships/image" Target="../media/image518.png"/><Relationship Id="rId126" Type="http://schemas.openxmlformats.org/officeDocument/2006/relationships/customXml" Target="../ink/ink1028.xml"/><Relationship Id="rId147" Type="http://schemas.openxmlformats.org/officeDocument/2006/relationships/image" Target="../media/image538.png"/><Relationship Id="rId168" Type="http://schemas.openxmlformats.org/officeDocument/2006/relationships/customXml" Target="../ink/ink1049.xml"/><Relationship Id="rId51" Type="http://schemas.openxmlformats.org/officeDocument/2006/relationships/image" Target="../media/image491.png"/><Relationship Id="rId72" Type="http://schemas.openxmlformats.org/officeDocument/2006/relationships/customXml" Target="../ink/ink1001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1072.xml"/><Relationship Id="rId235" Type="http://schemas.openxmlformats.org/officeDocument/2006/relationships/customXml" Target="../ink/ink1083.xml"/><Relationship Id="rId116" Type="http://schemas.openxmlformats.org/officeDocument/2006/relationships/customXml" Target="../ink/ink1023.xml"/><Relationship Id="rId137" Type="http://schemas.openxmlformats.org/officeDocument/2006/relationships/image" Target="../media/image533.png"/><Relationship Id="rId158" Type="http://schemas.openxmlformats.org/officeDocument/2006/relationships/customXml" Target="../ink/ink1044.xml"/><Relationship Id="rId20" Type="http://schemas.openxmlformats.org/officeDocument/2006/relationships/customXml" Target="../ink/ink975.xml"/><Relationship Id="rId41" Type="http://schemas.openxmlformats.org/officeDocument/2006/relationships/image" Target="../media/image486.png"/><Relationship Id="rId62" Type="http://schemas.openxmlformats.org/officeDocument/2006/relationships/customXml" Target="../ink/ink996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1060.xml"/><Relationship Id="rId204" Type="http://schemas.openxmlformats.org/officeDocument/2006/relationships/customXml" Target="../ink/ink1067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1018.xml"/><Relationship Id="rId127" Type="http://schemas.openxmlformats.org/officeDocument/2006/relationships/image" Target="../media/image12.png"/><Relationship Id="rId10" Type="http://schemas.openxmlformats.org/officeDocument/2006/relationships/customXml" Target="../ink/ink970.xml"/><Relationship Id="rId31" Type="http://schemas.openxmlformats.org/officeDocument/2006/relationships/image" Target="../media/image481.png"/><Relationship Id="rId52" Type="http://schemas.openxmlformats.org/officeDocument/2006/relationships/customXml" Target="../ink/ink991.xml"/><Relationship Id="rId73" Type="http://schemas.openxmlformats.org/officeDocument/2006/relationships/image" Target="../media/image502.png"/><Relationship Id="rId94" Type="http://schemas.openxmlformats.org/officeDocument/2006/relationships/customXml" Target="../ink/ink1012.xml"/><Relationship Id="rId148" Type="http://schemas.openxmlformats.org/officeDocument/2006/relationships/customXml" Target="../ink/ink1039.xml"/><Relationship Id="rId169" Type="http://schemas.openxmlformats.org/officeDocument/2006/relationships/image" Target="../media/image549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111.xml"/><Relationship Id="rId63" Type="http://schemas.openxmlformats.org/officeDocument/2006/relationships/image" Target="../media/image97.png"/><Relationship Id="rId84" Type="http://schemas.openxmlformats.org/officeDocument/2006/relationships/customXml" Target="../ink/ink1132.xml"/><Relationship Id="rId138" Type="http://schemas.openxmlformats.org/officeDocument/2006/relationships/customXml" Target="../ink/ink1159.xml"/><Relationship Id="rId159" Type="http://schemas.openxmlformats.org/officeDocument/2006/relationships/image" Target="../media/image188.png"/><Relationship Id="rId170" Type="http://schemas.openxmlformats.org/officeDocument/2006/relationships/customXml" Target="../ink/ink1175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1203.xml"/><Relationship Id="rId247" Type="http://schemas.openxmlformats.org/officeDocument/2006/relationships/customXml" Target="../ink/ink1214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106.xml"/><Relationship Id="rId53" Type="http://schemas.openxmlformats.org/officeDocument/2006/relationships/image" Target="../media/image93.png"/><Relationship Id="rId74" Type="http://schemas.openxmlformats.org/officeDocument/2006/relationships/customXml" Target="../ink/ink1127.xml"/><Relationship Id="rId128" Type="http://schemas.openxmlformats.org/officeDocument/2006/relationships/customXml" Target="../ink/ink1154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1170.xml"/><Relationship Id="rId181" Type="http://schemas.openxmlformats.org/officeDocument/2006/relationships/image" Target="../media/image199.png"/><Relationship Id="rId216" Type="http://schemas.openxmlformats.org/officeDocument/2006/relationships/customXml" Target="../ink/ink1198.xml"/><Relationship Id="rId237" Type="http://schemas.openxmlformats.org/officeDocument/2006/relationships/customXml" Target="../ink/ink1209.xml"/><Relationship Id="rId22" Type="http://schemas.openxmlformats.org/officeDocument/2006/relationships/customXml" Target="../ink/ink1101.xml"/><Relationship Id="rId43" Type="http://schemas.openxmlformats.org/officeDocument/2006/relationships/image" Target="../media/image88.png"/><Relationship Id="rId64" Type="http://schemas.openxmlformats.org/officeDocument/2006/relationships/customXml" Target="../ink/ink1122.xml"/><Relationship Id="rId118" Type="http://schemas.openxmlformats.org/officeDocument/2006/relationships/customXml" Target="../ink/ink1149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1165.xml"/><Relationship Id="rId171" Type="http://schemas.openxmlformats.org/officeDocument/2006/relationships/image" Target="../media/image194.png"/><Relationship Id="rId192" Type="http://schemas.openxmlformats.org/officeDocument/2006/relationships/customXml" Target="../ink/ink1186.xml"/><Relationship Id="rId206" Type="http://schemas.openxmlformats.org/officeDocument/2006/relationships/customXml" Target="../ink/ink1193.xml"/><Relationship Id="rId227" Type="http://schemas.openxmlformats.org/officeDocument/2006/relationships/customXml" Target="../ink/ink1204.xml"/><Relationship Id="rId248" Type="http://schemas.openxmlformats.org/officeDocument/2006/relationships/image" Target="../media/image265.png"/><Relationship Id="rId12" Type="http://schemas.openxmlformats.org/officeDocument/2006/relationships/customXml" Target="../ink/ink1096.xml"/><Relationship Id="rId33" Type="http://schemas.openxmlformats.org/officeDocument/2006/relationships/image" Target="../media/image83.png"/><Relationship Id="rId108" Type="http://schemas.openxmlformats.org/officeDocument/2006/relationships/customXml" Target="../ink/ink1144.xml"/><Relationship Id="rId129" Type="http://schemas.openxmlformats.org/officeDocument/2006/relationships/image" Target="../media/image129.png"/><Relationship Id="rId54" Type="http://schemas.openxmlformats.org/officeDocument/2006/relationships/customXml" Target="../ink/ink1117.xml"/><Relationship Id="rId75" Type="http://schemas.openxmlformats.org/officeDocument/2006/relationships/image" Target="../media/image102.png"/><Relationship Id="rId96" Type="http://schemas.openxmlformats.org/officeDocument/2006/relationships/customXml" Target="../ink/ink1138.xml"/><Relationship Id="rId140" Type="http://schemas.openxmlformats.org/officeDocument/2006/relationships/customXml" Target="../ink/ink1160.xml"/><Relationship Id="rId161" Type="http://schemas.openxmlformats.org/officeDocument/2006/relationships/image" Target="../media/image189.png"/><Relationship Id="rId182" Type="http://schemas.openxmlformats.org/officeDocument/2006/relationships/customXml" Target="../ink/ink1181.xml"/><Relationship Id="rId217" Type="http://schemas.openxmlformats.org/officeDocument/2006/relationships/image" Target="../media/image250.png"/><Relationship Id="rId6" Type="http://schemas.openxmlformats.org/officeDocument/2006/relationships/customXml" Target="../ink/ink1093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112.xml"/><Relationship Id="rId65" Type="http://schemas.openxmlformats.org/officeDocument/2006/relationships/image" Target="../media/image98.png"/><Relationship Id="rId86" Type="http://schemas.openxmlformats.org/officeDocument/2006/relationships/customXml" Target="../ink/ink1133.xml"/><Relationship Id="rId130" Type="http://schemas.openxmlformats.org/officeDocument/2006/relationships/customXml" Target="../ink/ink1155.xml"/><Relationship Id="rId151" Type="http://schemas.openxmlformats.org/officeDocument/2006/relationships/image" Target="../media/image184.png"/><Relationship Id="rId172" Type="http://schemas.openxmlformats.org/officeDocument/2006/relationships/customXml" Target="../ink/ink1176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1215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107.xml"/><Relationship Id="rId55" Type="http://schemas.openxmlformats.org/officeDocument/2006/relationships/image" Target="../media/image94.png"/><Relationship Id="rId76" Type="http://schemas.openxmlformats.org/officeDocument/2006/relationships/customXml" Target="../ink/ink1128.xml"/><Relationship Id="rId97" Type="http://schemas.openxmlformats.org/officeDocument/2006/relationships/image" Target="../media/image158.png"/><Relationship Id="rId120" Type="http://schemas.openxmlformats.org/officeDocument/2006/relationships/customXml" Target="../ink/ink1150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1171.xml"/><Relationship Id="rId183" Type="http://schemas.openxmlformats.org/officeDocument/2006/relationships/image" Target="../media/image200.png"/><Relationship Id="rId218" Type="http://schemas.openxmlformats.org/officeDocument/2006/relationships/customXml" Target="../ink/ink1199.xml"/><Relationship Id="rId239" Type="http://schemas.openxmlformats.org/officeDocument/2006/relationships/customXml" Target="../ink/ink1210.xml"/><Relationship Id="rId250" Type="http://schemas.openxmlformats.org/officeDocument/2006/relationships/image" Target="../media/image266.png"/><Relationship Id="rId24" Type="http://schemas.openxmlformats.org/officeDocument/2006/relationships/customXml" Target="../ink/ink1102.xml"/><Relationship Id="rId45" Type="http://schemas.openxmlformats.org/officeDocument/2006/relationships/image" Target="../media/image89.png"/><Relationship Id="rId66" Type="http://schemas.openxmlformats.org/officeDocument/2006/relationships/customXml" Target="../ink/ink1123.xml"/><Relationship Id="rId87" Type="http://schemas.openxmlformats.org/officeDocument/2006/relationships/image" Target="../media/image108.png"/><Relationship Id="rId110" Type="http://schemas.openxmlformats.org/officeDocument/2006/relationships/customXml" Target="../ink/ink1145.xml"/><Relationship Id="rId131" Type="http://schemas.openxmlformats.org/officeDocument/2006/relationships/image" Target="../media/image174.png"/><Relationship Id="rId152" Type="http://schemas.openxmlformats.org/officeDocument/2006/relationships/customXml" Target="../ink/ink1166.xml"/><Relationship Id="rId173" Type="http://schemas.openxmlformats.org/officeDocument/2006/relationships/image" Target="../media/image195.png"/><Relationship Id="rId194" Type="http://schemas.openxmlformats.org/officeDocument/2006/relationships/customXml" Target="../ink/ink1187.xml"/><Relationship Id="rId208" Type="http://schemas.openxmlformats.org/officeDocument/2006/relationships/customXml" Target="../ink/ink1194.xml"/><Relationship Id="rId229" Type="http://schemas.openxmlformats.org/officeDocument/2006/relationships/customXml" Target="../ink/ink1205.xml"/><Relationship Id="rId240" Type="http://schemas.openxmlformats.org/officeDocument/2006/relationships/image" Target="../media/image261.png"/><Relationship Id="rId14" Type="http://schemas.openxmlformats.org/officeDocument/2006/relationships/customXml" Target="../ink/ink1097.xml"/><Relationship Id="rId35" Type="http://schemas.openxmlformats.org/officeDocument/2006/relationships/image" Target="../media/image84.png"/><Relationship Id="rId56" Type="http://schemas.openxmlformats.org/officeDocument/2006/relationships/customXml" Target="../ink/ink1118.xml"/><Relationship Id="rId77" Type="http://schemas.openxmlformats.org/officeDocument/2006/relationships/image" Target="../media/image103.png"/><Relationship Id="rId100" Type="http://schemas.openxmlformats.org/officeDocument/2006/relationships/customXml" Target="../ink/ink1140.xml"/><Relationship Id="rId8" Type="http://schemas.openxmlformats.org/officeDocument/2006/relationships/customXml" Target="../ink/ink1094.xml"/><Relationship Id="rId98" Type="http://schemas.openxmlformats.org/officeDocument/2006/relationships/customXml" Target="../ink/ink1139.xml"/><Relationship Id="rId121" Type="http://schemas.openxmlformats.org/officeDocument/2006/relationships/image" Target="../media/image170.png"/><Relationship Id="rId142" Type="http://schemas.openxmlformats.org/officeDocument/2006/relationships/customXml" Target="../ink/ink1161.xml"/><Relationship Id="rId163" Type="http://schemas.openxmlformats.org/officeDocument/2006/relationships/image" Target="../media/image190.png"/><Relationship Id="rId184" Type="http://schemas.openxmlformats.org/officeDocument/2006/relationships/customXml" Target="../ink/ink1182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583.png"/><Relationship Id="rId25" Type="http://schemas.openxmlformats.org/officeDocument/2006/relationships/image" Target="../media/image79.png"/><Relationship Id="rId46" Type="http://schemas.openxmlformats.org/officeDocument/2006/relationships/customXml" Target="../ink/ink1113.xml"/><Relationship Id="rId67" Type="http://schemas.openxmlformats.org/officeDocument/2006/relationships/image" Target="../media/image99.png"/><Relationship Id="rId88" Type="http://schemas.openxmlformats.org/officeDocument/2006/relationships/customXml" Target="../ink/ink1134.xml"/><Relationship Id="rId111" Type="http://schemas.openxmlformats.org/officeDocument/2006/relationships/image" Target="../media/image165.png"/><Relationship Id="rId132" Type="http://schemas.openxmlformats.org/officeDocument/2006/relationships/customXml" Target="../ink/ink1156.xml"/><Relationship Id="rId153" Type="http://schemas.openxmlformats.org/officeDocument/2006/relationships/image" Target="../media/image185.png"/><Relationship Id="rId174" Type="http://schemas.openxmlformats.org/officeDocument/2006/relationships/customXml" Target="../ink/ink1177.xml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220" Type="http://schemas.openxmlformats.org/officeDocument/2006/relationships/customXml" Target="../ink/ink1200.xml"/><Relationship Id="rId241" Type="http://schemas.openxmlformats.org/officeDocument/2006/relationships/customXml" Target="../ink/ink1211.xml"/><Relationship Id="rId15" Type="http://schemas.openxmlformats.org/officeDocument/2006/relationships/image" Target="../media/image74.png"/><Relationship Id="rId36" Type="http://schemas.openxmlformats.org/officeDocument/2006/relationships/customXml" Target="../ink/ink1108.xml"/><Relationship Id="rId57" Type="http://schemas.openxmlformats.org/officeDocument/2006/relationships/image" Target="../media/image95.png"/><Relationship Id="rId78" Type="http://schemas.openxmlformats.org/officeDocument/2006/relationships/customXml" Target="../ink/ink1129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151.xml"/><Relationship Id="rId143" Type="http://schemas.openxmlformats.org/officeDocument/2006/relationships/image" Target="../media/image180.png"/><Relationship Id="rId164" Type="http://schemas.openxmlformats.org/officeDocument/2006/relationships/customXml" Target="../ink/ink1172.xml"/><Relationship Id="rId185" Type="http://schemas.openxmlformats.org/officeDocument/2006/relationships/image" Target="../media/image234.png"/><Relationship Id="rId4" Type="http://schemas.openxmlformats.org/officeDocument/2006/relationships/customXml" Target="../ink/ink1092.xml"/><Relationship Id="rId9" Type="http://schemas.openxmlformats.org/officeDocument/2006/relationships/image" Target="../media/image28.png"/><Relationship Id="rId180" Type="http://schemas.openxmlformats.org/officeDocument/2006/relationships/customXml" Target="../ink/ink1180.xml"/><Relationship Id="rId210" Type="http://schemas.openxmlformats.org/officeDocument/2006/relationships/customXml" Target="../ink/ink1195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1103.xml"/><Relationship Id="rId231" Type="http://schemas.openxmlformats.org/officeDocument/2006/relationships/customXml" Target="../ink/ink1206.xml"/><Relationship Id="rId47" Type="http://schemas.openxmlformats.org/officeDocument/2006/relationships/image" Target="../media/image90.png"/><Relationship Id="rId68" Type="http://schemas.openxmlformats.org/officeDocument/2006/relationships/customXml" Target="../ink/ink1124.xml"/><Relationship Id="rId89" Type="http://schemas.openxmlformats.org/officeDocument/2006/relationships/image" Target="../media/image109.png"/><Relationship Id="rId112" Type="http://schemas.openxmlformats.org/officeDocument/2006/relationships/customXml" Target="../ink/ink1146.xml"/><Relationship Id="rId133" Type="http://schemas.openxmlformats.org/officeDocument/2006/relationships/image" Target="../media/image175.png"/><Relationship Id="rId154" Type="http://schemas.openxmlformats.org/officeDocument/2006/relationships/customXml" Target="../ink/ink1167.xml"/><Relationship Id="rId175" Type="http://schemas.openxmlformats.org/officeDocument/2006/relationships/image" Target="../media/image196.png"/><Relationship Id="rId196" Type="http://schemas.openxmlformats.org/officeDocument/2006/relationships/customXml" Target="../ink/ink1188.xml"/><Relationship Id="rId200" Type="http://schemas.openxmlformats.org/officeDocument/2006/relationships/customXml" Target="../ink/ink1190.xml"/><Relationship Id="rId16" Type="http://schemas.openxmlformats.org/officeDocument/2006/relationships/customXml" Target="../ink/ink1098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1119.xml"/><Relationship Id="rId79" Type="http://schemas.openxmlformats.org/officeDocument/2006/relationships/image" Target="../media/image104.png"/><Relationship Id="rId102" Type="http://schemas.openxmlformats.org/officeDocument/2006/relationships/customXml" Target="../ink/ink1141.xml"/><Relationship Id="rId123" Type="http://schemas.openxmlformats.org/officeDocument/2006/relationships/image" Target="../media/image171.png"/><Relationship Id="rId144" Type="http://schemas.openxmlformats.org/officeDocument/2006/relationships/customXml" Target="../ink/ink1162.xml"/><Relationship Id="rId90" Type="http://schemas.openxmlformats.org/officeDocument/2006/relationships/customXml" Target="../ink/ink1135.xml"/><Relationship Id="rId165" Type="http://schemas.openxmlformats.org/officeDocument/2006/relationships/image" Target="../media/image191.png"/><Relationship Id="rId186" Type="http://schemas.openxmlformats.org/officeDocument/2006/relationships/customXml" Target="../ink/ink1183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1114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1157.xml"/><Relationship Id="rId80" Type="http://schemas.openxmlformats.org/officeDocument/2006/relationships/customXml" Target="../ink/ink1130.xml"/><Relationship Id="rId155" Type="http://schemas.openxmlformats.org/officeDocument/2006/relationships/image" Target="../media/image186.png"/><Relationship Id="rId176" Type="http://schemas.openxmlformats.org/officeDocument/2006/relationships/customXml" Target="../ink/ink1178.xml"/><Relationship Id="rId197" Type="http://schemas.openxmlformats.org/officeDocument/2006/relationships/image" Target="../media/image240.png"/><Relationship Id="rId201" Type="http://schemas.openxmlformats.org/officeDocument/2006/relationships/image" Target="../media/image242.png"/><Relationship Id="rId222" Type="http://schemas.openxmlformats.org/officeDocument/2006/relationships/customXml" Target="../ink/ink1201.xml"/><Relationship Id="rId243" Type="http://schemas.openxmlformats.org/officeDocument/2006/relationships/customXml" Target="../ink/ink1212.xml"/><Relationship Id="rId17" Type="http://schemas.openxmlformats.org/officeDocument/2006/relationships/image" Target="../media/image75.png"/><Relationship Id="rId38" Type="http://schemas.openxmlformats.org/officeDocument/2006/relationships/customXml" Target="../ink/ink1109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152.xml"/><Relationship Id="rId70" Type="http://schemas.openxmlformats.org/officeDocument/2006/relationships/customXml" Target="../ink/ink1125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1173.xml"/><Relationship Id="rId187" Type="http://schemas.openxmlformats.org/officeDocument/2006/relationships/image" Target="../media/image23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96.xml"/><Relationship Id="rId233" Type="http://schemas.openxmlformats.org/officeDocument/2006/relationships/customXml" Target="../ink/ink1207.xml"/><Relationship Id="rId28" Type="http://schemas.openxmlformats.org/officeDocument/2006/relationships/customXml" Target="../ink/ink1104.xml"/><Relationship Id="rId49" Type="http://schemas.openxmlformats.org/officeDocument/2006/relationships/image" Target="../media/image91.png"/><Relationship Id="rId114" Type="http://schemas.openxmlformats.org/officeDocument/2006/relationships/customXml" Target="../ink/ink1147.xml"/><Relationship Id="rId60" Type="http://schemas.openxmlformats.org/officeDocument/2006/relationships/customXml" Target="../ink/ink1120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1168.xml"/><Relationship Id="rId177" Type="http://schemas.openxmlformats.org/officeDocument/2006/relationships/image" Target="../media/image197.png"/><Relationship Id="rId198" Type="http://schemas.openxmlformats.org/officeDocument/2006/relationships/customXml" Target="../ink/ink1189.xml"/><Relationship Id="rId202" Type="http://schemas.openxmlformats.org/officeDocument/2006/relationships/customXml" Target="../ink/ink1191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1099.xml"/><Relationship Id="rId39" Type="http://schemas.openxmlformats.org/officeDocument/2006/relationships/image" Target="../media/image86.png"/><Relationship Id="rId50" Type="http://schemas.openxmlformats.org/officeDocument/2006/relationships/customXml" Target="../ink/ink1115.xml"/><Relationship Id="rId104" Type="http://schemas.openxmlformats.org/officeDocument/2006/relationships/customXml" Target="../ink/ink1142.xml"/><Relationship Id="rId125" Type="http://schemas.openxmlformats.org/officeDocument/2006/relationships/image" Target="../media/image172.png"/><Relationship Id="rId146" Type="http://schemas.openxmlformats.org/officeDocument/2006/relationships/customXml" Target="../ink/ink1163.xml"/><Relationship Id="rId167" Type="http://schemas.openxmlformats.org/officeDocument/2006/relationships/image" Target="../media/image192.png"/><Relationship Id="rId188" Type="http://schemas.openxmlformats.org/officeDocument/2006/relationships/customXml" Target="../ink/ink1184.xml"/><Relationship Id="rId71" Type="http://schemas.openxmlformats.org/officeDocument/2006/relationships/image" Target="../media/image59.png"/><Relationship Id="rId92" Type="http://schemas.openxmlformats.org/officeDocument/2006/relationships/customXml" Target="../ink/ink1136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1091.xml"/><Relationship Id="rId29" Type="http://schemas.openxmlformats.org/officeDocument/2006/relationships/image" Target="../media/image81.png"/><Relationship Id="rId40" Type="http://schemas.openxmlformats.org/officeDocument/2006/relationships/customXml" Target="../ink/ink1110.xml"/><Relationship Id="rId115" Type="http://schemas.openxmlformats.org/officeDocument/2006/relationships/image" Target="../media/image167.png"/><Relationship Id="rId136" Type="http://schemas.openxmlformats.org/officeDocument/2006/relationships/customXml" Target="../ink/ink1158.xml"/><Relationship Id="rId157" Type="http://schemas.openxmlformats.org/officeDocument/2006/relationships/image" Target="../media/image187.png"/><Relationship Id="rId178" Type="http://schemas.openxmlformats.org/officeDocument/2006/relationships/customXml" Target="../ink/ink1179.xml"/><Relationship Id="rId61" Type="http://schemas.openxmlformats.org/officeDocument/2006/relationships/image" Target="../media/image96.png"/><Relationship Id="rId82" Type="http://schemas.openxmlformats.org/officeDocument/2006/relationships/customXml" Target="../ink/ink1131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19" Type="http://schemas.openxmlformats.org/officeDocument/2006/relationships/image" Target="../media/image76.png"/><Relationship Id="rId224" Type="http://schemas.openxmlformats.org/officeDocument/2006/relationships/customXml" Target="../ink/ink1202.xml"/><Relationship Id="rId245" Type="http://schemas.openxmlformats.org/officeDocument/2006/relationships/customXml" Target="../ink/ink1213.xml"/><Relationship Id="rId30" Type="http://schemas.openxmlformats.org/officeDocument/2006/relationships/customXml" Target="../ink/ink1105.xml"/><Relationship Id="rId105" Type="http://schemas.openxmlformats.org/officeDocument/2006/relationships/image" Target="../media/image162.png"/><Relationship Id="rId126" Type="http://schemas.openxmlformats.org/officeDocument/2006/relationships/customXml" Target="../ink/ink1153.xml"/><Relationship Id="rId147" Type="http://schemas.openxmlformats.org/officeDocument/2006/relationships/image" Target="../media/image182.png"/><Relationship Id="rId168" Type="http://schemas.openxmlformats.org/officeDocument/2006/relationships/customXml" Target="../ink/ink1174.xml"/><Relationship Id="rId51" Type="http://schemas.openxmlformats.org/officeDocument/2006/relationships/image" Target="../media/image92.png"/><Relationship Id="rId72" Type="http://schemas.openxmlformats.org/officeDocument/2006/relationships/customXml" Target="../ink/ink1126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25.png"/><Relationship Id="rId214" Type="http://schemas.openxmlformats.org/officeDocument/2006/relationships/customXml" Target="../ink/ink1197.xml"/><Relationship Id="rId235" Type="http://schemas.openxmlformats.org/officeDocument/2006/relationships/customXml" Target="../ink/ink1208.xml"/><Relationship Id="rId116" Type="http://schemas.openxmlformats.org/officeDocument/2006/relationships/customXml" Target="../ink/ink1148.xml"/><Relationship Id="rId137" Type="http://schemas.openxmlformats.org/officeDocument/2006/relationships/image" Target="../media/image177.png"/><Relationship Id="rId158" Type="http://schemas.openxmlformats.org/officeDocument/2006/relationships/customXml" Target="../ink/ink1169.xml"/><Relationship Id="rId20" Type="http://schemas.openxmlformats.org/officeDocument/2006/relationships/customXml" Target="../ink/ink1100.xml"/><Relationship Id="rId41" Type="http://schemas.openxmlformats.org/officeDocument/2006/relationships/image" Target="../media/image87.png"/><Relationship Id="rId62" Type="http://schemas.openxmlformats.org/officeDocument/2006/relationships/customXml" Target="../ink/ink1121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1185.xml"/><Relationship Id="rId204" Type="http://schemas.openxmlformats.org/officeDocument/2006/relationships/customXml" Target="../ink/ink1192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1143.xml"/><Relationship Id="rId127" Type="http://schemas.openxmlformats.org/officeDocument/2006/relationships/image" Target="../media/image173.png"/><Relationship Id="rId10" Type="http://schemas.openxmlformats.org/officeDocument/2006/relationships/customXml" Target="../ink/ink1095.xml"/><Relationship Id="rId31" Type="http://schemas.openxmlformats.org/officeDocument/2006/relationships/image" Target="../media/image82.png"/><Relationship Id="rId52" Type="http://schemas.openxmlformats.org/officeDocument/2006/relationships/customXml" Target="../ink/ink1116.xml"/><Relationship Id="rId73" Type="http://schemas.openxmlformats.org/officeDocument/2006/relationships/image" Target="../media/image101.png"/><Relationship Id="rId94" Type="http://schemas.openxmlformats.org/officeDocument/2006/relationships/customXml" Target="../ink/ink1137.xml"/><Relationship Id="rId148" Type="http://schemas.openxmlformats.org/officeDocument/2006/relationships/customXml" Target="../ink/ink1164.xml"/><Relationship Id="rId169" Type="http://schemas.openxmlformats.org/officeDocument/2006/relationships/image" Target="../media/image19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9.png"/><Relationship Id="rId2" Type="http://schemas.openxmlformats.org/officeDocument/2006/relationships/image" Target="../media/image58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2.png"/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4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0792-1DEB-9B03-BA7E-E727E368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E6D97-1E1F-3F7B-5B31-9CB37D311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5D18A8F-5767-A73E-703E-820472B4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289" y="1149147"/>
            <a:ext cx="6867244" cy="476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7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21BE-A580-DDF6-C125-CA1B0DDC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CE1E861-E8D1-AAD0-A596-5EECA09E3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94" y="1341132"/>
            <a:ext cx="8187899" cy="45587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085F-ABCA-EB96-6801-E76F3938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408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9B78-157B-D2AD-76B5-A783A5DE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currents</a:t>
            </a:r>
          </a:p>
        </p:txBody>
      </p:sp>
      <p:pic>
        <p:nvPicPr>
          <p:cNvPr id="6" name="Content Placeholder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4C89C210-92DC-0576-E10A-46AE813185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292101"/>
            <a:ext cx="5121084" cy="1265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4AA2-D7F0-9902-3CCC-BA4DA727D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DCAE2787-19CD-F34C-AFC5-B896F259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1788195"/>
            <a:ext cx="4991533" cy="426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39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532-7935-00A3-3F2B-2A764600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711D683F-35CE-54EF-14F3-79835AF92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252C5-E96C-95C7-1093-E65BC96C2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05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D91C-782A-DD0F-9D67-4906A0BA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062345C9-BBB4-2068-8A53-217BC941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32" y="1113183"/>
            <a:ext cx="5700963" cy="512739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E940A-2F9E-4A78-5598-2B891D64A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11A9576-5BDC-F778-F3FC-F9F60B878B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87" t="20939" r="21758" b="37185"/>
          <a:stretch/>
        </p:blipFill>
        <p:spPr>
          <a:xfrm>
            <a:off x="143122" y="3277926"/>
            <a:ext cx="3140765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392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0CE8-8591-FD2D-F755-8CA9604C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F86F6DC3-AC14-1869-FF86-DD653F8C7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20" y="1789044"/>
            <a:ext cx="7544603" cy="347494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6C24-EB2F-7995-710F-D456F46ED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9E0D3B82-77A9-DB1F-00C3-A6B9B028D3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188181" y="4017397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162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CBA-A6B7-C367-7488-B243E956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with black lines and symbols&#10;&#10;Description automatically generated with medium confidence">
            <a:extLst>
              <a:ext uri="{FF2B5EF4-FFF2-40B4-BE49-F238E27FC236}">
                <a16:creationId xmlns:a16="http://schemas.microsoft.com/office/drawing/2014/main" id="{66206BD6-DC52-649A-99E5-C248B12A3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167" y="1304013"/>
            <a:ext cx="4916833" cy="475368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424-20C3-E922-49B0-871A1A921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BF361F69-547D-AFA3-54BA-A68AB73EA7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6096000" y="2323769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334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340-A599-0ABC-EEB7-FDDF96E9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unknowns </a:t>
            </a:r>
          </a:p>
        </p:txBody>
      </p:sp>
      <p:pic>
        <p:nvPicPr>
          <p:cNvPr id="6" name="Content Placeholder 5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48F139F2-86D9-2D38-501E-EA54F31BF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957" y="1240816"/>
            <a:ext cx="6970761" cy="420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A395-124A-70E0-D1B8-80F3A50DB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1C64B1F0-F372-3372-64E1-2713A113A5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214685" y="2349610"/>
            <a:ext cx="4690179" cy="19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0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5526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5833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549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72277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22005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65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000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764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30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85" y="1571183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22809</TotalTime>
  <Words>161</Words>
  <Application>Microsoft Office PowerPoint</Application>
  <PresentationFormat>Widescreen</PresentationFormat>
  <Paragraphs>54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Nodal analysis</vt:lpstr>
      <vt:lpstr>Label nodes</vt:lpstr>
      <vt:lpstr>Label currents</vt:lpstr>
      <vt:lpstr>Voltage drop directions</vt:lpstr>
      <vt:lpstr>Write equations based on KCL and Ohm’s law </vt:lpstr>
      <vt:lpstr>Write equations based on KCL and Ohm’s law </vt:lpstr>
      <vt:lpstr>Write equations based on KCL and Ohm’s law </vt:lpstr>
      <vt:lpstr>Solve for unknowns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Equivalent circuits</vt:lpstr>
      <vt:lpstr>Thevenin’s equivalent circuit</vt:lpstr>
      <vt:lpstr>Norton’s equivalent circuit</vt:lpstr>
      <vt:lpstr>Capacitors </vt:lpstr>
      <vt:lpstr>Capacitors </vt:lpstr>
      <vt:lpstr>Inductors </vt:lpstr>
      <vt:lpstr>Inductors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922</cp:revision>
  <cp:lastPrinted>2017-03-30T23:40:26Z</cp:lastPrinted>
  <dcterms:created xsi:type="dcterms:W3CDTF">2014-02-24T21:19:39Z</dcterms:created>
  <dcterms:modified xsi:type="dcterms:W3CDTF">2025-09-07T12:00:57Z</dcterms:modified>
</cp:coreProperties>
</file>