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794" r:id="rId2"/>
    <p:sldId id="830" r:id="rId3"/>
    <p:sldId id="823" r:id="rId4"/>
    <p:sldId id="831" r:id="rId5"/>
    <p:sldId id="832" r:id="rId6"/>
    <p:sldId id="833" r:id="rId7"/>
    <p:sldId id="825" r:id="rId8"/>
    <p:sldId id="826" r:id="rId9"/>
    <p:sldId id="834" r:id="rId10"/>
    <p:sldId id="828" r:id="rId11"/>
    <p:sldId id="795" r:id="rId12"/>
    <p:sldId id="835" r:id="rId13"/>
    <p:sldId id="837" r:id="rId14"/>
    <p:sldId id="802" r:id="rId15"/>
    <p:sldId id="803" r:id="rId16"/>
    <p:sldId id="804" r:id="rId17"/>
    <p:sldId id="805" r:id="rId18"/>
    <p:sldId id="806" r:id="rId19"/>
    <p:sldId id="807" r:id="rId20"/>
    <p:sldId id="808" r:id="rId21"/>
    <p:sldId id="809" r:id="rId22"/>
    <p:sldId id="810" r:id="rId23"/>
    <p:sldId id="811" r:id="rId24"/>
    <p:sldId id="812" r:id="rId25"/>
    <p:sldId id="813" r:id="rId26"/>
    <p:sldId id="814" r:id="rId27"/>
    <p:sldId id="817" r:id="rId28"/>
    <p:sldId id="829" r:id="rId29"/>
    <p:sldId id="827" r:id="rId30"/>
    <p:sldId id="818" r:id="rId31"/>
    <p:sldId id="820" r:id="rId32"/>
    <p:sldId id="821" r:id="rId33"/>
    <p:sldId id="822" r:id="rId34"/>
    <p:sldId id="798" r:id="rId35"/>
    <p:sldId id="799" r:id="rId36"/>
    <p:sldId id="800" r:id="rId37"/>
    <p:sldId id="80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2763" autoAdjust="0"/>
  </p:normalViewPr>
  <p:slideViewPr>
    <p:cSldViewPr snapToGrid="0">
      <p:cViewPr varScale="1">
        <p:scale>
          <a:sx n="125" d="100"/>
          <a:sy n="125" d="100"/>
        </p:scale>
        <p:origin x="40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0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25 322 5065 0 0,'-8'-33'1232'0'0,"2"-1"1"0"0,1-1-1 0 0,2 1 0 0 0,1 0 0 0 0,2-1 1 0 0,7-59-1 0 0,-3 71 903 0 0,1 32-163 0 0,1 36-546 0 0,26 419-392 0 0,15 162 353 0 0,-41-564-2229 0 0,26 107 0 0 0,-24-140 453 0 0,1 0 0 0 0,2-2 0 0 0,0 1-1 0 0,2-1 1 0 0,30 47 0 0 0,-37-64-914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197 255 3225 0 0,'-34'9'1917'0'0,"-56"24"1"0"0,17-6 3902 0 0,108-39-2658 0 0,145-41-1 0 0,466-57-1712 0 0,51 10-656 0 0,-687 98-920 0 0,44-13 257 0 0,-50 14-457 0 0,0-1 0 0 0,0 1 0 0 0,0-1 1 0 0,0 0-1 0 0,0 0 0 0 0,-1-1 0 0 0,1 1 0 0 0,-1-1 1 0 0,1 0-1 0 0,3-4 0 0 0,-6 3-1275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1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67 3225 0 0,'0'0'72'0'0,"0"0"0"0"0,-1 0 0 0 0,1 0 0 0 0,0 0 0 0 0,0-1 0 0 0,-1 1 0 0 0,1 0 0 0 0,0 0 1 0 0,0 0-1 0 0,-1 0 0 0 0,1 0 0 0 0,0 0 0 0 0,0 0 0 0 0,0 0 0 0 0,-1-1 0 0 0,1 1 0 0 0,0 0 0 0 0,0 0 0 0 0,0 0 1 0 0,-1 0-1 0 0,1-1 0 0 0,0 1 0 0 0,0 0 0 0 0,0 0 0 0 0,0-1 0 0 0,0 1 0 0 0,0 0 0 0 0,-1 0 0 0 0,1 0 0 0 0,0-1 1 0 0,0 1-1 0 0,0 0 0 0 0,0 0 0 0 0,0-1 0 0 0,0 1 0 0 0,0 0 0 0 0,0 0 0 0 0,0-1 0 0 0,0 1 0 0 0,0 0 0 0 0,0 0 1 0 0,0-1-1 0 0,0 1 0 0 0,1 0 0 0 0,-1 0 0 0 0,0-1 0 0 0,0 1 0 0 0,0 0 0 0 0,0 0 0 0 0,0-1 0 0 0,16-11 3010 0 0,23-7 378 0 0,-12 12-2859 0 0,0 1 0 0 0,0 1 0 0 0,1 1 0 0 0,-1 2 0 0 0,1 0 0 0 0,31 3 0 0 0,-28 2-2543 0 0,-1 1 1 0 0,57 15-1 0 0,-68-13-3146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1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2617 0 0,'-1'2'174'0'0,"0"0"0"0"0,0 0 0 0 0,0 0 1 0 0,1 0-1 0 0,-1 0 0 0 0,0 0 1 0 0,1 0-1 0 0,-1 0 0 0 0,1 0 0 0 0,0 0 1 0 0,0 0-1 0 0,0 1 0 0 0,0-1 1 0 0,0 4-1 0 0,6 39 2718 0 0,-3-30-2286 0 0,58 453 7052 0 0,26 195-4762 0 0,-37-328-1959 0 0,24 295-530 0 0,-73-600-2158 0 0,0-25 855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5985 0 0,'21'2'4144'0'0,"45"0"-3761"0"0,-17-1 33 0 0,700 38 2243 0 0,-189-30-1866 0 0,-121-4-469 0 0,638 1 3109 0 0,-763-19-3405 0 0,150-2-93 0 0,-363 15 65 0 0,-9 0 6 0 0,121-14-1 0 0,-140 3-103 0 0,20-3-560 0 0,-31 8-5661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2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6913 0 0,'0'1'216'0'0,"-1"-1"0"0"0,1 1 0 0 0,-1-1 0 0 0,1 1 0 0 0,-1 0 0 0 0,1-1 0 0 0,0 1 0 0 0,-1-1 0 0 0,1 1 0 0 0,0 0 0 0 0,0-1 0 0 0,0 1 0 0 0,-1 0 0 0 0,1 0 0 0 0,0-1 0 0 0,0 1-1 0 0,0 0 1 0 0,0-1 0 0 0,0 1 0 0 0,0 0 0 0 0,0-1 0 0 0,0 1 0 0 0,1 0 0 0 0,-1 0 0 0 0,2 24 829 0 0,-1-22-604 0 0,38 253 3533 0 0,-26-70-2867 0 0,14 101 170 0 0,-20-255-1215 0 0,0-1 0 0 0,18 44 0 0 0,-1-19-2560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3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8 3225 0 0,'-6'-2'449'0'0,"-1"0"1"0"0,1 1-1 0 0,0 0 1 0 0,0 0-1 0 0,-1 1 1 0 0,1 0-1 0 0,-1 0 1 0 0,1 0-1 0 0,0 1 1 0 0,-1 0-1 0 0,1 0 0 0 0,0 0 1 0 0,0 1-1 0 0,0 0 1 0 0,0 0-1 0 0,0 1 1 0 0,-6 3-1 0 0,4-1-263 0 0,0 0 0 0 0,0 1 0 0 0,1 0 0 0 0,-1 0 0 0 0,1 0 0 0 0,1 1 0 0 0,-1 0 0 0 0,1 1 0 0 0,1-1 0 0 0,-1 1 0 0 0,-4 9 0 0 0,10-16-138 0 0,-1 0-1 0 0,0 0 1 0 0,1 0 0 0 0,-1 0 0 0 0,1 1-1 0 0,0-1 1 0 0,-1 0 0 0 0,1 0 0 0 0,0 1-1 0 0,0-1 1 0 0,-1 0 0 0 0,1 0 0 0 0,0 1-1 0 0,0-1 1 0 0,0 0 0 0 0,1 0 0 0 0,-1 1-1 0 0,0-1 1 0 0,0 0 0 0 0,1 0 0 0 0,-1 0-1 0 0,1 1 1 0 0,0 0 0 0 0,0 0 12 0 0,1 0 1 0 0,-1-1-1 0 0,1 1 1 0 0,0 0-1 0 0,-1-1 0 0 0,1 1 1 0 0,0-1-1 0 0,0 0 1 0 0,0 0-1 0 0,0 0 1 0 0,4 2-1 0 0,7 1-43 0 0,-1 0 0 0 0,1-1 1 0 0,21 2-1 0 0,-25-3-197 0 0,62 7-324 0 0,100 1 0 0 0,-170-10 501 0 0,1 0 1 0 0,-1 0-1 0 0,1 0 0 0 0,-1 0 1 0 0,1 0-1 0 0,-1 0 0 0 0,1 0 1 0 0,0 0-1 0 0,-1 1 0 0 0,1-1 0 0 0,-1 1 1 0 0,0-1-1 0 0,1 1 0 0 0,-1-1 1 0 0,1 1-1 0 0,-1 0 0 0 0,0 0 1 0 0,0 0-1 0 0,1 0 0 0 0,1 2 0 0 0,-3-2 2 0 0,1 0-1 0 0,-1 0 1 0 0,0 0-1 0 0,0 1 1 0 0,1-1-1 0 0,-1 0 1 0 0,0 0-1 0 0,0 0 1 0 0,0 0-1 0 0,0 1 0 0 0,-1-1 1 0 0,1 0-1 0 0,0 0 1 0 0,0 0-1 0 0,-1 0 1 0 0,1 0-1 0 0,-1 0 1 0 0,1 1-1 0 0,-1-1 1 0 0,1 0-1 0 0,-2 1 0 0 0,-5 9-25 0 0,-1-1 0 0 0,-1 1 0 0 0,-17 15 0 0 0,17-16-26 0 0,-35 33-531 0 0,26-27 552 0 0,1 1-1 0 0,1 0 1 0 0,1 1 0 0 0,-18 28 0 0 0,32-45 62 0 0,1-1 1 0 0,-1 1 0 0 0,1-1 0 0 0,0 1-1 0 0,0 0 1 0 0,0 0 0 0 0,-1-1 0 0 0,1 1-1 0 0,0 0 1 0 0,0-1 0 0 0,0 1 0 0 0,0 0 0 0 0,0-1-1 0 0,0 1 1 0 0,0 0 0 0 0,0 0 0 0 0,0-1-1 0 0,1 1 1 0 0,-1 0 0 0 0,0-1 0 0 0,0 1-1 0 0,1 0 1 0 0,-1-1 0 0 0,0 1 0 0 0,1 0 0 0 0,-1-1-1 0 0,0 1 1 0 0,1-1 0 0 0,-1 1 0 0 0,1-1-1 0 0,-1 1 1 0 0,1-1 0 0 0,-1 1 0 0 0,1-1-1 0 0,0 0 1 0 0,-1 1 0 0 0,1-1 0 0 0,0 1 0 0 0,-1-1-1 0 0,1 0 1 0 0,0 0 0 0 0,-1 0 0 0 0,1 1-1 0 0,0-1 1 0 0,-1 0 0 0 0,2 0 0 0 0,44 8 514 0 0,-30-7-555 0 0,100 13 35 0 0,-16-4 653 0 0,-99-10-668 0 0,-1 0-1 0 0,1 0 1 0 0,-1 0 0 0 0,1 0 0 0 0,0 0-1 0 0,-1 0 1 0 0,1 0 0 0 0,-1 1-1 0 0,1-1 1 0 0,-1 0 0 0 0,1 0-1 0 0,0 1 1 0 0,-1-1 0 0 0,1 0 0 0 0,-1 1-1 0 0,0-1 1 0 0,1 0 0 0 0,-1 1-1 0 0,1-1 1 0 0,-1 1 0 0 0,1-1 0 0 0,-1 1-1 0 0,0-1 1 0 0,1 1 0 0 0,-1-1-1 0 0,0 1 1 0 0,0-1 0 0 0,1 1-1 0 0,-1 0 1 0 0,0 1-7 0 0,0-1-1 0 0,0 0 1 0 0,-1 1 0 0 0,1-1-1 0 0,0 0 1 0 0,-1 1 0 0 0,1-1-1 0 0,-1 0 1 0 0,1 0 0 0 0,-1 0-1 0 0,1 1 1 0 0,-1-1 0 0 0,-1 1-1 0 0,-31 34 73 0 0,30-33 2 0 0,-71 59 67 0 0,55-49-251 0 0,0 2-1 0 0,2 0 1 0 0,-1 1 0 0 0,2 1-1 0 0,-20 26 1 0 0,19-5-3042 0 0,16-37 2947 0 0,1 0 0 0 0,-1 0-1 0 0,1 0 1 0 0,-1 1 0 0 0,1-1 0 0 0,0 0 0 0 0,0 0 0 0 0,-1 1 0 0 0,1-1 0 0 0,0 0 0 0 0,0 0-1 0 0,0 1 1 0 0,0-1 0 0 0,1 0 0 0 0,-1 0 0 0 0,0 1 0 0 0,0-1 0 0 0,1 0 0 0 0,-1 0 0 0 0,1 0-1 0 0,-1 1 1 0 0,1-1 0 0 0,-1 0 0 0 0,1 0 0 0 0,0 0 0 0 0,0 0 0 0 0,-1 0 0 0 0,1 0 0 0 0,2 1-1 0 0,1-1-853 0 0,1-2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0,'0'2'127'0'0,"0"0"0"0"0,0 0 1 0 0,0 0-1 0 0,1 0 0 0 0,-1 0 0 0 0,1 0 0 0 0,0 0 0 0 0,-1-1 0 0 0,1 1 1 0 0,0 0-1 0 0,0 0 0 0 0,0-1 0 0 0,0 1 0 0 0,0 0 0 0 0,2 1 1 0 0,7 14 1941 0 0,-3 7-1106 0 0,0 1 0 0 0,-2 0 0 0 0,5 42 1 0 0,-5 80 334 0 0,2 2-71 0 0,14-29-521 0 0,-2-26-969 0 0,-15-48-2001 0 0,-4-34 925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5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2304 0 0,'-8'1'973'0'0,"0"0"-1"0"0,1 1 0 0 0,0 0 0 0 0,-1 0 1 0 0,1 1-1 0 0,0 0 0 0 0,0 0 0 0 0,0 1 0 0 0,-11 7 1 0 0,18-11-909 0 0,0 1-1 0 0,0-1 1 0 0,0 0 0 0 0,0 0 0 0 0,-1 0 0 0 0,1 0 0 0 0,0 0 0 0 0,0 1 0 0 0,0-1 0 0 0,0 0 0 0 0,0 0 0 0 0,0 0 0 0 0,-1 0 0 0 0,1 1 0 0 0,0-1 0 0 0,0 0 0 0 0,0 0 0 0 0,0 0-1 0 0,0 1 1 0 0,0-1 0 0 0,0 0 0 0 0,0 0 0 0 0,0 0 0 0 0,0 1 0 0 0,0-1 0 0 0,0 0 0 0 0,0 0 0 0 0,0 0 0 0 0,0 1 0 0 0,0-1 0 0 0,0 0 0 0 0,0 0 0 0 0,0 0 0 0 0,0 1 0 0 0,1-1-1 0 0,-1 0 1 0 0,0 0 0 0 0,0 0 0 0 0,0 0 0 0 0,0 1 0 0 0,0-1 0 0 0,0 0 0 0 0,1 0 0 0 0,-1 0 0 0 0,13 8 957 0 0,15 0-598 0 0,17-2-179 0 0,65 14 222 0 0,-98-17-505 0 0,-1 1 1 0 0,1-1-1 0 0,-1 2 0 0 0,0 0 0 0 0,0 0 0 0 0,19 13 0 0 0,-29-17 33 0 0,0 0 0 0 0,1 0 0 0 0,-1 0-1 0 0,0 0 1 0 0,0 1 0 0 0,0-1 0 0 0,0 0 0 0 0,0 0-1 0 0,0 1 1 0 0,0-1 0 0 0,-1 1 0 0 0,1-1 0 0 0,0 0-1 0 0,-1 1 1 0 0,1 0 0 0 0,-1-1 0 0 0,0 1 0 0 0,1-1-1 0 0,-1 1 1 0 0,0-1 0 0 0,0 1 0 0 0,0 0 0 0 0,0-1-1 0 0,0 1 1 0 0,0-1 0 0 0,-1 1 0 0 0,1 0-1 0 0,0-1 1 0 0,-1 1 0 0 0,1-1 0 0 0,-1 1 0 0 0,0-1-1 0 0,1 1 1 0 0,-1-1 0 0 0,0 0 0 0 0,0 1 0 0 0,0-1-1 0 0,0 0 1 0 0,-1 2 0 0 0,-7 7-71 0 0,0-1-1 0 0,0 1 1 0 0,-22 15 0 0 0,12-9 35 0 0,-15 14 135 0 0,18-17 1 0 0,0 0 1 0 0,1 1-1 0 0,1 1 0 0 0,-15 20 1 0 0,29-35-96 0 0,0 0 1 0 0,0 1 0 0 0,0-1 0 0 0,-1 0 0 0 0,1 0 0 0 0,0 1 0 0 0,0-1 0 0 0,0 0 0 0 0,0 1 0 0 0,0-1 0 0 0,-1 0 0 0 0,1 1-1 0 0,0-1 1 0 0,0 1 0 0 0,0-1 0 0 0,0 0 0 0 0,0 1 0 0 0,0-1 0 0 0,0 0 0 0 0,0 1 0 0 0,0-1 0 0 0,1 0 0 0 0,-1 1 0 0 0,0-1-1 0 0,0 0 1 0 0,0 1 0 0 0,0-1 0 0 0,0 0 0 0 0,0 1 0 0 0,1-1 0 0 0,-1 0 0 0 0,0 0 0 0 0,0 1 0 0 0,1-1 0 0 0,-1 0 0 0 0,0 0-1 0 0,0 1 1 0 0,1-1 0 0 0,-1 0 0 0 0,19 7-46 0 0,22-6-34 0 0,-28-2 143 0 0,1-2-1 0 0,0 0 0 0 0,18-6 1 0 0,-22 6-17 0 0,0 0 1 0 0,0 0-1 0 0,0 1 1 0 0,0 0-1 0 0,1 1 1 0 0,-1 0-1 0 0,14 0 1 0 0,-22 1-55 0 0,-1 0 1 0 0,1 1-1 0 0,-1-1 1 0 0,1 0-1 0 0,-1 0 1 0 0,0 0-1 0 0,1 1 1 0 0,-1-1-1 0 0,0 1 1 0 0,1-1-1 0 0,-1 1 1 0 0,0 0-1 0 0,0-1 1 0 0,1 1-1 0 0,-1 0 1 0 0,0 0-1 0 0,0 0 1 0 0,0 0-1 0 0,0 0 1 0 0,0 0-1 0 0,0 0 1 0 0,0 0-1 0 0,-1 0 1 0 0,1 0-1 0 0,1 2 1 0 0,-2-1-19 0 0,0 0 0 0 0,0 0-1 0 0,0 0 1 0 0,0 0 0 0 0,0 0 0 0 0,0 0-1 0 0,0 0 1 0 0,-1 0 0 0 0,1 0 0 0 0,-1 0-1 0 0,0 0 1 0 0,1 0 0 0 0,-1 0 0 0 0,0 0-1 0 0,-1 2 1 0 0,-6 8-172 0 0,0 0-1 0 0,-1-1 1 0 0,-16 18-1 0 0,-13 8-190 0 0,21-22 338 0 0,1 1-1 0 0,1 1 0 0 0,0 0 0 0 0,-23 38 0 0 0,36-53 48 0 0,1 0 0 0 0,0 1 0 0 0,0-1 0 0 0,0 0 0 0 0,0 1 0 0 0,0-1 0 0 0,1 1 0 0 0,-1 0 0 0 0,1-1 0 0 0,-1 1 0 0 0,1-1 0 0 0,0 1 0 0 0,0 0 0 0 0,0-1 0 0 0,0 1 0 0 0,1 0 0 0 0,-1-1 0 0 0,1 1 0 0 0,-1-1 0 0 0,1 1-1 0 0,0-1 1 0 0,0 1 0 0 0,0-1 0 0 0,0 0 0 0 0,1 1 0 0 0,-1-1 0 0 0,1 0 0 0 0,-1 0 0 0 0,3 2 0 0 0,0 0-73 0 0,-1-1 0 0 0,1 0 0 0 0,0-1 0 0 0,1 1 0 0 0,-1-1 0 0 0,0 1 0 0 0,1-1 0 0 0,-1-1 0 0 0,1 1 0 0 0,0-1 0 0 0,0 1 0 0 0,-1-1 0 0 0,1-1 0 0 0,7 1 0 0 0,17 0-692 0 0,-15-1 120 0 0,-1 1 1 0 0,1 0-1 0 0,-1 1 1 0 0,17 4-1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5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3681 0 0,'-8'20'9144'0'0,"6"21"-6639"0"0,2-30-1629 0 0,6 257 3165 0 0,1-13-3183 0 0,-12-143-754 0 0,0 139 610 0 0,6-199-1402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6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40 3225 0 0,'-5'-5'128'0'0,"-1"1"-1"0"0,0 0 1 0 0,0 0 0 0 0,0 1 0 0 0,0-1 0 0 0,0 1 0 0 0,-1 1 0 0 0,1-1-1 0 0,-1 1 1 0 0,0 1 0 0 0,0-1 0 0 0,0 1 0 0 0,0 0 0 0 0,0 0 0 0 0,-9 1-1 0 0,9 0 373 0 0,0 0 0 0 0,1 1-1 0 0,-1 0 1 0 0,0 0-1 0 0,1 0 1 0 0,-1 0-1 0 0,1 1 1 0 0,0 1-1 0 0,-1-1 1 0 0,1 1 0 0 0,0 0-1 0 0,1 0 1 0 0,-1 0-1 0 0,0 1 1 0 0,1 0-1 0 0,-7 6 1 0 0,9-6-273 0 0,1-1 0 0 0,0 1 0 0 0,0-1 0 0 0,0 1 0 0 0,0 0 0 0 0,1-1 1 0 0,0 1-1 0 0,-1 0 0 0 0,1 0 0 0 0,0 0 0 0 0,1 0 0 0 0,-1 8 0 0 0,2 54 586 0 0,1-45-600 0 0,0 14-36 0 0,1 0 1 0 0,10 37-1 0 0,-10-56-476 0 0,2 1 0 0 0,0-1 0 0 0,1-1 0 0 0,1 1 1 0 0,0-1-1 0 0,15 21 0 0 0,-12-20-5544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6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13 210 3225 0 0,'-12'-1'1684'0'0,"18"-2"-589"0"0,24-5-171 0 0,0 2 0 0 0,0 2-1 0 0,0 0 1 0 0,57 2 0 0 0,0-2-682 0 0,472-13 538 0 0,-1 26 359 0 0,-269-2-912 0 0,207-6 981 0 0,493-48 565 0 0,-632 21-1548 0 0,-315 23-223 0 0,151-14-110 0 0,-164 13 152 0 0,-1-2 0 0 0,-1-1 0 0 0,1-1 0 0 0,45-20 0 0 0,-68 25-164 0 0,1 0-1 0 0,0 0 0 0 0,-1-1 1 0 0,1 0-1 0 0,6-6 0 0 0,-9 6-571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94 384 6913 0 0,'-13'-5'97'0'0,"-1"0"-1"0"0,1-1 1 0 0,-14-9-1 0 0,1-3 3871 0 0,50 37-1668 0 0,32 34-1 0 0,55 73-1378 0 0,9 11-899 0 0,-113-130-19 0 0,32 29-8 0 0,-36-34 9 0 0,-1 1 0 0 0,1-1 0 0 0,0-1 0 0 0,0 1 0 0 0,0 0 0 0 0,0-1 0 0 0,0 1 0 0 0,0-1 0 0 0,0 0-1 0 0,1 0 1 0 0,-1 0 0 0 0,5 0 0 0 0,-7-1 42 0 0,0-1 0 0 0,0 1 0 0 0,0 0 1 0 0,1-1-1 0 0,-1 1 0 0 0,0-1 0 0 0,0 1 0 0 0,0-1 0 0 0,0 0 0 0 0,0 1 0 0 0,0-1 0 0 0,0 0 0 0 0,0 0 0 0 0,0 0 0 0 0,-1 0 0 0 0,1 0 0 0 0,0 0 0 0 0,-1 0 1 0 0,1 0-1 0 0,0 0 0 0 0,-1 0 0 0 0,1 0 0 0 0,-1 0 0 0 0,1 0 0 0 0,-1 0 0 0 0,0-1 0 0 0,0 1 0 0 0,1 0 0 0 0,-1 0 0 0 0,0 0 0 0 0,0-3 0 0 0,0-41 1178 0 0,0 44-1184 0 0,-15-164 1520 0 0,-4-74-475 0 0,18 203-1948 0 0,2 1 0 0 0,2 0 0 0 0,1 0 0 0 0,16-60 0 0 0,-15 78-5703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8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0,'0'0'819'0'0,"8"18"224"0"0,46 82 3031 0 0,-3 2-6193 0 0,-41-84 164 0 0,-6-11 629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 7370 0 0,'-8'-5'4463'0'0,"20"24"-7020"0"0,1 2 1269 0 0,-4-2 1174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3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 10594 0 0,'0'-1'36'0'0,"0"1"-1"0"0,0-1 0 0 0,0 1 1 0 0,0-1-1 0 0,0 1 0 0 0,0-1 1 0 0,0 1-1 0 0,1-1 0 0 0,-1 1 0 0 0,0-1 1 0 0,0 1-1 0 0,0-1 0 0 0,0 1 1 0 0,1-1-1 0 0,-1 1 0 0 0,0 0 1 0 0,1-1-1 0 0,-1 1 0 0 0,0-1 1 0 0,1 1-1 0 0,-1 0 0 0 0,0-1 1 0 0,1 1-1 0 0,-1 0 0 0 0,1-1 1 0 0,-1 1-1 0 0,0 0 0 0 0,1 0 1 0 0,-1-1-1 0 0,1 1 0 0 0,-1 0 1 0 0,2 0-1 0 0,19 2 581 0 0,19 18 756 0 0,-31-13-1183 0 0,-1 0 0 0 0,1 1-1 0 0,-1 0 1 0 0,0 0 0 0 0,-1 1-1 0 0,10 14 1 0 0,31 62-108 0 0,-10-17-129 0 0,-22-49 0 0 0,-11-21 17 0 0,-5-14 21 0 0,-4-24-631 0 0,1-69 1 0 0,4 88 573 0 0,1 0-1 0 0,1-1 1 0 0,0 2-1 0 0,14-42 1 0 0,-16 59 66 0 0,0 0 0 0 0,0-1 0 0 0,1 1 0 0 0,-1 0 0 0 0,1 0 0 0 0,0 0 0 0 0,0 0 1 0 0,0 0-1 0 0,0 0 0 0 0,0 1 0 0 0,1-1 0 0 0,-1 1 0 0 0,1 0 0 0 0,3-3 0 0 0,-4 5 9 0 0,-1-1-1 0 0,1 0 1 0 0,0 1 0 0 0,0-1-1 0 0,0 1 1 0 0,0 0-1 0 0,0 0 1 0 0,0-1 0 0 0,0 1-1 0 0,0 0 1 0 0,0 1-1 0 0,-1-1 1 0 0,1 0 0 0 0,0 1-1 0 0,0-1 1 0 0,0 1-1 0 0,0-1 1 0 0,0 1 0 0 0,-1 0-1 0 0,1 0 1 0 0,0 0-1 0 0,0 0 1 0 0,-1 0 0 0 0,1 0-1 0 0,2 2 1 0 0,28 24 671 0 0,0 2 0 0 0,-2 1 0 0 0,46 59 0 0 0,-37-29-2061 0 0,-20-27-3985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0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6913 0 0,'-1'1'161'0'0,"-1"0"0"0"0,1 0 0 0 0,-1 0 0 0 0,1 1 0 0 0,0-1 0 0 0,-1 0-1 0 0,1 0 1 0 0,0 1 0 0 0,0-1 0 0 0,0 1 0 0 0,0-1 0 0 0,0 1 0 0 0,0-1-1 0 0,1 1 1 0 0,-1 0 0 0 0,0-1 0 0 0,1 1 0 0 0,-1 0 0 0 0,1 0-1 0 0,0 3 1 0 0,0 0 446 0 0,0 1 0 0 0,1 0-1 0 0,0 0 1 0 0,0-1-1 0 0,3 9 1 0 0,5 12 868 0 0,2-1-1 0 0,25 45 1 0 0,9 23-651 0 0,27 104-1175 0 0,-46-112-4283 0 0,-23-71-678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0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52 2304 0 0,'0'-1'62'0'0,"0"1"-1"0"0,0-1 0 0 0,-1 1 0 0 0,1-1 1 0 0,0 1-1 0 0,0-1 0 0 0,-1 1 0 0 0,1-1 1 0 0,0 0-1 0 0,0 1 0 0 0,0-1 0 0 0,0 1 1 0 0,0-1-1 0 0,0 0 0 0 0,0 1 0 0 0,0-1 1 0 0,0 1-1 0 0,0-1 0 0 0,1 0 0 0 0,-1 1 1 0 0,0-1-1 0 0,0 1 0 0 0,0-1 0 0 0,1 1 1 0 0,-1-1-1 0 0,0 1 0 0 0,1-1 0 0 0,-1 1 1 0 0,0-1-1 0 0,1 1 0 0 0,-1-1 0 0 0,1 1 1 0 0,-1-1-1 0 0,1 1 0 0 0,-1 0 0 0 0,1-1 1 0 0,-1 1-1 0 0,1 0 0 0 0,-1-1 0 0 0,1 1 1 0 0,-1 0-1 0 0,1 0 0 0 0,1-1 0 0 0,28-13 980 0 0,-28 13-833 0 0,8-2 124 0 0,1 0-1 0 0,-1 0 1 0 0,0 1-1 0 0,1 1 1 0 0,-1-1-1 0 0,1 2 1 0 0,-1-1-1 0 0,1 1 1 0 0,17 3-1 0 0,-24-2-298 0 0,0 0-1 0 0,-1 0 1 0 0,1 0-1 0 0,0 0 1 0 0,0 0-1 0 0,-1 1 1 0 0,1 0-1 0 0,-1 0 1 0 0,0 0-1 0 0,1 0 0 0 0,-1 0 1 0 0,5 5-1 0 0,-6-4-31 0 0,-1-1 0 0 0,1 0 0 0 0,-1 1 0 0 0,1-1 0 0 0,-1 1 0 0 0,0 0 0 0 0,0-1 0 0 0,0 1 0 0 0,0 0 0 0 0,0 0 0 0 0,-1-1 0 0 0,1 1 0 0 0,-1 0 0 0 0,0 0 0 0 0,0 0 0 0 0,0 0 0 0 0,0 0 0 0 0,0 0 0 0 0,-1 3 0 0 0,-3 7 270 0 0,0-1 1 0 0,0 0 0 0 0,-1 1-1 0 0,-1-2 1 0 0,0 1 0 0 0,0-1-1 0 0,-1 0 1 0 0,-14 17 0 0 0,11-14 404 0 0,-1 1 0 0 0,2 1 1 0 0,-11 23-1 0 0,19-39-615 0 0,1 1-1 0 0,0-1 0 0 0,0 0 1 0 0,-1 1-1 0 0,1-1 0 0 0,0 1 1 0 0,0-1-1 0 0,0 1 0 0 0,0-1 1 0 0,0 1-1 0 0,0-1 1 0 0,0 1-1 0 0,0-1 0 0 0,0 1 1 0 0,0-1-1 0 0,0 1 0 0 0,0-1 1 0 0,0 1-1 0 0,0-1 0 0 0,0 1 1 0 0,0-1-1 0 0,0 1 0 0 0,1-1 1 0 0,-1 0-1 0 0,0 1 1 0 0,0-1-1 0 0,1 1 0 0 0,-1-1 1 0 0,0 0-1 0 0,1 1 0 0 0,-1 0 1 0 0,17 1 1179 0 0,19-11-120 0 0,-22 3-932 0 0,147-50-2158 0 0,-126 46-2823 0 0,41-5 1 0 0,-59 12 2521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7370 0 0,'-3'15'6300'0'0,"9"17"-3807"0"0,-4-23-1706 0 0,5 21 173 0 0,2 1 0 0 0,0-1 1 0 0,15 29-1 0 0,-10-29-4179 0 0,22 33-1 0 0,-25-45-2954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1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45 3225 0 0,'-10'-11'1258'0'0,"8"9"-601"0"0,0 0 0 0 0,0 0 0 0 0,0 0 0 0 0,0 0 0 0 0,1 0 0 0 0,-1-1 0 0 0,1 1 0 0 0,-1 0 0 0 0,1-1 0 0 0,0 1 0 0 0,0-1 0 0 0,-1-3 0 0 0,19 28 3997 0 0,-7-6-4228 0 0,-1 1 0 0 0,-1 0 0 0 0,0 1 0 0 0,8 32 0 0 0,12 76 1355 0 0,-20-70-3062 0 0,-2 0 1 0 0,-2 0 0 0 0,-3 1 0 0 0,-7 63-1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82 456 0 0,'-1'-3'283'0'0,"0"1"-1"0"0,1 0 1 0 0,-1 0-1 0 0,1 0 1 0 0,0-1-1 0 0,0 1 1 0 0,0 0 0 0 0,0 0-1 0 0,0-1 1 0 0,0 1-1 0 0,0 0 1 0 0,1 0-1 0 0,-1 0 1 0 0,1-1-1 0 0,0 1 1 0 0,0 0 0 0 0,0 0-1 0 0,0 0 1 0 0,0 0-1 0 0,0 0 1 0 0,2-3-1 0 0,-1 3 18 0 0,0 0-1 0 0,-1-1 1 0 0,1 1-1 0 0,0 0 0 0 0,0 0 1 0 0,1 0-1 0 0,-1 0 1 0 0,0 0-1 0 0,1 0 1 0 0,-1 1-1 0 0,1-1 0 0 0,-1 1 1 0 0,1 0-1 0 0,0 0 1 0 0,-1 0-1 0 0,5-1 1 0 0,-6 2-245 0 0,1-1 1 0 0,-1 1-1 0 0,1 0 1 0 0,-1 0-1 0 0,1 0 1 0 0,-1 1-1 0 0,1-1 1 0 0,-1 0-1 0 0,1 0 1 0 0,-1 1-1 0 0,1-1 1 0 0,-1 1-1 0 0,1-1 1 0 0,-1 1-1 0 0,0 0 1 0 0,1-1-1 0 0,-1 1 1 0 0,0 0-1 0 0,0 0 1 0 0,1 0 0 0 0,-1 0-1 0 0,0 0 1 0 0,1 2-1 0 0,0 0-22 0 0,0 0 0 0 0,-1 0 0 0 0,0 0 0 0 0,1 0 0 0 0,-1 0 0 0 0,0 1 0 0 0,-1-1 0 0 0,1 0 0 0 0,-1 0 0 0 0,1 6-1 0 0,-1 6-121 0 0,-1 0 0 0 0,0 1-1 0 0,-6 23 1 0 0,-2-5-65 0 0,6-26 439 0 0,1 0 0 0 0,-1 0 0 0 0,2 0 0 0 0,-1 1 1 0 0,1-1-1 0 0,0 14 0 0 0,2-21-158 0 0,-1 0 1 0 0,0 0-1 0 0,1 0 0 0 0,-1-1 0 0 0,1 1 1 0 0,-1 0-1 0 0,1 0 0 0 0,-1-1 1 0 0,1 1-1 0 0,0 0 0 0 0,-1-1 1 0 0,1 1-1 0 0,0 0 0 0 0,0-1 1 0 0,-1 1-1 0 0,1-1 0 0 0,0 1 1 0 0,0-1-1 0 0,0 0 0 0 0,0 1 1 0 0,0-1-1 0 0,0 0 0 0 0,-1 0 1 0 0,1 0-1 0 0,0 1 0 0 0,0-1 1 0 0,0 0-1 0 0,0 0 0 0 0,0 0 1 0 0,0 0-1 0 0,0-1 0 0 0,0 1 1 0 0,0 0-1 0 0,0 0 0 0 0,0 0 1 0 0,-1-1-1 0 0,3 0 0 0 0,42-13 727 0 0,-36 11-626 0 0,28-12-105 0 0,-28 11-354 0 0,-1 1 0 0 0,0-1 0 0 0,1 1 1 0 0,-1 1-1 0 0,1 0 0 0 0,0 0 0 0 0,0 0 1 0 0,-1 1-1 0 0,1 1 0 0 0,10 0 1 0 0,-5 2-1181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4:4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2761 0 0,'1'-8'609'0'0,"0"1"1"0"0,0-1 0 0 0,1 0-1 0 0,0 1 1 0 0,0-1 0 0 0,1 1 0 0 0,0 0-1 0 0,1 0 1 0 0,-1 0 0 0 0,1 0-1 0 0,0 1 1 0 0,1-1 0 0 0,0 1-1 0 0,8-8 1 0 0,-10 11-362 0 0,0 0-1 0 0,0 0 1 0 0,1 0-1 0 0,-1 1 1 0 0,1-1-1 0 0,0 1 1 0 0,0 0-1 0 0,0 0 1 0 0,0 0-1 0 0,0 1 0 0 0,8-3 1 0 0,-9 4-202 0 0,0 0-1 0 0,0 0 1 0 0,0 0-1 0 0,0 0 1 0 0,0 0-1 0 0,0 0 1 0 0,0 1 0 0 0,0-1-1 0 0,-1 1 1 0 0,1 0-1 0 0,0 0 1 0 0,0 0 0 0 0,0 0-1 0 0,-1 1 1 0 0,1-1-1 0 0,-1 1 1 0 0,1-1-1 0 0,3 5 1 0 0,-3-4-67 0 0,-1 1 0 0 0,1 0 0 0 0,-1 0-1 0 0,0 0 1 0 0,0 0 0 0 0,-1 0 0 0 0,1 0 0 0 0,-1 0 0 0 0,1 1-1 0 0,-1-1 1 0 0,0 1 0 0 0,0-1 0 0 0,0 1 0 0 0,-1-1 0 0 0,1 1-1 0 0,-1-1 1 0 0,0 1 0 0 0,0-1 0 0 0,0 1 0 0 0,-1 0 0 0 0,0 4-1 0 0,-3 11-262 0 0,0-1-1 0 0,-13 34 0 0 0,7-24 1 0 0,1-4 102 0 0,-10 33-390 0 0,19-55 641 0 0,-1 0-1 0 0,1 0 0 0 0,-1 0 1 0 0,1 0-1 0 0,0 1 0 0 0,0-1 0 0 0,0 0 1 0 0,0 0-1 0 0,0 0 0 0 0,1 0 1 0 0,-1 0-1 0 0,1 0 0 0 0,-1 0 1 0 0,1 0-1 0 0,0 0 0 0 0,-1 0 0 0 0,1 0 1 0 0,0 0-1 0 0,0 0 0 0 0,1-1 1 0 0,-1 1-1 0 0,2 2 0 0 0,-1-3 41 0 0,0 0 0 0 0,-1 0 0 0 0,1 0 0 0 0,0 0-1 0 0,0-1 1 0 0,0 1 0 0 0,0-1 0 0 0,1 1 0 0 0,-1-1 0 0 0,0 0-1 0 0,0 1 1 0 0,0-1 0 0 0,0 0 0 0 0,0 0 0 0 0,1-1 0 0 0,-1 1-1 0 0,0 0 1 0 0,0-1 0 0 0,0 1 0 0 0,0-1 0 0 0,3-1 0 0 0,44-22 640 0 0,-42 20-632 0 0,120-71-1840 0 0,-108 63-4248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7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52 458 5529 0 0,'-4'-13'959'0'0,"0"-1"1"0"0,0 0-1 0 0,-1-22 0 0 0,4 26-192 0 0,0 1 0 0 0,0 0 0 0 0,-1-1-1 0 0,-1 1 1 0 0,1 0 0 0 0,-2 0 0 0 0,1 0 0 0 0,-1 0 0 0 0,-9-15-1 0 0,39 65 14 0 0,-1 2 0 0 0,-2 0-1 0 0,18 52 1 0 0,37 71-1166 0 0,-64-140 408 0 0,1-1-1 0 0,1-1 1 0 0,1 0 0 0 0,25 25 0 0 0,-31-37-20 0 0,-6-6 0 0 0,0 0 0 0 0,1 0-1 0 0,-1-1 1 0 0,1 0 0 0 0,0 0 0 0 0,0-1 0 0 0,1 1 0 0 0,6 3 0 0 0,-12-9 12 0 0,-1 1-1 0 0,1 0 1 0 0,-1 0 0 0 0,0-1-1 0 0,1 1 1 0 0,-1 0 0 0 0,0 0-1 0 0,0-1 1 0 0,1 1 0 0 0,-1 0-1 0 0,0-1 1 0 0,0 1 0 0 0,1 0-1 0 0,-1-1 1 0 0,0 1 0 0 0,0-1-1 0 0,0 1 1 0 0,0 0 0 0 0,0-1-1 0 0,1 1 1 0 0,-1-1 0 0 0,0 1 0 0 0,0 0-1 0 0,0-1 1 0 0,0 1 0 0 0,0-1-1 0 0,0 1 1 0 0,0 0 0 0 0,0-1-1 0 0,-1 1 1 0 0,1-1 0 0 0,0-22 491 0 0,0 18-281 0 0,8-585 1799 0 0,-8 560-2026 0 0,4-69-46 0 0,-2 87 31 0 0,-1 0-1 0 0,2 0 1 0 0,-1 1-1 0 0,2-1 1 0 0,8-21-1 0 0,-1 17-163 0 0,-11 15 146 0 0,1 1 0 0 0,-1 0 0 0 0,0-1-1 0 0,0 1 1 0 0,1 0 0 0 0,-1-1 0 0 0,0 1 0 0 0,1 0 0 0 0,-1 0-1 0 0,0-1 1 0 0,1 1 0 0 0,-1 0 0 0 0,0 0 0 0 0,1 0-1 0 0,-1 0 1 0 0,1-1 0 0 0,-1 1 0 0 0,0 0 0 0 0,1 0 0 0 0,-1 0-1 0 0,1 0 1 0 0,-1 0 0 0 0,0 0 0 0 0,1 0 0 0 0,-1 0-1 0 0,1 0 1 0 0,-1 0 0 0 0,0 0 0 0 0,1 0 0 0 0,-1 1 0 0 0,1-1-1 0 0,-1 0 1 0 0,0 0 0 0 0,1 0 0 0 0,-1 0 0 0 0,0 1-1 0 0,1-1 1 0 0,-1 0 0 0 0,0 0 0 0 0,1 1 0 0 0,-1-1 0 0 0,4 6-1253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7.8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7370 0 0,'9'0'10282'0'0,"-3"12"-10017"0"0,-1 0-1 0 0,0 1 1 0 0,-1 0 0 0 0,0 0 0 0 0,-1 0-1 0 0,-1 0 1 0 0,0 1 0 0 0,0 13 0 0 0,4 17-121 0 0,6 24 39 0 0,31 98 1 0 0,-33-135-475 0 0,2 0 1 0 0,1 0 0 0 0,2-2 0 0 0,0 0 0 0 0,26 35 0 0 0,-33-53-786 0 0,-1-3-241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8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8 200 920 0 0,'-1'-1'196'0'0,"0"-1"0"0"0,0 0 0 0 0,0 0 0 0 0,0 0 0 0 0,1 0 0 0 0,-1 0 0 0 0,1 0 0 0 0,-1 0 0 0 0,1 0 0 0 0,0 0 0 0 0,-1 0 0 0 0,1 0 0 0 0,0 0-1 0 0,0 0 1 0 0,1 0 0 0 0,-1 0 0 0 0,0 0 0 0 0,1 0 0 0 0,-1 0 0 0 0,1 0 0 0 0,1-3 0 0 0,1-2 428 0 0,-1 0 0 0 0,2 0 0 0 0,-1 0 0 0 0,8-10 0 0 0,-5 9-128 0 0,0 1 0 0 0,1 1 0 0 0,0-1 0 0 0,1 1-1 0 0,0 0 1 0 0,-1 0 0 0 0,2 1 0 0 0,-1 1 0 0 0,10-5 0 0 0,7-2 1571 0 0,52-14 0 0 0,-69 22-1857 0 0,1 1 0 0 0,0 1 0 0 0,-1-1 0 0 0,1 2 0 0 0,0-1 0 0 0,0 1 1 0 0,0 0-1 0 0,14 3 0 0 0,-20-2-221 0 0,-1-1 0 0 0,0 1 0 0 0,1 0 0 0 0,-1-1 0 0 0,0 1 0 0 0,0 0 0 0 0,1 0 0 0 0,-1 1 0 0 0,0-1-1 0 0,0 0 1 0 0,0 1 0 0 0,-1-1 0 0 0,1 1 0 0 0,0 0 0 0 0,0-1 0 0 0,-1 1 0 0 0,1 0 0 0 0,-1 0 0 0 0,0 0 0 0 0,1 0 0 0 0,-1 0 0 0 0,0 1 0 0 0,0-1 0 0 0,-1 0 0 0 0,1 0 0 0 0,0 1 0 0 0,-1-1 0 0 0,1 0 0 0 0,-1 1 0 0 0,0-1 0 0 0,0 1 0 0 0,0-1 0 0 0,0 0 0 0 0,0 1 0 0 0,0-1 0 0 0,-1 3 0 0 0,-2 11-361 0 0,0-1 0 0 0,-1 0 0 0 0,-1 0-1 0 0,0-1 1 0 0,-1 0 0 0 0,-10 20 0 0 0,-56 79-357 0 0,11-18 1298 0 0,60-94-544 0 0,0 0 0 0 0,1-1 0 0 0,-1 1 0 0 0,0 0 0 0 0,1 0 0 0 0,-1 0 0 0 0,1-1 0 0 0,-1 1 1 0 0,1 0-1 0 0,0 0 0 0 0,-1 0 0 0 0,1 0 0 0 0,0 0 0 0 0,0 0 0 0 0,0 0 0 0 0,0 0 0 0 0,0 0 0 0 0,0 0 0 0 0,0 0 0 0 0,0 0 0 0 0,0 0 0 0 0,0 0 0 0 0,0 0 0 0 0,0 0 0 0 0,1 0 0 0 0,-1 0 0 0 0,0 0 0 0 0,1 1 0 0 0,1-1 35 0 0,-1-1-1 0 0,0 1 1 0 0,1-1-1 0 0,-1 0 0 0 0,0 1 1 0 0,1-1-1 0 0,-1 0 0 0 0,1 0 1 0 0,-1 0-1 0 0,0 0 0 0 0,1 0 1 0 0,-1 0-1 0 0,1 0 0 0 0,-1-1 1 0 0,0 1-1 0 0,3-1 0 0 0,9-3 441 0 0,0-1 0 0 0,24-12-1 0 0,-35 16-552 0 0,19-10 364 0 0,0 0 1 0 0,23-7-1 0 0,-36 15-1392 0 0,0 1-1 0 0,0 0 1 0 0,0 0-1 0 0,0 1 1 0 0,13 0-1 0 0,-3 1-4848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8.8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 4145 0 0,'-6'-1'13989'0'0,"6"2"-13719"0"0,6 8 118 0 0,0 0 0 0 0,-1 0 0 0 0,0 0 0 0 0,0 1 1 0 0,-1 0-1 0 0,-1 0 0 0 0,1 0 0 0 0,-2 1 0 0 0,4 18 0 0 0,2 8-176 0 0,22 100-475 0 0,-15 1-3587 0 0,-14-119 3814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9.5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28 2304 0 0,'-2'0'963'0'0,"36"-4"6827"0"0,-1-6-3904 0 0,-24 7-3962 0 0,0 0 0 0 0,0 1-1 0 0,1 0 1 0 0,-1 0 0 0 0,11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09.7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1 101 3681 0 0,'0'0'392'0'0,"1"-1"-392"0"0,7-3 2472 0 0,-4 1-1095 0 0,2-2 15 0 0,6-3-16 0 0,2-2-7 0 0,5-2-1 0 0,-2-1 0 0 0,0 2-1216 0 0,-2 1-248 0 0,0 1-40 0 0,3 1-3809 0 0,-2 2-760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1.7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4353 0 0,'1'0'384'0'0,"1"0"-304"0"0,-1 0-80 0 0,0 0 0 0 0,1 0-128 0 0,-1 0 32 0 0,3 0 24 0 0,0 2 0 0 0,0-1 0 0 0,1 0 0 0 0,0 0 72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2.4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0 170 1840 0 0,'5'-6'280'0'0,"1"0"-1"0"0,-2-1 1 0 0,1 1-1 0 0,-1-1 0 0 0,0 0 1 0 0,0 0-1 0 0,-1 0 1 0 0,4-11-1 0 0,13-63 4580 0 0,-13 63 1303 0 0,-7 18-6112 0 0,7 13 935 0 0,2 14-551 0 0,1 27-22 0 0,2 67-1 0 0,-8-75-830 0 0,1-1 0 0 0,18 78 1 0 0,-11-76-2480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2.9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 42 1952 0 0,'-1'9'3023'0'0,"-3"5"-2531"0"0,1 0 1 0 0,0 0 0 0 0,0 14-1 0 0,4-14-117 0 0,-2 30 356 0 0,1-41-606 0 0,0-1 0 0 0,0 1 0 0 0,-1-1 0 0 0,1 1-1 0 0,-1-1 1 0 0,1 0 0 0 0,-1 1 0 0 0,0-1 0 0 0,0 1 0 0 0,0-1-1 0 0,0 0 1 0 0,-4 4 164 0 0,6-12 145 0 0,0-1-1 0 0,-1 1 1 0 0,2-1-1 0 0,3-11 1 0 0,1-2-129 0 0,-4 9 0 0 0,2 0-1 0 0,-1-1 1 0 0,2 1 0 0 0,-1 0 0 0 0,2 1 0 0 0,-1 0 0 0 0,1-1 0 0 0,1 2 0 0 0,0-1-1 0 0,0 1 1 0 0,1 0 0 0 0,15-14 0 0 0,-22 23-231 0 0,1-1 0 0 0,-1 1 0 0 0,0 0-1 0 0,0-1 1 0 0,0 1 0 0 0,0 0 0 0 0,1 0 0 0 0,-1 0 0 0 0,0 0-1 0 0,0 0 1 0 0,0 0 0 0 0,1 0 0 0 0,-1 0 0 0 0,0 1 0 0 0,0-1-1 0 0,0 0 1 0 0,0 1 0 0 0,1-1 0 0 0,-1 0 0 0 0,0 1 0 0 0,0 0-1 0 0,0-1 1 0 0,0 1 0 0 0,0 0 0 0 0,0-1 0 0 0,0 1 0 0 0,-1 0-1 0 0,1 0 1 0 0,0 0 0 0 0,0 0 0 0 0,1 1 0 0 0,27 36-9 0 0,-26-34-18 0 0,11 17-506 0 0,-1 0 0 0 0,11 25 0 0 0,-11-15-726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3.5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 8754 0 0,'-2'2'8505'0'0,"8"26"-7021"0"0,11 42-2051 0 0,69 284 747 0 0,-37-115-2985 0 0,-44-216 2225 0 0,1-12-1820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3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1 137 6913 0 0,'0'0'733'0'0,"30"-1"2920"0"0,-23 0-2761 0 0,0 1-1 0 0,1 0 0 0 0,-1 0 1 0 0,13 3-1 0 0,-16-2-804 0 0,0 0-1 0 0,-1 0 0 0 0,1 1 0 0 0,-1 0 0 0 0,0 0 0 0 0,1 0 0 0 0,-1 0 0 0 0,0 0 0 0 0,0 0 0 0 0,0 1 0 0 0,-1-1 1 0 0,5 5-1 0 0,1 4-60 0 0,0 0 1 0 0,-1 1 0 0 0,0 0-1 0 0,9 23 1 0 0,-11-24-21 0 0,-1-1 1 0 0,2 0-1 0 0,-1 0 0 0 0,1 0 1 0 0,1-1-1 0 0,-1 1 0 0 0,12 10 1 0 0,-18-20-1 0 0,1 1 1 0 0,-1-1 0 0 0,1 1 0 0 0,-1-1-1 0 0,1 0 1 0 0,0 1 0 0 0,-1-1 0 0 0,1 0 0 0 0,-1 1-1 0 0,1-1 1 0 0,0 0 0 0 0,-1 0 0 0 0,1 0-1 0 0,0 1 1 0 0,0-1 0 0 0,-1 0 0 0 0,1 0-1 0 0,0 0 1 0 0,-1 0 0 0 0,1 0 0 0 0,0 0 0 0 0,-1-1-1 0 0,1 1 1 0 0,0 0 0 0 0,-1 0 0 0 0,1 0-1 0 0,1-1 1 0 0,15-16 443 0 0,7-32 513 0 0,-23 45-890 0 0,44-127 1570 0 0,-8 18-1470 0 0,-25 86-600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5.8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153 312 4145 0 0,'-15'1'1073'0'0,"0"1"0"0"0,0 0 0 0 0,-16 5 0 0 0,16-4 153 0 0,0 0-1 0 0,1 0 0 0 0,-18 0 876 0 0,46-3 1064 0 0,50-3-2549 0 0,651-41-503 0 0,-181 21-461 0 0,171-74 1818 0 0,-77 6 22 0 0,-573 86-1466 0 0,457-42 86 0 0,-382 31-111 0 0,-60 7-266 0 0,-62 8-624 0 0,-6 1-38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7.6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18 7834 0 0,'0'-1'202'0'0,"0"1"1"0"0,-1-1-1 0 0,1 1 1 0 0,0-1-1 0 0,6-12 5469 0 0,-5 13-5469 0 0,-1 0 1 0 0,1 0-1 0 0,0-1 1 0 0,0 1-68 0 0,0 0-1 0 0,0 0 1 0 0,-1 0 0 0 0,1 0 0 0 0,0 0 0 0 0,0 0 0 0 0,-1 0-1 0 0,1 0 1 0 0,0 0 0 0 0,0 0 0 0 0,0 1 0 0 0,-1-1 0 0 0,1 0-1 0 0,0 1 1 0 0,-1-1 0 0 0,1 0 0 0 0,0 1 0 0 0,-1-1 0 0 0,1 1 0 0 0,0-1-1 0 0,-1 1 1 0 0,1 0 0 0 0,-1-1 0 0 0,1 1 0 0 0,-1-1 0 0 0,1 1-1 0 0,-1 0 1 0 0,1-1 0 0 0,-1 1 0 0 0,1 1 0 0 0,7 20 214 0 0,-1 0 1 0 0,-1 0 0 0 0,0 1-1 0 0,-2 0 1 0 0,-1 0-1 0 0,1 40 1 0 0,-1-17-203 0 0,6 82-375 0 0,8 77 598 0 0,-12-169-4088 0 0,19 61-1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0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0 122 3225 0 0,'8'-9'829'0'0,"1"0"0"0"0,0 1 0 0 0,1 0 0 0 0,-1 1 0 0 0,1 0 0 0 0,21-11 1 0 0,-20 12-64 0 0,5-4 284 0 0,1 1-1 0 0,0 1 0 0 0,20-6 0 0 0,-33 12-874 0 0,0 1 0 0 0,1-1 0 0 0,-1 1-1 0 0,0 0 1 0 0,1 0 0 0 0,-1 1 0 0 0,1-1-1 0 0,0 1 1 0 0,-1 0 0 0 0,1 0 0 0 0,-1 1 0 0 0,1-1-1 0 0,-1 1 1 0 0,1 0 0 0 0,-1 0 0 0 0,0 1-1 0 0,1-1 1 0 0,6 4 0 0 0,-8-2-155 0 0,-1 0-1 0 0,1 0 1 0 0,-1 0 0 0 0,0 0-1 0 0,0 0 1 0 0,0 0 0 0 0,0 0-1 0 0,0 1 1 0 0,-1-1 0 0 0,1 1-1 0 0,-1-1 1 0 0,0 1-1 0 0,0-1 1 0 0,-1 1 0 0 0,1 0-1 0 0,-1 0 1 0 0,0-1 0 0 0,0 1-1 0 0,0 0 1 0 0,0-1 0 0 0,-1 6-1 0 0,-2 9-66 0 0,0 0 0 0 0,0-1-1 0 0,-7 18 1 0 0,-3-2 67 0 0,-2 0 0 0 0,-1-1 0 0 0,-1-1 0 0 0,-21 29 0 0 0,30-48 172 0 0,8-11-144 0 0,-1-1 0 0 0,1 0 0 0 0,0 1-1 0 0,-1-1 1 0 0,1 0 0 0 0,0 1 0 0 0,0-1 0 0 0,-1 1 0 0 0,1-1 0 0 0,0 1 0 0 0,0-1 0 0 0,0 0 0 0 0,-1 1 0 0 0,1-1 0 0 0,0 1-1 0 0,0-1 1 0 0,0 1 0 0 0,0-1 0 0 0,0 1 0 0 0,0-1 0 0 0,0 1 0 0 0,0-1 0 0 0,0 1 0 0 0,0-1 0 0 0,0 1 0 0 0,1-1 0 0 0,-1 1-1 0 0,0-1 1 0 0,0 0 0 0 0,0 1 0 0 0,1-1 0 0 0,-1 1 0 0 0,0-1 0 0 0,0 1 0 0 0,1-1 0 0 0,-1 0 0 0 0,1 1 0 0 0,21 3 980 0 0,31-12-263 0 0,-51 7-722 0 0,16-2-459 0 0,0 0 0 0 0,1 2 0 0 0,-1 0 0 0 0,30 2 0 0 0,-30 1-6590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3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6913 0 0,'13'13'3141'0'0,"-2"0"0"0"0,20 28 0 0 0,-23-28-2046 0 0,-1 0 1 0 0,0 1-1 0 0,7 18 0 0 0,-8-13-1321 0 0,-1-1 0 0 0,-1 1-1 0 0,0 0 1 0 0,-2 0 0 0 0,0 1 0 0 0,-1 32-1 0 0,-2-29-6695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68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97 11979 0 0,'7'-5'693'0'0,"0"0"0"0"0,1 1 0 0 0,-1 0 0 0 0,1 0 0 0 0,0 0 0 0 0,0 1 0 0 0,12-2 0 0 0,8-5 412 0 0,7-5 464 0 0,47-12 1 0 0,-70 24-1970 0 0,0 0 0 0 0,0 1-1 0 0,0 1 1 0 0,0 0 0 0 0,0 0 0 0 0,0 1 0 0 0,1 1-1 0 0,14 2 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8.9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6449 0 0,'19'14'11158'0'0,"-18"-11"-10673"0"0,10 37 3328 0 0,-8-16-3503 0 0,1 40 0 0 0,-4-16-452 0 0,3 145 567 0 0,8-65-3774 0 0,-7-101-3731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9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13363 0 0,'6'2'310'0'0,"0"1"0"0"0,0 0 0 0 0,0 0 0 0 0,0 1 1 0 0,-1-1-1 0 0,1 1 0 0 0,-1 0 0 0 0,0 1 0 0 0,0 0 0 0 0,-1-1 0 0 0,1 1 0 0 0,-1 1 1 0 0,0-1-1 0 0,-1 1 0 0 0,1-1 0 0 0,-1 1 0 0 0,0 0 0 0 0,-1 0 0 0 0,1 1 1 0 0,-1-1-1 0 0,0 0 0 0 0,1 10 0 0 0,2 14-367 0 0,-1 1 0 0 0,-1 0 1 0 0,-3 49-1 0 0,-1-45 2 0 0,0-6-617 0 0,0-9-4783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19.6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9 156 3225 0 0,'-2'-4'217'0'0,"0"-1"1"0"0,1 1-1 0 0,0 0 1 0 0,0-1-1 0 0,0 1 1 0 0,1-1-1 0 0,0 1 1 0 0,0-1 0 0 0,0 1-1 0 0,0-1 1 0 0,0 1-1 0 0,1-1 1 0 0,0 1-1 0 0,0-1 1 0 0,0 1-1 0 0,1 0 1 0 0,-1-1-1 0 0,1 1 1 0 0,4-7 0 0 0,-2 6 154 0 0,-1 1 0 0 0,1-1 0 0 0,0 1 0 0 0,0 0-1 0 0,0 0 1 0 0,0 0 0 0 0,1 1 0 0 0,0-1 0 0 0,0 1 0 0 0,0 0 0 0 0,0 1 0 0 0,0-1 0 0 0,11-3 0 0 0,-10 5-136 0 0,-1-1 0 0 0,0 1-1 0 0,1 0 1 0 0,0 0 0 0 0,-1 1-1 0 0,1 0 1 0 0,-1 0 0 0 0,1 0-1 0 0,0 0 1 0 0,-1 1 0 0 0,1 0 0 0 0,-1 0-1 0 0,0 1 1 0 0,8 2 0 0 0,-9-2-270 0 0,0 1 1 0 0,0-1-1 0 0,0 0 1 0 0,0 1 0 0 0,-1 0-1 0 0,1 0 1 0 0,-1 0 0 0 0,0 0-1 0 0,0 1 1 0 0,0-1 0 0 0,0 1-1 0 0,-1 0 1 0 0,0 0 0 0 0,1 0-1 0 0,-1 0 1 0 0,0 0-1 0 0,-1 0 1 0 0,1 0 0 0 0,1 10-1 0 0,-2-10 39 0 0,-1 0 0 0 0,1 1-1 0 0,-1-1 1 0 0,0 1 0 0 0,0 0-1 0 0,0-1 1 0 0,-1 1-1 0 0,1-1 1 0 0,-1 0 0 0 0,0 1-1 0 0,-1-1 1 0 0,1 0 0 0 0,-1 1-1 0 0,-2 3 1 0 0,-3 5 144 0 0,-2 0 0 0 0,-17 23 0 0 0,19-29 212 0 0,1 1 1 0 0,0 0-1 0 0,0 1 1 0 0,1 0-1 0 0,0-1 1 0 0,1 2 0 0 0,-8 18-1 0 0,12-28-307 0 0,0 0 0 0 0,0 0 1 0 0,0 1-1 0 0,0-1 0 0 0,0 0 0 0 0,0 1 0 0 0,0-1 1 0 0,0 0-1 0 0,0 1 0 0 0,0-1 0 0 0,0 0 0 0 0,0 1 0 0 0,0-1 1 0 0,0 0-1 0 0,1 1 0 0 0,-1-1 0 0 0,0 0 0 0 0,0 1 1 0 0,0-1-1 0 0,0 0 0 0 0,1 1 0 0 0,-1-1 0 0 0,0 0 1 0 0,0 0-1 0 0,0 1 0 0 0,1-1 0 0 0,-1 0 0 0 0,0 0 0 0 0,0 0 1 0 0,1 1-1 0 0,-1-1 0 0 0,0 0 0 0 0,1 0 0 0 0,15 2 882 0 0,25-9-488 0 0,-30 4-321 0 0,1 2-312 0 0,1 0 0 0 0,-1 0 0 0 0,0 1 0 0 0,1 0 0 0 0,-1 2 0 0 0,0-1 0 0 0,16 5-1 0 0,-9 0-1030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0.1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4 104 6913 0 0,'-1'-2'248'0'0,"0"-1"0"0"0,1 1 0 0 0,-1-1 0 0 0,1 1 0 0 0,0-1 0 0 0,0 0-1 0 0,0 1 1 0 0,0-1 0 0 0,0 1 0 0 0,0-1 0 0 0,1 0 0 0 0,-1 1-1 0 0,1-1 1 0 0,0 1 0 0 0,-1-1 0 0 0,1 1 0 0 0,1 0 0 0 0,-1-1-1 0 0,0 1 1 0 0,0 0 0 0 0,1 0 0 0 0,-1-1 0 0 0,1 1 0 0 0,3-3-1 0 0,-1 1 115 0 0,-1 1 0 0 0,0 0 0 0 0,1-1 0 0 0,0 1 0 0 0,-1 0 0 0 0,1 1 0 0 0,1-1 0 0 0,-1 1 0 0 0,0 0 0 0 0,0 0 0 0 0,1 0 0 0 0,-1 0 0 0 0,6 0 0 0 0,-8 1-305 0 0,1 1-1 0 0,-1-1 1 0 0,0 1-1 0 0,1 0 1 0 0,-1 0-1 0 0,0 0 1 0 0,1 0-1 0 0,-1 0 1 0 0,0 0-1 0 0,1 1 1 0 0,-1-1-1 0 0,0 1 1 0 0,1 0-1 0 0,-1 0 1 0 0,0 0-1 0 0,0 0 1 0 0,0 0-1 0 0,0 0 1 0 0,0 0-1 0 0,0 1 1 0 0,0-1-1 0 0,0 1 0 0 0,0-1 1 0 0,-1 1-1 0 0,1 0 1 0 0,-1 0-1 0 0,1-1 1 0 0,-1 1-1 0 0,0 0 1 0 0,0 0-1 0 0,0 1 1 0 0,0-1-1 0 0,0 0 1 0 0,0 0-1 0 0,0 0 1 0 0,-1 1-1 0 0,1-1 1 0 0,-1 0-1 0 0,0 1 1 0 0,1 2-1 0 0,-1 4-68 0 0,0 0-1 0 0,0 0 1 0 0,-1 0-1 0 0,0 0 1 0 0,-1 0-1 0 0,0 0 1 0 0,0 0-1 0 0,-1 0 1 0 0,-5 10-1 0 0,-12 18-57 0 0,15-29 191 0 0,0 0 0 0 0,1 1 0 0 0,-1 0 0 0 0,2 0 1 0 0,-1 0-1 0 0,-3 14 0 0 0,8-22-90 0 0,-1-1 1 0 0,0 1 0 0 0,0 0-1 0 0,0-1 1 0 0,0 1-1 0 0,0-1 1 0 0,1 1-1 0 0,-1 0 1 0 0,0-1-1 0 0,1 1 1 0 0,-1-1 0 0 0,0 1-1 0 0,1-1 1 0 0,-1 1-1 0 0,1-1 1 0 0,-1 1-1 0 0,0-1 1 0 0,1 0-1 0 0,-1 1 1 0 0,1-1 0 0 0,0 0-1 0 0,-1 1 1 0 0,1-1-1 0 0,-1 0 1 0 0,1 0-1 0 0,-1 1 1 0 0,1-1-1 0 0,0 0 1 0 0,-1 0 0 0 0,1 0-1 0 0,-1 0 1 0 0,1 0-1 0 0,0 0 1 0 0,-1 0-1 0 0,1 0 1 0 0,0 0-1 0 0,-1 0 1 0 0,1 0 0 0 0,-1 0-1 0 0,1 0 1 0 0,1-1-1 0 0,35-5 149 0 0,-29 4-98 0 0,23-2-13 0 0,0 1-1 0 0,43 2 1 0 0,-15 4-6563 0 0,-38-2-573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3.2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1191 257 920 0 0,'0'-2'157'0'0,"0"-9"866"0"0,0-1 0 0 0,-1 0 1 0 0,0 0-1 0 0,-4-16 1 0 0,4 24-664 0 0,-1-1 0 0 0,0 1 0 0 0,0 0 0 0 0,0-1 0 0 0,-1 1 0 0 0,1 0 0 0 0,-1 1 0 0 0,0-1 0 0 0,0 0 0 0 0,0 1 0 0 0,-1 0 0 0 0,1-1 0 0 0,-1 1 0 0 0,-5-3 0 0 0,-40-33 2284 0 0,41 31-2335 0 0,-1 0 0 0 0,-1 0 1 0 0,1 1-1 0 0,-1 1 0 0 0,0 0 0 0 0,-1 0 1 0 0,0 0-1 0 0,1 2 0 0 0,-17-6 0 0 0,-1 6-22 0 0,0 0-1 0 0,0 2 1 0 0,0 1-1 0 0,0 1 1 0 0,-51 7-1 0 0,56-3-291 0 0,1 1 0 0 0,-1 0 0 0 0,1 2 0 0 0,1 0 0 0 0,-1 2-1 0 0,-25 13 1 0 0,-116 79-82 0 0,60-35 61 0 0,79-50 20 0 0,0 1-1 0 0,1 1 1 0 0,1 1-1 0 0,1 0 1 0 0,0 2 0 0 0,2 1-1 0 0,0 0 1 0 0,2 1-1 0 0,-15 26 1 0 0,16-25-17 0 0,0 2 1 0 0,-21 50-1 0 0,33-67 15 0 0,1 1-1 0 0,0-1 1 0 0,1 1 0 0 0,0 0-1 0 0,1 0 1 0 0,0 0 0 0 0,0 0 0 0 0,1 0-1 0 0,0 0 1 0 0,1 0 0 0 0,0 0-1 0 0,4 13 1 0 0,4 13 32 0 0,1-1 0 0 0,2 0 0 0 0,2-1 0 0 0,23 43 0 0 0,-23-53-24 0 0,0 0 0 0 0,2 0 0 0 0,24 27 0 0 0,-32-42 0 0 0,1-1 0 0 0,1 1 0 0 0,-1-1 0 0 0,1-1 0 0 0,1 0 0 0 0,-1 0 0 0 0,1-1 0 0 0,0-1 0 0 0,23 9 0 0 0,96 40-70 0 0,0 1 76 0 0,-112-48-66 0 0,0-2 1 0 0,1 0-1 0 0,-1-1 1 0 0,1-1-1 0 0,0 0 1 0 0,0-2-1 0 0,0 0 0 0 0,34-4 1 0 0,18-4 11 0 0,123 4 0 0 0,-184 3 47 0 0,0 0 0 0 0,0-1 0 0 0,0-1 1 0 0,0 0-1 0 0,0 0 0 0 0,0 0 0 0 0,17-8 0 0 0,66-37 227 0 0,-20 9-2 0 0,-8 11-204 0 0,-27 11-86 0 0,69-37 0 0 0,-77 35 72 0 0,-2-1 0 0 0,28-24 0 0 0,-46 34-2 0 0,-1 0-1 0 0,-1 0 1 0 0,0-1-1 0 0,0 0 1 0 0,-1 0-1 0 0,0-1 1 0 0,-1 0-1 0 0,0 0 0 0 0,4-13 1 0 0,-7 16 4 0 0,0 0 0 0 0,-1 0 0 0 0,-1 0 0 0 0,1-1 0 0 0,-2 1 0 0 0,1-1-1 0 0,-1 1 1 0 0,-1-17 0 0 0,-3-3 63 0 0,-11-38 0 0 0,-3-16 27 0 0,15 56 242 0 0,-2 0 1 0 0,-14-49-1 0 0,15 65-324 0 0,-1-1-1 0 0,0 1 0 0 0,0-1 0 0 0,-1 1 0 0 0,0 1 1 0 0,0-1-1 0 0,-1 1 0 0 0,-1 0 0 0 0,-9-9 0 0 0,4 5 145 0 0,2 0-1 0 0,-1-1 1 0 0,-15-27 0 0 0,18 26-9 0 0,-1 0 1 0 0,-1 1-1 0 0,-20-22 1 0 0,25 32-135 0 0,1 0 0 0 0,-1 0 0 0 0,0 0 0 0 0,0 1 0 0 0,0-1 0 0 0,-1 2 0 0 0,1-1 0 0 0,-1 1 1 0 0,-11-3-1 0 0,-69-8 263 0 0,37 7-203 0 0,1-5-226 0 0,36 7-10 0 0,0 1 1 0 0,0 0 0 0 0,0 1-1 0 0,-1 1 1 0 0,-15-1 0 0 0,20 3-888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4.4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1591 456 0 0,'-1'-7'5274'0'0,"7"-12"-3447"0"0,8-13-722 0 0,16-22-542 0 0,3 2 1 0 0,1 1-1 0 0,44-49 1 0 0,88-116 246 0 0,-7 8-685 0 0,-131 178-126 0 0,0 1 1 0 0,60-46 0 0 0,76-40 2 0 0,-67 48 7 0 0,-5 5 47 0 0,3 4-1 0 0,2 4 1 0 0,2 4-1 0 0,171-59 1 0 0,158-6 136 0 0,-69 63 501 0 0,-288 44-636 0 0,621-19 89 0 0,-49 77-146 0 0,-551-38 0 0 0,285 45 0 0 0,-269-42 0 0 0,-65-11-5 0 0,1 3-1 0 0,43 12 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5.2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32 128 3921 0 0,'2'-3'121'0'0,"0"0"0"0"0,0 0-1 0 0,-1-1 1 0 0,1 1 0 0 0,-1 0 0 0 0,1-1 0 0 0,-1 0 0 0 0,0 1 0 0 0,0-1 0 0 0,-1 0 0 0 0,1 1-1 0 0,-1-1 1 0 0,0 0 0 0 0,0-7 0 0 0,-1 7 369 0 0,0 0 0 0 0,0 1 1 0 0,-1-1-1 0 0,1 0 0 0 0,-1 0 0 0 0,0 1 1 0 0,0-1-1 0 0,0 1 0 0 0,0 0 0 0 0,0-1 1 0 0,-1 1-1 0 0,0 0 0 0 0,1 1 0 0 0,-1-1 0 0 0,0 0 1 0 0,0 1-1 0 0,-9-9 4579 0 0,13 11-5079 0 0,1-1 0 0 0,-1 1 0 0 0,1 0-1 0 0,0 0 1 0 0,-1 0 0 0 0,1 0-1 0 0,-1 1 1 0 0,1-1 0 0 0,0 0 0 0 0,-1 1-1 0 0,1-1 1 0 0,-1 1 0 0 0,1-1-1 0 0,-1 1 1 0 0,1 0 0 0 0,-1 0 0 0 0,1 0-1 0 0,-1 0 1 0 0,0 0 0 0 0,2 1-1 0 0,34 43-109 0 0,-23-25 108 0 0,2-2-1 0 0,0 0 0 0 0,32 27 1 0 0,-27-30-4 0 0,31 26-22 0 0,-50-38 36 0 0,1-1 1 0 0,-1 0 0 0 0,0 1-1 0 0,0-1 1 0 0,0 1 0 0 0,0 0 0 0 0,0-1-1 0 0,-1 1 1 0 0,1 0 0 0 0,-1 0-1 0 0,0 0 1 0 0,0 0 0 0 0,0 1 0 0 0,0-1-1 0 0,1 6 1 0 0,-3-6 22 0 0,1 1-1 0 0,-1-1 1 0 0,0 0-1 0 0,0 0 1 0 0,0 0-1 0 0,0 0 1 0 0,-1 0 0 0 0,1 0-1 0 0,-1 0 1 0 0,1 0-1 0 0,-1-1 1 0 0,0 1-1 0 0,0 0 1 0 0,-1-1 0 0 0,1 0-1 0 0,0 1 1 0 0,-1-1-1 0 0,1 0 1 0 0,-1 0 0 0 0,-3 1-1 0 0,-7 5 140 0 0,0-1 0 0 0,-27 12 0 0 0,-20 4-565 0 0,36-13-278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7.2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3225 0 0,'4'18'10628'0'0,"-3"15"-7834"0"0,-3 36-2460 0 0,2-23-186 0 0,2-1 0 0 0,2 0 0 0 0,2 0 0 0 0,13 51 0 0 0,-2-10-201 0 0,-15-78-185 0 0,-1 0 1 0 0,0 1 0 0 0,0-1-1 0 0,-1 0 1 0 0,0 0-1 0 0,-1 0 1 0 0,-2 14 0 0 0,1-15-889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7.7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7 210 4145 0 0,'-2'-5'380'0'0,"1"0"0"0"0,-1 0 0 0 0,2-1 0 0 0,-1 1 0 0 0,0 0 0 0 0,1-1 0 0 0,0 1 1 0 0,0-1-1 0 0,1 1 0 0 0,-1 0 0 0 0,1-1 0 0 0,1 1 0 0 0,2-9 0 0 0,-2 7-32 0 0,0 1 0 0 0,0 0 0 0 0,1 0 1 0 0,0 0-1 0 0,0 0 0 0 0,1 0 0 0 0,-1 1 0 0 0,1-1 0 0 0,0 1 1 0 0,1 0-1 0 0,-1 0 0 0 0,1 0 0 0 0,0 1 0 0 0,0 0 0 0 0,1 0 1 0 0,6-4-1 0 0,-3 3-160 0 0,1 0-1 0 0,1 1 1 0 0,-1 0 0 0 0,0 1 0 0 0,1 0 0 0 0,0 0 0 0 0,0 1 0 0 0,0 1 0 0 0,12-1 0 0 0,-19 2-190 0 0,-1 0 1 0 0,1 0-1 0 0,0 0 1 0 0,-1 0-1 0 0,1 0 0 0 0,0 1 1 0 0,-1-1-1 0 0,1 1 1 0 0,0 0-1 0 0,-1 0 1 0 0,0 1-1 0 0,1-1 1 0 0,-1 1-1 0 0,0-1 1 0 0,5 4-1 0 0,-6-3-38 0 0,-1 0 1 0 0,1 0-1 0 0,-1 1 0 0 0,1-1 1 0 0,-1 0-1 0 0,0 0 0 0 0,0 1 1 0 0,0-1-1 0 0,0 1 0 0 0,0-1 1 0 0,-1 1-1 0 0,1-1 0 0 0,-1 1 0 0 0,0-1 1 0 0,0 1-1 0 0,0 0 0 0 0,0-1 1 0 0,0 1-1 0 0,0-1 0 0 0,-1 1 1 0 0,1 0-1 0 0,-2 3 0 0 0,-1 7-296 0 0,-1 1 1 0 0,0-1-1 0 0,-1-1 0 0 0,0 1 0 0 0,-1-1 0 0 0,-1 0 1 0 0,-10 16-1 0 0,-7 3-173 0 0,-32 35 1 0 0,0-2 1728 0 0,56-64-1197 0 0,-1 0 1 0 0,1 0-1 0 0,0 0 1 0 0,0 1-1 0 0,0-1 1 0 0,0 0-1 0 0,0 0 0 0 0,0 0 1 0 0,0 0-1 0 0,-1 1 1 0 0,1-1-1 0 0,0 0 1 0 0,0 0-1 0 0,0 0 0 0 0,0 0 1 0 0,0 1-1 0 0,0-1 1 0 0,0 0-1 0 0,0 0 1 0 0,0 0-1 0 0,0 1 1 0 0,0-1-1 0 0,0 0 0 0 0,0 0 1 0 0,0 0-1 0 0,0 1 1 0 0,0-1-1 0 0,0 0 1 0 0,0 0-1 0 0,0 0 0 0 0,0 0 1 0 0,1 1-1 0 0,-1-1 1 0 0,0 0-1 0 0,0 0 1 0 0,0 0-1 0 0,0 0 1 0 0,0 1-1 0 0,0-1 0 0 0,1 0 1 0 0,10 3 539 0 0,23-1-32 0 0,-17-2-154 0 0,15 4 47 0 0,7 0 11 0 0,51 12 0 0 0,-77-12-461 0 0,0 0 1 0 0,0 0-1 0 0,-1 1 0 0 0,0 1 1 0 0,0 0-1 0 0,0 1 0 0 0,19 14 1 0 0,1 4-966 0 0,-26-19 373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8.1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 6681 0 0,'0'-1'72'0'0,"0"0"-1"0"0,0 1 1 0 0,0-1-1 0 0,0 1 1 0 0,0-1-1 0 0,0 0 1 0 0,0 1-1 0 0,0-1 1 0 0,0 1-1 0 0,0-1 1 0 0,1 0-1 0 0,-1 1 1 0 0,0-1-1 0 0,0 1 0 0 0,1-1 1 0 0,-1 1-1 0 0,0-1 1 0 0,1 1-1 0 0,-1-1 1 0 0,1 1-1 0 0,-1 0 1 0 0,1-1-1 0 0,-1 1 1 0 0,1-1-1 0 0,-1 1 1 0 0,1 0-1 0 0,-1-1 1 0 0,2 1-1 0 0,19 1 4563 0 0,-18 0-4068 0 0,0 0 0 0 0,0 0 0 0 0,0 1 0 0 0,0-1 0 0 0,0 1 0 0 0,0-1 0 0 0,-1 1 0 0 0,1 0 0 0 0,0 0 0 0 0,-1 1 0 0 0,4 3 0 0 0,2 10-206 0 0,-1 0 0 0 0,-1 1 0 0 0,0-1 0 0 0,-1 1 0 0 0,-1 0 0 0 0,-1 1 0 0 0,1 18 0 0 0,14 54-374 0 0,-7-55-854 0 0,-3-12-4825 0 0,0-3-1390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29.4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 6913 0 0,'10'-6'7922'0'0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5.3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1000 218 10138 0 0,'-10'-6'55'0'0,"0"1"1"0"0,0 0-1 0 0,-1 1 0 0 0,0 0 1 0 0,0 0-1 0 0,0 1 0 0 0,0 1 0 0 0,0 0 1 0 0,-1 1-1 0 0,-17-1 0 0 0,8 2-83 0 0,1 1-1 0 0,-1 1 1 0 0,1 0 0 0 0,-1 2-1 0 0,1 0 1 0 0,0 2-1 0 0,1 0 1 0 0,-1 1 0 0 0,1 1-1 0 0,1 1 1 0 0,-1 0-1 0 0,-23 17 1 0 0,1 2-336 0 0,1 2-1 0 0,1 1 1 0 0,1 2 0 0 0,2 2-1 0 0,2 1 1 0 0,1 2 0 0 0,2 1-1 0 0,1 1 1 0 0,2 2 0 0 0,-40 83-1 0 0,30-41 1226 0 0,5 1-1 0 0,-26 98 1 0 0,48-137-495 0 0,2 1 0 0 0,2 0 0 0 0,2 0 0 0 0,2 0 1 0 0,7 92-1 0 0,3-81-150 0 0,3 1-1 0 0,3-2 1 0 0,2 0 0 0 0,2 0 0 0 0,3-2 0 0 0,29 58-1 0 0,-13-42-198 0 0,4-2 0 0 0,2-2-1 0 0,4-2 1 0 0,54 60-1 0 0,-55-75-412 0 0,3-3 0 0 0,82 64-1 0 0,123 62-1670 0 0,-123-96 1170 0 0,223 95 1 0 0,-262-136 1064 0 0,1-5 1 0 0,1-3-1 0 0,154 25 1 0 0,-197-46-4 0 0,-1-3 1 0 0,1-2 0 0 0,0-2-1 0 0,0-2 1 0 0,51-9 0 0 0,-68 6-5 0 0,-1-2 0 0 0,-1-2 1 0 0,1 0-1 0 0,-2-3 0 0 0,1 0 1 0 0,-2-2-1 0 0,0-1 0 0 0,48-32 1 0 0,-61 34 38 0 0,-1 0 0 0 0,0-1 0 0 0,0 0 0 0 0,-2-1 0 0 0,0-1 1 0 0,0 0-1 0 0,-2-1 0 0 0,14-25 0 0 0,-12 15 116 0 0,-1 0 0 0 0,-1-1 0 0 0,-2 0 0 0 0,-1 0 0 0 0,6-36 0 0 0,-6 1 135 0 0,-3 1 0 0 0,-3-1 0 0 0,-2 0 0 0 0,-17-114 0 0 0,-10 10 134 0 0,-63-215 1 0 0,-83-151 763 0 0,126 401-610 0 0,-102-199-1 0 0,115 270-478 0 0,-2 1-1 0 0,-3 1 0 0 0,-3 2 0 0 0,-2 2 1 0 0,-56-53-1 0 0,69 77-129 0 0,-2 2 1 0 0,0 1 0 0 0,-2 2 0 0 0,-73-41-1 0 0,92 58-360 0 0,-1 2-1 0 0,0 0 0 0 0,0 1 0 0 0,0 1 0 0 0,0 0 1 0 0,-1 1-1 0 0,0 1 0 0 0,0 1 0 0 0,0 0 0 0 0,0 2 0 0 0,0 0 1 0 0,0 1-1 0 0,0 0 0 0 0,-28 7 0 0 0,7 3-6858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6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93 325 3225 0 0,'-24'-20'548'0'0,"15"11"1250"0"0,1-1 1 0 0,0 0-1 0 0,1 0 0 0 0,0-1 1 0 0,-7-13-1 0 0,0-11 420 0 0,13 29-1727 0 0,7 15 321 0 0,14 26 717 0 0,-14-26-1330 0 0,9 16-185 0 0,2-2-1 0 0,1 0 1 0 0,0-1 0 0 0,2-1-1 0 0,0-1 1 0 0,1 0-1 0 0,2-2 1 0 0,0 0 0 0 0,36 21-1 0 0,-14-8-13 0 0,72 67 0 0 0,-116-97 16 0 0,-1 0 0 0 0,1 0 0 0 0,0 0 0 0 0,0 0 0 0 0,0-1 0 0 0,0 1 0 0 0,0 0 0 0 0,0-1 0 0 0,0 1 0 0 0,0-1 0 0 0,0 1 0 0 0,0-1 0 0 0,0 1 0 0 0,0-1 0 0 0,1 0 0 0 0,-1 0 0 0 0,0 1 0 0 0,0-1-1 0 0,0 0 1 0 0,0 0 0 0 0,1 0 0 0 0,-1 0 0 0 0,0-1 0 0 0,0 1 0 0 0,0 0 0 0 0,0 0 0 0 0,1-1 0 0 0,-1 1 0 0 0,0 0 0 0 0,0-1 0 0 0,0 1 0 0 0,0-1 0 0 0,0 0 0 0 0,0 1 0 0 0,0-1 0 0 0,0 0 0 0 0,0 1 0 0 0,0-1 0 0 0,-1 0 0 0 0,1 0 0 0 0,0 0 0 0 0,0 0-1 0 0,-1 0 1 0 0,1 0 0 0 0,-1 0 0 0 0,1 0 0 0 0,-1 0 0 0 0,1-2 0 0 0,4-8 262 0 0,0 0 0 0 0,-1-1 1 0 0,6-22-1 0 0,-6 19-158 0 0,89-405-61 0 0,-88 368-1830 0 0,-5 30-3862 0 0,-1 7-671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7.1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7834 0 0,'8'8'2125'0'0,"-4"-4"-1558"0"0,0-1 0 0 0,-1 1 1 0 0,1 0-1 0 0,-1 0 0 0 0,0 0 0 0 0,0 0 0 0 0,0 1 1 0 0,0 0-1 0 0,-1-1 0 0 0,4 10 0 0 0,-2 3-493 0 0,0 0-1 0 0,-1 0 0 0 0,-1 1 1 0 0,1 29-1 0 0,-5 32-3936 0 0,2-75 3480 0 0,0 12-4222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7.3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8754 0 0,'0'-6'306'0'0,"0"0"0"0"0,0 0 0 0 0,0 0 0 0 0,1 0 0 0 0,0 0-1 0 0,0 0 1 0 0,1 0 0 0 0,0 0 0 0 0,0 0 0 0 0,0 1 0 0 0,1-1 0 0 0,-1 1 0 0 0,1 0 0 0 0,6-8 0 0 0,-9 13-345 0 0,1 0 0 0 0,0 1 0 0 0,-1-1 1 0 0,1 0-1 0 0,-1 0 0 0 0,1 1 0 0 0,0-1 0 0 0,-1 1 0 0 0,1-1 1 0 0,-1 0-1 0 0,1 1 0 0 0,-1-1 0 0 0,1 1 0 0 0,-1-1 1 0 0,1 1-1 0 0,-1-1 0 0 0,0 1 0 0 0,1-1 0 0 0,-1 1 0 0 0,0 0 1 0 0,1-1-1 0 0,-1 1 0 0 0,0 0 0 0 0,0-1 0 0 0,0 1 1 0 0,1 1-1 0 0,0 0 3 0 0,2 5 36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7.8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26 920 0 0,'-1'28'3824'0'0,"1"-20"-3609"0"0,1 0 1 0 0,1 0 0 0 0,-1 0-1 0 0,2 0 1 0 0,-1 0 0 0 0,1 0-1 0 0,7 14 1 0 0,-6-14 89 0 0,0 0 0 0 0,-1 1-1 0 0,0 0 1 0 0,0 0 0 0 0,2 16 0 0 0,-5-24-312 0 0,0 0 0 0 0,0 0 0 0 0,0 0 0 0 0,0 0 0 0 0,0 0 0 0 0,0 0 0 0 0,0 0 0 0 0,1 0 0 0 0,-1 0 0 0 0,0 0 0 0 0,1 0 0 0 0,-1 0 0 0 0,1 0 0 0 0,-1 0 0 0 0,1 0 0 0 0,-1 0 0 0 0,1 0 0 0 0,0 0 0 0 0,-1-1 0 0 0,1 1 0 0 0,0 0 0 0 0,0 0 0 0 0,0 0 0 0 0,0-1 5 0 0,0 0-1 0 0,0 0 0 0 0,0 0 0 0 0,0 0 0 0 0,0 0 0 0 0,0 0 0 0 0,0 0 1 0 0,0 0-1 0 0,0-1 0 0 0,0 1 0 0 0,0 0 0 0 0,0 0 0 0 0,0-1 1 0 0,-1 1-1 0 0,1-1 0 0 0,0 1 0 0 0,0-1 0 0 0,0 1 0 0 0,1-2 0 0 0,3-2-11 0 0,-1-1 0 0 0,1 1 0 0 0,-1-1 0 0 0,0 0 0 0 0,0 0 0 0 0,4-8 0 0 0,10-24-54 0 0,-12 23 502 0 0,0 1 0 0 0,1 0 0 0 0,0 0 0 0 0,1 1 0 0 0,0 0 0 0 0,1 0 0 0 0,0 1 0 0 0,20-19 0 0 0,-28 29-310 0 0,0 1-1 0 0,0-1 1 0 0,0 0-1 0 0,1 0 1 0 0,-1 0-1 0 0,0 1 1 0 0,1-1-1 0 0,-1 1 0 0 0,0-1 1 0 0,1 1-1 0 0,-1-1 1 0 0,1 1-1 0 0,-1 0 1 0 0,1 0-1 0 0,-1 0 1 0 0,1-1-1 0 0,-1 2 1 0 0,1-1-1 0 0,-1 0 1 0 0,1 0-1 0 0,-1 0 1 0 0,1 1-1 0 0,-1-1 1 0 0,3 2-1 0 0,-1-1 23 0 0,-1 1 0 0 0,0 0 0 0 0,1 0 0 0 0,-1 0 0 0 0,0 0 0 0 0,0 0 0 0 0,0 1-1 0 0,0-1 1 0 0,-1 0 0 0 0,1 1 0 0 0,2 4 0 0 0,1 4 81 0 0,-1 1 0 0 0,0-1-1 0 0,0 1 1 0 0,-1 0 0 0 0,1 13 0 0 0,-1 8 81 0 0,1 2-705 0 0,0-12-4370 0 0,-1-10-891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9.2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1769 5065 0 0,'0'-14'137'0'0,"1"0"1"0"0,0 0-1 0 0,1 0 0 0 0,0 0 1 0 0,2 0-1 0 0,-1 1 0 0 0,1-1 1 0 0,1 1-1 0 0,1 0 1 0 0,0 0-1 0 0,10-16 0 0 0,3-2-117 0 0,2 0 0 0 0,1 1 0 0 0,30-30 0 0 0,-23 30-58 0 0,3 1-1 0 0,0 2 0 0 0,2 1 0 0 0,41-25 0 0 0,156-76 7 0 0,-139 79 314 0 0,35-15 417 0 0,197-69-1 0 0,148-7-500 0 0,156-31 8 0 0,1067-258 306 0 0,-1341 364 37 0 0,2 15-1 0 0,481-5 1 0 0,228 73-501 0 0,-470-2 38 0 0,-418-14-160 0 0,724 25 158 0 0,-6 74 1209 0 0,125 145 1017 0 0,120 10-427 0 0,-578-174 987 0 0,-561-83-2875 0 0,36 7 74 0 0,65 2 1 0 0,-93-9-193 0 0,1 0-1 0 0,-1 0 1 0 0,1-1 0 0 0,-1-1 0 0 0,1 1-1 0 0,-1-1 1 0 0,0-1 0 0 0,0 0 0 0 0,0 0 0 0 0,0-1-1 0 0,-1 0 1 0 0,12-7 0 0 0,-8-1-1730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5:39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0 10594 0 0,'2'37'-1469'0'0,"-2"-21"1648"0"0,1 1 0 0 0,0-1 0 0 0,4 18 0 0 0,1-16 121 0 0,2 0 0 0 0,0-1 0 0 0,0-1 0 0 0,2 1 0 0 0,0-1-1 0 0,1-1 1 0 0,0 0 0 0 0,1 0 0 0 0,1-2 0 0 0,0 1 0 0 0,27 19 0 0 0,-28-23-295 0 0,-8-7 8 0 0,1 0-1 0 0,-1 0 1 0 0,0 0 0 0 0,0 0-1 0 0,-1 1 1 0 0,1 0 0 0 0,-1 0 0 0 0,1 0-1 0 0,-1 0 1 0 0,-1 1 0 0 0,6 8 0 0 0,-8-12 12 0 0,-1 0 1 0 0,1 0 0 0 0,0 0 0 0 0,0 0 0 0 0,-1 0-1 0 0,1 0 1 0 0,0 0 0 0 0,-1 0 0 0 0,1 0 0 0 0,-1 0-1 0 0,1 0 1 0 0,-1 0 0 0 0,0 0 0 0 0,1-1 0 0 0,-1 1-1 0 0,0 0 1 0 0,0 0 0 0 0,1-1 0 0 0,-1 1 0 0 0,0 0-1 0 0,0-1 1 0 0,0 1 0 0 0,0-1 0 0 0,0 1 0 0 0,0-1-1 0 0,-1 1 1 0 0,-32 11 1525 0 0,24-9-1074 0 0,-121 44 150 0 0,102-36-6654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2.0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80 415 4145 0 0,'-27'-59'3872'0'0,"0"-2"1007"0"0,1 26 1725 0 0,38 53-3286 0 0,3 19-3135 0 0,-5-13-67 0 0,76 177 7 0 0,-40-89 3 0 0,76 136 1 0 0,-119-243-127 0 0,23 35 0 0 0,-24-37 0 0 0,0-1 0 0 0,0 0 0 0 0,0 0 0 0 0,0 0 0 0 0,0 0 0 0 0,0 0 0 0 0,0 0 0 0 0,1 0 0 0 0,-1-1 0 0 0,1 1 0 0 0,-1-1 0 0 0,1 0 0 0 0,4 2 0 0 0,-6-3 1 0 0,1 0-1 0 0,-1-1 1 0 0,0 1-1 0 0,0 0 1 0 0,0-1-1 0 0,1 1 1 0 0,-1 0-1 0 0,0-1 1 0 0,0 0-1 0 0,0 1 1 0 0,0-1-1 0 0,0 0 1 0 0,0 1-1 0 0,0-1 1 0 0,0 0-1 0 0,0 0 1 0 0,0 0-1 0 0,-1 0 1 0 0,1 0-1 0 0,0 0 1 0 0,0 0-1 0 0,-1 0 1 0 0,1 0-1 0 0,-1 0 1 0 0,1 0-1 0 0,-1 0 1 0 0,1 0-1 0 0,-1-1 1 0 0,0 1-1 0 0,1-1 1 0 0,9-43 44 0 0,-9 40-35 0 0,34-309 351 0 0,-27 206-551 0 0,43-208 0 0 0,-45 296 60 0 0,0 0 0 0 0,14-28 1 0 0,-17 42-228 0 0,0-1 0 0 0,1 0 1 0 0,0 1-1 0 0,0 0 1 0 0,1 0-1 0 0,-1 0 1 0 0,1 1-1 0 0,1-1 1 0 0,-1 1-1 0 0,9-6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2.4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 11979 0 0,'-6'3'3859'0'0,"6"-3"-3764"0"0,0 14 2036 0 0,8 22-570 0 0,-6-26-984 0 0,19 93 516 0 0,13 186 1 0 0,-33-251-1435 0 0,-1-21-211 0 0,1 0 0 0 0,0 0 0 0 0,1 1 0 0 0,1-2 0 0 0,10 34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2.8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0 132 4609 0 0,'1'-6'471'0'0,"0"-1"1"0"0,0 1-1 0 0,0 0 1 0 0,1 0-1 0 0,0 0 1 0 0,0 0-1 0 0,1 0 0 0 0,0 1 1 0 0,-1-1-1 0 0,2 1 1 0 0,-1-1-1 0 0,1 1 0 0 0,0 0 1 0 0,0 0-1 0 0,0 1 1 0 0,1-1-1 0 0,-1 1 1 0 0,1 0-1 0 0,6-4 0 0 0,-8 6-324 0 0,1-1-1 0 0,-1 1 1 0 0,1 0-1 0 0,0 0 1 0 0,-1 0-1 0 0,1 1 1 0 0,0-1-1 0 0,0 1 0 0 0,0 0 1 0 0,0 0-1 0 0,0 1 1 0 0,0-1-1 0 0,0 1 1 0 0,0-1-1 0 0,1 1 1 0 0,-1 1-1 0 0,0-1 0 0 0,0 0 1 0 0,0 1-1 0 0,0 0 1 0 0,0 0-1 0 0,0 0 1 0 0,0 1-1 0 0,0-1 1 0 0,-1 1-1 0 0,1 0 1 0 0,0 0-1 0 0,-1 0 0 0 0,1 1 1 0 0,3 3-1 0 0,-5-4-158 0 0,0 0 0 0 0,0 0 0 0 0,-1 1 0 0 0,1-1 0 0 0,-1 1 0 0 0,0-1 0 0 0,0 1 0 0 0,0-1 0 0 0,0 1 0 0 0,0 0 0 0 0,0-1 0 0 0,-1 1 0 0 0,1 0 0 0 0,-1 0 0 0 0,0-1 0 0 0,0 1 0 0 0,0 0 0 0 0,0 0 0 0 0,0-1 0 0 0,-1 1 0 0 0,1 0 0 0 0,-1 0 0 0 0,0-1 0 0 0,0 1 0 0 0,0 0 0 0 0,0-1 0 0 0,-2 5 0 0 0,-5 9-180 0 0,-1-1 0 0 0,0-1 0 0 0,-15 19-1 0 0,15-21 182 0 0,-28 40 1263 0 0,-63 67 1 0 0,147-118 1104 0 0,307-19-3069 0 0,-336 17-624 0 0,-1 0-375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3.6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5529 0 0,'0'-2'224'0'0,"0"1"0"0"0,0-1 0 0 0,-1 0 0 0 0,2 1 0 0 0,-1-1 0 0 0,0 0 0 0 0,0 1 0 0 0,0-1 0 0 0,1 0 0 0 0,-1 1 0 0 0,1-1 0 0 0,0 1 0 0 0,-1-1 0 0 0,1 1 0 0 0,0-1 0 0 0,0 1 0 0 0,0-1-1 0 0,0 1 1 0 0,0 0 0 0 0,0 0 0 0 0,0-1 0 0 0,0 1 0 0 0,0 0 0 0 0,1 0 0 0 0,-1 0 0 0 0,0 0 0 0 0,1 0 0 0 0,-1 1 0 0 0,1-1 0 0 0,-1 0 0 0 0,1 1 0 0 0,-1-1 0 0 0,3 0 0 0 0,4-2 254 0 0,0 0 0 0 0,0 1 0 0 0,0 0 0 0 0,1 0 0 0 0,10-1-1 0 0,-17 3-406 0 0,0 0-1 0 0,0 0 0 0 0,0 0 0 0 0,0 0 0 0 0,0 0 0 0 0,0 1 0 0 0,0-1 0 0 0,0 1 1 0 0,0-1-1 0 0,0 1 0 0 0,0 0 0 0 0,0 0 0 0 0,-1-1 0 0 0,1 1 0 0 0,0 1 0 0 0,0-1 1 0 0,-1 0-1 0 0,1 0 0 0 0,-1 1 0 0 0,1-1 0 0 0,-1 0 0 0 0,2 3 0 0 0,-1-1-43 0 0,0 1-1 0 0,0-1 0 0 0,0 1 1 0 0,-1 0-1 0 0,1 0 0 0 0,-1 0 1 0 0,0 0-1 0 0,0 0 0 0 0,-1 0 1 0 0,1 6-1 0 0,0 6-117 0 0,-2 0 0 0 0,0 0 0 0 0,-1 0 1 0 0,-5 24-1 0 0,-1-13 75 0 0,-2 0 1 0 0,0 0-1 0 0,-2-1 1 0 0,0 0-1 0 0,-22 31 1 0 0,10-17 1100 0 0,24-39-1036 0 0,-1-1 1 0 0,1 0-1 0 0,0 0 1 0 0,0 0-1 0 0,0 0 0 0 0,0 0 1 0 0,0 1-1 0 0,-1-1 1 0 0,1 0-1 0 0,0 0 1 0 0,0 0-1 0 0,0 0 0 0 0,0 1 1 0 0,0-1-1 0 0,0 0 1 0 0,0 0-1 0 0,0 0 1 0 0,0 1-1 0 0,0-1 0 0 0,0 0 1 0 0,0 0-1 0 0,0 0 1 0 0,-1 1-1 0 0,2-1 1 0 0,-1 0-1 0 0,0 0 0 0 0,0 0 1 0 0,0 1-1 0 0,0-1 1 0 0,0 0-1 0 0,0 0 0 0 0,0 0 1 0 0,0 1-1 0 0,0-1 1 0 0,0 0-1 0 0,0 0 1 0 0,0 0-1 0 0,0 0 0 0 0,1 1 1 0 0,-1-1-1 0 0,0 0 1 0 0,0 0-1 0 0,0 0 1 0 0,0 0-1 0 0,1 0 0 0 0,-1 1 1 0 0,0-1-1 0 0,0 0 1 0 0,16-3 1076 0 0,34-20-895 0 0,-20 10-16 0 0,1 3-1011 0 0,45-8 0 0 0,-54 13-430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3.9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33 10594 0 0,'2'-1'5619'0'0,"8"-4"-3401"0"0,30-12-3592 0 0,-34 15 778 0 0,0 0 0 0 0,0 0 0 0 0,1 1 0 0 0,-1 0 0 0 0,9 0 1 0 0,-6 1 564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4.1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 5985 0 0,'0'1'3089'0'0,"2"-2"-2209"0"0,2 1-416 0 0,1-1-80 0 0,3 1-24 0 0,6-3-2280 0 0,-1 0-465 0 0,2-1-87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4.7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53 318 10594 0 0,'-8'3'943'0'0,"1"-1"0"0"0,-1 1 0 0 0,1 1 0 0 0,0-1 0 0 0,-8 7-1 0 0,19-9-574 0 0,0-1 0 0 0,1 1 0 0 0,-1-1 0 0 0,0 0 0 0 0,1 0 0 0 0,7-2 0 0 0,16-3 115 0 0,581-82 2496 0 0,148 34-2731 0 0,-476 39-204 0 0,764-83-44 0 0,-337 13 44 0 0,-661 81-1722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5.3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67 4609 0 0,'-7'-32'4356'0'0,"6"30"-3917"0"0,1 0 0 0 0,0 1 0 0 0,0-1 0 0 0,0 0 0 0 0,0 1 0 0 0,0-1 0 0 0,0 0 0 0 0,0 1 0 0 0,1-1 0 0 0,-1 0 0 0 0,1 1 0 0 0,-1-1 0 0 0,1 0 0 0 0,-1 1 0 0 0,1-1 0 0 0,0 1 1 0 0,1-3-1 0 0,-1 4-298 0 0,-1 0 1 0 0,1-1 0 0 0,-1 1-1 0 0,1 0 1 0 0,-1 0 0 0 0,1-1 0 0 0,-1 1-1 0 0,1 0 1 0 0,-1 0 0 0 0,1 0-1 0 0,-1 0 1 0 0,1 0 0 0 0,-1 0 0 0 0,1 0-1 0 0,-1 0 1 0 0,1 0 0 0 0,-1 0-1 0 0,1 0 1 0 0,-1 0 0 0 0,1 0 0 0 0,-1 0-1 0 0,1 0 1 0 0,-1 1 0 0 0,1-1-1 0 0,-1 0 1 0 0,1 0 0 0 0,-1 1 0 0 0,2-1-1 0 0,9 17 1322 0 0,1 20-767 0 0,-4 24-271 0 0,-2 0 1 0 0,-5 107 0 0 0,-3-100-421 0 0,15 132 1 0 0,-11-173-548 0 0,-6-22-560 0 0,-7-15-863 0 0,-10-24-6433 0 0,13 20 2998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5.6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1 299 1984 0 0,'0'-13'58'0'0,"-1"-14"214"0"0,2-1 1 0 0,1 1-1 0 0,1 0 0 0 0,8-33 1 0 0,-10 53-11 0 0,1 1 0 0 0,-1 0 0 0 0,2 1 0 0 0,-1-1 0 0 0,1 0 0 0 0,0 1 0 0 0,0-1 0 0 0,0 1 0 0 0,1 0 0 0 0,0 0 1 0 0,0 0-1 0 0,0 1 0 0 0,0-1 0 0 0,1 1 0 0 0,0 0 0 0 0,0 0 0 0 0,0 1 0 0 0,0-1 0 0 0,1 1 0 0 0,-1 0 0 0 0,1 1 0 0 0,0 0 0 0 0,-1-1 0 0 0,10-1 0 0 0,-6 3 290 0 0,0-1 0 0 0,-1 1-1 0 0,1 0 1 0 0,0 1 0 0 0,0 0-1 0 0,0 1 1 0 0,-1 0 0 0 0,1 0-1 0 0,0 0 1 0 0,-1 1 0 0 0,12 5-1 0 0,-17-6-460 0 0,0 0 0 0 0,0 1 0 0 0,-1-1 0 0 0,1 1 0 0 0,0 0 0 0 0,-1 0 0 0 0,1 0 0 0 0,-1 0 0 0 0,0 0 0 0 0,1 0 0 0 0,-1 1 0 0 0,0-1 0 0 0,0 1 0 0 0,-1-1 0 0 0,1 1 0 0 0,-1 0 0 0 0,1 0 0 0 0,-1 0 0 0 0,0 0 0 0 0,0 0 0 0 0,0 0 0 0 0,0 0 0 0 0,-1 0 0 0 0,1 0-1 0 0,-1 0 1 0 0,0 1 0 0 0,0-1 0 0 0,0 0 0 0 0,0 0 0 0 0,0 0 0 0 0,-1 1 0 0 0,1-1 0 0 0,-3 5 0 0 0,-2 8 12 0 0,-1 0 1 0 0,0 0-1 0 0,-1-1 0 0 0,-1 0 1 0 0,0 0-1 0 0,-1-1 0 0 0,-1 0 1 0 0,-14 16-1 0 0,-99 97 1147 0 0,113-118-1101 0 0,3-3-150 0 0,5-5 59 0 0,1 1-1 0 0,-1-1 1 0 0,1 1 0 0 0,-1-1-1 0 0,1 1 1 0 0,-1-1-1 0 0,1 1 1 0 0,0 0-1 0 0,0-1 1 0 0,-2 5 0 0 0,3-5-40 0 0,1 0 0 0 0,-1 0 0 0 0,0-1 0 0 0,1 1 0 0 0,-1 0 0 0 0,1 0 0 0 0,-1 0 0 0 0,1-1 0 0 0,0 1 0 0 0,-1 0 0 0 0,1-1 0 0 0,0 1 0 0 0,-1 0 0 0 0,1-1 0 0 0,0 1 0 0 0,0-1 0 0 0,-1 1 0 0 0,1-1 0 0 0,0 1 0 0 0,0-1 0 0 0,0 0 0 0 0,0 1 0 0 0,0-1 0 0 0,0 0 0 0 0,-1 0 0 0 0,1 0 0 0 0,0 1 0 0 0,2-1 0 0 0,142 35 351 0 0,0 1-2787 0 0,-123-29-5178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5.9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0 10594 0 0,'-5'14'7760'0'0,"5"-13"-7493"0"0,4 26 2287 0 0,-3-16-2126 0 0,7 105 1828 0 0,3 37-1740 0 0,-7-127-1072 0 0,0 0-1 0 0,2-1 0 0 0,15 42 1 0 0,-13-51-4875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6.2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0 108 2304 0 0,'5'0'8596'0'0,"9"-1"-3698"0"0,89-9-144 0 0,-34-6-3616 0 0,77-27-1 0 0,-45 11-8341 0 0,-81 27 479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6.4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10594 0 0,'0'3'436'0'0,"1"0"-1"0"0,0 1 1 0 0,-1-1-1 0 0,1 1 1 0 0,1-1-1 0 0,-1 0 1 0 0,0 0-1 0 0,1 0 1 0 0,-1 0-1 0 0,4 5 1 0 0,5 11 1220 0 0,-3 6-118 0 0,0-1 0 0 0,-2 2 0 0 0,3 41 0 0 0,-3 82-500 0 0,-3-58-261 0 0,0-18-589 0 0,0-5-1082 0 0,0-22-5648 0 0,0-24-1088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6.7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16131 0 0,'1'3'401'0'0,"0"0"0"0"0,1 0 0 0 0,-1-1 0 0 0,1 1 0 0 0,-1 0-1 0 0,1 0 1 0 0,0-1 0 0 0,3 4 0 0 0,4 5 368 0 0,-3 1-490 0 0,0-1-1 0 0,-1 1 1 0 0,-1 0-1 0 0,0 1 1 0 0,0-1-1 0 0,-2 1 1 0 0,1 0-1 0 0,-1-1 1 0 0,0 25-1 0 0,-3 9-87 0 0,-10 66 1 0 0,1-10-15 0 0,10-94-182 0 0,-1 51-159 0 0,2-55 33 0 0,-1 1-1 0 0,1-1 1 0 0,0 1 0 0 0,0-1-1 0 0,0 1 1 0 0,0-1 0 0 0,1 0-1 0 0,0 0 1 0 0,-1 1 0 0 0,4 3-1 0 0,6-1-2553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7.1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4145 0 0,'0'-1'51'0'0,"-1"0"1"0"0,1-1-1 0 0,0 1 1 0 0,0 0-1 0 0,0 0 1 0 0,0 0-1 0 0,0-1 1 0 0,0 1-1 0 0,1 0 1 0 0,-1 0-1 0 0,0 0 1 0 0,1 0-1 0 0,-1 0 1 0 0,0 0-1 0 0,1-1 1 0 0,-1 1-1 0 0,1 0 1 0 0,0 0-1 0 0,-1 0 1 0 0,1 0-1 0 0,0 1 1 0 0,0-1-1 0 0,-1 0 1 0 0,1 0-1 0 0,0 0 1 0 0,0 1-1 0 0,2-2 1 0 0,32-26 1933 0 0,-28 23-1578 0 0,0 0 32 0 0,0 0 0 0 0,0 0 0 0 0,1 1 0 0 0,0 0 0 0 0,0 0 0 0 0,0 1 0 0 0,0 0 0 0 0,0 0 0 0 0,1 1 0 0 0,-1 0 0 0 0,1 1 0 0 0,0 0 1 0 0,-1 0-1 0 0,1 0 0 0 0,0 1 0 0 0,-1 1 0 0 0,1 0 0 0 0,0 0 0 0 0,-1 0 0 0 0,1 1 0 0 0,-1 0 0 0 0,1 1 0 0 0,12 6 0 0 0,-20-9-412 0 0,0 1 0 0 0,1 0 0 0 0,-1-1 0 0 0,0 1 0 0 0,0 0-1 0 0,0 0 1 0 0,0 0 0 0 0,0 0 0 0 0,0 0 0 0 0,0 0 0 0 0,0 0 0 0 0,0 0 0 0 0,0 0 0 0 0,-1 0 0 0 0,1 1 0 0 0,0-1-1 0 0,-1 0 1 0 0,1 1 0 0 0,-1-1 0 0 0,0 0 0 0 0,1 1 0 0 0,-1 1 0 0 0,0 0-5 0 0,0-1 0 0 0,0 1 0 0 0,-1-1-1 0 0,1 1 1 0 0,-1-1 0 0 0,1 1 0 0 0,-1-1 0 0 0,0 1 0 0 0,0-1-1 0 0,0 0 1 0 0,-3 4 0 0 0,-3 5 15 0 0,-2 0 1 0 0,1 0-1 0 0,-18 16 0 0 0,20-22 8 0 0,-25 25 110 0 0,20-21 126 0 0,0 1 1 0 0,0 0 0 0 0,1 1-1 0 0,1 0 1 0 0,0 0 0 0 0,0 1 0 0 0,-6 14-1 0 0,15-26-262 0 0,0 1 0 0 0,0 0 0 0 0,-1 0-1 0 0,1 0 1 0 0,0 0 0 0 0,1 0-1 0 0,-1 0 1 0 0,0 0 0 0 0,0 0 0 0 0,0 0-1 0 0,0-1 1 0 0,1 1 0 0 0,-1 0 0 0 0,0 0-1 0 0,1 0 1 0 0,-1 0 0 0 0,1-1 0 0 0,-1 1-1 0 0,1 0 1 0 0,-1 0 0 0 0,1-1-1 0 0,0 1 1 0 0,-1 0 0 0 0,1-1 0 0 0,0 1-1 0 0,-1-1 1 0 0,1 1 0 0 0,0-1 0 0 0,0 1-1 0 0,-1-1 1 0 0,1 0 0 0 0,0 1-1 0 0,0-1 1 0 0,1 1 0 0 0,42 14 805 0 0,-28-10-674 0 0,16 6-669 0 0,1-2 0 0 0,36 5 0 0 0,-61-12 45 0 0,19 3-7281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7.5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65 8754 0 0,'-7'-5'84'0'0,"-21"-17"1858"0"0,28 22-1785 0 0,-1-1-1 0 0,0 1 0 0 0,1-1 1 0 0,-1 0-1 0 0,0 1 0 0 0,1-1 1 0 0,-1 0-1 0 0,1 0 0 0 0,-1 1 1 0 0,1-1-1 0 0,-1 0 1 0 0,1 0-1 0 0,0 0 0 0 0,-1 1 1 0 0,1-1-1 0 0,0 0 0 0 0,0 0 1 0 0,0 0-1 0 0,0 0 0 0 0,0 0 1 0 0,-1 0-1 0 0,2 0 0 0 0,-1 0 1 0 0,0 0-1 0 0,0 1 1 0 0,0-1-1 0 0,0 0 0 0 0,0 0 1 0 0,1 0-1 0 0,0-1 0 0 0,0 0 7 0 0,1 1 0 0 0,-1 0-1 0 0,1 0 1 0 0,-1 0 0 0 0,1 0 0 0 0,-1 1-1 0 0,1-1 1 0 0,0 0 0 0 0,-1 1-1 0 0,1-1 1 0 0,0 1 0 0 0,0-1 0 0 0,-1 1-1 0 0,1 0 1 0 0,0 0 0 0 0,0 0-1 0 0,0 0 1 0 0,-1 0 0 0 0,1 0 0 0 0,0 0-1 0 0,0 1 1 0 0,0-1 0 0 0,-1 1-1 0 0,4 1 1 0 0,2-1 171 0 0,-1 1 0 0 0,0 1 0 0 0,0-1-1 0 0,0 1 1 0 0,9 5 0 0 0,-13-6-296 0 0,1 1 1 0 0,-1-1-1 0 0,1 0 0 0 0,-1 1 1 0 0,0-1-1 0 0,0 1 0 0 0,0 0 1 0 0,0 0-1 0 0,0 0 0 0 0,-1 0 1 0 0,1 0-1 0 0,-1 0 0 0 0,0 0 1 0 0,0 0-1 0 0,1 5 0 0 0,-1-1-23 0 0,0 0-1 0 0,-1 0 1 0 0,1-1-1 0 0,-2 1 1 0 0,1 0 0 0 0,-1 0-1 0 0,-2 8 1 0 0,-3 7 60 0 0,-1 0 1 0 0,-1 0-1 0 0,-15 28 1 0 0,23-50-73 0 0,-2 6 57 0 0,-12 26 109 0 0,13-31-139 0 0,1 0 0 0 0,-1 1 0 0 0,1-1 0 0 0,0 0 0 0 0,-1 1 1 0 0,1-1-1 0 0,0 1 0 0 0,0-1 0 0 0,0 0 0 0 0,0 1 0 0 0,0-1 1 0 0,0 1-1 0 0,0-1 0 0 0,0 1 0 0 0,1-1 0 0 0,-1 0 1 0 0,1 1-1 0 0,-1-1 0 0 0,1 2 0 0 0,0-3-17 0 0,0 1 1 0 0,0-1-1 0 0,0 1 0 0 0,0-1 1 0 0,0 0-1 0 0,0 1 0 0 0,1-1 1 0 0,-1 0-1 0 0,0 0 0 0 0,0 1 1 0 0,0-1-1 0 0,0 0 0 0 0,0 0 1 0 0,0 0-1 0 0,0-1 0 0 0,0 1 1 0 0,0 0-1 0 0,1 0 0 0 0,-1 0 1 0 0,0-1-1 0 0,0 1 0 0 0,2-2 1 0 0,30-12 20 0 0,-24 10-4 0 0,131-46-2096 0 0,-107 41-5793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8.8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 7834 0 0,'0'-1'355'0'0,"1"0"1"0"0,-1 0-1 0 0,7-11 4978 0 0,-5 10-4978 0 0,3 6 1467 0 0,-5-4-1639 0 0,0 1-1 0 0,1-1 0 0 0,-1 0 0 0 0,0 1 0 0 0,0-1 1 0 0,1 1-1 0 0,-1-1 0 0 0,0 1 0 0 0,0-1 1 0 0,0 1-1 0 0,0-1 0 0 0,0 1 0 0 0,1 0 0 0 0,5 44 2218 0 0,0 48-2313 0 0,3 1-1 0 0,5-1 1 0 0,4-1 0 0 0,32 96 0 0 0,-43-169-1326 0 0,-2 0-361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9.3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1 116 2761 0 0,'3'-6'561'0'0,"1"0"1"0"0,0 0 0 0 0,1 1 0 0 0,0 0 0 0 0,-1 0 0 0 0,2 0 0 0 0,-1 1-1 0 0,12-8 1 0 0,49-26 3251 0 0,-55 33-3304 0 0,-1 1 0 0 0,1 1 0 0 0,-1 0 0 0 0,1 0 0 0 0,0 1 0 0 0,0 0 0 0 0,0 1 0 0 0,0 0 0 0 0,22 2 0 0 0,-30-1-459 0 0,0 0 1 0 0,0 1 0 0 0,0-1 0 0 0,0 1-1 0 0,1-1 1 0 0,-1 1 0 0 0,0 0 0 0 0,-1 0 0 0 0,1 0-1 0 0,0 1 1 0 0,0-1 0 0 0,0 1 0 0 0,-1 0-1 0 0,1-1 1 0 0,-1 1 0 0 0,1 0 0 0 0,-1 0 0 0 0,0 1-1 0 0,0-1 1 0 0,0 0 0 0 0,0 1 0 0 0,0 0-1 0 0,0-1 1 0 0,-1 1 0 0 0,1 0 0 0 0,-1 0 0 0 0,0 0-1 0 0,0-1 1 0 0,0 1 0 0 0,0 1 0 0 0,0-1 0 0 0,-1 0-1 0 0,0 0 1 0 0,1 0 0 0 0,-1 0 0 0 0,0 0-1 0 0,0 0 1 0 0,-2 6 0 0 0,0 3-125 0 0,0-1 1 0 0,-1 1-1 0 0,-1-1 0 0 0,0 0 1 0 0,-1 0-1 0 0,0 0 0 0 0,0-1 0 0 0,-1 1 1 0 0,-1-1-1 0 0,-7 10 0 0 0,-14 13 392 0 0,-43 42 0 0 0,58-63 156 0 0,42-16 2976 0 0,38-6-3135 0 0,-23 12-306 0 0,0 2 1 0 0,-1 1 0 0 0,1 3 0 0 0,46 13 0 0 0,-51-7-3720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09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4 102 2761 0 0,'0'-1'157'0'0,"-1"0"1"0"0,1 0-1 0 0,-1-1 1 0 0,1 1-1 0 0,0 0 1 0 0,-1 0-1 0 0,1-1 1 0 0,0 1-1 0 0,0 0 1 0 0,0 0-1 0 0,-1-1 1 0 0,2 1-1 0 0,-1 0 1 0 0,0-1-1 0 0,0 1 1 0 0,0 0-1 0 0,0 0 1 0 0,1-1-1 0 0,-1 1 1 0 0,1 0-1 0 0,0-3 1 0 0,1 1 309 0 0,1-1 0 0 0,-1 1 0 0 0,1 0 0 0 0,-1 0 0 0 0,1-1 0 0 0,0 2 0 0 0,4-4 1 0 0,0 0 508 0 0,1 0 0 0 0,1 0 0 0 0,-1 1 0 0 0,1 1 0 0 0,14-7 0 0 0,-21 10-856 0 0,1 0-1 0 0,-1 0 0 0 0,1 0 1 0 0,-1 1-1 0 0,1-1 0 0 0,-1 1 0 0 0,1-1 1 0 0,0 1-1 0 0,-1 0 0 0 0,1 0 1 0 0,-1 0-1 0 0,1 0 0 0 0,0 1 0 0 0,-1-1 1 0 0,1 1-1 0 0,-1 0 0 0 0,1-1 1 0 0,-1 1-1 0 0,1 0 0 0 0,-1 0 0 0 0,0 1 1 0 0,1-1-1 0 0,-1 0 0 0 0,0 1 1 0 0,0-1-1 0 0,0 1 0 0 0,0 0 0 0 0,0 0 1 0 0,0 0-1 0 0,-1 0 0 0 0,1 0 1 0 0,-1 0-1 0 0,1 0 0 0 0,-1 0 0 0 0,0 1 1 0 0,0-1-1 0 0,0 1 0 0 0,0-1 1 0 0,0 1-1 0 0,0-1 0 0 0,0 4 0 0 0,1 5-117 0 0,0 0 1 0 0,-1 0-1 0 0,0 0 0 0 0,-1 0 0 0 0,0 0 0 0 0,0 0 0 0 0,-1 0 0 0 0,-4 16 0 0 0,-15 38-272 0 0,14-47 271 0 0,0 1 0 0 0,1 0 0 0 0,-4 31 0 0 0,8-49 32 0 0,1-1 1 0 0,0 1-1 0 0,0 0 1 0 0,0 0 0 0 0,0-1-1 0 0,0 1 1 0 0,0 0-1 0 0,0 0 1 0 0,1 0-1 0 0,-1-1 1 0 0,0 1-1 0 0,0 0 1 0 0,0-1 0 0 0,1 1-1 0 0,-1 0 1 0 0,1-1-1 0 0,-1 1 1 0 0,0 0-1 0 0,1-1 1 0 0,-1 1-1 0 0,1 0 1 0 0,-1-1 0 0 0,1 1-1 0 0,-1-1 1 0 0,1 1-1 0 0,1 0 1 0 0,-1-1 17 0 0,1 1 0 0 0,0-1 0 0 0,-1 1 0 0 0,1-1 0 0 0,0 0 0 0 0,-1 0 0 0 0,1 1 0 0 0,0-1 0 0 0,0 0 0 0 0,-1-1 0 0 0,4 1 0 0 0,8-3 137 0 0,-1-1 1 0 0,21-8-1 0 0,-18 6-132 0 0,27-7-1258 0 0,53-10-1 0 0,-71 19-6134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0.1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 10138 0 0,'0'-5'6858'0'0,"5"6"-5641"0"0,7 4-727 0 0,0 0 0 0 0,-1 1 0 0 0,1 0-1 0 0,-1 0 1 0 0,0 1 0 0 0,-1 1 0 0 0,0 0-1 0 0,0 0 1 0 0,10 12 0 0 0,81 99-307 0 0,-39-42-128 0 0,-55-68-185 0 0,-1-2-692 0 0,0 0 0 0 0,1-1 0 0 0,14 12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0.3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271 1 1840 0 0,'-38'1'12068'0'0,"28"11"-11166"0"0,10-12-981 0 0,-89 124 6779 0 0,-33 71-5345 0 0,110-175-1600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5.0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63 349 8754 0 0,'-13'-14'746'0'0,"6"9"-428"0"0,1-1 0 0 0,0 0 0 0 0,0-1 0 0 0,0 1 0 0 0,1-1 0 0 0,-7-13 1 0 0,12 20-288 0 0,0 0 0 0 0,0 0 0 0 0,0 0 0 0 0,0 0 0 0 0,-1 0 0 0 0,1-1 0 0 0,0 1 0 0 0,0 0 0 0 0,0 0 0 0 0,0 0 0 0 0,0 0 0 0 0,0-1 0 0 0,0 1 0 0 0,0 0 0 0 0,0 0 0 0 0,0 0 0 0 0,0 0 0 0 0,0 0 0 0 0,0-1 0 0 0,0 1 0 0 0,0 0 0 0 0,0 0 0 0 0,0 0 0 0 0,0 0 0 0 0,0-1 0 0 0,0 1 0 0 0,0 0 0 0 0,0 0 0 0 0,0 0 0 0 0,0 0 0 0 0,0-1 0 0 0,1 1 0 0 0,-1 0 0 0 0,0 0 0 0 0,0 0 0 0 0,0 0 0 0 0,0 0 0 0 0,0 0 0 0 0,0-1 0 0 0,0 1 0 0 0,1 0 0 0 0,-1 0 0 0 0,0 0 0 0 0,0 0 0 0 0,0 0 0 0 0,0 0 0 0 0,0 0 0 0 0,1 0 0 0 0,-1 0 0 0 0,0 0 0 0 0,0 0 0 0 0,13 3 558 0 0,11 8-535 0 0,-8 3-73 0 0,0 0 1 0 0,-1 0-1 0 0,-1 1 1 0 0,0 1-1 0 0,21 34 1 0 0,-21-30 1 0 0,3 3-131 0 0,250 368-2217 0 0,-162-227 2003 0 0,180 216 0 0 0,157 122-554 0 0,-267-308 801 0 0,-114-126 70 0 0,151 162-565 0 0,20-17-11 0 0,-130-137-20 0 0,3-5 1 0 0,3-5-1 0 0,161 73 1 0 0,364 118 349 0 0,-602-245 331 0 0,236 79 251 0 0,-214-77-162 0 0,-1-3 0 0 0,2-1 1 0 0,64 2-1 0 0,-12-11 160 0 0,-1-4-1 0 0,0-6 0 0 0,154-31 1 0 0,303-105 886 0 0,-474 116-1018 0 0,-1-4 0 0 0,-1-3 0 0 0,-2-5 0 0 0,-2-2 0 0 0,-2-5 0 0 0,-2-2 0 0 0,108-93 0 0 0,59-57 431 0 0,28-24 586 0 0,165-104 1505 0 0,-267 209-2033 0 0,117-84-144 0 0,321-240-443 0 0,54-36 1008 0 0,-293 267-208 0 0,14 27 16 0 0,-254 124-465 0 0,-16 10-294 0 0,1 4-1 0 0,3 6 1 0 0,1 5-1 0 0,1 5 0 0 0,2 6 1 0 0,1 5-1 0 0,0 5 1 0 0,140 1-1 0 0,290 34-1507 0 0,-506-18 1348 0 0,1-2-1 0 0,49-5 1 0 0,-58 1 619 0 0,1 2 1 0 0,0 2-1 0 0,68 8 0 0 0,-59 0-506 0 0,-1 2 0 0 0,1 2-1 0 0,-2 2 1 0 0,0 2-1 0 0,-1 3 1 0 0,69 37-1 0 0,-105-50-95 0 0,1 0 0 0 0,-1 0 0 0 0,1-1 0 0 0,0-1 0 0 0,1 0 0 0 0,-1-1 0 0 0,1 0 0 0 0,0 0 0 0 0,0-1 0 0 0,0-1 0 0 0,0 0 0 0 0,0 0 0 0 0,0-2 0 0 0,0 1 0 0 0,13-3 0 0 0,44-8-104 0 0,-35 5-224 0 0,65-3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5.5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157 85 6913 0 0,'-12'-5'-420'0'0,"2"0"-1"0"0,-1-1 1 0 0,-14-10-1 0 0,23 14 563 0 0,-1 1 1 0 0,1-1-1 0 0,-1 0 1 0 0,1-1-1 0 0,0 1 1 0 0,-1 0-1 0 0,1 0 1 0 0,1-1-1 0 0,-1 0 1 0 0,0 1-1 0 0,1-1 0 0 0,-1 0 1 0 0,1 0-1 0 0,0 0 1 0 0,-1 1-1 0 0,2-1 1 0 0,-1-1-1 0 0,-1-3 1 0 0,14 9 4081 0 0,13 11-3167 0 0,7 9 61 0 0,0 1 0 0 0,-2 1 0 0 0,47 49 1 0 0,15 12-276 0 0,-87-81-814 0 0,3 3 12 0 0,0 0 0 0 0,0 0 0 0 0,0 0 0 0 0,-1 1 0 0 0,12 16 0 0 0,-18-21-18 0 0,0-1-1 0 0,0 0 1 0 0,0 1 0 0 0,0-1-1 0 0,0 0 1 0 0,0 1-1 0 0,-1-1 1 0 0,1 1-1 0 0,-1 0 1 0 0,0-1-1 0 0,0 1 1 0 0,0-1-1 0 0,0 1 1 0 0,0-1 0 0 0,0 1-1 0 0,-1-1 1 0 0,1 1-1 0 0,-1-1 1 0 0,0 1-1 0 0,0-1 1 0 0,0 1-1 0 0,0-1 1 0 0,0 0 0 0 0,0 0-1 0 0,-1 0 1 0 0,1 1-1 0 0,-1-1 1 0 0,1 0-1 0 0,-4 2 1 0 0,-20 20 214 0 0,-1-1-1 0 0,0-2 1 0 0,-2 0 0 0 0,0-2-1 0 0,-32 15 1 0 0,-26 19-218 0 0,-25 22-1314 0 0,84-55 356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6.8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18 270 8754 0 0,'-18'-12'9352'0'0,"33"30"-8446"0"0,9 16-494 0 0,-3 1 1 0 0,-1 0-1 0 0,22 53 0 0 0,21 40 284 0 0,-61-125-685 0 0,-1 0 1 0 0,1 1-1 0 0,1-1 1 0 0,-1 0-1 0 0,0-1 1 0 0,1 1-1 0 0,0 0 1 0 0,-1-1-1 0 0,1 1 1 0 0,5 2-1 0 0,-7-4-4 0 0,0-1-1 0 0,1 1 1 0 0,-1-1 0 0 0,0 0-1 0 0,0 0 1 0 0,1 1-1 0 0,-1-1 1 0 0,0 0 0 0 0,0 0-1 0 0,1 0 1 0 0,-1 0-1 0 0,0-1 1 0 0,0 1 0 0 0,1 0-1 0 0,-1 0 1 0 0,0-1-1 0 0,0 1 1 0 0,0-1-1 0 0,1 1 1 0 0,-1-1 0 0 0,0 0-1 0 0,0 1 1 0 0,0-1-1 0 0,0 0 1 0 0,0 1 0 0 0,0-1-1 0 0,0 0 1 0 0,-1 0-1 0 0,1 0 1 0 0,0 0 0 0 0,0 0-1 0 0,-1 0 1 0 0,1 0-1 0 0,0-2 1 0 0,22-32 206 0 0,-1-2-1 0 0,-3 0 1 0 0,-1-1 0 0 0,-1-1 0 0 0,14-51-1 0 0,39-208-1941 0 0,-67 280 1464 0 0,2 0-1583 0 0,-4 13 448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7.0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9674 0 0,'20'49'3037'0'0,"-6"-17"-2234"0"0,-1-1 0 0 0,-2 2 0 0 0,12 58 0 0 0,-23-88-860 0 0,2 11-909 0 0,1 0 1 0 0,6 22-1 0 0,-4-24-3801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7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3 9674 0 0,'-1'0'101'0'0,"-1"-1"0"0"0,1 1 0 0 0,-1-1-1 0 0,1 1 1 0 0,-1 0 0 0 0,1 0 0 0 0,-1 0 0 0 0,1 0 0 0 0,-1 0-1 0 0,0 0 1 0 0,1 1 0 0 0,-1-1 0 0 0,1 0 0 0 0,-1 1 0 0 0,1-1-1 0 0,-1 1 1 0 0,1-1 0 0 0,0 1 0 0 0,-1 0 0 0 0,1 0 0 0 0,0 0-1 0 0,-3 2 1 0 0,3-2-70 0 0,0 1-1 0 0,0-1 1 0 0,1 1 0 0 0,-1-1-1 0 0,0 1 1 0 0,1 0-1 0 0,0-1 1 0 0,-1 1 0 0 0,1 0-1 0 0,0-1 1 0 0,-1 1 0 0 0,1 0-1 0 0,0 0 1 0 0,0-1-1 0 0,1 1 1 0 0,-1 0 0 0 0,0 0-1 0 0,1-1 1 0 0,-1 1-1 0 0,1 0 1 0 0,0 2 0 0 0,12 21-91 0 0,-9-17 48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6:17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41 2761 0 0,'2'-1'388'0'0,"-1"-1"0"0"0,1 0 0 0 0,0 1 0 0 0,0-1 1 0 0,0 1-1 0 0,0-1 0 0 0,0 1 0 0 0,0 0 0 0 0,0 0 1 0 0,0 0-1 0 0,0 0 0 0 0,0 0 0 0 0,1 0 1 0 0,-1 1-1 0 0,4-1 0 0 0,-4 1-235 0 0,-1 0 0 0 0,1 1 0 0 0,-1-1 0 0 0,1 1-1 0 0,-1-1 1 0 0,1 1 0 0 0,-1 0 0 0 0,0-1 0 0 0,1 1 0 0 0,-1 0 0 0 0,0 0 0 0 0,1 0 0 0 0,-1 0 0 0 0,0 0 0 0 0,0 1 0 0 0,0-1-1 0 0,0 0 1 0 0,0 0 0 0 0,0 1 0 0 0,0-1 0 0 0,-1 0 0 0 0,1 1 0 0 0,0-1 0 0 0,0 3 0 0 0,15 29 1581 0 0,-5-11-1045 0 0,-1 0 0 0 0,13 41 0 0 0,-10-102-1294 0 0,-9 26 201 0 0,0-2 275 0 0,1 0-1 0 0,0 0 0 0 0,1 1 1 0 0,1-1-1 0 0,9-13 0 0 0,-15 26 198 0 0,1-1-1 0 0,-1 1 1 0 0,1 0-1 0 0,0-1 1 0 0,0 1-1 0 0,0 0 1 0 0,0 1-1 0 0,0-1 1 0 0,0 0-1 0 0,1 0 0 0 0,-1 1 1 0 0,1 0-1 0 0,-1-1 1 0 0,1 1-1 0 0,-1 0 1 0 0,1 0-1 0 0,-1 0 1 0 0,1 1-1 0 0,0-1 1 0 0,0 0-1 0 0,0 1 1 0 0,-1 0-1 0 0,1 0 1 0 0,0 0-1 0 0,0 0 1 0 0,0 0-1 0 0,-1 1 1 0 0,1-1-1 0 0,0 1 1 0 0,0-1-1 0 0,-1 1 0 0 0,1 0 1 0 0,-1 0-1 0 0,1 1 1 0 0,4 2-1 0 0,-4-2 80 0 0,0 0 1 0 0,0 1-1 0 0,0-1 0 0 0,0 1 0 0 0,0 0 0 0 0,0 0 0 0 0,-1 0 0 0 0,0 0 1 0 0,1 1-1 0 0,-1-1 0 0 0,-1 1 0 0 0,1-1 0 0 0,2 7 0 0 0,15 58 1138 0 0,-9-32-1018 0 0,-9-31-524 0 0,0 0 1 0 0,1-1 0 0 0,0 1-1 0 0,0-1 1 0 0,1 1 0 0 0,-1-1-1 0 0,1 0 1 0 0,6 8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6.8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1 139 10594 0 0,'1'-14'726'0'0,"0"-1"-1"0"0,1 1 1 0 0,1 0-1 0 0,0 0 1 0 0,1 0-1 0 0,0 1 1 0 0,8-15-1 0 0,-12 27-661 0 0,0 1 0 0 0,0-1-1 0 0,1 0 1 0 0,-1 1 0 0 0,0-1-1 0 0,1 0 1 0 0,-1 1 0 0 0,1-1-1 0 0,-1 0 1 0 0,1 1 0 0 0,-1-1-1 0 0,1 1 1 0 0,-1-1 0 0 0,1 1-1 0 0,0-1 1 0 0,-1 1 0 0 0,1 0-1 0 0,0-1 1 0 0,-1 1 0 0 0,1 0-1 0 0,0-1 1 0 0,-1 1 0 0 0,1 0 0 0 0,0 0-1 0 0,0 0 1 0 0,-1 0 0 0 0,1 0-1 0 0,1 0 1 0 0,0 0 10 0 0,-1 1 1 0 0,1-1-1 0 0,0 1 0 0 0,-1 0 1 0 0,1-1-1 0 0,-1 1 0 0 0,0 0 1 0 0,1 0-1 0 0,-1 0 0 0 0,0 0 1 0 0,0 0-1 0 0,2 3 0 0 0,3 3 122 0 0,0 0-1 0 0,-1 0 1 0 0,8 16 0 0 0,1 9 4 0 0,-1 2 1 0 0,-1-1 0 0 0,-2 1-1 0 0,-1 1 1 0 0,6 53 0 0 0,4 183 115 0 0,-16-186-233 0 0,3 17-3 0 0,5 0 0 0 0,44 185 0 0 0,-47-259-265 0 0,27 130 500 0 0,-32-139-1011 0 0,-1-1-1 0 0,-1 0 0 0 0,-1 1 0 0 0,0-1 1 0 0,-1 1-1 0 0,-6 29 0 0 0,-8-13-3876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7.1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357 163 4145 0 0,'-56'28'446'0'0,"-12"8"3696"0"0,-142 51 0 0 0,209-87-3939 0 0,0 1-1 0 0,0-1 1 0 0,-1 1 0 0 0,1-1 0 0 0,0 1 0 0 0,0-1 0 0 0,0 0 0 0 0,0 0 0 0 0,0 1-1 0 0,-1-1 1 0 0,1 0 0 0 0,0 0 0 0 0,0 0 0 0 0,0 0 0 0 0,-1-1 0 0 0,1 1-1 0 0,-2-1 1 0 0,14-11 2102 0 0,32-17-989 0 0,323-144-214 0 0,-312 152-1113 0 0,0 3 0 0 0,2 1 0 0 0,-1 4 0 0 0,2 1 0 0 0,0 3 0 0 0,113-3 1 0 0,-104 18-569 0 0,-25 6-3126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7.4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7 127 5985 0 0,'0'0'93'0'0,"0"0"0"0"0,-1 0-1 0 0,1 0 1 0 0,0 0 0 0 0,-1-1-1 0 0,1 1 1 0 0,0 0 0 0 0,-1 0 0 0 0,1 0-1 0 0,0 0 1 0 0,-1-1 0 0 0,1 1-1 0 0,0 0 1 0 0,0 0 0 0 0,-1 0-1 0 0,1-1 1 0 0,0 1 0 0 0,0 0-1 0 0,0-1 1 0 0,-1 1 0 0 0,1 0 0 0 0,0 0-1 0 0,0-1 1 0 0,0 1 0 0 0,0 0-1 0 0,0-1 1 0 0,-1 1 0 0 0,1 0-1 0 0,0-1 1 0 0,0 1 0 0 0,0 0-1 0 0,0-1 1 0 0,0 1 0 0 0,0 0 0 0 0,0-1-1 0 0,0 1 1 0 0,0-1 0 0 0,0 1-1 0 0,1 0 1 0 0,-1-1 0 0 0,0 1-1 0 0,12-19 2087 0 0,20-13-84 0 0,-22 24-1653 0 0,1 2 0 0 0,-1-1 0 0 0,1 1 0 0 0,0 1 1 0 0,20-8-1 0 0,-13 8-897 0 0,0 1 0 0 0,0 0 0 0 0,22-1 0 0 0,-20 3-4936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7.8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 6913 0 0,'0'0'133'0'0,"-1"0"-1"0"0,1 0 0 0 0,-1 0 0 0 0,1 1 0 0 0,-1-1 0 0 0,1 0 0 0 0,-1 0 0 0 0,1 0 0 0 0,-1 1 0 0 0,1-1 0 0 0,-1 0 0 0 0,1 1 0 0 0,-1-1 0 0 0,1 1 0 0 0,0-1 0 0 0,-1 0 0 0 0,1 1 0 0 0,0-1 0 0 0,-1 1 0 0 0,1-1 0 0 0,0 1 0 0 0,0-1 0 0 0,-1 1 0 0 0,1-1 0 0 0,0 1 0 0 0,0-1 0 0 0,0 1 0 0 0,0-1 0 0 0,0 1 0 0 0,-1-1 0 0 0,1 1 0 0 0,0-1 0 0 0,0 1 1 0 0,0 0-1 0 0,1-1 0 0 0,-1 1 0 0 0,0-1 0 0 0,0 1 0 0 0,0-1 0 0 0,0 1 0 0 0,0-1 0 0 0,1 2 0 0 0,20 17 6761 0 0,-1-1-5407 0 0,-9 4-1100 0 0,-1 1-1 0 0,-1-1 1 0 0,10 41 0 0 0,11 76-287 0 0,-23-100-10 0 0,29 166 87 0 0,51 228-112 0 0,-84-425-127 0 0,52 245 42 0 0,-47-142-2818 0 0,-8-83-4416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8.3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4 9218 0 0,'-2'-1'378'0'0,"1"1"0"0"0,0-1 0 0 0,-1 1 0 0 0,1-1 0 0 0,-1 1 0 0 0,1 0 0 0 0,-1 0 0 0 0,1 0 0 0 0,-1 0 0 0 0,1 0 0 0 0,-1 0 0 0 0,1 0 0 0 0,0 0 0 0 0,-1 0 0 0 0,1 1 0 0 0,-4 0 0 0 0,5 0-269 0 0,0-1 0 0 0,-1 1 0 0 0,1-1 0 0 0,0 1-1 0 0,-1-1 1 0 0,1 1 0 0 0,0 0 0 0 0,0-1 0 0 0,-1 1 0 0 0,1-1 0 0 0,0 1 0 0 0,0 0 0 0 0,0-1 0 0 0,0 1 0 0 0,0 0 0 0 0,0-1 0 0 0,0 1 0 0 0,0 0 0 0 0,0-1 0 0 0,0 1 0 0 0,0-1 0 0 0,0 1 0 0 0,0 0 0 0 0,1-1-1 0 0,-1 1 1 0 0,0 0 0 0 0,0-1 0 0 0,1 1 0 0 0,-1-1 0 0 0,1 1 0 0 0,-1-1 0 0 0,0 1 0 0 0,1-1 0 0 0,-1 1 0 0 0,1-1 0 0 0,0 1 0 0 0,16 24 235 0 0,-2 0 0 0 0,-1 0 0 0 0,0 1 0 0 0,-2 1 0 0 0,10 34 0 0 0,31 146-19 0 0,-5-14-3140 0 0,-38-164-4159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8.5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10594 0 0,'10'13'4466'0'0,"17"22"-3239"0"0,-12-13-760 0 0,0 0 0 0 0,-1 1-1 0 0,-2 1 1 0 0,14 34-1 0 0,30 105-1740 0 0,-36-98-2549 0 0,-6-21-1986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13 390 10594 0 0,'-1'-1'147'0'0,"1"1"0"0"0,-1 0 0 0 0,1 0 0 0 0,0 0 0 0 0,-1 0 0 0 0,1 0 0 0 0,-1 0 0 0 0,1 0 0 0 0,-1 1 0 0 0,1-1 1 0 0,-1 0-1 0 0,1 0 0 0 0,0 0 0 0 0,-1 0 0 0 0,1 0 0 0 0,-1 1 0 0 0,-1 1 1029 0 0,1-2-1029 0 0,1 1 0 0 0,0-1 0 0 0,0 0 0 0 0,0 1 0 0 0,-1-1 0 0 0,1 1 0 0 0,3 14 1896 0 0,-1-11-1877 0 0,0-1 0 0 0,1 1 0 0 0,-1-1 0 0 0,1 0 0 0 0,-1 0 0 0 0,7 5 0 0 0,5 1-50 0 0,0-2 1 0 0,1 0-1 0 0,0 0 0 0 0,1-2 1 0 0,-1 0-1 0 0,1 0 0 0 0,0-1 0 0 0,0-2 1 0 0,1 1-1 0 0,-1-2 0 0 0,0 0 1 0 0,1-1-1 0 0,16-2 0 0 0,-31 2-81 0 0,1 0 0 0 0,0-1-1 0 0,0 1 1 0 0,-1-1-1 0 0,1 1 1 0 0,0-1 0 0 0,-1 0-1 0 0,1 0 1 0 0,-1-1-1 0 0,1 1 1 0 0,-1 0 0 0 0,0-1-1 0 0,0 1 1 0 0,1-1-1 0 0,-1 0 1 0 0,0 0 0 0 0,0 0-1 0 0,-1 0 1 0 0,1 0-1 0 0,0 0 1 0 0,-1 0 0 0 0,1-1-1 0 0,-1 1 1 0 0,0-1-1 0 0,0 1 1 0 0,0-1 0 0 0,0 1-1 0 0,0-1 1 0 0,0 0-1 0 0,-1 1 1 0 0,1-5 0 0 0,0-7 149 0 0,-1 0 1 0 0,0 0 0 0 0,-1 0-1 0 0,-1 0 1 0 0,-3-15-1 0 0,0 4-18 0 0,-19-122 967 0 0,13 85-2305 0 0,1-1-4548 0 0,5 25-1464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9.5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13 404 3225 0 0,'-11'10'1264'0'0,"10"-5"312"0"0,11-5 733 0 0,22-9-1101 0 0,0-1 1 0 0,50-24-1 0 0,-1 0-204 0 0,107-26 1030 0 0,310-58-1 0 0,-433 105-1949 0 0,446-75 71 0 0,-375 64-258 0 0,-84 13-5 0 0,72-6-1 0 0,-91 16-295 0 0,-12 2-4145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29.8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35 4145 0 0,'-1'-26'469'0'0,"-1"17"378"0"0,2 18 1966 0 0,0-4-2237 0 0,31 286 5567 0 0,11-97-6453 0 0,-32-155-4923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0.5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82 5 2761 0 0,'-35'9'1973'0'0,"30"-7"-1243"0"0,1 0 0 0 0,0 0 0 0 0,0 0-1 0 0,0 0 1 0 0,0 0 0 0 0,0 1-1 0 0,1 0 1 0 0,-1 0 0 0 0,1 0 0 0 0,-5 5-1 0 0,9-8-633 0 0,-1 0 0 0 0,0 1 0 0 0,0-1 0 0 0,1 0-1 0 0,-1 0 1 0 0,0 1 0 0 0,1-1 0 0 0,-1 0 0 0 0,1 0-1 0 0,-1 0 1 0 0,0 0 0 0 0,1 1 0 0 0,-1-1 0 0 0,0 0-1 0 0,1 0 1 0 0,-1 0 0 0 0,1 0 0 0 0,-1 0 0 0 0,0 0 0 0 0,1 0-1 0 0,-1 0 1 0 0,1 0 0 0 0,-1 0 0 0 0,0 0 0 0 0,1 0-1 0 0,-1 0 1 0 0,1-1 0 0 0,-1 1 0 0 0,0 0 0 0 0,1 0-1 0 0,-1 0 1 0 0,0 0 0 0 0,1-1 0 0 0,19-3 590 0 0,30-9 468 0 0,-12 3-937 0 0,41-6 0 0 0,-68 15-390 0 0,1 0 1 0 0,-1 0-1 0 0,1 1 1 0 0,-1 0-1 0 0,0 1 0 0 0,0 1 1 0 0,1 0-1 0 0,13 4 1 0 0,-23-6 126 0 0,-1 1 1 0 0,0-1-1 0 0,0 1 1 0 0,0-1 0 0 0,0 1-1 0 0,0 0 1 0 0,0-1-1 0 0,0 1 1 0 0,0 0 0 0 0,-1-1-1 0 0,1 1 1 0 0,0 0-1 0 0,0 0 1 0 0,-1 0 0 0 0,1 0-1 0 0,0 0 1 0 0,-1 0 0 0 0,1 0-1 0 0,-1 0 1 0 0,1 0-1 0 0,-1 0 1 0 0,0 0 0 0 0,1 0-1 0 0,-1 1 1 0 0,0-1-1 0 0,0 0 1 0 0,0 0 0 0 0,0 0-1 0 0,0 0 1 0 0,0 1-1 0 0,0-1 1 0 0,0 0 0 0 0,0 0-1 0 0,0 0 1 0 0,-1 0-1 0 0,1 0 1 0 0,0 1 0 0 0,-1-1-1 0 0,1 0 1 0 0,-1 0-1 0 0,0 0 1 0 0,1 0 0 0 0,-1 0-1 0 0,0 1 1 0 0,-5 8-330 0 0,-1-1-1 0 0,0 1 1 0 0,-11 12 0 0 0,11-14 204 0 0,-58 60-634 0 0,46-50 713 0 0,1 0 0 0 0,-30 41 0 0 0,47-58 81 0 0,0 0 0 0 0,0 0 0 0 0,0 0-1 0 0,1 0 1 0 0,-1 0 0 0 0,1 0 0 0 0,-1 0 0 0 0,1 0 0 0 0,-1 1 0 0 0,1-1 0 0 0,-1 0-1 0 0,1 0 1 0 0,0 1 0 0 0,0-1 0 0 0,0 0 0 0 0,0 0 0 0 0,0 1 0 0 0,0-1 0 0 0,0 0 0 0 0,0 0-1 0 0,1 3 1 0 0,-1-3 8 0 0,1 0-1 0 0,0-1 0 0 0,-1 1 0 0 0,1 0 0 0 0,0 0 0 0 0,0 0 1 0 0,0-1-1 0 0,0 1 0 0 0,0-1 0 0 0,0 1 0 0 0,0 0 1 0 0,0-1-1 0 0,0 0 0 0 0,0 1 0 0 0,0-1 0 0 0,0 1 0 0 0,0-1 1 0 0,0 0-1 0 0,2 0 0 0 0,3 1 13 0 0,1-1 0 0 0,0 0 0 0 0,-1 0 0 0 0,1 0-1 0 0,0-1 1 0 0,11-3 0 0 0,46-21 1088 0 0,12-5-44 0 0,-71 29-976 0 0,1-1-1 0 0,0 1 1 0 0,-1 0 0 0 0,1 0 0 0 0,0 1 0 0 0,-1 0-1 0 0,1 0 1 0 0,0 0 0 0 0,0 1 0 0 0,-1 0 0 0 0,7 1-1 0 0,-11-1-48 0 0,1 0-1 0 0,-1-1 0 0 0,1 1 0 0 0,0 0 0 0 0,-1 0 1 0 0,0 0-1 0 0,1 0 0 0 0,-1 1 0 0 0,0-1 0 0 0,1 0 0 0 0,-1 0 1 0 0,0 1-1 0 0,0-1 0 0 0,0 1 0 0 0,0-1 0 0 0,0 1 1 0 0,0 0-1 0 0,-1-1 0 0 0,1 1 0 0 0,-1 0 0 0 0,1-1 1 0 0,-1 1-1 0 0,1 0 0 0 0,-1 0 0 0 0,0-1 0 0 0,0 1 0 0 0,0 0 1 0 0,0 0-1 0 0,0-1 0 0 0,0 1 0 0 0,-1 0 0 0 0,1 0 1 0 0,0-1-1 0 0,-1 1 0 0 0,0 2 0 0 0,-2 7 429 0 0,-1-1 0 0 0,1 0 0 0 0,-2 1 0 0 0,-6 10 0 0 0,-13 17 432 0 0,18-30-801 0 0,1 0 0 0 0,0 0 0 0 0,0 1-1 0 0,0-1 1 0 0,1 1 0 0 0,0 0 0 0 0,1 0-1 0 0,0 0 1 0 0,-2 12 0 0 0,5-19-316 0 0,0-1 0 0 0,0 1-1 0 0,1 0 1 0 0,-1-1 0 0 0,0 1 0 0 0,1-1 0 0 0,-1 1 0 0 0,0-1 0 0 0,1 1 0 0 0,0-1-1 0 0,-1 1 1 0 0,1-1 0 0 0,0 1 0 0 0,0-1 0 0 0,1 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0.8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 1 1376 0 0,'-1'0'156'0'0,"1"0"0"0"0,-1 0-1 0 0,1 0 1 0 0,-1 0-1 0 0,0 0 1 0 0,1 0 0 0 0,-1 0-1 0 0,1 0 1 0 0,-1 0 0 0 0,0 0-1 0 0,1 0 1 0 0,-1 1 0 0 0,1-1-1 0 0,-1 0 1 0 0,1 0-1 0 0,-1 1 1 0 0,0-1 0 0 0,1 0-1 0 0,-1 0 1 0 0,1 1 0 0 0,-1-1-1 0 0,1 1 1 0 0,0-1 0 0 0,-1 0-1 0 0,1 1 1 0 0,-1-1-1 0 0,1 1 1 0 0,0-1 0 0 0,-1 1-1 0 0,1-1 1 0 0,0 1 0 0 0,0 0-1 0 0,-1-1 1 0 0,1 1 0 0 0,0-1-1 0 0,0 1 1 0 0,0-1-1 0 0,0 1 1 0 0,0 0 0 0 0,0-1-1 0 0,0 1 1 0 0,0-1 0 0 0,0 1-1 0 0,0 0 1 0 0,0-1 0 0 0,0 1-1 0 0,0-1 1 0 0,0 1-1 0 0,0 0 1 0 0,1 0 0 0 0,17 35 5107 0 0,-10-21-4377 0 0,14 54 475 0 0,-3 0 0 0 0,13 98 0 0 0,-6-25-800 0 0,19 69 454 0 0,20 253 0 0 0,-48-330-1372 0 0,-8-77-5145 0 0,-6-42-638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1.5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 11058 0 0,'-22'7'817'0'0,"0"1"-1"0"0,0 1 0 0 0,1 1 0 0 0,0 1 0 0 0,-22 15 0 0 0,43-26-793 0 0,0 0 0 0 0,0 0 0 0 0,1 0-1 0 0,-1 0 1 0 0,0 0 0 0 0,0 0 0 0 0,0 0-1 0 0,0 0 1 0 0,0 0 0 0 0,0 0 0 0 0,0 0 0 0 0,1 0-1 0 0,-1 0 1 0 0,0 0 0 0 0,0 0 0 0 0,0 0-1 0 0,0 0 1 0 0,0 0 0 0 0,0 0 0 0 0,0 0-1 0 0,0 1 1 0 0,1-1 0 0 0,-1 0 0 0 0,0 0-1 0 0,0 0 1 0 0,0 0 0 0 0,0 0 0 0 0,0 0-1 0 0,0 0 1 0 0,0 0 0 0 0,0 0 0 0 0,0 0 0 0 0,0 1-1 0 0,0-1 1 0 0,0 0 0 0 0,0 0 0 0 0,0 0-1 0 0,0 0 1 0 0,1 0 0 0 0,-1 0 0 0 0,0 0-1 0 0,0 1 1 0 0,0-1 0 0 0,0 0 0 0 0,0 0-1 0 0,0 0 1 0 0,0 0 0 0 0,-1 0 0 0 0,1 0-1 0 0,0 0 1 0 0,0 0 0 0 0,0 1 0 0 0,0-1-1 0 0,0 0 1 0 0,0 0 0 0 0,0 0 0 0 0,0 0 0 0 0,0 0-1 0 0,0 0 1 0 0,0 0 0 0 0,0 0 0 0 0,0 0-1 0 0,0 1 1 0 0,0-1 0 0 0,-1 0 0 0 0,1 0-1 0 0,0 0 1 0 0,0 0 0 0 0,0 0 0 0 0,16 2 666 0 0,20-2-240 0 0,268-19-324 0 0,-299 18-199 0 0,-1 1 0 0 0,1 0 0 0 0,0 0 0 0 0,-1 1 0 0 0,1-1 0 0 0,7 3 0 0 0,-12-3 42 0 0,1 0 0 0 0,-1 0 0 0 0,1 1 0 0 0,-1-1 0 0 0,0 0 0 0 0,1 1 0 0 0,-1-1 0 0 0,1 0 0 0 0,-1 1 0 0 0,1-1 0 0 0,-1 0-1 0 0,0 1 1 0 0,1-1 0 0 0,-1 1 0 0 0,0-1 0 0 0,1 1 0 0 0,-1-1 0 0 0,0 0 0 0 0,0 1 0 0 0,1-1 0 0 0,-1 1 0 0 0,0 0 0 0 0,0 0 0 0 0,0 0-31 0 0,0 0 1 0 0,0 1-1 0 0,0-1 0 0 0,-1 0 1 0 0,1 1-1 0 0,0-1 1 0 0,-1 0-1 0 0,1 1 1 0 0,-1-1-1 0 0,1 0 1 0 0,-1 0-1 0 0,0 0 0 0 0,-1 2 1 0 0,-19 25-1035 0 0,-1-2 1 0 0,-46 42-1 0 0,40-43 1536 0 0,2 2 0 0 0,-24 31 0 0 0,49-57-386 0 0,0 1 0 0 0,-1-1 0 0 0,1 1 0 0 0,0-1 0 0 0,0 1 0 0 0,0-1 0 0 0,0 1-1 0 0,1 0 1 0 0,-1-1 0 0 0,0 1 0 0 0,1 0 0 0 0,-1 0 0 0 0,1 0 0 0 0,-1 0-1 0 0,1-1 1 0 0,0 1 0 0 0,0 0 0 0 0,0 0 0 0 0,0 0 0 0 0,0 0 0 0 0,0 0 0 0 0,1 0-1 0 0,-1-1 1 0 0,0 1 0 0 0,1 0 0 0 0,0 0 0 0 0,-1 0 0 0 0,3 2 0 0 0,-2-2-41 0 0,1-1 1 0 0,0 1 0 0 0,0 0 0 0 0,0-1 0 0 0,1 0-1 0 0,-1 1 1 0 0,0-1 0 0 0,1 0 0 0 0,-1 0-1 0 0,0 0 1 0 0,1-1 0 0 0,-1 1 0 0 0,1-1 0 0 0,-1 1-1 0 0,1-1 1 0 0,0 0 0 0 0,-1 0 0 0 0,1 0 0 0 0,-1 0-1 0 0,5-1 1 0 0,7-1-37 0 0,0-1-1 0 0,26-8 0 0 0,-31 7 44 0 0,-1 1-1 0 0,1 0 0 0 0,0 1 1 0 0,0 0-1 0 0,1 1 0 0 0,-1 0 1 0 0,0 0-1 0 0,0 1 0 0 0,13 1 1 0 0,-21-1-17 0 0,0 0 1 0 0,-1 1 0 0 0,1-1 0 0 0,0 1 0 0 0,-1-1 0 0 0,1 1 0 0 0,0-1 0 0 0,-1 1-1 0 0,1-1 1 0 0,-1 1 0 0 0,1-1 0 0 0,-1 1 0 0 0,1 0 0 0 0,-1-1 0 0 0,1 1-1 0 0,-1 0 1 0 0,0-1 0 0 0,1 1 0 0 0,-1 0 0 0 0,0 0 0 0 0,0-1 0 0 0,1 1 0 0 0,-1 0-1 0 0,0 0 1 0 0,0 0 0 0 0,0-1 0 0 0,0 1 0 0 0,0 0 0 0 0,0 0 0 0 0,0 0 0 0 0,-1-1-1 0 0,1 1 1 0 0,0 0 0 0 0,0 0 0 0 0,0-1 0 0 0,-1 1 0 0 0,1 0 0 0 0,0 0 0 0 0,-1 0-1 0 0,-16 37 352 0 0,14-33-232 0 0,-36 63 537 0 0,28-53-775 0 0,2 0 0 0 0,0 0-1 0 0,1 1 1 0 0,1 0-1 0 0,0 1 1 0 0,1 0 0 0 0,-6 28-1 0 0,11-35-3989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1.8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0 5529 0 0,'-2'9'5684'0'0,"2"14"-3617"0"0,0-21-1395 0 0,2 24 16 0 0,1 0 0 0 0,1 0 0 0 0,2-1-1 0 0,14 42 1 0 0,-7-24-291 0 0,57 173 1337 0 0,-29-94-757 0 0,-33-93-1105 0 0,-1 1 1 0 0,5 51-1 0 0,-12-80 26 0 0,0-1 0 0 0,0 1 0 0 0,0-1 1 0 0,0 0-1 0 0,1 1 0 0 0,-1-1 0 0 0,0 1 0 0 0,0-1 0 0 0,0 0 0 0 0,0 1 0 0 0,0-1 0 0 0,0 1 0 0 0,1-1 0 0 0,-1 0 0 0 0,0 1 0 0 0,0-1 0 0 0,1 0 0 0 0,-1 1 0 0 0,0-1 0 0 0,0 0 1 0 0,1 0-1 0 0,-1 1 0 0 0,0-1 0 0 0,1 0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2.2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1908 0 7370 0 0,'0'1'762'0'0,"0"0"-640"0"0,-2 0 320 0 0,0 1 0 0 0,0 0 1 0 0,0-1-1 0 0,0 1 0 0 0,-1-1 1 0 0,1 1-1 0 0,-1-1 0 0 0,-4 2 1 0 0,5-2-66 0 0,-38 15 1474 0 0,-1-2 1 0 0,0-1-1 0 0,-81 13 0 0 0,-134 3 405 0 0,63-10-1671 0 0,-64 17-489 0 0,-245 30-101 0 0,231-29-26 0 0,157-11-6467 0 0,70-14-560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2.7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60 9218 0 0,'-5'-7'1024'0'0,"0"-1"1"0"0,0 1-1 0 0,1-1 1 0 0,-5-9-1 0 0,4 5 2785 0 0,17 39-2505 0 0,-1 0 1 0 0,9 33-1 0 0,20 123-498 0 0,8 22-1767 0 0,-46-198 687 0 0,19 56-1022 0 0,-5-22-6240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3.0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23 382 456 0 0,'-5'-15'432'0'0,"0"-1"-1"0"0,2 1 1 0 0,-1-1-1 0 0,2 0 0 0 0,0 0 1 0 0,1 0-1 0 0,0 0 1 0 0,2 0-1 0 0,0 0 1 0 0,0 0-1 0 0,2 1 1 0 0,7-28-1 0 0,-8 34-93 0 0,0-1 0 0 0,1 1-1 0 0,0 0 1 0 0,1 0 0 0 0,0 0 0 0 0,0 0-1 0 0,1 0 1 0 0,12-15 0 0 0,-13 19-69 0 0,1 1 0 0 0,0-1 0 0 0,0 1 0 0 0,0 0 1 0 0,0 1-1 0 0,1-1 0 0 0,-1 1 0 0 0,1 0 1 0 0,0 0-1 0 0,0 1 0 0 0,0-1 0 0 0,0 1 0 0 0,0 1 1 0 0,10-2-1 0 0,-7 1-11 0 0,-1 1 1 0 0,1 0-1 0 0,-1 1 1 0 0,1 0-1 0 0,0 0 1 0 0,-1 1-1 0 0,1 0 1 0 0,-1 1-1 0 0,1 0 0 0 0,-1 0 1 0 0,10 4-1 0 0,-14-4-246 0 0,0 0 0 0 0,-1 0 0 0 0,1 0 0 0 0,-1 1 0 0 0,1-1 1 0 0,-1 1-1 0 0,0 0 0 0 0,0 0 0 0 0,-1 0 0 0 0,1 0 0 0 0,0 0 0 0 0,-1 1 0 0 0,0-1 0 0 0,0 1 0 0 0,0-1 0 0 0,0 1 0 0 0,0 0 0 0 0,-1 0 0 0 0,0 0 0 0 0,0 0 0 0 0,0 0 0 0 0,0 0 0 0 0,-1 0 0 0 0,1 0 0 0 0,-1 6 0 0 0,-1 15-206 0 0,0 1 0 0 0,-1 0 1 0 0,-2-1-1 0 0,-10 37 0 0 0,-39 96 978 0 0,32-98 900 0 0,18-42-337 0 0,3-18-1300 0 0,0 0 0 0 0,1 1 0 0 0,-1-1 0 0 0,0 0 0 0 0,0 0 0 0 0,0 1 0 0 0,1-1 0 0 0,-1 0 0 0 0,0 0 0 0 0,0 1 0 0 0,1-1 0 0 0,-1 0 0 0 0,0 0 0 0 0,0 0 0 0 0,1 1-1 0 0,-1-1 1 0 0,0 0 0 0 0,1 0 0 0 0,-1 0 0 0 0,0 0 0 0 0,1 0 0 0 0,-1 0 0 0 0,0 1 0 0 0,1-1 0 0 0,-1 0 0 0 0,0 0 0 0 0,1 0 0 0 0,-1 0 0 0 0,32-11 1345 0 0,-28 10-1447 0 0,72-34 734 0 0,-42 18-1639 0 0,2 1 0 0 0,71-20 1 0 0,-73 28-1409 0 0,4 1-4156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3.5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1 11522 0 0,'-1'0'148'0'0,"0"0"-1"0"0,1 0 1 0 0,-1 0-1 0 0,0 1 1 0 0,1-1-1 0 0,-1 0 1 0 0,1 0-1 0 0,-1 1 1 0 0,0-1-1 0 0,1 0 1 0 0,-1 1-1 0 0,1-1 1 0 0,-1 1-1 0 0,1-1 1 0 0,-1 1-1 0 0,1-1 1 0 0,-1 1-1 0 0,1-1 1 0 0,-1 1-1 0 0,1-1 1 0 0,0 1-1 0 0,-1 0 1 0 0,1-1-1 0 0,0 1 1 0 0,0 0-1 0 0,-1-1 1 0 0,1 1-1 0 0,0 0 1 0 0,0 0-1 0 0,-7 22 1473 0 0,7-23-1615 0 0,-2 11 414 0 0,1 0 1 0 0,0 0 0 0 0,1 0-1 0 0,0 0 1 0 0,0 0 0 0 0,4 19-1 0 0,19 69 137 0 0,-10-50-288 0 0,52 206-739 0 0,-54-215-251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3.9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28 222 10594 0 0,'0'0'63'0'0,"-1"-1"-1"0"0,0 1 0 0 0,1 0 0 0 0,-1 0 1 0 0,1 0-1 0 0,-1 0 0 0 0,0 0 0 0 0,1 0 1 0 0,-1 0-1 0 0,0 0 0 0 0,1 1 0 0 0,-1-1 1 0 0,0 0-1 0 0,1 0 0 0 0,-1 0 0 0 0,1 1 1 0 0,-1-1-1 0 0,0 0 0 0 0,1 1 0 0 0,-1-1 1 0 0,1 0-1 0 0,-1 1 0 0 0,1-1 0 0 0,-1 1 1 0 0,1-1-1 0 0,0 1 0 0 0,-1-1 0 0 0,1 1 1 0 0,0-1-1 0 0,-1 1 0 0 0,1 0 0 0 0,0-1 1 0 0,-1 1-1 0 0,1-1 0 0 0,0 1 0 0 0,0 0 1 0 0,0-1-1 0 0,0 1 0 0 0,0 0 0 0 0,-1-1 1 0 0,1 1-1 0 0,0-1 0 0 0,0 1 0 0 0,1 0 1 0 0,-1-1-1 0 0,0 1 0 0 0,0 0 0 0 0,0-1 1 0 0,1 2-1 0 0,-1 2 207 0 0,0 0 0 0 0,1 0 0 0 0,-1 0 0 0 0,1 0 0 0 0,0 0 0 0 0,3 8 0 0 0,2-4-173 0 0,-1 0 1 0 0,2-1-1 0 0,-1 0 0 0 0,1 0 1 0 0,0 0-1 0 0,0-1 0 0 0,0 0 0 0 0,1 0 1 0 0,0 0-1 0 0,0-1 0 0 0,16 6 1 0 0,-18-8-10 0 0,0 0 1 0 0,0 0-1 0 0,0-1 1 0 0,1 0 0 0 0,-1 0-1 0 0,1-1 1 0 0,0 0-1 0 0,-1 0 1 0 0,1 0 0 0 0,0-1-1 0 0,0 0 1 0 0,-1-1 0 0 0,1 1-1 0 0,0-1 1 0 0,-1 0-1 0 0,1-1 1 0 0,9-3 0 0 0,-13 3-1 0 0,1 0 1 0 0,-1-1-1 0 0,0 1 1 0 0,0-1 0 0 0,0 0-1 0 0,0 0 1 0 0,-1 0-1 0 0,1-1 1 0 0,-1 1 0 0 0,1-1-1 0 0,-1 1 1 0 0,0-1-1 0 0,-1 1 1 0 0,1-1 0 0 0,-1 0-1 0 0,1 0 1 0 0,-1 0-1 0 0,0 0 1 0 0,-1 0 0 0 0,1 0-1 0 0,-1 0 1 0 0,0-1-1 0 0,0 1 1 0 0,0 0 0 0 0,-1-4-1 0 0,0-9 215 0 0,-1 0 0 0 0,-1 0-1 0 0,0 1 1 0 0,-10-30 0 0 0,7 29-177 0 0,0-1 1 0 0,-1 1 0 0 0,-1 1-1 0 0,0 0 1 0 0,-17-24 0 0 0,23 37-246 0 0,-1 0 1 0 0,1 0-1 0 0,-1 0 0 0 0,0 1 1 0 0,0-1-1 0 0,0 1 1 0 0,0-1-1 0 0,0 1 0 0 0,-1 0 1 0 0,1 0-1 0 0,0 0 1 0 0,-1 1-1 0 0,0-1 0 0 0,1 1 1 0 0,-1 0-1 0 0,0 0 1 0 0,0 0-1 0 0,0 1 0 0 0,1-1 1 0 0,-1 1-1 0 0,0 0 1 0 0,0 0-1 0 0,0 0 0 0 0,0 1 1 0 0,0-1-1 0 0,0 1 1 0 0,1 0-1 0 0,-1 0 0 0 0,0 0 1 0 0,0 1-1 0 0,1-1 1 0 0,-6 4-1 0 0,2-1-244 0 0,0 0 0 0 0,1 1-1 0 0,-1-1 1 0 0,1 2 0 0 0,0-1 0 0 0,0 1 0 0 0,1 0-1 0 0,-1 0 1 0 0,1 0 0 0 0,-8 14 0 0 0,1 2 345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4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10 10594 0 0,'-10'-9'5584'0'0,"9"9"-5290"0"0,1 0-1 0 0,-1 0 1 0 0,0 0 0 0 0,1-1 0 0 0,-1 1 0 0 0,0 0 0 0 0,0 0 0 0 0,1 0 0 0 0,-2 1-1 0 0,1 0-115 0 0,1 0 0 0 0,-1 0 0 0 0,1-1-1 0 0,0 1 1 0 0,-1 0 0 0 0,1 0-1 0 0,0 0 1 0 0,0 0 0 0 0,0 0 0 0 0,-1 0-1 0 0,1 1 1 0 0,0-1 0 0 0,0 0-1 0 0,1 0 1 0 0,-1 0 0 0 0,0 1-1 0 0,10 46 245 0 0,-9-47-305 0 0,44 139 89 0 0,-25-83-277 0 0,-1 2 0 0 0,15 90 0 0 0,-34-144-365 0 0,1 0 1 0 0,-1 0-1 0 0,0 0 0 0 0,0 0 1 0 0,0 0-1 0 0,-1 0 1 0 0,-1 6-1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4.4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1 315 2304 0 0,'2'-15'441'0'0,"0"0"-1"0"0,1 0 0 0 0,1 0 0 0 0,0 0 0 0 0,1 1 0 0 0,1 0 0 0 0,0 0 0 0 0,1 0 0 0 0,0 0 0 0 0,1 1 1 0 0,1 1-1 0 0,10-13 0 0 0,-7 9 212 0 0,1 1 1 0 0,1 0-1 0 0,0 1 1 0 0,21-16 0 0 0,-32 26-462 0 0,1 1 1 0 0,0 0 0 0 0,0 1 0 0 0,1-1 0 0 0,-1 1 0 0 0,0 0-1 0 0,1 0 1 0 0,0 0 0 0 0,-1 0 0 0 0,1 1 0 0 0,0 0 0 0 0,0 0-1 0 0,0 0 1 0 0,-1 1 0 0 0,1-1 0 0 0,0 1 0 0 0,0 1 0 0 0,0-1-1 0 0,0 0 1 0 0,0 1 0 0 0,0 0 0 0 0,9 4 0 0 0,-11-4-138 0 0,0 1 0 0 0,0 1 1 0 0,0-1-1 0 0,-1 0 1 0 0,1 1-1 0 0,-1-1 1 0 0,1 1-1 0 0,-1 0 0 0 0,0 0 1 0 0,0 0-1 0 0,0 0 1 0 0,0 0-1 0 0,-1 0 0 0 0,0 1 1 0 0,1-1-1 0 0,-1 0 1 0 0,0 1-1 0 0,0-1 0 0 0,-1 1 1 0 0,1-1-1 0 0,-1 1 1 0 0,0-1-1 0 0,0 1 0 0 0,0 6 1 0 0,-1 10 114 0 0,-1 0 0 0 0,-1-1 0 0 0,-5 22 0 0 0,7-37-118 0 0,-24 84 562 0 0,16-63-124 0 0,2 1 0 0 0,1 0 1 0 0,-7 52-1 0 0,13-77-455 0 0,0 0 0 0 0,-1 0 0 0 0,1 0 1 0 0,0 0-1 0 0,0 0 0 0 0,0 1 1 0 0,0-1-1 0 0,0 0 0 0 0,0 0 0 0 0,0 0 1 0 0,0 0-1 0 0,1 0 0 0 0,-1 0 0 0 0,0 1 1 0 0,1-1-1 0 0,-1 0 0 0 0,1 0 1 0 0,-1 0-1 0 0,1 0 0 0 0,-1 0 0 0 0,1 0 1 0 0,0 0-1 0 0,-1-1 0 0 0,1 1 0 0 0,0 0 1 0 0,0 0-1 0 0,-1 0 0 0 0,1-1 0 0 0,0 1 1 0 0,0 0-1 0 0,0-1 0 0 0,0 1 1 0 0,0-1-1 0 0,0 1 0 0 0,0-1 0 0 0,0 0 1 0 0,1 1-1 0 0,-1-1 0 0 0,0 0 0 0 0,0 0 1 0 0,0 0-1 0 0,0 1 0 0 0,0-1 0 0 0,0-1 1 0 0,1 1-1 0 0,-1 0 0 0 0,0 0 1 0 0,0 0-1 0 0,0 0 0 0 0,0-1 0 0 0,0 1 1 0 0,0-1-1 0 0,2 0 0 0 0,8-3 35 0 0,-1-1 0 0 0,0 0 0 0 0,0-1 0 0 0,11-7 0 0 0,-15 9-41 0 0,171-102-818 0 0,-132 84-101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8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72 511 3225 0 0,'-28'-18'2506'0'0,"-16"-20"5210"0"0,44 38-7663 0 0,1 0-1 0 0,10-3 1152 0 0,14 3-437 0 0,-9 3-571 0 0,-1 1 1 0 0,0 1-1 0 0,0 1 0 0 0,0 0 0 0 0,0 1 0 0 0,-1 0 0 0 0,23 17 1 0 0,88 75 86 0 0,-100-77-106 0 0,18 19-158 0 0,23 19-20 0 0,-59-55 3 0 0,-1 0-1 0 0,2 0 0 0 0,-1 0 1 0 0,0-1-1 0 0,1-1 1 0 0,0 1-1 0 0,14 3 0 0 0,-21-6 28 0 0,0-1 0 0 0,0 0-1 0 0,0 1 1 0 0,1-1-1 0 0,-1 0 1 0 0,0 0 0 0 0,0 0-1 0 0,0 0 1 0 0,1 0-1 0 0,-1 0 1 0 0,0-1 0 0 0,0 1-1 0 0,0 0 1 0 0,1-1 0 0 0,-1 1-1 0 0,0-1 1 0 0,0 1-1 0 0,0-1 1 0 0,0 1 0 0 0,0-1-1 0 0,0 0 1 0 0,0 1-1 0 0,0-1 1 0 0,0 0 0 0 0,0 0-1 0 0,-1 0 1 0 0,1 0-1 0 0,0 0 1 0 0,0 0 0 0 0,-1 0-1 0 0,1 0 1 0 0,-1 0-1 0 0,1 0 1 0 0,-1 0 0 0 0,1 0-1 0 0,-1 0 1 0 0,1 0-1 0 0,-1-1 1 0 0,0 1 0 0 0,0 0-1 0 0,0 0 1 0 0,0 0-1 0 0,0-2 1 0 0,1-8 374 0 0,-1 0 0 0 0,0 0 0 0 0,-4-21 0 0 0,2 16-82 0 0,-10-97 823 0 0,4 42-1471 0 0,0-138-1 0 0,24 57-1450 0 0,-11 128 448 0 0,1 0 0 0 0,10-26 0 0 0,-7 28-4419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30 5529 0 0,'-1'-2'388'0'0,"1"1"0"0"0,0-1 0 0 0,-1 1 0 0 0,1-1 0 0 0,0 1 0 0 0,0-1 0 0 0,0 0-1 0 0,0 1 1 0 0,10-15 6256 0 0,-9 16-6538 0 0,7 15 1536 0 0,46 147 1399 0 0,-3-10-3642 0 0,-47-135 42 0 0,-4-10-744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5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27 366 3225 0 0,'-7'-26'972'0'0,"1"-1"1"0"0,1 0-1 0 0,1 0 0 0 0,1 0 1 0 0,2-32-1 0 0,1 47-382 0 0,1 1-1 0 0,1-1 1 0 0,0 1-1 0 0,1 0 1 0 0,0 0 0 0 0,7-17-1 0 0,-7 22-270 0 0,0 0-1 0 0,0 0 1 0 0,1 0-1 0 0,0 0 1 0 0,0 1 0 0 0,0 0-1 0 0,1 0 1 0 0,0 0-1 0 0,0 0 1 0 0,0 1-1 0 0,11-8 1 0 0,-15 12-278 0 0,-1-1-1 0 0,1 1 1 0 0,0-1 0 0 0,0 1-1 0 0,-1-1 1 0 0,1 1 0 0 0,0-1-1 0 0,0 1 1 0 0,0 0-1 0 0,-1-1 1 0 0,1 1 0 0 0,0 0-1 0 0,0 0 1 0 0,0 0 0 0 0,0 0-1 0 0,0 0 1 0 0,-1 0 0 0 0,1 0-1 0 0,0 0 1 0 0,0 0 0 0 0,0 0-1 0 0,0 0 1 0 0,0 1 0 0 0,-1-1-1 0 0,1 0 1 0 0,0 0 0 0 0,0 1-1 0 0,0-1 1 0 0,-1 1 0 0 0,1-1-1 0 0,1 1 1 0 0,-1 1 2 0 0,0 0-1 0 0,1 0 1 0 0,-1 0 0 0 0,0 0 0 0 0,0 0-1 0 0,-1 0 1 0 0,1 0 0 0 0,0 0 0 0 0,-1 1-1 0 0,1-1 1 0 0,0 4 0 0 0,0 7 14 0 0,-1-1 1 0 0,0 0-1 0 0,-2 18 0 0 0,-5 7-208 0 0,-22 66 0 0 0,17-63 92 0 0,12-40 78 0 0,0 1 1 0 0,-1-1 0 0 0,1 1-1 0 0,0-1 1 0 0,0 1-1 0 0,0-1 1 0 0,0 1 0 0 0,0-1-1 0 0,0 1 1 0 0,0-1 0 0 0,1 1-1 0 0,-1-1 1 0 0,0 1-1 0 0,0-1 1 0 0,0 1 0 0 0,0-1-1 0 0,1 1 1 0 0,-1-1 0 0 0,0 1-1 0 0,1-1 1 0 0,-1 1-1 0 0,0-1 1 0 0,1 0 0 0 0,-1 1-1 0 0,0-1 1 0 0,1 1 0 0 0,-1-1-1 0 0,1 0 1 0 0,-1 0-1 0 0,1 1 1 0 0,-1-1 0 0 0,1 0-1 0 0,-1 0 1 0 0,1 1 0 0 0,-1-1-1 0 0,1 0 1 0 0,-1 0-1 0 0,1 0 1 0 0,-1 0 0 0 0,1 0-1 0 0,-1 0 1 0 0,1 0 0 0 0,-1 0-1 0 0,1 0 1 0 0,-1 0-1 0 0,1 0 1 0 0,-1 0 0 0 0,1 0-1 0 0,35-4 985 0 0,-27 2-793 0 0,141-6-967 0 0,-78 6-2570 0 0,-44 0 1904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7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5065 0 0,'2'8'4469'0'0,"3"14"-2754"0"0,3 30 577 0 0,-4-25-1334 0 0,11 42 0 0 0,-12-60-1123 0 0,0 0 0 0 0,1 0-1 0 0,-1-1 1 0 0,2 0 0 0 0,-1 0 0 0 0,1 0-1 0 0,1 0 1 0 0,9 11 0 0 0,-3-7-4859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39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3 120 3225 0 0,'-1'-4'411'0'0,"0"1"-1"0"0,1-1 1 0 0,0 1 0 0 0,-1-1 0 0 0,1 1 0 0 0,1-1 0 0 0,-1 0-1 0 0,0 1 1 0 0,1-1 0 0 0,0 1 0 0 0,0-1 0 0 0,0 1 0 0 0,0 0 0 0 0,0-1-1 0 0,1 1 1 0 0,0 0 0 0 0,-1 0 0 0 0,1 0 0 0 0,5-5 0 0 0,-5 4-340 0 0,1 0 1 0 0,0 0 0 0 0,0 1 0 0 0,1-1 0 0 0,-1 1 0 0 0,1 0-1 0 0,0 0 1 0 0,0 0 0 0 0,0 0 0 0 0,0 1 0 0 0,0 0-1 0 0,0 0 1 0 0,1 0 0 0 0,-1 0 0 0 0,6-1 0 0 0,-8 4-104 0 0,0-1 0 0 0,0 0 0 0 0,0 1 1 0 0,0-1-1 0 0,0 1 0 0 0,-1 0 0 0 0,1 0 1 0 0,0 0-1 0 0,0 0 0 0 0,0 0 0 0 0,-1 0 1 0 0,1 0-1 0 0,-1 0 0 0 0,1 1 0 0 0,-1-1 1 0 0,1 1-1 0 0,-1-1 0 0 0,0 1 0 0 0,0-1 0 0 0,1 1 1 0 0,-1 0-1 0 0,0 0 0 0 0,-1-1 0 0 0,1 1 1 0 0,0 0-1 0 0,0 2 0 0 0,5 12 86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1 175 7834 0 0,'0'1'64'0'0,"1"-1"0"0"0,-1 0 0 0 0,1 0 0 0 0,-1 0 0 0 0,1 1 0 0 0,-1-1 0 0 0,1 0 0 0 0,0 0 0 0 0,-1 0 0 0 0,1 0 0 0 0,-1 0 0 0 0,1 0 0 0 0,-1 0 0 0 0,1 0 0 0 0,-1 0 0 0 0,1 0 0 0 0,0-1 0 0 0,-1 1 1 0 0,1 0-1 0 0,-1 0 0 0 0,1 0 0 0 0,-1-1 0 0 0,1 1 0 0 0,-1 0 0 0 0,1 0 0 0 0,-1-1 0 0 0,0 1 0 0 0,1-1 0 0 0,-1 1 0 0 0,1 0 0 0 0,-1-1 0 0 0,22-17 1614 0 0,-18 15-1542 0 0,69-60 718 0 0,-4-5-4502 0 0,-52 49 3227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4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13 139 3225 0 0,'-1'-1'54'0'0,"0"1"0"0"0,1-1-1 0 0,-1 1 1 0 0,0-1 0 0 0,0 0 0 0 0,0 1 0 0 0,1-1 0 0 0,-1 0 0 0 0,0 0 0 0 0,1 1 0 0 0,-1-1 0 0 0,1 0 0 0 0,-1 0-1 0 0,1 0 1 0 0,-1 0 0 0 0,1 0 0 0 0,0 1 0 0 0,-1-1 0 0 0,1 0 0 0 0,0 0 0 0 0,0 0 0 0 0,0 0 0 0 0,-1-2 0 0 0,1 0 251 0 0,1 0 1 0 0,-1 0 0 0 0,0 0-1 0 0,1 0 1 0 0,0 0 0 0 0,-1 0-1 0 0,3-5 1 0 0,0 1 490 0 0,1 0 0 0 0,-1 1-1 0 0,1-1 1 0 0,0 1 0 0 0,0 0 0 0 0,6-6 0 0 0,-6 8-374 0 0,0 0 1 0 0,1 0-1 0 0,0 0 1 0 0,-1 1-1 0 0,1 0 1 0 0,0 0-1 0 0,1 0 1 0 0,-1 0-1 0 0,9-3 1 0 0,-12 6-378 0 0,0 0 0 0 0,-1-1 0 0 0,1 1 0 0 0,0 0-1 0 0,0 0 1 0 0,-1 0 0 0 0,1 0 0 0 0,0 0 0 0 0,0 1 0 0 0,-1-1 0 0 0,1 0 0 0 0,0 1 0 0 0,-1 0 0 0 0,1-1-1 0 0,-1 1 1 0 0,1 0 0 0 0,0-1 0 0 0,-1 1 0 0 0,0 0 0 0 0,1 0 0 0 0,-1 0 0 0 0,1 1 0 0 0,-1-1 0 0 0,0 0-1 0 0,0 0 1 0 0,0 1 0 0 0,0-1 0 0 0,0 1 0 0 0,0-1 0 0 0,0 1 0 0 0,0-1 0 0 0,-1 1 0 0 0,1-1 0 0 0,0 1-1 0 0,-1 0 1 0 0,1 2 0 0 0,4 14 16 0 0,0 0 0 0 0,-1 0 0 0 0,-1 0 0 0 0,-1 1 1 0 0,0 35-1 0 0,-15 93-339 0 0,8-115 215 0 0,1 0 0 0 0,2 1 0 0 0,1-1 0 0 0,1 1 0 0 0,9 58 0 0 0,-7-85 81 0 0,-1 0 0 0 0,1 1-1 0 0,0-1 1 0 0,1 0 0 0 0,-1-1 0 0 0,7 11 0 0 0,-7-13-135 0 0,0-1 0 0 0,0 1 0 0 0,0-1 0 0 0,0 0 0 0 0,0 0 0 0 0,0 0 0 0 0,1 0 0 0 0,-1-1 0 0 0,1 1 0 0 0,-1 0 0 0 0,1-1 0 0 0,-1 0 0 0 0,1 0 0 0 0,0 0 0 0 0,0 0 0 0 0,5 1-1 0 0,7 0-5755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0.5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20 11522 0 0,'2'-1'1025'0'0,"1"0"-825"0"0,-1-1-200 0 0,0 1 0 0 0,0 1 176 0 0,0-1-8 0 0,2-2 0 0 0,2 1 0 0 0,3-2-352 0 0,0 1-72 0 0,-1 2-8 0 0,-1 1-8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2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33 395 5985 0 0,'-10'-14'1063'0'0,"7"11"-188"0"0,1-1 1 0 0,-1 1-1 0 0,1-1 1 0 0,-1 0-1 0 0,1 0 0 0 0,0 0 1 0 0,1-1-1 0 0,-1 1 1 0 0,-1-5-1 0 0,3 8-779 0 0,1 1 0 0 0,-1 0 0 0 0,0-1-1 0 0,1 1 1 0 0,-1 0 0 0 0,0 0 0 0 0,1-1 0 0 0,-1 1 0 0 0,0 0-1 0 0,1 0 1 0 0,-1-1 0 0 0,1 1 0 0 0,-1 0 0 0 0,0 0 0 0 0,1 0-1 0 0,-1 0 1 0 0,1 0 0 0 0,-1 0 0 0 0,0-1 0 0 0,1 1 0 0 0,-1 0-1 0 0,1 0 1 0 0,-1 0 0 0 0,1 0 0 0 0,-1 1 0 0 0,0-1 0 0 0,1 0-1 0 0,-1 0 1 0 0,1 0 0 0 0,-1 0 0 0 0,1 0 0 0 0,-1 0 0 0 0,0 1-1 0 0,1-1 1 0 0,-1 0 0 0 0,0 0 0 0 0,1 1 0 0 0,-1-1 0 0 0,0 0-1 0 0,1 1 1 0 0,-1-1 0 0 0,0 0 0 0 0,1 1 0 0 0,18 11 565 0 0,1 9-324 0 0,0 1-1 0 0,26 40 1 0 0,-25-33-223 0 0,32 35 0 0 0,-26-36-92 0 0,1-1 0 0 0,52 38 0 0 0,-70-58-5 0 0,1 0 0 0 0,-1-1 0 0 0,1 0 0 0 0,1 0 0 0 0,-1-1 1 0 0,1 0-1 0 0,0-1 0 0 0,0-1 0 0 0,0 0 0 0 0,1-1 0 0 0,-1 0 0 0 0,17 0 0 0 0,-24-2-26 0 0,-1 0-1 0 0,1 0 0 0 0,0-1 1 0 0,0 0-1 0 0,-1 0 1 0 0,1 0-1 0 0,0 0 1 0 0,-1-1-1 0 0,1 0 1 0 0,-1 0-1 0 0,0 0 1 0 0,0-1-1 0 0,1 1 1 0 0,-1-1-1 0 0,-1 0 0 0 0,1 0 1 0 0,3-4-1 0 0,-2 1 16 0 0,-1 1 0 0 0,0-1 0 0 0,0-1 0 0 0,-1 1 0 0 0,0 0 0 0 0,0-1 0 0 0,0 0 0 0 0,-1 1 0 0 0,0-1 0 0 0,2-10 0 0 0,-1-12 37 0 0,0 0 1 0 0,-2-1 0 0 0,-2 1 0 0 0,-4-41-1 0 0,4 65-44 0 0,-3-39-32 0 0,-9-129 82 0 0,12 137-963 0 0,2 1-1 0 0,10-67 1 0 0,-4 77-1490 0 0,-4 21 1173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3681 0 0,'13'34'5490'0'0,"19"34"1"0"0,7 18-1704 0 0,2 12-2731 0 0,-22-59-1432 0 0,-3 1-1 0 0,13 46 1 0 0,-25-69-4100 0 0,-2-1-1502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1.8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47 9674 0 0,'0'-2'82'0'0,"1"0"0"0"0,-1-1 0 0 0,1 1 0 0 0,0 0 0 0 0,0-1 0 0 0,0 1 0 0 0,0 0 0 0 0,0 0 0 0 0,1 0 0 0 0,-1 0 0 0 0,1 0 0 0 0,-1 0 0 0 0,1 0 0 0 0,0 1 0 0 0,-1-1 0 0 0,1 0 0 0 0,0 1 0 0 0,0-1 0 0 0,4-1 0 0 0,-5 2-9 0 0,0 1 0 0 0,0-1-1 0 0,0 1 1 0 0,0-1 0 0 0,0 1-1 0 0,0-1 1 0 0,0 1 0 0 0,0 0-1 0 0,0-1 1 0 0,0 1 0 0 0,0 0-1 0 0,0 0 1 0 0,0 0 0 0 0,0 0-1 0 0,0 0 1 0 0,0 0 0 0 0,0 0-1 0 0,0 0 1 0 0,0 0 0 0 0,0 0-1 0 0,0 0 1 0 0,0 1 0 0 0,0-1-1 0 0,0 0 1 0 0,0 1 0 0 0,0-1-1 0 0,0 1 1 0 0,0-1 0 0 0,0 1-1 0 0,0 0 1 0 0,0-1 0 0 0,-1 1-1 0 0,1 0 1 0 0,0 0 0 0 0,0-1-1 0 0,-1 1 1 0 0,1 0 0 0 0,-1 0-1 0 0,1 0 1 0 0,-1 0 0 0 0,1 0-1 0 0,-1 0 1 0 0,1 0 0 0 0,-1 0-1 0 0,0 0 1 0 0,1 2 0 0 0,1 8 122 0 0,-1 0-1 0 0,-1 1 1 0 0,1-1 0 0 0,-2 1-1 0 0,0-1 1 0 0,0 0 0 0 0,-1 1-1 0 0,0-1 1 0 0,-6 17 0 0 0,3-10 353 0 0,1 1 1 0 0,-2 22 0 0 0,6-40-481 0 0,0 0 0 0 0,-1 0 1 0 0,1-1-1 0 0,0 1 0 0 0,0 0 0 0 0,0 0 1 0 0,0 0-1 0 0,0 0 0 0 0,0 0 1 0 0,0 0-1 0 0,1 0 0 0 0,-1 0 1 0 0,0-1-1 0 0,0 1 0 0 0,1 0 1 0 0,-1 0-1 0 0,1 0 0 0 0,-1 0 1 0 0,0-1-1 0 0,1 1 0 0 0,0 0 1 0 0,-1 0-1 0 0,1-1 0 0 0,-1 1 1 0 0,1 0-1 0 0,0-1 0 0 0,-1 1 0 0 0,2 0 1 0 0,-1-1 5 0 0,1 0 1 0 0,-1 1-1 0 0,1-1 1 0 0,-1 0 0 0 0,1 0-1 0 0,-1-1 1 0 0,1 1-1 0 0,-1 0 1 0 0,1 0-1 0 0,-1-1 1 0 0,1 1 0 0 0,-1-1-1 0 0,0 1 1 0 0,1-1-1 0 0,1-1 1 0 0,6-3 119 0 0,1-1 0 0 0,-1 0 0 0 0,11-10 0 0 0,-7 4-167 0 0,-1 1-256 0 0,0 0 0 0 0,1 0 0 0 0,1 2 0 0 0,-1-1 0 0 0,1 2 0 0 0,1 0 0 0 0,0 0 0 0 0,18-6 0 0 0,-13 10-1094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1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5985 0 0,'4'-5'946'0'0,"1"1"0"0"0,-1 0 0 0 0,1 0 1 0 0,0 1-1 0 0,1-1 0 0 0,-1 1 0 0 0,0 0 0 0 0,1 1 0 0 0,6-3 0 0 0,-11 5-862 0 0,1-1-1 0 0,0 1 1 0 0,-1-1-1 0 0,1 1 1 0 0,0 0 0 0 0,-1 0-1 0 0,1 0 1 0 0,-1 0 0 0 0,1 0-1 0 0,0 0 1 0 0,-1 1-1 0 0,1-1 1 0 0,0 0 0 0 0,-1 1-1 0 0,1-1 1 0 0,-1 1 0 0 0,1 0-1 0 0,-1-1 1 0 0,1 1-1 0 0,-1 0 1 0 0,1 0 0 0 0,-1 0-1 0 0,0 0 1 0 0,1 0 0 0 0,-1 0-1 0 0,0 0 1 0 0,0 1-1 0 0,0-1 1 0 0,0 0 0 0 0,0 1-1 0 0,0-1 1 0 0,0 1-1 0 0,-1-1 1 0 0,1 1 0 0 0,-1-1-1 0 0,2 4 1 0 0,2 9-53 0 0,-1 0-1 0 0,0 0 1 0 0,1 21 0 0 0,-4-25-32 0 0,1 0-1 0 0,0-1 1 0 0,0 1 0 0 0,1 0 0 0 0,1-1 0 0 0,0 0 0 0 0,0 1 0 0 0,1-1 0 0 0,5 11 0 0 0,-8-20 2 0 0,-1 1-1 0 0,0 0 1 0 0,0-1 0 0 0,1 1-1 0 0,-1-1 1 0 0,1 1 0 0 0,-1-1-1 0 0,0 1 1 0 0,1-1 0 0 0,-1 1-1 0 0,1-1 1 0 0,-1 1 0 0 0,1-1-1 0 0,-1 0 1 0 0,1 1 0 0 0,-1-1-1 0 0,1 0 1 0 0,0 0 0 0 0,-1 1-1 0 0,1-1 1 0 0,-1 0 0 0 0,1 0-1 0 0,0 0 1 0 0,-1 0 0 0 0,1 0-1 0 0,0 1 1 0 0,-1-1 0 0 0,1 0-1 0 0,0-1 1 0 0,-1 1 0 0 0,1 0-1 0 0,0 0 1 0 0,-1 0 0 0 0,2-1-1 0 0,15-16-397 0 0,-14 13 142 0 0,8-10-428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92 9674 0 0,'-2'0'280'0'0,"0"0"0"0"0,0 0 0 0 0,0 0 0 0 0,0 0 0 0 0,0 0 0 0 0,0 0 0 0 0,0-1 0 0 0,0 1-1 0 0,0-1 1 0 0,0 1 0 0 0,0-1 0 0 0,0 0 0 0 0,0 0 0 0 0,1 0 0 0 0,-4-2 0 0 0,5 2-138 0 0,-1 0 0 0 0,1 0 1 0 0,0 0-1 0 0,-1 0 0 0 0,1 0 0 0 0,0 0 1 0 0,0-1-1 0 0,0 1 0 0 0,0 0 0 0 0,0 0 1 0 0,0 0-1 0 0,0 0 0 0 0,0 0 0 0 0,0 0 0 0 0,1 0 1 0 0,-1-1-1 0 0,0 1 0 0 0,1 0 0 0 0,-1 0 1 0 0,1 0-1 0 0,-1 0 0 0 0,1 0 0 0 0,-1 0 1 0 0,1 0-1 0 0,0 1 0 0 0,-1-1 0 0 0,1 0 0 0 0,0 0 1 0 0,1-1-1 0 0,4-4-541 0 0,-1-1 0 0 0,1 1 0 0 0,1 0 0 0 0,-1 1 0 0 0,12-9 0 0 0,-7 8-496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4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0 143 8754 0 0,'1'0'140'0'0,"0"0"0"0"0,0 0 0 0 0,0 0 1 0 0,-1 0-1 0 0,1 0 0 0 0,0-1 0 0 0,0 1 1 0 0,0 0-1 0 0,0 0 0 0 0,0-1 0 0 0,-1 1 0 0 0,1 0 1 0 0,0-1-1 0 0,0 1 0 0 0,0-1 0 0 0,-1 1 0 0 0,1-1 1 0 0,0 1-1 0 0,-1-1 0 0 0,1 1 0 0 0,1-2 0 0 0,21-15 869 0 0,24-25-1812 0 0,-28 24 112 0 0,1 1-1 0 0,24-16 1 0 0,-32 25 691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 4609 0 0,'4'1'496'0'0,"0"-1"1"0"0,-1 0-1 0 0,1 0 1 0 0,0 0-1 0 0,0 0 1 0 0,-1-1-1 0 0,1 1 1 0 0,4-2-1 0 0,3 0 121 0 0,-5 2-383 0 0,-1 0 1 0 0,1 0-1 0 0,0 1 0 0 0,0-1 0 0 0,0 2 1 0 0,0-1-1 0 0,-1 0 0 0 0,1 1 1 0 0,-1 0-1 0 0,1 0 0 0 0,-1 1 0 0 0,0 0 1 0 0,0 0-1 0 0,0 0 0 0 0,0 0 1 0 0,0 1-1 0 0,-1-1 0 0 0,8 10 0 0 0,5 5 59 0 0,-2 1 0 0 0,0 1-1 0 0,14 27 1 0 0,-13-21 242 0 0,-8-15-533 0 0,-1 1 0 0 0,-1 0-1 0 0,0 0 1 0 0,8 23-1 0 0,-10-16-5610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7:42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9218 0 0,'3'4'816'0'0,"-2"-1"-656"0"0,1 1-160 0 0,5-3-1784 0 0,-2-2-393 0 0,0-2-71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0 270 3681 0 0,'16'-110'3445'0'0,"3"-36"2840"0"0,-15 132-4040 0 0,1 23-796 0 0,3 22-506 0 0,0 282 1124 0 0,-7-85-1832 0 0,34 220-169 0 0,0-2-54 0 0,-27-294-12 0 0,49 263 0 0 0,-56-410-8 0 0,27 151 120 0 0,-25-133-15 0 0,-1 1-1 0 0,-2-1 1 0 0,0 0 0 0 0,-6 42-1 0 0,5-64-53 0 0,-6 30-543 0 0,7-30 457 0 0,-1 1 0 0 0,1-1 0 0 0,0 0 0 0 0,-1 0 0 0 0,1 1 0 0 0,-1-1 0 0 0,1 0 0 0 0,-1 0 0 0 0,0 0-1 0 0,1 0 1 0 0,-1 0 0 0 0,0 0 0 0 0,0 0 0 0 0,0 0 0 0 0,0 0 0 0 0,0 0 0 0 0,0 0 0 0 0,0-1 0 0 0,0 1 0 0 0,-1 0 0 0 0,-3-1-31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3045 111 5529 0 0,'6'-11'-15'0'0,"-2"4"751"0"0,-1 1 0 0 0,1-1 0 0 0,-1 0 0 0 0,-1 0 0 0 0,3-11 0 0 0,-5 17-594 0 0,1-1 0 0 0,-1 1 0 0 0,0 0 0 0 0,0-1 0 0 0,0 1 0 0 0,0 0 0 0 0,0-1-1 0 0,-1 1 1 0 0,1 0 0 0 0,0-1 0 0 0,0 1 0 0 0,-1 0 0 0 0,1 0 0 0 0,-1-1 0 0 0,0 1 0 0 0,1 0-1 0 0,-1 0 1 0 0,0 0 0 0 0,1 0 0 0 0,-1 0 0 0 0,0 0 0 0 0,0 0 0 0 0,0 0 0 0 0,0 0-1 0 0,0 0 1 0 0,0 0 0 0 0,0 1 0 0 0,0-1 0 0 0,-1 0 0 0 0,1 1 0 0 0,0-1 0 0 0,0 1 0 0 0,0-1-1 0 0,-1 1 1 0 0,1-1 0 0 0,0 1 0 0 0,-2 0 0 0 0,-26-5 677 0 0,-1 2-1 0 0,1 1 1 0 0,-55 2-1 0 0,15 2-394 0 0,-741 26 2091 0 0,-339 45-2349 0 0,1058-68-173 0 0,-351 29-274 0 0,367-22-1751 0 0,-125 39 1 0 0,164-39-4325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5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 10594 0 0,'-5'-14'1042'0'0,"10"13"538"0"0,-3 3-1326 0 0,0-1 0 0 0,0 1 1 0 0,0 0-1 0 0,-1 0 1 0 0,1 0-1 0 0,0 0 0 0 0,-1 0 1 0 0,0 0-1 0 0,2 3 0 0 0,12 31 717 0 0,-1-1-1 0 0,14 61 0 0 0,8 80 26 0 0,-21-96-627 0 0,34 209 540 0 0,42 184 352 0 0,-88-461-1294 0 0,61 280-1628 0 0,-61-268-5703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5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3 6913 0 0,'-12'-1'748'0'0,"0"0"0"0"0,-1 0-1 0 0,1 1 1 0 0,0 1-1 0 0,-1 0 1 0 0,1 0-1 0 0,0 1 1 0 0,0 1-1 0 0,0 0 1 0 0,0 1 0 0 0,-21 9-1 0 0,19-5-298 0 0,0-1 0 0 0,1 2 0 0 0,0 0 0 0 0,0 0 0 0 0,1 1 0 0 0,0 1-1 0 0,1 0 1 0 0,-19 23 0 0 0,29-33-418 0 0,0 0 0 0 0,0 0-1 0 0,1 0 1 0 0,-1 0 0 0 0,0 0 0 0 0,1 0-1 0 0,-1 0 1 0 0,0 0 0 0 0,1 0-1 0 0,0 0 1 0 0,-1 1 0 0 0,1-1 0 0 0,0 0-1 0 0,-1 0 1 0 0,1 0 0 0 0,0 1-1 0 0,0-1 1 0 0,0 0 0 0 0,0 0 0 0 0,0 0-1 0 0,0 1 1 0 0,0-1 0 0 0,1 0-1 0 0,-1 0 1 0 0,1 2 0 0 0,0-2-15 0 0,0 1 1 0 0,1-1 0 0 0,-1 1-1 0 0,0-1 1 0 0,1 0-1 0 0,-1 1 1 0 0,1-1 0 0 0,-1 0-1 0 0,1 0 1 0 0,0 0 0 0 0,-1 0-1 0 0,1 0 1 0 0,0-1-1 0 0,2 2 1 0 0,10 1 3 0 0,-1 0-1 0 0,1 0 1 0 0,21 0 0 0 0,-28-2 62 0 0,9 0-61 0 0,0-1-33 0 0,-1 1 0 0 0,1 1 1 0 0,0 1-1 0 0,-1 0 0 0 0,1 1 1 0 0,-1 0-1 0 0,28 13 1 0 0,-42-16-26 0 0,0 0 0 0 0,1 0 0 0 0,-1 0 0 0 0,0 0 0 0 0,0 0 1 0 0,0 0-1 0 0,0 0 0 0 0,0 1 0 0 0,-1-1 0 0 0,1 0 1 0 0,0 0-1 0 0,0 1 0 0 0,-1-1 0 0 0,1 1 0 0 0,-1-1 1 0 0,1 1-1 0 0,-1-1 0 0 0,0 1 0 0 0,0-1 0 0 0,1 1 1 0 0,-1-1-1 0 0,0 1 0 0 0,0-1 0 0 0,0 1 0 0 0,-1-1 1 0 0,1 1-1 0 0,0-1 0 0 0,-1 1 0 0 0,1-1 0 0 0,-1 0 1 0 0,1 1-1 0 0,-1-1 0 0 0,1 1 0 0 0,-1-1 0 0 0,0 0 1 0 0,-1 2-1 0 0,-4 7-201 0 0,-1 1 0 0 0,0-1 1 0 0,-14 13-1 0 0,12-12 54 0 0,-85 89-248 0 0,60-67 384 0 0,-51 65 0 0 0,80-92 60 0 0,1 0 0 0 0,0 1 0 0 0,0-1 1 0 0,0 1-1 0 0,-4 14 0 0 0,8-20-16 0 0,-1 0 1 0 0,1 0-1 0 0,0 1 0 0 0,-1-1 1 0 0,1 0-1 0 0,0 0 0 0 0,0 1 1 0 0,0-1-1 0 0,0 0 0 0 0,0 0 1 0 0,1 1-1 0 0,-1-1 0 0 0,0 0 1 0 0,1 0-1 0 0,-1 0 0 0 0,0 1 1 0 0,1-1-1 0 0,-1 0 0 0 0,1 0 1 0 0,0 0-1 0 0,-1 0 0 0 0,1 0 1 0 0,0 0-1 0 0,0 0 0 0 0,0 0 1 0 0,0 0-1 0 0,-1-1 0 0 0,1 1 1 0 0,0 0-1 0 0,0 0 0 0 0,1-1 1 0 0,-1 1-1 0 0,0-1 0 0 0,0 1 1 0 0,0-1-1 0 0,0 1 0 0 0,0-1 1 0 0,1 0-1 0 0,-1 1 0 0 0,0-1 1 0 0,0 0-1 0 0,1 0 1 0 0,1 0-1 0 0,16 2-282 0 0,-1-1 0 0 0,29-2 0 0 0,-31 0 47 0 0,0 1 1 0 0,1 0-1 0 0,-1 1 0 0 0,17 4 1 0 0,-29-5 151 0 0,-1 1 0 0 0,1 0 0 0 0,-1 0 1 0 0,1 0-1 0 0,-1 1 0 0 0,1-1 0 0 0,-1 1 1 0 0,0-1-1 0 0,1 1 0 0 0,-1 0 0 0 0,0 1 1 0 0,0-1-1 0 0,-1 0 0 0 0,1 1 0 0 0,0 0 1 0 0,-1-1-1 0 0,4 6 0 0 0,-5-5 38 0 0,1 1 1 0 0,-1 0-1 0 0,0-1 0 0 0,0 1 0 0 0,0 0 1 0 0,-1 0-1 0 0,1 0 0 0 0,-1 0 1 0 0,0 0-1 0 0,0 0 0 0 0,0 0 0 0 0,0 0 1 0 0,-1-1-1 0 0,0 1 0 0 0,0 0 1 0 0,-1 5-1 0 0,-6 12 262 0 0,0-1 0 0 0,-1 0 0 0 0,-20 32 1 0 0,18-35-839 0 0,1 1 1 0 0,1 0 0 0 0,1 1 0 0 0,-8 26-1 0 0,16-44 521 0 0,-1-1-21 0 0,1 0 1 0 0,0 1 0 0 0,0-1-1 0 0,0 1 1 0 0,-1-1 0 0 0,1 0-1 0 0,0 1 1 0 0,0-1-1 0 0,0 0 1 0 0,0 1 0 0 0,0-1-1 0 0,0 1 1 0 0,0-1 0 0 0,0 0-1 0 0,0 1 1 0 0,0-1 0 0 0,0 1-1 0 0,0-1 1 0 0,0 1 0 0 0,0-1-1 0 0,0 0 1 0 0,0 1-1 0 0,0-1 1 0 0,1 0 0 0 0,-1 1-1 0 0,0-1 1 0 0,0 0 0 0 0,0 1-1 0 0,1-1 1 0 0,-1 0 0 0 0,0 1-1 0 0,1-1 1 0 0,-1 0-1 0 0,0 1 1 0 0,0-1 0 0 0,1 0-1 0 0,0 1 1 0 0,3-2-923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6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0,'10'19'1443'0'0,"0"1"1"0"0,-2 0-1 0 0,0 0 0 0 0,-2 0 1 0 0,0 1-1 0 0,3 23 1 0 0,2 5-143 0 0,87 414 5760 0 0,-58-257-5887 0 0,-18-97-1724 0 0,12 196 1 0 0,-32-267-7262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6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61 5065 0 0,'-6'0'209'0'0,"0"1"0"0"0,0 0 0 0 0,-1 1 0 0 0,1-1 0 0 0,0 1 0 0 0,0 1 0 0 0,1-1 0 0 0,-11 6-1 0 0,42-8 1305 0 0,466-67 1102 0 0,-219 54-918 0 0,512 43 0 0 0,-615-12-1131 0 0,382 48-148 0 0,-8 46-962 0 0,-474-92-904 0 0,-39-12-3417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 9218 0 0,'-12'-2'6743'0'0,"11"3"-6600"0"0,-3 19 1673 0 0,7 30-680 0 0,45 206 1247 0 0,18 128-1513 0 0,-10 17-538 0 0,-10-86-312 0 0,-43-290-61 0 0,-1 1 1 0 0,-1 0 0 0 0,-5 48-1 0 0,-9-10-6759 0 0,5-43 47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7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 6913 0 0,'-10'-1'5998'0'0,"-24"5"-5023"0"0,22-2 173 0 0,-6 1-561 0 0,0 1 1 0 0,1 1-1 0 0,-1 1 1 0 0,1 0-1 0 0,0 1 1 0 0,1 1-1 0 0,0 0 1 0 0,0 2-1 0 0,1-1 0 0 0,0 2 1 0 0,-19 18-1 0 0,33-29-580 0 0,1 1-1 0 0,-1-1 0 0 0,1 1 0 0 0,-1-1 0 0 0,1 1 1 0 0,-1-1-1 0 0,1 1 0 0 0,-1 0 0 0 0,1-1 0 0 0,0 1 1 0 0,-1 0-1 0 0,1-1 0 0 0,0 1 0 0 0,0 0 0 0 0,0-1 1 0 0,-1 1-1 0 0,1 0 0 0 0,0 0 0 0 0,0-1 1 0 0,0 1-1 0 0,0 0 0 0 0,0 0 0 0 0,0-1 0 0 0,1 1 1 0 0,-1 0-1 0 0,0-1 0 0 0,0 1 0 0 0,0 0 0 0 0,1 0 1 0 0,-1 0-1 0 0,2 1 6 0 0,-1 0 0 0 0,1 0 0 0 0,-1 0 0 0 0,1 0 0 0 0,0-1-1 0 0,0 1 1 0 0,0 0 0 0 0,0-1 0 0 0,3 2 0 0 0,5 3-62 0 0,0-1 0 0 0,0-1 0 0 0,13 4 0 0 0,70 12-405 0 0,-74-17 414 0 0,0 0 1 0 0,-1 1-1 0 0,1 1 0 0 0,-1 0 1 0 0,0 2-1 0 0,28 13 0 0 0,-45-19 41 0 0,1 0 0 0 0,-1 0-1 0 0,0 0 1 0 0,0 0-1 0 0,0 1 1 0 0,0-1 0 0 0,0 0-1 0 0,0 0 1 0 0,0 1 0 0 0,0-1-1 0 0,0 1 1 0 0,-1-1 0 0 0,1 1-1 0 0,-1-1 1 0 0,1 1-1 0 0,-1-1 1 0 0,1 1 0 0 0,-1-1-1 0 0,0 1 1 0 0,0-1 0 0 0,0 1-1 0 0,0 0 1 0 0,0-1 0 0 0,0 1-1 0 0,0-1 1 0 0,-1 1-1 0 0,1 0 1 0 0,0-1 0 0 0,-1 1-1 0 0,1-1 1 0 0,-1 1 0 0 0,0-1-1 0 0,1 1 1 0 0,-2 1 0 0 0,-4 7 2 0 0,0 0 1 0 0,-1 0-1 0 0,-12 15 1 0 0,12-17 3 0 0,-9 11 93 0 0,-1-2 1 0 0,-23 20-1 0 0,26-26-34 0 0,1 1 0 0 0,0 0 0 0 0,1 0 0 0 0,0 2 0 0 0,1-1 1 0 0,-11 20-1 0 0,21-32-70 0 0,1 0-1 0 0,-1 0 1 0 0,0 0 0 0 0,1 0 0 0 0,-1 0 0 0 0,1 0-1 0 0,-1 0 1 0 0,1 0 0 0 0,0 0 0 0 0,0 1 0 0 0,-1-1 0 0 0,1 0-1 0 0,0 0 1 0 0,0 0 0 0 0,0 1 0 0 0,0-1 0 0 0,0 0-1 0 0,0 0 1 0 0,1 0 0 0 0,-1 1 0 0 0,0-1 0 0 0,1 0 0 0 0,-1 0-1 0 0,1 0 1 0 0,0 2 0 0 0,0-2-14 0 0,0 0 0 0 0,1 0-1 0 0,-1 0 1 0 0,1 0 0 0 0,-1 0 0 0 0,1 0 0 0 0,-1 0-1 0 0,1 0 1 0 0,0-1 0 0 0,-1 1 0 0 0,1-1-1 0 0,0 1 1 0 0,-1-1 0 0 0,1 0 0 0 0,2 1 0 0 0,5 0-73 0 0,0-1 0 0 0,0 0 1 0 0,0-1-1 0 0,0 0 0 0 0,13-2 1 0 0,1-4-232 0 0,-17 5 196 0 0,0 0 0 0 0,0 0-1 0 0,0 1 1 0 0,0 0-1 0 0,0 0 1 0 0,1 1-1 0 0,9-1 1 0 0,-16 1 121 0 0,1 0-1 0 0,-1 0 1 0 0,0 0 0 0 0,0 0 0 0 0,0 1 0 0 0,1-1-1 0 0,-1 0 1 0 0,0 0 0 0 0,0 0 0 0 0,1 0-1 0 0,-1 0 1 0 0,0 0 0 0 0,0 0 0 0 0,0 0-1 0 0,0 1 1 0 0,1-1 0 0 0,-1 0 0 0 0,0 0-1 0 0,0 0 1 0 0,0 0 0 0 0,0 1 0 0 0,1-1 0 0 0,-1 0-1 0 0,0 0 1 0 0,0 0 0 0 0,0 1 0 0 0,0-1-1 0 0,0 0 1 0 0,0 0 0 0 0,0 0 0 0 0,0 1-1 0 0,0-1 1 0 0,0 0 0 0 0,0 0 0 0 0,0 0-1 0 0,0 1 1 0 0,0-1 0 0 0,0 1 0 0 0,-5 11-47 0 0,-10 9 144 0 0,14-20-90 0 0,-31 34 235 0 0,-17 22 276 0 0,44-51-822 0 0,1 0 1 0 0,0 0-1 0 0,1 0 1 0 0,-1 1-1 0 0,1 0 1 0 0,1-1-1 0 0,-4 13 1 0 0,4-2-3088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7370 0 0,'-1'6'246'0'0,"0"1"0"0"0,0-1 1 0 0,0 0-1 0 0,1 1 1 0 0,0-1-1 0 0,1 0 1 0 0,-1 1-1 0 0,4 10 1 0 0,16 54 2676 0 0,-10-40-1996 0 0,45 176 4121 0 0,0 109-2323 0 0,-35-176-2154 0 0,6-1 1 0 0,58 180-1 0 0,-24-108-251 0 0,-58-202-429 0 0,-1-5 213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1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5546 0 10138 0 0,'0'1'317'0'0,"0"1"-1"0"0,-1-1 1 0 0,1 0-1 0 0,0 0 1 0 0,0 0-1 0 0,-1 1 1 0 0,1-1 0 0 0,0 0-1 0 0,-1 0 1 0 0,1 0-1 0 0,-1 0 1 0 0,1 0-1 0 0,-1 0 1 0 0,0 0-1 0 0,1 0 1 0 0,-1 0 0 0 0,0 0-1 0 0,0 0 1 0 0,0 0-1 0 0,0-1 1 0 0,0 1-1 0 0,0 0 1 0 0,0-1-1 0 0,0 1 1 0 0,0 0-1 0 0,0-1 1 0 0,0 1 0 0 0,0-1-1 0 0,0 0 1 0 0,-2 1-1 0 0,-42 3 1657 0 0,25-3-1820 0 0,-345 38 1007 0 0,115-10-1120 0 0,-296 2-139 0 0,-35 7-21 0 0,136-6 51 0 0,-389-41-27 0 0,806 8 92 0 0,-354 8-431 0 0,143 2 499 0 0,49-3 215 0 0,-69 0-123 0 0,62 1-166 0 0,64-1-120 0 0,-4-12 204 0 0,89 2 93 0 0,-60 3 0 0 0,57 2-243 0 0,35-1 84 0 0,1 0 0 0 0,-1 1 0 0 0,0 1-1 0 0,0 0 1 0 0,1 1 0 0 0,-23 8 0 0 0,8-2 16 0 0,-1-2 0 0 0,1 0 1 0 0,-1-2-1 0 0,-35 1 1 0 0,-49 9 277 0 0,43 2-164 0 0,51-10-461 0 0,-1-1 1 0 0,0-2 0 0 0,-1 0 0 0 0,1-1 0 0 0,-26-1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106 147 3225 0 0,'-27'-33'917'0'0,"-30"-26"4904"0"0,35 37 2268 0 0,25 24-7812 0 0,-1 0 0 0 0,1 0 0 0 0,-1 0 0 0 0,0 0 0 0 0,0 0 0 0 0,0 1 0 0 0,0-1 0 0 0,2 4 0 0 0,-1-2-186 0 0,136 145-11 0 0,-120-124-70 0 0,0 0 0 0 0,-1 2-1 0 0,-2 0 1 0 0,18 40-1 0 0,-25-44-3 0 0,-7-16 1 0 0,1 1 0 0 0,0-1 0 0 0,0 0-1 0 0,1 0 1 0 0,0 0 0 0 0,9 11 0 0 0,-13-17-2 0 0,0-1 1 0 0,1 0 0 0 0,-1 0-1 0 0,0 0 1 0 0,1 0-1 0 0,-1 0 1 0 0,1 1 0 0 0,-1-1-1 0 0,0 0 1 0 0,1 0 0 0 0,-1 0-1 0 0,1 0 1 0 0,-1 0-1 0 0,0 0 1 0 0,1 0 0 0 0,-1 0-1 0 0,1-1 1 0 0,-1 1 0 0 0,0 0-1 0 0,1 0 1 0 0,-1 0-1 0 0,0 0 1 0 0,1 0 0 0 0,-1-1-1 0 0,1 1 1 0 0,-1 0-1 0 0,0 0 1 0 0,0-1 0 0 0,1 1-1 0 0,-1 0 1 0 0,0 0 0 0 0,1-1-1 0 0,-1 1 1 0 0,0 0-1 0 0,0-1 1 0 0,0 1 0 0 0,1 0-1 0 0,-1-1 1 0 0,0 1-1 0 0,0-1 1 0 0,0 1 0 0 0,0 0-1 0 0,0-1 1 0 0,1 1 0 0 0,-1 0-1 0 0,0-1 1 0 0,0 1-1 0 0,0-1 1 0 0,0 1 0 0 0,-1-1-1 0 0,9-28 347 0 0,-7 23-230 0 0,0 1-34 0 0,12-44 491 0 0,21-53 0 0 0,-27 86-625 0 0,1-1-1 0 0,0 2 1 0 0,1-1 0 0 0,1 1-1 0 0,0 0 1 0 0,23-24-1 0 0,81-69-4552 0 0,-91 86-2019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0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25 11058 0 0,'-13'-24'9540'0'0,"17"32"-9355"0"0,-2 1 1 0 0,1-1 0 0 0,-1 1 0 0 0,-1 0-1 0 0,1 10 1 0 0,2 6-21 0 0,15 68-19 0 0,5-2 1 0 0,53 136 0 0 0,-3-60-7721 0 0,-67-152 1225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 6913 0 0,'-14'-10'5482'0'0,"14"10"-5448"0"0,0 0 1 0 0,0 0 0 0 0,0 0 0 0 0,0 0-1 0 0,0 0 1 0 0,-1 0 0 0 0,1 0 0 0 0,0 0-1 0 0,0 0 1 0 0,0 0 0 0 0,0 0 0 0 0,0 0-1 0 0,-1 0 1 0 0,1 0 0 0 0,0 0-1 0 0,0 0 1 0 0,0 0 0 0 0,0 1 0 0 0,0-1-1 0 0,-1 0 1 0 0,1 0 0 0 0,0 0 0 0 0,0 0-1 0 0,0 0 1 0 0,0 0 0 0 0,0 0 0 0 0,0 0-1 0 0,0 1 1 0 0,0-1 0 0 0,0 0-1 0 0,-1 0 1 0 0,1 0 0 0 0,0 0 0 0 0,0 0-1 0 0,0 1 1 0 0,0-1 0 0 0,0 0 0 0 0,0 0-1 0 0,0 0 1 0 0,0 0 0 0 0,0 1 0 0 0,0-1-1 0 0,0 0 1 0 0,0 0 0 0 0,0 0-1 0 0,0 0 1 0 0,7 30-3124 0 0,-4-19 1382 0 0,0 1 54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86 2761 0 0,'-14'2'1736'0'0,"1"-1"1740"0"0,27-11-1015 0 0,12-3-723 0 0,1 1-1 0 0,55-16 1 0 0,-51 20-3049 0 0,0 1-1 0 0,51-3 1 0 0,-62 9 184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5529 0 0,'0'0'423'0'0,"19"-10"2339"0"0,68-22-469 0 0,48-23-3322 0 0,-114 45 1029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7834 0 0,'0'0'47'0'0,"-1"0"0"0"0,1 0 0 0 0,0 0 0 0 0,0-1 0 0 0,-1 1 0 0 0,1 0 0 0 0,0 0 0 0 0,-1 0 0 0 0,1 0 0 0 0,0 0 0 0 0,0 0 0 0 0,-1 0 0 0 0,1 0 0 0 0,0 0 0 0 0,-1 0 0 0 0,1 0 0 0 0,0 0 0 0 0,-1 0-1 0 0,1 0 1 0 0,0 0 0 0 0,-1 0 0 0 0,1 0 0 0 0,0 0 0 0 0,0 1 0 0 0,-1-1 0 0 0,1 0 0 0 0,0 0 0 0 0,-1 0 0 0 0,1 0 0 0 0,0 1 0 0 0,0-1 0 0 0,0 0 0 0 0,-1 0 0 0 0,1 1 0 0 0,0-1 0 0 0,0 0 0 0 0,0 0 0 0 0,-1 1 0 0 0,1-1 0 0 0,0 1 0 0 0,0 18 1560 0 0,13 31 904 0 0,-10-40-1802 0 0,24 94 1703 0 0,-12-35-4460 0 0,-11-50-3381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 10594 0 0,'-5'-9'1062'0'0,"5"9"-1039"0"0,0 0 0 0 0,1 0-1 0 0,-1 0 1 0 0,0 0 0 0 0,0 0 0 0 0,0 0 0 0 0,0 0 0 0 0,0 0 0 0 0,0 0 0 0 0,0 0 0 0 0,0 0-1 0 0,0 0 1 0 0,1 0 0 0 0,-1 0 0 0 0,0 0 0 0 0,0 0 0 0 0,0 0 0 0 0,0 0 0 0 0,0 0 0 0 0,0 0-1 0 0,0 0 1 0 0,0 0 0 0 0,0 0 0 0 0,0-1 0 0 0,0 1 0 0 0,1 0 0 0 0,-1 0 0 0 0,0 0-1 0 0,0 0 1 0 0,0 0 0 0 0,0 0 0 0 0,0 0 0 0 0,0 0 0 0 0,0 0 0 0 0,0 0 0 0 0,0-1 0 0 0,0 1-1 0 0,0 0 1 0 0,0 0 0 0 0,0 0 0 0 0,0 0 0 0 0,0 0 0 0 0,0 0 0 0 0,0 0 0 0 0,0 0 0 0 0,0-1-1 0 0,0 1 1 0 0,0 0 0 0 0,0 0 0 0 0,0 0 0 0 0,0 0 0 0 0,-1 0 0 0 0,1 0 0 0 0,0 0 0 0 0,0 0-1 0 0,2 1-62 0 0,25 26-4143 0 0,-21-17 2615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4609 0 0,'41'20'3211'0'0,"-32"-14"-2600"0"0,0 0-1 0 0,-1 1 0 0 0,0 0 0 0 0,0 0 1 0 0,0 1-1 0 0,12 17 0 0 0,-4 0 218 0 0,16 33-1 0 0,-25-45-760 0 0,-6-10-63 0 0,1-1 1 0 0,-1 1 0 0 0,1-1-1 0 0,-1 0 1 0 0,1 1 0 0 0,0-1-1 0 0,0 0 1 0 0,0 0 0 0 0,0 0-1 0 0,4 2 1 0 0,-6-4-5 0 0,0 1 0 0 0,1-1 0 0 0,-1 0 0 0 0,0 0 1 0 0,1 0-1 0 0,-1 0 0 0 0,1 0 0 0 0,-1 0 0 0 0,0 1 0 0 0,1-1 0 0 0,-1 0 0 0 0,1 0 1 0 0,-1 0-1 0 0,0 0 0 0 0,1-1 0 0 0,-1 1 0 0 0,1 0 0 0 0,-1 0 0 0 0,0 0 0 0 0,1 0 1 0 0,-1 0-1 0 0,0 0 0 0 0,1-1 0 0 0,-1 1 0 0 0,0 0 0 0 0,1 0 0 0 0,0-1 0 0 0,7-18 70 0 0,-5-3 119 0 0,1-38 1 0 0,-4 47-112 0 0,0 1-1 0 0,0-1 1 0 0,1 1 0 0 0,1 0-1 0 0,0 0 1 0 0,1 0 0 0 0,1 0-1 0 0,-1 0 1 0 0,2 0 0 0 0,7-14-1 0 0,-12 25-34 0 0,0 0 0 0 0,1 1 0 0 0,-1-1 0 0 0,0 0 0 0 0,1 1-1 0 0,-1-1 1 0 0,1 1 0 0 0,-1-1 0 0 0,1 0 0 0 0,-1 1 0 0 0,1-1 0 0 0,-1 1 0 0 0,1-1-1 0 0,0 1 1 0 0,-1-1 0 0 0,1 1 0 0 0,0 0 0 0 0,-1-1 0 0 0,1 1 0 0 0,0 0-1 0 0,-1 0 1 0 0,1-1 0 0 0,0 1 0 0 0,0 0 0 0 0,-1 0 0 0 0,1 0 0 0 0,0 0 0 0 0,1 0-1 0 0,-1 1 19 0 0,0-1-1 0 0,0 1 1 0 0,1 0-1 0 0,-1 0 1 0 0,0 0-1 0 0,0-1 1 0 0,-1 1-1 0 0,1 0 1 0 0,0 0-1 0 0,0 0 1 0 0,0 1-1 0 0,-1-1 0 0 0,1 0 1 0 0,0 0-1 0 0,0 2 1 0 0,3 8 388 0 0,1 1 1 0 0,4 21-1 0 0,-8-26-231 0 0,3 8 9 0 0,0 0-1 0 0,1-1 1 0 0,1 0-1 0 0,0 0 1 0 0,14 22-1 0 0,-13-26-597 0 0,0-1 0 0 0,1 0 0 0 0,0 0 0 0 0,15 13 0 0 0,-2-6-6262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4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17 11634 0 0,'-27'-16'7378'0'0,"27"16"-7318"0"0,7 13 774 0 0,6 11-542 0 0,0-1 0 0 0,-2 2 0 0 0,0 0 1 0 0,-2 0-1 0 0,7 29 0 0 0,21 132-78 0 0,-35-170-222 0 0,4 16-442 0 0,14 87 318 0 0,-1-41-6521 0 0,-11-51 353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5985 0 0,'6'-2'617'0'0,"-1"0"1"0"0,1 0-1 0 0,-1 0 0 0 0,1 1 0 0 0,-1 0 0 0 0,1 0 1 0 0,8 0-1 0 0,-5 0-10 0 0,1 0-277 0 0,0-1 0 0 0,0 2 0 0 0,1 0 0 0 0,-1 0 0 0 0,0 0-1 0 0,0 2 1 0 0,17 3 0 0 0,-24-4-331 0 0,0 0-1 0 0,0 0 1 0 0,0 0 0 0 0,0 1-1 0 0,0-1 1 0 0,-1 1 0 0 0,1 0 0 0 0,0 0-1 0 0,-1 0 1 0 0,1 0 0 0 0,-1 0-1 0 0,0 1 1 0 0,0-1 0 0 0,0 1-1 0 0,0-1 1 0 0,0 1 0 0 0,-1 0-1 0 0,1 0 1 0 0,-1 0 0 0 0,1 0 0 0 0,-1 0-1 0 0,0 0 1 0 0,0 0 0 0 0,-1 0-1 0 0,1 0 1 0 0,-1 0 0 0 0,1 0-1 0 0,-1 4 1 0 0,1 15-24 0 0,-2 1 1 0 0,0-1-1 0 0,-2 0 1 0 0,-8 37-1 0 0,-31 84 3748 0 0,35-122-2426 0 0,7-20-1224 0 0,0-1 1 0 0,0 0-1 0 0,0 1 0 0 0,1-1 1 0 0,-1 0-1 0 0,0 1 0 0 0,1-1 1 0 0,-1 0-1 0 0,0 0 0 0 0,1 1 1 0 0,-1-1-1 0 0,0 0 0 0 0,1 0 0 0 0,-1 1 1 0 0,0-1-1 0 0,1 0 0 0 0,-1 0 1 0 0,1 0-1 0 0,-1 0 0 0 0,1 0 1 0 0,-1 0-1 0 0,0 0 0 0 0,1 0 1 0 0,-1 0-1 0 0,1 0 0 0 0,-1 0 1 0 0,1 0-1 0 0,-1 0 0 0 0,0 0 1 0 0,1 0-1 0 0,-1 0 0 0 0,1 0 1 0 0,-1 0-1 0 0,0 0 0 0 0,1-1 0 0 0,-1 1 1 0 0,0 0-1 0 0,1 0 0 0 0,0-1 1 0 0,25-6 257 0 0,-23 6-204 0 0,10-3-69 0 0,1 0 0 0 0,0 1 0 0 0,0 1 0 0 0,26-2 0 0 0,-35 4-841 0 0,1 1 0 0 0,-1-1 0 0 0,0 1 0 0 0,0 0 0 0 0,9 3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14283 0 0,'-2'4'3109'0'0,"6"10"-1355"0"0,12 26-504 0 0,-5-16-537 0 0,4 23-712 0 0,-3 2 1 0 0,-1 0-1 0 0,7 81 1 0 0,-15-103-799 0 0,4 25-6518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6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 4145 0 0,'-3'-5'2361'0'0,"11"2"744"0"0,14 3 359 0 0,-16 3-3063 0 0,1 0 1 0 0,-1 0-1 0 0,0 1 1 0 0,0 0-1 0 0,0 0 1 0 0,-1 1-1 0 0,1-1 1 0 0,-1 1-1 0 0,0 0 1 0 0,0 1-1 0 0,-1-1 0 0 0,0 1 1 0 0,0 0-1 0 0,0 0 1 0 0,-1 0-1 0 0,6 13 1 0 0,1 4 4 0 0,-2 1 0 0 0,0 0 0 0 0,5 35 1 0 0,12 106-26 0 0,-19-113-2696 0 0,1 0-3426 0 0,-3-31-243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1840 0 0,'13'-22'996'0'0,"-11"20"-975"0"0,0 0-1 0 0,-1 0 0 0 0,1 0 0 0 0,-1-1 0 0 0,1 1 0 0 0,-1-1 0 0 0,0 1 0 0 0,0-1 1 0 0,0 0-1 0 0,0 1 0 0 0,0-4 0 0 0,-20 8 3711 0 0,18-3-3523 0 0,0 0-1 0 0,0 0 0 0 0,1 0 0 0 0,-1 0 1 0 0,0 0-1 0 0,0 0 0 0 0,1 0 0 0 0,-1 0 0 0 0,0-1 1 0 0,1 1-1 0 0,-1 0 0 0 0,1 0 0 0 0,0-1 0 0 0,0 1 1 0 0,-1 0-1 0 0,1-1 0 0 0,0 1 0 0 0,0 0 0 0 0,0-1 1 0 0,0 1-1 0 0,0 0 0 0 0,0-1 0 0 0,1 1 1 0 0,-1 0-1 0 0,0-1 0 0 0,1 1 0 0 0,-1 0 0 0 0,1 0 1 0 0,-1-1-1 0 0,1 1 0 0 0,0 0 0 0 0,-1 0 0 0 0,1 0 1 0 0,0 0-1 0 0,0 0 0 0 0,0 0 0 0 0,0 0 0 0 0,0 0 1 0 0,0 0-1 0 0,0 0 0 0 0,0 1 0 0 0,0-1 1 0 0,0 0-1 0 0,1 1 0 0 0,-1-1 0 0 0,0 1 0 0 0,2-1 1 0 0,3-2 49 0 0,0 1-95 0 0,0-1 0 0 0,-1 1-1 0 0,1 0 1 0 0,0 0 0 0 0,1 1 0 0 0,-1-1 0 0 0,0 2 0 0 0,0-1 0 0 0,1 0 0 0 0,-1 1-1 0 0,0 1 1 0 0,1-1 0 0 0,-1 1 0 0 0,0 0 0 0 0,8 2 0 0 0,-4 0-118 0 0,-1 0 1 0 0,1 1-1 0 0,-1 0 0 0 0,0 1 1 0 0,0 0-1 0 0,-1 0 0 0 0,10 8 1 0 0,-16-11-40 0 0,1 0 0 0 0,-1 0 0 0 0,0 0 0 0 0,0 1 0 0 0,0-1 0 0 0,0 0 0 0 0,-1 1 0 0 0,1-1 0 0 0,-1 1 0 0 0,1 0 0 0 0,-1 0 0 0 0,0 0 0 0 0,0-1 0 0 0,0 1 0 0 0,-1 0 0 0 0,1 0 0 0 0,0 0 0 0 0,-1 0 0 0 0,0 0 0 0 0,0 0 0 0 0,0 0 0 0 0,0 0 0 0 0,-1 0 0 0 0,1 0 0 0 0,-1 0 0 0 0,1 0 0 0 0,-3 5 0 0 0,-3 6-26 0 0,-1-1 1 0 0,0 0-1 0 0,-1 0 1 0 0,-15 19-1 0 0,15-23 17 0 0,1 1 0 0 0,0 0 0 0 0,0 0-1 0 0,1 1 1 0 0,0 0 0 0 0,1 0 0 0 0,-6 19 0 0 0,11-30 24 0 0,0 1 1 0 0,0-1-1 0 0,0 0 0 0 0,0 1 1 0 0,0-1-1 0 0,0 1 1 0 0,0-1-1 0 0,0 0 1 0 0,0 1-1 0 0,0-1 1 0 0,0 1-1 0 0,0-1 1 0 0,0 1-1 0 0,0-1 1 0 0,0 0-1 0 0,0 1 0 0 0,0-1 1 0 0,1 0-1 0 0,-1 1 1 0 0,0-1-1 0 0,0 1 1 0 0,0-1-1 0 0,1 0 1 0 0,-1 1-1 0 0,0-1 1 0 0,0 0-1 0 0,1 0 1 0 0,-1 1-1 0 0,0-1 1 0 0,1 0-1 0 0,-1 0 0 0 0,0 1 1 0 0,1-1-1 0 0,0 0 1 0 0,18 1 417 0 0,19-11 100 0 0,-11-1-217 0 0,-2-2 1 0 0,48-29-1 0 0,8-5-2599 0 0,-67 40 846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7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32 7370 0 0,'-19'-7'1321'0'0,"19"7"-1235"0"0,-1 0-1 0 0,1 0 1 0 0,0-1 0 0 0,0 1 0 0 0,0 0-1 0 0,0 0 1 0 0,0-1 0 0 0,-1 1-1 0 0,1 0 1 0 0,0 0 0 0 0,0-1-1 0 0,0 1 1 0 0,0 0 0 0 0,0 0-1 0 0,0-1 1 0 0,0 1 0 0 0,0 0-1 0 0,0-1 1 0 0,0 1 0 0 0,0 0-1 0 0,0 0 1 0 0,0-1 0 0 0,0 1 0 0 0,0 0-1 0 0,1 0 1 0 0,-1-1 0 0 0,0 1-1 0 0,0 0 1 0 0,0 0 0 0 0,0-1-1 0 0,0 1 1 0 0,1 0 0 0 0,1-2 209 0 0,0 0 1 0 0,0 1 0 0 0,0-1 0 0 0,0 1-1 0 0,0 0 1 0 0,1 0 0 0 0,-1 0 0 0 0,0 0-1 0 0,1 0 1 0 0,-1 0 0 0 0,1 0 0 0 0,2 0-1 0 0,-3 1-253 0 0,0 0 0 0 0,0-1-1 0 0,0 1 1 0 0,0 0 0 0 0,0 0-1 0 0,0 0 1 0 0,0 0 0 0 0,0 1-1 0 0,0-1 1 0 0,1 1 0 0 0,-1-1-1 0 0,0 1 1 0 0,-1-1 0 0 0,1 1-1 0 0,0 0 1 0 0,0 0 0 0 0,0 0-1 0 0,0 0 1 0 0,-1 0 0 0 0,1 1-1 0 0,0-1 1 0 0,-1 1 0 0 0,1-1-1 0 0,-1 1 1 0 0,0-1 0 0 0,1 1-1 0 0,-1 0 1 0 0,0-1 0 0 0,0 1-1 0 0,0 0 1 0 0,0 0 0 0 0,-1 0-1 0 0,1 0 1 0 0,0 0 0 0 0,-1 0-1 0 0,1 0 1 0 0,-1 2-1 0 0,3 11 316 0 0,0 1 0 0 0,-2-1 0 0 0,0 1-1 0 0,-1 16 1 0 0,0-10-211 0 0,0 1-85 0 0,1 30 272 0 0,-1-50-307 0 0,1 1-1 0 0,-1-1 1 0 0,1 0-1 0 0,0 0 1 0 0,0 0 0 0 0,0 0-1 0 0,0 0 1 0 0,0 0-1 0 0,1 0 1 0 0,-1 0 0 0 0,1-1-1 0 0,3 6 1 0 0,-3-8 41 0 0,-1 1 0 0 0,1 0 0 0 0,-1 0 1 0 0,0-1-1 0 0,1 1 0 0 0,-1-1 0 0 0,1 1 1 0 0,0-1-1 0 0,-1 0 0 0 0,1 1 0 0 0,-1-1 0 0 0,1 0 1 0 0,-1 0-1 0 0,1 0 0 0 0,0 0 0 0 0,-1 0 0 0 0,1-1 1 0 0,-1 1-1 0 0,1 0 0 0 0,-1-1 0 0 0,1 1 0 0 0,-1-1 1 0 0,1 0-1 0 0,-1 1 0 0 0,1-1 0 0 0,-1 0 0 0 0,2-1 1 0 0,40-28 474 0 0,-37 25-444 0 0,28-22-273 0 0,31-23-882 0 0,-20 21-2560 0 0,-27 19-2785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2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 1376 0 0,'-1'-20'12446'0'0,"11"33"-10174"0"0,1 20-402 0 0,7 35 0 0 0,9 91-1099 0 0,-20-112-461 0 0,27 427 324 0 0,-20-184-565 0 0,-5-194 32 0 0,21 97 1 0 0,-7-84 380 0 0,55 159 1 0 0,-58-208-455 0 0,-14-38-16 0 0,2 1-1 0 0,0-1 1 0 0,20 36 0 0 0,-27-56-47 0 0,1 0 1 0 0,-1 0-1 0 0,1 0 0 0 0,0 0 1 0 0,0 0-1 0 0,-1-1 0 0 0,1 1 1 0 0,0 0-1 0 0,0-1 0 0 0,0 0 1 0 0,1 1-1 0 0,2 1 0 0 0,-3-3-65 0 0,-1 0-1 0 0,0 1 0 0 0,0-1 0 0 0,0 0 0 0 0,1 0 0 0 0,-1 0 0 0 0,0 1 0 0 0,0-1 0 0 0,1-1 0 0 0,-1 1 0 0 0,0 0 0 0 0,0 0 0 0 0,1 0 1 0 0,-1-1-1 0 0,0 1 0 0 0,0 0 0 0 0,0-1 0 0 0,0 1 0 0 0,1-1 0 0 0,-1 1 0 0 0,0-1 0 0 0,0 0 0 0 0,0 0 0 0 0,0 1 0 0 0,0-1 0 0 0,1-2 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99 283 1840 0 0,'-10'-12'894'0'0,"1"0"-1"0"0,-15-24 1 0 0,6 9 522 0 0,18 26-1345 0 0,-5-5 705 0 0,1 0 0 0 0,0 0 1 0 0,0 0-1 0 0,0 0 0 0 0,1-1 1 0 0,0 1-1 0 0,1-1 0 0 0,-1 0 1 0 0,1 0-1 0 0,-2-13 0 0 0,9 24-164 0 0,0 0-1 0 0,0 0 0 0 0,-1 1 1 0 0,1-1-1 0 0,3 6 1 0 0,-8-10-547 0 0,16 17 47 0 0,0-1 0 0 0,1 0-1 0 0,1-2 1 0 0,0 0 0 0 0,1-1 0 0 0,36 19-1 0 0,-41-25-45 0 0,0-1 0 0 0,0 0 0 0 0,1-1 0 0 0,0-1 0 0 0,-1 0-1 0 0,2-1 1 0 0,-1 0 0 0 0,0-2 0 0 0,0 1 0 0 0,1-2 0 0 0,15-1 0 0 0,-28 0 38 0 0,1 1 0 0 0,-1-1 1 0 0,0 0-1 0 0,1-1 1 0 0,-1 1-1 0 0,0 0 0 0 0,0-1 1 0 0,0 0-1 0 0,0 0 0 0 0,0 0 1 0 0,0 0-1 0 0,0 0 1 0 0,-1-1-1 0 0,1 1 0 0 0,-1-1 1 0 0,0 1-1 0 0,1-1 1 0 0,-1 0-1 0 0,-1 0 0 0 0,1 0 1 0 0,0 0-1 0 0,-1 0 0 0 0,2-4 1 0 0,3-10 31 0 0,-1-1-1 0 0,0 1 1 0 0,3-26 0 0 0,0 3-108 0 0,5-11-709 0 0,-1 17-4927 0 0,0 4-1535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1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71 7834 0 0,'-4'-7'1240'0'0,"2"0"1"0"0,-1 0 0 0 0,1-1 0 0 0,0 1 0 0 0,0-1-1 0 0,1 1 1 0 0,0-12 0 0 0,22 64 1994 0 0,2 36-2706 0 0,-4 1 0 0 0,17 164 0 0 0,-25-144-1519 0 0,34 133 0 0 0,-10-136-4237 0 0,-31-84-466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25 103 6913 0 0,'-1'1'115'0'0,"1"-1"-1"0"0,-1 1 0 0 0,0-1 0 0 0,0 0 1 0 0,0 1-1 0 0,0-1 0 0 0,0 0 0 0 0,0 1 0 0 0,0-1 1 0 0,0 0-1 0 0,0 0 0 0 0,0 0 0 0 0,0 0 0 0 0,-1 0 1 0 0,1 0-1 0 0,0 0 0 0 0,0-1 0 0 0,0 1 0 0 0,0 0 1 0 0,0 0-1 0 0,0-1 0 0 0,0 1 0 0 0,-1-1 0 0 0,2 0 137 0 0,0 0-1 0 0,1 0 1 0 0,-1 0-1 0 0,0 0 0 0 0,0 0 1 0 0,1 0-1 0 0,-1 0 1 0 0,0 0-1 0 0,1 0 1 0 0,-1 0-1 0 0,1 0 0 0 0,0 0 1 0 0,-1 1-1 0 0,1-1 1 0 0,-1 0-1 0 0,1 0 0 0 0,0 1 1 0 0,1-2-1 0 0,27-25 4108 0 0,-14 15-4552 0 0,-7 6 158 0 0,0 0 0 0 0,0 1 1 0 0,0 0-1 0 0,1 1 0 0 0,0 0 1 0 0,0 0-1 0 0,0 1 0 0 0,0 0 0 0 0,16-2 1 0 0,-10 3-588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2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56 4609 0 0,'-8'12'4138'0'0,"1"17"-2035"0"0,5-16-1927 0 0,0 0-1 0 0,1 1 1 0 0,1-1-1 0 0,1 0 1 0 0,0 1-1 0 0,0-1 1 0 0,1 0-1 0 0,1 0 1 0 0,0 0-1 0 0,1 0 1 0 0,0 0-1 0 0,1-1 1 0 0,1 0-1 0 0,0 0 1 0 0,9 14-1 0 0,-11-20-162 0 0,0 0 0 0 0,1 0-1 0 0,-1 0 1 0 0,1-1 0 0 0,1 0-1 0 0,-1 0 1 0 0,1 0 0 0 0,-1 0-1 0 0,2-1 1 0 0,-1 0 0 0 0,0 0-1 0 0,1-1 1 0 0,-1 0 0 0 0,1 0-1 0 0,0 0 1 0 0,0-1 0 0 0,0 0-1 0 0,0-1 1 0 0,1 1 0 0 0,-1-1-1 0 0,0-1 1 0 0,1 1 0 0 0,-1-1-1 0 0,0-1 1 0 0,1 1 0 0 0,-1-1-1 0 0,0 0 1 0 0,13-5 0 0 0,-13 4 26 0 0,-1 0 1 0 0,0-1 0 0 0,0 1-1 0 0,0-2 1 0 0,0 1-1 0 0,-1-1 1 0 0,0 1 0 0 0,1-2-1 0 0,-1 1 1 0 0,0 0 0 0 0,-1-1-1 0 0,1 0 1 0 0,-1 0-1 0 0,0 0 1 0 0,6-12 0 0 0,-6 9 109 0 0,0-1 1 0 0,0 0 0 0 0,-1-1-1 0 0,0 1 1 0 0,0-1 0 0 0,-1 1-1 0 0,0-1 1 0 0,-1 0 0 0 0,0 1-1 0 0,-1-14 1 0 0,-1 13 4 0 0,1-1 0 0 0,-2 1-1 0 0,0 0 1 0 0,0 0 0 0 0,0 0 0 0 0,-1 1 0 0 0,-1-1 0 0 0,0 1 0 0 0,-9-18 0 0 0,9 21-135 0 0,0 1 0 0 0,0-1 1 0 0,0 1-1 0 0,-1 0 1 0 0,0 0-1 0 0,0 0 1 0 0,0 1-1 0 0,0-1 1 0 0,-1 1-1 0 0,1 1 1 0 0,-1-1-1 0 0,0 1 0 0 0,-1 0 1 0 0,1 0-1 0 0,-8-2 1 0 0,5 2-431 0 0,-1 0 0 0 0,1 1 0 0 0,0 0 0 0 0,-1 1 0 0 0,1 0 0 0 0,-1 0 0 0 0,1 1 0 0 0,-1 0 0 0 0,-11 2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6913 0 0,'0'12'7526'0'0,"4"21"-5469"0"0,1-11-1731 0 0,2-1 1 0 0,0 0 0 0 0,1 0-1 0 0,1-1 1 0 0,14 23 0 0 0,-15-31-394 0 0,0 1 0 0 0,1-1 0 0 0,0-1 0 0 0,0 1 0 0 0,2-2 0 0 0,-1 1 0 0 0,1-1 0 0 0,22 14 0 0 0,-33-23-18 0 0,1 0 0 0 0,0-1-1 0 0,0 1 1 0 0,0-1 0 0 0,0 1-1 0 0,-1 0 1 0 0,1-1 0 0 0,0 1-1 0 0,0-1 1 0 0,0 0 0 0 0,0 1 0 0 0,0-1-1 0 0,0 0 1 0 0,0 0 0 0 0,0 0-1 0 0,0 1 1 0 0,0-1 0 0 0,0 0 0 0 0,0 0-1 0 0,0 0 1 0 0,0-1 0 0 0,1 1-1 0 0,-1 0 1 0 0,0 0 0 0 0,0-1-1 0 0,0 1 1 0 0,-1 0 0 0 0,1-1 0 0 0,0 1-1 0 0,0-1 1 0 0,0 1 0 0 0,0-1-1 0 0,0 1 1 0 0,0-1 0 0 0,-1 0 0 0 0,1 0-1 0 0,0 1 1 0 0,0-1 0 0 0,-1 0-1 0 0,1 0 1 0 0,-1 0 0 0 0,1 0-1 0 0,-1 1 1 0 0,1-1 0 0 0,-1 0 0 0 0,1 0-1 0 0,-1 0 1 0 0,0 0 0 0 0,0 0-1 0 0,1 0 1 0 0,-1 0 0 0 0,0 0 0 0 0,0 0-1 0 0,0 0 1 0 0,0-2 0 0 0,1-10-550 0 0,-1 1 1 0 0,0 0 0 0 0,-2-21 0 0 0,1 25 1020 0 0,1 5-325 0 0,-2-39 963 0 0,2 41-921 0 0,0 0 0 0 0,0 0 1 0 0,0-1-1 0 0,0 1 1 0 0,0 0-1 0 0,0 0 0 0 0,0-1 1 0 0,1 1-1 0 0,-1 0 0 0 0,0 0 1 0 0,1-1-1 0 0,-1 1 1 0 0,1 0-1 0 0,-1 0 0 0 0,1 0 1 0 0,0 0-1 0 0,-1 0 0 0 0,1 0 1 0 0,0 0-1 0 0,0 0 1 0 0,-1 0-1 0 0,1 0 0 0 0,0 0 1 0 0,0 0-1 0 0,0 1 0 0 0,2-2 1 0 0,-2 2-24 0 0,0 0 1 0 0,0 1 0 0 0,1-1-1 0 0,-1 0 1 0 0,0 1 0 0 0,0-1-1 0 0,1 1 1 0 0,-1-1-1 0 0,0 1 1 0 0,0-1 0 0 0,0 1-1 0 0,0 0 1 0 0,0 0 0 0 0,0-1-1 0 0,0 1 1 0 0,0 0-1 0 0,0 0 1 0 0,0 0 0 0 0,0 0-1 0 0,-1 0 1 0 0,1 0 0 0 0,0 0-1 0 0,0 2 1 0 0,16 31 562 0 0,-15-29-459 0 0,5 10-10 0 0,0-1 0 0 0,1 0 0 0 0,10 14 0 0 0,-16-24-341 0 0,0-1 0 0 0,1 0 1 0 0,0 0-1 0 0,-1 0 0 0 0,1 0 0 0 0,0-1 1 0 0,0 1-1 0 0,1-1 0 0 0,-1 0 1 0 0,0 0-1 0 0,1 0 0 0 0,0 0 1 0 0,-1-1-1 0 0,1 1 0 0 0,0-1 1 0 0,0 0-1 0 0,-1 0 0 0 0,6 0 1 0 0,3 0-1332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2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4145 0 0,'1'7'7821'0'0,"1"11"-3323"0"0,22 115-636 0 0,25 19-3038 0 0,-12-52-4213 0 0,-29-78-3098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9674 0 0,'0'-1'101'0'0,"0"0"-1"0"0,0 1 1 0 0,0-1 0 0 0,0 0-1 0 0,0 1 1 0 0,0-1 0 0 0,0 1-1 0 0,1-1 1 0 0,-1 0 0 0 0,0 1-1 0 0,0-1 1 0 0,1 1 0 0 0,-1-1-1 0 0,0 1 1 0 0,1-1 0 0 0,-1 1-1 0 0,1-1 1 0 0,-1 1 0 0 0,1-1-1 0 0,-1 1 1 0 0,0 0 0 0 0,1-1-1 0 0,0 1 1 0 0,-1 0 0 0 0,2-1-1 0 0,15-16 1364 0 0,22-12-532 0 0,2 2-1 0 0,64-34 1 0 0,-76 47-958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11522 0 0,'0'0'887'0'0,"1"7"-422"0"0,0-1 1 0 0,0 0-1 0 0,1 1 0 0 0,-1-1 0 0 0,2 0 0 0 0,-1 0 0 0 0,4 6 1 0 0,3 11 536 0 0,50 139 2223 0 0,-18-53-2241 0 0,44 188-1 0 0,-51-73-990 0 0,-3-12-2003 0 0,-24-176 698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4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0 197 8290 0 0,'39'-33'3326'0'0,"74"-45"341"0"0,4 5-6873 0 0,-96 60 2876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0 13363 0 0,'-5'1'290'0'0,"0"0"1"0"0,0 0 0 0 0,0 0-1 0 0,0 1 1 0 0,1 0-1 0 0,-1 0 1 0 0,0 0 0 0 0,1 0-1 0 0,0 1 1 0 0,-1 0-1 0 0,1 0 1 0 0,0 0 0 0 0,0 0-1 0 0,1 1 1 0 0,-1-1-1 0 0,1 1 1 0 0,-1 0-1 0 0,-2 5 1 0 0,0 0-76 0 0,0-1 0 0 0,1 0 0 0 0,0 1-1 0 0,0 0 1 0 0,1 0 0 0 0,0 1 0 0 0,1-1 0 0 0,-4 16 0 0 0,7-18-215 0 0,0-1 1 0 0,0 1 0 0 0,0 0-1 0 0,1-1 1 0 0,0 1 0 0 0,0-1-1 0 0,1 1 1 0 0,-1-1-1 0 0,2 0 1 0 0,-1 0 0 0 0,1 0-1 0 0,-1 0 1 0 0,2 0 0 0 0,-1 0-1 0 0,1-1 1 0 0,-1 1-1 0 0,2-1 1 0 0,-1 0 0 0 0,0 0-1 0 0,1-1 1 0 0,0 1 0 0 0,0-1-1 0 0,1 0 1 0 0,-1 0-1 0 0,1-1 1 0 0,6 4 0 0 0,-6-4-112 0 0,-1 0 0 0 0,0-1 0 0 0,1 1 0 0 0,-1-1-1 0 0,1 0 1 0 0,0-1 0 0 0,-1 1 0 0 0,1-1 0 0 0,0 0 0 0 0,0-1 0 0 0,0 1 0 0 0,0-1 0 0 0,0 0 0 0 0,0-1 0 0 0,0 0 0 0 0,0 1 0 0 0,-1-2 0 0 0,1 1 0 0 0,0-1 0 0 0,-1 0 0 0 0,1 0 0 0 0,-1 0 0 0 0,1-1 0 0 0,-1 0 0 0 0,0 0 0 0 0,0 0 0 0 0,0-1 0 0 0,-1 0 0 0 0,6-5 0 0 0,-8 7 55 0 0,0 0 1 0 0,0-1 0 0 0,0 0-1 0 0,0 1 1 0 0,-1-1 0 0 0,1 0-1 0 0,-1 0 1 0 0,0 0 0 0 0,0 0-1 0 0,0 0 1 0 0,0 0 0 0 0,0 0-1 0 0,-1 0 1 0 0,1 0 0 0 0,-1-1-1 0 0,0 1 1 0 0,0 0 0 0 0,0 0-1 0 0,-1-5 1 0 0,0 3 49 0 0,-1-1 0 0 0,0 0 0 0 0,0 1 0 0 0,0-1 0 0 0,-1 1 1 0 0,1 0-1 0 0,-1 0 0 0 0,-1 0 0 0 0,1 0 0 0 0,-5-5 0 0 0,1 2 100 0 0,0 0 0 0 0,-1 1 0 0 0,0 0 1 0 0,-1 0-1 0 0,1 1 0 0 0,-1 0 0 0 0,0 0 0 0 0,-1 1 0 0 0,1 0 0 0 0,-1 1 0 0 0,-16-5 0 0 0,-5 4-1894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4145 0 0,'3'1'432'0'0,"-1"1"0"0"0,1 0 0 0 0,0 0 1 0 0,-1 0-1 0 0,1 0 0 0 0,-1 0 0 0 0,0 0 0 0 0,0 0 1 0 0,0 1-1 0 0,0-1 0 0 0,0 1 0 0 0,0 0 0 0 0,-1 0 0 0 0,3 3 1 0 0,19 50 3391 0 0,-17-39-3397 0 0,11 31 4 0 0,-13-33-291 0 0,0-1 1 0 0,1 0-1 0 0,1 0 0 0 0,1 0 0 0 0,0-1 0 0 0,12 18 0 0 0,-19-30-147 0 0,1 0-1 0 0,-1-1 1 0 0,0 1-1 0 0,1-1 1 0 0,-1 1-1 0 0,1-1 1 0 0,-1 1-1 0 0,1-1 1 0 0,-1 1-1 0 0,1-1 1 0 0,-1 0-1 0 0,1 1 1 0 0,-1-1-1 0 0,1 0 1 0 0,-1 1-1 0 0,1-1 1 0 0,0 0-1 0 0,-1 0 1 0 0,1 1-1 0 0,0-1 1 0 0,-1 0-1 0 0,1 0 1 0 0,0 0-1 0 0,-1 0 1 0 0,1 0-1 0 0,0 0 1 0 0,-1 0-1 0 0,2 0 1 0 0,-1-1-26 0 0,0 0 1 0 0,0 1-1 0 0,0-1 1 0 0,0 0 0 0 0,-1 0-1 0 0,1 0 1 0 0,0 0-1 0 0,-1 0 1 0 0,1 0 0 0 0,0 0-1 0 0,-1 0 1 0 0,1 0-1 0 0,-1 0 1 0 0,1 0 0 0 0,-1-2-1 0 0,11-52-1095 0 0,-10 44 952 0 0,1 0 31 0 0,2-14-21 0 0,11-37 0 0 0,-14 57 225 0 0,1-1 0 0 0,0 0 0 0 0,0 1 0 0 0,1 0 1 0 0,0 0-1 0 0,0-1 0 0 0,0 2 0 0 0,0-1 0 0 0,1 0 0 0 0,0 1 0 0 0,-1-1 0 0 0,8-5 0 0 0,-10 10-14 0 0,0-1 1 0 0,-1 0-1 0 0,1 1 1 0 0,0-1-1 0 0,0 1 1 0 0,0-1-1 0 0,-1 1 1 0 0,1-1-1 0 0,0 1 1 0 0,0-1-1 0 0,0 1 1 0 0,0 0-1 0 0,0 0 1 0 0,0 0 0 0 0,0-1-1 0 0,0 1 1 0 0,0 0-1 0 0,0 0 1 0 0,0 0-1 0 0,-1 0 1 0 0,1 0-1 0 0,0 1 1 0 0,0-1-1 0 0,0 0 1 0 0,0 0-1 0 0,0 1 1 0 0,0-1-1 0 0,0 0 1 0 0,0 1-1 0 0,0-1 1 0 0,-1 1-1 0 0,1-1 1 0 0,0 1-1 0 0,0 0 1 0 0,-1-1-1 0 0,1 1 1 0 0,0 0-1 0 0,-1-1 1 0 0,1 1-1 0 0,-1 0 1 0 0,1 0-1 0 0,-1-1 1 0 0,1 2-1 0 0,3 6 338 0 0,-1-1-1 0 0,-1 0 0 0 0,1 1 1 0 0,1 13-1 0 0,5 10 75 0 0,-7-27-626 0 0,0 0-1 0 0,0 0 1 0 0,1 0-1 0 0,0 0 1 0 0,0-1 0 0 0,0 1-1 0 0,0-1 1 0 0,0 0-1 0 0,1 0 1 0 0,-1 0-1 0 0,1 0 1 0 0,5 2-1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40 8754 0 0,'0'-6'452'0'0,"0"4"-246"0"0,-1 0 0 0 0,1 0 0 0 0,0 0 0 0 0,0 0 0 0 0,0 0-1 0 0,0 0 1 0 0,0 1 0 0 0,1-1 0 0 0,-1 0 0 0 0,0 0 0 0 0,1 0 0 0 0,0 0-1 0 0,-1 1 1 0 0,1-1 0 0 0,2-3 0 0 0,2 37 5917 0 0,8 122-2613 0 0,-8-114-3484 0 0,3 0 1 0 0,2 0 0 0 0,23 62-1 0 0,-3-23-1066 0 0,-3-6-4972 0 0,-20-56 203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22 114 7834 0 0,'-19'-8'1107'0'0,"18"8"-1042"0"0,1 0 0 0 0,0 0 0 0 0,0-1 0 0 0,0 1 0 0 0,0 0 0 0 0,0 0 0 0 0,-1-1 0 0 0,1 1 0 0 0,0 0 0 0 0,0 0 0 0 0,0-1 0 0 0,0 1 0 0 0,0 0 0 0 0,0 0 0 0 0,0-1 0 0 0,0 1 0 0 0,0 0 0 0 0,0-1 0 0 0,0 1 0 0 0,0 0 0 0 0,0 0 0 0 0,0-1 0 0 0,0 1 0 0 0,0 0 0 0 0,0 0 0 0 0,0-1 0 0 0,1 1 0 0 0,-1 0 0 0 0,0 0 0 0 0,0-1 0 0 0,0 1 0 0 0,0 0 0 0 0,0 0 0 0 0,1 0 0 0 0,-1-1 0 0 0,0 1 0 0 0,34-20 2757 0 0,-32 19-2940 0 0,137-61-1452 0 0,-110 49 1549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6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11979 0 0,'4'-1'1064'0'0,"-1"0"-848"0"0,0 0-216 0 0,0-1 0 0 0,1 0 0 0 0,1-1 0 0 0,4-1 0 0 0,6-4-88 0 0,6-2-184 0 0,2-1-40 0 0,1 1-8 0 0,-4 0 0 0 0,0 2-1089 0 0,-3 1-223 0 0,-1 3-48 0 0,-5 2-9 0 0,-2 2 1321 0 0,-2 0 264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6913 0 0,'2'2'609'0'0,"-1"-1"-481"0"0,2 0-128 0 0,-1-1 0 0 0,1 0 560 0 0,-1 0 88 0 0,4-1 24 0 0,0 0 0 0 0,6-1 72 0 0,5-3 25 0 0,1 0-1 0 0,2-4 0 0 0,1-2-1064 0 0,-2-1-216 0 0,1 1-32 0 0,-1-1-17 0 0,0 2 425 0 0,-4 2 136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7370 0 0,'2'-2'155'0'0,"-1"0"-1"0"0,1 0 1 0 0,-1 0 0 0 0,1 1 0 0 0,0-1 0 0 0,-1 0 0 0 0,1 1 0 0 0,0-1 0 0 0,0 1 0 0 0,0-1 0 0 0,0 1 0 0 0,5-2 0 0 0,29-13 1610 0 0,-34 15-1637 0 0,12-4 495 0 0,0 0-1 0 0,0 1 0 0 0,1 0 1 0 0,27-3-1 0 0,-39 7-597 0 0,0-1 0 0 0,0 1-1 0 0,0 0 1 0 0,0 0 0 0 0,0 0 0 0 0,0 0-1 0 0,0 0 1 0 0,0 1 0 0 0,0 0-1 0 0,0-1 1 0 0,0 1 0 0 0,0 0 0 0 0,0 0-1 0 0,-1 1 1 0 0,1-1 0 0 0,0 1-1 0 0,-1-1 1 0 0,1 1 0 0 0,-1 0-1 0 0,1 0 1 0 0,-1 0 0 0 0,0 0 0 0 0,0 0-1 0 0,0 0 1 0 0,0 1 0 0 0,0-1-1 0 0,-1 1 1 0 0,1 0 0 0 0,-1-1 0 0 0,2 5-1 0 0,2 9 100 0 0,-2 0 1 0 0,0 0-1 0 0,0 0 0 0 0,-2 1 0 0 0,0-1 0 0 0,-2 30 1 0 0,-20 103 188 0 0,6-56-227 0 0,12-68 29 0 0,1 0 0 0 0,1 0 1 0 0,1 0-1 0 0,1 0 1 0 0,2-1-1 0 0,7 39 1 0 0,-6-52-368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8:38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11058 0 0,'1'8'488'0'0,"-1"-3"105"0"0,1 2-473 0 0,1-3-120 0 0,-1-2 0 0 0,0-2 0 0 0,1 2 112 0 0,-1 0 0 0 0,3 2 0 0 0,0-3 0 0 0,2-1-112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4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9674 0 0,'0'-27'3117'0'0,"-5"-35"0"0"0,5 45 2762 0 0,58 435-5233 0 0,-34 3-93 0 0,-23-392-550 0 0,2 17-134 0 0,-1 88-1037 0 0,-4-116 346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4.3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10594 0 0,'2'-3'160'0'0,"0"0"0"0"0,0 0 0 0 0,0 1 0 0 0,1-1 0 0 0,-1 0-1 0 0,0 1 1 0 0,1 0 0 0 0,0-1 0 0 0,0 1 0 0 0,3-2 0 0 0,3-3 118 0 0,20-17 1087 0 0,1 1-1 0 0,0 2 1 0 0,45-23 0 0 0,-36 24-2527 0 0,44-14 0 0 0,-66 27-4586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4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 7834 0 0,'0'0'82'0'0,"-2"0"507"0"0,1 0 0 0 0,-1 0 0 0 0,1 0 0 0 0,-1 0 0 0 0,1 0 1 0 0,-1 0-1 0 0,1 0 0 0 0,0 0 0 0 0,-1 1 0 0 0,1-1 0 0 0,-1 1 0 0 0,1-1 0 0 0,-2 2 0 0 0,2-1-333 0 0,0 0-1 0 0,1 1 0 0 0,-1-1 1 0 0,0 1-1 0 0,1-1 0 0 0,0 1 1 0 0,-1-1-1 0 0,1 1 0 0 0,0 0 1 0 0,0-1-1 0 0,0 1 1 0 0,0-1-1 0 0,0 1 0 0 0,0 1 1 0 0,13 226 2610 0 0,-2-98-2830 0 0,-5-31-941 0 0,-4-69 71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5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37 13363 0 0,'-8'4'610'0'0,"5"-3"-479"0"0,0 1 0 0 0,0-1 0 0 0,0 0 0 0 0,1 1-1 0 0,-1 0 1 0 0,0 0 0 0 0,1 0 0 0 0,-1 0 0 0 0,1 0 0 0 0,0 0 0 0 0,0 0 0 0 0,0 1 0 0 0,0-1 0 0 0,-3 6 0 0 0,8-9 257 0 0,1 0 1 0 0,-1 0 0 0 0,0-1-1 0 0,0 1 1 0 0,0 0 0 0 0,0-1-1 0 0,0 0 1 0 0,4-3 0 0 0,14-10-18 0 0,-10 8-362 0 0,0-1 0 0 0,0 1 0 0 0,13-5 0 0 0,-19 10-578 0 0,-1 0 0 0 0,1 1 0 0 0,0-1-1 0 0,0 1 1 0 0,-1 1 0 0 0,1-1 0 0 0,6 0 0 0 0,2 1-1117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5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0 219 6913 0 0,'4'-3'609'0'0,"0"-1"-481"0"0,-1 0-128 0 0,1 2 0 0 0,-1-2 808 0 0,4-1 144 0 0,3-4 24 0 0,7-7 8 0 0,6-5-784 0 0,1-4-200 0 0,1 0 0 0 0,-3 2 64 0 0,-1 2 0 0 0,-3 2 1 0 0,1 0-1 0 0,-4 1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6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185 196 3225 0 0,'-12'3'131'0'0,"-1"0"-1"0"0,0-1 1 0 0,-25 1 0 0 0,28-3-308 0 0,1 0 0 0 0,-1 1 0 0 0,0 0 0 0 0,0 1 0 0 0,1 0 0 0 0,-1 1 0 0 0,1 0 0 0 0,-11 4 0 0 0,19-6 233 0 0,1-1-1 0 0,-1 0 1 0 0,1 0-1 0 0,-1 0 1 0 0,0 0 0 0 0,1 1-1 0 0,-1-1 1 0 0,1 0-1 0 0,-1 0 1 0 0,1 1-1 0 0,-1-1 1 0 0,1 1-1 0 0,-1-1 1 0 0,1 0 0 0 0,0 1-1 0 0,-1-1 1 0 0,1 1-1 0 0,0-1 1 0 0,-1 1-1 0 0,1-1 1 0 0,0 1 0 0 0,-1-1-1 0 0,1 1 1 0 0,0-1-1 0 0,0 1 1 0 0,0-1-1 0 0,-1 1 1 0 0,1 0-1 0 0,0 0 1 0 0,15 4 2273 0 0,29-6 266 0 0,416-29 3281 0 0,-73 6-3849 0 0,286-57 2036 0 0,-370 40-3193 0 0,-60 18-626 0 0,13-2 155 0 0,-184 16-543 0 0,-1 3 1 0 0,1 3-1 0 0,-1 3 1 0 0,78 10-1 0 0,-112-2-1280 0 0,-23-2 233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7.2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13827 0 0,'1'3'331'0'0,"0"-1"1"0"0,1 1-1 0 0,-1-1 1 0 0,1 1-1 0 0,0-1 1 0 0,0 1-1 0 0,0-1 0 0 0,2 2 1 0 0,5 7 230 0 0,10 19 43 0 0,-1 1 1 0 0,-2 1-1 0 0,-1 0 1 0 0,-1 1-1 0 0,9 39 1 0 0,37 178 186 0 0,-50-199-604 0 0,5 16-150 0 0,25 154-539 0 0,-38-193-1810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7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 9218 0 0,'12'-1'2218'0'0,"-11"1"-2151"0"0,0 0 0 0 0,0-1 0 0 0,-1 1 0 0 0,1 0 0 0 0,0 0 0 0 0,0 0-1 0 0,0 0 1 0 0,0 0 0 0 0,0 0 0 0 0,0 0 0 0 0,-1 1 0 0 0,1-1 0 0 0,0 0 0 0 0,0 0 0 0 0,0 1-1 0 0,0-1 1 0 0,-1 0 0 0 0,1 1 0 0 0,0-1 0 0 0,0 1 0 0 0,-1-1 0 0 0,1 1 0 0 0,0 0 0 0 0,-1-1-1 0 0,1 1 1 0 0,-1-1 0 0 0,1 1 0 0 0,-1 0 0 0 0,1 0 0 0 0,-1-1 0 0 0,1 1 0 0 0,-1 0 0 0 0,0 0-1 0 0,1 0 1 0 0,-1-1 0 0 0,0 1 0 0 0,1 0 0 0 0,-1 0 0 0 0,0 0 0 0 0,0 0 0 0 0,0 0 0 0 0,0 1-1 0 0,3 8-3 0 0,-1 0 0 0 0,0 1 0 0 0,-1-1 0 0 0,0 1 0 0 0,-1-1 0 0 0,0 1 0 0 0,-1 0 0 0 0,-2 17-1 0 0,-5 8 53 0 0,-14 41 0 0 0,6-25 1189 0 0,16-52-1212 0 0,0 1 0 0 0,0-1 0 0 0,0 1 0 0 0,0-1 0 0 0,0 1 0 0 0,0-1 0 0 0,0 1 0 0 0,0-1 0 0 0,0 1 0 0 0,0-1 1 0 0,0 1-1 0 0,0-1 0 0 0,0 1 0 0 0,0-1 0 0 0,0 1 0 0 0,0-1 0 0 0,1 1 0 0 0,-1-1 0 0 0,0 1 0 0 0,0-1 1 0 0,1 0-1 0 0,-1 1 0 0 0,0-1 0 0 0,0 1 0 0 0,1-1 0 0 0,-1 0 0 0 0,1 1 0 0 0,-1-1 0 0 0,0 0 0 0 0,2 1 1 0 0,17 3 1127 0 0,23-8-393 0 0,54-18-44 0 0,35-6-72 0 0,-115 26-1105 0 0,0 1 0 0 0,0 1 0 0 0,0 0 0 0 0,0 1 0 0 0,0 0 0 0 0,22 6 0 0 0,-20-2-1188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7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0,'-1'3'376'0'0,"1"0"-1"0"0,0 0 0 0 0,0 0 1 0 0,0 0-1 0 0,1 0 0 0 0,-1 0 0 0 0,1-1 1 0 0,-1 1-1 0 0,1 0 0 0 0,0 0 0 0 0,2 4 1 0 0,18 36 2721 0 0,-6-14-1448 0 0,39 120 3072 0 0,2 5-5718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1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0 119 15667 0 0,'83'-20'5209'0'0,"-34"12"-5330"0"0,78-24 0 0 0,-70 10-3535 0 0,-4-5-4043 0 0,-37 18 6718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0 11058 0 0,'-3'5'228'0'0,"1"-1"1"0"0,0 1-1 0 0,0-1 0 0 0,0 1 0 0 0,1 0 0 0 0,-1 0 0 0 0,1 0 0 0 0,0 0 0 0 0,1 0 0 0 0,-1 0 0 0 0,1 0 1 0 0,0 8-1 0 0,11 68 2954 0 0,-6-52-1912 0 0,1 15-219 0 0,1 5-1131 0 0,13 48 1 0 0,-13-71-6862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1840 0 0,'24'12'9608'0'0,"-1"-2"-5622"0"0,-16-6-3493 0 0,0 0 1 0 0,-1 0-1 0 0,1 0 1 0 0,-1 1-1 0 0,9 9 1 0 0,-4-2-105 0 0,0 0 1 0 0,-2 1 0 0 0,1 1 0 0 0,-2 0 0 0 0,0 0-1 0 0,0 1 1 0 0,-2 0 0 0 0,1 0 0 0 0,-2 0 0 0 0,6 26-1 0 0,0 14-1315 0 0,6 96-1 0 0,-15-121-203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8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2 100 920 0 0,'-1'-3'253'0'0,"1"1"0"0"0,-1 0 0 0 0,1 0-1 0 0,0 0 1 0 0,0 0 0 0 0,0 0 0 0 0,0 0 0 0 0,1-1-1 0 0,-1 1 1 0 0,0 0 0 0 0,1 0 0 0 0,0 0 0 0 0,-1 0-1 0 0,1 0 1 0 0,0 0 0 0 0,0 0 0 0 0,0 0 0 0 0,0 1-1 0 0,0-1 1 0 0,1 0 0 0 0,-1 0 0 0 0,0 1 0 0 0,1-1-1 0 0,-1 1 1 0 0,1 0 0 0 0,0-1 0 0 0,3-1 0 0 0,3-4 563 0 0,0 1 1 0 0,0 1-1 0 0,1-1 1 0 0,16-6-1 0 0,-23 10-652 0 0,1 1 0 0 0,0 0 0 0 0,0 0 0 0 0,0 0 1 0 0,1 0-1 0 0,-1 0 0 0 0,0 1 0 0 0,0 0 0 0 0,0-1 0 0 0,1 1 0 0 0,-1 0 0 0 0,0 1 0 0 0,0-1 0 0 0,0 0 0 0 0,0 1 0 0 0,1 0 0 0 0,-1 0 0 0 0,0 0 0 0 0,0 0 0 0 0,0 0 0 0 0,0 1 0 0 0,-1-1 1 0 0,6 4-1 0 0,-5-2-31 0 0,0 1-1 0 0,0-1 1 0 0,0 0 0 0 0,-1 1 0 0 0,1 0 0 0 0,-1-1 0 0 0,0 1 0 0 0,0 0 0 0 0,0 0 0 0 0,-1 0 0 0 0,1 1 0 0 0,-1-1 0 0 0,0 0 0 0 0,0 1 0 0 0,-1-1 0 0 0,1 0 0 0 0,-1 6 0 0 0,-3 41 1281 0 0,1-43-1120 0 0,1 0 1 0 0,0 1 0 0 0,1-1-1 0 0,0 0 1 0 0,0 1 0 0 0,0-1 0 0 0,1 0-1 0 0,1 1 1 0 0,2 10 0 0 0,-3-17-281 0 0,0-1 1 0 0,0 0 0 0 0,0 0-1 0 0,0 0 1 0 0,0 0-1 0 0,0 0 1 0 0,0 0-1 0 0,1 0 1 0 0,-1 0 0 0 0,0 0-1 0 0,0 0 1 0 0,1 0-1 0 0,-1-1 1 0 0,1 1-1 0 0,-1-1 1 0 0,0 1 0 0 0,1-1-1 0 0,-1 1 1 0 0,1-1-1 0 0,-1 0 1 0 0,1 0-1 0 0,-1 0 1 0 0,1 0 0 0 0,2 0-1 0 0,44-5-72 0 0,-27 1 45 0 0,-11 4-284 0 0,0-1 0 0 0,0 2 0 0 0,0-1-1 0 0,0 1 1 0 0,-1 1 0 0 0,15 3 0 0 0,-6 0-909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29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4 1376 0 0,'-7'3'11444'0'0,"11"-3"-10424"0"0,0-1-777 0 0,0 1 1 0 0,0 0-1 0 0,0 0 0 0 0,0 0 0 0 0,0 0 1 0 0,0 1-1 0 0,0 0 0 0 0,0-1 0 0 0,0 2 0 0 0,0-1 1 0 0,0 0-1 0 0,0 1 0 0 0,-1-1 0 0 0,1 1 0 0 0,0 0 1 0 0,-1 1-1 0 0,0-1 0 0 0,0 0 0 0 0,1 1 0 0 0,-1 0 1 0 0,-1 0-1 0 0,1 0 0 0 0,0 0 0 0 0,-1 0 0 0 0,1 0 1 0 0,-1 1-1 0 0,0-1 0 0 0,0 1 0 0 0,-1 0 0 0 0,1-1 1 0 0,-1 1-1 0 0,2 4 0 0 0,2 8-5 0 0,-1 1 1 0 0,-1 0-1 0 0,2 21 1 0 0,4 18 691 0 0,-9-55-900 0 0,0-1 0 0 0,0 1-1 0 0,0 0 1 0 0,0-1 0 0 0,1 1-1 0 0,-1 0 1 0 0,0-1-1 0 0,0 1 1 0 0,1-1 0 0 0,-1 1-1 0 0,0 0 1 0 0,1-1 0 0 0,-1 1-1 0 0,1-1 1 0 0,-1 1 0 0 0,0-1-1 0 0,1 1 1 0 0,-1-1-1 0 0,1 1 1 0 0,-1-1 0 0 0,1 0-1 0 0,0 1 1 0 0,-1-1 0 0 0,1 0-1 0 0,-1 1 1 0 0,1-1 0 0 0,0 0-1 0 0,0 0 1 0 0,1 0-5 0 0,-1 0 1 0 0,1 0 0 0 0,0 0-1 0 0,-1 0 1 0 0,1-1 0 0 0,-1 1-1 0 0,1 0 1 0 0,-1-1 0 0 0,0 0-1 0 0,1 1 1 0 0,-1-1 0 0 0,2-1-1 0 0,34-28 98 0 0,-36 29-113 0 0,56-57-204 0 0,-23 23-1411 0 0,60-49 1 0 0,-69 64-6250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2.0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1217 162 7370 0 0,'-5'-5'148'0'0,"0"-1"0"0"0,0 1 0 0 0,0 1 0 0 0,-1-1 0 0 0,1 1 0 0 0,-1 0 0 0 0,-1 0 0 0 0,1 0 0 0 0,0 1 0 0 0,-1 0 0 0 0,0 1 1 0 0,-13-4-1 0 0,-14-4 227 0 0,-41-4 0 0 0,73 13-362 0 0,-41-5 113 0 0,0 1 0 0 0,1 3 0 0 0,-1 1 0 0 0,0 2 0 0 0,0 2 0 0 0,0 2 0 0 0,1 2 0 0 0,-73 21 0 0 0,85-19-4 0 0,1 2-1 0 0,0 1 1 0 0,1 2-1 0 0,1 0 0 0 0,0 2 1 0 0,1 1-1 0 0,0 1 1 0 0,2 1-1 0 0,0 1 0 0 0,1 1 1 0 0,1 1-1 0 0,-34 46 1 0 0,30-29-145 0 0,3 1 1 0 0,0 1 0 0 0,3 2-1 0 0,2 0 1 0 0,1 0-1 0 0,3 2 1 0 0,1 0 0 0 0,2 0-1 0 0,3 1 1 0 0,1 1-1 0 0,2-1 1 0 0,2 54 0 0 0,4-52-192 0 0,2 0 1 0 0,2-1 0 0 0,1 1 0 0 0,3-1-1 0 0,2-1 1 0 0,2 0 0 0 0,2 0 0 0 0,2-2 0 0 0,2 0-1 0 0,2-1 1 0 0,49 75 0 0 0,-44-83-247 0 0,2-2 0 0 0,2-1 1 0 0,1-1-1 0 0,65 50 0 0 0,154 87-1286 0 0,-194-135 1703 0 0,1-3 0 0 0,1-2 0 0 0,2-3 0 0 0,81 24-1 0 0,-77-32 798 0 0,1-3-1 0 0,0-2 1 0 0,1-4-1 0 0,78 1 0 0 0,-108-10-129 0 0,0-2 0 0 0,0-1 0 0 0,-1-2 0 0 0,1-1-1 0 0,-1-2 1 0 0,66-26 0 0 0,-60 17-181 0 0,0-1 0 0 0,-1-3 0 0 0,-1-1 0 0 0,-2-2 0 0 0,41-34 0 0 0,-52 36-349 0 0,-1-1 0 0 0,0-2 0 0 0,-2 0 0 0 0,-1-2 0 0 0,-1 0 0 0 0,-2-2 0 0 0,-1 0 0 0 0,-1-1 0 0 0,-1 0 0 0 0,-2-2 0 0 0,-2 0 0 0 0,-1 0 0 0 0,-1-1 0 0 0,-1 0 0 0 0,4-49 0 0 0,-5-6 414 0 0,-4 0-1 0 0,-4-1 1 0 0,-3 1-1 0 0,-5 0 1 0 0,-4 0 0 0 0,-3 1-1 0 0,-4 1 1 0 0,-44-123 0 0 0,51 179-495 0 0,-1 1 0 0 0,-2 0 0 0 0,0 1 0 0 0,-2 0-1 0 0,-2 2 1 0 0,0 0 0 0 0,-2 1 0 0 0,0 1 0 0 0,-2 1 0 0 0,-1 1 0 0 0,-1 1 0 0 0,-49-34 0 0 0,20 17-396 0 0,-68-43 255 0 0,104 73-2179 0 0,1 0 0 0 0,-35-12 0 0 0,19 12-4264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1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350 4867 456 0 0,'-4'0'133'0'0,"1"-1"0"0"0,-1 0 0 0 0,1 0 0 0 0,0 0 0 0 0,-1-1 0 0 0,1 1 0 0 0,0-1 0 0 0,0 0 0 0 0,0 1 0 0 0,0-1 0 0 0,0-1-1 0 0,0 1 1 0 0,0 0 0 0 0,1-1 0 0 0,-1 1 0 0 0,-2-6 0 0 0,-35-48-314 0 0,40 56 188 0 0,-33-55 311 0 0,2-2 0 0 0,3-1 0 0 0,2-1 0 0 0,3-2 0 0 0,3 0 0 0 0,2-1 0 0 0,-16-108 0 0 0,12-17 62 0 0,8-1 0 0 0,9 0 0 0 0,8 0 0 0 0,8 0 0 0 0,38-201 0 0 0,-28 277 259 0 0,5 1 1 0 0,5 1-1 0 0,87-204 0 0 0,-64 195 44 0 0,5 2-1 0 0,114-167 1 0 0,-39 110-202 0 0,264-260 0 0 0,-258 303-414 0 0,5 7 0 0 0,6 6 0 0 0,296-175 0 0 0,-324 229-630 0 0,254-92 0 0 0,-375 156 555 0 0,164-54-1270 0 0,289-55 0 0 0,-270 79-205 0 0,-99 19-1480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3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14283 0 0,'-5'0'4928'0'0,"5"1"-4851"0"0,0 11 744 0 0,8 22-1150 0 0,41 185 1006 0 0,-31-130-741 0 0,3-2-1 0 0,44 117 1 0 0,-56-185-488 0 0,-1-4-5241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4.2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2761 0 0,'5'-11'701'0'0,"0"0"1"0"0,1 1 0 0 0,0 0-1 0 0,1 0 1 0 0,0 0-1 0 0,1 1 1 0 0,0 0 0 0 0,1 0-1 0 0,-1 1 1 0 0,2 0 0 0 0,-1 0-1 0 0,1 1 1 0 0,0 1 0 0 0,0 0-1 0 0,1 0 1 0 0,19-7-1 0 0,-28 12-618 0 0,1 0-1 0 0,-1 1 0 0 0,1-1 1 0 0,0 0-1 0 0,-1 1 0 0 0,1 0 1 0 0,0 0-1 0 0,-1 0 0 0 0,1 0 0 0 0,0 0 1 0 0,0 0-1 0 0,-1 1 0 0 0,1-1 1 0 0,-1 1-1 0 0,1 0 0 0 0,0-1 0 0 0,-1 1 1 0 0,1 1-1 0 0,-1-1 0 0 0,0 0 1 0 0,3 2-1 0 0,-2 0 50 0 0,0 0 1 0 0,-1 0-1 0 0,1 0 1 0 0,-1 0 0 0 0,0 1-1 0 0,0-1 1 0 0,0 0-1 0 0,0 1 1 0 0,0 0-1 0 0,-1-1 1 0 0,0 1-1 0 0,2 7 1 0 0,0 6 119 0 0,-1 0-1 0 0,0 0 1 0 0,-2 0 0 0 0,0 1-1 0 0,-3 24 1 0 0,-3-10-67 0 0,-1-1-1 0 0,-1 0 1 0 0,-15 37 0 0 0,-7 22 1154 0 0,29-88-1275 0 0,1 0 0 0 0,-1 0 0 0 0,1 1 0 0 0,-1-1 0 0 0,1 0 0 0 0,0 0 0 0 0,0 1 0 0 0,0-1 0 0 0,0 0 0 0 0,1 4 0 0 0,-1-6-39 0 0,0 1 0 0 0,1 0 1 0 0,-1-1-1 0 0,0 1 0 0 0,1-1 1 0 0,-1 1-1 0 0,0-1 0 0 0,1 1 1 0 0,-1 0-1 0 0,0-1 0 0 0,1 1 1 0 0,-1-1-1 0 0,1 0 0 0 0,-1 1 1 0 0,1-1-1 0 0,0 1 0 0 0,-1-1 1 0 0,1 0-1 0 0,-1 1 0 0 0,1-1 1 0 0,-1 0-1 0 0,1 0 0 0 0,1 1 1 0 0,1-1 1 0 0,0 0 0 0 0,0 0 1 0 0,-1-1-1 0 0,1 1 0 0 0,0-1 1 0 0,0 1-1 0 0,0-1 0 0 0,0 0 1 0 0,-1 0-1 0 0,1 0 0 0 0,0 0 1 0 0,-1-1-1 0 0,1 1 0 0 0,3-3 1 0 0,28-20-177 0 0,-19 13 122 0 0,1 1 0 0 0,27-14 0 0 0,-36 21-502 0 0,0 1 0 0 0,-1 0 0 0 0,1 0 0 0 0,0 0 0 0 0,0 1 0 0 0,0 0 0 0 0,1 0 0 0 0,-1 1 0 0 0,0 0-1 0 0,11 1 1 0 0,-2 1-5983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34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21 127 2761 0 0,'-1'-1'230'0'0,"0"1"0"0"0,0 0 1 0 0,0 0-1 0 0,0 0 0 0 0,0-1 1 0 0,0 1-1 0 0,0 0 0 0 0,1-1 1 0 0,-1 1-1 0 0,0-1 0 0 0,0 1 1 0 0,0-1-1 0 0,1 1 0 0 0,-1-1 1 0 0,0 0-1 0 0,0 1 1 0 0,1-1-1 0 0,-1 0 0 0 0,1 1 1 0 0,-1-1-1 0 0,1 0 0 0 0,-1 0 1 0 0,1 0-1 0 0,-1 0 0 0 0,1 1 1 0 0,0-1-1 0 0,-1 0 0 0 0,1 0 1 0 0,0 0-1 0 0,-1-1 0 0 0,2-1 194 0 0,-1 1-1 0 0,0 0 0 0 0,1-1 0 0 0,0 1 0 0 0,-1 0 0 0 0,1-1 1 0 0,0 1-1 0 0,0 0 0 0 0,0 0 0 0 0,1 0 0 0 0,2-4 1 0 0,4-4 664 0 0,0 0 0 0 0,1 1 0 0 0,14-13 0 0 0,-20 19-1040 0 0,0 1 0 0 0,0 0 1 0 0,0-1-1 0 0,0 1 0 0 0,0 0 0 0 0,1 1 0 0 0,-1-1 1 0 0,0 1-1 0 0,1-1 0 0 0,0 1 0 0 0,-1 0 0 0 0,1 0 0 0 0,0 1 1 0 0,-1-1-1 0 0,1 1 0 0 0,0-1 0 0 0,0 1 0 0 0,-1 0 0 0 0,1 1 1 0 0,0-1-1 0 0,-1 1 0 0 0,1 0 0 0 0,6 1 0 0 0,-6 1-3 0 0,1-1 1 0 0,-1 1-1 0 0,0 0 0 0 0,0-1 0 0 0,0 2 0 0 0,0-1 0 0 0,-1 0 0 0 0,1 1 0 0 0,-1 0 1 0 0,0 0-1 0 0,0 0 0 0 0,0 0 0 0 0,0 0 0 0 0,-1 1 0 0 0,0-1 0 0 0,0 1 0 0 0,2 6 1 0 0,0 5-45 0 0,0-1 0 0 0,-2 1 1 0 0,0-1-1 0 0,0 1 0 0 0,-2 0 1 0 0,0 0-1 0 0,-2 16 0 0 0,1 51 69 0 0,1-82-16 0 0,0 1 1 0 0,0-1 0 0 0,0 0 0 0 0,1 0-1 0 0,-1 1 1 0 0,0-1 0 0 0,1 0 0 0 0,-1 0-1 0 0,0 0 1 0 0,1 1 0 0 0,-1-1 0 0 0,1 0-1 0 0,0 0 1 0 0,-1 0 0 0 0,1 0 0 0 0,0 0-1 0 0,0 0 1 0 0,-1 0 0 0 0,1 0-1 0 0,0 0 1 0 0,0-1 0 0 0,0 1 0 0 0,2 1-1 0 0,-1-1-18 0 0,0-1-1 0 0,0 0 0 0 0,0 1 1 0 0,0-1-1 0 0,0 0 0 0 0,0 0 0 0 0,0 0 1 0 0,0 0-1 0 0,0 0 0 0 0,0 0 0 0 0,0-1 1 0 0,0 1-1 0 0,3-2 0 0 0,7-2 11 0 0,-1-2-1 0 0,0 1 1 0 0,20-13 0 0 0,-25 14 44 0 0,35-21-826 0 0,73-31 0 0 0,-86 44-7138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0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27 9674 0 0,'-8'-6'1252'0'0,"6"4"-716"0"0,0 0 1 0 0,0 0-1 0 0,-1 0 0 0 0,1 0 1 0 0,-1 1-1 0 0,1-1 0 0 0,-1 1 1 0 0,1-1-1 0 0,-1 1 0 0 0,0 0 1 0 0,0 0-1 0 0,-4-1 0 0 0,7 6-287 0 0,1 0-1 0 0,0 0 0 0 0,0-1 0 0 0,0 1 0 0 0,0 0 0 0 0,0-1 0 0 0,5 7 0 0 0,-5-5-79 0 0,19 56 160 0 0,-3 1 1 0 0,-2 1-1 0 0,10 109 0 0 0,-5-29-315 0 0,-18-129-305 0 0,1 0 0 0 0,0 0 0 0 0,1 0 0 0 0,0-1 0 0 0,1 1 0 0 0,1-1 0 0 0,0 0 0 0 0,1-1 0 0 0,13 20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0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14283 0 0,'6'-3'492'0'0,"-1"-1"-1"0"0,1 1 1 0 0,-1-1-1 0 0,1-1 1 0 0,-1 1 0 0 0,5-6-1 0 0,1-1-95 0 0,0 1 0 0 0,1 0-1 0 0,14-8 1 0 0,-22 15-702 0 0,-1 1-1 0 0,1 0 1 0 0,0 1 0 0 0,0-1 0 0 0,0 1-1 0 0,0-1 1 0 0,0 1 0 0 0,0 0 0 0 0,0 1-1 0 0,0-1 1 0 0,0 1 0 0 0,0 0-1 0 0,1 0 1 0 0,-1 0 0 0 0,0 0 0 0 0,7 2-1 0 0,31 16-126 0 0,-29-13 513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0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4145 0 0,'7'11'8857'0'0,"16"9"-7315"0"0,-12-10-853 0 0,-3-2-751 0 0,0 0 0 0 0,-1 0 0 0 0,-1 1 1 0 0,1 0-1 0 0,-2 0 0 0 0,1 0 0 0 0,-1 1 1 0 0,4 11-1 0 0,-6-12-878 0 0,0 0 0 0 0,-1 0 0 0 0,0 0 0 0 0,-1 0 0 0 0,0 0 1 0 0,0 10-1 0 0,-1-37 1034 0 0,1-1 0 0 0,2 1 0 0 0,-1 0 1 0 0,9-27-1 0 0,-9 38 208 0 0,0 1 0 0 0,0-1 1 0 0,0 1-1 0 0,1 0 0 0 0,0 0 0 0 0,0 0 1 0 0,1 0-1 0 0,-1 1 0 0 0,1-1 0 0 0,1 1 1 0 0,-1 0-1 0 0,1 0 0 0 0,-1 1 0 0 0,2-1 0 0 0,-1 1 1 0 0,10-6-1 0 0,-13 9-158 0 0,0 0-1 0 0,0 1 1 0 0,0 0 0 0 0,-1-1 0 0 0,1 1 0 0 0,0 0-1 0 0,0 0 1 0 0,0 0 0 0 0,0 0 0 0 0,0 0 0 0 0,-1 0-1 0 0,1 0 1 0 0,0 1 0 0 0,0-1 0 0 0,0 1-1 0 0,-1-1 1 0 0,1 1 0 0 0,0 0 0 0 0,0 0 0 0 0,-1 0-1 0 0,1 0 1 0 0,-1 0 0 0 0,1 0 0 0 0,-1 0-1 0 0,1 0 1 0 0,-1 1 0 0 0,0-1 0 0 0,0 0 0 0 0,2 3-1 0 0,5 6 330 0 0,-1 0-1 0 0,0 1 0 0 0,8 15 1 0 0,-3-3-155 0 0,19 17-615 0 0,-16-24-5242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1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0 456 0 0,'-33'11'15310'0'0,"36"19"-13766"0"0,1 2-1682 0 0,4 11 323 0 0,0 0-1042 0 0,-2-14-3518 0 0,-1-11-837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2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8290 0 0,'-9'3'2734'0'0,"17"3"-414"0"0,-2-2-3169 0 0,3 3 629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2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856 28 5985 0 0,'-105'-13'1009'0'0,"-5"0"-187"0"0,87 12-696 0 0,0 1 0 0 0,0 1 0 0 0,0 1-1 0 0,0 1 1 0 0,0 1 0 0 0,0 1 0 0 0,1 1-1 0 0,0 1 1 0 0,0 1 0 0 0,1 1 0 0 0,0 1-1 0 0,0 0 1 0 0,1 2 0 0 0,1 0 0 0 0,0 2-1 0 0,-23 19 1 0 0,16-9-42 0 0,1 0 0 0 0,0 2 0 0 0,2 1 0 0 0,-29 43 0 0 0,39-49-37 0 0,0 1-1 0 0,2 1 1 0 0,1 0-1 0 0,0 0 1 0 0,2 1-1 0 0,1 0 1 0 0,-5 28-1 0 0,6-20-18 0 0,2 0-1 0 0,1 1 0 0 0,1-1 0 0 0,2 1 1 0 0,1-1-1 0 0,2 1 0 0 0,1-1 1 0 0,1 0-1 0 0,2 0 0 0 0,1-1 1 0 0,2 0-1 0 0,1 0 0 0 0,1-1 0 0 0,2-1 1 0 0,1 0-1 0 0,32 47 0 0 0,-16-33-171 0 0,3-1-1 0 0,1-2 1 0 0,2-1-1 0 0,1-2 1 0 0,2-1-1 0 0,2-3 0 0 0,1-1 1 0 0,1-2-1 0 0,2-2 1 0 0,1-2-1 0 0,1-3 1 0 0,1-1-1 0 0,0-2 1 0 0,66 16-1 0 0,-41-19 439 0 0,0-2 1 0 0,1-4-1 0 0,143 3 1 0 0,-202-14 46 0 0,0-1 0 0 0,0 0 1 0 0,0-1-1 0 0,0-1 0 0 0,-1-1 1 0 0,1 0-1 0 0,-1-1 0 0 0,0-1 1 0 0,0 0-1 0 0,25-15 0 0 0,-20 8 6 0 0,-2-1-1 0 0,0 0 1 0 0,-1-2-1 0 0,0 0 1 0 0,-1-1-1 0 0,25-35 1 0 0,-20 24-268 0 0,-1-1 0 0 0,-2-2 1 0 0,-1 0-1 0 0,20-49 1 0 0,-29 59 44 0 0,-2-1 1 0 0,0 0-1 0 0,-2 0 0 0 0,0 0 1 0 0,-1 0-1 0 0,-2-1 0 0 0,0 1 1 0 0,-3-28-1 0 0,-3 13 82 0 0,-1 0 1 0 0,-2 1-1 0 0,-1 0 0 0 0,-2 0 1 0 0,-2 1-1 0 0,-31-62 0 0 0,11 36-130 0 0,-4 1-1 0 0,-75-94 1 0 0,82 118-208 0 0,-3 2 0 0 0,-1 1-1 0 0,-1 1 1 0 0,-2 2 0 0 0,0 2 0 0 0,-3 1 0 0 0,0 2 0 0 0,-1 2-1 0 0,-50-21 1 0 0,42 23-6451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4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908 181 14283 0 0,'-60'-35'1164'0'0,"-1"2"1"0"0,-125-48-1 0 0,166 74-1163 0 0,0 1 0 0 0,-1 0 0 0 0,0 1 1 0 0,-22-1-1 0 0,34 5-17 0 0,0 1 0 0 0,0 0 0 0 0,1 0 0 0 0,-1 1 1 0 0,0 0-1 0 0,1 1 0 0 0,-1 0 0 0 0,1 1 0 0 0,0-1 0 0 0,0 1 0 0 0,0 1 1 0 0,-13 7-1 0 0,-5 6-256 0 0,2 1 0 0 0,0 1 1 0 0,2 2-1 0 0,0 0 0 0 0,1 1 1 0 0,1 1-1 0 0,1 1 0 0 0,-28 47 0 0 0,26-35 163 0 0,2 1 0 0 0,2 0 0 0 0,1 2 0 0 0,2 0-1 0 0,-18 78 1 0 0,28-90 149 0 0,2 1-1 0 0,0-1 0 0 0,2 1 1 0 0,0-1-1 0 0,2 0 1 0 0,2 1-1 0 0,11 47 1 0 0,10 12 131 0 0,36 84 0 0 0,-50-141-165 0 0,39 87-60 0 0,4-1-1 0 0,6-4 0 0 0,145 206 1 0 0,-128-220-168 0 0,5-4 1 0 0,3-3-1 0 0,189 153 1 0 0,-218-200 427 0 0,2-2 0 0 0,110 60-1 0 0,-134-85-32 0 0,2-1 1 0 0,0-1-1 0 0,0-2 0 0 0,2-2 0 0 0,-1-1 1 0 0,67 8-1 0 0,-74-17-9 0 0,0-1 1 0 0,0-1-1 0 0,0-1 0 0 0,0-2 1 0 0,-1-1-1 0 0,0-1 1 0 0,1-2-1 0 0,-2-1 0 0 0,1-1 1 0 0,-2-1-1 0 0,39-22 1 0 0,-19 6-44 0 0,0-3 0 0 0,-2-2 0 0 0,-2-1 0 0 0,-1-3 0 0 0,50-54 0 0 0,-68 63-40 0 0,-1 0 0 0 0,-2-2-1 0 0,-1 0 1 0 0,-1-1 0 0 0,21-48 0 0 0,-20 33 61 0 0,-3-2 1 0 0,-1 0-1 0 0,12-66 1 0 0,-12 9 127 0 0,-4-1 1 0 0,-5 0-1 0 0,-7-113 0 0 0,-2 150-87 0 0,-3 0-1 0 0,-3 0 1 0 0,-28-113-1 0 0,28 150-139 0 0,-2 2 0 0 0,-1 0 0 0 0,-1 0-1 0 0,-2 1 1 0 0,0 0 0 0 0,-2 1 0 0 0,-1 1-1 0 0,-2 1 1 0 0,0 0 0 0 0,-32-30 0 0 0,21 28-62 0 0,-1 2 1 0 0,-1 2 0 0 0,-1 0-1 0 0,-1 2 1 0 0,-1 2-1 0 0,-1 1 1 0 0,0 2 0 0 0,-74-22-1 0 0,67 27 84 0 0,-1 1 1 0 0,1 2-1 0 0,-2 3 0 0 0,1 1 0 0 0,0 2 0 0 0,-1 2 1 0 0,-79 11-1 0 0,82-4-266 0 0,1 3 0 0 0,0 1 1 0 0,1 2-1 0 0,0 2 0 0 0,-55 29 1 0 0,44-16-1289 0 0,2 2 0 0 0,1 2 0 0 0,-63 56 0 0 0,50-33-453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 7834 0 0,'-4'1'4046'0'0,"-21"17"-1970"0"0,8 0-1414 0 0,0 2 1 0 0,2 0-1 0 0,-23 39 0 0 0,-32 73-417 0 0,42-75-617 0 0,-21 46-3265 0 0,33-67 2270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10594 0 0,'-26'41'39'0'0,"2"0"1"0"0,2 2-1 0 0,1 0 0 0 0,-26 86 0 0 0,37-83-2058 0 0,8-37 1994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1824 0 0,'-4'19'80'0'0,"2"-8"16"0"0,2 0-96 0 0,-1 0 0 0 0,-1-3 0 0 0,1-2 0 0 0,-2 3 0 0 0,-1 7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5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0 6913 0 0,'-7'25'305'0'0,"3"-12"63"0"0,2 1-296 0 0,-1-2-72 0 0,2-4 0 0 0,-1 0 0 0 0,1 2-1113 0 0,-2 8-231 0 0,1 11-56 0 0,-1 6-8 0 0,2 4 1223 0 0,1-5 249 0 0,3-4 41 0 0,0-4 23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6913 0 0,'-5'145'4264'0'0,"1"-79"-2365"0"0,7 107 0 0 0,1-140-3123 0 0,14 50 0 0 0,-13-63 1164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0,'1'22'288'0'0,"0"-10"57"0"0,1-2-281 0 0,-1 1-64 0 0,1-3 0 0 0,0-2 0 0 0,0 5 72 0 0,2 7 0 0 0,3 9 0 0 0,1 9 0 0 0,1 4-72 0 0,0-3-72 0 0,-3-4 72 0 0,-2-4-104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0,'65'392'2792'0'0,"-31"-126"-4612"0"0,-30-242-2400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11058 0 0,'0'17'488'0'0,"0"-9"105"0"0,0 1-473 0 0,0-2-120 0 0,0-2 0 0 0,0-1 0 0 0,1 1 64 0 0,1 3 0 0 0,-1 3-64 0 0,3 5-2161 0 0,1-2-487 0 0,0-2-97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46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14283 0 0,'-2'13'632'0'0,"0"-7"136"0"0,1-1-616 0 0,1-1-152 0 0,0-2 0 0 0,0 0 0 0 0,1-2-544 0 0,5 1-856 0 0,-3-2 680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 11058 0 0,'-1'-28'8170'0'0,"8"46"-6219"0"0,13 44-1666 0 0,-3 1 0 0 0,-3 1 1 0 0,-3 0-1 0 0,5 86 0 0 0,-14 19-303 0 0,2 47-3850 0 0,-2-187-2968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0 137 6913 0 0,'41'-28'7369'0'0,"-8"2"-5538"0"0,33-22-1218 0 0,-57 43-1320 0 0,-1 0 0 0 0,1 0 0 0 0,0 1 1 0 0,0 1-1 0 0,0 0 0 0 0,13-3 1 0 0,-6 3 249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7370 0 0,'0'-2'118'0'0,"1"0"1"0"0,-1 1 0 0 0,1-1 0 0 0,-1 0 0 0 0,1 0 0 0 0,0 1 0 0 0,0-1 0 0 0,0 0-1 0 0,0 1 1 0 0,0-1 0 0 0,0 1 0 0 0,0-1 0 0 0,1 1 0 0 0,-1-1 0 0 0,1 1 0 0 0,-1 0 0 0 0,1 0-1 0 0,-1 0 1 0 0,1 0 0 0 0,0 0 0 0 0,-1 0 0 0 0,1 0 0 0 0,0 0 0 0 0,0 1 0 0 0,2-1-1 0 0,-1 0 105 0 0,0 0 0 0 0,0 0 0 0 0,0 0 0 0 0,0 0 0 0 0,0 1-1 0 0,0 0 1 0 0,0-1 0 0 0,0 1 0 0 0,0 0 0 0 0,0 1 0 0 0,0-1-1 0 0,0 0 1 0 0,0 1 0 0 0,0 0 0 0 0,5 1 0 0 0,-5 1-42 0 0,1 0 0 0 0,-1 0 0 0 0,0 0 0 0 0,0 0 1 0 0,0 1-1 0 0,0-1 0 0 0,-1 1 0 0 0,1 0 0 0 0,-1 0 0 0 0,0 0 1 0 0,0 0-1 0 0,0 0 0 0 0,-1 0 0 0 0,1 1 0 0 0,-1-1 0 0 0,0 0 1 0 0,0 7-1 0 0,2 11 279 0 0,-1 0 0 0 0,-1 24 0 0 0,-1-43-406 0 0,-2 40 458 0 0,1-30-43 0 0,0 0 0 0 0,1 0 0 0 0,0 1 0 0 0,1-1 0 0 0,5 23 0 0 0,-6-35-439 0 0,0-1 0 0 0,0 1 0 0 0,1-1 0 0 0,-1 1 0 0 0,0 0 1 0 0,0-1-1 0 0,1 1 0 0 0,-1-1 0 0 0,0 1 0 0 0,0-1 0 0 0,1 0 0 0 0,-1 1 0 0 0,1-1 0 0 0,-1 1 0 0 0,0-1 0 0 0,1 0 0 0 0,-1 1 0 0 0,1-1 0 0 0,-1 0 0 0 0,1 1 0 0 0,-1-1 0 0 0,1 0 0 0 0,-1 0 0 0 0,1 0 0 0 0,0 1 0 0 0,-1-1 0 0 0,1 0 0 0 0,0 0 0 0 0,19-6 264 0 0,20-22-393 0 0,-34 23 127 0 0,25-19-308 0 0,-9 6-1416 0 0,1 1-1 0 0,44-24 1 0 0,-43 29 127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2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1 117 14747 0 0,'0'0'672'0'0,"15"-13"1139"0"0,15-18-867 0 0,23-19-1898 0 0,-49 46 167 0 0,1 1 0 0 0,0-1 0 0 0,0 1-1 0 0,1 0 1 0 0,6-2 0 0 0,4 4 285 0 0,-11 5 502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5529 0 0,'4'-2'4025'0'0,"0"-2"-2785"0"0,4 2-255 0 0,1-6-57 0 0,1 0 0 0 0,3-2-8 0 0,0-1-696 0 0,2 1-144 0 0,-1-1-80 0 0,7-3-2592 0 0,-1 2-577 0 0,-2 3-120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3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1 189 6449 0 0,'0'0'499'0'0,"20"0"1354"0"0,318-20 4662 0 0,-112 2-3651 0 0,848-17 1417 0 0,-153-34-4165 0 0,-812 58-126 0 0,-43 5-710 0 0,72-16 0 0 0,-113 14-2240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0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11058 0 0,'5'0'520'0'0,"0"0"-1"0"0,0 1 0 0 0,0 0 1 0 0,0 0-1 0 0,1 0 0 0 0,-1 0 1 0 0,-1 1-1 0 0,1-1 1 0 0,0 1-1 0 0,0 1 0 0 0,-1-1 1 0 0,1 1-1 0 0,-1-1 0 0 0,6 6 1 0 0,-4-2-213 0 0,0 0 0 0 0,0 0 0 0 0,-1 0 0 0 0,0 1 0 0 0,0 0 0 0 0,-1 0 0 0 0,0 0 0 0 0,4 10 0 0 0,3 10-148 0 0,-2 1 0 0 0,-2 1 0 0 0,9 55 0 0 0,-16-81-117 0 0,11 80-34 0 0,7 42 160 0 0,-14-107-369 0 0,1-1-1 0 0,1 0 0 0 0,0 0 1 0 0,1 0-1 0 0,9 16 1 0 0,-12-26-1664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1 158 5065 0 0,'12'-16'561'0'0,"2"1"1"0"0,-1 1-1 0 0,2 0 0 0 0,0 1 1 0 0,1 1-1 0 0,0 0 0 0 0,1 1 1 0 0,0 1-1 0 0,1 1 1 0 0,0 0-1 0 0,24-8 0 0 0,-40 16-483 0 0,0 0 0 0 0,0 0 0 0 0,1 1-1 0 0,-1-1 1 0 0,0 1 0 0 0,0-1 0 0 0,0 1 0 0 0,1 0-1 0 0,-1 0 1 0 0,0 0 0 0 0,0 0 0 0 0,1 0-1 0 0,-1 0 1 0 0,0 1 0 0 0,0-1 0 0 0,0 1 0 0 0,1-1-1 0 0,-1 1 1 0 0,0 0 0 0 0,0 0 0 0 0,0 0 0 0 0,0 0-1 0 0,0 0 1 0 0,0 1 0 0 0,-1-1 0 0 0,1 0 0 0 0,0 1-1 0 0,1 2 1 0 0,-1-1-16 0 0,0 1 0 0 0,0-1 1 0 0,-1 1-1 0 0,0-1 0 0 0,0 1 0 0 0,0 0 0 0 0,0 0 0 0 0,0-1 0 0 0,-1 1 0 0 0,0 0 1 0 0,1 0-1 0 0,-1 0 0 0 0,-1 0 0 0 0,1 0 0 0 0,-2 6 0 0 0,-3 9 144 0 0,0 0-1 0 0,-1-1 1 0 0,-2 0-1 0 0,-10 21 0 0 0,10-24 313 0 0,1 0-1 0 0,1 0 1 0 0,0 1-1 0 0,1-1 0 0 0,1 1 1 0 0,-4 22-1 0 0,8-36-456 0 0,0-1 0 0 0,0 0-1 0 0,0 0 1 0 0,0 0 0 0 0,1 1 0 0 0,-1-1-1 0 0,0 0 1 0 0,0 0 0 0 0,1 0-1 0 0,-1 0 1 0 0,1 0 0 0 0,-1 0 0 0 0,1 0-1 0 0,-1 0 1 0 0,1 0 0 0 0,0 0-1 0 0,0 0 1 0 0,-1 0 0 0 0,1 0 0 0 0,0 0-1 0 0,0 0 1 0 0,0-1 0 0 0,0 1-1 0 0,0 0 1 0 0,0-1 0 0 0,0 1 0 0 0,0-1-1 0 0,0 1 1 0 0,0-1 0 0 0,0 1-1 0 0,0-1 1 0 0,0 0 0 0 0,1 1 0 0 0,-1-1-1 0 0,0 0 1 0 0,0 0 0 0 0,0 0-1 0 0,0 0 1 0 0,1 0 0 0 0,-1 0 0 0 0,0 0-1 0 0,2-1 1 0 0,9 0-38 0 0,0-1 1 0 0,1 0-1 0 0,15-5 1 0 0,-10 3-115 0 0,-6 1-492 0 0,1 2-1 0 0,0 0 1 0 0,15 0-1 0 0,-12 2-1104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6449 0 0,'-2'2'546'0'0,"0"1"-1"0"0,0-1 0 0 0,1 1 0 0 0,-1 0 0 0 0,1-1 0 0 0,0 1 1 0 0,0 0-1 0 0,0 0 0 0 0,0 0 0 0 0,0 0 0 0 0,0 0 0 0 0,1 0 1 0 0,-1 0-1 0 0,1 0 0 0 0,0 0 0 0 0,0 5 0 0 0,10 55 3305 0 0,-4-29-2622 0 0,21 120 126 0 0,-1-54-5793 0 0,-19-80-2085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4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1 169 11522 0 0,'51'-35'5291'0'0,"54"-21"-3484"0"0,62-7-6837 0 0,-147 56 5083 0 0,-3-1 11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5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9218 0 0,'-1'2'228'0'0,"0"1"-1"0"0,0-1 1 0 0,0 1 0 0 0,1-1 0 0 0,-1 1-1 0 0,1-1 1 0 0,-1 1 0 0 0,1-1 0 0 0,0 1-1 0 0,0 0 1 0 0,0-1 0 0 0,0 1-1 0 0,1-1 1 0 0,-1 1 0 0 0,1-1 0 0 0,-1 1-1 0 0,1-1 1 0 0,0 1 0 0 0,2 3 0 0 0,29 55 3980 0 0,-12-24-2101 0 0,-12-16-1790 0 0,-2 0 0 0 0,0 1-1 0 0,-1 0 1 0 0,-2 0-1 0 0,0 0 1 0 0,-1 41 0 0 0,7 49-3062 0 0,-5-88-4324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5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6913 0 0,'3'0'374'0'0,"0"1"0"0"0,1 0-1 0 0,-1 0 1 0 0,0 0 0 0 0,0 1-1 0 0,0-1 1 0 0,0 1-1 0 0,-1-1 1 0 0,1 1 0 0 0,0 0-1 0 0,-1 0 1 0 0,1 0-1 0 0,-1 1 1 0 0,1-1 0 0 0,-1 0-1 0 0,0 1 1 0 0,0 0 0 0 0,0-1-1 0 0,-1 1 1 0 0,1 0-1 0 0,0 0 1 0 0,-1 0 0 0 0,1 3-1 0 0,6 13 565 0 0,0 0 0 0 0,6 27 0 0 0,-13-42-836 0 0,19 83 1017 0 0,13 39 141 0 0,-27-110-3225 0 0,1 1 1 0 0,17 29-1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5.6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1 105 6913 0 0,'5'-6'448'0'0,"1"0"-1"0"0,-1 0 0 0 0,1 0 0 0 0,1 1 1 0 0,-1 0-1 0 0,1 0 0 0 0,0 1 0 0 0,0 0 1 0 0,0 0-1 0 0,9-3 0 0 0,0-1 39 0 0,-1-1 378 0 0,1 2 1 0 0,25-9 0 0 0,-37 14-736 0 0,0 1 1 0 0,-1 0-1 0 0,1 0 1 0 0,0 0-1 0 0,0 1 0 0 0,0-1 1 0 0,0 1-1 0 0,-1 0 1 0 0,1 0-1 0 0,0 0 1 0 0,0 1-1 0 0,0-1 0 0 0,0 1 1 0 0,0 0-1 0 0,-1 0 1 0 0,1 0-1 0 0,6 4 0 0 0,-7-3-67 0 0,-1 0-1 0 0,0 1 0 0 0,0-1 0 0 0,0 1 0 0 0,0 0 0 0 0,0-1 1 0 0,-1 1-1 0 0,1 0 0 0 0,-1 0 0 0 0,0 0 0 0 0,0 0 1 0 0,0 0-1 0 0,0 0 0 0 0,0 1 0 0 0,-1-1 0 0 0,0 0 0 0 0,1 0 1 0 0,-1 1-1 0 0,0-1 0 0 0,-1 0 0 0 0,1 0 0 0 0,-1 5 1 0 0,-2 9 69 0 0,0-1 1 0 0,-10 30-1 0 0,0-11-79 0 0,-24 45 0 0 0,21-50-50 0 0,3 0 1 0 0,-13 39 0 0 0,26-68 39 0 0,-1 0 0 0 0,0 0 0 0 0,1 1 0 0 0,0-1 0 0 0,-1 0 0 0 0,1 1 0 0 0,0-1 0 0 0,0 0 0 0 0,0 1-1 0 0,0-1 1 0 0,0 0 0 0 0,0 1 0 0 0,0-1 0 0 0,0 1 0 0 0,0-1 0 0 0,1 0 0 0 0,-1 0 0 0 0,0 1 0 0 0,1-1 0 0 0,0 0 0 0 0,-1 1 0 0 0,1-1 0 0 0,0 0 0 0 0,-1 0 0 0 0,1 0-1 0 0,1 1 1 0 0,0-1 38 0 0,-1 0-1 0 0,1 0 0 0 0,0 0 0 0 0,0-1 1 0 0,0 1-1 0 0,0-1 0 0 0,0 1 0 0 0,0-1 1 0 0,0 0-1 0 0,0 0 0 0 0,0 0 0 0 0,0 0 0 0 0,0 0 1 0 0,0 0-1 0 0,3-1 0 0 0,9-3 174 0 0,1 0 1 0 0,-1-1-1 0 0,21-9 0 0 0,-35 14-265 0 0,93-48-2085 0 0,-75 37-5272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6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 2304 0 0,'23'-8'3987'0'0,"-16"5"-2845"0"0,0 0 0 0 0,0 0-1 0 0,0 1 1 0 0,1 0 0 0 0,-1 0-1 0 0,1 1 1 0 0,-1 0 0 0 0,10 0-1 0 0,-16 2-1011 0 0,1-1 0 0 0,-1 1 0 0 0,1 0 0 0 0,-1-1 0 0 0,0 1 0 0 0,1 0 0 0 0,-1 0 1 0 0,0 0-1 0 0,0 0 0 0 0,0 0 0 0 0,0 0 0 0 0,1 0 0 0 0,-2 0 0 0 0,1 1 0 0 0,0-1 0 0 0,0 0 0 0 0,0 1 0 0 0,0-1 0 0 0,-1 1 0 0 0,1-1 0 0 0,-1 0 0 0 0,1 3 0 0 0,10 37 882 0 0,-10-34-833 0 0,10 72 495 0 0,-9-55-409 0 0,9 44-1 0 0,-10-66-231 0 0,-1 0 1 0 0,1 0-1 0 0,-1 0 0 0 0,1 0 0 0 0,0 0 0 0 0,-1 0 0 0 0,1 0 0 0 0,0 0 0 0 0,0 0 0 0 0,1 0 1 0 0,-1-1-1 0 0,0 1 0 0 0,1-1 0 0 0,-1 1 0 0 0,1-1 0 0 0,-1 1 0 0 0,3 1 0 0 0,-3-3-12 0 0,1 1 1 0 0,-1-1-1 0 0,0 0 0 0 0,1 1 0 0 0,-1-1 0 0 0,0 0 0 0 0,1 0 0 0 0,-1 0 0 0 0,0 0 0 0 0,1 0 1 0 0,-1 0-1 0 0,0-1 0 0 0,1 1 0 0 0,-1 0 0 0 0,0-1 0 0 0,1 1 0 0 0,-1-1 0 0 0,0 1 0 0 0,0-1 1 0 0,2 0-1 0 0,5-5-51 0 0,0 0 0 0 0,-1 0 0 0 0,0-1 0 0 0,0 0 0 0 0,11-13 1 0 0,0-2-338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6.9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14283 0 0,'-1'0'236'0'0,"0"0"0"0"0,0 0 0 0 0,0 0 0 0 0,1 0 0 0 0,-1 0 0 0 0,0 0-1 0 0,0 0 1 0 0,0 0 0 0 0,1 0 0 0 0,-1 0 0 0 0,0 0 0 0 0,0 1 0 0 0,0-1 0 0 0,1 0 0 0 0,-1 1 0 0 0,0-1 0 0 0,1 0-1 0 0,-1 1 1 0 0,0-1 0 0 0,1 1 0 0 0,-1-1 0 0 0,0 1 0 0 0,1-1 0 0 0,-1 1 0 0 0,0 1 0 0 0,1 23 908 0 0,59 252-131 0 0,-29-150-998 0 0,-25-104-257 0 0,27 113 139 0 0,-5-48-4700 0 0,-22-72-1676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7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6449 0 0,'0'-2'148'0'0,"0"-1"-1"0"0,-1 1 0 0 0,1 0 0 0 0,0 0 0 0 0,0-1 1 0 0,0 1-1 0 0,0 0 0 0 0,1-1 0 0 0,-1 1 1 0 0,1 0-1 0 0,-1 0 0 0 0,1 0 0 0 0,0-1 0 0 0,0 1 1 0 0,0 0-1 0 0,0 0 0 0 0,0 0 0 0 0,1 0 0 0 0,-1 1 1 0 0,0-1-1 0 0,1 0 0 0 0,-1 0 0 0 0,4-1 0 0 0,2-5 374 0 0,0 1-1 0 0,0 0 0 0 0,17-11 0 0 0,-20 15-406 0 0,-1 1-1 0 0,1 0 1 0 0,0 0 0 0 0,0 0 0 0 0,0 0 0 0 0,0 1 0 0 0,0-1 0 0 0,0 1 0 0 0,0 0 0 0 0,0 0 0 0 0,1 1 0 0 0,-1-1 0 0 0,0 1 0 0 0,0 0 0 0 0,1 0 0 0 0,3 1 0 0 0,-3 0-61 0 0,-1 1 1 0 0,0-1 0 0 0,0 1-1 0 0,0 0 1 0 0,-1 0 0 0 0,1 1 0 0 0,0-1-1 0 0,-1 1 1 0 0,0 0 0 0 0,1-1 0 0 0,-1 1-1 0 0,0 1 1 0 0,0-1 0 0 0,-1 0-1 0 0,5 8 1 0 0,-1-1-144 0 0,0-1 0 0 0,-1 1 0 0 0,0 0 0 0 0,0 1 0 0 0,-2-1 0 0 0,1 1 0 0 0,-1-1 0 0 0,-1 1 0 0 0,1 0 0 0 0,0 21 0 0 0,-3-15 239 0 0,-1 0-1 0 0,-1 0 1 0 0,0 0-1 0 0,-1 0 1 0 0,-1-1-1 0 0,-8 23 1 0 0,10-34 175 0 0,1 1 1 0 0,-1-1-1 0 0,1 1 0 0 0,0 0 1 0 0,0-1-1 0 0,1 1 1 0 0,-1 0-1 0 0,1 0 1 0 0,1 8-1 0 0,0-12-227 0 0,-1-1-1 0 0,1 1 0 0 0,-1 0 0 0 0,1-1 0 0 0,0 1 0 0 0,0 0 0 0 0,0-1 0 0 0,0 1 0 0 0,0-1 0 0 0,0 1 0 0 0,0-1 1 0 0,1 1-1 0 0,-1-1 0 0 0,0 0 0 0 0,1 0 0 0 0,-1 0 0 0 0,1 0 0 0 0,-1 0 0 0 0,1 0 0 0 0,0 0 0 0 0,-1 0 1 0 0,1 0-1 0 0,0-1 0 0 0,0 1 0 0 0,-1-1 0 0 0,1 1 0 0 0,0-1 0 0 0,0 0 0 0 0,0 0 0 0 0,-1 0 0 0 0,1 0 0 0 0,4 0 1 0 0,10-2 136 0 0,1 0 1 0 0,0 0-1 0 0,-1-2 1 0 0,22-7-1 0 0,31-6-3046 0 0,-48 15 452 0 0,-2-1-4091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7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11979 0 0,'0'0'546'0'0,"10"15"1776"0"0,13 33 1089 0 0,30 95-1 0 0,-17-41-5123 0 0,-27-79-5455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09:59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1327 0 10594 0 0,'-178'1'1048'0'0,"-212"28"1"0"0,373-26-964 0 0,0 1 1 0 0,1 0 0 0 0,-1 1 0 0 0,1 1 0 0 0,0 0-1 0 0,1 1 1 0 0,-28 17 0 0 0,22-10-64 0 0,1 1-1 0 0,0 2 1 0 0,1 0 0 0 0,-27 31-1 0 0,0 11-127 0 0,2 2-1 0 0,-56 105 0 0 0,69-110 119 0 0,-21 31-57 0 0,-76 143-32 0 0,114-200 71 0 0,1 1 0 0 0,2 0 0 0 0,1 1 0 0 0,1 0 0 0 0,-7 60 0 0 0,15-64 27 0 0,1-1 1 0 0,1 1-1 0 0,1-1 1 0 0,2 0 0 0 0,1 0-1 0 0,1 0 1 0 0,1 0-1 0 0,16 36 1 0 0,11 19 285 0 0,57 95 0 0 0,-61-124-82 0 0,167 289 1382 0 0,-150-270-1401 0 0,4-1 0 0 0,92 99 0 0 0,-137-165-221 0 0,43 47-319 0 0,109 88 0 0 0,-140-127 55 0 0,0 0 1 0 0,1-1-1 0 0,1-2 0 0 0,0 0 1 0 0,1 0-1 0 0,0-2 1 0 0,0-1-1 0 0,0 0 1 0 0,1-2-1 0 0,36 5 0 0 0,-20-9 71 0 0,0-1-1 0 0,-1-1 1 0 0,1-3-1 0 0,0-1 1 0 0,-1-1-1 0 0,58-19 1 0 0,213-91 2473 0 0,-247 90-1476 0 0,155-61 1180 0 0,143-62 115 0 0,-247 96-1800 0 0,120-75 0 0 0,-190 99-261 0 0,-1-1-1 0 0,-2-2 0 0 0,-1-2 0 0 0,-2-1 1 0 0,56-70-1 0 0,-52 52 440 0 0,-3-2-1 0 0,-2-1 1 0 0,53-117 0 0 0,-72 135-365 0 0,-2 0 0 0 0,-1-1 0 0 0,-2 0 0 0 0,-2-1 0 0 0,-1 0 0 0 0,-2-1 0 0 0,-2 0 0 0 0,-2 0 0 0 0,-2 0 0 0 0,-1 1 0 0 0,-2-1 0 0 0,-2 0 0 0 0,-2 1 0 0 0,-1 0 1 0 0,-2 0-1 0 0,-2 1 0 0 0,-2 0 0 0 0,-1 1 0 0 0,-2 1 0 0 0,-2 1 0 0 0,-24-38 0 0 0,17 37-91 0 0,-2 0 0 0 0,-1 2 0 0 0,-2 1 1 0 0,-1 2-1 0 0,-1 1 0 0 0,-2 1 0 0 0,-1 2 0 0 0,-1 2 0 0 0,-2 1 0 0 0,0 2 1 0 0,-2 1-1 0 0,-65-24 0 0 0,23 19 68 0 0,-1 3-1 0 0,-1 4 1 0 0,-1 4 0 0 0,-1 3 0 0 0,-116-1 0 0 0,176 13-586 0 0,0 1 0 0 0,1 1 0 0 0,-39 7 1 0 0,-6 10-7167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1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0 6449 0 0,'-1'0'-72'0'0,"-23"2"1515"0"0,18 3-128 0 0,15 4-536 0 0,-2-5-762 0 0,0-1 0 0 0,0 0 0 0 0,0-1 0 0 0,0 1 0 0 0,1-1-1 0 0,-1-1 1 0 0,0 1 0 0 0,14 0 0 0 0,66-2 159 0 0,-61 0-120 0 0,188-13 128 0 0,51 0 47 0 0,561 55 1213 0 0,-8 82-478 0 0,-605-70-770 0 0,281 110 0 0 0,189 121-1149 0 0,-646-269 858 0 0,298 135-1195 0 0,119 50-717 0 0,-255-117 1309 0 0,225 132 1 0 0,14 69 716 0 0,-325-201 1 0 0,172 169 0 0 0,416 547 66 0 0,-384-395 2093 0 0,-266-332-1078 0 0,-4 4 0 0 0,53 110 0 0 0,55 174 1497 0 0,-152-356-2572 0 0,22 57 235 0 0,6 11 106 0 0,21 78 0 0 0,-46-129-363 0 0,0-1 0 0 0,-2 1 0 0 0,-1 0 0 0 0,-1 0-1 0 0,0 0 1 0 0,-2 1 0 0 0,-1-1 0 0 0,-4 32 0 0 0,-8-17-2446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2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14283 0 0,'5'-3'288'0'0,"0"0"0"0"0,1 0-1 0 0,0 0 1 0 0,-1 1 0 0 0,1 0-1 0 0,0 0 1 0 0,0 1 0 0 0,8-2 0 0 0,54-4 217 0 0,-48 6-135 0 0,-9 1-361 0 0,1 0 0 0 0,0 0 1 0 0,0 1-1 0 0,0 1 0 0 0,-1 0 1 0 0,1 1-1 0 0,-1 0 0 0 0,18 8 0 0 0,6 5-45 0 0,44 27-1 0 0,19 9-13 0 0,-94-51 57 0 0,6 4 402 0 0,0-1-1 0 0,0 0 1 0 0,1 0 0 0 0,-1-1 0 0 0,18 2 0 0 0,-25-5-309 0 0,1 0 0 0 0,-1 0-1 0 0,0 0 1 0 0,0 0 0 0 0,0-1-1 0 0,1 1 1 0 0,-1-1 0 0 0,0 0 0 0 0,0 0-1 0 0,0 0 1 0 0,0-1 0 0 0,0 1-1 0 0,0-1 1 0 0,-1 1 0 0 0,1-1-1 0 0,0 0 1 0 0,-1 0 0 0 0,1 0-1 0 0,-1-1 1 0 0,0 1 0 0 0,0-1-1 0 0,0 1 1 0 0,3-5 0 0 0,5-9-128 0 0,-1-1 1 0 0,0-1 0 0 0,10-30 0 0 0,-11 28-1164 0 0,2-8-6427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6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11979 0 0,'7'0'6834'0'0,"14"7"-5164"0"0,-16-3-1529 0 0,0 1 0 0 0,0 0 0 0 0,0 1-1 0 0,0-1 1 0 0,-1 1 0 0 0,0 0 0 0 0,0 0 0 0 0,-1 0-1 0 0,0 0 1 0 0,3 9 0 0 0,5 13-110 0 0,7 32 0 0 0,-10-32 61 0 0,40 173-641 0 0,-22-67-3612 0 0,-21-106 2280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6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62 11058 0 0,'-12'0'5027'0'0,"23"-10"-1713"0"0,-1 1-4470 0 0,39-24-5175 0 0,-35 23 4173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6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9674 0 0,'-3'7'902'0'0,"1"1"0"0"0,-1 0-1 0 0,1-1 1 0 0,0 1 0 0 0,1 0 0 0 0,0 0-1 0 0,0 0 1 0 0,1 0 0 0 0,0 0 0 0 0,2 14 0 0 0,3 12 465 0 0,11 42 1 0 0,-1-10-3838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7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66 7370 0 0,'-18'-19'770'0'0,"15"16"458"0"0,-1 0 0 0 0,1-1 0 0 0,0 1 0 0 0,0-1 0 0 0,0 0 0 0 0,-4-8 0 0 0,6 11-1235 0 0,1 1 1 0 0,0 0 0 0 0,0-1 0 0 0,0 1 0 0 0,0 0 0 0 0,0-1 0 0 0,0 1 0 0 0,0 0 0 0 0,0-1 0 0 0,0 1 0 0 0,0 0-1 0 0,0-1 1 0 0,0 1 0 0 0,0 0 0 0 0,0-1 0 0 0,0 1 0 0 0,0 0 0 0 0,1-1 0 0 0,-1 1 0 0 0,0 0 0 0 0,0-1-1 0 0,0 1 1 0 0,0 0 0 0 0,1 0 0 0 0,-1-1 0 0 0,0 1 0 0 0,0 0 0 0 0,0 0 0 0 0,1-1 0 0 0,-1 1 0 0 0,0 0 0 0 0,1 0-1 0 0,-1-1 1 0 0,0 1 0 0 0,1 0 0 0 0,16-3-1639 0 0,14 9-442 0 0,-28-4 2076 0 0,-1-1 0 0 0,0 1 1 0 0,0-1-1 0 0,0 1 0 0 0,0 0 0 0 0,0 0 0 0 0,0 0 1 0 0,2 4-1 0 0,4 10-1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0:07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43 9218 0 0,'-1'0'94'0'0,"1"0"1"0"0,0-1-1 0 0,-1 1 0 0 0,1 0 1 0 0,0-1-1 0 0,0 1 0 0 0,0-1 1 0 0,-1 1-1 0 0,1 0 0 0 0,0-1 1 0 0,0 1-1 0 0,0-1 0 0 0,0 1 1 0 0,0 0-1 0 0,0-1 0 0 0,0 1 1 0 0,0-1-1 0 0,0 1 0 0 0,0-1 1 0 0,0 1-1 0 0,0 0 0 0 0,0-1 1 0 0,0 1-1 0 0,0-1 0 0 0,0 1 1 0 0,1 0-1 0 0,-1-1 0 0 0,0 1 1 0 0,0-1-1 0 0,0 1 0 0 0,1 0 1 0 0,-1-1-1 0 0,0 1 0 0 0,1 0 1 0 0,-1 0-1 0 0,0-1 1 0 0,0 1-1 0 0,1 0 0 0 0,-1-1 1 0 0,1 1-1 0 0,-1 0 0 0 0,0 0 1 0 0,1 0-1 0 0,-1-1 0 0 0,0 1 1 0 0,1 0-1 0 0,-1 0 0 0 0,1 0 1 0 0,-1 0-1 0 0,1 0 0 0 0,-1 0 1 0 0,0 0-1 0 0,1 0 0 0 0,-1 0 1 0 0,1 0-1 0 0,-1 0 0 0 0,0 0 1 0 0,1 0-1 0 0,-1 0 0 0 0,1 0 1 0 0,0 1-1 0 0,0-1 156 0 0,1 1 1 0 0,-1-1-1 0 0,1 1 0 0 0,-1 0 0 0 0,1-1 1 0 0,-1 1-1 0 0,1 0 0 0 0,-1 0 0 0 0,1 0 1 0 0,-1 0-1 0 0,0 1 0 0 0,0-1 0 0 0,0 0 1 0 0,0 0-1 0 0,0 1 0 0 0,2 2 0 0 0,18 59 847 0 0,-20-53-1071 0 0,1-1-1 0 0,1 0 0 0 0,0-1 1 0 0,0 1-1 0 0,0 0 1 0 0,1-1-1 0 0,1 0 0 0 0,-1 0 1 0 0,1 0-1 0 0,0-1 1 0 0,1 1-1 0 0,10 9 0 0 0,-16-16-24 0 0,1-1-1 0 0,-1 1 0 0 0,1-1 1 0 0,0 1-1 0 0,-1-1 0 0 0,1 1 1 0 0,0-1-1 0 0,-1 0 0 0 0,1 1 1 0 0,0-1-1 0 0,-1 0 0 0 0,1 0 1 0 0,0 1-1 0 0,0-1 0 0 0,-1 0 1 0 0,1 0-1 0 0,0 0 0 0 0,0 0 1 0 0,0 0-1 0 0,-1 0 0 0 0,1 0 1 0 0,0 0-1 0 0,0 0 0 0 0,-1-1 1 0 0,1 1-1 0 0,0 0 0 0 0,0 0 1 0 0,0-1-1 0 0,1 0-7 0 0,-1 0-1 0 0,0-1 1 0 0,1 1 0 0 0,-1 0-1 0 0,0-1 1 0 0,0 1 0 0 0,0-1-1 0 0,0 1 1 0 0,0-1 0 0 0,0 0-1 0 0,-1 1 1 0 0,2-3 0 0 0,1-8-69 0 0,1 0 0 0 0,2-24-1 0 0,-5 29 63 0 0,2-8 1 0 0,0 0-1 0 0,0 0 1 0 0,2 1-1 0 0,6-14 0 0 0,-10 25 12 0 0,0-1 1 0 0,1 1-1 0 0,-1-1 0 0 0,1 1 0 0 0,0 0 0 0 0,0 0 0 0 0,0 0 0 0 0,1 0 0 0 0,-1 1 0 0 0,1-1 0 0 0,-1 0 0 0 0,1 1 0 0 0,0 0 1 0 0,0 0-1 0 0,0 0 0 0 0,0 0 0 0 0,0 0 0 0 0,1 0 0 0 0,-1 1 0 0 0,1 0 0 0 0,-1-1 0 0 0,5 0 0 0 0,-7 3 22 0 0,1-1-1 0 0,0 0 0 0 0,0 0 1 0 0,-1 1-1 0 0,1-1 0 0 0,0 1 1 0 0,-1-1-1 0 0,1 1 0 0 0,-1 0 1 0 0,1 0-1 0 0,-1 0 0 0 0,1 0 1 0 0,-1 0-1 0 0,1 0 0 0 0,-1 0 1 0 0,0 0-1 0 0,0 0 0 0 0,1 1 1 0 0,-1-1-1 0 0,0 0 0 0 0,1 2 1 0 0,21 38 685 0 0,-15-26-523 0 0,86 165 190 0 0,-81-155-832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5:29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1685 5065 0 0,'-25'7'1414'0'0,"17"-4"-1103"0"0,1 0 0 0 0,-1-1 1 0 0,1-1-1 0 0,-1 1 0 0 0,-9 0 0 0 0,17-2-265 0 0,-1 0 1 0 0,1 0-1 0 0,-1 0 1 0 0,1 0-1 0 0,-1 0 1 0 0,1 0-1 0 0,-1 0 1 0 0,1 0-1 0 0,-1 0 1 0 0,1-1-1 0 0,-1 1 1 0 0,1 0-1 0 0,-1 0 1 0 0,1 0-1 0 0,-1-1 1 0 0,1 1-1 0 0,-1 0 1 0 0,1-1-1 0 0,-1 1 1 0 0,1 0-1 0 0,0-1 1 0 0,-1 1-1 0 0,1-1 1 0 0,-1 1-1 0 0,1 0 1 0 0,0-1-1 0 0,0 1 1 0 0,-1-1-1 0 0,1 1 1 0 0,0-1-1 0 0,0 1 1 0 0,-1-1-1 0 0,4-21 1348 0 0,21-24 280 0 0,-21 42-1614 0 0,15-24 422 0 0,0 2 0 0 0,3 0 1 0 0,29-30-1 0 0,79-66 281 0 0,-30 30-585 0 0,20-15 35 0 0,145-102 0 0 0,-199 161-194 0 0,101-88 159 0 0,65-47 137 0 0,-123 109-321 0 0,291-191 148 0 0,-298 205 24 0 0,4 4 1 0 0,114-43 0 0 0,-194 89-127 0 0,49-11 0 0 0,-66 19-35 0 0,1 1-1 0 0,-1 0 1 0 0,1 0 0 0 0,0 1 0 0 0,-1 0 0 0 0,1 0-1 0 0,-1 1 1 0 0,1 0 0 0 0,15 4 0 0 0,-24-5-18 0 0,0 0 1 0 0,0 0 0 0 0,0 0-1 0 0,1 0 1 0 0,-1 0 0 0 0,0 0-1 0 0,0 0 1 0 0,1 0 0 0 0,-1 1-1 0 0,0-1 1 0 0,0 0-1 0 0,0 0 1 0 0,1 0 0 0 0,-1 0-1 0 0,0 0 1 0 0,0 0 0 0 0,0 0-1 0 0,0 1 1 0 0,0-1 0 0 0,1 0-1 0 0,-1 0 1 0 0,0 0-1 0 0,0 1 1 0 0,0-1 0 0 0,0 0-1 0 0,0 0 1 0 0,0 0 0 0 0,0 0-1 0 0,1 1 1 0 0,-1-1 0 0 0,0 0-1 0 0,0 0 1 0 0,0 1-1 0 0,0-1 1 0 0,0 0 0 0 0,0 0-1 0 0,0 0 1 0 0,0 1 0 0 0,0-1-1 0 0,0 0 1 0 0,0 1 0 0 0,-9 7-1293 0 0,-19 7-2140 0 0,25-14 2826 0 0,-16 8-3815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5:30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0 339 6585 0 0,'4'-30'227'0'0,"1"0"0"0"0,18-56-1 0 0,-7 28-212 0 0,-4 15-83 0 0,7-35 1790 0 0,-19 65 292 0 0,-5 15-263 0 0,-13 22 33 0 0,11-12-2241 0 0,4-5 432 0 0,-1 1-1 0 0,2 0 1 0 0,-1-1-1 0 0,1 1 1 0 0,1 0-1 0 0,-1 0 1 0 0,1 0-1 0 0,1 1 1 0 0,0 15-1 0 0,-1 4-100 0 0,-2 9 138 0 0,1 0 0 0 0,2 0 0 0 0,6 44 0 0 0,-3-64-1 0 0,0 1 0 0 0,2-1 1 0 0,0 0-1 0 0,0 0 0 0 0,2-1 0 0 0,0 0 0 0 0,1 0 1 0 0,18 27-1 0 0,-21-34 22 0 0,36 44 943 0 0,-38-49-891 0 0,1 0 0 0 0,-1 0-1 0 0,1-1 1 0 0,0 0 0 0 0,0 1 0 0 0,1-1-1 0 0,-1-1 1 0 0,1 1 0 0 0,-1-1 0 0 0,8 3-1 0 0,-11-5 22 0 0,0 0 0 0 0,1 0 0 0 0,-1 0 0 0 0,1 0 0 0 0,-1 0 0 0 0,1 0 0 0 0,-1-1 0 0 0,0 1 0 0 0,1-1 0 0 0,-1 1 0 0 0,0-1 0 0 0,1 1 0 0 0,-1-1 0 0 0,0 0 0 0 0,0 0 0 0 0,1 1 0 0 0,1-3 0 0 0,21-20 779 0 0,-17 16-649 0 0,18-16-130 0 0,88-79 687 0 0,-96 88-707 0 0,0 2 0 0 0,1 0 0 0 0,0 1 1 0 0,1 1-1 0 0,22-8 0 0 0,-40 17-81 0 0,1 0-1 0 0,0 0 0 0 0,0 1 1 0 0,0-1-1 0 0,0 1 0 0 0,-1 0 0 0 0,1-1 1 0 0,0 1-1 0 0,0 0 0 0 0,0 0 1 0 0,3 0-1 0 0,-4 1-71 0 0,-1-1 0 0 0,1 1 1 0 0,0-1-1 0 0,-1 0 0 0 0,1 1 0 0 0,0 0 0 0 0,-1-1 0 0 0,1 1 1 0 0,-1-1-1 0 0,1 1 0 0 0,-1-1 0 0 0,0 1 0 0 0,1 0 1 0 0,-1 0-1 0 0,1-1 0 0 0,-1 1 0 0 0,0 0 0 0 0,0-1 0 0 0,1 1 1 0 0,-1 0-1 0 0,0 0 0 0 0,0-1 0 0 0,0 1 0 0 0,0 0 1 0 0,0 0-1 0 0,0 0 0 0 0,0-1 0 0 0,0 3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5:35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 7370 0 0,'-3'-1'125'0'0,"0"1"1"0"0,0-1 0 0 0,0 1-1 0 0,0 0 1 0 0,0 0 0 0 0,0 0 0 0 0,0 0-1 0 0,0 0 1 0 0,0 1 0 0 0,0-1 0 0 0,0 1-1 0 0,1 0 1 0 0,-1 0 0 0 0,0 0-1 0 0,0 0 1 0 0,1 0 0 0 0,-1 1 0 0 0,1-1-1 0 0,-1 1 1 0 0,1-1 0 0 0,-4 4-1 0 0,6-4-32 0 0,0-1-1 0 0,1 1 1 0 0,-1-1-1 0 0,0 1 1 0 0,0 0-1 0 0,0-1 0 0 0,1 1 1 0 0,-1-1-1 0 0,0 1 1 0 0,0 0-1 0 0,1-1 1 0 0,-1 1-1 0 0,1-1 0 0 0,-1 1 1 0 0,0-1-1 0 0,1 0 1 0 0,-1 1-1 0 0,1-1 0 0 0,-1 1 1 0 0,1-1-1 0 0,-1 0 1 0 0,1 1-1 0 0,-1-1 1 0 0,1 0-1 0 0,0 0 0 0 0,-1 1 1 0 0,2-1-1 0 0,23 12 839 0 0,-20-10-626 0 0,68 39 655 0 0,-2 3 0 0 0,-2 2 1 0 0,101 90-1 0 0,76 49-272 0 0,-141-109-585 0 0,-25-12 49 0 0,80 84 1 0 0,-75-66-17 0 0,-21-24 9 0 0,18 18 153 0 0,137 160-1 0 0,101 154 942 0 0,-296-356-1073 0 0,33 65-1 0 0,2 3-96 0 0,-56-98-415 0 0,8 11 19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5:36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7 109 5985 0 0,'-2'-7'290'0'0,"0"0"0"0"0,1 0-1 0 0,0 0 1 0 0,0-1-1 0 0,1-12 1 0 0,1 26-206 0 0,1-1 1 0 0,-1 1-1 0 0,1-1 1 0 0,0 1-1 0 0,1-1 0 0 0,-1 0 1 0 0,5 7-1 0 0,2 4 5 0 0,35 77 880 0 0,75 167 713 0 0,-77-173-1625 0 0,-20-45-58 0 0,-30-66 723 0 0,1 0-1 0 0,2 0 0 0 0,0 0 0 0 0,-1-29 0 0 0,-6-27-23 0 0,2 40-542 0 0,-2 1 0 0 0,-1 0-1 0 0,-2 1 1 0 0,-24-41 0 0 0,-3-10-270 0 0,39 82 183 0 0,-9-19-86 0 0,11 25 64 0 0,1 0 1 0 0,-1 0-1 0 0,1 0 1 0 0,-1 0-1 0 0,0 0 1 0 0,1 1-1 0 0,-1-1 1 0 0,0 0 0 0 0,0 0-1 0 0,0 1 1 0 0,0-1-1 0 0,0 0 1 0 0,0 1-1 0 0,0-1 1 0 0,0 1-1 0 0,0-1 1 0 0,0 1-1 0 0,0 0 1 0 0,0-1-1 0 0,-2 1 1 0 0,17 31 1994 0 0,-9-24-1992 0 0,0 0 0 0 0,0 0 0 0 0,1-1 0 0 0,0 0 0 0 0,1 1 0 0 0,-1-2 0 0 0,1 1-1 0 0,0-1 1 0 0,0 0 0 0 0,1-1 0 0 0,-1 0 0 0 0,1 0 0 0 0,0 0 0 0 0,14 3 0 0 0,8 1 6 0 0,-1-2 0 0 0,60 4 0 0 0,-53-6-1358 0 0,39 7 0 0 0,-57-6-5080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18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39 162 3225 0 0,'-6'-12'541'0'0,"1"0"1"0"0,0-1 0 0 0,1 0-1 0 0,0 1 1 0 0,-2-22-1 0 0,0-32 4685 0 0,5 107 56 0 0,-1-10-4731 0 0,4 37 0 0 0,10 24-235 0 0,5 0 1 0 0,44 143 0 0 0,91 166-208 0 0,-117-319 209 0 0,-4 1-1 0 0,38 164 1 0 0,-66-231-388 0 0,-1 0 0 0 0,0 0 0 0 0,-1 21 1 0 0,-6-1-2871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19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305 340 5529 0 0,'-19'10'190'0'0,"-51"29"1867"0"0,-116 86 0 0 0,157-95 2013 0 0,28-30-4034 0 0,22-10 955 0 0,54-35 196 0 0,-29 16-593 0 0,1 2 0 0 0,61-25-1 0 0,-44 27-224 0 0,182-67 1264 0 0,-68 39-928 0 0,16-4-603 0 0,-161 44-314 0 0,0 0 0 0 0,-1-2 0 0 0,52-34 0 0 0,1-15-3557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19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45 3225 0 0,'-36'11'6192'0'0,"53"-14"-3896"0"0,63-17 1541 0 0,-49 11-3585 0 0,-1 2 0 0 0,1 1 0 0 0,1 1 0 0 0,33 0 0 0 0,-37 5-1763 0 0,-17 0 271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0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 2304 0 0,'-2'-3'10563'0'0,"27"75"-7246"0"0,44 110-737 0 0,209 557 477 0 0,-256-654-2943 0 0,-4 1 0 0 0,10 107 0 0 0,-13-74-384 0 0,-14-113 185 0 0,7 28-1023 0 0,-4-27 140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0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1 330 5065 0 0,'165'-33'7152'0'0,"571"-173"146"0"0,-640 179-6907 0 0,2 4 0 0 0,137-15 0 0 0,-228 37-678 0 0,0 0 0 0 0,-1 1-1 0 0,1 0 1 0 0,0 0-1 0 0,0 0 1 0 0,-1 1-1 0 0,1-1 1 0 0,0 2-1 0 0,-1-1 1 0 0,1 1 0 0 0,-1 0-1 0 0,9 4 1 0 0,-5 1-1046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0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16 1840 0 0,'-33'-15'13304'0'0,"32"28"-13469"0"0,2 11 559 0 0,1 1 0 0 0,1-1 0 0 0,1 0 0 0 0,1-1 0 0 0,9 25-1 0 0,-9-30-226 0 0,99 279 521 0 0,9 31-1976 0 0,-106-298 350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1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1840 0 0,'7'-7'2686'0'0,"8"-1"-1507"0"0,0 6 47 0 0,0 1 0 0 0,1 0 0 0 0,-1 1 0 0 0,31 4-1 0 0,-5 0 96 0 0,-37-4-1245 0 0,1 0 0 0 0,-1 0 0 0 0,0 1 0 0 0,0 0 0 0 0,0 0 0 0 0,1 0 0 0 0,-1 0 0 0 0,0 1 0 0 0,0-1 0 0 0,-1 1 0 0 0,1 0 0 0 0,0 0 0 0 0,5 5 0 0 0,-7-5-113 0 0,0 0 0 0 0,-1 0 0 0 0,1 0 0 0 0,-1 0 0 0 0,0 0 0 0 0,1 0 0 0 0,-1 1 0 0 0,0-1 1 0 0,0 0-1 0 0,0 1 0 0 0,-1-1 0 0 0,1 1 0 0 0,-1-1 0 0 0,1 1 0 0 0,-1-1 0 0 0,0 1 0 0 0,0 0 0 0 0,0-1 0 0 0,0 1 0 0 0,0-1 0 0 0,-1 1 0 0 0,1-1 0 0 0,-2 5 0 0 0,-3 8 4 0 0,-1 0-1 0 0,0 0 1 0 0,-1-1-1 0 0,0 0 1 0 0,-2 0-1 0 0,-16 22 1 0 0,15-23 259 0 0,1 0 0 0 0,0 0 0 0 0,1 1 1 0 0,1 0-1 0 0,0 0 0 0 0,1 0 0 0 0,-5 18 0 0 0,11-31-225 0 0,-1 0 0 0 0,1 0 0 0 0,0 0 0 0 0,-1 0 0 0 0,1 0-1 0 0,0 0 1 0 0,0 0 0 0 0,-1 1 0 0 0,1-1 0 0 0,0 0 0 0 0,0 0 0 0 0,0 0-1 0 0,0 0 1 0 0,1 0 0 0 0,-1 0 0 0 0,0 0 0 0 0,0 0 0 0 0,1 0 0 0 0,-1 0 0 0 0,1 0-1 0 0,-1 0 1 0 0,1 0 0 0 0,-1 0 0 0 0,1 0 0 0 0,-1 0 0 0 0,1 0 0 0 0,0 0 0 0 0,0 0-1 0 0,-1 0 1 0 0,1-1 0 0 0,0 1 0 0 0,0 0 0 0 0,0-1 0 0 0,0 1 0 0 0,0-1-1 0 0,0 1 1 0 0,0-1 0 0 0,0 1 0 0 0,0-1 0 0 0,0 0 0 0 0,0 1 0 0 0,0-1 0 0 0,0 0-1 0 0,0 0 1 0 0,0 0 0 0 0,0 0 0 0 0,0 0 0 0 0,1 0 0 0 0,-1 0 0 0 0,0 0 0 0 0,0 0-1 0 0,0 0 1 0 0,1-1 0 0 0,11-2-16 0 0,-1 0-1 0 0,1 0 1 0 0,21-10-1 0 0,-16 6 7 0 0,-8 3-3 0 0,0 1 0 0 0,1 0 0 0 0,-1 1 0 0 0,1 0 0 0 0,0 1 0 0 0,17 0 0 0 0,-26 1 10 0 0,1 0 0 0 0,-1 0 0 0 0,0 1 0 0 0,0-1-1 0 0,0 0 1 0 0,1 1 0 0 0,-1 0 0 0 0,0 0 0 0 0,0-1 0 0 0,0 1-1 0 0,0 0 1 0 0,0 0 0 0 0,0 1 0 0 0,-1-1 0 0 0,1 0 0 0 0,0 1 0 0 0,0-1-1 0 0,-1 1 1 0 0,1-1 0 0 0,-1 1 0 0 0,0 0 0 0 0,1 0 0 0 0,-1 0-1 0 0,0-1 1 0 0,0 1 0 0 0,0 0 0 0 0,0 1 0 0 0,0-1 0 0 0,-1 0 0 0 0,1 0-1 0 0,-1 0 1 0 0,1 0 0 0 0,-1 0 0 0 0,0 1 0 0 0,0-1 0 0 0,0 0-1 0 0,0 0 1 0 0,-1 4 0 0 0,-1 12-163 0 0,-1 0 0 0 0,0-1-1 0 0,-2 1 1 0 0,0-1 0 0 0,-12 27 0 0 0,9-26-15 0 0,2 0 1 0 0,0 0-1 0 0,1 1 1 0 0,-5 31 0 0 0,10-49 188 0 0,0 1 0 0 0,0-1 0 0 0,0 0 0 0 0,0 0 0 0 0,0 1 0 0 0,0-1 0 0 0,0 0 0 0 0,1 1 0 0 0,-1-1 0 0 0,0 0 0 0 0,1 0 0 0 0,-1 0 1 0 0,1 0-1 0 0,-1 1 0 0 0,1-1 0 0 0,0 0 0 0 0,0 0 0 0 0,-1 0 0 0 0,1 0 0 0 0,0 0 0 0 0,0 0 0 0 0,2 1 0 0 0,-1-1-10 0 0,1 1-1 0 0,-1-1 1 0 0,1 0-1 0 0,0 1 0 0 0,0-1 1 0 0,0-1-1 0 0,0 1 1 0 0,0 0-1 0 0,4 0 1 0 0,6 0-48 0 0,1-1 0 0 0,-1 0 0 0 0,18-3 1 0 0,-29 3 46 0 0,14-3-63 0 0,-13 2 2 0 0,1 0-1 0 0,-1 1 1 0 0,0-1 0 0 0,0 1 0 0 0,1-1 0 0 0,-1 1 0 0 0,0 0 0 0 0,1 0-1 0 0,-1 1 1 0 0,0-1 0 0 0,0 1 0 0 0,1-1 0 0 0,-1 1 0 0 0,4 1 0 0 0,-7 0-214 0 0,-1-1 0 0 0,1 1 0 0 0,0-1 0 0 0,0 1 0 0 0,-1-1 0 0 0,1 1 0 0 0,0-1 0 0 0,-1 1 0 0 0,0-1 1 0 0,1 0-1 0 0,-1 1 0 0 0,0-1 0 0 0,0 0 0 0 0,1 1 0 0 0,-1-1 0 0 0,-2 1 0 0 0,0 3-662 0 0,-1 2-1448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2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911 1 3049 0 0,'13'1'13016'0'0,"17"82"-9121"0"0,11 53-2600 0 0,-39-128-1227 0 0,56 251 731 0 0,-4-12-296 0 0,162 400-195 0 0,-142-492-39 0 0,-46-99-197 0 0,-31-59-815 0 0,0-1 361 0 0,0 0-1 0 0,0 1 1 0 0,-1-1 0 0 0,1 1 0 0 0,-1 0-1 0 0,0-1 1 0 0,0 1 0 0 0,-1 1-1 0 0,-7-5 1 0 0,-1 5 524 0 0,0 0-1 0 0,0 0 1 0 0,0 2-1 0 0,-1-1 1 0 0,1 2-1 0 0,0 0 1 0 0,-15 3-1 0 0,-94 25 1558 0 0,77-17-1432 0 0,-130 30 538 0 0,48-13-607 0 0,-140 51 1 0 0,-229 122 743 0 0,489-198-1422 0 0,-12 6 809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4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1257 6913 0 0,'-39'-5'-236'0'0,"-14"-3"2444"0"0,51 7-1977 0 0,-1 1 0 0 0,0-1-1 0 0,1 0 1 0 0,-1-1 0 0 0,1 1 0 0 0,0 0 0 0 0,-1-1 0 0 0,1 1 0 0 0,0-1-1 0 0,0 0 1 0 0,0 0 0 0 0,0 0 0 0 0,0 0 0 0 0,0 0 0 0 0,-3-4 0 0 0,5 3-87 0 0,-1 1 1 0 0,1 0-1 0 0,-1 0 1 0 0,1 0-1 0 0,-1-1 0 0 0,1 1 1 0 0,0 0-1 0 0,0-1 1 0 0,0 1-1 0 0,1 0 1 0 0,-1 0-1 0 0,0-1 1 0 0,1 1-1 0 0,0 0 1 0 0,1-4-1 0 0,16-37 603 0 0,-13 34-530 0 0,37-72 402 0 0,4 1-1 0 0,3 3 1 0 0,4 2-1 0 0,2 2 1 0 0,75-74 0 0 0,164-158 876 0 0,-221 237-1848 0 0,3 3 1 0 0,102-67 0 0 0,-173 128 198 0 0,20-10-1003 0 0,-24 14 987 0 0,0-1 0 0 0,0 1 0 0 0,0 0 1 0 0,0-1-1 0 0,0 1 0 0 0,0 0 0 0 0,0 0 1 0 0,0 0-1 0 0,0 0 0 0 0,0 0 0 0 0,0 0 1 0 0,0 0-1 0 0,0 0 0 0 0,1 0 0 0 0,-1 0 0 0 0,0 0 1 0 0,0 1-1 0 0,0-1 0 0 0,0 0 0 0 0,0 1 1 0 0,1 0-1 0 0,2 3-1209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5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1 170 2761 0 0,'4'-21'666'0'0,"1"0"1"0"0,1 1 0 0 0,14-35 0 0 0,0 2 4398 0 0,-28 85 928 0 0,-10 81-5625 0 0,14-65-203 0 0,2 0 0 0 0,5 54 0 0 0,-1-80-110 0 0,1-1 0 0 0,1 1 0 0 0,0-1-1 0 0,2 0 1 0 0,0 0 0 0 0,2-1 0 0 0,11 22 0 0 0,-18-40-19 0 0,0 0 1 0 0,0 0-1 0 0,0 0 1 0 0,0-1-1 0 0,0 1 1 0 0,1 0-1 0 0,-1-1 0 0 0,1 1 1 0 0,-1-1-1 0 0,1 0 1 0 0,0 1-1 0 0,-1-1 1 0 0,1 0-1 0 0,0 0 1 0 0,0 0-1 0 0,0 0 1 0 0,0-1-1 0 0,0 1 1 0 0,0 0-1 0 0,0-1 0 0 0,0 1 1 0 0,0-1-1 0 0,0 0 1 0 0,0 0-1 0 0,0 0 1 0 0,0 0-1 0 0,0 0 1 0 0,1 0-1 0 0,-1 0 1 0 0,0-1-1 0 0,0 1 1 0 0,0-1-1 0 0,0 0 0 0 0,0 1 1 0 0,0-1-1 0 0,-1 0 1 0 0,1 0-1 0 0,2-2 1 0 0,10-4 362 0 0,-1-2 0 0 0,0 0 0 0 0,-1-1 0 0 0,14-12 0 0 0,-9 7-199 0 0,14-10 134 0 0,64-40 0 0 0,-77 55-240 0 0,-1 1 0 0 0,1 1 0 0 0,1 0 0 0 0,0 1 0 0 0,34-7 0 0 0,-6 8-1689 0 0,-2 9-3280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7834 0 0,'6'-10'3514'0'0,"-6"9"-3420"0"0,1 0-1 0 0,-1 0 1 0 0,0 0-1 0 0,1 1 1 0 0,-1-1 0 0 0,0 0-1 0 0,1 0 1 0 0,-1 1-1 0 0,1-1 1 0 0,-1 0 0 0 0,1 1-1 0 0,0-1 1 0 0,-1 1-1 0 0,1-1 1 0 0,-1 1-1 0 0,1-1 1 0 0,0 1 0 0 0,0-1-1 0 0,-1 1 1 0 0,1-1-1 0 0,0 1 1 0 0,0 0 0 0 0,0 0-1 0 0,-1-1 1 0 0,1 1-1 0 0,1 0 1 0 0,8-2 347 0 0,0 1 0 0 0,0 1-1 0 0,0-1 1 0 0,0 2 0 0 0,0-1 0 0 0,15 4 0 0 0,63 18 771 0 0,-55-13-784 0 0,526 175 2292 0 0,-522-170-2620 0 0,1 1 0 0 0,55 33 0 0 0,-82-41-310 0 0,1 0 1 0 0,-2 1 0 0 0,1 0 0 0 0,-1 1-1 0 0,0 0 1 0 0,-1 0 0 0 0,0 1 0 0 0,-1 0-1 0 0,0 1 1 0 0,0 0 0 0 0,11 23-1 0 0,-14-20-1159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28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21 157 6913 0 0,'-20'-12'7980'0'0,"23"15"-7522"0"0,26 31 207 0 0,-1 0-1 0 0,-2 2 1 0 0,21 38 0 0 0,27 38-306 0 0,-73-112-358 0 0,22 38-13 0 0,-22-38 11 0 0,-1 1 1 0 0,1 0-1 0 0,-1 0 0 0 0,1 0 1 0 0,-1 0-1 0 0,1 0 0 0 0,-1-1 1 0 0,0 1-1 0 0,1 0 0 0 0,-1 0 0 0 0,0 0 1 0 0,0 0-1 0 0,1 0 0 0 0,-1 0 1 0 0,0 0-1 0 0,0 0 0 0 0,0 0 1 0 0,0 0-1 0 0,0 0 0 0 0,-1 0 1 0 0,1 0-1 0 0,0 0 0 0 0,0 0 1 0 0,-1 0-1 0 0,1 0 0 0 0,-1 0 0 0 0,1 0 1 0 0,0 0-1 0 0,-1 0 0 0 0,0 0 1 0 0,1-1-1 0 0,-1 1 0 0 0,1 0 1 0 0,-1 0-1 0 0,0-1 0 0 0,0 1 1 0 0,-1 0-1 0 0,1 0-6 0 0,0-1 0 0 0,0 0 0 0 0,0 0 0 0 0,0 0 0 0 0,0 0 0 0 0,0 0 0 0 0,0 0-1 0 0,0-1 1 0 0,0 1 0 0 0,0 0 0 0 0,0 0 0 0 0,0-1 0 0 0,0 1 0 0 0,0-1 0 0 0,0 1 0 0 0,0-1 0 0 0,0 1 0 0 0,0-1 0 0 0,0 1 0 0 0,0-1 0 0 0,0 0 0 0 0,1 0 0 0 0,-1 1 0 0 0,0-1 0 0 0,0 0-1 0 0,0-1 1 0 0,-19-27-359 0 0,17 24 289 0 0,-29-54-1105 0 0,-37-93-1 0 0,18 38 1677 0 0,49 110-300 0 0,0-1 0 0 0,1 1 0 0 0,-1 0 0 0 0,1-1 0 0 0,-1 1 0 0 0,1-1 0 0 0,1 1 0 0 0,-1-1 1 0 0,1 1-1 0 0,-1-1 0 0 0,1 0 0 0 0,1 1 0 0 0,-1-1 0 0 0,2-6 0 0 0,-1 8-135 0 0,0 1-1 0 0,0-1 1 0 0,1 0 0 0 0,-1 1 0 0 0,1-1 0 0 0,-1 1 0 0 0,1-1 0 0 0,0 1 0 0 0,0 0 0 0 0,0 0 0 0 0,1 0 0 0 0,-1 0 0 0 0,0 0 0 0 0,1 0 0 0 0,-1 0 0 0 0,1 1 0 0 0,0 0 0 0 0,-1-1 0 0 0,1 1 0 0 0,0 0-1 0 0,0 0 1 0 0,0 0 0 0 0,3 0 0 0 0,16-4 150 0 0,1 0-1 0 0,0 1 1 0 0,0 1-1 0 0,0 2 0 0 0,1 0 1 0 0,-1 1-1 0 0,0 2 1 0 0,0 0-1 0 0,0 1 0 0 0,26 8 1 0 0,-25-6-1656 0 0,1-4-3290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31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1 451 10594 0 0,'4'0'-124'0'0,"1"0"-1"0"0,0 0 1 0 0,-1 0 0 0 0,1 1-1 0 0,-1 0 1 0 0,9 3-1 0 0,17 8 1363 0 0,-1 2 0 0 0,0 1-1 0 0,43 30 1 0 0,-49-29-733 0 0,38 26 391 0 0,47 28 46 0 0,-97-64-905 0 0,1 0-1 0 0,0-1 0 0 0,0 0 1 0 0,0-1-1 0 0,0 0 0 0 0,1-1 0 0 0,20 2 1 0 0,-32-5 34 0 0,0 0 1 0 0,-1 0-1 0 0,1-1 1 0 0,0 1-1 0 0,-1 0 1 0 0,1 0-1 0 0,0-1 1 0 0,-1 1 0 0 0,1 0-1 0 0,-1-1 1 0 0,1 1-1 0 0,-1-1 1 0 0,1 1-1 0 0,0 0 1 0 0,-1-1-1 0 0,0 1 1 0 0,1-1-1 0 0,-1 0 1 0 0,1 1-1 0 0,-1-1 1 0 0,0 1-1 0 0,1-1 1 0 0,-1 0 0 0 0,0 1-1 0 0,0-1 1 0 0,1 0-1 0 0,-1 1 1 0 0,0-1-1 0 0,0 0 1 0 0,0 1-1 0 0,0-1 1 0 0,0 0-1 0 0,0 1 1 0 0,0-1-1 0 0,0 0 1 0 0,0 1-1 0 0,0-1 1 0 0,0 0-1 0 0,0 1 1 0 0,-1-1 0 0 0,1-1-1 0 0,-10-43 864 0 0,5 25-617 0 0,2 5-232 0 0,-50-405 364 0 0,53 390-992 0 0,5-55 0 0 0,3 38-5366 0 0,-2 24-591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32.3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590 252 3225 0 0,'-15'-6'226'0'0,"-1"2"0"0"0,1 0 1 0 0,-1 1-1 0 0,-1 0 0 0 0,1 1 0 0 0,0 1 1 0 0,0 1-1 0 0,-1 0 0 0 0,1 1 1 0 0,0 1-1 0 0,0 0 0 0 0,-22 7 0 0 0,17-3 35 0 0,1 1 0 0 0,0 0 0 0 0,0 2 0 0 0,1 0 0 0 0,0 1-1 0 0,0 1 1 0 0,1 1 0 0 0,-31 26 0 0 0,34-22-75 0 0,1 0 0 0 0,0 0 0 0 0,1 1 0 0 0,1 1-1 0 0,1 0 1 0 0,1 1 0 0 0,0 0 0 0 0,1 1 0 0 0,2-1 0 0 0,0 2 0 0 0,0-1 0 0 0,2 1 0 0 0,-3 21 0 0 0,2 1-5 0 0,2 0 0 0 0,2 0 0 0 0,2 0 0 0 0,1 0 0 0 0,11 63 0 0 0,-5-70-181 0 0,1-1 0 0 0,2 0 0 0 0,1 0 0 0 0,2-1 0 0 0,2-1 0 0 0,0 0 0 0 0,2-1 0 0 0,2-1 0 0 0,1-1 0 0 0,1 0 0 0 0,2-2 0 0 0,0 0 0 0 0,30 25 0 0 0,-28-28 91 0 0,1-1 0 0 0,1-1 0 0 0,1-1 1 0 0,1-2-1 0 0,1-1 0 0 0,0-1 1 0 0,2-2-1 0 0,48 18 0 0 0,-37-19-55 0 0,0-2 0 0 0,1-2 0 0 0,87 9 0 0 0,-103-18-68 0 0,0-2-1 0 0,0 0 1 0 0,1-2-1 0 0,-1-1 1 0 0,-1-2-1 0 0,1 0 1 0 0,40-14-1 0 0,-36 8 64 0 0,0-2 0 0 0,0-1 0 0 0,55-34 0 0 0,-74 40 54 0 0,-1-1 0 0 0,0-1 0 0 0,0 0 0 0 0,-1-1 0 0 0,-1 0 0 0 0,1 0-1 0 0,-2-2 1 0 0,0 1 0 0 0,0-1 0 0 0,-1 0 0 0 0,7-16 0 0 0,-2-5 187 0 0,-1 0-1 0 0,-2-2 1 0 0,-1 1 0 0 0,-2-1 0 0 0,-1 0-1 0 0,-2 0 1 0 0,-2-1 0 0 0,-1 1-1 0 0,-2-1 1 0 0,-6-42 0 0 0,-6-7 262 0 0,-4 0 0 0 0,-4 2 0 0 0,-35-93 0 0 0,41 135-375 0 0,-1 2 1 0 0,-2 0-1 0 0,-2 1 0 0 0,-2 0 0 0 0,-2 2 0 0 0,-35-44 1 0 0,41 60-44 0 0,0 1 1 0 0,-2 1 0 0 0,0 0-1 0 0,-1 2 1 0 0,-1 1 0 0 0,-1 0 0 0 0,0 2-1 0 0,-1 0 1 0 0,0 2 0 0 0,-1 0 0 0 0,-34-10-1 0 0,32 14-1 0 0,-1 1 0 0 0,0 2 0 0 0,0 0 0 0 0,-49-1-1 0 0,63 6-206 0 0,0 0 0 0 0,0 2-1 0 0,1-1 1 0 0,-1 1-1 0 0,0 1 1 0 0,1 1 0 0 0,-1 0-1 0 0,1 0 1 0 0,0 1-1 0 0,0 1 1 0 0,-19 12 0 0 0,27-15-166 0 0,0 1 0 0 0,0 0 0 0 0,1 1 1 0 0,-1-1-1 0 0,1 1 0 0 0,0-1 0 0 0,0 1 1 0 0,1 0-1 0 0,0 1 0 0 0,0-1 0 0 0,0 1 1 0 0,0-1-1 0 0,1 1 0 0 0,-4 11 0 0 0,2 12-981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32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151 58 3225 0 0,'-5'-6'266'0'0,"-1"1"1"0"0,0 0-1 0 0,-1 0 0 0 0,1 0 1 0 0,-1 0-1 0 0,-14-6 1 0 0,15 8 271 0 0,1 1 1 0 0,-1 0 0 0 0,0 0 0 0 0,0 0-1 0 0,0 1 1 0 0,0 0 0 0 0,0 0-1 0 0,0 0 1 0 0,-12 1 0 0 0,17 0-418 0 0,0 0 1 0 0,0 0-1 0 0,0 0 0 0 0,0 1 1 0 0,0-1-1 0 0,0 0 0 0 0,0 1 1 0 0,0-1-1 0 0,1 0 0 0 0,-1 1 0 0 0,0-1 1 0 0,0 1-1 0 0,0 0 0 0 0,1-1 1 0 0,-1 1-1 0 0,0-1 0 0 0,0 1 1 0 0,1 0-1 0 0,-1 0 0 0 0,1-1 1 0 0,-1 1-1 0 0,0 0 0 0 0,1 0 1 0 0,0 0-1 0 0,-1 0 0 0 0,1 0 1 0 0,0 0-1 0 0,-1 0 0 0 0,1-1 1 0 0,0 1-1 0 0,0 0 0 0 0,0 0 1 0 0,-1 0-1 0 0,1 0 0 0 0,0 0 1 0 0,1 0-1 0 0,-1 0 0 0 0,0 0 1 0 0,0 0-1 0 0,0 0 0 0 0,0 0 1 0 0,2 2-1 0 0,0 7 117 0 0,1-1 1 0 0,1 0-1 0 0,7 15 0 0 0,-4-8-108 0 0,176 411 947 0 0,-154-360-1125 0 0,2-2-1 0 0,62 97 1 0 0,-10-44-2883 0 0,-66-94 1908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33.8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6 6913 0 0,'-10'-6'7087'0'0,"9"7"-6905"0"0,3 15 1268 0 0,17 30-1319 0 0,15 29 208 0 0,-2 2 0 0 0,22 87-1 0 0,30 166 1434 0 0,11 40-663 0 0,-80-320-1114 0 0,186 575-334 0 0,-56-121 339 0 0,-135-464 196 0 0,2-1 0 0 0,26 60 0 0 0,-22-64 294 0 0,-11-22 0 0 0,-2-4 143 0 0,-6-19-592 0 0,3 6-10 0 0,-1 0 0 0 0,-1 1 1 0 0,1-1-1 0 0,0 1 0 0 0,-1-1 0 0 0,1 1 0 0 0,-5-6 0 0 0,5 8-11 0 0,0 0 0 0 0,0 0 0 0 0,-1 0-1 0 0,1 0 1 0 0,0 1 0 0 0,0-1 0 0 0,-1 0-1 0 0,1 1 1 0 0,0-1 0 0 0,-1 1 0 0 0,1-1-1 0 0,-1 1 1 0 0,1-1 0 0 0,-1 1 0 0 0,1 0-1 0 0,0 0 1 0 0,-1 0 0 0 0,1 0 0 0 0,-1 0 0 0 0,1 0-1 0 0,-1 0 1 0 0,1 1 0 0 0,-1-1 0 0 0,1 0-1 0 0,0 1 1 0 0,-2 0 0 0 0,-26 9 90 0 0,1 2 1 0 0,0 1-1 0 0,1 2 1 0 0,-26 17-1 0 0,0 0-14 0 0,49-30-92 0 0,-120 75-1682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1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1004 3225 0 0,'-5'1'168'0'0,"0"1"0"0"0,1-1 0 0 0,-1 0 0 0 0,0-1 0 0 0,0 1 0 0 0,0-1 0 0 0,0 0 0 0 0,0 0 0 0 0,1 0 0 0 0,-1-1 0 0 0,0 0 0 0 0,0 0 0 0 0,1 0 0 0 0,-1-1 0 0 0,0 1 0 0 0,1-1 0 0 0,-1 0 0 0 0,1 0 0 0 0,0-1 0 0 0,0 1 0 0 0,-5-5 0 0 0,7 5-64 0 0,0 0 0 0 0,0 0 0 0 0,0-1 0 0 0,1 1-1 0 0,-1 0 1 0 0,1-1 0 0 0,0 1 0 0 0,0-1-1 0 0,0 0 1 0 0,0 1 0 0 0,0-1 0 0 0,0 0-1 0 0,1 0 1 0 0,-1 0 0 0 0,1 1 0 0 0,0-1-1 0 0,0 0 1 0 0,0-3 0 0 0,7-56 1196 0 0,-5 53-1075 0 0,6-27 111 0 0,1 1 0 0 0,2 0 0 0 0,2 1 0 0 0,0 1 0 0 0,3 0 0 0 0,1 0 0 0 0,1 2 0 0 0,1 0 0 0 0,33-39 1 0 0,-6 17-211 0 0,2 1 0 0 0,2 3 0 0 0,108-82 0 0 0,-119 104-51 0 0,2 2 0 0 0,0 2 1 0 0,2 1-1 0 0,0 2 0 0 0,2 2 0 0 0,0 2 1 0 0,0 2-1 0 0,1 2 0 0 0,76-9 0 0 0,-89 17-79 0 0,35 1 1 0 0,-58 3-6 0 0,0 0 1 0 0,0 1 0 0 0,0 0 0 0 0,0 1 0 0 0,0 0-1 0 0,-1 0 1 0 0,1 1 0 0 0,9 5 0 0 0,-9 0-1430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3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304 212 2304 0 0,'-31'-40'1975'0'0,"26"32"-1407"0"0,0 1-1 0 0,-1-1 1 0 0,0 1-1 0 0,-9-9 1 0 0,12 14-376 0 0,1 0 1 0 0,-1 0-1 0 0,0 1 1 0 0,0-1-1 0 0,0 0 1 0 0,0 1-1 0 0,0 0 1 0 0,0 0-1 0 0,0 0 1 0 0,0 0-1 0 0,-1 0 1 0 0,1 1-1 0 0,0-1 0 0 0,-1 1 1 0 0,1 0-1 0 0,-4 0 1 0 0,2 1-16 0 0,0 0 1 0 0,1 0-1 0 0,-1 0 1 0 0,1 1-1 0 0,-1-1 0 0 0,1 1 1 0 0,0 0-1 0 0,-1 0 1 0 0,1 1-1 0 0,0-1 0 0 0,1 1 1 0 0,-1 0-1 0 0,0 0 1 0 0,1 0-1 0 0,-1 1 0 0 0,1-1 1 0 0,0 1-1 0 0,1 0 1 0 0,-1 0-1 0 0,-4 8 1 0 0,-4 9-106 0 0,1 0 0 0 0,1 1 1 0 0,-6 23-1 0 0,5-15 84 0 0,1-6-132 0 0,2 1 0 0 0,0 0 0 0 0,2 0 0 0 0,0 1 0 0 0,-1 49 0 0 0,6-61-30 0 0,1 0 0 0 0,0 0 0 0 0,1 1 0 0 0,1-2 0 0 0,0 1 0 0 0,1 0 0 0 0,0-1 0 0 0,1 1 0 0 0,0-1 0 0 0,2 0 0 0 0,-1-1 0 0 0,12 17 0 0 0,7 4-138 0 0,1 0 1 0 0,50 46-1 0 0,-57-61-49 0 0,1-1 0 0 0,0-1 0 0 0,2-1 0 0 0,0-1 0 0 0,32 15 0 0 0,-47-26 170 0 0,0 0 0 0 0,1 0-1 0 0,-1-1 1 0 0,1 0 0 0 0,-1 0-1 0 0,1-1 1 0 0,0 0-1 0 0,0 0 1 0 0,-1-1 0 0 0,1 0-1 0 0,0-1 1 0 0,0 1-1 0 0,0-1 1 0 0,12-4 0 0 0,-9 2-4 0 0,-1-1 0 0 0,0-1 0 0 0,-1 0 0 0 0,1 0 0 0 0,-1-1 0 0 0,0 0 0 0 0,-1 0 0 0 0,1-1 0 0 0,11-13 0 0 0,0-3 301 0 0,-1-1-1 0 0,-1 0 0 0 0,-2-2 1 0 0,0 0-1 0 0,-1 0 1 0 0,17-47-1 0 0,-23 49 39 0 0,-1 1-1 0 0,0-2 1 0 0,-2 1-1 0 0,-1 0 1 0 0,3-34-1 0 0,-7 44-209 0 0,-1-1-1 0 0,-1 1 1 0 0,0 0-1 0 0,-1-1 1 0 0,0 1-1 0 0,-1 0 1 0 0,-1 0-1 0 0,0 1 1 0 0,-1-1-1 0 0,-11-22 1 0 0,-3 1 450 0 0,-91-166 1914 0 0,106 194-2446 0 0,0 1 0 0 0,-1-1 0 0 0,1 1 0 0 0,-1 0 1 0 0,-1 1-1 0 0,1-1 0 0 0,-1 1 0 0 0,0 0 0 0 0,0 0 0 0 0,-1 1 0 0 0,1 0 0 0 0,-10-5 0 0 0,11 7-315 0 0,0 1 0 0 0,0-1-1 0 0,0 1 1 0 0,0 0-1 0 0,0 0 1 0 0,0 0 0 0 0,-7 1-1 0 0,7 0-925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3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1 1 6585 0 0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49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74 1840 0 0,'-1'-3'272'0'0,"-1"-1"0"0"0,1 1 0 0 0,0 0 1 0 0,0-1-1 0 0,0 1 0 0 0,0-1 0 0 0,0 1 0 0 0,1-1 0 0 0,0 1 0 0 0,0-5 0 0 0,-4-24 8272 0 0,8 36-7279 0 0,4 8-793 0 0,-2 14-188 0 0,-1 0-1 0 0,-1 1 1 0 0,-1 0 0 0 0,-1 0-1 0 0,-3 29 1 0 0,2-7 8 0 0,12 170 512 0 0,78 406 0 0 0,-80-554-2264 0 0,-8-53 279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4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69 105 3457 0 0,'-10'3'208'0'0,"-26"7"459"0"0,14-7 4083 0 0,64-12 406 0 0,-5 1-4361 0 0,342-5 3832 0 0,-59 6-3914 0 0,-265 2-811 0 0,-1-2 0 0 0,0-2 0 0 0,95-30 1 0 0,-127 30-569 0 0,11-4-574 0 0,-27 12-844 0 0,-24 13-2986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49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5057 0 0,'1'2'544'0'0,"-1"-1"-544"0"0,1-1 0 0 0,-1 1 0 0 0,2 1 0 0 0,-1 0 0 0 0,2 1 0 0 0,-1-2 0 0 0,1 2 0 0 0,-2-2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6449 0 0,'0'0'499'0'0,"1"0"-453"0"0,-1 1 0 0 0,1-1 0 0 0,-1 0-1 0 0,1 1 1 0 0,0-1 0 0 0,-1 0 0 0 0,1 0-1 0 0,0 1 1 0 0,-1-1 0 0 0,1 0 0 0 0,0 0 0 0 0,-1 0-1 0 0,1 0 1 0 0,0 0 0 0 0,-1 0 0 0 0,1 0 0 0 0,0 0-1 0 0,-1 0 1 0 0,1 0 0 0 0,0 0 0 0 0,-1 0-1 0 0,1-1 1 0 0,0 1 0 0 0,0-1 0 0 0,18-3 1784 0 0,51-19 2688 0 0,15-4-924 0 0,-72 24-3644 0 0,1 0 0 0 0,0 1 0 0 0,0 1 0 0 0,22 0 0 0 0,30 1-2761 0 0,-38-1-1981 0 0,-13 0 387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3225 0 0,'-1'2'202'0'0,"1"-1"0"0"0,-1 1 0 0 0,0-1 0 0 0,0 0 0 0 0,1 1 1 0 0,-1 0-1 0 0,1-1 0 0 0,-1 1 0 0 0,1-1 0 0 0,0 1 0 0 0,0-1 0 0 0,-1 1 1 0 0,1 0-1 0 0,0-1 0 0 0,1 4 0 0 0,4 31 2758 0 0,-2-16-1641 0 0,24 222 3702 0 0,28 119-2524 0 0,-30-204-1789 0 0,-7-61-957 0 0,-7-56-5179 0 0,-5-26-289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1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42 172 3225 0 0,'-42'13'4563'0'0,"61"-16"-3184"0"0,238-60 2267 0 0,112-23-1144 0 0,-276 72-1797 0 0,0 4-1 0 0,125 2 1 0 0,294 16-865 0 0,-214-11-5066 0 0,-285 7 2072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3225 0 0,'2'-9'13443'0'0,"3"25"-13700"0"0,-2 19 1067 0 0,-1 56 0 0 0,-2-61-278 0 0,0 0 1 0 0,10 59-1 0 0,12-3-2059 0 0,-14-62 538 0 0,-1 1 1 0 0,-2 0 0 0 0,0 0-1 0 0,1 42 1 0 0,-6-47-939 0 0,0-1-2352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2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0 2304 0 0,'0'0'102'0'0,"-20"15"2357"0"0,11-7-1311 0 0,-16 17 1248 0 0,24-24-2263 0 0,0 0 1 0 0,0 1 0 0 0,0-1-1 0 0,0 0 1 0 0,0 0 0 0 0,0 1-1 0 0,1-1 1 0 0,-1 0 0 0 0,0 1-1 0 0,1-1 1 0 0,-1 1 0 0 0,1-1-1 0 0,-1 1 1 0 0,1-1 0 0 0,0 1-1 0 0,0 2 1 0 0,0-3-109 0 0,0-1-1 0 0,1 1 1 0 0,-1 0-1 0 0,1 0 1 0 0,-1-1 0 0 0,1 1-1 0 0,-1-1 1 0 0,1 1-1 0 0,0 0 1 0 0,-1-1 0 0 0,1 1-1 0 0,0-1 1 0 0,-1 1-1 0 0,1-1 1 0 0,0 0 0 0 0,0 1-1 0 0,0-1 1 0 0,-1 0-1 0 0,1 1 1 0 0,0-1 0 0 0,0 0-1 0 0,0 0 1 0 0,-1 0-1 0 0,1 0 1 0 0,0 0 0 0 0,0 0-1 0 0,0 0 1 0 0,0 0-1 0 0,0 0 1 0 0,0 0 0 0 0,32-5-73 0 0,-26 3 94 0 0,15-1 71 0 0,39-6 79 0 0,-56 9-230 0 0,-1-1 1 0 0,1 2-1 0 0,0-1 1 0 0,-1 0-1 0 0,1 1 1 0 0,0 0-1 0 0,-1 0 1 0 0,1 0-1 0 0,-1 0 1 0 0,6 3-1 0 0,-9-2 7 0 0,1-1-1 0 0,-1 0 1 0 0,0 0-1 0 0,0 1 1 0 0,0-1-1 0 0,0 0 1 0 0,0 1-1 0 0,0-1 1 0 0,0 1-1 0 0,0-1 1 0 0,0 1-1 0 0,-1 0 1 0 0,1-1-1 0 0,-1 1 1 0 0,1 0-1 0 0,-1 0 1 0 0,0-1-1 0 0,1 1 1 0 0,-1 0-1 0 0,0 0 1 0 0,0-1-1 0 0,0 1 1 0 0,0 0-1 0 0,-1 0 1 0 0,1-1-1 0 0,0 1 1 0 0,-1 0-1 0 0,0-1 1 0 0,0 4-1 0 0,-3 7-24 0 0,-1 0 0 0 0,-10 21 1 0 0,11-27 175 0 0,-7 12 237 0 0,8-15-302 0 0,1 1 0 0 0,0-1 0 0 0,0 0 1 0 0,0 1-1 0 0,0-1 0 0 0,0 1 0 0 0,1 0 0 0 0,-1-1 0 0 0,0 7 0 0 0,2-9-55 0 0,0-1-1 0 0,1 0 0 0 0,-1 1 1 0 0,0-1-1 0 0,0 1 0 0 0,1-1 0 0 0,-1 0 1 0 0,1 1-1 0 0,-1-1 0 0 0,0 0 0 0 0,1 1 1 0 0,-1-1-1 0 0,1 0 0 0 0,-1 0 0 0 0,0 0 1 0 0,1 1-1 0 0,-1-1 0 0 0,1 0 0 0 0,-1 0 1 0 0,1 0-1 0 0,-1 0 0 0 0,1 0 0 0 0,-1 0 1 0 0,1 0-1 0 0,-1 0 0 0 0,1 0 1 0 0,-1 0-1 0 0,1 0 0 0 0,-1 0 0 0 0,1 0 1 0 0,-1 0-1 0 0,1 0 0 0 0,-1 0 0 0 0,1-1 1 0 0,23-4-23 0 0,-21 4 27 0 0,22-6-57 0 0,31-6 203 0 0,-52 12-183 0 0,-1 1 0 0 0,0 0 1 0 0,1 0-1 0 0,-1 0 0 0 0,0 0 0 0 0,0 0 0 0 0,1 1 0 0 0,-1 0 0 0 0,0-1 1 0 0,0 1-1 0 0,1 0 0 0 0,-1 1 0 0 0,0-1 0 0 0,3 2 0 0 0,-5-2 72 0 0,0 1 1 0 0,0-1-1 0 0,0 0 0 0 0,0 1 0 0 0,-1-1 0 0 0,1 1 0 0 0,0-1 0 0 0,-1 1 0 0 0,1 0 0 0 0,-1-1 0 0 0,1 1 0 0 0,-1-1 0 0 0,0 1 0 0 0,0 0 0 0 0,0-1 0 0 0,1 1 0 0 0,-2 0 0 0 0,1-1 0 0 0,0 1 1 0 0,0 0-1 0 0,0-1 0 0 0,-1 1 0 0 0,1-1 0 0 0,-1 1 0 0 0,0 0 0 0 0,1-1 0 0 0,-1 1 0 0 0,-1 1 0 0 0,-24 47 1522 0 0,24-48-1482 0 0,-10 16 219 0 0,9-15-410 0 0,0 1 0 0 0,0-1 0 0 0,1 1 0 0 0,-1 0 1 0 0,1 0-1 0 0,0 0 0 0 0,0 0 0 0 0,1 0 0 0 0,-1 0 0 0 0,1 1 1 0 0,-1 3-1 0 0,4-2-2081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2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0,'-1'4'444'0'0,"1"0"1"0"0,0 1 0 0 0,0-1-1 0 0,0 0 1 0 0,1 0 0 0 0,0 0-1 0 0,-1 0 1 0 0,1 0-1 0 0,0 0 1 0 0,1 0 0 0 0,3 7-1 0 0,-1 0 706 0 0,7 21 1648 0 0,21 39 1 0 0,-23-53-2509 0 0,0 1 1 0 0,-1 0-1 0 0,-1 1 0 0 0,0-1 1 0 0,-2 1-1 0 0,6 35 1 0 0,-8-9-5650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4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5529 0 0,'2'5'307'0'0,"0"-1"0"0"0,-1 1 0 0 0,0-1 0 0 0,0 1 0 0 0,0 0 0 0 0,-1 0 0 0 0,1-1 0 0 0,-1 1 0 0 0,-1 6 0 0 0,1-2 97 0 0,1 73 1020 0 0,8 85 1494 0 0,-6-144-3869 0 0,1 0 0 0 0,14 41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5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11 323 4145 0 0,'-1'0'146'0'0,"1"1"0"0"0,-1-1 1 0 0,0 1-1 0 0,0-1 0 0 0,1 1 0 0 0,-1 0 1 0 0,0-1-1 0 0,1 1 0 0 0,-1 0 0 0 0,1 0 1 0 0,-1-1-1 0 0,1 1 0 0 0,-1 0 0 0 0,1 0 1 0 0,0 0-1 0 0,-1 0 0 0 0,1-1 0 0 0,0 1 1 0 0,0 0-1 0 0,0 0 0 0 0,-1 0 0 0 0,1 0 1 0 0,0 1-1 0 0,1-1-49 0 0,0-1 0 0 0,-1 1 0 0 0,1-1 0 0 0,0 1 0 0 0,0-1 1 0 0,-1 0-1 0 0,1 1 0 0 0,0-1 0 0 0,0 0 0 0 0,0 0 0 0 0,-1 1 0 0 0,1-1 0 0 0,0 0 1 0 0,0 0-1 0 0,0 0 0 0 0,0 0 0 0 0,-1 0 0 0 0,1 0 0 0 0,1-1 0 0 0,50-10 1248 0 0,-49 11-1245 0 0,409-105 3381 0 0,66 10-2137 0 0,-137 30-639 0 0,-195 38-517 0 0,182-11 0 0 0,-224 34-63 0 0,0 3 0 0 0,167 22 1 0 0,-255-18-128 0 0,66 11-55 0 0,-73-12 36 0 0,-1 0 0 0 0,0 1 0 0 0,1 0 0 0 0,-1 0 0 0 0,0 1 0 0 0,14 9 0 0 0,-22-13-71 0 0,0 1 1 0 0,0-1-1 0 0,0 0 0 0 0,0 1 0 0 0,0-1 0 0 0,0 0 0 0 0,0 1 0 0 0,0-1 1 0 0,0 0-1 0 0,0 0 0 0 0,0 1 0 0 0,0-1 0 0 0,0 0 0 0 0,0 0 0 0 0,-1 1 1 0 0,1-1-1 0 0,0 0 0 0 0,0 0 0 0 0,0 1 0 0 0,0-1 0 0 0,-1 0 0 0 0,1 0 1 0 0,0 1-1 0 0,0-1 0 0 0,-1 0 0 0 0,1 0 0 0 0,0 0 0 0 0,0 0 0 0 0,-1 0 1 0 0,1 1-1 0 0,0-1 0 0 0,0 0 0 0 0,-1 0 0 0 0,1 0 0 0 0,0 0 1 0 0,-1 0-1 0 0,1 0 0 0 0,0 0 0 0 0,-1 0 0 0 0,1 0 0 0 0,0 0 0 0 0,0 0 1 0 0,-1 0-1 0 0,1 0 0 0 0,0 0 0 0 0,-1-1 0 0 0,-2 2-500 0 0,-4 1-911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28 2361 0 0,'-2'-1'51'0'0,"-8"-12"285"0"0,9 12-237 0 0,1 1 0 0 0,0 0 1 0 0,0-1-1 0 0,0 1 0 0 0,0-1 1 0 0,0 1-1 0 0,0 0 1 0 0,-1-1-1 0 0,1 1 0 0 0,0-1 1 0 0,0 1-1 0 0,0 0 0 0 0,0-1 1 0 0,0 1-1 0 0,1-1 0 0 0,-1 1 1 0 0,0 0-1 0 0,0-1 0 0 0,0 1 1 0 0,0 0-1 0 0,0-1 0 0 0,0 1 1 0 0,1-1-1 0 0,-1 1 0 0 0,0 0 1 0 0,0-1-1 0 0,1 1 0 0 0,-1 0 1 0 0,0 0-1 0 0,0-1 0 0 0,1 1 1 0 0,-1 0-1 0 0,0 0 0 0 0,1-1 1 0 0,-1 1-1 0 0,0 0 0 0 0,1 0 1 0 0,-1 0-1 0 0,1-1 0 0 0,0 1 90 0 0,-1 0 0 0 0,1 0 0 0 0,0 0 0 0 0,0 0-1 0 0,-1 1 1 0 0,1-1 0 0 0,0 0 0 0 0,-1 0 0 0 0,1 0-1 0 0,0 1 1 0 0,-1-1 0 0 0,1 0 0 0 0,0 1 0 0 0,-1-1-1 0 0,1 0 1 0 0,-1 1 0 0 0,1-1 0 0 0,0 1 0 0 0,-1-1-1 0 0,1 1 1 0 0,-1 0 0 0 0,0-1 0 0 0,1 1 0 0 0,-1-1-1 0 0,1 1 1 0 0,-1 0 0 0 0,1 0 0 0 0,11 21 1241 0 0,-12-21-1245 0 0,13 29 607 0 0,-3 1 1 0 0,0 0-1 0 0,-2 1 0 0 0,7 63 1 0 0,-5-35-78 0 0,-4-18-337 0 0,-3-23-608 0 0,0 0 0 0 0,0 0 1 0 0,2 0-1 0 0,0-1 0 0 0,14 32 1 0 0,-13-42-1782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6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1840 0 0,'0'2'107'0'0,"-1"-1"-1"0"0,1 1 0 0 0,-1 0 0 0 0,0 0 0 0 0,0-1 0 0 0,0 1 1 0 0,0 0-1 0 0,0-1 0 0 0,0 1 0 0 0,0-1 0 0 0,0 1 0 0 0,-1-1 1 0 0,1 0-1 0 0,0 0 0 0 0,-4 3 0 0 0,4-3 155 0 0,-1 0 0 0 0,1 0 0 0 0,-1 0 0 0 0,1 0 0 0 0,0 1 0 0 0,0-1 1 0 0,-1 0-1 0 0,1 1 0 0 0,0-1 0 0 0,0 1 0 0 0,0 0 0 0 0,1-1 0 0 0,-1 1 0 0 0,0 0 0 0 0,0 2 0 0 0,1-3-194 0 0,0-1 0 0 0,0 1-1 0 0,0-1 1 0 0,1 1 0 0 0,-1 0-1 0 0,0-1 1 0 0,0 1 0 0 0,1-1-1 0 0,-1 0 1 0 0,0 1 0 0 0,1-1-1 0 0,-1 1 1 0 0,0-1 0 0 0,1 1-1 0 0,-1-1 1 0 0,1 0 0 0 0,-1 1-1 0 0,1-1 1 0 0,-1 0 0 0 0,1 1-1 0 0,-1-1 1 0 0,1 0 0 0 0,-1 0 0 0 0,1 0-1 0 0,-1 1 1 0 0,1-1 0 0 0,-1 0-1 0 0,1 0 1 0 0,0 0 0 0 0,-1 0-1 0 0,1 0 1 0 0,-1 0 0 0 0,1 0-1 0 0,-1 0 1 0 0,1 0 0 0 0,0 0-1 0 0,-1 0 1 0 0,1-1 0 0 0,-1 1-1 0 0,1 0 1 0 0,-1 0 0 0 0,1-1-1 0 0,-1 1 1 0 0,1 0 0 0 0,0-1-1 0 0,29-12 436 0 0,-29 13-417 0 0,6-4 37 0 0,5-2-34 0 0,1 0 0 0 0,-1 1 1 0 0,15-4-1 0 0,-26 8-96 0 0,1 0-1 0 0,0 1 1 0 0,0-1-1 0 0,0 1 1 0 0,0-1-1 0 0,1 1 1 0 0,-1 0 0 0 0,0 0-1 0 0,0 0 1 0 0,0 0-1 0 0,0 0 1 0 0,0 0-1 0 0,0 1 1 0 0,0-1 0 0 0,0 1-1 0 0,0-1 1 0 0,0 1-1 0 0,0 0 1 0 0,0 0 0 0 0,0 0-1 0 0,0 0 1 0 0,-1 0-1 0 0,1 0 1 0 0,0 0-1 0 0,-1 1 1 0 0,1-1 0 0 0,2 4-1 0 0,-3-3-43 0 0,0 0 0 0 0,-1 0 0 0 0,1 1 0 0 0,0-1 0 0 0,-1 0 1 0 0,0 0-1 0 0,1 1 0 0 0,-1-1 0 0 0,0 1 0 0 0,0-1 0 0 0,-1 0 0 0 0,1 1 0 0 0,0-1 0 0 0,-1 0 0 0 0,1 1 0 0 0,-1-1 0 0 0,0 0 0 0 0,-2 4 0 0 0,-23 44 54 0 0,18-37 127 0 0,-8 13 162 0 0,9-16-239 0 0,1 0-1 0 0,-1 1 0 0 0,2 0 1 0 0,0 0-1 0 0,0 0 1 0 0,1 0-1 0 0,-5 22 1 0 0,9-32-36 0 0,0 0 0 0 0,0 0 1 0 0,0-1-1 0 0,0 1 0 0 0,0 0 1 0 0,0-1-1 0 0,0 1 0 0 0,0 0 0 0 0,1 0 1 0 0,-1-1-1 0 0,0 1 0 0 0,0 0 1 0 0,1-1-1 0 0,-1 1 0 0 0,0-1 1 0 0,1 1-1 0 0,-1 0 0 0 0,1-1 0 0 0,-1 1 1 0 0,1-1-1 0 0,-1 1 0 0 0,1-1 1 0 0,-1 1-1 0 0,1-1 0 0 0,-1 1 1 0 0,1-1-1 0 0,0 0 0 0 0,-1 1 1 0 0,1-1-1 0 0,-1 0 0 0 0,1 0 0 0 0,0 1 1 0 0,0-1-1 0 0,-1 0 0 0 0,1 0 1 0 0,0 0-1 0 0,-1 0 0 0 0,1 0 1 0 0,0 0-1 0 0,0 0 0 0 0,-1 0 0 0 0,1 0 1 0 0,1 0-1 0 0,40-9 938 0 0,-21 5-654 0 0,-19 4-275 0 0,0-1 0 0 0,-1 1 1 0 0,1 0-1 0 0,0 0 0 0 0,0 0 0 0 0,0 0 1 0 0,-1 1-1 0 0,1-1 0 0 0,0 0 1 0 0,0 1-1 0 0,-1-1 0 0 0,1 1 0 0 0,0 0 1 0 0,-1 0-1 0 0,1-1 0 0 0,0 1 0 0 0,-1 0 1 0 0,1 0-1 0 0,-1 1 0 0 0,0-1 1 0 0,1 0-1 0 0,-1 0 0 0 0,0 1 0 0 0,0-1 1 0 0,1 1-1 0 0,-1-1 0 0 0,1 4 0 0 0,-1-2 49 0 0,0 0 0 0 0,0 0 0 0 0,-1 0 0 0 0,1 0 0 0 0,-1 1 0 0 0,0-1 0 0 0,0 0-1 0 0,0 0 1 0 0,0 1 0 0 0,0-1 0 0 0,-1 0 0 0 0,0 0 0 0 0,1 0 0 0 0,-1 0 0 0 0,-2 5 0 0 0,0-2-182 0 0,-1 1 1 0 0,1-1-1 0 0,-1 0 1 0 0,0 0 0 0 0,-7 7-1 0 0,7-8-721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6:57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3681 0 0,'-17'15'1755'0'0,"12"-12"-1229"0"0,1 0 1 0 0,1 1-1 0 0,-1-1 0 0 0,0 1 1 0 0,1 0-1 0 0,-4 5 1 0 0,3-3-198 0 0,-3 6 125 0 0,6-12-430 0 0,1 1 0 0 0,0-1 1 0 0,0 0-1 0 0,0 0 0 0 0,0 0 1 0 0,0 0-1 0 0,0 1 0 0 0,0-1 1 0 0,0 0-1 0 0,0 0 0 0 0,0 0 1 0 0,0 1-1 0 0,0-1 0 0 0,0 0 1 0 0,0 0-1 0 0,0 0 0 0 0,0 1 1 0 0,0-1-1 0 0,0 0 0 0 0,0 0 1 0 0,0 0-1 0 0,1 0 0 0 0,-1 1 1 0 0,0-1-1 0 0,0 0 0 0 0,0 0 1 0 0,0 0-1 0 0,0 0 0 0 0,0 1 1 0 0,1-1-1 0 0,-1 0 1 0 0,0 0-1 0 0,0 0 0 0 0,0 0 1 0 0,0 0-1 0 0,1 0 0 0 0,-1 0 1 0 0,0 0-1 0 0,0 1 0 0 0,0-1 1 0 0,0 0-1 0 0,1 0 0 0 0,-1 0 1 0 0,0 0-1 0 0,3-1 1049 0 0,1 1-669 0 0,50-13 469 0 0,-41 9-875 0 0,0 0 1 0 0,1 1 0 0 0,-1 0 0 0 0,1 2 0 0 0,-1-1-1 0 0,21 2 1 0 0,-32 0-20 0 0,0 0 0 0 0,-1 0 0 0 0,1 0 0 0 0,0 1-1 0 0,0-1 1 0 0,-1 1 0 0 0,1-1 0 0 0,0 1 0 0 0,-1-1 0 0 0,1 1 0 0 0,-1 0-1 0 0,1 0 1 0 0,-1 0 0 0 0,1 0 0 0 0,-1 0 0 0 0,1 0 0 0 0,-1 1-1 0 0,0-1 1 0 0,0 0 0 0 0,0 1 0 0 0,0-1 0 0 0,0 1 0 0 0,1 1 0 0 0,-1-1-33 0 0,0 1 0 0 0,-1 0 1 0 0,0-1-1 0 0,1 1 0 0 0,-1 0 0 0 0,0-1 1 0 0,0 1-1 0 0,0 0 0 0 0,-1-1 1 0 0,1 1-1 0 0,-1 0 0 0 0,1-1 1 0 0,-3 5-1 0 0,-3 9-116 0 0,-1-1 0 0 0,-1-1 1 0 0,-18 28-1 0 0,21-35 296 0 0,-16 19 290 0 0,16-21-34 0 0,0 0 1 0 0,1 1-1 0 0,0-1 1 0 0,0 1 0 0 0,1 0-1 0 0,-1 0 1 0 0,-2 8 0 0 0,6-13-349 0 0,0-1 1 0 0,0 1-1 0 0,0-1 1 0 0,0 1 0 0 0,1-1-1 0 0,-1 1 1 0 0,0-1-1 0 0,1 1 1 0 0,-1-1 0 0 0,0 1-1 0 0,1-1 1 0 0,-1 1-1 0 0,0-1 1 0 0,1 0 0 0 0,-1 1-1 0 0,1-1 1 0 0,-1 0-1 0 0,1 1 1 0 0,-1-1-1 0 0,1 0 1 0 0,-1 1 0 0 0,1-1-1 0 0,-1 0 1 0 0,1 0-1 0 0,-1 0 1 0 0,2 0 0 0 0,20 8-124 0 0,-15-6 138 0 0,3 1-166 0 0,59 28-1873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7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5 1376 0 0,'-10'-4'8618'0'0,"10"4"-8580"0"0,1 0 0 0 0,0 0-1 0 0,-1 0 1 0 0,1 0 0 0 0,-1 0 0 0 0,1 0 0 0 0,-1 1-1 0 0,1-1 1 0 0,0 0 0 0 0,-1 0 0 0 0,1 1-1 0 0,-1-1 1 0 0,1 0 0 0 0,-1 1 0 0 0,1-1 0 0 0,-1 1-1 0 0,0-1 1 0 0,1 0 0 0 0,-1 1 0 0 0,1-1-1 0 0,0 2 1 0 0,-1-1-15 0 0,1-1-1 0 0,-1 1 0 0 0,1 0 1 0 0,-1-1-1 0 0,1 1 1 0 0,-1-1-1 0 0,1 1 0 0 0,0-1 1 0 0,0 1-1 0 0,-1-1 1 0 0,1 1-1 0 0,0-1 0 0 0,0 1 1 0 0,-1-1-1 0 0,1 0 1 0 0,0 0-1 0 0,0 1 0 0 0,0-1 1 0 0,1 0-1 0 0,2 0 144 0 0,-1 1 0 0 0,1 0 0 0 0,0 0 0 0 0,0 0-1 0 0,0 0 1 0 0,0 1 0 0 0,-1-1 0 0 0,1 1 0 0 0,-1 0 0 0 0,1 0 0 0 0,-1 0 0 0 0,0 0-1 0 0,0 1 1 0 0,0 0 0 0 0,0-1 0 0 0,0 1 0 0 0,3 4 0 0 0,1 3 217 0 0,-1 0 0 0 0,0 1 1 0 0,-1-1-1 0 0,7 20 0 0 0,-6-13-229 0 0,0 0 0 0 0,-2 0 0 0 0,0 0 0 0 0,-1 1 0 0 0,-1 0 0 0 0,0-1 0 0 0,-1 1 0 0 0,-1 0 0 0 0,-3 22 0 0 0,1-27-86 0 0,0-1 1 0 0,-1 1 0 0 0,0-1 0 0 0,-1 0-1 0 0,0 0 1 0 0,-1-1 0 0 0,0 1-1 0 0,-1-1 1 0 0,0 0 0 0 0,-1-1 0 0 0,0 1-1 0 0,-1-1 1 0 0,0-1 0 0 0,-9 10-1 0 0,1-5-5 0 0,0-1-1 0 0,-1-1 0 0 0,-1-1 1 0 0,0 0-1 0 0,-27 12 0 0 0,-97 29 556 0 0,34-15-407 0 0,75-24-211 0 0,14-4 0 0 0,0-2 0 0 0,-1 0 0 0 0,0-1 0 0 0,0-1 0 0 0,0-1 0 0 0,-27 2 0 0 0,2-2-274 0 0,-79 18-1 0 0,88-15 204 0 0,15-4-145 0 0,15-3 260 0 0,1 1 0 0 0,-1 0-1 0 0,1 0 1 0 0,-1 0 0 0 0,-8 4 0 0 0,9-15-3780 0 0,4 8 3586 0 0,-1 0 1 0 0,0 0-1 0 0,1 0 0 0 0,-1 1 0 0 0,0-1 0 0 0,0 0 1 0 0,0 1-1 0 0,-4-3 0 0 0,1 3-87 0 0,0 0 0 0 0,0 1-1 0 0,0-1 1 0 0,0 1 0 0 0,0 0 0 0 0,-8 1-1 0 0,-8 0-2743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8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47 114 456 0 0,'-1'-4'64'0'0,"1"1"-1"0"0,0 0 1 0 0,1-1-1 0 0,-1 1 1 0 0,0 0-1 0 0,1-1 1 0 0,0 1-1 0 0,0 0 1 0 0,0 0-1 0 0,3-6 1 0 0,2-14 1037 0 0,-6-10 1665 0 0,-1 17 1446 0 0,-4 44-713 0 0,-20 50-2720 0 0,15-54-401 0 0,6-18-290 0 0,1 1 1 0 0,1-1-1 0 0,-1 1 0 0 0,1 0 0 0 0,0 0 0 0 0,-1 9 0 0 0,3-15-57 0 0,0 1 0 0 0,0 0-1 0 0,0-1 1 0 0,0 1-1 0 0,1 0 1 0 0,-1-1-1 0 0,1 1 1 0 0,-1 0-1 0 0,1-1 1 0 0,-1 1-1 0 0,1-1 1 0 0,0 1-1 0 0,0-1 1 0 0,0 1 0 0 0,0-1-1 0 0,0 0 1 0 0,0 1-1 0 0,0-1 1 0 0,0 0-1 0 0,0 0 1 0 0,1 0-1 0 0,-1 0 1 0 0,1 0-1 0 0,-1 0 1 0 0,0 0-1 0 0,1 0 1 0 0,0 0-1 0 0,-1-1 1 0 0,1 1 0 0 0,-1-1-1 0 0,3 1 1 0 0,8 2 282 0 0,-1-1 1 0 0,1-1 0 0 0,-1 1-1 0 0,1-2 1 0 0,0 0 0 0 0,-1 0-1 0 0,16-3 1 0 0,16 0-1158 0 0,-1 6-3693 0 0,-24 0-882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8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82 7130 0 0,'-1'-4'20'0'0,"-11"-46"1823"0"0,12 48-1786 0 0,0 1 0 0 0,-1 0-1 0 0,1-1 1 0 0,-1 1 0 0 0,1 0 0 0 0,-1-1-1 0 0,1 1 1 0 0,-1 0 0 0 0,0 0 0 0 0,1 0 0 0 0,-1 0-1 0 0,0-1 1 0 0,0 1 0 0 0,0 0 0 0 0,0 0-1 0 0,0 1 1 0 0,0-1 0 0 0,0 0 0 0 0,0 0-1 0 0,-1 0 1 0 0,1 1 0 0 0,0-1 0 0 0,0 1 0 0 0,-1-1-1 0 0,1 1 1 0 0,0-1 0 0 0,-1 1 0 0 0,1 0-1 0 0,0-1 1 0 0,-3 1 0 0 0,0 2 98 0 0,0-1 1 0 0,1 1-1 0 0,-1 0 1 0 0,1 0-1 0 0,0 0 0 0 0,-1 0 1 0 0,1 1-1 0 0,0-1 1 0 0,0 1-1 0 0,1 0 0 0 0,-1 0 1 0 0,1 0-1 0 0,-3 3 1 0 0,-29 46 696 0 0,33-51-798 0 0,-7 13 285 0 0,1 0 1 0 0,0 0-1 0 0,1 0 0 0 0,0 1 1 0 0,-4 21-1 0 0,9-33-272 0 0,0-1-1 0 0,1 1 0 0 0,-1 0 1 0 0,1-1-1 0 0,-1 1 1 0 0,1 0-1 0 0,0 0 1 0 0,0-1-1 0 0,1 1 0 0 0,-1 0 1 0 0,0 0-1 0 0,1-1 1 0 0,0 1-1 0 0,-1 0 0 0 0,1-1 1 0 0,0 1-1 0 0,1-1 1 0 0,-1 1-1 0 0,0-1 0 0 0,1 1 1 0 0,-1-1-1 0 0,1 0 1 0 0,0 0-1 0 0,-1 0 1 0 0,1 0-1 0 0,0 0 0 0 0,1 0 1 0 0,-1 0-1 0 0,0-1 1 0 0,0 1-1 0 0,1-1 0 0 0,-1 0 1 0 0,1 1-1 0 0,-1-1 1 0 0,1 0-1 0 0,-1-1 0 0 0,1 1 1 0 0,3 0-1 0 0,25 4-30 0 0,0-1 0 0 0,0-2 0 0 0,0-2 0 0 0,47-4-1 0 0,-34 1-2133 0 0,52 4 0 0 0,-72 2-3264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9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3225 0 0,'-6'8'6967'0'0,"3"-2"-6668"0"0,1 1 0 0 0,-1 0 0 0 0,1 0 0 0 0,0 0 0 0 0,1 0 0 0 0,0 0 0 0 0,0 0 0 0 0,0 1 0 0 0,1-1 0 0 0,0 9 0 0 0,3 13 257 0 0,8 38-1 0 0,0-1 296 0 0,-7 4-276 0 0,-4-48-823 0 0,1-1 0 0 0,1 0 1 0 0,0 0-1 0 0,9 30 0 0 0,0-32-2258 0 0,-6-14 1211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09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85 2761 0 0,'0'-1'71'0'0,"-1"1"1"0"0,1-1-1 0 0,-1 1 0 0 0,1-1 1 0 0,-1 0-1 0 0,1 1 1 0 0,0-1-1 0 0,-1 1 1 0 0,1-1-1 0 0,0 0 1 0 0,-1 1-1 0 0,1-1 1 0 0,0 0-1 0 0,0 1 1 0 0,0-1-1 0 0,0 0 1 0 0,0 0-1 0 0,0 1 1 0 0,0-1-1 0 0,0 0 0 0 0,0 1 1 0 0,0-1-1 0 0,0 0 1 0 0,0 0-1 0 0,0 1 1 0 0,0-1-1 0 0,1-1 1 0 0,16-17 2196 0 0,-11 15-1573 0 0,0 0-1 0 0,0 0 0 0 0,1 0 1 0 0,12-4-1 0 0,41-9 846 0 0,-18 12-4832 0 0,-34 5-9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1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5529 0 0,'0'0'498'0'0,"0"0"-406"0"0,32-5 6848 0 0,0-5-4245 0 0,13-4-2786 0 0,-15 16-5899 0 0,-17 1 2502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53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1267 2761 0 0,'-6'16'594'0'0,"-1"0"0"0"0,0-1 1 0 0,-1 0-1 0 0,-1 0 0 0 0,0-1 0 0 0,-1 0 1 0 0,0 0-1 0 0,-1-1 0 0 0,-1-1 1 0 0,-22 19-1 0 0,-16 19 4755 0 0,61-67-4577 0 0,2 1-516 0 0,1 1-1 0 0,0 1 1 0 0,1 0-1 0 0,1 0 1 0 0,22-14 0 0 0,-5 4-133 0 0,142-109 381 0 0,287-164 0 0 0,-52 112-504 0 0,-313 146 0 0 0,231-84 379 0 0,438-104 1 0 0,360-11 507 0 0,-454 137-1353 0 0,-602 95-2551 0 0,-56 5 1341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54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196 125 920 0 0,'0'-11'-205'0'0,"-1"0"532"0"0,1 0-1 0 0,1 0 0 0 0,0 0 0 0 0,4-19 0 0 0,-4 27 55 0 0,0 1 0 0 0,0-1 0 0 0,0 1 0 0 0,0 0 0 0 0,0-1 0 0 0,1 1 0 0 0,-1 0 0 0 0,1 0 1 0 0,-1 0-1 0 0,4-3 0 0 0,-3 3 131 0 0,0 1 0 0 0,0 0 0 0 0,0 0 0 0 0,0 0 0 0 0,0 0 1 0 0,0 0-1 0 0,0 0 0 0 0,0 1 0 0 0,0-1 0 0 0,0 1 1 0 0,1-1-1 0 0,-1 1 0 0 0,0 0 0 0 0,3 0 279 0 0,-8 2-731 0 0,-14 11-135 0 0,1 0 0 0 0,1 1 1 0 0,0 0-1 0 0,0 2 0 0 0,2 0 0 0 0,0 0 0 0 0,1 1 0 0 0,1 1 1 0 0,-17 33-1 0 0,9-10 98 0 0,2 1 1 0 0,2 1-1 0 0,-15 70 0 0 0,25-91 110 0 0,1 0-1 0 0,-1 33 0 0 0,5-47-54 0 0,0-1-1 0 0,0 0 0 0 0,1 0 1 0 0,0 0-1 0 0,0 0 1 0 0,1 1-1 0 0,0-1 0 0 0,0-1 1 0 0,0 1-1 0 0,1 0 1 0 0,6 10-1 0 0,-6-14-5 0 0,-1 0 0 0 0,0-1-1 0 0,1 1 1 0 0,0-1 0 0 0,-1 0 0 0 0,1 0 0 0 0,0 0 0 0 0,0 0 0 0 0,0 0-1 0 0,0-1 1 0 0,1 1 0 0 0,-1-1 0 0 0,0 0 0 0 0,1 0 0 0 0,-1 0-1 0 0,1-1 1 0 0,-1 1 0 0 0,1-1 0 0 0,-1 0 0 0 0,1 0 0 0 0,3 0 0 0 0,10-1 302 0 0,0-1 1 0 0,0 0-1 0 0,17-6 1 0 0,-22 6-176 0 0,54-13 886 0 0,106-8 1 0 0,-150 21-991 0 0,-1 1 1 0 0,0 2 0 0 0,1 0 0 0 0,-1 1 0 0 0,0 1-1 0 0,0 1 1 0 0,0 1 0 0 0,0 1 0 0 0,23 10 0 0 0,-39-14-126 0 0,-1 0 1 0 0,0 0 0 0 0,1 0-1 0 0,-1 0 1 0 0,0 1 0 0 0,0 0-1 0 0,0 0 1 0 0,0 0 0 0 0,-1 0-1 0 0,0 1 1 0 0,1-1 0 0 0,-1 1-1 0 0,0 0 1 0 0,0 0 0 0 0,3 7-1 0 0,-3 3-525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57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 14283 0 0,'-12'-4'1367'0'0,"-5"0"-2159"0"0,17 4 727 0 0,0 1 0 0 0,-1 0-1 0 0,1-1 1 0 0,0 1 0 0 0,0 0 0 0 0,0-1 0 0 0,0 1 0 0 0,0 0-1 0 0,0-1 1 0 0,0 1 0 0 0,0 0 0 0 0,0-1 0 0 0,0 1 0 0 0,0-1-1 0 0,0 1 1 0 0,0 0 0 0 0,0-1 0 0 0,1 1 0 0 0,-1 0 0 0 0,0-1-1 0 0,0 1 1 0 0,1-1 0 0 0,-1 1 0 0 0,0-1 0 0 0,1 1 0 0 0,-1-1-1 0 0,1 1 1 0 0,0 0 0 0 0,9 15 8 0 0,1 0 0 0 0,0 0 0 0 0,1-1 0 0 0,0-1 0 0 0,1 0 0 0 0,24 18 0 0 0,4 1 448 0 0,53 30 0 0 0,-12-14 288 0 0,3-5-1 0 0,120 46 1 0 0,192 46 1128 0 0,-282-98-1453 0 0,66 21 123 0 0,793 242 1317 0 0,-106-103 725 0 0,-430-116-3173 0 0,2-6-6077 0 0,-402-69 292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7:58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2 145 6449 0 0,'-1'-3'-40'0'0,"1"0"0"0"0,0-1 0 0 0,-1 1-1 0 0,1-1 1 0 0,1 1 0 0 0,-1-1 0 0 0,0 1-1 0 0,1-1 1 0 0,0 1 0 0 0,0-1 0 0 0,0 1 0 0 0,1-4-1 0 0,1-1 438 0 0,0 0-1 0 0,1 1 1 0 0,0 0-1 0 0,5-9 0 0 0,-8 15-304 0 0,-1 1-1 0 0,1-1 1 0 0,-1 1-1 0 0,1-1 0 0 0,-1 1 1 0 0,1-1-1 0 0,-1 1 1 0 0,1-1-1 0 0,0 1 1 0 0,-1-1-1 0 0,1 1 0 0 0,0 0 1 0 0,0 0-1 0 0,-1-1 1 0 0,1 1-1 0 0,0 0 0 0 0,-1 0 1 0 0,1 0-1 0 0,0 0 1 0 0,0-1-1 0 0,-1 1 1 0 0,1 0-1 0 0,0 1 0 0 0,0-1 1 0 0,0 0-1 0 0,-1 0 1 0 0,2 0-1 0 0,22 14 542 0 0,-17-7-501 0 0,0 0-1 0 0,0 0 1 0 0,9 13 0 0 0,9 21 323 0 0,30 67 0 0 0,-39-73-344 0 0,1-1-1 0 0,2 0 1 0 0,36 47-1 0 0,-40-62 72 0 0,-7-12-66 0 0,-1 1 0 0 0,0 1 0 0 0,-1-1-1 0 0,0 1 1 0 0,0 0 0 0 0,-1 0 0 0 0,7 18-1 0 0,-12-26-103 0 0,0-1 0 0 0,0 1-1 0 0,0-1 1 0 0,1 1 0 0 0,-1-1 0 0 0,0 1-1 0 0,0-1 1 0 0,0 1 0 0 0,0-1-1 0 0,0 1 1 0 0,0-1 0 0 0,0 1 0 0 0,-1-1-1 0 0,1 1 1 0 0,0-1 0 0 0,0 1 0 0 0,0-1-1 0 0,0 1 1 0 0,-1-1 0 0 0,1 1-1 0 0,0-1 1 0 0,0 0 0 0 0,-1 1 0 0 0,1-1-1 0 0,0 1 1 0 0,-1-1 0 0 0,1 0-1 0 0,0 1 1 0 0,-1-1 0 0 0,1 0 0 0 0,-1 0-1 0 0,1 1 1 0 0,-1-1 0 0 0,1 0-1 0 0,0 0 1 0 0,-1 1 0 0 0,1-1 0 0 0,-1 0-1 0 0,1 0 1 0 0,-1 0 0 0 0,1 0-1 0 0,-1 0 1 0 0,1 0 0 0 0,-2 0 0 0 0,1 0 21 0 0,0 0 0 0 0,0 0 1 0 0,1 0-1 0 0,-1 0 1 0 0,0 0-1 0 0,0 0 1 0 0,0-1-1 0 0,0 1 0 0 0,0 0 1 0 0,0-1-1 0 0,0 1 1 0 0,1-1-1 0 0,-1 1 1 0 0,0-1-1 0 0,0 1 0 0 0,0-1 1 0 0,1 1-1 0 0,-1-1 1 0 0,0 0-1 0 0,1 1 1 0 0,-1-1-1 0 0,1 0 0 0 0,-1 0 1 0 0,0 0-1 0 0,-5-16 99 0 0,2 0-1 0 0,-1 0 0 0 0,2 0 0 0 0,-2-22 0 0 0,-3-17 247 0 0,-6-13 12 0 0,-13-74-212 0 0,24 118 247 0 0,1 1 1 0 0,2 0-1 0 0,4-49 1 0 0,-5 72-381 0 0,1 0 0 0 0,0 0 0 0 0,0 1 0 0 0,0-1 1 0 0,0 0-1 0 0,1 0 0 0 0,-1 0 0 0 0,0 0 1 0 0,0 0-1 0 0,1 0 0 0 0,-1 1 0 0 0,0-1 0 0 0,1 0 1 0 0,-1 0-1 0 0,1 0 0 0 0,-1 1 0 0 0,1-1 0 0 0,-1 0 1 0 0,1 1-1 0 0,-1-1 0 0 0,1 0 0 0 0,0 1 0 0 0,-1-1 1 0 0,2 0-1 0 0,18 8 1151 0 0,-8-2-1210 0 0,37 15 337 0 0,2-3 0 0 0,73 16 0 0 0,28 8 142 0 0,13 13-1125 0 0,-131-45-80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08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3 129 5065 0 0,'-1'-38'4365'0'0,"2"21"652"0"0,-3 40-1719 0 0,24 188-2727 0 0,-2-13-159 0 0,-13-158-333 0 0,1-1-1 0 0,25 75 1 0 0,-22-87-40 0 0,0-1 1 0 0,2 0-1 0 0,22 33 1 0 0,-27-48-28 0 0,0 0 0 0 0,0 0 0 0 0,1-1 0 0 0,0-1 0 0 0,1 1 0 0 0,0-2 0 0 0,1 1 0 0 0,0-1-1 0 0,17 10 1 0 0,-24-17 7 0 0,-1 1 0 0 0,1 0 0 0 0,0-1-1 0 0,-1 1 1 0 0,1-1 0 0 0,0 0 0 0 0,0-1-1 0 0,0 1 1 0 0,0-1 0 0 0,0 1 0 0 0,0-1-1 0 0,0 0 1 0 0,0 0 0 0 0,0-1 0 0 0,0 0-1 0 0,0 1 1 0 0,0-1 0 0 0,-1 0 0 0 0,5-2-1 0 0,-2 0 30 0 0,-1 0 0 0 0,0-1-1 0 0,0 1 1 0 0,0-1-1 0 0,0 0 1 0 0,-1 0 0 0 0,0-1-1 0 0,1 1 1 0 0,-2-1 0 0 0,1 0-1 0 0,4-6 1 0 0,2-9 178 0 0,0 0 0 0 0,-1-1 0 0 0,0 0 0 0 0,-2-1 0 0 0,7-35 1 0 0,8-77 414 0 0,6-183 1 0 0,-21 218-481 0 0,-6 82-156 0 0,0 0 1 0 0,0 0-1 0 0,-2 0 0 0 0,0 0 1 0 0,-1 0-1 0 0,0 0 0 0 0,-2 1 1 0 0,-5-18-1 0 0,9 33-21 0 0,0 1 1 0 0,0-1-1 0 0,0 1 1 0 0,0-1-1 0 0,-1 1 1 0 0,1-1-1 0 0,0 1 1 0 0,0-1-1 0 0,0 1 1 0 0,-1 0-1 0 0,1-1 0 0 0,0 1 1 0 0,0-1-1 0 0,-1 1 1 0 0,1 0-1 0 0,0-1 1 0 0,-1 1-1 0 0,1-1 1 0 0,-1 1-1 0 0,1 0 1 0 0,0 0-1 0 0,-1-1 0 0 0,1 1 1 0 0,-1 0-1 0 0,1 0 1 0 0,-1-1-1 0 0,1 1 1 0 0,-1 0-1 0 0,1 0 1 0 0,-1 0-1 0 0,1 0 1 0 0,-1 0-1 0 0,1 0 1 0 0,-1 0-1 0 0,1 0 0 0 0,-1 0 1 0 0,1 0-1 0 0,-1 0 1 0 0,1 0-1 0 0,-1 0 1 0 0,1 0-1 0 0,-1 0 1 0 0,1 1-1 0 0,-1-1 1 0 0,1 0-1 0 0,-1 0 1 0 0,1 0-1 0 0,0 1 0 0 0,-1-1 1 0 0,1 0-1 0 0,-1 1 1 0 0,1-1-1 0 0,0 0 1 0 0,-1 1-1 0 0,1-1 1 0 0,0 1-1 0 0,-1-1 1 0 0,1 1-1 0 0,-17 27-1948 0 0,10-9 492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09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71 108 456 0 0,'-2'-1'14'0'0,"1"0"0"0"0,0 0-1 0 0,-1 0 1 0 0,1 1 0 0 0,-1-1 0 0 0,0 0-1 0 0,1 1 1 0 0,-1-1 0 0 0,1 1 0 0 0,-1-1-1 0 0,0 1 1 0 0,1 0 0 0 0,-1 0 0 0 0,0 0-1 0 0,1 0 1 0 0,-1 0 0 0 0,-3 1 0 0 0,4-1-4 0 0,0 0 0 0 0,0 0 0 0 0,-1 1 1 0 0,1-1-1 0 0,0 0 0 0 0,0 0 1 0 0,0 0-1 0 0,0 0 0 0 0,-1 0 1 0 0,1 0-1 0 0,0-1 0 0 0,0 1 0 0 0,0 0 1 0 0,0-1-1 0 0,0 1 0 0 0,0 0 1 0 0,-1-1-1 0 0,1 1 0 0 0,0-1 1 0 0,0 0-1 0 0,0 1 0 0 0,0-1 0 0 0,1 0 1 0 0,-1 0-1 0 0,0 1 0 0 0,0-1 1 0 0,0 0-1 0 0,1 0 0 0 0,-1 0 1 0 0,0 0-1 0 0,1 0 0 0 0,-1 0 1 0 0,1 0-1 0 0,-1 0 0 0 0,1 0 0 0 0,0-1 1 0 0,-1 1-1 0 0,1 0 0 0 0,0 0 1 0 0,0 0-1 0 0,-1-3 0 0 0,1 0 503 0 0,-1 0 0 0 0,0-1 0 0 0,1 1 0 0 0,0-1-1 0 0,0 0 1 0 0,0 1 0 0 0,0-1 0 0 0,1 1 0 0 0,0-1-1 0 0,0 1 1 0 0,0 0 0 0 0,0-1 0 0 0,12-11 5549 0 0,-8 43-4290 0 0,2 41-66 0 0,32 128 1 0 0,-30-166-1526 0 0,1-2 0 0 0,1 1-1 0 0,1-1 1 0 0,1-1 0 0 0,2 0 0 0 0,32 44 0 0 0,-17-29-268 0 0,25 29 530 0 0,-48-63-2015 0 0,0-1 1 0 0,1 1-1 0 0,12 7 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09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8 6449 0 0,'-16'-8'8519'0'0,"15"9"-8245"0"0,0 0-10 0 0,0 0 0 0 0,0 0 0 0 0,1 0-1 0 0,-1 0 1 0 0,0 0 0 0 0,1 1 0 0 0,-1-1-1 0 0,1 0 1 0 0,0 0 0 0 0,-1 1 0 0 0,1-1 0 0 0,0 0-1 0 0,0 0 1 0 0,0 2 0 0 0,1 57 1150 0 0,0-51-960 0 0,2 69 28 0 0,3 32-191 0 0,1-37-6320 0 0,-2-35-764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1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7834 0 0,'0'0'602'0'0,"8"24"1202"0"0,-2 17-400 0 0,-2 1 1 0 0,-2 65 0 0 0,0-16-2177 0 0,-2-81 684 0 0,1 0 0 0 0,0 0 0 0 0,1 0 0 0 0,0 0 1 0 0,5 14-1 0 0,1-8 88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2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0 10594 0 0,'-4'3'944'0'0,"1"0"-751"0"0,3-1-193 0 0,1 1 0 0 0,2 1 0 0 0,-2 1 0 0 0,1 5-81 0 0,-2 4 81 0 0,2 5-984 0 0,1 0-136 0 0,3 1-32 0 0,-4-1-8 0 0,-2-3 903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2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0 5065 0 0,'-4'1'269'0'0,"0"0"1"0"0,1 0-1 0 0,-1 0 0 0 0,1 0 1 0 0,-1 0-1 0 0,1 0 0 0 0,0 1 1 0 0,-1 0-1 0 0,1 0 0 0 0,0 0 1 0 0,0 0-1 0 0,0 0 0 0 0,1 0 1 0 0,-1 1-1 0 0,0 0 0 0 0,-2 3 1 0 0,-4 4 293 0 0,1 1 0 0 0,1-1 0 0 0,-8 15 0 0 0,10-17-318 0 0,1 0 0 0 0,0 0 0 0 0,1 0 1 0 0,0 0-1 0 0,0 0 0 0 0,-3 17 0 0 0,6-22-222 0 0,0-1 0 0 0,0 1-1 0 0,0-1 1 0 0,0 1 0 0 0,0-1 0 0 0,0 1-1 0 0,1-1 1 0 0,-1 1 0 0 0,1-1-1 0 0,0 1 1 0 0,0-1 0 0 0,0 0 0 0 0,0 1-1 0 0,0-1 1 0 0,0 0 0 0 0,1 0-1 0 0,-1 0 1 0 0,1 0 0 0 0,-1 0 0 0 0,1 0-1 0 0,0 0 1 0 0,0 0 0 0 0,0-1-1 0 0,0 1 1 0 0,0-1 0 0 0,0 1 0 0 0,0-1-1 0 0,4 1 1 0 0,5 3-77 0 0,1-1 1 0 0,-1-1-1 0 0,1 0 1 0 0,0 0-1 0 0,21 1 0 0 0,-23-3 27 0 0,1 0 0 0 0,-1 0-1 0 0,1 2 1 0 0,-1-1 0 0 0,0 1-1 0 0,0 0 1 0 0,0 1-1 0 0,10 6 1 0 0,-19-10 54 0 0,0 1 1 0 0,0-1-1 0 0,0 1 1 0 0,-1-1-1 0 0,1 1 1 0 0,0 0-1 0 0,0-1 1 0 0,0 1-1 0 0,-1 0 1 0 0,1 0 0 0 0,0 0-1 0 0,-1-1 1 0 0,1 1-1 0 0,-1 0 1 0 0,1 0-1 0 0,-1 0 1 0 0,1 0-1 0 0,-1 0 1 0 0,0 0-1 0 0,1 0 1 0 0,-1 0-1 0 0,0 0 1 0 0,0 0-1 0 0,0 0 1 0 0,0 0-1 0 0,0 0 1 0 0,0 0-1 0 0,0 0 1 0 0,0 2-1 0 0,-1 0 89 0 0,0-1-1 0 0,-1 1 0 0 0,1-1 1 0 0,-1 0-1 0 0,1 0 0 0 0,-1 0 1 0 0,0 1-1 0 0,1-1 0 0 0,-1-1 1 0 0,0 1-1 0 0,-4 2 0 0 0,-6 5 404 0 0,-2 0-1 0 0,-26 12 1 0 0,39-20-534 0 0,-56 21-1125 0 0,26-12-4675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3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26 3225 0 0,'0'-1'201'0'0,"0"0"1"0"0,-1-1 0 0 0,1 1 0 0 0,-1 0-1 0 0,1 0 1 0 0,-1-1 0 0 0,0 1-1 0 0,1 0 1 0 0,-1 0 0 0 0,0 0 0 0 0,0 0-1 0 0,0 0 1 0 0,0 0 0 0 0,0 0-1 0 0,0 0 1 0 0,0 0 0 0 0,0 0 0 0 0,0 0-1 0 0,-1 1 1 0 0,1-1 0 0 0,0 0-1 0 0,0 1 1 0 0,-1-1 0 0 0,1 1 0 0 0,0 0-1 0 0,-1-1 1 0 0,1 1 0 0 0,0 0-1 0 0,-1 0 1 0 0,1 0 0 0 0,-1 0 0 0 0,1 0-1 0 0,0 0 1 0 0,-1 0 0 0 0,1 0-1 0 0,-1 1 1 0 0,1-1 0 0 0,0 0 0 0 0,0 1-1 0 0,-1-1 1 0 0,1 1 0 0 0,0 0-1 0 0,0-1 1 0 0,-1 1 0 0 0,1 0 0 0 0,0 0-1 0 0,-1 1 1 0 0,-3 1 0 0 0,0 1 0 0 0,0-1 1 0 0,0 1-1 0 0,1 1 0 0 0,0-1 0 0 0,0 1 0 0 0,0-1 1 0 0,0 1-1 0 0,1 0 0 0 0,-4 6 0 0 0,5-4-90 0 0,-1 0 0 0 0,1 0-1 0 0,0 0 1 0 0,0 0-1 0 0,1 0 1 0 0,0 0 0 0 0,0 0-1 0 0,1 1 1 0 0,0-1 0 0 0,0 0-1 0 0,1 1 1 0 0,0-1-1 0 0,0 0 1 0 0,1 0 0 0 0,0 0-1 0 0,0 0 1 0 0,0 0 0 0 0,1 0-1 0 0,0 0 1 0 0,1-1-1 0 0,-1 0 1 0 0,9 12 0 0 0,-4-9-305 0 0,-1 0 0 0 0,1 0 0 0 0,0-1 0 0 0,1 0 0 0 0,0 0 0 0 0,1-1 0 0 0,-1 0 0 0 0,1-1 0 0 0,0 0 0 0 0,1 0 0 0 0,0-1 0 0 0,0-1 0 0 0,18 6 0 0 0,-5-5-5290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3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30 7834 0 0,'-2'2'307'0'0,"1"0"0"0"0,-1 0 0 0 0,0 0 0 0 0,1 0 0 0 0,0 0 1 0 0,-1 0-1 0 0,1 1 0 0 0,0-1 0 0 0,0 0 0 0 0,0 1 0 0 0,0-1 0 0 0,1 0 1 0 0,-1 1-1 0 0,1-1 0 0 0,-1 4 0 0 0,-5 40 2899 0 0,5-40-3035 0 0,1 1 0 0 0,0-1 0 0 0,0 1-1 0 0,1 0 1 0 0,-1-1 0 0 0,1 1 0 0 0,1-1 0 0 0,-1 0 0 0 0,1 1 0 0 0,0-1-1 0 0,1 0 1 0 0,-1 0 0 0 0,1 0 0 0 0,7 9 0 0 0,-7-10-171 0 0,1-1-1 0 0,0 0 1 0 0,1 0 0 0 0,-1 0-1 0 0,1-1 1 0 0,-1 1 0 0 0,1-1 0 0 0,0 0-1 0 0,0 0 1 0 0,1-1 0 0 0,-1 0 0 0 0,0 0-1 0 0,1 0 1 0 0,-1 0 0 0 0,1-1-1 0 0,0 0 1 0 0,6 1 0 0 0,-6-2-103 0 0,1 1 1 0 0,-1-1-1 0 0,1 0 0 0 0,-1 0 0 0 0,1-1 1 0 0,-1 0-1 0 0,1 0 0 0 0,-1 0 1 0 0,0-1-1 0 0,1 0 0 0 0,-1 0 0 0 0,0-1 1 0 0,0 0-1 0 0,8-5 0 0 0,-10 6 91 0 0,-1-1-1 0 0,0 0 1 0 0,0 0 0 0 0,0 0-1 0 0,0 0 1 0 0,-1 0-1 0 0,1-1 1 0 0,-1 1-1 0 0,0-1 1 0 0,0 0-1 0 0,0 0 1 0 0,0 1 0 0 0,-1-1-1 0 0,1 0 1 0 0,-1 0-1 0 0,0-1 1 0 0,0 1-1 0 0,-1 0 1 0 0,1 0 0 0 0,-1 0-1 0 0,0 0 1 0 0,0-1-1 0 0,-1-5 1 0 0,0 4 32 0 0,0-1 0 0 0,-1 1 0 0 0,1 0 0 0 0,-1 0 0 0 0,-1-1 0 0 0,1 1 0 0 0,-1 1 0 0 0,0-1 0 0 0,0 0 0 0 0,-1 1 0 0 0,1-1 0 0 0,-1 1 0 0 0,0 0 0 0 0,-1 0 0 0 0,1 1 0 0 0,-10-8 0 0 0,6 6-226 0 0,-1 0 1 0 0,0 1-1 0 0,0 0 1 0 0,-1 0-1 0 0,1 1 1 0 0,-1 1-1 0 0,0-1 1 0 0,0 1-1 0 0,-19-2 1 0 0,7 2-5215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6913 0 0,'7'-3'-111'0'0,"-5"1"576"0"0,0 1 1 0 0,0 0 0 0 0,0 0 0 0 0,1 0-1 0 0,-1 0 1 0 0,0 0 0 0 0,1 0-1 0 0,-1 1 1 0 0,1-1 0 0 0,2 1 0 0 0,-4 0-313 0 0,0 1 0 0 0,0-1 0 0 0,0 1 1 0 0,0-1-1 0 0,0 1 0 0 0,0-1 0 0 0,-1 1 1 0 0,1 0-1 0 0,0 0 0 0 0,0-1 0 0 0,-1 1 1 0 0,1 0-1 0 0,0 0 0 0 0,-1 0 0 0 0,1 0 1 0 0,-1 0-1 0 0,1 0 0 0 0,-1-1 0 0 0,1 1 1 0 0,-1 1-1 0 0,0-1 0 0 0,0 0 0 0 0,1 0 1 0 0,-1 0-1 0 0,0 0 0 0 0,0 0 0 0 0,0 0 1 0 0,0 0-1 0 0,0 2 0 0 0,0 13 347 0 0,0 0 0 0 0,-1 0 0 0 0,-3 22 0 0 0,-2 35-408 0 0,6-67-197 0 0,0 0 0 0 0,1 0 0 0 0,-1 0 0 0 0,2 0 0 0 0,-1 0 0 0 0,1 0 0 0 0,-1 0 0 0 0,2-1 0 0 0,3 9 0 0 0,-6-14 59 0 0,0 1 1 0 0,1-1 0 0 0,-1 1-1 0 0,1-1 1 0 0,-1 1 0 0 0,1-1-1 0 0,-1 1 1 0 0,1-1-1 0 0,-1 1 1 0 0,1-1 0 0 0,-1 0-1 0 0,1 1 1 0 0,-1-1 0 0 0,1 0-1 0 0,0 1 1 0 0,-1-1-1 0 0,1 0 1 0 0,0 0 0 0 0,-1 0-1 0 0,1 0 1 0 0,-1 1 0 0 0,1-1-1 0 0,0 0 1 0 0,0 0 0 0 0,-1 0-1 0 0,1 0 1 0 0,0-1-1 0 0,-1 1 1 0 0,1 0 0 0 0,-1 0-1 0 0,1 0 1 0 0,0 0 0 0 0,-1-1-1 0 0,1 1 1 0 0,0 0-1 0 0,-1-1 1 0 0,1 1 0 0 0,-1 0-1 0 0,1-1 1 0 0,-1 1 0 0 0,1-1-1 0 0,-1 1 1 0 0,1-1-1 0 0,-1 1 1 0 0,1-1 0 0 0,-1 1-1 0 0,0-1 1 0 0,1 0 0 0 0,25-35-251 0 0,-21 30 176 0 0,21-33 54 0 0,-12 16 266 0 0,1 1 0 0 0,0 1 0 0 0,2 0 0 0 0,1 2 0 0 0,31-29 0 0 0,-48 47-50 0 0,0 0-1 0 0,0 0 1 0 0,1 0-1 0 0,-1 0 1 0 0,1 0-1 0 0,-1 0 1 0 0,1 0-1 0 0,-1 1 1 0 0,1-1-1 0 0,0 0 1 0 0,-1 1-1 0 0,1-1 1 0 0,0 1-1 0 0,0 0 1 0 0,-1 0-1 0 0,1-1 1 0 0,0 1-1 0 0,0 0 1 0 0,-1 0-1 0 0,1 1 1 0 0,0-1-1 0 0,3 1 1 0 0,-4 0-56 0 0,1 0 0 0 0,0 1-1 0 0,0-1 1 0 0,-1 0 0 0 0,1 1 0 0 0,-1-1 0 0 0,1 1 0 0 0,-1 0 0 0 0,0-1 0 0 0,1 1 0 0 0,-1 0-1 0 0,0 0 1 0 0,0 0 0 0 0,0 0 0 0 0,1 3 0 0 0,2 9-1 0 0,-1-1-1 0 0,0 1 1 0 0,-1 0-1 0 0,1 18 1 0 0,-3-32-87 0 0,0 11-366 0 0,1 7 360 0 0,1-1 0 0 0,4 18-1 0 0,7-2-2338 0 0,-12-31 1668 0 0,1 1-1 0 0,-1-1 1 0 0,1 1-1 0 0,0-1 1 0 0,0 0 0 0 0,0 0-1 0 0,0 0 1 0 0,1 0-1 0 0,2 2 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2304 0 0,'0'-1'58'0'0,"0"0"-1"0"0,1 1 0 0 0,-1-1 0 0 0,0 0 0 0 0,1 1 0 0 0,-1-1 0 0 0,1 0 0 0 0,-1 1 0 0 0,1-1 0 0 0,-1 1 0 0 0,1-1 0 0 0,0 1 0 0 0,-1-1 1 0 0,1 1-1 0 0,0-1 0 0 0,-1 1 0 0 0,1 0 0 0 0,0-1 0 0 0,-1 1 0 0 0,1 0 0 0 0,0 0 0 0 0,1-1 0 0 0,21-5 2052 0 0,-18 5-1828 0 0,2-1 241 0 0,0 0 0 0 0,0 0 0 0 0,0 1 0 0 0,1 0 0 0 0,-1 1 0 0 0,0 0 0 0 0,1 0 0 0 0,-1 0 0 0 0,0 1 0 0 0,0 0 1 0 0,1 0-1 0 0,7 4 0 0 0,-9-3-255 0 0,0 1 0 0 0,0 0 0 0 0,-1 0 1 0 0,1 1-1 0 0,-1-1 0 0 0,0 1 0 0 0,0 1 1 0 0,0-1-1 0 0,-1 1 0 0 0,0-1 0 0 0,1 1 1 0 0,-2 0-1 0 0,1 1 0 0 0,4 6 0 0 0,-1 3-11 0 0,0 0-1 0 0,-1 1 0 0 0,0-1 1 0 0,5 27-1 0 0,4 12-658 0 0,-16-68 125 0 0,2 0 0 0 0,0 0 0 0 0,0-1 0 0 0,7-25 0 0 0,-6 28 222 0 0,-1 6 41 0 0,17-68-121 0 0,-16 68 142 0 0,0 1-1 0 0,0 0 1 0 0,0-1 0 0 0,1 1 0 0 0,0 0-1 0 0,0 0 1 0 0,0 0 0 0 0,1 1 0 0 0,-1-1-1 0 0,9-6 1 0 0,-12 10 39 0 0,1 0 0 0 0,0 1 0 0 0,0 0-1 0 0,0-1 1 0 0,0 1 0 0 0,0-1 0 0 0,0 1 0 0 0,0 0-1 0 0,0 0 1 0 0,0 0 0 0 0,0 0 0 0 0,0-1 0 0 0,0 1-1 0 0,0 0 1 0 0,0 1 0 0 0,0-1 0 0 0,0 0 0 0 0,0 0 0 0 0,0 0-1 0 0,0 1 1 0 0,0-1 0 0 0,0 0 0 0 0,0 1 0 0 0,0-1-1 0 0,0 1 1 0 0,0-1 0 0 0,0 1 0 0 0,0 0 0 0 0,-1-1 0 0 0,1 1-1 0 0,0 0 1 0 0,0-1 0 0 0,-1 1 0 0 0,1 0 0 0 0,-1 0-1 0 0,2 1 1 0 0,26 41 1587 0 0,-19-27-1430 0 0,38 39-1900 0 0,-35-43-2563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4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0 254 2761 0 0,'6'-1'455'0'0,"0"0"1"0"0,0 0 0 0 0,0 0-1 0 0,0-1 1 0 0,-1 0 0 0 0,1 0-1 0 0,-1-1 1 0 0,1 1 0 0 0,-1-1-1 0 0,0 0 1 0 0,0-1 0 0 0,0 1-1 0 0,-1-1 1 0 0,1 0 0 0 0,5-7-1 0 0,0 1-97 0 0,-1-1 1 0 0,0 0-1 0 0,-1-1 0 0 0,0 1 0 0 0,9-21 0 0 0,-13 25-280 0 0,-1-1 1 0 0,0 0-1 0 0,0 0 1 0 0,-1 0-1 0 0,0 0 1 0 0,0 0-1 0 0,0-12 1 0 0,-2 18 7 0 0,0 0 1 0 0,0 1-1 0 0,0-1 1 0 0,0 0 0 0 0,0 0-1 0 0,-1 0 1 0 0,1 1-1 0 0,-1-1 1 0 0,1 0-1 0 0,-1 1 1 0 0,0-1-1 0 0,0 0 1 0 0,0 1-1 0 0,1-1 1 0 0,-1 1-1 0 0,-1-1 1 0 0,1 1-1 0 0,0 0 1 0 0,0-1-1 0 0,0 1 1 0 0,-1 0-1 0 0,1 0 1 0 0,-1 0-1 0 0,1 0 1 0 0,-1 0 0 0 0,1 0-1 0 0,-1 0 1 0 0,0 1-1 0 0,1-1 1 0 0,-1 0-1 0 0,0 1 1 0 0,1 0-1 0 0,-1-1 1 0 0,0 1-1 0 0,0 0 1 0 0,0 0-1 0 0,1 0 1 0 0,-1 0-1 0 0,-3 0 1 0 0,1 0 28 0 0,0 0-1 0 0,-1 0 1 0 0,1 1 0 0 0,0-1 0 0 0,0 1-1 0 0,0 0 1 0 0,0 0 0 0 0,0 0 0 0 0,0 1-1 0 0,0-1 1 0 0,1 1 0 0 0,-1 0 0 0 0,0 0-1 0 0,1 0 1 0 0,0 0 0 0 0,-1 1 0 0 0,1 0-1 0 0,0-1 1 0 0,-3 5 0 0 0,3-3 20 0 0,0 1 0 0 0,0 0 0 0 0,0 0 0 0 0,1 0 0 0 0,0 0 0 0 0,0 1 0 0 0,0-1 1 0 0,0 1-1 0 0,1-1 0 0 0,0 1 0 0 0,0-1 0 0 0,1 9 0 0 0,-1-1-270 0 0,2 0-1 0 0,0 0 0 0 0,0 0 1 0 0,1 0-1 0 0,5 14 1 0 0,-4-15-948 0 0,1 0 1 0 0,0-1-1 0 0,1 1 0 0 0,11 17 1 0 0,-3-10-4990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4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 23 1376 0 0,'4'-3'21'0'0,"7"-11"247"0"0,-12 10 522 0 0,-10 3 845 0 0,0 2-543 0 0,-1 0 0 0 0,0 1 0 0 0,0 1 0 0 0,1 0 0 0 0,-1 0 0 0 0,1 1-1 0 0,-12 6 1 0 0,18-7-780 0 0,0-1-1 0 0,0 1 1 0 0,0 0 0 0 0,1 0-1 0 0,0 1 1 0 0,0 0-1 0 0,0-1 1 0 0,0 1-1 0 0,0 0 1 0 0,1 1-1 0 0,-1-1 1 0 0,1 1 0 0 0,0-1-1 0 0,1 1 1 0 0,-1 0-1 0 0,1 0 1 0 0,-3 9-1 0 0,2-1-150 0 0,0 0-1 0 0,0 1 0 0 0,1-1 1 0 0,1 1-1 0 0,0 0 0 0 0,1-1 1 0 0,3 25-1 0 0,-2-34-219 0 0,0 0 0 0 0,0 0 0 0 0,0 0 0 0 0,0 0 0 0 0,1 0-1 0 0,-1 0 1 0 0,1-1 0 0 0,0 1 0 0 0,0-1 0 0 0,1 1 0 0 0,-1-1 0 0 0,1 1 0 0 0,-1-1 0 0 0,1 0 0 0 0,0 0 0 0 0,0-1 0 0 0,1 1 0 0 0,-1-1 0 0 0,0 1 0 0 0,1-1-1 0 0,0 0 1 0 0,-1 0 0 0 0,1 0 0 0 0,0-1 0 0 0,0 0 0 0 0,0 1 0 0 0,0-1 0 0 0,0-1 0 0 0,6 2 0 0 0,1-1-754 0 0,-1-1-1 0 0,0 0 1 0 0,1 0 0 0 0,-1-1 0 0 0,0 0-1 0 0,1-1 1 0 0,-1 0 0 0 0,0-1 0 0 0,0 0-1 0 0,0-1 1 0 0,-1 1 0 0 0,1-2 0 0 0,-1 0-1 0 0,12-7 1 0 0,-2-1-1707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0 317 3681 0 0,'13'-42'277'0'0,"23"-99"2330"0"0,-32 123-1122 0 0,-1-1-1 0 0,-1 1 0 0 0,-1-1 1 0 0,-1 0-1 0 0,-2-22 6297 0 0,15 111-6992 0 0,21 32-1133 0 0,78 162 0 0 0,-96-230-561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 5065 0 0,'0'-1'224'0'0,"2"-1"48"0"0,0 1-272 0 0,1 0 0 0 0,-2-1 0 0 0,2 2 0 0 0,1-1 512 0 0,3-2 56 0 0,5-2 9 0 0,4-2-1 0 0,4-1-256 0 0,0 0-40 0 0,1 0-16 0 0,2 0 0 0 0,1 3-264 0 0,0-1 0 0 0,-2 0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0 255 3681 0 0,'23'-3'716'0'0,"-1"-1"0"0"0,-1-2 0 0 0,1 0 0 0 0,-1-1 0 0 0,37-18 0 0 0,-47 20-483 0 0,1-2 1 0 0,-1 0-1 0 0,0 0 0 0 0,-1-1 0 0 0,1 0 0 0 0,-2 0 1 0 0,1-1-1 0 0,-1-1 0 0 0,-1 0 0 0 0,1 0 0 0 0,8-15 1 0 0,-16 22-86 0 0,1 0 0 0 0,0 0 1 0 0,-1-1-1 0 0,1 1 0 0 0,-1-1 1 0 0,0 1-1 0 0,0-1 0 0 0,-1 0 1 0 0,1 1-1 0 0,-1-1 0 0 0,0 0 0 0 0,0 1 1 0 0,0-1-1 0 0,0 0 0 0 0,-2-5 1 0 0,2 7-25 0 0,-1 0 0 0 0,0 1 0 0 0,0-1 0 0 0,0 0 0 0 0,0 1 0 0 0,0-1 0 0 0,0 1 0 0 0,0 0-1 0 0,0-1 1 0 0,-1 1 0 0 0,1 0 0 0 0,-1 0 0 0 0,1 0 0 0 0,-1 0 0 0 0,1 0 0 0 0,-1 0 0 0 0,1 0 0 0 0,-1 0 0 0 0,0 1 0 0 0,1-1 0 0 0,-1 1 0 0 0,0-1 0 0 0,0 1 0 0 0,0 0 0 0 0,1-1 0 0 0,-1 1 0 0 0,0 0 0 0 0,0 0 0 0 0,0 0 0 0 0,0 1 0 0 0,1-1 0 0 0,-1 0 0 0 0,-3 2 0 0 0,3-2-62 0 0,-1 0 0 0 0,1 1 1 0 0,0-1-1 0 0,0 1 0 0 0,-1-1 1 0 0,1 1-1 0 0,0 0 0 0 0,0 0 1 0 0,0 0-1 0 0,0 0 0 0 0,0 1 1 0 0,0-1-1 0 0,0 0 0 0 0,1 1 1 0 0,-1-1-1 0 0,0 1 0 0 0,1 0 1 0 0,-1-1-1 0 0,1 1 0 0 0,0 0 1 0 0,-2 2-1 0 0,2-1-44 0 0,0 0 0 0 0,0 1 0 0 0,0-1 0 0 0,0 0-1 0 0,1 1 1 0 0,-1-1 0 0 0,1 1 0 0 0,0-1 0 0 0,0 0 0 0 0,0 1 0 0 0,1-1-1 0 0,1 7 1 0 0,0 0-222 0 0,2 1 0 0 0,-1 0 0 0 0,2-1 1 0 0,-1 0-1 0 0,1 0 0 0 0,1 0 0 0 0,12 16 0 0 0,13 6-5099 0 0,-13-19 119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5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0 456 0 0,'-10'7'793'0'0,"0"1"-1"0"0,1 0 1 0 0,0 1 0 0 0,0-1 0 0 0,1 1-1 0 0,0 1 1 0 0,-13 20 0 0 0,21-29-758 0 0,-4 4 274 0 0,1 1 0 0 0,0-1 0 0 0,0 1-1 0 0,0 0 1 0 0,1-1 0 0 0,0 1 0 0 0,0 1-1 0 0,0-1 1 0 0,1 0 0 0 0,0 0-1 0 0,0 0 1 0 0,1 1 0 0 0,0-1 0 0 0,0 0-1 0 0,1 9 1 0 0,-1-11-261 0 0,1-1 0 0 0,0 0 0 0 0,0 0 0 0 0,0 0 0 0 0,1 0 0 0 0,-1 0 1 0 0,1 0-1 0 0,-1 0 0 0 0,1 0 0 0 0,0 0 0 0 0,0-1 0 0 0,0 1 0 0 0,3 2 0 0 0,-2-3-349 0 0,0 0 0 0 0,0 0 0 0 0,0 0 1 0 0,0 0-1 0 0,1 0 0 0 0,-1-1 0 0 0,1 1 0 0 0,-1-1 0 0 0,1 0 0 0 0,0 0 0 0 0,-1 0 1 0 0,1-1-1 0 0,5 1 0 0 0,8 0-3260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6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53 580 920 0 0,'14'-76'67'0'0,"-12"61"249"0"0,0-1-1 0 0,-1 1 1 0 0,-2-19 0 0 0,1-8 283 0 0,5-52 864 0 0,0 40 1003 0 0,-3 0 0 0 0,-8-88-1 0 0,6 140-2203 0 0,0 0 0 0 0,0 0 0 0 0,-1 0 0 0 0,1 1 0 0 0,0-1 0 0 0,-1 0 1 0 0,1 0-1 0 0,-1 0 0 0 0,0 0 0 0 0,1 1 0 0 0,-1-1 0 0 0,0 0 0 0 0,0 1 0 0 0,0-1 0 0 0,-1 1 0 0 0,1-1 0 0 0,0 1 0 0 0,0-1 0 0 0,-1 1 0 0 0,-2-2 0 0 0,3 2-105 0 0,1 1 0 0 0,-1 0 0 0 0,0 0-1 0 0,1 0 1 0 0,-1 0 0 0 0,1 0 0 0 0,-1 0-1 0 0,0 0 1 0 0,1 0 0 0 0,-1 1 0 0 0,0-1-1 0 0,1 0 1 0 0,-1 0 0 0 0,1 0 0 0 0,-1 1-1 0 0,1-1 1 0 0,-1 0 0 0 0,0 0 0 0 0,1 1-1 0 0,-1-1 1 0 0,1 1 0 0 0,-1 0 0 0 0,-14 21 967 0 0,9-4-1018 0 0,0-1 1 0 0,1 1-1 0 0,2 1 0 0 0,-1-1 0 0 0,2 0 0 0 0,0 1 1 0 0,2 0-1 0 0,0-1 0 0 0,1 1 0 0 0,0-1 1 0 0,2 1-1 0 0,8 30 0 0 0,3 3-194 0 0,3-1 0 0 0,1-1-1 0 0,31 56 1 0 0,-28-64-1585 0 0,2 0-5973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6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72 8290 0 0,'-1'-4'359'0'0,"-1"-1"0"0"0,1 1 0 0 0,1-1 0 0 0,-1 1 0 0 0,1-1 0 0 0,-1 0 0 0 0,2-6 0 0 0,7-18 6562 0 0,-2 54-3634 0 0,1 37-2813 0 0,-2 1 0 0 0,-5 69 0 0 0,2 43-1795 0 0,1-137 190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7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5529 0 0,'0'-1'21'0'0,"0"1"-1"0"0,0-1 1 0 0,0 1-1 0 0,0-1 1 0 0,0 1-1 0 0,0-1 1 0 0,0 1-1 0 0,0-1 0 0 0,0 1 1 0 0,0-1-1 0 0,0 1 1 0 0,0 0-1 0 0,0-1 1 0 0,0 1-1 0 0,0-1 1 0 0,0 1-1 0 0,1-1 1 0 0,-1 1-1 0 0,0-1 1 0 0,0 1-1 0 0,1-1 1 0 0,-1 1-1 0 0,0 0 1 0 0,0-1-1 0 0,1 1 1 0 0,-1 0-1 0 0,0-1 1 0 0,1 1-1 0 0,-1 0 1 0 0,1-1-1 0 0,-1 1 0 0 0,0 0 1 0 0,1 0-1 0 0,-1-1 1 0 0,1 1-1 0 0,-1 0 1 0 0,1 0-1 0 0,0 0 1 0 0,23-13 691 0 0,-21 12-538 0 0,30-14 443 0 0,46-22 1203 0 0,2 4 0 0 0,89-24 0 0 0,-149 52-1873 0 0,1 1 0 0 0,39-3 0 0 0,-53 7-2 0 0,0 0 0 0 0,0 0 0 0 0,-1 1 0 0 0,1-1 0 0 0,0 2 0 0 0,-1-1 0 0 0,1 1 0 0 0,-1 0 0 0 0,0 1 0 0 0,1 0 0 0 0,9 5 0 0 0,-16-7 142 0 0,1 0 0 0 0,-1 0 0 0 0,0 0-1 0 0,0 0 1 0 0,0 1 0 0 0,1-1 0 0 0,-1 0 0 0 0,0 1 0 0 0,-1-1-1 0 0,1 0 1 0 0,0 1 0 0 0,0-1 0 0 0,0 1 0 0 0,-1-1 0 0 0,1 1-1 0 0,-1 0 1 0 0,1-1 0 0 0,-1 1 0 0 0,0 0 0 0 0,0-1 0 0 0,0 1 0 0 0,0 0-1 0 0,0-1 1 0 0,0 1 0 0 0,0-1 0 0 0,0 1 0 0 0,-1 0 0 0 0,1-1-1 0 0,0 1 1 0 0,-2 1 0 0 0,-2 8 638 0 0,0-1 0 0 0,-1 0-1 0 0,-10 17 1 0 0,-5 11 391 0 0,18-31-1127 0 0,1-1 0 0 0,0 1 0 0 0,0 0 0 0 0,1 0 1 0 0,0 0-1 0 0,0 0 0 0 0,1-1 0 0 0,0 1 0 0 0,0 0 0 0 0,1 0 1 0 0,-1-1-1 0 0,1 1 0 0 0,1-1 0 0 0,-1 1 0 0 0,1-1 0 0 0,0 0 1 0 0,1 0-1 0 0,-1 0 0 0 0,1-1 0 0 0,1 1 0 0 0,6 7 0 0 0,-8-10 2 0 0,-1-1 0 0 0,1 1 0 0 0,0 0 0 0 0,0-1 0 0 0,0 0 0 0 0,0 0 0 0 0,0 0 0 0 0,1 0 0 0 0,-1 0 0 0 0,0-1 0 0 0,1 0 0 0 0,0 1 0 0 0,-1-1 0 0 0,1 0 0 0 0,0-1 0 0 0,-1 1 0 0 0,1-1 0 0 0,0 0 0 0 0,0 0 0 0 0,-1 0 0 0 0,1 0 0 0 0,0 0 0 0 0,0-1 0 0 0,-1 0 0 0 0,1 0 0 0 0,0 0 0 0 0,-1 0 0 0 0,1 0 0 0 0,-1-1 0 0 0,0 1 0 0 0,1-1 0 0 0,-1 0 0 0 0,0 0 0 0 0,0-1 0 0 0,0 1 0 0 0,0-1 0 0 0,0 1 0 0 0,-1-1 0 0 0,5-5 0 0 0,1-3 102 0 0,0 0 0 0 0,-1 0 0 0 0,0-1 0 0 0,-1 0 0 0 0,-1 0-1 0 0,1-1 1 0 0,-2 1 0 0 0,0-1 0 0 0,0 0 0 0 0,-1-1 0 0 0,-1 1 0 0 0,0 0 0 0 0,-1-1 0 0 0,-1 1 0 0 0,0-1 0 0 0,0 1-1 0 0,-4-19 1 0 0,2 27-307 0 0,0-1 0 0 0,-1 0-1 0 0,1 1 1 0 0,-1 0-1 0 0,0 0 1 0 0,-1 0 0 0 0,1 0-1 0 0,-1 0 1 0 0,0 0 0 0 0,0 1-1 0 0,-1 0 1 0 0,1 0-1 0 0,-1 0 1 0 0,0 0 0 0 0,-8-4-1 0 0,-3-1-1216 0 0,0 1-1 0 0,-1 1 0 0 0,-33-10 1 0 0,26 10-3376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7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6913 0 0,'3'9'7007'0'0,"3"13"-3845"0"0,41 267 2235 0 0,-13-59-8324 0 0,-25-186-4166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8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0 154 3225 0 0,'42'-17'1101'0'0,"0"1"1"0"0,1 3 0 0 0,0 1 0 0 0,56-7 0 0 0,-28 5-774 0 0,-14 1-353 0 0,98-16 1513 0 0,-152 29-1336 0 0,0-1 1 0 0,0 1 0 0 0,0 0-1 0 0,0 0 1 0 0,0 0-1 0 0,0 0 1 0 0,0 1-1 0 0,0-1 1 0 0,0 1-1 0 0,0 0 1 0 0,-1-1-1 0 0,1 1 1 0 0,0 1-1 0 0,0-1 1 0 0,0 0 0 0 0,-1 1-1 0 0,1-1 1 0 0,-1 1-1 0 0,1 0 1 0 0,-1 0-1 0 0,0 0 1 0 0,0 0-1 0 0,0 0 1 0 0,0 0-1 0 0,0 1 1 0 0,2 2 0 0 0,-1 2 154 0 0,0 0 1 0 0,0 1 0 0 0,-1-1 0 0 0,0 0 0 0 0,0 1 0 0 0,-1 0 0 0 0,0-1 0 0 0,0 1 0 0 0,-1 9-1 0 0,0 18 148 0 0,2 0-1 0 0,2 0 1 0 0,10 48-1 0 0,-9-67-454 0 0,-5-21 0 0 0,3-32 0 0 0,13-8-71 0 0,3-1 0 0 0,2 2 0 0 0,37-58 0 0 0,-56 98 125 0 0,26-35 77 0 0,-27 38-54 0 0,0-1-1 0 0,0 1 0 0 0,0 0 1 0 0,0-1-1 0 0,1 1 1 0 0,-1 0-1 0 0,1 0 1 0 0,-1 0-1 0 0,1 0 1 0 0,-1 0-1 0 0,1 0 1 0 0,0 0-1 0 0,-1 0 1 0 0,1 1-1 0 0,0-1 0 0 0,-1 0 1 0 0,1 1-1 0 0,0 0 1 0 0,0-1-1 0 0,0 1 1 0 0,3 0-1 0 0,-3 1-10 0 0,-1 0 0 0 0,1 0 0 0 0,-1 0-1 0 0,1 0 1 0 0,-1 0 0 0 0,1 0 0 0 0,-1 0 0 0 0,0 0-1 0 0,1 1 1 0 0,-1-1 0 0 0,0 1 0 0 0,0-1 0 0 0,0 1-1 0 0,0-1 1 0 0,0 1 0 0 0,-1-1 0 0 0,1 1 0 0 0,0 0-1 0 0,0 1 1 0 0,10 39 179 0 0,-10-33-179 0 0,6 23-159 0 0,1 0 0 0 0,1-1 0 0 0,1 0 0 0 0,2 0 0 0 0,16 29-1 0 0,-11-32-516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5 276 1296 0 0,'-5'2'5389'0'0,"16"-16"-1566"0"0,-7 9-4826 0 0,18-20 2398 0 0,-2-1 1 0 0,21-34-1 0 0,-35 51-1231 0 0,-1-1-1 0 0,0 0 0 0 0,0 0 0 0 0,-1 0 0 0 0,0-1 0 0 0,-1 1 0 0 0,-1-1 1 0 0,1 0-1 0 0,-2 0 0 0 0,1-12 0 0 0,-1 22-103 0 0,-1 1 1 0 0,0-1-1 0 0,0 0 0 0 0,0 0 1 0 0,0 0-1 0 0,0 1 0 0 0,0-1 1 0 0,-1 0-1 0 0,1 0 1 0 0,0 0-1 0 0,0 1 0 0 0,-1-1 1 0 0,1 0-1 0 0,0 0 0 0 0,-1 1 1 0 0,1-1-1 0 0,0 0 0 0 0,-1 1 1 0 0,1-1-1 0 0,-1 0 0 0 0,0 1 1 0 0,1-1-1 0 0,-1 1 0 0 0,1-1 1 0 0,-1 1-1 0 0,0-1 1 0 0,1 1-1 0 0,-1-1 0 0 0,-1 1 1 0 0,0-1 57 0 0,1 1 0 0 0,-1 0 1 0 0,0 0-1 0 0,0 0 0 0 0,0 0 1 0 0,1 0-1 0 0,-1 0 0 0 0,0 1 1 0 0,0-1-1 0 0,0 1 0 0 0,1-1 1 0 0,-4 2-1 0 0,-3 2 200 0 0,1 0 1 0 0,-1 0-1 0 0,1 0 1 0 0,-11 9-1 0 0,14-9-245 0 0,0 0 1 0 0,0 0-1 0 0,0 0 1 0 0,1 0-1 0 0,-1 1 0 0 0,1-1 1 0 0,0 1-1 0 0,0 0 1 0 0,1 0-1 0 0,-1 0 0 0 0,1 0 1 0 0,-2 10-1 0 0,3-11-142 0 0,0 0 0 0 0,1 0-1 0 0,0 0 1 0 0,-1 0 0 0 0,2 0-1 0 0,-1 0 1 0 0,0 0 0 0 0,1 0-1 0 0,0 0 1 0 0,0 0 0 0 0,0 0-1 0 0,0 0 1 0 0,1-1 0 0 0,-1 1 0 0 0,1 0-1 0 0,0-1 1 0 0,0 1 0 0 0,3 3-1 0 0,8 8-998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8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9 8290 0 0,'-1'-1'84'0'0,"1"0"1"0"0,-1 0-1 0 0,-1 1 1 0 0,1-1 0 0 0,0 0-1 0 0,0 1 1 0 0,0-1-1 0 0,0 1 1 0 0,0-1-1 0 0,-1 1 1 0 0,1-1-1 0 0,0 1 1 0 0,0 0 0 0 0,-1 0-1 0 0,1-1 1 0 0,0 1-1 0 0,-1 0 1 0 0,1 0-1 0 0,0 0 1 0 0,0 1-1 0 0,-1-1 1 0 0,0 0 0 0 0,-2 1 120 0 0,0 1-1 0 0,0-1 1 0 0,1 1 0 0 0,-1-1 0 0 0,1 1 0 0 0,-1 0 0 0 0,-3 4 0 0 0,-4 2 565 0 0,0 2 1 0 0,1-1-1 0 0,-12 15 0 0 0,13-12-197 0 0,0-1-1 0 0,0 1 1 0 0,1 1-1 0 0,1 0 1 0 0,-9 19 0 0 0,15-30-532 0 0,-1 1 0 0 0,1-1 0 0 0,0 1 0 0 0,1 0 0 0 0,-1-1 1 0 0,0 1-1 0 0,1 0 0 0 0,-1 0 0 0 0,1 0 0 0 0,0 0 0 0 0,0-1 0 0 0,0 1 1 0 0,0 0-1 0 0,1 0 0 0 0,-1 0 0 0 0,1 0 0 0 0,0-1 0 0 0,0 1 1 0 0,0 0-1 0 0,0-1 0 0 0,0 1 0 0 0,0-1 0 0 0,1 1 0 0 0,-1-1 1 0 0,1 1-1 0 0,0-1 0 0 0,0 0 0 0 0,-1 0 0 0 0,1 0 0 0 0,1 0 0 0 0,-1 0 1 0 0,0 0-1 0 0,0-1 0 0 0,1 1 0 0 0,2 1 0 0 0,59 24-380 0 0,-47-21 178 0 0,-1 0 1 0 0,1 2 0 0 0,15 10 0 0 0,-31-18 129 0 0,0 1 1 0 0,0-1-1 0 0,0 1 0 0 0,0 0 1 0 0,-1-1-1 0 0,1 1 0 0 0,0 0 0 0 0,0-1 1 0 0,-1 1-1 0 0,1 0 0 0 0,-1 0 1 0 0,1 0-1 0 0,-1-1 0 0 0,1 1 1 0 0,-1 0-1 0 0,1 0 0 0 0,-1 0 1 0 0,0 0-1 0 0,1 0 0 0 0,-1 0 0 0 0,0 0 1 0 0,0 0-1 0 0,0 0 0 0 0,0 2 1 0 0,0-2 3 0 0,-1 1 1 0 0,1 0-1 0 0,-1-1 1 0 0,1 1-1 0 0,-1-1 1 0 0,0 1 0 0 0,0-1-1 0 0,0 1 1 0 0,0-1-1 0 0,0 1 1 0 0,0-1-1 0 0,0 0 1 0 0,-2 2-1 0 0,-6 4 8 0 0,0 0-1 0 0,0-1 0 0 0,-16 9 0 0 0,18-11 38 0 0,-9 5 34 0 0,1-1 0 0 0,-2-1-1 0 0,1 0 1 0 0,-25 7 0 0 0,-8-7-5761 0 0,35-7 435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9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0 1376 0 0,'-35'39'7273'0'0,"2"9"-3604"0"0,29-43-3487 0 0,1 1 1 0 0,-1 0-1 0 0,2 0 0 0 0,-1 0 0 0 0,1 0 0 0 0,-1 0 1 0 0,2 1-1 0 0,-1-1 0 0 0,1 0 0 0 0,0 1 0 0 0,0 0 1 0 0,1-1-1 0 0,0 1 0 0 0,1 9 0 0 0,0-10-82 0 0,1-1 0 0 0,1 0 0 0 0,-1 0 0 0 0,0 0 0 0 0,1 0-1 0 0,0-1 1 0 0,0 1 0 0 0,1-1 0 0 0,-1 0 0 0 0,1 0 0 0 0,0 0 0 0 0,0 0-1 0 0,1 0 1 0 0,-1-1 0 0 0,1 0 0 0 0,-1 0 0 0 0,9 4 0 0 0,-4-3 6 0 0,0 1 0 0 0,0-1 0 0 0,1-1 0 0 0,-1 0 0 0 0,1 0 0 0 0,0-1 1 0 0,0 0-1 0 0,18 0 0 0 0,-23-2-87 0 0,-1 0 1 0 0,1 0-1 0 0,-1 0 1 0 0,1-1-1 0 0,-1 0 1 0 0,1 0-1 0 0,-1 0 1 0 0,1 0-1 0 0,-1-1 1 0 0,0 0-1 0 0,0 0 1 0 0,0 0-1 0 0,0 0 1 0 0,0-1-1 0 0,0 1 1 0 0,0-1 0 0 0,-1 0-1 0 0,1 0 1 0 0,-1-1-1 0 0,0 1 1 0 0,0-1-1 0 0,0 1 1 0 0,-1-1-1 0 0,1 0 1 0 0,-1 0-1 0 0,0 0 1 0 0,0 0-1 0 0,0-1 1 0 0,-1 1-1 0 0,0 0 1 0 0,1-1-1 0 0,-1 1 1 0 0,-1-1-1 0 0,1 1 1 0 0,-1-1-1 0 0,0 0 1 0 0,0 1-1 0 0,0-1 1 0 0,0 1-1 0 0,-1-1 1 0 0,0 0-1 0 0,0 1 1 0 0,0 0-1 0 0,-1-1 1 0 0,-3-7-1 0 0,-1-2 335 0 0,0 1 1 0 0,-1 1-1 0 0,0-1 0 0 0,-1 1 0 0 0,-12-14 0 0 0,17 22-362 0 0,-1-1 0 0 0,0 1 0 0 0,0 0 0 0 0,0 0 0 0 0,-1 1 0 0 0,1-1 0 0 0,-1 1 0 0 0,0 0 0 0 0,0 0 0 0 0,0 0 0 0 0,0 1 0 0 0,-1 0 0 0 0,1 0 0 0 0,0 0 0 0 0,-1 1 0 0 0,-6-2 0 0 0,-2 3-862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9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2304 0 0,'-2'8'1046'0'0,"2"0"0"0"0,-1-1 0 0 0,1 1 0 0 0,0-1-1 0 0,0 1 1 0 0,1-1 0 0 0,3 13 0 0 0,16 54 3639 0 0,-17-64-4311 0 0,0 0 35 0 0,1 0 0 0 0,1 0 0 0 0,-1 0 0 0 0,1-1 0 0 0,1 0 0 0 0,0 0 0 0 0,12 14 0 0 0,-17-21-443 0 0,1 0 0 0 0,-1-1-1 0 0,1 1 1 0 0,-1-1 0 0 0,1 1 0 0 0,0-1-1 0 0,-1 0 1 0 0,1 1 0 0 0,0-1 0 0 0,0 0 0 0 0,0 0-1 0 0,0 0 1 0 0,0-1 0 0 0,0 1 0 0 0,0 0-1 0 0,0-1 1 0 0,0 1 0 0 0,0-1 0 0 0,0 0 0 0 0,1 0-1 0 0,-1 0 1 0 0,0 0 0 0 0,0 0 0 0 0,0 0-1 0 0,0-1 1 0 0,0 1 0 0 0,1 0 0 0 0,-1-1-1 0 0,0 0 1 0 0,0 0 0 0 0,0 1 0 0 0,0-1 0 0 0,-1 0-1 0 0,1-1 1 0 0,0 1 0 0 0,0 0 0 0 0,-1 0-1 0 0,1-1 1 0 0,0 1 0 0 0,-1-1 0 0 0,1 0 0 0 0,-1 1-1 0 0,0-1 1 0 0,0 0 0 0 0,2-2 0 0 0,7-11-319 0 0,-1-1 0 0 0,0 0 0 0 0,-1-1 0 0 0,11-31 0 0 0,-11 26 785 0 0,1 0-1 0 0,13-23 0 0 0,-21 44-345 0 0,-1 0 0 0 0,0 0 0 0 0,1 1 0 0 0,-1-1 0 0 0,1 0 0 0 0,-1 0 0 0 0,1 1 0 0 0,0-1 0 0 0,-1 0 0 0 0,1 1 0 0 0,0-1 0 0 0,-1 0 0 0 0,1 1 0 0 0,0-1 0 0 0,0 1 0 0 0,-1-1 0 0 0,1 1 0 0 0,0 0 0 0 0,1-1 0 0 0,-1 1-40 0 0,-1 0 0 0 0,1 0 0 0 0,-1 1 0 0 0,1-1 0 0 0,-1 0 0 0 0,1 0 0 0 0,-1 1 0 0 0,1-1 0 0 0,-1 0 0 0 0,1 1 1 0 0,-1-1-1 0 0,0 0 0 0 0,1 1 0 0 0,-1-1 0 0 0,0 1 0 0 0,1-1 0 0 0,-1 1 0 0 0,0-1 0 0 0,1 1 0 0 0,-1-1 0 0 0,0 1 0 0 0,0-1 0 0 0,1 2 0 0 0,9 47 924 0 0,-6-25-766 0 0,-1-16-271 0 0,0-1-1 0 0,1 1 0 0 0,-1-1 0 0 0,2 0 0 0 0,6 9 0 0 0,7 2-5482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19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1376 0 0,'23'29'3973'0'0,"61"62"992"0"0,-55-62-3753 0 0,32 40 1 0 0,-65-74-523 0 0,1 0 0 0 0,0-1 0 0 0,0 1 0 0 0,1-1 0 0 0,-1 0 0 0 0,1 0 0 0 0,0 0 1 0 0,-1-6-1 0 0,1 0-12 0 0,1 1 0 0 0,0-1 0 0 0,1-22 0 0 0,10-36-1926 0 0,9 6-4422 0 0,-8 39-672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20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0 4145 0 0,'-4'4'886'0'0,"0"0"1"0"0,0 1 0 0 0,1-1-1 0 0,-1 1 1 0 0,1 0-1 0 0,0 0 1 0 0,-2 5 0 0 0,0 0 151 0 0,-1-1-318 0 0,1 1 0 0 0,0 0 0 0 0,0 0 1 0 0,1 0-1 0 0,1 0 0 0 0,-1 1 0 0 0,2 0 0 0 0,-3 18 0 0 0,5-23-640 0 0,0-1 0 0 0,0 1-1 0 0,0-1 1 0 0,1 0 0 0 0,0 0-1 0 0,0 1 1 0 0,0-1-1 0 0,1 0 1 0 0,0 0 0 0 0,0 0-1 0 0,0 0 1 0 0,1 0 0 0 0,-1-1-1 0 0,1 1 1 0 0,0-1 0 0 0,1 0-1 0 0,-1 0 1 0 0,1 0-1 0 0,0 0 1 0 0,4 3 0 0 0,6 3-712 0 0,1 0 1 0 0,0-1-1 0 0,0-1 1 0 0,1-1-1 0 0,-1 0 0 0 0,2-1 1 0 0,-1-1-1 0 0,24 4 1 0 0,-12-2 120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20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0 290 3913 0 0,'22'-8'854'0'0,"-1"-2"0"0"0,0 0 0 0 0,-1-1 0 0 0,0-1 0 0 0,0-1 0 0 0,-2-1 0 0 0,0 0 0 0 0,32-33-1 0 0,-48 44-659 0 0,0-1-1 0 0,0 1 0 0 0,0-1 0 0 0,0 0 1 0 0,0 1-1 0 0,-1-1 0 0 0,0 0 0 0 0,0 0 1 0 0,0 0-1 0 0,0 0 0 0 0,0 0 0 0 0,-1 0 1 0 0,0 0-1 0 0,0-1 0 0 0,0 1 0 0 0,0 0 1 0 0,-1 0-1 0 0,1 0 0 0 0,-1 0 0 0 0,0 0 1 0 0,0 0-1 0 0,-1 0 0 0 0,1 1 0 0 0,-1-1 1 0 0,0 0-1 0 0,0 1 0 0 0,0-1 0 0 0,0 1 1 0 0,-1 0-1 0 0,0-1 0 0 0,1 1 0 0 0,-1 0 1 0 0,0 1-1 0 0,0-1 0 0 0,-1 0 0 0 0,1 1 1 0 0,0 0-1 0 0,-1 0 0 0 0,0 0 0 0 0,1 0 0 0 0,-1 0 1 0 0,0 1-1 0 0,0 0 0 0 0,0 0 0 0 0,0 0 1 0 0,0 0-1 0 0,0 0 0 0 0,0 1 0 0 0,0 0 1 0 0,-7 0-1 0 0,6 1-144 0 0,1 1 0 0 0,-1 0 1 0 0,1 0-1 0 0,0 0 0 0 0,0 0 0 0 0,-1 0 1 0 0,1 1-1 0 0,1 0 0 0 0,-1-1 0 0 0,0 2 1 0 0,1-1-1 0 0,-1 0 0 0 0,1 1 0 0 0,0-1 0 0 0,0 1 1 0 0,1 0-1 0 0,-1 0 0 0 0,-2 6 0 0 0,-5 9 1 0 0,1-1 0 0 0,-12 36-1 0 0,19-48-41 0 0,0-1-1 0 0,1 1 1 0 0,0 0 0 0 0,0 0-1 0 0,0-1 1 0 0,0 1-1 0 0,1 0 1 0 0,0 0 0 0 0,0 0-1 0 0,1 0 1 0 0,0 0-1 0 0,0 0 1 0 0,0-1 0 0 0,1 1-1 0 0,-1 0 1 0 0,6 9-1 0 0,-4-9-60 0 0,1-1-1 0 0,-1 0 0 0 0,2 0 0 0 0,-1 0 1 0 0,0 0-1 0 0,1 0 0 0 0,0-1 0 0 0,0 0 0 0 0,0 0 1 0 0,1 0-1 0 0,-1-1 0 0 0,1 0 0 0 0,0 0 0 0 0,12 4 1 0 0,-8-3-587 0 0,1-1-1 0 0,0-1 1 0 0,16 3 0 0 0,7-2-6385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39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 10138 0 0,'-35'-3'4572'0'0,"55"5"-4347"0"0,96 17 520 0 0,160 46-1 0 0,-100-21-443 0 0,-130-33-199 0 0,280 71 1091 0 0,-245-57-454 0 0,151 68-1 0 0,-199-76-691 0 0,-2 2-1 0 0,0 1 1 0 0,32 28-1 0 0,78 79 173 0 0,-125-111-114 0 0,-1 0 0 0 0,0 0 0 0 0,-2 2 0 0 0,0-1 0 0 0,0 2 0 0 0,-2 0 0 0 0,0 0 0 0 0,-2 1 0 0 0,0 0 0 0 0,-1 1 0 0 0,-1 0 0 0 0,-1 0 0 0 0,4 23 1 0 0,-5-24-169 0 0,-3-16-274 0 0,0 0 0 0 0,-1 0 0 0 0,0 0 1 0 0,0 0-1 0 0,0 1 0 0 0,-1-1 1 0 0,1 0-1 0 0,-1 1 0 0 0,-1 6 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3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1 512 7370 0 0,'0'0'29'0'0,"0"0"0"0"0,0 0 0 0 0,0 0 0 0 0,0-1 0 0 0,0 1 0 0 0,-1 0 0 0 0,1 0-1 0 0,0 0 1 0 0,0-1 0 0 0,0 1 0 0 0,0 0 0 0 0,0 0 0 0 0,0-1 0 0 0,0 1 0 0 0,0 0 0 0 0,0 0 0 0 0,0 0 0 0 0,0-1 0 0 0,0 1 0 0 0,0 0 0 0 0,0 0 0 0 0,0 0 0 0 0,1-1 0 0 0,-1 1 0 0 0,0 0 0 0 0,0 0 0 0 0,0 0 0 0 0,0-1 0 0 0,0 1 0 0 0,0 0 0 0 0,0 0 0 0 0,1 0 0 0 0,-1 0 0 0 0,0-1 0 0 0,0 1 0 0 0,0 0 0 0 0,0 0 0 0 0,1 0 0 0 0,-1 0 0 0 0,0 0 0 0 0,0 0 0 0 0,0 0 0 0 0,1-1 0 0 0,-1 1 0 0 0,0 0 0 0 0,16 4 3127 0 0,0 4-2548 0 0,1 0 1 0 0,-1-1 0 0 0,2-1 0 0 0,-1-1 0 0 0,1 0-1 0 0,33 3 1 0 0,116 4 2335 0 0,-152-11-2631 0 0,1-1 0 0 0,-1 0 0 0 0,0-2 0 0 0,1 0 0 0 0,-1 0 0 0 0,23-8 0 0 0,-30 7-210 0 0,0-1-1 0 0,0 0 1 0 0,0 0-1 0 0,0-1 1 0 0,0 0-1 0 0,-1 0 1 0 0,0-1-1 0 0,0 0 1 0 0,-1 0-1 0 0,1-1 1 0 0,-1 0-1 0 0,8-12 0 0 0,-4 3-15 0 0,0-1 0 0 0,-1 0 0 0 0,0 0-1 0 0,-2-1 1 0 0,0 0 0 0 0,-1-1-1 0 0,-1 0 1 0 0,4-25 0 0 0,-2-15-22 0 0,0-82 0 0 0,-6 105-105 0 0,0 10-337 0 0,2 3-91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0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59 591 3225 0 0,'-6'-7'454'0'0,"0"0"0"0"0,1 0 0 0 0,-8-14 1 0 0,-16-20 7344 0 0,36 52-3856 0 0,15 8-3156 0 0,-13-12-485 0 0,20 23 315 0 0,44 61-1 0 0,18 18 227 0 0,-80-98-739 0 0,0-1 0 0 0,0 0 0 0 0,2 0 0 0 0,-1-2 0 0 0,1 1 0 0 0,0-2 0 0 0,17 8-1 0 0,-27-13-59 0 0,-1-1-1 0 0,1 0 1 0 0,0 0-1 0 0,0 0 0 0 0,0 0 1 0 0,-1 0-1 0 0,1-1 1 0 0,0 1-1 0 0,0-1 0 0 0,0 0 1 0 0,0 0-1 0 0,0 0 0 0 0,0 0 1 0 0,0 0-1 0 0,0-1 1 0 0,0 1-1 0 0,0-1 0 0 0,-1 0 1 0 0,1 0-1 0 0,0 0 1 0 0,0 0-1 0 0,-1 0 0 0 0,5-3 1 0 0,-4 1 27 0 0,-1 0 0 0 0,1 0 0 0 0,0-1 0 0 0,-1 1-1 0 0,0-1 1 0 0,0 0 0 0 0,0 1 0 0 0,0-1 0 0 0,0 0 0 0 0,-1 0 0 0 0,0 0 0 0 0,0 0 0 0 0,0-1 0 0 0,0 1 0 0 0,0-7 0 0 0,1-35 215 0 0,-1 0 0 0 0,-9-72 1 0 0,0 6-175 0 0,4-254-338 0 0,4 325-55 0 0,-4-15-2385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1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41 1840 0 0,'-6'-14'171'0'0,"2"-13"10555"0"0,4 27-10669 0 0,-8 9 852 0 0,-5 14-456 0 0,-5 24 830 0 0,2 0-1 0 0,-19 98 1 0 0,34-143-1263 0 0,0-1 1 0 0,1 1-1 0 0,0 0 1 0 0,-1 0 0 0 0,1 0-1 0 0,0 0 1 0 0,0 0-1 0 0,0 0 1 0 0,0 0-1 0 0,0 0 1 0 0,0 0-1 0 0,1 0 1 0 0,-1 0-1 0 0,1-1 1 0 0,-1 1-1 0 0,1 0 1 0 0,0 0-1 0 0,-1 0 1 0 0,1-1 0 0 0,0 1-1 0 0,0 0 1 0 0,1-1-1 0 0,-1 1 1 0 0,0-1-1 0 0,0 1 1 0 0,1-1-1 0 0,1 2 1 0 0,1-1-17 0 0,0-1 0 0 0,0 1 0 0 0,1-1 0 0 0,-1 0 0 0 0,0 0 0 0 0,0 0 1 0 0,1-1-1 0 0,-1 1 0 0 0,1-1 0 0 0,-1 0 0 0 0,6-1 0 0 0,16-1 86 0 0,-5 0 88 0 0,1 2-1 0 0,-1 0 1 0 0,26 3 0 0 0,-43-3-127 0 0,1 1 0 0 0,-1 0 0 0 0,0 0 0 0 0,0 0 0 0 0,0 0 0 0 0,0 0 1 0 0,0 1-1 0 0,0 0 0 0 0,0 0 0 0 0,0 0 0 0 0,-1 0 0 0 0,1 1 0 0 0,-1-1 0 0 0,0 1 0 0 0,1 0 1 0 0,-1 0-1 0 0,0 0 0 0 0,-1 0 0 0 0,1 1 0 0 0,-1-1 0 0 0,1 1 0 0 0,1 4 0 0 0,-3-5 8 0 0,0 0-1 0 0,-1 1 1 0 0,1-1-1 0 0,-1 0 1 0 0,1 1-1 0 0,-1-1 0 0 0,0 0 1 0 0,-1 1-1 0 0,1-1 1 0 0,-1 1-1 0 0,1-1 1 0 0,-1 0-1 0 0,0 0 0 0 0,0 1 1 0 0,0-1-1 0 0,-1 0 1 0 0,1 0-1 0 0,-1 0 0 0 0,0 0 1 0 0,1-1-1 0 0,-1 1 1 0 0,-1 0-1 0 0,1-1 1 0 0,0 1-1 0 0,-3 1 0 0 0,-3 5 58 0 0,-1-2 1 0 0,0 1-1 0 0,0-1 0 0 0,-1-1 0 0 0,-20 11 0 0 0,-43 9 269 0 0,58-22-521 0 0,0 1-1 0 0,1 0 0 0 0,-1 1 1 0 0,-24 14-1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2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170 468 7370 0 0,'-14'-4'933'0'0,"0"-1"1"0"0,0 0 0 0 0,1-1 0 0 0,-23-14 0 0 0,0 1 654 0 0,25 13-903 0 0,8 4-241 0 0,0 0 0 0 0,0 1 0 0 0,0-1 0 0 0,0 1 0 0 0,0 0 0 0 0,-1 0 0 0 0,-5-1 0 0 0,48 17 2566 0 0,71 9-2035 0 0,-54-13-542 0 0,110 38-1 0 0,-130-35-521 0 0,58 22 106 0 0,-82-33-24 0 0,0 0 1 0 0,0 0 0 0 0,0-1 0 0 0,0-1 0 0 0,24 1 0 0 0,-35-2 11 0 0,0 0 1 0 0,0 0-1 0 0,1 0 0 0 0,-1 0 1 0 0,0 0-1 0 0,1 0 0 0 0,-1 0 1 0 0,0-1-1 0 0,0 1 1 0 0,0 0-1 0 0,1-1 0 0 0,-1 1 1 0 0,0-1-1 0 0,0 1 1 0 0,0-1-1 0 0,0 0 0 0 0,0 1 1 0 0,0-1-1 0 0,0 0 0 0 0,0 0 1 0 0,0 0-1 0 0,0 0 1 0 0,0 0-1 0 0,0 0 0 0 0,-1 0 1 0 0,1 0-1 0 0,0 0 0 0 0,-1 0 1 0 0,1 0-1 0 0,-1 0 1 0 0,1-1-1 0 0,-1 1 0 0 0,0 0 1 0 0,1 0-1 0 0,-1-1 0 0 0,0 1 1 0 0,0 0-1 0 0,0 0 1 0 0,0-1-1 0 0,0 1 0 0 0,0 0 1 0 0,0 0-1 0 0,0-1 1 0 0,-1-1-1 0 0,-2-7 45 0 0,0 0 0 0 0,-1 1 0 0 0,0-1 0 0 0,-8-14 1 0 0,4 9 8 0 0,-43-83 17 0 0,25 51-895 0 0,2-1 0 0 0,-35-100 0 0 0,56 135-256 0 0,0-1 0 0 0,-1-24-1 0 0,3 7-5408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3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6913 0 0,'23'87'276'0'0,"-17"-58"148"0"0,14 36-1 0 0,-17-57-141 0 0,0-1 0 0 0,0 1 1 0 0,1-1-1 0 0,0 0 0 0 0,1 0 0 0 0,0 0 0 0 0,0 0 0 0 0,0-1 0 0 0,8 7 0 0 0,-11-11-154 0 0,1 0 1 0 0,-1 0-1 0 0,1 0 1 0 0,0 0-1 0 0,0 0 1 0 0,0-1-1 0 0,0 1 1 0 0,0-1-1 0 0,0 0 1 0 0,0 0-1 0 0,0 0 1 0 0,0 0-1 0 0,1-1 1 0 0,-1 1-1 0 0,0-1 1 0 0,1 0-1 0 0,-1 0 1 0 0,0 0-1 0 0,1 0 1 0 0,-1-1-1 0 0,0 1 1 0 0,0-1-1 0 0,1 0 1 0 0,-1 0-1 0 0,0 0 1 0 0,0 0-1 0 0,0-1 1 0 0,0 1-1 0 0,0-1 1 0 0,0 0-1 0 0,-1 0 1 0 0,1 0-1 0 0,2-2 1 0 0,2-2 44 0 0,0-1 0 0 0,0 0 0 0 0,0 0 0 0 0,-1-1 0 0 0,0 1 1 0 0,-1-1-1 0 0,0-1 0 0 0,0 1 0 0 0,-1-1 0 0 0,4-10 0 0 0,-5 10 6 0 0,0 1-1 0 0,-1-1 1 0 0,0 0-1 0 0,-1 0 1 0 0,0 0-1 0 0,0 0 1 0 0,-1 0-1 0 0,0 0 0 0 0,-1 0 1 0 0,0 0-1 0 0,-3-14 1 0 0,3 19-142 0 0,0 0-1 0 0,-1 0 1 0 0,1 0 0 0 0,-1 0 0 0 0,0 0-1 0 0,0 0 1 0 0,-1 1 0 0 0,1-1 0 0 0,-1 1-1 0 0,1-1 1 0 0,-1 1 0 0 0,0 0 0 0 0,-1 0-1 0 0,1 0 1 0 0,0 1 0 0 0,-1-1 0 0 0,1 1-1 0 0,-1 0 1 0 0,0 0 0 0 0,0 0 0 0 0,0 0 0 0 0,0 1-1 0 0,0-1 1 0 0,0 1 0 0 0,0 0 0 0 0,-6 0-1 0 0,2 0-188 0 0,-1 0 0 0 0,1 1-1 0 0,-1 0 1 0 0,1 1 0 0 0,-1 0 0 0 0,-14 4-1 0 0,16-4-620 0 0,0 2-1 0 0,0-1 0 0 0,1 1 1 0 0,-13 7-1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3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 10594 0 0,'0'0'63'0'0,"0"0"1"0"0,0 0-1 0 0,-1 0 0 0 0,1-1 0 0 0,0 1 1 0 0,0 0-1 0 0,0 0 0 0 0,0 0 0 0 0,-1 0 0 0 0,1 0 1 0 0,0 0-1 0 0,0 0 0 0 0,-1 0 0 0 0,1 0 1 0 0,0 0-1 0 0,0 0 0 0 0,0 0 0 0 0,-1 0 0 0 0,1 0 1 0 0,0 0-1 0 0,0 0 0 0 0,-1 0 0 0 0,1 0 0 0 0,0 0 1 0 0,0 0-1 0 0,0 0 0 0 0,-1 0 0 0 0,1 0 1 0 0,0 0-1 0 0,0 0 0 0 0,0 1 0 0 0,0-1 0 0 0,-1 0 1 0 0,1 0-1 0 0,0 0 0 0 0,0 0 0 0 0,0 0 1 0 0,0 1-1 0 0,-1-1 0 0 0,1 0 0 0 0,0 0 0 0 0,0 0 1 0 0,0 1-1 0 0,0-1 0 0 0,0 0 0 0 0,4 13 1548 0 0,13 13 400 0 0,85 98 1330 0 0,114 153-3066 0 0,-197-249-783 0 0,40 56-2431 0 0,-13-36-2378 0 0,-28-35 2903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3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11058 0 0,'-2'4'3701'0'0,"2"-4"-3642"0"0,13 14 2361 0 0,29 24 68 0 0,-30-27-1764 0 0,16 18-402 0 0,-2 1 0 0 0,0 1 0 0 0,-3 2 0 0 0,36 62 0 0 0,5 9-1998 0 0,-30-59-1783 0 0,-21-26-2832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4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0 364 3681 0 0,'3'-7'535'0'0,"1"0"0"0"0,0 0 1 0 0,0 1-1 0 0,0 0 0 0 0,1 0 0 0 0,-1 0 1 0 0,2 0-1 0 0,-1 1 0 0 0,9-7 0 0 0,4-6 306 0 0,109-109-428 0 0,4 6-6438 0 0,-121 111 5579 0 0,-8 7 400 0 0,0 1 0 0 0,0 0 0 0 0,0 0 0 0 0,0 0 0 0 0,0 1 0 0 0,0-1 0 0 0,0 0 0 0 0,5-1 411 0 0,-28 27 6688 0 0,14-14-6828 0 0,0 1 0 0 0,1-1 0 0 0,0 1 0 0 0,0 1 0 0 0,1-1 0 0 0,1 1-1 0 0,0 0 1 0 0,-3 18 0 0 0,5-23-164 0 0,1 1-1 0 0,0 0 1 0 0,0 0-1 0 0,1 0 1 0 0,0 0-1 0 0,0 0 1 0 0,1 0 0 0 0,0 0-1 0 0,0 0 1 0 0,1 0-1 0 0,0 0 1 0 0,1-1-1 0 0,-1 1 1 0 0,2-1-1 0 0,3 8 1 0 0,-6-14-45 0 0,-1 1 1 0 0,1 0-1 0 0,0-1 1 0 0,0 1-1 0 0,1-1 1 0 0,-1 1-1 0 0,0-1 1 0 0,0 0-1 0 0,1 1 0 0 0,-1-1 1 0 0,1 0-1 0 0,-1 0 1 0 0,1 0-1 0 0,-1 0 1 0 0,1 0-1 0 0,0 0 1 0 0,-1 0-1 0 0,1-1 1 0 0,0 1-1 0 0,0-1 0 0 0,-1 1 1 0 0,1-1-1 0 0,0 0 1 0 0,0 1-1 0 0,0-1 1 0 0,0 0-1 0 0,0 0 1 0 0,0-1-1 0 0,-1 1 1 0 0,1 0-1 0 0,0 0 0 0 0,0-1 1 0 0,0 1-1 0 0,2-2 1 0 0,-1 0 10 0 0,0 1 1 0 0,-1-1 0 0 0,1 0-1 0 0,-1 0 1 0 0,1 0 0 0 0,-1-1-1 0 0,0 1 1 0 0,0 0-1 0 0,0-1 1 0 0,0 1 0 0 0,0-1-1 0 0,-1 0 1 0 0,1 0-1 0 0,-1 0 1 0 0,0 0 0 0 0,0 1-1 0 0,0-2 1 0 0,0 1 0 0 0,1-4-1 0 0,-1-8-10 0 0,0-1 1 0 0,-2-20-1 0 0,1 23 222 0 0,-1 1 0 0 0,2-1-1 0 0,0 0 1 0 0,3-15 0 0 0,-4 27-200 0 0,0 1 0 0 0,0-1 1 0 0,0 1-1 0 0,0 0 0 0 0,0-1 1 0 0,0 1-1 0 0,0-1 0 0 0,0 1 0 0 0,1 0 1 0 0,-1-1-1 0 0,0 1 0 0 0,0 0 1 0 0,0-1-1 0 0,1 1 0 0 0,-1 0 1 0 0,0-1-1 0 0,0 1 0 0 0,1 0 0 0 0,-1 0 1 0 0,0-1-1 0 0,1 1 0 0 0,-1 0 1 0 0,0 0-1 0 0,1-1 0 0 0,-1 1 1 0 0,0 0-1 0 0,1 0 0 0 0,-1 0 0 0 0,0 0 1 0 0,1 0-1 0 0,-1-1 0 0 0,1 1 1 0 0,-1 0-1 0 0,0 0 0 0 0,2 0 1 0 0,13 10 743 0 0,12 22-219 0 0,-26-30-524 0 0,18 25 88 0 0,-8-10-377 0 0,2 0 0 0 0,17 18 0 0 0,-25-30-233 0 0,0 0 0 0 0,0-1 0 0 0,1 0 1 0 0,0 0-1 0 0,0 0 0 0 0,7 3 0 0 0,3-1-798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4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 2761 0 0,'-10'5'1252'0'0,"0"1"0"0"0,1 1 0 0 0,0 0 0 0 0,-16 15 0 0 0,7-4 125 0 0,1 1 0 0 0,-24 37 0 0 0,41-55-1344 0 0,-27 45 1289 0 0,25-43-1207 0 0,1-1 0 0 0,0 1 0 0 0,-1 0-1 0 0,2 0 1 0 0,-1 0 0 0 0,0 0 0 0 0,0 0-1 0 0,1 0 1 0 0,0 0 0 0 0,-1 0 0 0 0,1 0 0 0 0,1 1-1 0 0,-1-1 1 0 0,1 4 0 0 0,-1-6-126 0 0,0-1 1 0 0,0 0-1 0 0,0 0 1 0 0,0 1-1 0 0,0-1 1 0 0,0 0-1 0 0,0 0 1 0 0,0 1-1 0 0,1-1 1 0 0,-1 0-1 0 0,0 0 1 0 0,0 1-1 0 0,0-1 1 0 0,0 0-1 0 0,0 0 1 0 0,1 0-1 0 0,-1 1 1 0 0,0-1-1 0 0,0 0 1 0 0,0 0-1 0 0,1 0 1 0 0,-1 0-1 0 0,0 1 1 0 0,0-1-1 0 0,0 0 1 0 0,1 0-1 0 0,-1 0 1 0 0,0 0-1 0 0,0 0 1 0 0,1 0-1 0 0,-1 0 1 0 0,0 0 0 0 0,0 0-1 0 0,1 0 1 0 0,-1 0-1 0 0,0 0 1 0 0,0 0-1 0 0,1 0 1 0 0,-1 0-1 0 0,1 0 1 0 0,8-9-1100 0 0,5-16-328 0 0,28-90 1799 0 0,-42 113-296 0 0,0 1-1 0 0,1-1 1 0 0,-1 1 0 0 0,1-1-1 0 0,-1 1 1 0 0,1 0 0 0 0,0-1-1 0 0,-1 1 1 0 0,1 0-1 0 0,0-1 1 0 0,0 1 0 0 0,0 0-1 0 0,0 0 1 0 0,0 0-1 0 0,0 0 1 0 0,1 0 0 0 0,-1 0-1 0 0,0 0 1 0 0,0 0 0 0 0,1 0-1 0 0,-1 1 1 0 0,0-1-1 0 0,1 0 1 0 0,-1 1 0 0 0,1-1-1 0 0,-1 1 1 0 0,1 0-1 0 0,-1 0 1 0 0,1-1 0 0 0,-1 1-1 0 0,1 0 1 0 0,-1 0 0 0 0,1 0-1 0 0,-1 0 1 0 0,1 1-1 0 0,-1-1 1 0 0,1 0 0 0 0,-1 1-1 0 0,1-1 1 0 0,-1 1-1 0 0,1-1 1 0 0,-1 1 0 0 0,0 0-1 0 0,1-1 1 0 0,-1 1 0 0 0,0 0-1 0 0,0 0 1 0 0,3 2-1 0 0,4 3 243 0 0,-1 1-1 0 0,1 0 1 0 0,-1 0-1 0 0,-1 0 1 0 0,1 1 0 0 0,5 9-1 0 0,25 48 501 0 0,-2 2 0 0 0,33 90 0 0 0,-55-127-686 0 0,-7-14-62 0 0,1 0 0 0 0,-2 0 1 0 0,6 33-1 0 0,-10-45-147 0 0,0 0 0 0 0,-1 0 1 0 0,1 0-1 0 0,-1 0 1 0 0,0 0-1 0 0,-1 0 0 0 0,1 0 1 0 0,-1 0-1 0 0,1-1 1 0 0,-1 1-1 0 0,0 0 0 0 0,-1 0 1 0 0,1-1-1 0 0,-1 1 1 0 0,1-1-1 0 0,-1 1 0 0 0,0-1 1 0 0,0 1-1 0 0,-1-1 1 0 0,1 0-1 0 0,-1 0 0 0 0,0 0 1 0 0,-3 2-1 0 0,-2 1-884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4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25 361 6913 0 0,'35'-43'2991'0'0,"-29"36"-2569"0"0,1 0 1 0 0,-1 0-1 0 0,-1-1 1 0 0,1 1-1 0 0,-1-1 0 0 0,-1-1 1 0 0,0 1-1 0 0,6-17 1 0 0,-5 7-113 0 0,-1-1 1 0 0,-1 1-1 0 0,0-1 0 0 0,-2 0 1 0 0,0 0-1 0 0,-2 0 1 0 0,0 0-1 0 0,0 0 1 0 0,-6-21-1 0 0,7 39-257 0 0,0 0-1 0 0,-1 0 1 0 0,1 0-1 0 0,0 0 1 0 0,0 0-1 0 0,-1-1 1 0 0,1 1-1 0 0,-1 0 1 0 0,1 0 0 0 0,-1 0-1 0 0,0 1 1 0 0,1-1-1 0 0,-1 0 1 0 0,0 0-1 0 0,1 0 1 0 0,-1 0-1 0 0,0 1 1 0 0,0-1-1 0 0,0 0 1 0 0,0 1-1 0 0,0-1 1 0 0,0 0-1 0 0,0 1 1 0 0,0-1 0 0 0,0 1-1 0 0,-1-1 1 0 0,0 1 13 0 0,0 0 1 0 0,0 0-1 0 0,0 0 0 0 0,0 1 1 0 0,0-1-1 0 0,0 0 1 0 0,0 1-1 0 0,0-1 1 0 0,0 1-1 0 0,0 0 1 0 0,0 0-1 0 0,0 0 1 0 0,-2 1-1 0 0,-2 2-6 0 0,0 0-1 0 0,1 0 0 0 0,-1 0 0 0 0,1 1 1 0 0,0 0-1 0 0,0 0 0 0 0,-7 9 1 0 0,10-9-83 0 0,-1-1 1 0 0,1 0 0 0 0,-1 1 0 0 0,1-1 0 0 0,1 1 0 0 0,-1-1 0 0 0,1 1 0 0 0,0 0 0 0 0,0 0 0 0 0,0 0 0 0 0,0 0 0 0 0,1 0 0 0 0,0 0 0 0 0,1 8 0 0 0,0-9 3 0 0,0 0 0 0 0,0 1 0 0 0,1-1 0 0 0,0 0 0 0 0,0-1 0 0 0,0 1 0 0 0,0 0 0 0 0,1 0 0 0 0,-1-1 0 0 0,1 0 0 0 0,0 1 0 0 0,0-1 0 0 0,0 0 0 0 0,0 0 0 0 0,1-1 0 0 0,6 6 0 0 0,23 12-837 0 0,0 0 0 0 0,1-2 0 0 0,1-2 0 0 0,1-1 0 0 0,41 12 0 0 0,-56-22-5106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19:45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4609 0 0,'5'12'7116'0'0,"-4"12"-4106"0"0,-1-15-1606 0 0,1 17 653 0 0,10 120 558 0 0,-7-122-2934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3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1 5985 0 0,'-1'0'221'0'0,"1"0"-1"0"0,-1 0 1 0 0,-9 6 3969 0 0,10-6-3969 0 0,0 1-1 0 0,-1-1 1 0 0,1 1-1 0 0,0 1 1 0 0,-4 21 2538 0 0,11 36-1458 0 0,-5-45-685 0 0,54 827 3386 0 0,-51-676-3199 0 0,-4 15-464 0 0,-30 242 0 0 0,28-412-1604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3.8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275 10 4145 0 0,'-18'-3'698'0'0,"0"0"0"0"0,0 1 0 0 0,-1 1 0 0 0,1 0 1 0 0,0 1-1 0 0,-1 2 0 0 0,1 0 0 0 0,0 0 0 0 0,-1 2 0 0 0,1 0 1 0 0,-31 13-1 0 0,47-17-531 0 0,1 0 0 0 0,-1 1 0 0 0,0 0 1 0 0,1-1-1 0 0,-1 1 0 0 0,1 0 0 0 0,-1 0 1 0 0,1 0-1 0 0,-1 0 0 0 0,1 0 0 0 0,0 0 1 0 0,0 0-1 0 0,-1 0 0 0 0,1 1 0 0 0,-1 1 1 0 0,6 4 1581 0 0,14-3-981 0 0,114-1 1571 0 0,0 0-851 0 0,73 27-602 0 0,16 1-838 0 0,-179-29-2116 0 0,66-3-1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4.1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0 11522 0 0,'-27'20'9737'0'0,"50"1"-9368"0"0,0 1 0 0 0,-1 1 0 0 0,24 31 0 0 0,54 89 41 0 0,-16-22-331 0 0,-60-88-282 0 0,-2-3-922 0 0,40 43-1 0 0,-46-59-568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4.3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377 14 7370 0 0,'8'-13'3093'0'0,"-19"28"1857"0"0,-175 244 1867 0 0,25-32-5833 0 0,157-222-1291 0 0,-12 19 344 0 0,9-6-6276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5.0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198 82 6913 0 0,'-10'-29'2'0'0,"8"24"770"0"0,0 0 0 0 0,-1 0 1 0 0,0 0-1 0 0,0 0 0 0 0,-6-8 1 0 0,8 12-476 0 0,-1-1 0 0 0,1 1 0 0 0,0 0 0 0 0,0 0 0 0 0,-1 0 0 0 0,1 0 0 0 0,0 0 0 0 0,-1 0 0 0 0,1 1 0 0 0,-1-1 0 0 0,1 0 0 0 0,-1 1 0 0 0,1-1 0 0 0,-1 1 0 0 0,0-1 0 0 0,-2 1 1 0 0,1 0-101 0 0,1 0 1 0 0,0 1 0 0 0,0-1 0 0 0,-1 1-1 0 0,1-1 1 0 0,0 1 0 0 0,0 0 0 0 0,0 0-1 0 0,0 0 1 0 0,0 0 0 0 0,0 0 0 0 0,0 1 0 0 0,0-1-1 0 0,0 0 1 0 0,-2 3 0 0 0,-4 4-14 0 0,0 1 0 0 0,1 0 0 0 0,0 0 1 0 0,0 1-1 0 0,1 0 0 0 0,0 0 0 0 0,1 0 0 0 0,0 1 1 0 0,-4 14-1 0 0,1 1-107 0 0,0 0 0 0 0,-6 51 1 0 0,12-52-69 0 0,0 0 0 0 0,1 1 1 0 0,2-1-1 0 0,0 0 0 0 0,2 1 1 0 0,1-1-1 0 0,1 0 0 0 0,8 24 1 0 0,-7-30-5 0 0,2 0 1 0 0,0 0-1 0 0,1-1 1 0 0,1 0-1 0 0,0-1 0 0 0,2 0 1 0 0,0-1-1 0 0,0 0 1 0 0,2-1-1 0 0,22 21 1 0 0,-27-28-34 0 0,8 7-426 0 0,36 24 1 0 0,-49-36 395 0 0,0 0 0 0 0,0-1 0 0 0,0 0 0 0 0,0 0 0 0 0,0 0 0 0 0,0-1 0 0 0,0 1 0 0 0,0-1 0 0 0,1 0 0 0 0,-1 0 0 0 0,1-1 0 0 0,-1 1 0 0 0,1-1 0 0 0,-1 0 0 0 0,1 0 0 0 0,6-2 0 0 0,-9 2-43 0 0,0-1 0 0 0,0 0 0 0 0,0 0 0 0 0,0 0 0 0 0,0-1 0 0 0,0 1 0 0 0,0 0 1 0 0,0-1-1 0 0,0 1 0 0 0,-1-1 0 0 0,1 1 0 0 0,-1-1 0 0 0,1 0 0 0 0,-1 0 0 0 0,0 0 0 0 0,0 0 0 0 0,0 0 0 0 0,0 0 0 0 0,0 0 0 0 0,0 0 0 0 0,0 0 0 0 0,-1-1 0 0 0,1 1 0 0 0,-1 0 0 0 0,1 0 0 0 0,-1-1 0 0 0,0 1 0 0 0,0 0 0 0 0,0 0 0 0 0,0-1 0 0 0,-1-3 0 0 0,0-3-69 0 0,-1 1 0 0 0,1 0 0 0 0,-1-1 0 0 0,-1 1 0 0 0,0 0 0 0 0,0 0 0 0 0,-5-8 0 0 0,-9-11 124 0 0,-1 1 0 0 0,-2 1 0 0 0,0 0 0 0 0,-38-33 0 0 0,49 48 106 0 0,8 9-68 0 0,0 0 0 0 0,0 0 0 0 0,0 0-1 0 0,1 0 1 0 0,-1 0 0 0 0,1 0 0 0 0,-1 0 0 0 0,1-1-1 0 0,-1 1 1 0 0,1 0 0 0 0,-1 0 0 0 0,1-1 0 0 0,0 1-1 0 0,0 0 1 0 0,0 0 0 0 0,0-1 0 0 0,0 1-1 0 0,0 0 1 0 0,0-1 0 0 0,0 1 0 0 0,0 0 0 0 0,1 0-1 0 0,-1-1 1 0 0,0 1 0 0 0,1 0 0 0 0,-1 0 0 0 0,1 0-1 0 0,-1 0 1 0 0,1-1 0 0 0,0 1 0 0 0,-1 0-1 0 0,1 0 1 0 0,0 0 0 0 0,0 0 0 0 0,0 0 0 0 0,1 0-1 0 0,5-7-24 0 0,1 1-1 0 0,0 0 1 0 0,13-9-1 0 0,-10 9 11 0 0,4-5 264 0 0,0 2 0 0 0,1-1 0 0 0,0 2 1 0 0,1 0-1 0 0,31-11 0 0 0,-41 18-125 0 0,0 0 1 0 0,-1 0-1 0 0,1 1 0 0 0,0-1 1 0 0,0 1-1 0 0,0 1 0 0 0,0 0 1 0 0,-1 0-1 0 0,1 0 1 0 0,0 1-1 0 0,0-1 0 0 0,0 2 1 0 0,0-1-1 0 0,-1 1 0 0 0,1 0 1 0 0,0 0-1 0 0,-1 1 0 0 0,0 0 1 0 0,7 4-1 0 0,-8-3-11 0 0,0 1 0 0 0,0-1 0 0 0,0 1 0 0 0,-1 1 0 0 0,1-1-1 0 0,-1 1 1 0 0,-1-1 0 0 0,1 1 0 0 0,-1 0 0 0 0,0 0 0 0 0,0 1 0 0 0,-1-1 0 0 0,1 1 0 0 0,-2-1 0 0 0,3 14 0 0 0,1 10 235 0 0,-2 0 1 0 0,-1 39 0 0 0,-1-46-147 0 0,-1-1-335 0 0,5 75 948 0 0,-3-86-1766 0 0,0 1 0 0 0,1 0 0 0 0,5 13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5.4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38 101 13075 0 0,'-26'-71'2938'0'0,"14"42"1812"0"0,14 83-2552 0 0,78 380-2570 0 0,-60-362-2806 0 0,-13-53-3894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5.7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0 247 4145 0 0,'0'-1'319'0'0,"1"1"-137"0"0,-1-1 0 0 0,4-6 2917 0 0,-3 7-2917 0 0,-1 0 1 0 0,1-1-1 0 0,-1 1 0 0 0,1 0 0 0 0,-1 0 1 0 0,1-1-1 0 0,-1 1 0 0 0,1 0 1 0 0,-1 0-1 0 0,1 0 0 0 0,-1 0 0 0 0,1 0 1 0 0,-1 0-1 0 0,1 0 0 0 0,-1 0 1 0 0,1 0-1 0 0,-1 0 0 0 0,1 0 0 0 0,-1 0 1 0 0,1 0-1 0 0,-1 1 0 0 0,1-1 1 0 0,-1 0-1 0 0,1 0 0 0 0,-1 0 1 0 0,1 1-1 0 0,-1-1 0 0 0,1 1 0 0 0,25 11 840 0 0,-8-2-603 0 0,4 3 877 0 0,45 18 0 0 0,-60-28-1064 0 0,-1-1 0 0 0,1 0 0 0 0,0 0-1 0 0,0-1 1 0 0,0 0 0 0 0,0 0 0 0 0,0 0 0 0 0,0-1 0 0 0,1 0 0 0 0,-1-1-1 0 0,12-1 1 0 0,-17 1-153 0 0,-1 0 0 0 0,1 0 0 0 0,-1 0 0 0 0,0 0 0 0 0,1 0 0 0 0,-1 0 0 0 0,0 0-1 0 0,0 0 1 0 0,0-1 0 0 0,0 1 0 0 0,0 0 0 0 0,0-1 0 0 0,0 1 0 0 0,0-1 0 0 0,0 1 0 0 0,0-1 0 0 0,-1 1 0 0 0,1-1-1 0 0,-1 0 1 0 0,1 1 0 0 0,-1-1 0 0 0,0 0 0 0 0,0 1 0 0 0,0-1 0 0 0,0 0 0 0 0,0 0 0 0 0,0 1 0 0 0,0-1-1 0 0,-1-2 1 0 0,-8-59 556 0 0,7 51-564 0 0,-17-124 220 0 0,15 77-2517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6.0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6913 0 0,'7'17'7570'0'0,"-2"26"-4720"0"0,-3-21-1526 0 0,23 111 1680 0 0,29 62-2647 0 0,-37-139-2256 0 0,-11-27-5345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06.3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42 6913 0 0,'-1'-20'438'0'0,"1"18"-172"0"0,0 1 1 0 0,0 0-1 0 0,1 0 1 0 0,-1 0-1 0 0,0 0 1 0 0,1 0 0 0 0,-1 0-1 0 0,1 0 1 0 0,-1 0-1 0 0,1 0 1 0 0,-1 0-1 0 0,1 0 1 0 0,-1 1-1 0 0,1-1 1 0 0,0 0 0 0 0,0 0-1 0 0,1-1 1 0 0,-1 2-24 0 0,1-1 0 0 0,0 1 1 0 0,-1-1-1 0 0,1 1 0 0 0,0 0 1 0 0,-1-1-1 0 0,1 1 0 0 0,0 0 1 0 0,-1 0-1 0 0,1 0 0 0 0,0 0 1 0 0,-1 1-1 0 0,1-1 0 0 0,0 0 1 0 0,-1 1-1 0 0,1-1 0 0 0,0 1 1 0 0,-1 0-1 0 0,1-1 0 0 0,-1 1 0 0 0,1 0 1 0 0,2 2-1 0 0,43 29 969 0 0,-2 1-1 0 0,-1 3 1 0 0,70 72-1 0 0,-106-101-1172 0 0,-1 0 0 0 0,0 1-1 0 0,-1 0 1 0 0,1 0 0 0 0,-1 0-1 0 0,-1 1 1 0 0,0 0-1 0 0,0 0 1 0 0,0 0 0 0 0,-2 1-1 0 0,1-1 1 0 0,-1 1 0 0 0,0 0-1 0 0,-1 0 1 0 0,0 0-1 0 0,-1 0 1 0 0,0 0 0 0 0,0 0-1 0 0,-1 1 1 0 0,-1-1 0 0 0,1 0-1 0 0,-2 0 1 0 0,0 0-1 0 0,-3 14 1 0 0,-5 8-72 0 0,-1 0 1 0 0,-1-1-1 0 0,-2 0 0 0 0,-1-1 1 0 0,-1-1-1 0 0,-2-1 0 0 0,-1 0 1 0 0,-1-1-1 0 0,-38 40 0 0 0,28-38-384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49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515 399 2304 0 0,'-11'-8'510'0'0,"-1"0"-1"0"0,1 0 0 0 0,-1 2 1 0 0,-1-1-1 0 0,0 1 0 0 0,0 1 0 0 0,0 1 1 0 0,-25-6-1 0 0,30 8-300 0 0,1 1 0 0 0,0 1 0 0 0,0 0 0 0 0,0 0 0 0 0,0 0 0 0 0,-1 1 0 0 0,1 0 0 0 0,0 0 0 0 0,0 1 0 0 0,0 0 0 0 0,0 0 0 0 0,1 0 0 0 0,-1 1 0 0 0,1 0-1 0 0,-1 1 1 0 0,1-1 0 0 0,0 1 0 0 0,-10 8 0 0 0,4 1-27 0 0,0-1 1 0 0,0 2-1 0 0,2-1 0 0 0,-1 2 0 0 0,2-1 0 0 0,0 1 0 0 0,0 1 1 0 0,-9 24-1 0 0,-3 18 189 0 0,-15 64 1 0 0,28-91-247 0 0,-13 49 62 0 0,4 1 0 0 0,3 0 1 0 0,4 1-1 0 0,0 158 1 0 0,12-189-155 0 0,3 0-1 0 0,1 0 1 0 0,3-1 0 0 0,2 0 0 0 0,2 0 0 0 0,2-1 0 0 0,3-1-1 0 0,1 0 1 0 0,29 49 0 0 0,-36-78-27 0 0,1 0-1 0 0,0-1 0 0 0,2 0 1 0 0,0-1-1 0 0,1 0 1 0 0,0-1-1 0 0,1-1 0 0 0,1-1 1 0 0,1-1-1 0 0,0 0 1 0 0,1-1-1 0 0,0-1 0 0 0,0-1 1 0 0,1-1-1 0 0,0-1 1 0 0,1-1-1 0 0,33 7 0 0 0,-4-4-55 0 0,1-2-1 0 0,0-3 0 0 0,0-1 0 0 0,0-3 0 0 0,0-3 1 0 0,0-1-1 0 0,0-3 0 0 0,0-2 0 0 0,85-25 0 0 0,-88 18-41 0 0,-1-3 0 0 0,0-1-1 0 0,-1-3 1 0 0,-1-2-1 0 0,-2-1 1 0 0,0-3-1 0 0,-2-1 1 0 0,-1-2 0 0 0,70-69-1 0 0,-84 69 334 0 0,-1-1-1 0 0,-2-1 1 0 0,-1-2 0 0 0,32-63-1 0 0,-30 45 194 0 0,-3 0 0 0 0,27-102 0 0 0,-38 105-101 0 0,-3 1 0 0 0,-2-1 0 0 0,-2 0 0 0 0,-2 0 0 0 0,-10-100 0 0 0,-1 77 395 0 0,-4 1 0 0 0,-3 1 0 0 0,-36-102 0 0 0,40 140-520 0 0,-2 1 1 0 0,0 1-1 0 0,-3 1 1 0 0,0 0-1 0 0,-25-32 0 0 0,25 41-137 0 0,0 1 0 0 0,-2 0 0 0 0,-1 2-1 0 0,0 0 1 0 0,-1 1 0 0 0,-1 1 0 0 0,-26-15-1 0 0,15 14-65 0 0,0 2-1 0 0,-1 1 0 0 0,-1 1 0 0 0,0 2 0 0 0,0 2 0 0 0,-1 1 0 0 0,0 1 0 0 0,0 3 0 0 0,-1 0 0 0 0,0 3 0 0 0,1 1 0 0 0,-1 2 1 0 0,0 1-1 0 0,1 2 0 0 0,-66 17 0 0 0,88-18-193 0 0,1 2 0 0 0,-1-1 0 0 0,1 1 1 0 0,0 1-1 0 0,-20 14 0 0 0,21-12-1833 0 0,1 1 1 0 0,-20 21-1 0 0,-1 7-4611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49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764 3313 4609 0 0,'-6'8'28'0'0,"0"-1"-1"0"0,0 1 1 0 0,0-1-1 0 0,-1-1 1 0 0,0 1-1 0 0,0-1 1 0 0,-1-1-1 0 0,0 1 1 0 0,0-1-1 0 0,0-1 1 0 0,-1 1-1 0 0,-9 2 1 0 0,13-5 106 0 0,0-1-1 0 0,-1 1 1 0 0,1-2 0 0 0,0 1 0 0 0,-1 0-1 0 0,1-1 1 0 0,-1 0 0 0 0,1-1 0 0 0,0 1-1 0 0,-1-1 1 0 0,1 0 0 0 0,0 0 0 0 0,-1 0-1 0 0,1-1 1 0 0,0 0 0 0 0,0 0 0 0 0,0 0-1 0 0,0-1 1 0 0,1 0 0 0 0,-1 0 0 0 0,1 0-1 0 0,-7-6 1 0 0,-3-4 286 0 0,0-1 1 0 0,1-1-1 0 0,0 0 0 0 0,1-1 1 0 0,1-1-1 0 0,-9-17 0 0 0,-50-114 933 0 0,45 92-992 0 0,-45-108 1091 0 0,7-2 0 0 0,-58-244 1 0 0,91 273-1105 0 0,6-1 1 0 0,6-1-1 0 0,0-221 0 0 0,23 231-138 0 0,6 2 0 0 0,5-1 0 0 0,33-123 0 0 0,2 58 262 0 0,90-223 1 0 0,-83 280-323 0 0,-49 117-216 0 0,2 1-1 0 0,-1 0 0 0 0,2 0 1 0 0,27-30-1 0 0,-38 46-7 0 0,1 0 1 0 0,0 0-1 0 0,-1 0 0 0 0,1 1 1 0 0,0-1-1 0 0,0 0 0 0 0,0 1 0 0 0,1 0 1 0 0,-1-1-1 0 0,0 1 0 0 0,0 0 1 0 0,1 0-1 0 0,-1 0 0 0 0,1 0 1 0 0,-1 1-1 0 0,1-1 0 0 0,-1 1 1 0 0,1-1-1 0 0,4 1 0 0 0,6 6-1059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0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15 474 6913 0 0,'-6'-80'3180'0'0,"6"61"-1903"0"0,-1 0 1 0 0,0 0 0 0 0,-6-20-1 0 0,40 211 2034 0 0,9 37-3226 0 0,-35-186-99 0 0,0 0 0 0 0,2 0 0 0 0,1-1 0 0 0,1 0-1 0 0,0-1 1 0 0,27 35 0 0 0,-30-47 3 0 0,0-1 0 0 0,0 1 0 0 0,1-2 0 0 0,0 1 1 0 0,1-1-1 0 0,0-1 0 0 0,0 0 0 0 0,0 0 0 0 0,1-1 0 0 0,-1 0 0 0 0,1-1 0 0 0,1 0 0 0 0,19 3 1 0 0,-25-6-20 0 0,0 0 1 0 0,0 0-1 0 0,1-1 1 0 0,-1 0 0 0 0,0 0-1 0 0,0-1 1 0 0,1 0-1 0 0,-1 0 1 0 0,0 0 0 0 0,0-1-1 0 0,11-4 1 0 0,-12 4-21 0 0,-1 0 1 0 0,0-1 0 0 0,0 0-1 0 0,0 0 1 0 0,0 0-1 0 0,-1 0 1 0 0,1-1-1 0 0,-1 0 1 0 0,0 1-1 0 0,0-1 1 0 0,0 0 0 0 0,0 0-1 0 0,-1-1 1 0 0,1 1-1 0 0,-1-1 1 0 0,2-7-1 0 0,2-8-103 0 0,-1 0-1 0 0,-1 0 0 0 0,0 0 0 0 0,-2-1 0 0 0,0-23 1 0 0,-8-108-47 0 0,3 110 158 0 0,-11-120 98 0 0,4 62 1202 0 0,4-134 1 0 0,6 230-1149 0 0,0 1-1 0 0,-1 0 1 0 0,1 0-1 0 0,1 0 0 0 0,-1 0 0 0 0,0 0 0 0 0,1 0 0 0 0,-1 0 0 0 0,1 0 0 0 0,0 0 0 0 0,0 0 0 0 0,0 1 0 0 0,1-1 0 0 0,1-3 0 0 0,-2 8-9 0 0,0 0-1 0 0,1-1 1 0 0,-1 1-1 0 0,0 0 1 0 0,0 0-1 0 0,-1 0 1 0 0,1 0-1 0 0,0 0 1 0 0,-1 0-1 0 0,1 4 0 0 0,0-4-24 0 0,12 48 239 0 0,6 54 1 0 0,-13-63-308 0 0,2-1 0 0 0,2 0 0 0 0,14 39 0 0 0,0-21-176 0 0,1-1 0 0 0,3-1 0 0 0,2-2 0 0 0,70 94 0 0 0,-70-114-1180 0 0,1-2-3514 0 0,1-2-1584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1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6913 0 0,'24'-14'1708'0'0,"-18"10"-1122"0"0,0 1 1 0 0,0-1 0 0 0,0 1-1 0 0,1 0 1 0 0,-1 1 0 0 0,12-4-1 0 0,-15 6-477 0 0,-1 0-1 0 0,0 0 1 0 0,0 0-1 0 0,0 0 0 0 0,1 0 1 0 0,-1 1-1 0 0,0-1 1 0 0,0 0-1 0 0,0 1 0 0 0,0 0 1 0 0,0 0-1 0 0,0-1 1 0 0,0 1-1 0 0,0 0 0 0 0,0 1 1 0 0,0-1-1 0 0,-1 0 0 0 0,1 1 1 0 0,0-1-1 0 0,-1 0 1 0 0,1 1-1 0 0,-1 0 0 0 0,1-1 1 0 0,-1 1-1 0 0,0 0 1 0 0,2 3-1 0 0,3 6 78 0 0,0 0-1 0 0,-1 0 0 0 0,0 1 1 0 0,0-1-1 0 0,-2 1 1 0 0,4 14-1 0 0,7 76 699 0 0,-11-71 183 0 0,1 0 0 0 0,9 31-1 0 0,-13-61-1035 0 0,0 0-1 0 0,0-1 1 0 0,0 1-1 0 0,0 0 1 0 0,1 0-1 0 0,-1-1 1 0 0,0 1-1 0 0,0 0 0 0 0,1-1 1 0 0,-1 1-1 0 0,0 0 1 0 0,1-1-1 0 0,-1 1 1 0 0,1 0-1 0 0,-1-1 0 0 0,1 1 1 0 0,-1-1-1 0 0,1 1 1 0 0,-1-1-1 0 0,1 1 1 0 0,-1-1-1 0 0,1 1 1 0 0,0-1-1 0 0,-1 1 0 0 0,1-1 1 0 0,0 0-1 0 0,0 1 1 0 0,-1-1-1 0 0,1 0 1 0 0,0 0-1 0 0,-1 0 0 0 0,1 0 1 0 0,0 0-1 0 0,0 1 1 0 0,-1-1-1 0 0,1 0 1 0 0,0-1-1 0 0,0 1 1 0 0,0 0-1 0 0,-1 0 0 0 0,1 0 1 0 0,0 0-1 0 0,-1-1 1 0 0,1 1-1 0 0,0 0 1 0 0,0 0-1 0 0,-1-1 0 0 0,1 1 1 0 0,0-1-1 0 0,-1 1 1 0 0,1-1-1 0 0,-1 1 1 0 0,1-1-1 0 0,-1 1 1 0 0,1-1-1 0 0,6-6-67 0 0,0 1-1 0 0,0-1 1 0 0,8-13 0 0 0,-9 13 85 0 0,58-68-3061 0 0,-38 45-4131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2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4 238 5985 0 0,'0'0'7'0'0,"0"0"-1"0"0,0 0 0 0 0,0 0 1 0 0,-1 0-1 0 0,1 0 0 0 0,0 0 1 0 0,0 0-1 0 0,0 0 0 0 0,0 0 1 0 0,0 0-1 0 0,0 0 0 0 0,0 0 1 0 0,-1 0-1 0 0,1 0 0 0 0,0 0 1 0 0,0 0-1 0 0,0 0 0 0 0,0 0 1 0 0,0 0-1 0 0,0 0 0 0 0,0 0 1 0 0,0 0-1 0 0,0 0 0 0 0,-1 0 1 0 0,1 0-1 0 0,0-1 0 0 0,0 1 1 0 0,0 0-1 0 0,0 0 0 0 0,0 0 1 0 0,0 0-1 0 0,0 0 0 0 0,0 0 1 0 0,0 0-1 0 0,0 0 0 0 0,0 0 1 0 0,0-1-1 0 0,0 1 0 0 0,0 0 1 0 0,0 0-1 0 0,0 0 0 0 0,0 0 1 0 0,0 0-1 0 0,0 0 0 0 0,0 0 1 0 0,0 0-1 0 0,0-1 0 0 0,0 1 1 0 0,0 0-1 0 0,0 0 0 0 0,0 0 1 0 0,0 0-1 0 0,0 0 0 0 0,0 0 1 0 0,0 0-1 0 0,0-1 0 0 0,0 1 1 0 0,0 0-1 0 0,0 0 0 0 0,0 0 1 0 0,0 0-1 0 0,0 0 0 0 0,9-9 777 0 0,12-8 565 0 0,167-79 2709 0 0,-51 28-2753 0 0,-74 37-2216 0 0,-35 19-3722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3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8 442 6913 0 0,'-6'-36'2473'0'0,"5"34"-2215"0"0,1 0-1 0 0,0 0 1 0 0,0-1 0 0 0,0 1 0 0 0,0 0-1 0 0,0 0 1 0 0,1 0 0 0 0,-1 0 0 0 0,1-1-1 0 0,-1 1 1 0 0,1 0 0 0 0,0 0 0 0 0,0 0-1 0 0,1-3 1 0 0,-1 5-201 0 0,0 0 1 0 0,-1 0-1 0 0,1 0 0 0 0,-1-1 0 0 0,1 1 1 0 0,0 0-1 0 0,-1 0 0 0 0,1 0 0 0 0,-1 0 1 0 0,1 0-1 0 0,0 0 0 0 0,-1 0 0 0 0,1 0 1 0 0,-1 0-1 0 0,1 1 0 0 0,0-1 0 0 0,-1 0 1 0 0,1 0-1 0 0,-1 0 0 0 0,1 1 0 0 0,-1-1 1 0 0,1 0-1 0 0,-1 1 0 0 0,1-1 0 0 0,-1 0 1 0 0,1 1-1 0 0,-1-1 0 0 0,1 1 0 0 0,-1-1 1 0 0,1 1-1 0 0,-1-1 0 0 0,0 1 0 0 0,1-1 1 0 0,-1 1-1 0 0,0-1 0 0 0,1 2 0 0 0,15 23 648 0 0,-15-23-609 0 0,31 64 888 0 0,-19-37-696 0 0,31 50 1 0 0,-39-72-292 0 0,0 0 0 0 0,0-1 0 0 0,1 1 0 0 0,-1-1 0 0 0,2 0 1 0 0,-1 0-1 0 0,1-1 0 0 0,-1 0 0 0 0,1 0 0 0 0,1 0 0 0 0,12 5 0 0 0,-18-9-19 0 0,0 0 0 0 0,0-1-1 0 0,0 1 1 0 0,1 0 0 0 0,-1-1-1 0 0,0 0 1 0 0,0 1 0 0 0,1-1 0 0 0,-1 0-1 0 0,0 0 1 0 0,0 0 0 0 0,0 0-1 0 0,1-1 1 0 0,-1 1 0 0 0,0-1 0 0 0,0 1-1 0 0,0-1 1 0 0,0 0 0 0 0,0 0-1 0 0,3-1 1 0 0,-2 0-17 0 0,0-1-1 0 0,0 0 1 0 0,0 1 0 0 0,0-1-1 0 0,0 0 1 0 0,-1 0 0 0 0,1 0-1 0 0,-1-1 1 0 0,0 1-1 0 0,3-7 1 0 0,1-4 0 0 0,-1-1 0 0 0,0 0 0 0 0,-2 0 0 0 0,5-28 0 0 0,-6 0-198 0 0,-3 0-1 0 0,-1-1 1 0 0,-10-57 0 0 0,4 30 1117 0 0,8 104-540 0 0,2-1 0 0 0,1 0 0 0 0,11 48 0 0 0,-11-67-321 0 0,1 0 1 0 0,0-1-1 0 0,0 0 0 0 0,1 0 1 0 0,1 0-1 0 0,0 0 0 0 0,0-1 1 0 0,1 0-1 0 0,1 0 0 0 0,0-1 1 0 0,15 15-1 0 0,-21-22-43 0 0,0-1 0 0 0,1 0 0 0 0,-1 0-1 0 0,1-1 1 0 0,-1 1 0 0 0,1-1 0 0 0,0 1 0 0 0,-1-1 0 0 0,1 0 0 0 0,0 0 0 0 0,0 0 0 0 0,0 0-1 0 0,0 0 1 0 0,0-1 0 0 0,0 1 0 0 0,0-1 0 0 0,0 0 0 0 0,0 0 0 0 0,0 0 0 0 0,0 0-1 0 0,0 0 1 0 0,0-1 0 0 0,0 0 0 0 0,3 0 0 0 0,-2-1-35 0 0,-1 0-1 0 0,0 0 1 0 0,0 0-1 0 0,0 0 1 0 0,0 0-1 0 0,0-1 1 0 0,-1 1-1 0 0,1-1 1 0 0,-1 0-1 0 0,1 0 1 0 0,-1 0-1 0 0,0 0 1 0 0,0 0-1 0 0,0 0 1 0 0,-1 0-1 0 0,1-1 1 0 0,-1 1-1 0 0,0-1 1 0 0,1-4-1 0 0,7-31 423 0 0,5-60-1 0 0,-12 72-135 0 0,1 0-1 0 0,1 1 1 0 0,1 0-1 0 0,2 0 0 0 0,17-43 1 0 0,-24 66-177 0 0,1 1 0 0 0,0 0 0 0 0,0 0 1 0 0,0 0-1 0 0,1 0 0 0 0,-1 0 1 0 0,0 0-1 0 0,1 0 0 0 0,-1 0 0 0 0,1 1 1 0 0,0-1-1 0 0,-1 0 0 0 0,1 1 1 0 0,0 0-1 0 0,0-1 0 0 0,0 1 0 0 0,0 0 1 0 0,0 0-1 0 0,0 0 0 0 0,1 0 1 0 0,-1 0-1 0 0,0 1 0 0 0,3-2 0 0 0,-2 3-1 0 0,1-1-1 0 0,-1 0 0 0 0,0 1 1 0 0,0 0-1 0 0,0 0 0 0 0,0 0 0 0 0,1 0 1 0 0,-2 0-1 0 0,1 1 0 0 0,0-1 1 0 0,0 1-1 0 0,0 0 0 0 0,-1-1 0 0 0,5 5 1 0 0,8 8 144 0 0,-1 1 1 0 0,-1 0 0 0 0,0 1-1 0 0,11 19 1 0 0,-22-33-159 0 0,14 24-77 0 0,0 1 0 0 0,-2 0 0 0 0,20 55 0 0 0,-34-81 40 0 0,0-1 1 0 0,0 0-1 0 0,0 0 1 0 0,0 1 0 0 0,0-1-1 0 0,0 0 1 0 0,0 0 0 0 0,0 1-1 0 0,0-1 1 0 0,0 0-1 0 0,0 0 1 0 0,0 0 0 0 0,0 1-1 0 0,0-1 1 0 0,1 0 0 0 0,-1 0-1 0 0,0 1 1 0 0,0-1-1 0 0,0 0 1 0 0,0 0 0 0 0,0 0-1 0 0,0 1 1 0 0,0-1 0 0 0,1 0-1 0 0,-1 0 1 0 0,0 0-1 0 0,0 0 1 0 0,0 1 0 0 0,0-1-1 0 0,1 0 1 0 0,-1 0 0 0 0,0 0-1 0 0,0 0 1 0 0,1 0-1 0 0,-1 0 1 0 0,0 0 0 0 0,0 1-1 0 0,0-1 1 0 0,1 0 0 0 0,-1 0-1 0 0,0 0 1 0 0,0 0-1 0 0,1 0 1 0 0,-1 0 0 0 0,0 0-1 0 0,0 0 1 0 0,1 0 0 0 0,-1 0-1 0 0,0 0 1 0 0,0-1 0 0 0,1 1-1 0 0,4-16-78 0 0,1-33-118 0 0,-6 43 147 0 0,4-30-128 0 0,14-108-214 0 0,-15 127 374 0 0,1 1-1 0 0,0 0 1 0 0,1 0-1 0 0,1 0 1 0 0,1 1 0 0 0,12-21-1 0 0,-18 34 31 0 0,0 0-1 0 0,0 0 0 0 0,1 0 1 0 0,-1 1-1 0 0,0-1 1 0 0,1 0-1 0 0,0 1 0 0 0,-1-1 1 0 0,1 1-1 0 0,0 0 0 0 0,0-1 1 0 0,0 1-1 0 0,-1 0 0 0 0,1 0 1 0 0,0 0-1 0 0,1 0 1 0 0,-1 1-1 0 0,0-1 0 0 0,0 1 1 0 0,0-1-1 0 0,4 0 0 0 0,-3 2 36 0 0,1-1 1 0 0,-1 1-1 0 0,1-1 0 0 0,-1 1 0 0 0,1 0 0 0 0,-1 0 0 0 0,0 0 0 0 0,0 1 0 0 0,1-1 0 0 0,-1 1 0 0 0,0 0 0 0 0,3 3 0 0 0,9 6 126 0 0,-2 1-1 0 0,1 1 1 0 0,-2 0-1 0 0,13 17 1 0 0,-22-26-183 0 0,14 18-188 0 0,-2 1 1 0 0,22 40-1 0 0,0 14-3694 0 0,-24-51 1126 0 0,-5-10 976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4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9218 0 0,'-1'1'238'0'0,"0"0"0"0"0,0-1-1 0 0,0 1 1 0 0,0 0 0 0 0,1 0 0 0 0,-1-1-1 0 0,0 1 1 0 0,1 0 0 0 0,-1 0 0 0 0,0 0-1 0 0,1 0 1 0 0,-1 0 0 0 0,1 0 0 0 0,-1 0-1 0 0,1 0 1 0 0,0 0 0 0 0,0 0 0 0 0,-1 0 0 0 0,1 0-1 0 0,0 1 1 0 0,0-1 0 0 0,0 0 0 0 0,0 0-1 0 0,0 0 1 0 0,0 0 0 0 0,1 2 0 0 0,0 34 1466 0 0,-1-37-1646 0 0,7 52 1365 0 0,2-1 0 0 0,25 78 1 0 0,45 96-3475 0 0,-69-197 1208 0 0,4 9-5978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4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2 6913 0 0,'-8'-1'235'0'0,"0"0"1"0"0,0 1-1 0 0,0 0 0 0 0,0 1 0 0 0,0 0 0 0 0,0 0 0 0 0,1 1 0 0 0,-1 0 0 0 0,0 0 0 0 0,1 1 0 0 0,-13 5 0 0 0,16-6-14 0 0,-1 0 0 0 0,1 0 1 0 0,0 0-1 0 0,0 0 0 0 0,1 1 1 0 0,-1 0-1 0 0,1 0 0 0 0,-1 0 1 0 0,1 0-1 0 0,0 0 0 0 0,0 0 1 0 0,0 1-1 0 0,0 0 0 0 0,1 0 1 0 0,-1-1-1 0 0,1 1 0 0 0,0 1 1 0 0,0-1-1 0 0,1 0 0 0 0,-1 0 1 0 0,-1 8-1 0 0,3-11-124 0 0,0 0-1 0 0,0 1 1 0 0,0-1-1 0 0,1 0 1 0 0,-1 0 0 0 0,0 0-1 0 0,0 1 1 0 0,1-1-1 0 0,-1 0 1 0 0,0 0-1 0 0,1 0 1 0 0,-1 0 0 0 0,1 0-1 0 0,0 0 1 0 0,-1 0-1 0 0,1 0 1 0 0,0 0-1 0 0,0 0 1 0 0,-1 0 0 0 0,1 0-1 0 0,0 0 1 0 0,2 1-1 0 0,0-1 64 0 0,0 1 0 0 0,0 0-1 0 0,0-1 1 0 0,0 1-1 0 0,0-1 1 0 0,1 0 0 0 0,6 1-1 0 0,2 0 107 0 0,0-1 0 0 0,1-1 0 0 0,18-1 0 0 0,2-1-87 0 0,60-7-2533 0 0,-77 6-3818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4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59 7370 0 0,'-2'2'269'0'0,"1"0"0"0"0,0 0 0 0 0,0 0 0 0 0,0 0 0 0 0,0 1 0 0 0,0-1 0 0 0,0 0 0 0 0,1 1 0 0 0,-1-1 0 0 0,1 1 0 0 0,0-1 0 0 0,-1 0 0 0 0,1 1 0 0 0,0-1 0 0 0,0 1 0 0 0,1-1 0 0 0,0 3 0 0 0,-1 1 373 0 0,1 1 1 0 0,1-1 0 0 0,-1 0-1 0 0,1 0 1 0 0,4 9-1 0 0,79 123 2823 0 0,-74-201-6048 0 0,-9 51 2451 0 0,1-14 123 0 0,2-1 0 0 0,14-42 0 0 0,-17 64 89 0 0,0-1 0 0 0,0 1 1 0 0,0 0-1 0 0,0 0 0 0 0,1 0 1 0 0,0 0-1 0 0,0 0 0 0 0,1 0 0 0 0,-1 1 1 0 0,1 0-1 0 0,0-1 0 0 0,0 2 1 0 0,0-1-1 0 0,1 0 0 0 0,-1 1 1 0 0,1 0-1 0 0,0 0 0 0 0,0 0 1 0 0,5-2-1 0 0,-7 4-21 0 0,-1 1 0 0 0,1-1 0 0 0,0 1 0 0 0,-1 0 0 0 0,1 0 0 0 0,-1 0 1 0 0,1 0-1 0 0,-1 0 0 0 0,1 1 0 0 0,-1-1 0 0 0,1 1 0 0 0,-1-1 0 0 0,1 1 0 0 0,-1 0 0 0 0,0 0 0 0 0,1 0 0 0 0,-1 0 1 0 0,0 0-1 0 0,0 1 0 0 0,1-1 0 0 0,-1 1 0 0 0,0 0 0 0 0,-1-1 0 0 0,1 1 0 0 0,0 0 0 0 0,0 0 0 0 0,-1 0 1 0 0,1 0-1 0 0,1 4 0 0 0,5 8 235 0 0,0 0 0 0 0,-2 1 0 0 0,10 27 0 0 0,-7-17-68 0 0,55 116-1857 0 0,-54-124 303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5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0 386 6913 0 0,'6'-10'3813'0'0,"-4"31"1236"0"0,-1-11-5841 0 0,1-1 962 0 0,1 0 0 0 0,0 0-1 0 0,0 0 1 0 0,1 0 0 0 0,0 0-1 0 0,0-1 1 0 0,1 1 0 0 0,0-1 0 0 0,1 0-1 0 0,0-1 1 0 0,0 0 0 0 0,0 0-1 0 0,1 0 1 0 0,0 0 0 0 0,0-1 0 0 0,1 0-1 0 0,9 5 1 0 0,-4-4-7 0 0,0 0 1 0 0,0-1-1 0 0,0 0 1 0 0,0-1-1 0 0,1-1 1 0 0,0 0-1 0 0,0-1 1 0 0,0 0-1 0 0,1-1 1 0 0,22 0-1 0 0,-33-2-177 0 0,-1 0-1 0 0,1 0 1 0 0,-1 0 0 0 0,0-1-1 0 0,1 1 1 0 0,-1-1-1 0 0,1 0 1 0 0,-1 0-1 0 0,0 0 1 0 0,0 0 0 0 0,0 0-1 0 0,1-1 1 0 0,-1 0-1 0 0,0 1 1 0 0,-1-1-1 0 0,1 0 1 0 0,0 0 0 0 0,0-1-1 0 0,-1 1 1 0 0,0-1-1 0 0,3-2 1 0 0,-3 2-50 0 0,-1 0 0 0 0,0 0 0 0 0,0 0 0 0 0,0 0 0 0 0,0 0 0 0 0,-1 0-1 0 0,1 0 1 0 0,-1 0 0 0 0,1 0 0 0 0,-1 0 0 0 0,0-1 0 0 0,-1 1 0 0 0,1 0 0 0 0,0 0 0 0 0,-1 0 0 0 0,0 0 0 0 0,0 0 0 0 0,0 0 0 0 0,0 0-1 0 0,0 0 1 0 0,0 0 0 0 0,-1 0 0 0 0,-2-3 0 0 0,-1-2-46 0 0,-1-1 1 0 0,0 1-1 0 0,0 0 0 0 0,-1 0 1 0 0,0 1-1 0 0,-1 0 0 0 0,1 0 0 0 0,-13-7 1 0 0,-7-3-143 0 0,-39-18 0 0 0,38 21-420 0 0,-33-22 0 0 0,60 36 595 0 0,0-1 1 0 0,0 1 0 0 0,1-1-1 0 0,-1 1 1 0 0,0-1-1 0 0,0 1 1 0 0,1-1 0 0 0,-1 1-1 0 0,1-1 1 0 0,-1 0-1 0 0,0 1 1 0 0,1-1 0 0 0,-1 0-1 0 0,1 0 1 0 0,-1 1-1 0 0,1-1 1 0 0,0 0 0 0 0,-1 0-1 0 0,1 0 1 0 0,0 0-1 0 0,0 1 1 0 0,-1-1-1 0 0,1 0 1 0 0,0 0 0 0 0,0 0-1 0 0,0 0 1 0 0,0 0-1 0 0,0 0 1 0 0,0-1 0 0 0,1 0-35 0 0,0 0-1 0 0,0 1 1 0 0,1-1 0 0 0,-1 1 0 0 0,0-1 0 0 0,0 1 0 0 0,1-1 0 0 0,-1 1 0 0 0,1 0 0 0 0,-1 0 0 0 0,1-1 0 0 0,0 1 0 0 0,2-1 0 0 0,8-4-576 0 0,2 0 0 0 0,24-7 0 0 0,-35 12 555 0 0,37-8-748 0 0,68-9 1 0 0,-71 13 1505 0 0,-1-1 1 0 0,60-17 0 0 0,-91 20-241 0 0,1 1 0 0 0,0 1 0 0 0,0-1 0 0 0,0 1 0 0 0,0 0 0 0 0,0 0 0 0 0,1 1 0 0 0,9 0-1 0 0,-13 0-259 0 0,-1 1 0 0 0,1 0 0 0 0,-1 0 0 0 0,1-1 0 0 0,-1 2 0 0 0,0-1 0 0 0,1 0 1 0 0,-1 0-1 0 0,0 1 0 0 0,0-1 0 0 0,0 1 0 0 0,0-1 0 0 0,0 1 0 0 0,0 0 0 0 0,-1 0 0 0 0,1 0 0 0 0,0 0 0 0 0,-1 0 0 0 0,1 0 0 0 0,-1 1 0 0 0,0-1 0 0 0,0 0 0 0 0,1 3 0 0 0,7 19 282 0 0,-2-7-196 0 0,0 0 0 0 0,1 0 0 0 0,1-1 0 0 0,18 27 0 0 0,-25-40-157 0 0,1 0 0 0 0,-1 0 0 0 0,1 0-1 0 0,-1 0 1 0 0,1-1 0 0 0,0 0 0 0 0,0 1-1 0 0,0-1 1 0 0,0 0 0 0 0,1 0 0 0 0,-1-1 0 0 0,0 1-1 0 0,1-1 1 0 0,-1 1 0 0 0,1-1 0 0 0,0 0-1 0 0,-1-1 1 0 0,1 1 0 0 0,0-1 0 0 0,-1 1-1 0 0,1-1 1 0 0,0 0 0 0 0,0 0 0 0 0,-1-1-1 0 0,1 1 1 0 0,0-1 0 0 0,-1 0 0 0 0,1 0-1 0 0,6-3 1 0 0,-7 3-19 0 0,1-1-1 0 0,-1 1 1 0 0,0-1 0 0 0,0 0 0 0 0,0 0-1 0 0,0-1 1 0 0,0 1 0 0 0,-1-1 0 0 0,1 1-1 0 0,-1-1 1 0 0,1 0 0 0 0,-1 0 0 0 0,0 0-1 0 0,0 0 1 0 0,-1 0 0 0 0,1 0-1 0 0,2-7 1 0 0,0-4 221 0 0,-1 1 0 0 0,0-1 0 0 0,2-21 0 0 0,-4 24-146 0 0,0 0-1 0 0,1 0 1 0 0,0 0 0 0 0,6-16 0 0 0,-7 27-112 0 0,-1-1 1 0 0,0 1 0 0 0,0 0 0 0 0,1-1 0 0 0,-1 1 0 0 0,0 0 0 0 0,0-1 0 0 0,1 1 0 0 0,-1 0 0 0 0,0 0 0 0 0,1-1 0 0 0,-1 1 0 0 0,0 0 0 0 0,1 0 0 0 0,-1-1 0 0 0,0 1-1 0 0,1 0 1 0 0,-1 0 0 0 0,0 0 0 0 0,1 0 0 0 0,-1 0 0 0 0,1 0 0 0 0,-1 0 0 0 0,0 0 0 0 0,1 0 0 0 0,-1 0 0 0 0,1 0 0 0 0,-1 0 0 0 0,0 0 0 0 0,1 0 0 0 0,-1 0 0 0 0,1 0-1 0 0,-1 0 1 0 0,0 0 0 0 0,1 0 0 0 0,-1 1 0 0 0,1-1 0 0 0,-1 0 0 0 0,0 0 0 0 0,1 0 0 0 0,-1 1 0 0 0,0-1 0 0 0,0 0 0 0 0,1 1 0 0 0,-1-1 0 0 0,0 0 0 0 0,0 1 0 0 0,1-1-1 0 0,-1 0 1 0 0,0 1 0 0 0,1 0 0 0 0,15 20 11 0 0,-14-19-5 0 0,0 2 9 0 0,8 10 80 0 0,0 1 1 0 0,1-1 0 0 0,14 13-1 0 0,-22-24-85 0 0,0-1 0 0 0,0 1 0 0 0,-1-1-1 0 0,1 1 1 0 0,1-1 0 0 0,-1 0 0 0 0,0 0 0 0 0,0-1 0 0 0,1 1-1 0 0,-1-1 1 0 0,1 1 0 0 0,0-1 0 0 0,-1 0 0 0 0,1 0-1 0 0,0-1 1 0 0,0 1 0 0 0,-1-1 0 0 0,1 0 0 0 0,0 0 0 0 0,0 0-1 0 0,4-1 1 0 0,-6 0 11 0 0,1 0 1 0 0,-1 0-1 0 0,0 0 0 0 0,0 0 0 0 0,0 0 0 0 0,0-1 1 0 0,0 1-1 0 0,0-1 0 0 0,0 1 0 0 0,0-1 0 0 0,-1 0 0 0 0,1 0 1 0 0,0 0-1 0 0,-1 0 0 0 0,0 0 0 0 0,1 0 0 0 0,-1 0 0 0 0,0 0 1 0 0,0 0-1 0 0,0-1 0 0 0,-1 1 0 0 0,1 0 0 0 0,0-1 1 0 0,-1 1-1 0 0,0-1 0 0 0,1 1 0 0 0,-1 0 0 0 0,0-1 0 0 0,-1-3 1 0 0,1-9 18 0 0,-1 0 0 0 0,-1 0 1 0 0,-5-22-1 0 0,5 27-47 0 0,-21-85-512 0 0,19 83-1098 0 0,-1-1 0 0 0,-11-21 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5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0 118 5985 0 0,'0'0'104'0'0,"0"0"0"0"0,0-1 0 0 0,0 1 0 0 0,0 0 0 0 0,0-1 0 0 0,0 1 0 0 0,0 0 0 0 0,1 0 0 0 0,-1-1 0 0 0,0 1 0 0 0,0 0 0 0 0,0-1-1 0 0,0 1 1 0 0,1 0 0 0 0,-1 0 0 0 0,0-1 0 0 0,0 1 0 0 0,0 0 0 0 0,1 0 0 0 0,-1-1 0 0 0,0 1 0 0 0,1 0 0 0 0,-1 0 0 0 0,0 0 0 0 0,0-1 0 0 0,1 1 0 0 0,-1 0 0 0 0,0 0-1 0 0,1 0 1 0 0,-1 0 0 0 0,0 0 0 0 0,1 0 0 0 0,-1 0 0 0 0,0 0 0 0 0,1 0 0 0 0,-1 0 0 0 0,0 0 0 0 0,1 0 0 0 0,-1 0 0 0 0,0 0 0 0 0,1 0 0 0 0,-1 0 0 0 0,0 0 0 0 0,1 0-1 0 0,13 16 2774 0 0,6 24-79 0 0,-15-22-1944 0 0,0 3-182 0 0,0 0-1 0 0,-1 0 1 0 0,0 26 0 0 0,-4-50-416 0 0,-1-2-132 0 0,1 0 0 0 0,-1 0 0 0 0,1 0 0 0 0,0-1 0 0 0,1-7 0 0 0,5-7-82 0 0,0 0 0 0 0,1 1 0 0 0,1 0 0 0 0,0 0 0 0 0,2 1 0 0 0,0 0 0 0 0,1 0 0 0 0,1 1 0 0 0,0 1 0 0 0,21-22 1 0 0,-30 35-28 0 0,0 0 0 0 0,-1 1 1 0 0,1-1-1 0 0,0 1 1 0 0,1 0-1 0 0,-1-1 0 0 0,0 1 1 0 0,1 1-1 0 0,-1-1 1 0 0,1 0-1 0 0,-1 1 0 0 0,1 0 1 0 0,0 0-1 0 0,-1 0 1 0 0,1 0-1 0 0,0 1 0 0 0,0-1 1 0 0,0 1-1 0 0,0 0 1 0 0,0 0-1 0 0,0 1 0 0 0,-1-1 1 0 0,1 1-1 0 0,0 0 1 0 0,0 0-1 0 0,-1 0 0 0 0,1 0 1 0 0,0 0-1 0 0,-1 1 1 0 0,1 0-1 0 0,-1 0 0 0 0,5 3 1 0 0,7 7 101 0 0,-2 0-1 0 0,1 2 1 0 0,-1-1 0 0 0,-1 1 0 0 0,16 25-1 0 0,3 1-963 0 0,-16-24-4423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0:56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3209 0 0,'1'0'288'0'0,"0"0"-288"0"0,2 0 0 0 0,0 0 0 0 0,1 0 1232 0 0,0 0-568 0 0,1 0 0 0 0,3 0 617 0 0,3 0 127 0 0,2 3 32 0 0,-2-2 8 0 0,-4-2-1151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1:33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1775 173 920 0 0,'-5'-3'348'0'0,"-1"0"-1"0"0,1 0 1 0 0,-1-1-1 0 0,1 0 1 0 0,0 0 0 0 0,1-1-1 0 0,-1 1 1 0 0,1-1-1 0 0,0 0 1 0 0,0 0-1 0 0,0-1 1 0 0,-4-8 0 0 0,5 8-3 0 0,-1 0 1 0 0,0 0 0 0 0,0 0 0 0 0,-1 0-1 0 0,0 1 1 0 0,0 0 0 0 0,0 0-1 0 0,-1 0 1 0 0,1 0 0 0 0,-1 1 0 0 0,-7-4-1 0 0,-2 2-63 0 0,0 0 0 0 0,0 1 0 0 0,-1 1 0 0 0,-32-4 0 0 0,-68-1 437 0 0,68 7-350 0 0,26 1-146 0 0,0 2 0 0 0,1 0-1 0 0,-1 1 1 0 0,0 2 0 0 0,1 0 0 0 0,-25 8-1 0 0,-121 53-277 0 0,82-30-495 0 0,54-23 532 0 0,0 2 1 0 0,1 1 0 0 0,0 1-1 0 0,1 2 1 0 0,1 1 0 0 0,1 1-1 0 0,1 1 1 0 0,-41 43 0 0 0,-15 28-145 0 0,-45 47-163 0 0,88-100 380 0 0,2 2 0 0 0,1 2 1 0 0,2 1-1 0 0,3 1 0 0 0,1 2 0 0 0,3 1 0 0 0,-37 88 0 0 0,38-73-23 0 0,3 1 0 0 0,3 1-1 0 0,3 1 1 0 0,2 0-1 0 0,-6 85 1 0 0,18-115-211 0 0,-10 331 963 0 0,15-323-636 0 0,1 0 0 0 0,3 0 0 0 0,1 0 0 0 0,2-1 0 0 0,3 0 0 0 0,20 52 0 0 0,2-26 241 0 0,4-1 0 0 0,89 122 0 0 0,-109-165-341 0 0,10 14-128 0 0,2-2-1 0 0,2 0 1 0 0,1-2-1 0 0,2-2 0 0 0,1-1 1 0 0,2-1-1 0 0,1-3 1 0 0,1-1-1 0 0,1-1 1 0 0,1-3-1 0 0,1-2 0 0 0,1-1 1 0 0,91 26-1 0 0,41 6 9 0 0,127 30 109 0 0,-270-76-24 0 0,0-2 0 0 0,0-1 0 0 0,1-1 0 0 0,-1-2 0 0 0,1-1-1 0 0,-1-2 1 0 0,41-8 0 0 0,-42 2-30 0 0,-1-1 0 0 0,0-2 0 0 0,0-1 0 0 0,-1-1 0 0 0,-1-1 0 0 0,35-25 0 0 0,-17 7-46 0 0,-1-3 1 0 0,71-71-1 0 0,-81 68 270 0 0,-2-2 0 0 0,-2-1 0 0 0,-1-1 0 0 0,-3-2 0 0 0,-1-1 0 0 0,-2-1 0 0 0,-3-1 0 0 0,30-94 1 0 0,-12 16 260 0 0,-7-3 1 0 0,23-170 0 0 0,-47 222-305 0 0,-4 0 1 0 0,-3-1-1 0 0,-4 0 0 0 0,-2 1 1 0 0,-21-102-1 0 0,-158-500 983 0 0,172 647-1007 0 0,-1 1 1 0 0,-2 1-1 0 0,0 0 0 0 0,-37-53 0 0 0,37 64 20 0 0,-1 1-1 0 0,-1 0 0 0 0,0 2 1 0 0,-1 0-1 0 0,-1 0 1 0 0,0 2-1 0 0,-37-23 0 0 0,-270-123 7 0 0,238 124-720 0 0,44 22-37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27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 5529 0 0,'-3'-8'2382'0'0,"17"14"-484"0"0,3 7-1874 0 0,-1 1 1 0 0,-1 0-1 0 0,26 32 1 0 0,36 61 140 0 0,10 10 253 0 0,132 123 991 0 0,-63-72-361 0 0,118 101 387 0 0,-17-17-350 0 0,-97-88-576 0 0,14 15-170 0 0,-151-152-253 0 0,0 2 0 0 0,23 38 0 0 0,-36-50-300 0 0,0 0 0 0 0,-2 0 0 0 0,0 1 0 0 0,-1 0 0 0 0,9 36 0 0 0,-14-36-1311 0 0,-1-1-3517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27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1736 24 10138 0 0,'0'-1'86'0'0,"0"0"-33"0"0,0 1-1 0 0,-1-1 0 0 0,1 0 0 0 0,0 1 0 0 0,0-1 0 0 0,0 0 0 0 0,0 0 0 0 0,-1 1 0 0 0,1-1 0 0 0,0 0 1 0 0,0 0-1 0 0,0 1 0 0 0,1-1 0 0 0,-1 0 0 0 0,0 0 0 0 0,0 1 0 0 0,0-1 0 0 0,0 0 0 0 0,1 0 1 0 0,-1 1-1 0 0,0-1 0 0 0,1 0 0 0 0,-1 1 0 0 0,1-1 0 0 0,-1 1 0 0 0,1-1 0 0 0,-1 0 0 0 0,1 1 0 0 0,-1-1 1 0 0,1 1-1 0 0,-1-1 0 0 0,2 0 0 0 0,-1 2-87 0 0,-1-1 0 0 0,1 0-1 0 0,-1 1 1 0 0,0-1 0 0 0,1 1 0 0 0,-1-1 0 0 0,1 1 0 0 0,-1-1-1 0 0,0 1 1 0 0,0 0 0 0 0,1-1 0 0 0,-1 1 0 0 0,0-1-1 0 0,0 1 1 0 0,0 0 0 0 0,1-1 0 0 0,-1 1 0 0 0,0 0 0 0 0,0-1-1 0 0,0 1 1 0 0,0-1 0 0 0,0 1 0 0 0,0 0 0 0 0,0-1 0 0 0,-1 1-1 0 0,1 0 1 0 0,0-1 0 0 0,0 1 0 0 0,-1 0 0 0 0,-2 23-724 0 0,-4 3 383 0 0,-1 0 1 0 0,-2 0-1 0 0,0-1 0 0 0,-2-1 0 0 0,-1 0 1 0 0,-24 35-1 0 0,-111 132 174 0 0,80-110 175 0 0,-328 373 2338 0 0,66-79 2314 0 0,174-188-2862 0 0,7-3-1177 0 0,-199 323 0 0 0,329-482-552 0 0,15-22-171 0 0,0 0 0 0 0,1 0 0 0 0,0 1 0 0 0,0-1 0 0 0,0 1 0 0 0,1 0 0 0 0,-1-1 0 0 0,1 1 0 0 0,0 0 0 0 0,-2 10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6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86 11058 0 0,'-2'-11'1012'0'0,"1"0"-1"0"0,1 0 0 0 0,0 0 1 0 0,1 0-1 0 0,3-20 0 0 0,-20 158 1772 0 0,12 78-2717 0 0,3-144 131 0 0,-2 155-105 0 0,5 363 410 0 0,42-217 1849 0 0,-14-163-4327 0 0,-24-162-2337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90 151 6449 0 0,'-12'-2'507'0'0,"-1"-1"-1"0"0,0 0 0 0 0,-13-6 0 0 0,2-1 411 0 0,22 8-18 0 0,11 3 471 0 0,24 4-168 0 0,0-2-1 0 0,0-1 1 0 0,59-4 0 0 0,101-21 962 0 0,-133 14-1527 0 0,423-81-849 0 0,-465 86 55 0 0,-12 3-563 0 0,0 0-1 0 0,0 0 1 0 0,0 0 0 0 0,0 1 0 0 0,0-1 0 0 0,10 2 0 0 0,-5 2-975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7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10138 0 0,'53'-26'2426'0'0,"1"2"0"0"0,58-17 0 0 0,-85 33-3131 0 0,1 2 0 0 0,0 0 1 0 0,1 2-1 0 0,0 1 0 0 0,-1 1 0 0 0,35 3 1 0 0,7 5-3201 0 0,-56-4 2849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7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10594 0 0,'-1'0'53'0'0,"0"0"0"0"0,1 0 0 0 0,-1 0-1 0 0,0 1 1 0 0,0-1 0 0 0,1 0 0 0 0,-1 1-1 0 0,0-1 1 0 0,0 0 0 0 0,1 1 0 0 0,-1-1-1 0 0,0 1 1 0 0,1-1 0 0 0,-1 1 0 0 0,0-1-1 0 0,1 1 1 0 0,-1-1 0 0 0,1 1 0 0 0,-1 0 0 0 0,1-1-1 0 0,-1 1 1 0 0,1 0 0 0 0,0 0 0 0 0,-1 0-1 0 0,14 9 329 0 0,6 2-264 0 0,-13-7 28 0 0,-1 0 1 0 0,0 1 0 0 0,-1 0 0 0 0,1 0 0 0 0,-1 1-1 0 0,0-1 1 0 0,-1 1 0 0 0,0 0 0 0 0,0-1 0 0 0,3 12-1 0 0,2 12 1026 0 0,6 37 0 0 0,-10-47-918 0 0,84 548 4160 0 0,-85-544-4548 0 0,13 157-1651 0 0,-16-165-5080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8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275 377 920 0 0,'-18'-4'98'0'0,"1"0"0"0"0,-1-2 0 0 0,1 0 0 0 0,0-1 0 0 0,1-1 0 0 0,0 0 0 0 0,-24-17 0 0 0,29 18 618 0 0,0 0-1 0 0,-22-8 0 0 0,29 13-419 0 0,1 1-1 0 0,-1-1 1 0 0,0 1 0 0 0,0 1 0 0 0,0-1 0 0 0,0 0-1 0 0,0 1 1 0 0,0 0 0 0 0,0 0 0 0 0,0 0 0 0 0,0 0-1 0 0,0 0 1 0 0,-5 2 0 0 0,47 1 754 0 0,632-84 5712 0 0,-488 51-5713 0 0,695-109 1815 0 0,-773 126-2725 0 0,128 0 1 0 0,-184 13-398 0 0,0 3 1 0 0,-1 2 0 0 0,0 1-1 0 0,1 3 1 0 0,46 15 0 0 0,-72-16-1456 0 0,-1 0-4391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8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10594 0 0,'0'0'19'0'0,"-1"0"0"0"0,1-1 0 0 0,0 1 0 0 0,0-1 0 0 0,0 1 0 0 0,0 0 0 0 0,1-1 0 0 0,-1 1 0 0 0,0 0 0 0 0,0-1 0 0 0,0 1 0 0 0,0 0 0 0 0,0-1 0 0 0,0 1 1 0 0,0 0-1 0 0,1-1 0 0 0,-1 1 0 0 0,0 0 0 0 0,0-1 0 0 0,1 1 0 0 0,-1 0 0 0 0,0 0 0 0 0,0-1 0 0 0,1 1 0 0 0,-1 0 0 0 0,0 0 0 0 0,0-1 0 0 0,1 1 0 0 0,-1 0 0 0 0,0 0 0 0 0,1 0 0 0 0,-1 0 0 0 0,0 0 0 0 0,1 0 0 0 0,-1-1 0 0 0,1 1 0 0 0,-1 0 0 0 0,0 0 0 0 0,1 0 0 0 0,-1 0 0 0 0,21 7-96 0 0,-16-4 167 0 0,1 1 0 0 0,-1-1-1 0 0,0 1 1 0 0,0 0 0 0 0,5 6 0 0 0,-5-3 88 0 0,-1 0 1 0 0,1 1 0 0 0,-2 0-1 0 0,1-1 1 0 0,-1 1 0 0 0,0 1-1 0 0,-1-1 1 0 0,0 0-1 0 0,2 16 1 0 0,-1 9 740 0 0,-1 40 0 0 0,-1-45-409 0 0,10 469 1953 0 0,-11-462-4183 0 0,0-19-4303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9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10138 0 0,'20'-4'5160'0'0,"88"-12"-4448"0"0,-86 13-575 0 0,39-3 555 0 0,-58 6-679 0 0,0 0 0 0 0,1 0 0 0 0,-1 0 0 0 0,1 1 0 0 0,-1-1 0 0 0,0 1 0 0 0,0 0 0 0 0,1 0 0 0 0,-1 0 0 0 0,0 0 0 0 0,0 1 0 0 0,0-1 0 0 0,0 1 0 0 0,3 2 0 0 0,-5-3-36 0 0,0 1 1 0 0,0-1-1 0 0,0 1 0 0 0,0-1 0 0 0,0 1 0 0 0,0 0 0 0 0,0-1 0 0 0,-1 1 0 0 0,1 0 0 0 0,-1 0 1 0 0,1-1-1 0 0,-1 1 0 0 0,0 0 0 0 0,0 0 0 0 0,0 0 0 0 0,0 0 0 0 0,0-1 0 0 0,0 1 1 0 0,0 0-1 0 0,-1 0 0 0 0,1 0 0 0 0,0 0 0 0 0,-1-1 0 0 0,0 1 0 0 0,1 0 0 0 0,-1-1 0 0 0,0 1 1 0 0,0 0-1 0 0,0-1 0 0 0,-2 3 0 0 0,-4 7 14 0 0,-1 0 1 0 0,0-1-1 0 0,-9 10 1 0 0,14-18-17 0 0,-37 38 768 0 0,28-29-349 0 0,-1 1 0 0 0,2 0 0 0 0,0 1-1 0 0,0 0 1 0 0,-14 24 0 0 0,25-36-408 0 0,0-1-1 0 0,-1 1 0 0 0,1 0 1 0 0,0 0-1 0 0,0-1 0 0 0,0 1 1 0 0,0 0-1 0 0,-1 0 1 0 0,1-1-1 0 0,0 1 0 0 0,0 0 1 0 0,1 0-1 0 0,-1-1 1 0 0,0 1-1 0 0,0 0 0 0 0,0-1 1 0 0,0 1-1 0 0,1 0 1 0 0,-1 0-1 0 0,0-1 0 0 0,0 1 1 0 0,1 0-1 0 0,-1-1 1 0 0,1 1-1 0 0,-1-1 0 0 0,1 1 1 0 0,-1 0-1 0 0,1-1 0 0 0,-1 1 1 0 0,1-1-1 0 0,-1 1 1 0 0,1-1-1 0 0,0 0 0 0 0,-1 1 1 0 0,1-1-1 0 0,0 0 1 0 0,-1 1-1 0 0,1-1 0 0 0,0 0 1 0 0,-1 0-1 0 0,1 1 1 0 0,0-1-1 0 0,0 0 0 0 0,-1 0 1 0 0,1 0-1 0 0,0 0 1 0 0,0 0-1 0 0,0 0 0 0 0,49 2-830 0 0,-37-2 1047 0 0,-2 1-136 0 0,-4-1 78 0 0,1 0 1 0 0,-1 1-1 0 0,1 0 1 0 0,-1 0-1 0 0,14 5 0 0 0,-19-6-108 0 0,-1 1 0 0 0,1 0 0 0 0,-1-1 0 0 0,0 1 0 0 0,1 0 0 0 0,-1 0-1 0 0,0 0 1 0 0,0 0 0 0 0,0 0 0 0 0,1 0 0 0 0,-1 1 0 0 0,0-1-1 0 0,0 0 1 0 0,-1 1 0 0 0,1-1 0 0 0,0 0 0 0 0,0 1 0 0 0,-1-1 0 0 0,1 1-1 0 0,-1-1 1 0 0,1 1 0 0 0,-1-1 0 0 0,0 1 0 0 0,1 0 0 0 0,-1-1 0 0 0,0 1-1 0 0,0-1 1 0 0,0 1 0 0 0,0 0 0 0 0,-1-1 0 0 0,1 1 0 0 0,0-1-1 0 0,-2 4 1 0 0,-1 6 195 0 0,-1 1-1 0 0,0-1 0 0 0,-1 0 1 0 0,-12 20-1 0 0,11-22-184 0 0,1 0 0 0 0,0 0 0 0 0,1 0 0 0 0,0 1 0 0 0,0 0 0 0 0,1 0 1 0 0,-2 12-1 0 0,5-21-224 0 0,1 0 0 0 0,-1 1 0 0 0,0-1 0 0 0,0 0 0 0 0,1 1 0 0 0,-1-1 1 0 0,1 0-1 0 0,-1 1 0 0 0,1-1 0 0 0,0 0 0 0 0,-1 0 0 0 0,1 0 0 0 0,0 0 0 0 0,0 0 1 0 0,0 0-1 0 0,0 0 0 0 0,0 0 0 0 0,0 0 0 0 0,0 0 0 0 0,0 0 0 0 0,0 0 0 0 0,0-1 1 0 0,1 1-1 0 0,-1 0 0 0 0,0-1 0 0 0,0 1 0 0 0,1-1 0 0 0,-1 0 0 0 0,0 1 0 0 0,1-1 1 0 0,2 0-1 0 0,3 2-1716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39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7858 0 0,'-1'1'137'0'0,"0"0"1"0"0,1 0-1 0 0,-1 1 1 0 0,0-1-1 0 0,1 0 1 0 0,-1 0 0 0 0,1 1-1 0 0,-1-1 1 0 0,1 0-1 0 0,0 1 1 0 0,-1-1-1 0 0,1 0 1 0 0,0 1-1 0 0,0-1 1 0 0,0 1 0 0 0,0-1-1 0 0,0 0 1 0 0,1 1-1 0 0,-1 1 1 0 0,11 34 2840 0 0,-3-5-1979 0 0,17 264 3775 0 0,-8-67-2388 0 0,-9-156-1913 0 0,9 170 25 0 0,-19-212-1495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0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11522 0 0,'-17'4'2542'0'0,"-16"7"-634"0"0,31-11-1860 0 0,1 1 0 0 0,0-1 0 0 0,0 1 0 0 0,0 0-1 0 0,0 0 1 0 0,0 0 0 0 0,0-1 0 0 0,0 1 0 0 0,0 0 0 0 0,0 0 0 0 0,0 0-1 0 0,0 1 1 0 0,0-1 0 0 0,1 0 0 0 0,-1 0 0 0 0,1 0 0 0 0,-1 0 0 0 0,1 1-1 0 0,-1-1 1 0 0,1 0 0 0 0,-1 3 0 0 0,1-3 0 0 0,0 0 0 0 0,1 0 0 0 0,-1 0 0 0 0,0 0-1 0 0,1 0 1 0 0,-1 0 0 0 0,1 1 0 0 0,-1-1 0 0 0,1 0 0 0 0,-1 0 0 0 0,1-1 0 0 0,0 1 0 0 0,0 0 0 0 0,-1 0-1 0 0,1 0 1 0 0,0 0 0 0 0,0-1 0 0 0,0 1 0 0 0,0 0 0 0 0,0-1 0 0 0,0 1 0 0 0,0 0 0 0 0,0-1-1 0 0,0 0 1 0 0,0 1 0 0 0,0-1 0 0 0,0 1 0 0 0,0-1 0 0 0,1 0 0 0 0,-1 0 0 0 0,0 0 0 0 0,0 0 0 0 0,0 0-1 0 0,3 0 1 0 0,42 0 400 0 0,-15-4-507 0 0,41-10 0 0 0,-54 9 23 0 0,1 1-1 0 0,0 0 1 0 0,0 2 0 0 0,0 0-1 0 0,0 1 1 0 0,0 1-1 0 0,21 2 1 0 0,-40-2 38 0 0,1 0-1 0 0,0 0 1 0 0,0 1-1 0 0,0-1 1 0 0,0 0-1 0 0,0 0 1 0 0,0 1 0 0 0,0-1-1 0 0,-1 0 1 0 0,1 1-1 0 0,0-1 1 0 0,0 1-1 0 0,-1-1 1 0 0,1 1 0 0 0,0-1-1 0 0,0 1 1 0 0,-1 0-1 0 0,1-1 1 0 0,-1 1-1 0 0,1 0 1 0 0,-1 0 0 0 0,1-1-1 0 0,-1 1 1 0 0,1 0-1 0 0,-1 0 1 0 0,1 0 0 0 0,-1 1-1 0 0,0 0 7 0 0,0 0 0 0 0,0 0 0 0 0,0 0 1 0 0,0 0-1 0 0,0 0 0 0 0,-1 0 0 0 0,1 0 0 0 0,-1 0 0 0 0,1 0 0 0 0,-1-1 0 0 0,0 1 0 0 0,-1 2 0 0 0,-6 9 70 0 0,0-1-1 0 0,-19 22 1 0 0,19-24-44 0 0,-50 59 333 0 0,-33 44 878 0 0,91-113-1281 0 0,-1 0 0 0 0,1 1-1 0 0,0-1 1 0 0,-1 0-1 0 0,1 1 1 0 0,0-1-1 0 0,0 1 1 0 0,-1-1 0 0 0,1 0-1 0 0,0 1 1 0 0,0-1-1 0 0,0 1 1 0 0,-1-1-1 0 0,1 0 1 0 0,0 1 0 0 0,0-1-1 0 0,0 1 1 0 0,0-1-1 0 0,0 1 1 0 0,0-1 0 0 0,0 1-1 0 0,0-1 1 0 0,0 1-1 0 0,0-1 1 0 0,0 0-1 0 0,0 1 1 0 0,1-1 0 0 0,-1 1-1 0 0,0-1 1 0 0,0 1-1 0 0,1-1 1 0 0,14 5-763 0 0,38-11 300 0 0,-27 3 910 0 0,-22 2-334 0 0,0 1-1 0 0,1 0 1 0 0,-1 0-1 0 0,0 1 1 0 0,1-1-1 0 0,-1 1 1 0 0,0 0-1 0 0,0 0 1 0 0,0 0-1 0 0,0 1 1 0 0,0-1-1 0 0,0 1 1 0 0,0 0-1 0 0,0 0 1 0 0,-1 0-1 0 0,1 1 1 0 0,-1-1-1 0 0,0 1 1 0 0,4 3-1 0 0,-5-3-22 0 0,0 0-1 0 0,0 0 0 0 0,-1 0 0 0 0,1 1 1 0 0,-1-1-1 0 0,0 0 0 0 0,0 1 0 0 0,0-1 1 0 0,0 0-1 0 0,0 1 0 0 0,-1-1 0 0 0,0 1 1 0 0,1-1-1 0 0,-1 1 0 0 0,-1 0 1 0 0,1-1-1 0 0,0 1 0 0 0,-1-1 0 0 0,0 1 1 0 0,0-1-1 0 0,0 0 0 0 0,0 1 0 0 0,-3 4 1 0 0,-25 49 350 0 0,22-46-753 0 0,0 0-1 0 0,1 0 1 0 0,1 1 0 0 0,0 0 0 0 0,1 0-1 0 0,-6 24 1 0 0,12-22-2184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1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2813 1 2304 0 0,'4'24'8404'0'0,"4"9"-5024"0"0,40 141 2076 0 0,1 91-3109 0 0,-35-196-1761 0 0,41 118 1 0 0,-54-186-594 0 0,-1-1 0 0 0,0 1 1 0 0,1 0-1 0 0,-1 0 1 0 0,0-1-1 0 0,0 1 1 0 0,1 0-1 0 0,-1 0 1 0 0,0 0-1 0 0,0-1 0 0 0,0 1 1 0 0,0 0-1 0 0,0 0 1 0 0,0 0-1 0 0,0-1 1 0 0,-1 1-1 0 0,1 0 0 0 0,0 0 1 0 0,0 0-1 0 0,-1-1 1 0 0,1 1-1 0 0,0 0 1 0 0,-1-1-1 0 0,1 1 0 0 0,-1 0 1 0 0,1 0-1 0 0,-1-1 1 0 0,1 1-1 0 0,-1-1 1 0 0,1 1-1 0 0,-1-1 1 0 0,1 1-1 0 0,-1-1 0 0 0,0 1 1 0 0,0-1-1 0 0,0 1 1 0 0,-1 0-32 0 0,1-1 1 0 0,-1 0 0 0 0,0 1 0 0 0,0-1-1 0 0,0 0 1 0 0,1 0 0 0 0,-1 0 0 0 0,0 0-1 0 0,0 0 1 0 0,0-1 0 0 0,1 1 0 0 0,-1-1-1 0 0,0 1 1 0 0,1-1 0 0 0,-1 1 0 0 0,-2-2-1 0 0,-21-13-1293 0 0,21 12 1144 0 0,0 1 0 0 0,0-1-1 0 0,-1 1 1 0 0,1 0 0 0 0,-1 0 0 0 0,1 0 0 0 0,-1 0 0 0 0,0 1 0 0 0,0 0-1 0 0,-8-1 1 0 0,-203 2-764 0 0,32 2 373 0 0,-195 0 462 0 0,-2 0-268 0 0,106-16 1872 0 0,-209 0 1501 0 0,-38 39-2044 0 0,278-35-238 0 0,119 2-774 0 0,122 8-74 0 0,-29-3 431 0 0,31 3-404 0 0,0 0 0 0 0,0 0 0 0 0,-1 0 0 0 0,1 0 0 0 0,0-1 0 0 0,0 1 0 0 0,0 0 0 0 0,-1-1 0 0 0,1 1-1 0 0,0-1 1 0 0,0 1 0 0 0,0-1 0 0 0,0 0 0 0 0,0 1 0 0 0,0-1 0 0 0,0 0 0 0 0,0 0 0 0 0,0 1 0 0 0,-1-3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151 134 7834 0 0,'-20'5'457'0'0,"1"-2"1"0"0,-32 3-1 0 0,-10 5-63 0 0,86-8 380 0 0,275-42 1093 0 0,-188 21-856 0 0,560-64 2926 0 0,5 61-1535 0 0,-549 20-2706 0 0,54 3 1122 0 0,-155 0-2215 0 0,1 1-1 0 0,-1 2 1 0 0,0 1 0 0 0,41 14 0 0 0,-52-14-4248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2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12443 0 0,'2'1'85'0'0,"0"-1"1"0"0,0 1 0 0 0,-1 0 0 0 0,1 0 0 0 0,0 0-1 0 0,0 0 1 0 0,-1 0 0 0 0,1 0 0 0 0,-1 0-1 0 0,1 1 1 0 0,-1-1 0 0 0,1 0 0 0 0,1 4-1 0 0,21 25-759 0 0,-19-24 674 0 0,4 8 153 0 0,0 0 0 0 0,-1 0-1 0 0,-1 1 1 0 0,0 0 0 0 0,-1 1-1 0 0,-1-1 1 0 0,0 1 0 0 0,3 19-1 0 0,1 20 1434 0 0,1 61-1 0 0,-5-50-699 0 0,8 81 771 0 0,45 203 0 0 0,-36-266-1376 0 0,-9-42-241 0 0,-3 1 1 0 0,-1 0-1 0 0,-2 1 0 0 0,2 49 1 0 0,-5-26-1495 0 0,5-24-3974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2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14283 0 0,'-10'1'316'0'0,"0"1"0"0"0,1 1 0 0 0,-1 0 0 0 0,1 0 0 0 0,0 1 0 0 0,0 0 0 0 0,0 0 0 0 0,0 1-1 0 0,-9 7 1 0 0,18-12-314 0 0,0 0 1 0 0,0 1-1 0 0,-1-1 0 0 0,1 0 0 0 0,0 0 0 0 0,0 0 0 0 0,0 0 0 0 0,0 1 0 0 0,-1-1 0 0 0,1 0 0 0 0,0 0 0 0 0,0 0 1 0 0,0 0-1 0 0,0 1 0 0 0,0-1 0 0 0,0 0 0 0 0,0 0 0 0 0,0 1 0 0 0,-1-1 0 0 0,1 0 0 0 0,0 0 0 0 0,0 0 1 0 0,0 1-1 0 0,0-1 0 0 0,0 0 0 0 0,0 0 0 0 0,0 1 0 0 0,0-1 0 0 0,0 0 0 0 0,0 0 0 0 0,1 0 0 0 0,-1 1 0 0 0,0-1 1 0 0,0 0-1 0 0,0 0 0 0 0,0 1 0 0 0,0-1 0 0 0,0 0 0 0 0,0 0 0 0 0,0 0 0 0 0,1 0 0 0 0,-1 1 0 0 0,0-1 0 0 0,14 4-8 0 0,15-2 228 0 0,40-7 49 0 0,-21 1 88 0 0,0 2 1 0 0,72 6 0 0 0,-120-4-365 0 0,1 0 0 0 0,-1 0 1 0 0,1 0-1 0 0,0 0 0 0 0,-1 0 0 0 0,1 1 0 0 0,0-1 0 0 0,-1 0 1 0 0,1 0-1 0 0,-1 0 0 0 0,1 1 0 0 0,0-1 0 0 0,-1 0 1 0 0,1 0-1 0 0,-1 1 0 0 0,1-1 0 0 0,-1 1 0 0 0,1-1 0 0 0,-1 0 1 0 0,1 1-1 0 0,-1-1 0 0 0,0 1 0 0 0,1-1 0 0 0,-1 1 0 0 0,0-1 1 0 0,1 1-1 0 0,-1-1 0 0 0,0 1 0 0 0,1 0 0 0 0,-1-1 0 0 0,0 1 1 0 0,0 1-1 0 0,0-1-26 0 0,0 1-1 0 0,0 0 1 0 0,-1 0 0 0 0,1 0 0 0 0,-1 0-1 0 0,0-1 1 0 0,1 1 0 0 0,-1 0 0 0 0,0-1-1 0 0,0 1 1 0 0,-2 2 0 0 0,-40 46-748 0 0,36-42 688 0 0,-21 21 226 0 0,13-15 111 0 0,2 0-1 0 0,0 1 1 0 0,1 0 0 0 0,-19 32 0 0 0,30-47-265 0 0,1 1 0 0 0,0-1 0 0 0,-1 1 0 0 0,1-1 0 0 0,0 1 0 0 0,-1 0 0 0 0,1-1 0 0 0,0 1-1 0 0,0 0 1 0 0,0-1 0 0 0,0 1 0 0 0,0 0 0 0 0,0 0 0 0 0,0-1 0 0 0,0 1 0 0 0,0 0 0 0 0,0-1 0 0 0,0 1 0 0 0,0 0 0 0 0,0-1 0 0 0,0 1 0 0 0,1 0 0 0 0,-1-1-1 0 0,0 1 1 0 0,0 0 0 0 0,1-1 0 0 0,0 2 0 0 0,0-2-71 0 0,0 1 0 0 0,0 0 0 0 0,0 0 0 0 0,0-1 0 0 0,1 1 0 0 0,-1 0 0 0 0,0-1 0 0 0,1 1-1 0 0,-1-1 1 0 0,0 0 0 0 0,1 0 0 0 0,-1 1 0 0 0,2-1 0 0 0,53-3-2571 0 0,-43 1 2285 0 0,-3 2 63 0 0,7-2-63 0 0,1 1 0 0 0,25 3 0 0 0,-39-2 407 0 0,-1 0 0 0 0,1 1-1 0 0,0 0 1 0 0,0-1 0 0 0,0 1 0 0 0,0 1 0 0 0,-1-1 0 0 0,1 1-1 0 0,0-1 1 0 0,-1 1 0 0 0,0 0 0 0 0,1 0 0 0 0,-1 1-1 0 0,0-1 1 0 0,0 1 0 0 0,5 5 0 0 0,-6-5 87 0 0,-1-1-1 0 0,0 1 1 0 0,0 0 0 0 0,0-1 0 0 0,-1 1-1 0 0,1 0 1 0 0,-1 0 0 0 0,1 0 0 0 0,-1 0-1 0 0,0 0 1 0 0,0 0 0 0 0,0-1 0 0 0,0 1-1 0 0,-1 0 1 0 0,1 0 0 0 0,-1 0 0 0 0,0 0 0 0 0,0-1-1 0 0,0 1 1 0 0,-3 5 0 0 0,0 2 182 0 0,-1 0 0 0 0,-1-1 0 0 0,0 1 0 0 0,-7 9 0 0 0,-10 6-982 0 0,16-20-101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868 1 15203 0 0,'0'6'170'0'0,"0"0"1"0"0,0 0-1 0 0,1 0 0 0 0,0 0 0 0 0,0 0 0 0 0,0 0 0 0 0,1 0 1 0 0,-1 0-1 0 0,2 0 0 0 0,-1-1 0 0 0,6 11 0 0 0,4 13 213 0 0,2 21-338 0 0,-2 1 0 0 0,8 83 1 0 0,-1-9 205 0 0,128 780 3986 0 0,-125-759-4020 0 0,-4-26 82 0 0,4 175-1 0 0,-23-293-291 0 0,1 1 0 0 0,0-1 0 0 0,0 0 0 0 0,-1 0-1 0 0,1 0 1 0 0,-1 1 0 0 0,0-1 0 0 0,0 0 0 0 0,0 0 0 0 0,0 0 0 0 0,0 0-1 0 0,0 0 1 0 0,0 0 0 0 0,-1 0 0 0 0,1-1 0 0 0,0 1 0 0 0,-4 3-1 0 0,0-2-18 0 0,1 1-1 0 0,-1-1 1 0 0,0 0-1 0 0,0-1 1 0 0,0 1-1 0 0,-11 3 1 0 0,-2-1 12 0 0,-1 0 0 0 0,1-1 0 0 0,-27 1 0 0 0,-618 46-457 0 0,355-27-2266 0 0,269-20 1637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81 4921 0 0,'-4'-2'72'0'0,"0"0"0"0"0,0 1 0 0 0,-1-1 0 0 0,1 1 0 0 0,0-1 0 0 0,-1 1 0 0 0,1 1 0 0 0,-1-1 0 0 0,1 0 0 0 0,-1 1 0 0 0,1 0 0 0 0,-1 0 0 0 0,1 1 0 0 0,-1-1 0 0 0,-4 2 0 0 0,9-2-53 0 0,0 0 0 0 0,0 1-1 0 0,0-1 1 0 0,0 0 0 0 0,0 0-1 0 0,0 1 1 0 0,0-1 0 0 0,0 0-1 0 0,0 0 1 0 0,0 1 0 0 0,0-1-1 0 0,0 0 1 0 0,0 0 0 0 0,0 1-1 0 0,0-1 1 0 0,0 0 0 0 0,1 0-1 0 0,-1 0 1 0 0,0 1 0 0 0,0-1-1 0 0,0 0 1 0 0,0 0 0 0 0,1 0-1 0 0,-1 0 1 0 0,0 1 0 0 0,0-1-1 0 0,0 0 1 0 0,0 0 0 0 0,1 0-1 0 0,-1 0 1 0 0,0 0 0 0 0,0 0-1 0 0,1 0 1 0 0,-1 1 0 0 0,0-1-1 0 0,0 0 1 0 0,0 0 0 0 0,1 0-1 0 0,-1 0 1 0 0,0 0 0 0 0,0 0-1 0 0,1 0 1 0 0,-1 0 0 0 0,0 0 0 0 0,0 0-1 0 0,1 0 1 0 0,-1-1 0 0 0,15 7 458 0 0,0-3 95 0 0,1 0 0 0 0,1-2 1 0 0,-1 0-1 0 0,31-1 0 0 0,70-14 612 0 0,-32 2-1010 0 0,279-4 1891 0 0,-142 10 333 0 0,73-12 838 0 0,343-6-1547 0 0,-389 30-3167 0 0,-238-5 378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0,'5'0'411'0'0,"1"-1"1"0"0,-1 1-1 0 0,0 0 0 0 0,0 0 1 0 0,0 1-1 0 0,0 0 0 0 0,0 0 1 0 0,8 2-1 0 0,-4-1-464 0 0,0 0 87 0 0,0 0 1 0 0,0 1-1 0 0,-1 0 0 0 0,1 0 1 0 0,-1 1-1 0 0,1 0 0 0 0,-1 1 1 0 0,0-1-1 0 0,-1 2 1 0 0,1-1-1 0 0,-1 1 0 0 0,9 9 1 0 0,-8-6 230 0 0,-2-1 0 0 0,1 2 0 0 0,-1-1 1 0 0,-1 0-1 0 0,1 1 0 0 0,-2 0 1 0 0,1 1-1 0 0,-2-1 0 0 0,1 1 0 0 0,1 12 1 0 0,7 41 851 0 0,-4 1 0 0 0,1 92 0 0 0,6 54-365 0 0,22-23-531 0 0,-23-131-135 0 0,-2 1 0 0 0,-3 0 0 0 0,2 69 1 0 0,-12-95-2045 0 0,-1-1 0 0 0,-14 61 0 0 0,12-74-3867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5529 0 0,'-4'-19'2559'0'0,"4"17"-2103"0"0,0-1 0 0 0,0 1 1 0 0,0 0-1 0 0,-1-1 0 0 0,1 1 0 0 0,-1 0 1 0 0,0-1-1 0 0,1 1 0 0 0,-1 0 0 0 0,0 0 0 0 0,-1 0 1 0 0,-1-3-1 0 0,15 15 3064 0 0,-8-7-3370 0 0,0-1-1 0 0,0 0 1 0 0,0 0-1 0 0,0 0 0 0 0,0 0 1 0 0,0-1-1 0 0,1 0 1 0 0,6 2-1 0 0,12-1 35 0 0,0 0 0 0 0,0-2 1 0 0,33-2-1 0 0,-25 0 191 0 0,34 2 0 0 0,-55 1-330 0 0,0 0 0 0 0,0 1 1 0 0,0 0-1 0 0,-1 0 0 0 0,1 1 0 0 0,-1 0 0 0 0,14 7 0 0 0,-20-9-39 0 0,-1 0 1 0 0,0 1-1 0 0,0-1 0 0 0,0 0 0 0 0,0 1 0 0 0,0-1 0 0 0,0 1 0 0 0,0 0 0 0 0,-1 0 0 0 0,1 0 0 0 0,0 0 0 0 0,-1 0 0 0 0,0 0 0 0 0,1 0 0 0 0,-1 0 0 0 0,0 1 0 0 0,0-1 0 0 0,0 0 0 0 0,0 1 0 0 0,0 4 0 0 0,-1-3 17 0 0,0 1 0 0 0,0-1 0 0 0,0 0 0 0 0,-1 1 0 0 0,1-1 0 0 0,-1 0 1 0 0,0 1-1 0 0,-1-1 0 0 0,1 0 0 0 0,-1 0 0 0 0,-2 5 0 0 0,-5 7 54 0 0,-2 1-1 0 0,0-1 1 0 0,0-1 0 0 0,-19 19-1 0 0,-1-10-274 0 0,26-20-13 0 0,0-1-1 0 0,0 1 1 0 0,0 0 0 0 0,1 0 0 0 0,-8 9 0 0 0,13-12 78 0 0,0-1 1 0 0,0 1 0 0 0,1-1-1 0 0,-1 0 1 0 0,0 0 0 0 0,0 1 0 0 0,1-1-1 0 0,-1 0 1 0 0,0 0 0 0 0,1 0 0 0 0,-1 0-1 0 0,0 0 1 0 0,1-1 0 0 0,-1 1-1 0 0,0 0 1 0 0,1-1 0 0 0,-1 1 0 0 0,0 0-1 0 0,0-1 1 0 0,2 0 0 0 0,15-5-166 0 0,-7 1 40 0 0,1 2 0 0 0,0-1 0 0 0,0 1 1 0 0,20-1-1 0 0,-34 7 254 0 0,-1 1 1 0 0,0 0 0 0 0,0-1-1 0 0,-1 0 1 0 0,1 0 0 0 0,0 0-1 0 0,-5 3 1 0 0,-90 76 2933 0 0,89-74-2698 0 0,0 1 1 0 0,1 1 0 0 0,0 0-1 0 0,1 0 1 0 0,0 0 0 0 0,0 1-1 0 0,1 0 1 0 0,-5 13 0 0 0,10-23-341 0 0,1 1 0 0 0,-1-1 1 0 0,1 1-1 0 0,0-1 0 0 0,-1 1 0 0 0,1 0 1 0 0,0-1-1 0 0,0 1 0 0 0,0 0 0 0 0,0-1 1 0 0,0 1-1 0 0,0 0 0 0 0,1-1 0 0 0,-1 1 1 0 0,0-1-1 0 0,1 1 0 0 0,0 0 0 0 0,-1-1 1 0 0,1 1-1 0 0,0-1 0 0 0,0 0 0 0 0,1 3 1 0 0,0-2-6 0 0,1 1-1 0 0,-1-1 1 0 0,1 1 0 0 0,0-1 0 0 0,0 0 0 0 0,0 0 0 0 0,0 0 0 0 0,1 0 0 0 0,5 2 0 0 0,7 1-257 0 0,0 0 0 0 0,0-1 0 0 0,23 2 0 0 0,-36-5 272 0 0,49 7-2698 0 0,-41-7-1857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999 1 9218 0 0,'0'2'241'0'0,"0"-1"1"0"0,1 1-1 0 0,-1-1 1 0 0,0 1-1 0 0,1-1 0 0 0,-1 1 1 0 0,1-1-1 0 0,-1 1 1 0 0,1-1-1 0 0,0 1 0 0 0,-1-1 1 0 0,1 0-1 0 0,0 1 1 0 0,0-1-1 0 0,0 0 0 0 0,2 2 1 0 0,11 23 2503 0 0,-11-7-1440 0 0,-1 1 0 0 0,1 24-1 0 0,-10 86 458 0 0,2-52-1594 0 0,2 75-13 0 0,28 251 0 0 0,-12-263-54 0 0,-9-72 2 0 0,3-1-1 0 0,3 1 1 0 0,22 75 0 0 0,-24-123-260 0 0,18 35 1 0 0,6 16-131 0 0,-11 4 299 0 0,-13-47-456 0 0,1 0 1 0 0,20 47-1 0 0,-14-51 177 0 0,-12-21 381 0 0,0 0 1 0 0,0 0-1 0 0,0 1 0 0 0,-1-1 1 0 0,1 1-1 0 0,-1 0 0 0 0,-1-1 1 0 0,1 1-1 0 0,-1 0 0 0 0,2 8 1 0 0,-42-33-2360 0 0,27 14 2067 0 0,-1 1-1 0 0,0 0 0 0 0,-1 0 0 0 0,1 2 1 0 0,-1-1-1 0 0,1 2 0 0 0,-25-2 1 0 0,-100 4-753 0 0,111 1 989 0 0,-374 34 2450 0 0,299-23-2248 0 0,28-1-188 0 0,-122 37 1 0 0,114-26-61 0 0,51-14-878 0 0,-1-2-3783 0 0,1-1-1649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12899 0 0,'2'2'105'0'0,"0"0"0"0"0,1 1 1 0 0,-1 0-1 0 0,0 0 0 0 0,0-1 0 0 0,0 1 1 0 0,-1 0-1 0 0,1 0 0 0 0,-1 1 0 0 0,0-1 1 0 0,1 0-1 0 0,-1 0 0 0 0,-1 1 1 0 0,1-1-1 0 0,0 6 0 0 0,11 64 1003 0 0,-4 17-1155 0 0,-5-45-106 0 0,2 0 0 0 0,1-1 0 0 0,3 0 0 0 0,22 70 0 0 0,-22-93-683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4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6449 0 0,'0'-2'45'0'0,"-1"1"-1"0"0,1 0 0 0 0,0-1 1 0 0,0 1-1 0 0,0-1 0 0 0,0 1 0 0 0,0 0 1 0 0,1-1-1 0 0,-1 1 0 0 0,0-1 1 0 0,0 1-1 0 0,1 0 0 0 0,-1-1 1 0 0,1 1-1 0 0,0 0 0 0 0,-1 0 0 0 0,1-1 1 0 0,0 1-1 0 0,-1 0 0 0 0,1 0 1 0 0,0 0-1 0 0,0 0 0 0 0,0 0 1 0 0,0 0-1 0 0,0 0 0 0 0,0 0 0 0 0,1 0 1 0 0,-1 1-1 0 0,2-2 0 0 0,44-23 1479 0 0,-37 20-947 0 0,9-4 665 0 0,0 1 0 0 0,33-8 1 0 0,-45 14-909 0 0,1 0 0 0 0,0 0 0 0 0,0 1 0 0 0,0 1 0 0 0,0-1 0 0 0,0 1 0 0 0,0 0 0 0 0,0 1 1 0 0,14 3-1 0 0,-19-4-316 0 0,-1 1 1 0 0,0 0 0 0 0,0 0 0 0 0,1 0 0 0 0,-1 0 0 0 0,0 0-1 0 0,0 0 1 0 0,0 1 0 0 0,0-1 0 0 0,0 1 0 0 0,0-1 0 0 0,-1 1-1 0 0,1 0 1 0 0,0 0 0 0 0,-1 0 0 0 0,1-1 0 0 0,-1 2-1 0 0,0-1 1 0 0,2 3 0 0 0,-2-1 34 0 0,0 0-1 0 0,0 0 1 0 0,0 0-1 0 0,-1 0 1 0 0,1 0 0 0 0,-1 0-1 0 0,0 0 1 0 0,0 0-1 0 0,-1 0 1 0 0,0 7-1 0 0,-4 6 111 0 0,0 0 0 0 0,-1 1 0 0 0,0-2 0 0 0,-10 18 0 0 0,14-29-159 0 0,-22 37 228 0 0,17-31-96 0 0,0 1 0 0 0,1 0 0 0 0,0 0 0 0 0,1 0-1 0 0,-7 26 1 0 0,12-37-91 0 0,0 0-1 0 0,0 0 1 0 0,1-1-1 0 0,-1 1 1 0 0,0 0-1 0 0,1 0 1 0 0,-1 0-1 0 0,0-1 1 0 0,1 1-1 0 0,-1 0 1 0 0,1-1-1 0 0,-1 1 1 0 0,1 0-1 0 0,-1-1 1 0 0,1 1-1 0 0,0 0 1 0 0,-1-1-1 0 0,1 1 1 0 0,0-1-1 0 0,-1 1 1 0 0,1-1-1 0 0,0 0 1 0 0,0 1-1 0 0,-1-1 1 0 0,1 0-1 0 0,0 1 1 0 0,0-1-1 0 0,0 0 1 0 0,-1 0-1 0 0,1 0 1 0 0,0 1-1 0 0,0-1 1 0 0,0 0-1 0 0,0 0 1 0 0,0-1-1 0 0,-1 1 1 0 0,3 0-1 0 0,34-2 261 0 0,10-12-867 0 0,-10 2-3586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0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60 7834 0 0,'-1'0'105'0'0,"1"0"1"0"0,0-1-1 0 0,0 1 0 0 0,-1-1 1 0 0,1 1-1 0 0,0 0 1 0 0,0-1-1 0 0,0 1 0 0 0,0 0 1 0 0,0-1-1 0 0,-1 1 1 0 0,1-1-1 0 0,0 1 1 0 0,0-1-1 0 0,0 1 0 0 0,0 0 1 0 0,0-1-1 0 0,0 1 1 0 0,0-1-1 0 0,0 1 0 0 0,0 0 1 0 0,1-1-1 0 0,-1 1 1 0 0,0-1-1 0 0,0 1 1 0 0,0 0-1 0 0,0-1 0 0 0,0 1 1 0 0,1-1-1 0 0,-1 1 1 0 0,0 0-1 0 0,0-1 0 0 0,1 1 1 0 0,17-16 1588 0 0,21-5-990 0 0,-35 19-664 0 0,-1 1 0 0 0,0-1 0 0 0,1 1 1 0 0,-1 0-1 0 0,0 0 0 0 0,1 1 0 0 0,-1-1 0 0 0,1 1 0 0 0,0-1 0 0 0,-1 1 0 0 0,1 0 0 0 0,-1 1 0 0 0,1-1 0 0 0,6 2 0 0 0,-8-1 20 0 0,-1 0 0 0 0,1 0 0 0 0,0 0 0 0 0,-1 0 0 0 0,1 0 0 0 0,-1 0 0 0 0,0 0 0 0 0,1 1 0 0 0,-1-1 0 0 0,0 0 1 0 0,0 1-1 0 0,0-1 0 0 0,0 1 0 0 0,0-1 0 0 0,0 1 0 0 0,0 0 0 0 0,0 0 0 0 0,-1-1 0 0 0,1 1 0 0 0,-1 0 0 0 0,1 0 0 0 0,-1-1 0 0 0,0 1 0 0 0,0 0 0 0 0,0 0 0 0 0,1 0 0 0 0,-2 0 0 0 0,1 0 0 0 0,0 2 0 0 0,-11 46 567 0 0,9-41-453 0 0,-1 0 0 0 0,1 0-1 0 0,1 0 1 0 0,-1 0-1 0 0,2 1 1 0 0,-1 10-1 0 0,2-18-160 0 0,-1 0 0 0 0,1 1 0 0 0,-1-1 0 0 0,1 0 0 0 0,0 0 0 0 0,0 1 0 0 0,0-1 0 0 0,0 0 0 0 0,0 0 0 0 0,0 0 0 0 0,0 0 0 0 0,1 0 0 0 0,-1-1 0 0 0,1 1 0 0 0,0 0 0 0 0,-1-1 0 0 0,1 1 0 0 0,0-1 0 0 0,0 1 1 0 0,0-1-1 0 0,0 0 0 0 0,0 0 0 0 0,0 0 0 0 0,0 0 0 0 0,1 0 0 0 0,-1 0 0 0 0,0-1 0 0 0,1 1 0 0 0,1 0 0 0 0,2 0-156 0 0,-1 0 0 0 0,1 1 1 0 0,-1-1-1 0 0,0 1 0 0 0,0 1 1 0 0,1-1-1 0 0,-2 1 0 0 0,1 0 1 0 0,0 0-1 0 0,5 4 0 0 0,-8-4 61 0 0,1 0 0 0 0,0 1 0 0 0,-1-1 0 0 0,0 0 0 0 0,0 1 0 0 0,0 0 0 0 0,0-1 0 0 0,0 1 0 0 0,-1 0-1 0 0,0 0 1 0 0,0 0 0 0 0,0 0 0 0 0,0 0 0 0 0,0 8 0 0 0,0-3 233 0 0,1 1 0 0 0,-2-1 0 0 0,0 1 0 0 0,0-1 0 0 0,0 1 0 0 0,-2-1 0 0 0,1 1 0 0 0,-1-1-1 0 0,0 0 1 0 0,-4 10 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14891 0 0,'0'0'332'0'0,"23"15"1065"0"0,-14-7-1235 0 0,0 1 0 0 0,-1-1 0 0 0,-1 2 1 0 0,1-1-1 0 0,-2 1 0 0 0,1 0 1 0 0,-1 0-1 0 0,-1 1 0 0 0,0 0 0 0 0,0 0 1 0 0,-1 0-1 0 0,3 15 0 0 0,-2-6-87 0 0,-2-1 0 0 0,3 28 0 0 0,-7 37-3164 0 0,0-69-2742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8754 0 0,'0'-4'33'0'0,"1"0"-1"0"0,1 0 1 0 0,-1 0 0 0 0,0 1 0 0 0,1-1 0 0 0,0 0 0 0 0,0 1-1 0 0,0-1 1 0 0,0 1 0 0 0,0 0 0 0 0,1 0 0 0 0,0 0-1 0 0,-1 0 1 0 0,1 0 0 0 0,0 1 0 0 0,1-1 0 0 0,3-2-1 0 0,8-4-418 0 0,0 0-1 0 0,27-11 1 0 0,-24 11 412 0 0,3 0-226 0 0,0 0 0 0 0,33-9 0 0 0,-49 17 381 0 0,1-1 0 0 0,0 1 0 0 0,0 0 0 0 0,0 0 0 0 0,0 1 0 0 0,-1 0 0 0 0,1 0 0 0 0,0 0-1 0 0,0 1 1 0 0,0-1 0 0 0,0 2 0 0 0,0-1 0 0 0,0 0 0 0 0,10 6 0 0 0,-15-6-30 0 0,1 0 1 0 0,0 0 0 0 0,-1 0-1 0 0,0 0 1 0 0,1 0-1 0 0,-1 1 1 0 0,0-1-1 0 0,1 1 1 0 0,-1-1 0 0 0,0 1-1 0 0,0-1 1 0 0,0 1-1 0 0,-1 0 1 0 0,1 0-1 0 0,0-1 1 0 0,0 1 0 0 0,-1 0-1 0 0,1 0 1 0 0,-1 0-1 0 0,0-1 1 0 0,0 1-1 0 0,1 0 1 0 0,-1 0 0 0 0,0 0-1 0 0,-1 0 1 0 0,1 0-1 0 0,0 0 1 0 0,0 0-1 0 0,-1-1 1 0 0,1 1 0 0 0,-1 0-1 0 0,0 0 1 0 0,1-1-1 0 0,-1 1 1 0 0,-2 2-1 0 0,-3 8-63 0 0,0 0 0 0 0,-2-1-1 0 0,-15 20 1 0 0,16-22-1 0 0,-22 27-42 0 0,15-20 340 0 0,0 2 0 0 0,2-1-1 0 0,-1 1 1 0 0,2 1-1 0 0,-12 27 1 0 0,22-45-317 0 0,1 1 0 0 0,-1 0 0 0 0,1-1 1 0 0,0 1-1 0 0,-1 0 0 0 0,1-1 0 0 0,0 1 0 0 0,0 0 1 0 0,0 0-1 0 0,0-1 0 0 0,0 1 0 0 0,1 0 0 0 0,-1 0 0 0 0,1-1 1 0 0,-1 1-1 0 0,1 0 0 0 0,-1-1 0 0 0,1 1 0 0 0,0-1 0 0 0,0 1 1 0 0,1 1-1 0 0,1 0 16 0 0,-1 0 0 0 0,1 0 0 0 0,0 0 0 0 0,0-1 0 0 0,0 1 0 0 0,0-1 0 0 0,1 0 0 0 0,-1 0 0 0 0,5 2 0 0 0,3 0-149 0 0,-1 0 0 0 0,1 0 0 0 0,-1-1 0 0 0,1-1 0 0 0,0 0-1 0 0,12 1 1 0 0,58-6-4753 0 0,-63 1-986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1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10138 0 0,'0'0'77'0'0,"-1"0"-1"0"0,1 1 1 0 0,0-1-1 0 0,0 0 0 0 0,-1 0 1 0 0,1 0-1 0 0,0 0 1 0 0,0 0-1 0 0,0 0 1 0 0,-1 0-1 0 0,1 1 1 0 0,0-1-1 0 0,0 0 1 0 0,0 0-1 0 0,-1 0 1 0 0,1 0-1 0 0,0 1 0 0 0,0-1 1 0 0,0 0-1 0 0,0 0 1 0 0,0 1-1 0 0,-1-1 1 0 0,1 0-1 0 0,0 0 1 0 0,0 0-1 0 0,0 1 1 0 0,0-1-1 0 0,0 0 1 0 0,0 0-1 0 0,0 1 1 0 0,0-1-1 0 0,0 0 0 0 0,0 0 1 0 0,0 1-1 0 0,0-1 1 0 0,0 0-1 0 0,0 0 1 0 0,0 1-1 0 0,0-1 1 0 0,0 0-1 0 0,0 0 1 0 0,1 1-1 0 0,-1-1 1 0 0,7 20 728 0 0,13 17-310 0 0,-18-33-307 0 0,9 14 1760 0 0,23 28 1 0 0,-31-43-1847 0 0,0 1 0 0 0,0-1 0 0 0,0 0 0 0 0,0 0 0 0 0,1 0 0 0 0,-1 0 0 0 0,1-1 0 0 0,0 0 0 0 0,0 1 0 0 0,-1-1 0 0 0,1-1 0 0 0,1 1 0 0 0,-1 0 0 0 0,8 1 0 0 0,-9-3-399 0 0,0-1 0 0 0,0 1 0 0 0,0-1 0 0 0,0 1 0 0 0,0-1 0 0 0,-1 0 1 0 0,1 0-1 0 0,0 0 0 0 0,-1-1 0 0 0,1 1 0 0 0,-1-1 0 0 0,1 1 0 0 0,-1-1 0 0 0,0 0 1 0 0,1 0-1 0 0,-1 0 0 0 0,0 0 0 0 0,2-4 0 0 0,34-47-6079 0 0,-33 45 5342 0 0,20-38-1239 0 0,5 6 16196 0 0,-26 76-11165 0 0,-4 71-1455 0 0,-2-72-1408 0 0,2-1-1 0 0,1 1 0 0 0,8 43 0 0 0,-2-47-360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14 11979 0 0,'-1'0'95'0'0,"1"-1"1"0"0,0 1 0 0 0,0-1 0 0 0,-1 1 0 0 0,1-1 0 0 0,0 0 0 0 0,0 1 0 0 0,0-1-1 0 0,-1 1 1 0 0,1-1 0 0 0,0 1 0 0 0,0-1 0 0 0,0 0 0 0 0,0 1 0 0 0,0-1-1 0 0,0 1 1 0 0,0-1 0 0 0,0 0 0 0 0,1 1 0 0 0,-1-1 0 0 0,0 1 0 0 0,1-2 0 0 0,12 2 1659 0 0,-12 1-1469 0 0,0 0-277 0 0,-1 0 1 0 0,0 1-1 0 0,1-1 0 0 0,-1 0 1 0 0,1 0-1 0 0,0 1 1 0 0,-1-1-1 0 0,1 0 1 0 0,0 0-1 0 0,0 0 0 0 0,0 0 1 0 0,1 2-1 0 0,9 14-17 0 0,-5 7 161 0 0,-1 0 0 0 0,-1 0 0 0 0,-2 0 0 0 0,0 46 0 0 0,1 15 237 0 0,5-21-1222 0 0,25 96 0 0 0,-30-147-395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9218 0 0,'0'-5'141'0'0,"1"0"0"0"0,0 0 1 0 0,-1 1-1 0 0,2-1 0 0 0,-1 1 0 0 0,0-1 1 0 0,1 1-1 0 0,0-1 0 0 0,0 1 0 0 0,0 0 0 0 0,5-7 1 0 0,38-41 1100 0 0,-29 35-1092 0 0,34-33 228 0 0,-45 46-393 0 0,0 0 1 0 0,0 0 0 0 0,0 1 0 0 0,0 0-1 0 0,1 0 1 0 0,-1 0 0 0 0,1 0 0 0 0,-1 1-1 0 0,10-2 1 0 0,-12 4 102 0 0,0 0 0 0 0,0 0 0 0 0,0 0 0 0 0,0 1 0 0 0,0-1 0 0 0,0 1 0 0 0,0 0 0 0 0,0 0 0 0 0,0 0 0 0 0,0 0 0 0 0,-1 0 0 0 0,1 1 0 0 0,0-1 0 0 0,-1 1 0 0 0,1 0 0 0 0,-1 0 0 0 0,1-1 0 0 0,-1 2 0 0 0,0-1 0 0 0,0 0 1 0 0,3 5-1 0 0,0-1 161 0 0,-1 0 0 0 0,0 0 1 0 0,0 0-1 0 0,0 0 0 0 0,-1 1 1 0 0,0-1-1 0 0,-1 1 1 0 0,3 9-1 0 0,-3-5-152 0 0,-1 1 1 0 0,-1 0 0 0 0,0-1-1 0 0,-1 1 1 0 0,0 0-1 0 0,-1-1 1 0 0,0 1 0 0 0,-1-1-1 0 0,0 1 1 0 0,-1-1-1 0 0,-9 20 1 0 0,-10 35 782 0 0,23-65-799 0 0,-1 0 0 0 0,1 0-1 0 0,-1 1 1 0 0,1-1 0 0 0,0 0 0 0 0,0 0-1 0 0,0 1 1 0 0,-1-1 0 0 0,1 0 0 0 0,0 0-1 0 0,1 1 1 0 0,-1-1 0 0 0,0 0 0 0 0,0 1-1 0 0,0-1 1 0 0,1 0 0 0 0,-1 0 0 0 0,1 0-1 0 0,-1 1 1 0 0,1-1 0 0 0,-1 0 0 0 0,1 0-1 0 0,0 0 1 0 0,0 0 0 0 0,-1 0 0 0 0,1 0-1 0 0,0 0 1 0 0,1 1 0 0 0,1-1-5 0 0,-1 0 0 0 0,1 0 0 0 0,0 0 0 0 0,-1 0 0 0 0,1 0 0 0 0,0-1 0 0 0,-1 1 0 0 0,1-1 0 0 0,0 0 0 0 0,0 0 0 0 0,-1 0 0 0 0,5-1 0 0 0,9-1 0 0 0,0-1 1 0 0,0 0 0 0 0,20-9 0 0 0,50-25-1928 0 0,-66 28 601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2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0 920 0 0,'15'6'16522'0'0,"-14"0"-17798"0"0,13 73 3601 0 0,6 29-3782 0 0,-13-81-4655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3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13363 0 0,'20'22'1453'0'0,"-13"-10"-1303"0"0,0 0 0 0 0,-2 0-1 0 0,1 1 1 0 0,-1 0 0 0 0,-1 0-1 0 0,0 0 1 0 0,3 21 0 0 0,6 101 719 0 0,-11-107-684 0 0,-1-21-352 0 0,1 58 292 0 0,-7-23-5379 0 0,2-27 187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3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9674 0 0,'0'-4'77'0'0,"0"1"0"0"0,0-1 0 0 0,0 1 0 0 0,0-1-1 0 0,0 0 1 0 0,1 1 0 0 0,0-1 0 0 0,0 1 0 0 0,0-1 0 0 0,0 1 0 0 0,0 0-1 0 0,1-1 1 0 0,-1 1 0 0 0,1 0 0 0 0,0 0 0 0 0,0 0 0 0 0,0 0 0 0 0,0 0 0 0 0,5-3-1 0 0,7-9-74 0 0,0 0-1 0 0,17-12 0 0 0,-28 25-23 0 0,3-3-96 0 0,0 0 0 0 0,0 0 0 0 0,1 1-1 0 0,0 0 1 0 0,-1 1 0 0 0,1-1 0 0 0,13-3 0 0 0,-19 6 82 0 0,1 1 1 0 0,-1 0-1 0 0,0 0 1 0 0,1-1-1 0 0,-1 1 1 0 0,0 0-1 0 0,1 0 1 0 0,-1 0-1 0 0,1 1 1 0 0,-1-1-1 0 0,0 0 1 0 0,1 0-1 0 0,-1 1 1 0 0,0-1-1 0 0,1 1 1 0 0,-1-1-1 0 0,0 1 1 0 0,0 0 0 0 0,2 0-1 0 0,-2 1 47 0 0,1-1-1 0 0,-1 1 1 0 0,0 0 0 0 0,0 0-1 0 0,0-1 1 0 0,0 1 0 0 0,0 0-1 0 0,0 0 1 0 0,0 0 0 0 0,-1 0-1 0 0,1 0 1 0 0,-1 0 0 0 0,1 0-1 0 0,-1 0 1 0 0,0 0 0 0 0,0 0-1 0 0,0 2 1 0 0,0 12 488 0 0,-2-1 0 0 0,1 1-1 0 0,-2-1 1 0 0,0 0 0 0 0,-6 16 0 0 0,5-17 217 0 0,1-1 1 0 0,0 1-1 0 0,0-1 1 0 0,1 1-1 0 0,1 0 1 0 0,1 23-1 0 0,0-36-659 0 0,0-1-1 0 0,0 1 0 0 0,0 0 0 0 0,0 0 1 0 0,1 0-1 0 0,-1-1 0 0 0,0 1 0 0 0,1 0 1 0 0,-1 0-1 0 0,0-1 0 0 0,1 1 0 0 0,-1 0 1 0 0,1-1-1 0 0,-1 1 0 0 0,1 0 0 0 0,-1-1 1 0 0,1 1-1 0 0,0-1 0 0 0,-1 1 0 0 0,1-1 0 0 0,0 1 1 0 0,-1-1-1 0 0,1 1 0 0 0,0-1 0 0 0,0 0 1 0 0,-1 1-1 0 0,1-1 0 0 0,0 0 0 0 0,0 0 1 0 0,0 1-1 0 0,-1-1 0 0 0,1 0 0 0 0,0 0 1 0 0,0 0-1 0 0,0 0 0 0 0,0 0 0 0 0,-1 0 1 0 0,1 0-1 0 0,0-1 0 0 0,0 1 0 0 0,0 0 0 0 0,-1 0 1 0 0,1-1-1 0 0,1 1 0 0 0,40-19 684 0 0,-32 13-598 0 0,13-5-37 0 0,-13 5-694 0 0,1 1 0 0 0,0 0 1 0 0,0 0-1 0 0,1 1 0 0 0,-1 1 0 0 0,21-4 0 0 0,-17 7-1158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78 6449 0 0,'0'0'54'0'0,"0"0"0"0"0,0 0 0 0 0,0 0 0 0 0,-1 0-1 0 0,1 0 1 0 0,0 0 0 0 0,0 0 0 0 0,0 0-1 0 0,-1 0 1 0 0,1 0 0 0 0,0 0 0 0 0,0 0 0 0 0,0 0-1 0 0,-1 0 1 0 0,1 0 0 0 0,0 0 0 0 0,0 0-1 0 0,0 0 1 0 0,-1 0 0 0 0,1 0 0 0 0,0-1 0 0 0,0 1-1 0 0,0 0 1 0 0,0 0 0 0 0,-1 0 0 0 0,1 0 0 0 0,0 0-1 0 0,0 0 1 0 0,0-1 0 0 0,0 1 0 0 0,0 0-1 0 0,-1 0 1 0 0,1 0 0 0 0,0 0 0 0 0,0-1 0 0 0,0 1-1 0 0,0 0 1 0 0,0 0 0 0 0,0 0 0 0 0,0-1 0 0 0,0 1-1 0 0,0 0 1 0 0,0 0 0 0 0,0 0 0 0 0,0-1-1 0 0,0 1 1 0 0,0 0 0 0 0,0 0 0 0 0,0 0 0 0 0,0-1-1 0 0,0 1 1 0 0,0 0 0 0 0,0 0 0 0 0,0 0 0 0 0,0-1-1 0 0,0 1 1 0 0,0 0 0 0 0,1 0 0 0 0,12-16 1920 0 0,22-13-255 0 0,-31 26-1671 0 0,0 0-1 0 0,0 0 0 0 0,0 1 1 0 0,1-1-1 0 0,-1 1 1 0 0,0 0-1 0 0,1 1 0 0 0,0-1 1 0 0,-1 1-1 0 0,1 0 1 0 0,7-1-1 0 0,-11 2-19 0 0,0 0-1 0 0,1 0 1 0 0,-1 0-1 0 0,1 0 1 0 0,-1 1-1 0 0,0-1 1 0 0,1 1-1 0 0,-1-1 1 0 0,0 1 0 0 0,0-1-1 0 0,1 1 1 0 0,-1 0-1 0 0,0-1 1 0 0,0 1-1 0 0,0 0 1 0 0,2 2 0 0 0,-1-1 53 0 0,0 0 1 0 0,-1 1 0 0 0,1-1 0 0 0,-1 0 0 0 0,0 1 0 0 0,0-1 0 0 0,0 1 0 0 0,0 0 0 0 0,0-1 0 0 0,0 1 0 0 0,0 3 0 0 0,2 24 319 0 0,-1 0 1 0 0,-1-1 0 0 0,-1 1 0 0 0,-6 33 0 0 0,2-8 1000 0 0,4-54-1339 0 0,-1 0 0 0 0,1 0 0 0 0,0 0 0 0 0,0 0 0 0 0,0 1 0 0 0,0-1-1 0 0,0 0 1 0 0,0 0 0 0 0,0 0 0 0 0,0 0 0 0 0,0 1 0 0 0,0-1 0 0 0,1 0 0 0 0,-1 0 0 0 0,0 0 0 0 0,1 0 0 0 0,-1 0-1 0 0,1 0 1 0 0,-1 0 0 0 0,1 0 0 0 0,0 0 0 0 0,-1 0 0 0 0,1 0 0 0 0,0 0 0 0 0,0 0 0 0 0,-1 0 0 0 0,1-1 0 0 0,0 1 0 0 0,0 0-1 0 0,0-1 1 0 0,0 1 0 0 0,0 0 0 0 0,0-1 0 0 0,0 1 0 0 0,0-1 0 0 0,1 0 0 0 0,-1 1 0 0 0,0-1 0 0 0,0 0 0 0 0,0 0 0 0 0,0 0-1 0 0,0 1 1 0 0,1-1 0 0 0,-1 0 0 0 0,0-1 0 0 0,0 1 0 0 0,0 0 0 0 0,0 0 0 0 0,1 0 0 0 0,-1-1 0 0 0,0 1 0 0 0,1-1 0 0 0,9-3 57 0 0,0 0 0 0 0,-1-1 0 0 0,1 0 0 0 0,11-8 0 0 0,-14 8-143 0 0,48-29-486 0 0,-23 12-157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7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27 370 11522 0 0,'-2'-1'182'0'0,"0"-1"0"0"0,0 1 0 0 0,0-1-1 0 0,0 1 1 0 0,1-1 0 0 0,-1 0 0 0 0,1 0-1 0 0,-1 0 1 0 0,1 0 0 0 0,-1 0 0 0 0,1 0-1 0 0,0 0 1 0 0,0 0 0 0 0,0 0-1 0 0,1-1 1 0 0,-1 1 0 0 0,0 0 0 0 0,1 0-1 0 0,-1-1 1 0 0,1-2 0 0 0,0 0 62 0 0,1 0 0 0 0,-1 0 0 0 0,1 0 0 0 0,0 0 0 0 0,1 0 0 0 0,-1 1 1 0 0,1-1-1 0 0,0 0 0 0 0,3-4 0 0 0,-5 8-230 0 0,0 0 1 0 0,1 1 0 0 0,-1-1-1 0 0,0 0 1 0 0,1 0 0 0 0,-1 1-1 0 0,1-1 1 0 0,-1 0 0 0 0,1 1-1 0 0,-1-1 1 0 0,1 1-1 0 0,0-1 1 0 0,-1 1 0 0 0,1-1-1 0 0,-1 1 1 0 0,1-1 0 0 0,0 1-1 0 0,0 0 1 0 0,-1-1 0 0 0,1 1-1 0 0,0 0 1 0 0,0-1 0 0 0,-1 1-1 0 0,1 0 1 0 0,0 0-1 0 0,0 0 1 0 0,-1 0 0 0 0,1 0-1 0 0,0 0 1 0 0,0 0 0 0 0,0 0-1 0 0,-1 0 1 0 0,1 0 0 0 0,0 0-1 0 0,0 1 1 0 0,0-1-1 0 0,-1 0 1 0 0,1 1 0 0 0,0-1-1 0 0,-1 0 1 0 0,1 1 0 0 0,0-1-1 0 0,-1 1 1 0 0,1-1 0 0 0,0 1-1 0 0,-1-1 1 0 0,1 1 0 0 0,-1-1-1 0 0,1 1 1 0 0,-1 0-1 0 0,1-1 1 0 0,-1 1 0 0 0,1 1-1 0 0,6 6 100 0 0,0 1 0 0 0,-1 0-1 0 0,6 12 1 0 0,-5-10 185 0 0,12 17-98 0 0,1-1 0 0 0,2-1 0 0 0,0 0 0 0 0,2-2 0 0 0,1 0 0 0 0,0-2 0 0 0,34 21 0 0 0,-59-42-171 0 0,1 0 0 0 0,0 0 0 0 0,0 0 0 0 0,0-1 0 0 0,0 1 0 0 0,0 0 0 0 0,0-1 0 0 0,0 1-1 0 0,0-1 1 0 0,0 1 0 0 0,1-1 0 0 0,-1 1 0 0 0,0-1 0 0 0,0 0 0 0 0,0 1 0 0 0,1-1 0 0 0,-1 0-1 0 0,0 0 1 0 0,0 0 0 0 0,0 0 0 0 0,1 0 0 0 0,-1 0 0 0 0,0-1 0 0 0,0 1 0 0 0,0 0 0 0 0,1-1-1 0 0,-1 1 1 0 0,0 0 0 0 0,0-1 0 0 0,0 1 0 0 0,0-1 0 0 0,0 0 0 0 0,0 1 0 0 0,0-1-1 0 0,0 0 1 0 0,0 0 0 0 0,0 0 0 0 0,0 0 0 0 0,-1 1 0 0 0,1-1 0 0 0,0 0 0 0 0,0 0 0 0 0,-1 0-1 0 0,1-1 1 0 0,-1 1 0 0 0,1 0 0 0 0,-1 0 0 0 0,1-2 0 0 0,2-7 189 0 0,-1 0 1 0 0,0-1 0 0 0,-1 1-1 0 0,0-19 1 0 0,0 18-302 0 0,-1-47 242 0 0,-7-64 0 0 0,2 72-387 0 0,3 1 0 0 0,4-65 0 0 0,2 91-876 0 0,1 1-4352 0 0,1 4-1645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2:5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17 9218 0 0,'-1'0'53'0'0,"1"-1"0"0"0,0 0 1 0 0,0 1-1 0 0,1-1 0 0 0,-1 0 0 0 0,0 1 1 0 0,0-1-1 0 0,0 1 0 0 0,0-1 0 0 0,0 0 1 0 0,1 1-1 0 0,-1-1 0 0 0,0 1 0 0 0,0-1 1 0 0,1 0-1 0 0,-1 1 0 0 0,1-1 0 0 0,-1 1 1 0 0,0-1-1 0 0,1 1 0 0 0,-1-1 0 0 0,1 1 1 0 0,-1 0-1 0 0,1-1 0 0 0,-1 1 0 0 0,1 0 1 0 0,-1-1-1 0 0,1 1 0 0 0,0 0 0 0 0,-1 0 1 0 0,1-1-1 0 0,-1 1 0 0 0,1 0 0 0 0,0 0 1 0 0,-1 0-1 0 0,1 0 0 0 0,0 0 0 0 0,-1 0 1 0 0,2 0-1 0 0,-1 0-37 0 0,-1 1 0 0 0,1 0 0 0 0,0 0-1 0 0,-1-1 1 0 0,1 1 0 0 0,-1 0 0 0 0,1 0 0 0 0,-1 0 0 0 0,1 0 0 0 0,-1-1 0 0 0,0 1 0 0 0,1 0 0 0 0,-1 0 0 0 0,0 0-1 0 0,0 0 1 0 0,1 0 0 0 0,-1 0 0 0 0,0 0 0 0 0,0 0 0 0 0,0 0 0 0 0,0 0 0 0 0,-1 0 0 0 0,1 0 0 0 0,0 0-1 0 0,0 0 1 0 0,0 0 0 0 0,-1 1 0 0 0,-7 22-387 0 0,-20 43 0 0 0,20-53 739 0 0,1 1 0 0 0,1-1 0 0 0,1 1 0 0 0,0 1 0 0 0,1-1 0 0 0,0 1 0 0 0,-2 27 0 0 0,6-41-275 0 0,0 0 0 0 0,1 0 0 0 0,-1 0 0 0 0,1 0 0 0 0,-1 0 0 0 0,1 0 0 0 0,0 0 0 0 0,0 0 0 0 0,0 0 0 0 0,0-1 0 0 0,0 1 0 0 0,0 0 0 0 0,0 0 0 0 0,0-1 0 0 0,1 1 0 0 0,-1-1 0 0 0,1 1 0 0 0,-1-1 0 0 0,1 0 0 0 0,-1 0 0 0 0,1 0 0 0 0,0 0 0 0 0,2 2 0 0 0,7 2 43 0 0,0 0-1 0 0,1-1 1 0 0,12 3-1 0 0,14 6-44 0 0,-32-10-107 0 0,0 0-1 0 0,-1 0 1 0 0,1 1 0 0 0,-1 0 0 0 0,0 0 0 0 0,0 0 0 0 0,0 0 0 0 0,-1 1 0 0 0,1 0 0 0 0,-1 0 0 0 0,4 7 0 0 0,-6-10 52 0 0,-1 1 0 0 0,0-1 0 0 0,0 1 0 0 0,0 0 0 0 0,-1-1 0 0 0,1 1 0 0 0,0 0 0 0 0,-1-1 0 0 0,0 1 0 0 0,0 0 0 0 0,0 0 0 0 0,0-1 0 0 0,0 1 0 0 0,0 0 0 0 0,-1-1 0 0 0,1 1 0 0 0,-1 0 0 0 0,0-1 0 0 0,0 1 0 0 0,0 0 0 0 0,0-1 0 0 0,0 1 1 0 0,-1-1-1 0 0,1 0 0 0 0,-1 1 0 0 0,1-1 0 0 0,-1 0 0 0 0,0 0 0 0 0,-2 2 0 0 0,0 0-54 0 0,0 0 1 0 0,-1-1 0 0 0,1 1-1 0 0,-1-1 1 0 0,1 0 0 0 0,-10 4-1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3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16432 14107 9674 0 0,'19'-20'1148'0'0,"0"0"1"0"0,1 1-1 0 0,1 0 0 0 0,25-16 0 0 0,-41 31-837 0 0,-1 1 119 0 0,1-1 0 0 0,-1 1 1 0 0,1 0-1 0 0,-1 1 0 0 0,1-1 0 0 0,9-2 0 0 0,-34 38-147 0 0,-6-9-1025 0 0,-1-1 0 0 0,-1-1 0 0 0,-1-2 0 0 0,0-1 0 0 0,-40 19 0 0 0,8-3-95 0 0,-25 16-258 0 0,-359 194-212 0 0,408-228 1547 0 0,-508 230 3014 0 0,372-179-2521 0 0,-219 57 0 0 0,-256 5-111 0 0,-7-48 975 0 0,-918-8 554 0 0,-2-136-375 0 0,208-100-1122 0 0,926 75-576 0 0,-456-155 0 0 0,-154-127-241 0 0,110-33-108 0 0,696 281 208 0 0,-399-263 0 0 0,366 178 63 0 0,8-11 0 0 0,-458-483 0 0 0,211 126 0 0 0,445 489 0 0 0,-368-445 0 0 0,293 346 0 0 0,-83-109 0 0 0,-538-881 0 0 0,748 1138 0 0 0,-337-649 0 0 0,45-74-107 0 0,223 504-259 0 0,-77-371 1 0 0,13-277-333 0 0,125 663 620 0 0,11 0 0 0 0,10-1 0 0 0,11-1 0 0 0,44-299 0 0 0,6 192 501 0 0,15 2 1 0 0,118-347-1 0 0,-141 565-346 0 0,69-135-1 0 0,85-111 139 0 0,-118 240-203 0 0,6 3 0 0 0,110-125 0 0 0,239-212-35 0 0,-107 182-49 0 0,-250 221-28 0 0,493-357-1376 0 0,-379 302 1293 0 0,50-33 16 0 0,234-132 352 0 0,-449 270-170 0 0,29-15 176 0 0,2 3-1 0 0,1 3 1 0 0,1 2-1 0 0,68-15 1 0 0,-127 37-265 0 0,42-7 304 0 0,-43 7-377 0 0,0 1-1 0 0,1 0 0 0 0,-1 0 0 0 0,1 0 0 0 0,-1 0 0 0 0,1 0 0 0 0,-1 1 0 0 0,1-1 0 0 0,-1 1 0 0 0,0 0 0 0 0,1-1 0 0 0,-1 1 1 0 0,0 0-1 0 0,0 0 0 0 0,3 2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36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 17508 0 0,'0'0'22'0'0,"0"-1"0"0"0,0 1 1 0 0,-1 0-1 0 0,1-1 0 0 0,0 1 1 0 0,0-1-1 0 0,0 1 0 0 0,0 0 0 0 0,-1-1 1 0 0,1 1-1 0 0,0-1 0 0 0,0 1 1 0 0,0 0-1 0 0,0-1 0 0 0,0 1 0 0 0,0-1 1 0 0,0 1-1 0 0,0 0 0 0 0,0-1 1 0 0,0 1-1 0 0,0-1 0 0 0,1 1 1 0 0,-1 0-1 0 0,0-1 0 0 0,0 1 0 0 0,0-1 1 0 0,0 1-1 0 0,1 0 0 0 0,-1-1 1 0 0,0 1-1 0 0,0 0 0 0 0,1-1 0 0 0,-1 1 1 0 0,0 0-1 0 0,1-1 0 0 0,-1 1 1 0 0,0 0-1 0 0,1 0 0 0 0,-1-1 1 0 0,0 1-1 0 0,1 0 0 0 0,-1 0 0 0 0,1 0 1 0 0,26 2-965 0 0,30 18-254 0 0,141 80 759 0 0,-148-71 333 0 0,2-2 0 0 0,0-2 0 0 0,2-2 0 0 0,72 19 0 0 0,272 40-71 0 0,-352-76 321 0 0,67-1-1 0 0,-67-4 866 0 0,61 8 0 0 0,-106-8-994 0 0,0-1 0 0 0,1 0 0 0 0,-1 0 0 0 0,0 1 0 0 0,1-1 1 0 0,-1 0-1 0 0,0 1 0 0 0,0-1 0 0 0,1 1 0 0 0,-1 0 0 0 0,0-1 1 0 0,0 1-1 0 0,0 0 0 0 0,0 0 0 0 0,0 0 0 0 0,0 0 0 0 0,0 0 0 0 0,0 0 1 0 0,0 0-1 0 0,0 0 0 0 0,-1 0 0 0 0,1 0 0 0 0,0 0 0 0 0,-1 1 0 0 0,1-1 1 0 0,-1 0-1 0 0,1 0 0 0 0,-1 1 0 0 0,1-1 0 0 0,-1 0 0 0 0,0 1 1 0 0,0-1-1 0 0,0 1 0 0 0,0-1 0 0 0,0 0 0 0 0,0 1 0 0 0,0-1 0 0 0,0 0 1 0 0,-1 1-1 0 0,1-1 0 0 0,-1 2 0 0 0,-2 7 115 0 0,0 0 0 0 0,-1 0 1 0 0,-1 0-1 0 0,-7 12 0 0 0,6-11 20 0 0,-70 126 1209 0 0,37-71-883 0 0,3 1 1 0 0,-41 109-1 0 0,61-124-1012 0 0,1 1 1 0 0,-14 106-1 0 0,26-136-6739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0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45 7834 0 0,'-27'-45'11557'0'0,"40"100"-11007"0"0,-2 0 0 0 0,3 64 0 0 0,-3-27-346 0 0,72 365 116 0 0,-58-366-485 0 0,9 40 282 0 0,-15-44-5137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0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301 250 3225 0 0,'-184'45'3972'0'0,"150"-34"-661"0"0,-49 25 0 0 0,105-40 1670 0 0,31-4-4267 0 0,463-133 1163 0 0,-483 132-1751 0 0,532-157 3 0 0,-555 163-174 0 0,-5 1-4 0 0,0 0 0 0 0,0 0 0 0 0,0 1 0 0 0,0 0 0 0 0,0 0 0 0 0,0 0 0 0 0,0 1 0 0 0,0 0 0 0 0,0-1 0 0 0,5 2 0 0 0,-9-1-59 0 0,-1 1 1 0 0,0-1-1 0 0,1 0 0 0 0,-1 1 0 0 0,0-1 1 0 0,1 1-1 0 0,-1-1 0 0 0,0 0 1 0 0,0 1-1 0 0,1-1 0 0 0,-1 1 1 0 0,0-1-1 0 0,0 1 0 0 0,0-1 1 0 0,0 0-1 0 0,0 1 0 0 0,1-1 1 0 0,-1 1-1 0 0,0-1 0 0 0,0 1 1 0 0,0-1-1 0 0,0 1 0 0 0,0-1 1 0 0,-1 1-1 0 0,1-1 0 0 0,0 1 1 0 0,0-1-1 0 0,0 1 0 0 0,0-1 1 0 0,0 0-1 0 0,-1 1 0 0 0,1-1 1 0 0,0 1-1 0 0,0-1 0 0 0,-1 0 1 0 0,1 1-1 0 0,0-1 0 0 0,-1 1 1 0 0,1-1-1 0 0,0 0 0 0 0,-1 1 1 0 0,1-1-1 0 0,0 0 0 0 0,-1 1 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1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75 5529 0 0,'-12'4'-231'0'0,"-14"4"6429"0"0,34-10-4350 0 0,-2 0-1392 0 0,99-35 4091 0 0,-79 25-4837 0 0,2 2 0 0 0,-1 1 0 0 0,31-6-1 0 0,-37 15-2013 0 0,-12 3 1121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1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3681 0 0,'0'1'570'0'0,"0"1"0"0"0,0-1 1 0 0,-1 1-1 0 0,1-1 0 0 0,0 0 0 0 0,0 1 1 0 0,0-1-1 0 0,0 1 0 0 0,1-1 0 0 0,-1 1 1 0 0,0-1-1 0 0,1 0 0 0 0,-1 1 1 0 0,0-1-1 0 0,1 1 0 0 0,1 1 0 0 0,11 26 1800 0 0,-2-8-1424 0 0,16 30 475 0 0,-2 0 1 0 0,23 66-1 0 0,0 60-927 0 0,-8 2 0 0 0,24 242 0 0 0,-63-417-497 0 0,1 9-156 0 0,0 0 1 0 0,-1 0-1 0 0,-1 0 1 0 0,0 1-1 0 0,0-1 1 0 0,-1 0-1 0 0,-1 0 1 0 0,-4 13-1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1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136 319 456 0 0,'-9'-1'597'0'0,"0"1"-1"0"0,0 0 1 0 0,0 1 0 0 0,1 0 0 0 0,-1 0-1 0 0,0 1 1 0 0,1 0 0 0 0,-1 0-1 0 0,1 1 1 0 0,0 0 0 0 0,-1 1-1 0 0,2 0 1 0 0,-14 8 0 0 0,20-12-566 0 0,1 0-1 0 0,0 0 1 0 0,0 0 0 0 0,0 0 0 0 0,0 0 0 0 0,0 0-1 0 0,0 0 1 0 0,-1 0 0 0 0,1 1 0 0 0,0-1-1 0 0,0 0 1 0 0,0 0 0 0 0,0 0 0 0 0,0 0 0 0 0,0 0-1 0 0,-1 0 1 0 0,1 0 0 0 0,0 0 0 0 0,0 0-1 0 0,0 0 1 0 0,0 0 0 0 0,0 1 0 0 0,0-1 0 0 0,0 0-1 0 0,0 0 1 0 0,0 0 0 0 0,-1 0 0 0 0,1 0-1 0 0,0 0 1 0 0,0 0 0 0 0,0 1 0 0 0,0-1 0 0 0,0 0-1 0 0,0 0 1 0 0,0 0 0 0 0,0 0 0 0 0,0 0-1 0 0,0 1 1 0 0,0-1 0 0 0,0 0 0 0 0,0 0-1 0 0,0 0 1 0 0,0 0 0 0 0,0 0 0 0 0,0 1 0 0 0,0-1-1 0 0,0 0 1 0 0,0 0 0 0 0,1 0 0 0 0,-1 0-1 0 0,0 0 1 0 0,0 0 0 0 0,0 0 0 0 0,0 1 0 0 0,0-1-1 0 0,0 0 1 0 0,0 0 0 0 0,0 0 0 0 0,0 0-1 0 0,1 0 1 0 0,-1 0 0 0 0,13 1 607 0 0,16-4-311 0 0,113-37 1993 0 0,52-10-361 0 0,209-12 360 0 0,-230 36-2030 0 0,168-35 22 0 0,-250 36-289 0 0,137-34-35 0 0,-164 46 525 0 0,104-8 1 0 0,-113 22 151 0 0,-51-1-765 0 0,-1 0 1 0 0,0 1 0 0 0,1 0 0 0 0,-1-1-1 0 0,0 1 1 0 0,0 1 0 0 0,1-1 0 0 0,-1 0-1 0 0,0 1 1 0 0,0-1 0 0 0,0 1 0 0 0,-1 0-1 0 0,1 0 1 0 0,2 3 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3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2761 0 0,'0'2'701'0'0,"1"3"-190"0"0,0 0 1 0 0,1 0-1 0 0,0 0 0 0 0,0 0 1 0 0,0 0-1 0 0,1 0 0 0 0,0 0 1 0 0,4 5-1 0 0,4 10 427 0 0,16 32 725 0 0,56 121 2207 0 0,-67-133-3401 0 0,-1 0-1 0 0,13 64 1 0 0,-10 3-632 0 0,11 47 770 0 0,-25-138-1232 0 0,2 1 0 0 0,0-1 0 0 0,1 0 0 0 0,0-1 1 0 0,1 0-1 0 0,1 0 0 0 0,11 14 0 0 0,-3-7-4272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4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1 4489 0 0,'-11'0'328'0'0,"0"2"1"0"0,1-1-1 0 0,-1 1 1 0 0,1 1-1 0 0,-14 5 0 0 0,-24 12 4109 0 0,86-36-897 0 0,-30 13-3460 0 0,0 0-1 0 0,0 1 1 0 0,0 1 0 0 0,0-1 0 0 0,1 1 0 0 0,-1 1 0 0 0,1-1 0 0 0,-1 1 0 0 0,13 2 0 0 0,-21-2-87 0 0,1 0 0 0 0,-1 0-1 0 0,1 1 1 0 0,-1-1-1 0 0,0 0 1 0 0,1 0 0 0 0,-1 0-1 0 0,0 0 1 0 0,1 1 0 0 0,-1-1-1 0 0,0 0 1 0 0,1 0 0 0 0,-1 0-1 0 0,0 1 1 0 0,0-1 0 0 0,1 0-1 0 0,-1 1 1 0 0,0-1-1 0 0,0 0 1 0 0,1 1 0 0 0,-1-1-1 0 0,0 0 1 0 0,0 1 0 0 0,0-1-1 0 0,0 0 1 0 0,1 1 0 0 0,-1-1-1 0 0,0 1 1 0 0,0-1-1 0 0,0 0 1 0 0,0 1 0 0 0,-3 17-153 0 0,-14 18-148 0 0,14-32 218 0 0,-20 38 150 0 0,14-28 9 0 0,0 1-1 0 0,1-1 1 0 0,1 2-1 0 0,0-1 1 0 0,1 1-1 0 0,1 0 0 0 0,-6 30 1 0 0,11-45-65 0 0,-1-1 0 0 0,1 1 0 0 0,0 0-1 0 0,0 0 1 0 0,0 0 0 0 0,0 0 0 0 0,0 0 0 0 0,0 0 0 0 0,1 0 0 0 0,-1 0 0 0 0,0 0 0 0 0,0 0-1 0 0,1-1 1 0 0,-1 1 0 0 0,0 0 0 0 0,1 0 0 0 0,-1 0 0 0 0,1 0 0 0 0,-1-1 0 0 0,1 1 0 0 0,0 0-1 0 0,-1-1 1 0 0,1 1 0 0 0,-1 0 0 0 0,3 0 0 0 0,-2 0 6 0 0,1-1 0 0 0,-1 1 0 0 0,1-1 1 0 0,-1 0-1 0 0,1 0 0 0 0,-1 0 0 0 0,1 0 0 0 0,-1 0 0 0 0,1 0 0 0 0,-1 0 1 0 0,1 0-1 0 0,0 0 0 0 0,-1-1 0 0 0,2 0 0 0 0,9-3-35 0 0,-1-1-1 0 0,1 0 1 0 0,12-9 0 0 0,-14 8-230 0 0,-2 2 186 0 0,0 0 1 0 0,0 1-1 0 0,0 0 0 0 0,14-4 0 0 0,-21 7 67 0 0,0 0 0 0 0,0 0 1 0 0,0-1-1 0 0,0 1 0 0 0,0 0 0 0 0,0 0 0 0 0,0 0 0 0 0,0 0 0 0 0,0 1 1 0 0,0-1-1 0 0,0 0 0 0 0,0 0 0 0 0,0 1 0 0 0,0-1 0 0 0,0 0 0 0 0,0 1 1 0 0,0-1-1 0 0,0 1 0 0 0,1 0 0 0 0,-1 0 2 0 0,-1 1 0 0 0,1-1 1 0 0,-1 0-1 0 0,1 0 0 0 0,-1 0 0 0 0,1 0 1 0 0,-1 1-1 0 0,0-1 0 0 0,0 0 0 0 0,0 0 1 0 0,1 1-1 0 0,-1-1 0 0 0,0 0 0 0 0,0 0 0 0 0,-1 1 1 0 0,1-1-1 0 0,0 0 0 0 0,0 0 0 0 0,-1 0 1 0 0,1 1-1 0 0,-1 0 0 0 0,-4 12 115 0 0,-1 0 0 0 0,0 0 0 0 0,-1-1 0 0 0,-17 25 0 0 0,17-28-100 0 0,1 0 0 0 0,-1 0 0 0 0,2 0 0 0 0,-1 1 0 0 0,2 0 0 0 0,-1 0 0 0 0,1 0 1 0 0,1 0-1 0 0,-2 13 0 0 0,5-23-18 0 0,0 1 1 0 0,-1-1 0 0 0,1 0-1 0 0,1 0 1 0 0,-1 1 0 0 0,0-1-1 0 0,0 0 1 0 0,0 0 0 0 0,1 0 0 0 0,-1 1-1 0 0,0-1 1 0 0,1 0 0 0 0,-1 0-1 0 0,1 0 1 0 0,0 0 0 0 0,-1 0-1 0 0,1 0 1 0 0,0 0 0 0 0,0 0 0 0 0,-1 0-1 0 0,1 0 1 0 0,0 0 0 0 0,0 0-1 0 0,0-1 1 0 0,0 1 0 0 0,0 0-1 0 0,0-1 1 0 0,0 1 0 0 0,1-1-1 0 0,-1 1 1 0 0,0-1 0 0 0,0 1 0 0 0,0-1-1 0 0,0 0 1 0 0,1 0 0 0 0,-1 0-1 0 0,0 1 1 0 0,0-1 0 0 0,1 0-1 0 0,-1 0 1 0 0,0-1 0 0 0,3 1 0 0 0,8-1-171 0 0,0-1 0 0 0,0 0 1 0 0,20-6-1 0 0,-10 2-331 0 0,-19 5 442 0 0,-1 1 0 0 0,1-1-1 0 0,0 1 1 0 0,-1 0 0 0 0,1 0 0 0 0,-1 0 0 0 0,1 0 0 0 0,-1 0-1 0 0,1 1 1 0 0,-1-1 0 0 0,1 1 0 0 0,-1-1 0 0 0,1 1 0 0 0,-1 0-1 0 0,1 0 1 0 0,-1 0 0 0 0,0 0 0 0 0,3 2 0 0 0,-4-2 23 0 0,0 1 1 0 0,-1-1 0 0 0,1 1 0 0 0,0-1 0 0 0,-1 0-1 0 0,1 1 1 0 0,-1-1 0 0 0,1 1 0 0 0,-1-1 0 0 0,0 1-1 0 0,0 0 1 0 0,1-1 0 0 0,-1 1 0 0 0,0-1 0 0 0,0 1-1 0 0,-1-1 1 0 0,1 1 0 0 0,0-1 0 0 0,0 1-1 0 0,-1-1 1 0 0,1 1 0 0 0,-1-1 0 0 0,1 1 0 0 0,-1-1-1 0 0,0 1 1 0 0,0-1 0 0 0,0 0 0 0 0,1 0 0 0 0,-1 1-1 0 0,-2 1 1 0 0,0 1-110 0 0,-1 2-474 0 0,0 1 0 0 0,0 0-1 0 0,0 0 1 0 0,-4 12 0 0 0,7-12-170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5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1396 7 3225 0 0,'6'-2'629'0'0,"-1"1"0"0"0,0 0 0 0 0,1 0 0 0 0,-1 0-1 0 0,1 1 1 0 0,0 0 0 0 0,-1 0 0 0 0,1 0 0 0 0,-1 1 0 0 0,9 1 0 0 0,-11 0-291 0 0,0-1 0 0 0,0 1 0 0 0,0-1 0 0 0,0 1 0 0 0,0 0-1 0 0,0 0 1 0 0,0 0 0 0 0,0 1 0 0 0,-1-1 0 0 0,1 1 0 0 0,-1 0 0 0 0,0-1-1 0 0,0 1 1 0 0,0 0 0 0 0,0 0 0 0 0,0 0 0 0 0,2 7 0 0 0,20 49 1235 0 0,30 122 1 0 0,-39-121-1115 0 0,3-1-1 0 0,30 69 1 0 0,-15-50 70 0 0,36 139 0 0 0,-55-172-482 0 0,-11-33-39 0 0,1-1 0 0 0,1 1 0 0 0,6 11 0 0 0,-9-19-6 0 0,0 0 1 0 0,1 0 0 0 0,-1 0-1 0 0,1-1 1 0 0,0 1 0 0 0,0-1-1 0 0,1 0 1 0 0,-1 0 0 0 0,1 0-1 0 0,-1 0 1 0 0,7 3 0 0 0,-9-5-3 0 0,-13 13 0 0 0,3-7-9 0 0,-1 0-1 0 0,0 0 1 0 0,0-1 0 0 0,0 0 0 0 0,-1-1 0 0 0,1 0-1 0 0,-1-1 1 0 0,-1 0 0 0 0,1-1 0 0 0,0 0 0 0 0,-1-1 0 0 0,-12 1-1 0 0,-18 6-6 0 0,-259 89 213 0 0,5-1-28 0 0,34-18-171 0 0,107-29-42 0 0,104-38 57 0 0,0-2-1 0 0,-58 4 1 0 0,53-7 4 0 0,-79 18 0 0 0,97-15-45 0 0,15-2-416 0 0,-1-1 0 0 0,0-2 0 0 0,-1 0 0 0 0,1-2-1 0 0,-1 0 1 0 0,-25-1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132 373 1696 0 0,'-9'1'413'0'0,"0"1"0"0"0,0 0 0 0 0,0 0 0 0 0,1 1 0 0 0,-1 0 0 0 0,1 1-1 0 0,0-1 1 0 0,-8 6 0 0 0,-30 12 1239 0 0,50-19-869 0 0,12-3-588 0 0,36-16 380 0 0,0-2 1 0 0,51-28-1 0 0,-43 20-190 0 0,72-25 0 0 0,132-16 136 0 0,-102 29-218 0 0,50-8-204 0 0,41-11 172 0 0,-218 48-160 0 0,1-1 198 0 0,1 1 1 0 0,65-8-1 0 0,-100 18-275 0 0,0 0 0 0 0,0 0 0 0 0,0 0 1 0 0,0 0-1 0 0,0 0 0 0 0,0 0 0 0 0,0 0 1 0 0,0 1-1 0 0,0-1 0 0 0,0 1 0 0 0,0-1 1 0 0,0 1-1 0 0,0 0 0 0 0,0 0 0 0 0,0 0 1 0 0,1 1-1 0 0,-2-1-160 0 0,-1 0 1 0 0,1 0 0 0 0,-1 0-1 0 0,1 0 1 0 0,-1-1-1 0 0,1 1 1 0 0,-1 0-1 0 0,0 0 1 0 0,1 0 0 0 0,-1 0-1 0 0,0 1 1 0 0,0-1-1 0 0,0 0 1 0 0,0 0-1 0 0,1 0 1 0 0,-2 0 0 0 0,1 0-1 0 0,0 0 1 0 0,0 0-1 0 0,0 0 1 0 0,0 0 0 0 0,-1 0-1 0 0,1 0 1 0 0,0 0-1 0 0,-1 0 1 0 0,1 0-1 0 0,-1 0 1 0 0,1 0 0 0 0,-1 0-1 0 0,-1 1 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6913 0 0,'5'-4'6264'0'0,"8"15"-4976"0"0,10 19-1151 0 0,5 16 850 0 0,-2 1 0 0 0,36 97 0 0 0,-45-103-786 0 0,117 330 630 0 0,-112-292-651 0 0,-4 2 0 0 0,15 145 0 0 0,-28-170-163 0 0,5 123 10 0 0,-10-176-7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8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806 0 3225 0 0,'-3'0'269'0'0,"-1"1"0"0"0,1-1 1 0 0,0 0-1 0 0,0 1 0 0 0,0 0 1 0 0,0 0-1 0 0,0 0 0 0 0,0 0 1 0 0,0 0-1 0 0,0 0 1 0 0,0 1-1 0 0,0 0 0 0 0,1-1 1 0 0,-6 5-1 0 0,5-3 114 0 0,0-1-1 0 0,0 1 1 0 0,0 0 0 0 0,0-1-1 0 0,0 1 1 0 0,0 1 0 0 0,1-1-1 0 0,-1 0 1 0 0,1 1 0 0 0,0-1 0 0 0,-2 6-1 0 0,4-8-343 0 0,0-1 0 0 0,-1 0-1 0 0,1 1 1 0 0,0-1 0 0 0,0 0-1 0 0,0 1 1 0 0,0-1 0 0 0,0 0 0 0 0,0 1-1 0 0,0-1 1 0 0,0 0 0 0 0,0 1 0 0 0,0-1-1 0 0,0 0 1 0 0,1 1 0 0 0,-1-1-1 0 0,0 0 1 0 0,0 1 0 0 0,0-1 0 0 0,0 0-1 0 0,0 1 1 0 0,1-1 0 0 0,-1 0-1 0 0,0 0 1 0 0,0 1 0 0 0,1-1 0 0 0,-1 0-1 0 0,0 0 1 0 0,0 1 0 0 0,1-1-1 0 0,-1 0 1 0 0,0 0 0 0 0,0 0 0 0 0,1 1-1 0 0,0-1 1 0 0,15 1 642 0 0,15-8 62 0 0,17-12 1 0 0,25-8-185 0 0,-67 25-523 0 0,1 0-1 0 0,-1 1 0 0 0,1 0 1 0 0,0 0-1 0 0,-1 1 0 0 0,1 0 1 0 0,-1 0-1 0 0,1 0 0 0 0,7 2 0 0 0,-14-2-36 0 0,1 0-1 0 0,-1 0 0 0 0,1 0 0 0 0,-1 1 0 0 0,1-1 0 0 0,-1 0 0 0 0,1 0 1 0 0,-1 0-1 0 0,1 1 0 0 0,-1-1 0 0 0,0 0 0 0 0,1 0 0 0 0,-1 1 0 0 0,1-1 0 0 0,-1 0 1 0 0,0 1-1 0 0,1-1 0 0 0,-1 1 0 0 0,0-1 0 0 0,1 0 0 0 0,-1 1 0 0 0,0-1 0 0 0,0 1 1 0 0,1-1-1 0 0,-1 1 0 0 0,0-1 0 0 0,0 1 0 0 0,0-1 0 0 0,0 1 0 0 0,1 0 0 0 0,-7 18-292 0 0,-22 19-778 0 0,24-33 807 0 0,-11 12 113 0 0,10-12 147 0 0,-1 1-1 0 0,1 0 1 0 0,0 0 0 0 0,0 1 0 0 0,0 0 0 0 0,1 0-1 0 0,0 0 1 0 0,1 0 0 0 0,0 0 0 0 0,-4 12-1 0 0,7-18 8 0 0,0 0-1 0 0,1 0 1 0 0,-1 0-1 0 0,0 0 1 0 0,0 0-1 0 0,1 0 1 0 0,-1 0-1 0 0,0-1 1 0 0,1 1-1 0 0,-1 0 1 0 0,1 0-1 0 0,-1 0 1 0 0,1 0-1 0 0,0-1 1 0 0,-1 1-1 0 0,1 0 1 0 0,0-1-1 0 0,-1 1 0 0 0,1 0 1 0 0,0-1-1 0 0,0 1 1 0 0,-1-1-1 0 0,1 1 1 0 0,0-1-1 0 0,0 0 1 0 0,0 1-1 0 0,0-1 1 0 0,0 0-1 0 0,0 0 1 0 0,0 1-1 0 0,0-1 1 0 0,0 0-1 0 0,0 0 1 0 0,-1 0-1 0 0,1 0 1 0 0,0 0-1 0 0,2 0 1 0 0,45-2-232 0 0,-37 1 151 0 0,-11 1 78 0 0,7-1-47 0 0,0 1 1 0 0,0 0-1 0 0,0 0 1 0 0,0 0-1 0 0,0 1 1 0 0,11 3-1 0 0,-17-4 42 0 0,0 0 0 0 0,0 1 0 0 0,0-1-1 0 0,0 1 1 0 0,0-1 0 0 0,0 1 0 0 0,0 0 0 0 0,0-1-1 0 0,-1 1 1 0 0,1 0 0 0 0,0 0 0 0 0,0 0 0 0 0,-1-1 0 0 0,1 1-1 0 0,0 0 1 0 0,-1 0 0 0 0,1 0 0 0 0,-1 0 0 0 0,1 1-1 0 0,0 0 12 0 0,-1 1-1 0 0,0-1 1 0 0,0 0-1 0 0,0 0 1 0 0,0 0-1 0 0,0 0 0 0 0,0 0 1 0 0,0 0-1 0 0,-1 1 1 0 0,1-1-1 0 0,-1 0 0 0 0,0 0 1 0 0,-1 3-1 0 0,-34 64 584 0 0,27-53-543 0 0,0-1 1 0 0,1 1-1 0 0,-10 28 1 0 0,18-42-155 0 0,-1-1 0 0 0,1 0 0 0 0,-1 0-1 0 0,1 0 1 0 0,-1 0 0 0 0,1 1 0 0 0,0-1 0 0 0,0 0 0 0 0,0 0 0 0 0,0 0 0 0 0,0 1 0 0 0,0-1 0 0 0,0 0 0 0 0,0 0 0 0 0,0 1 0 0 0,0-1 0 0 0,1 0-1 0 0,-1 0 1 0 0,0 0 0 0 0,1 1 0 0 0,-1-1 0 0 0,1 0 0 0 0,0 0 0 0 0,-1 0 0 0 0,1 0 0 0 0,0 0 0 0 0,-1 0 0 0 0,1 0 0 0 0,0 0 0 0 0,0 0 0 0 0,0-1-1 0 0,0 1 1 0 0,0 0 0 0 0,0 0 0 0 0,0-1 0 0 0,0 1 0 0 0,0-1 0 0 0,0 1 0 0 0,1-1 0 0 0,-1 1 0 0 0,1-1 0 0 0,7 2-316 0 0,-1-2 0 0 0,1 1 1 0 0,-1-1-1 0 0,1 0 0 0 0,11-2 0 0 0,22 1 1772 0 0,-35 2-1164 0 0,0 1 1 0 0,0 0-1 0 0,0 1 0 0 0,0-1 0 0 0,0 1 0 0 0,0 1 0 0 0,-1-1 0 0 0,0 1 1 0 0,0 0-1 0 0,0 1 0 0 0,0-1 0 0 0,-1 1 0 0 0,1 0 0 0 0,-1 1 1 0 0,0-1-1 0 0,-1 1 0 0 0,1 0 0 0 0,-1 0 0 0 0,-1 0 0 0 0,4 8 1 0 0,5 13 1321 0 0,-2 0 0 0 0,-1 0 0 0 0,11 54 1 0 0,3 12-5 0 0,-13-69-1475 0 0,1-1-1 0 0,1 0 0 0 0,1 0 0 0 0,1-1 1 0 0,22 26-1 0 0,-15-19 23 0 0,35 60 0 0 0,-54-84 0 0 0,1 0 0 0 0,-1 0 0 0 0,0 0 0 0 0,0 0 0 0 0,-1 1 0 0 0,0-1-1 0 0,1 1 1 0 0,-2-1 0 0 0,1 1 0 0 0,-1-1 0 0 0,0 1 0 0 0,0-1 0 0 0,-1 11 0 0 0,0-13-20 0 0,-1 0 0 0 0,1 0 0 0 0,0 0 0 0 0,-1 0 1 0 0,1 0-1 0 0,-1 0 0 0 0,0 0 0 0 0,0-1 1 0 0,0 1-1 0 0,0-1 0 0 0,-1 1 0 0 0,1-1 1 0 0,-1 0-1 0 0,1 0 0 0 0,-1 0 0 0 0,0 0 1 0 0,0 0-1 0 0,0-1 0 0 0,0 1 0 0 0,0-1 1 0 0,0 0-1 0 0,0 0 0 0 0,0 0 0 0 0,-4 0 1 0 0,-28 6 174 0 0,-60 4 0 0 0,63-9-140 0 0,0 2 0 0 0,-53 13-1 0 0,-174 78 54 0 0,169-58-114 0 0,30-17-24 0 0,-1-3 0 0 0,-82 13 0 0 0,-30 7 19 0 0,142-28-8 0 0,1 1 0 0 0,0 1 0 0 0,-43 24-1 0 0,15 0-1689 0 0,42-23-421 0 0,0-2 0 0 0,-1 0 0 0 0,0-1 1 0 0,-29 10-1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49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78 4609 0 0,'-1'0'178'0'0,"0"0"0"0"0,1 0-1 0 0,-1 0 1 0 0,0-1 0 0 0,0 1 0 0 0,1 0 0 0 0,-1-1-1 0 0,0 1 1 0 0,1-1 0 0 0,-1 1 0 0 0,0 0-1 0 0,1-1 1 0 0,-1 1 0 0 0,1-1 0 0 0,-1 0 0 0 0,1 1-1 0 0,-1-1 1 0 0,1 1 0 0 0,-1-1 0 0 0,1 0 0 0 0,0 0-1 0 0,-1 1 1 0 0,1-1 0 0 0,0 0 0 0 0,0 1-1 0 0,-1-1 1 0 0,1 0 0 0 0,0 0 0 0 0,0 1 0 0 0,0-1-1 0 0,0 0 1 0 0,0 0 0 0 0,0 0 0 0 0,0 0 0 0 0,1-1 30 0 0,0 0 1 0 0,1 1-1 0 0,-1-1 1 0 0,0 1-1 0 0,1-1 1 0 0,-1 1-1 0 0,1 0 1 0 0,-1-1-1 0 0,1 1 1 0 0,0 0-1 0 0,-1 0 1 0 0,5-1-1 0 0,9-5 361 0 0,0 1 0 0 0,22-6 0 0 0,-16 8-400 0 0,1 0 1 0 0,-1 1 0 0 0,1 1 0 0 0,-1 1 0 0 0,1 1-1 0 0,0 1 1 0 0,-1 1 0 0 0,1 1 0 0 0,-1 1 0 0 0,1 0 0 0 0,30 12-1 0 0,-30-8-4 0 0,0 1 0 0 0,-1 1 0 0 0,0 1 0 0 0,-1 0 0 0 0,0 2 0 0 0,-1 0 0 0 0,-1 1-1 0 0,0 1 1 0 0,0 1 0 0 0,23 28 0 0 0,-28-26-152 0 0,-1 0 1 0 0,-1 1-1 0 0,0 1 0 0 0,-2 0 1 0 0,0 0-1 0 0,-1 1 0 0 0,-1 0 0 0 0,7 36 1 0 0,-1 19 67 0 0,3 88 1 0 0,-11-96-69 0 0,8 631-181 0 0,-4-44 16 0 0,3-414 716 0 0,-12-190-333 0 0,-2 1 1 0 0,-16 84 0 0 0,12-103 362 0 0,-2 49-1 0 0,7-32-8652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0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82 166 4897 0 0,'-28'-23'761'0'0,"23"20"-237"0"0,1 1 0 0 0,0-1 0 0 0,0 0 0 0 0,0-1 0 0 0,1 1 0 0 0,-1-1 0 0 0,1 1 0 0 0,0-1 0 0 0,0 0 0 0 0,0 0 0 0 0,0 0 0 0 0,1-1 0 0 0,0 1 0 0 0,-3-9 0 0 0,4 13-473 0 0,1 0 1 0 0,0 0 0 0 0,0-1-1 0 0,0 1 1 0 0,0 0 0 0 0,0-1 0 0 0,0 1-1 0 0,0 0 1 0 0,-1-1 0 0 0,1 1-1 0 0,0 0 1 0 0,0 0 0 0 0,0-1 0 0 0,0 1-1 0 0,0 0 1 0 0,1-1 0 0 0,-1 1-1 0 0,0 0 1 0 0,0-1 0 0 0,0 1-1 0 0,0 0 1 0 0,0 0 0 0 0,0-1 0 0 0,0 1-1 0 0,1 0 1 0 0,-1-1 0 0 0,0 1-1 0 0,0 0 1 0 0,0 0 0 0 0,1-1 0 0 0,-1 1-1 0 0,0 0 1 0 0,0 0 0 0 0,0 0-1 0 0,1 0 1 0 0,-1-1 0 0 0,0 1 0 0 0,1 0-1 0 0,-1 0 1 0 0,0 0 0 0 0,0 0-1 0 0,1 0 1 0 0,-1 0 0 0 0,0 0 0 0 0,1-1-1 0 0,-1 1 1 0 0,0 0 0 0 0,1 0-1 0 0,-1 0 1 0 0,0 0 0 0 0,1 0-1 0 0,-1 1 1 0 0,0-1 0 0 0,0 0 0 0 0,1 0-1 0 0,-1 0 1 0 0,0 0 0 0 0,1 0-1 0 0,-1 0 1 0 0,0 0 0 0 0,0 1 0 0 0,1-1-1 0 0,-1 0 1 0 0,0 0 0 0 0,0 0-1 0 0,1 1 1 0 0,-1-1 0 0 0,0 0 0 0 0,0 0-1 0 0,19 15 1389 0 0,-11 0-1024 0 0,0 1-1 0 0,-1 0 0 0 0,10 32 1 0 0,-11-28-277 0 0,1-1 1 0 0,19 38-1 0 0,-23-52-121 0 0,-1-1-1 0 0,1 1 0 0 0,1-1 1 0 0,-1 0-1 0 0,1 0 1 0 0,0 0-1 0 0,-1 0 1 0 0,2-1-1 0 0,-1 1 1 0 0,0-1-1 0 0,1 0 1 0 0,-1 0-1 0 0,1-1 0 0 0,0 1 1 0 0,0-1-1 0 0,6 1 1 0 0,-7-2 21 0 0,-1-1-1 0 0,1 1 1 0 0,0-1 0 0 0,0 0 0 0 0,-1 0 0 0 0,1-1-1 0 0,0 1 1 0 0,0-1 0 0 0,-1 0 0 0 0,1 0 0 0 0,0 0-1 0 0,-1 0 1 0 0,1-1 0 0 0,-1 0 0 0 0,0 1 0 0 0,1-1-1 0 0,-1 0 1 0 0,0-1 0 0 0,0 1 0 0 0,0 0 0 0 0,-1-1-1 0 0,1 0 1 0 0,0 0 0 0 0,2-4 0 0 0,8-10 146 0 0,-1 1-1 0 0,0-2 1 0 0,10-21 0 0 0,-17 29-174 0 0,29-59 148 0 0,7-13-325 0 0,-7 32-6119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1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41 4609 0 0,'-27'-41'6675'0'0,"50"93"-1355"0"0,2 44-4480 0 0,-13-47 96 0 0,22 98 444 0 0,-18-73-1250 0 0,36 107 0 0 0,-49-174-542 0 0,9 22-776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10 131 1840 0 0,'8'-13'531'0'0,"0"0"0"0"0,1 1 0 0 0,1-1 0 0 0,0 2-1 0 0,0 0 1 0 0,1 0 0 0 0,1 0 0 0 0,19-12-1 0 0,-30 22-370 0 0,1-1 0 0 0,-1 1 0 0 0,1 0 0 0 0,0 0 0 0 0,-1 0 0 0 0,1 0-1 0 0,0 0 1 0 0,0 0 0 0 0,0 1 0 0 0,-1-1 0 0 0,1 0 0 0 0,0 1 0 0 0,0 0-1 0 0,0-1 1 0 0,0 1 0 0 0,0 0 0 0 0,0 0 0 0 0,0 0 0 0 0,3 1 0 0 0,-4-1-94 0 0,0 1 0 0 0,0 0 0 0 0,0 0 0 0 0,0 0 0 0 0,0 0 0 0 0,0 1 0 0 0,0-1 0 0 0,0 0 1 0 0,0 0-1 0 0,0 0 0 0 0,-1 1 0 0 0,1-1 0 0 0,-1 0 0 0 0,1 1 0 0 0,-1-1 0 0 0,1 1 1 0 0,-1-1-1 0 0,0 0 0 0 0,0 1 0 0 0,1-1 0 0 0,-1 1 0 0 0,0-1 0 0 0,-1 1 0 0 0,1-1 1 0 0,0 1-1 0 0,-1 1 0 0 0,0 15 95 0 0,-2-1-1 0 0,0 1 1 0 0,-1 0 0 0 0,0-1 0 0 0,-10 21-1 0 0,-39 82-80 0 0,52-118-80 0 0,-35 62-331 0 0,22-40 1991 0 0,-21 48 1 0 0,35-72-1596 0 0,-1 1-1 0 0,1 0 1 0 0,0 0 0 0 0,0-1 0 0 0,-1 1-1 0 0,1 0 1 0 0,0 0 0 0 0,0-1-1 0 0,0 1 1 0 0,0 0 0 0 0,0 0 0 0 0,0 0-1 0 0,0-1 1 0 0,0 1 0 0 0,0 0 0 0 0,0 0-1 0 0,0 0 1 0 0,1-1 0 0 0,-1 1-1 0 0,0 0 1 0 0,0 0 0 0 0,1-1 0 0 0,-1 1-1 0 0,1 0 1 0 0,-1-1 0 0 0,0 1-1 0 0,1 0 1 0 0,0 0 0 0 0,1 0 7 0 0,-1 0 0 0 0,1-1-1 0 0,-1 1 1 0 0,1 0 0 0 0,-1-1 0 0 0,1 1 0 0 0,-1-1 0 0 0,1 1 0 0 0,0-1 0 0 0,0 0-1 0 0,-1 0 1 0 0,3 0 0 0 0,5 0 67 0 0,-1 0 0 0 0,0-1 0 0 0,0 0 0 0 0,11-4 0 0 0,45-17 243 0 0,20-5-1751 0 0,-72 25 414 0 0,0 0 0 0 0,-1 0-1 0 0,15 1 1 0 0,-6 1-4383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2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0,'1'12'1389'0'0,"1"0"1"0"0,0 0-1 0 0,1 0 0 0 0,5 13 1 0 0,0 4 309 0 0,3 17-301 0 0,-3-10-1267 0 0,2-1 0 0 0,22 57 0 0 0,-23-74-1086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2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4 184 7370 0 0,'0'0'65'0'0,"0"0"1"0"0,-1 0 0 0 0,1 0-1 0 0,0 0 1 0 0,0-1 0 0 0,0 1-1 0 0,-1 0 1 0 0,1 0 0 0 0,0 0 0 0 0,0-1-1 0 0,0 1 1 0 0,-1 0 0 0 0,1 0-1 0 0,0 0 1 0 0,0-1 0 0 0,0 1-1 0 0,0 0 1 0 0,0 0 0 0 0,-1-1 0 0 0,1 1-1 0 0,0 0 1 0 0,0-1 0 0 0,0 1-1 0 0,0 0 1 0 0,0 0 0 0 0,0-1-1 0 0,0 1 1 0 0,0 0 0 0 0,0-1-1 0 0,0 1 1 0 0,0 0 0 0 0,0 0 0 0 0,0-1-1 0 0,0 1 1 0 0,1 0 0 0 0,-1-1-1 0 0,0 1 1 0 0,0 0 0 0 0,0 0-1 0 0,0-1 1 0 0,0 1 0 0 0,1 0 0 0 0,-1 0-1 0 0,16-16 1985 0 0,32-15 404 0 0,-37 24-1888 0 0,58-43 1421 0 0,-45 31-3884 0 0,41-24 0 0 0,-51 36-3144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2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0,'1'4'378'0'0,"0"0"0"0"0,0 0-1 0 0,1 0 1 0 0,-1 0 0 0 0,1 0 0 0 0,0-1-1 0 0,0 1 1 0 0,3 4 0 0 0,8 15 1241 0 0,2 27 768 0 0,-3 0 0 0 0,10 74 0 0 0,-15-73-2135 0 0,3 1 0 0 0,21 68-1 0 0,-19-88-1672 0 0,0 0-5187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3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 11522 0 0,'-1'0'33'0'0,"1"0"-1"0"0,0 0 0 0 0,0 0 0 0 0,0 0 0 0 0,-1-1 0 0 0,1 1 0 0 0,0 0 0 0 0,0 0 0 0 0,0 0 1 0 0,0 0-1 0 0,0-1 0 0 0,-1 1 0 0 0,1 0 0 0 0,0 0 0 0 0,0-1 0 0 0,0 1 0 0 0,0 0 0 0 0,0 0 0 0 0,0 0 1 0 0,0-1-1 0 0,0 1 0 0 0,0 0 0 0 0,0 0 0 0 0,0-1 0 0 0,0 1 0 0 0,0 0 0 0 0,0 0 0 0 0,0-1 1 0 0,0 1-1 0 0,0 0 0 0 0,0 0 0 0 0,0-1 0 0 0,0 1 0 0 0,0 0 0 0 0,0 0 0 0 0,0 0 0 0 0,1-1 1 0 0,-1 1-1 0 0,0 0 0 0 0,11 2 574 0 0,13 12 639 0 0,-17-7-824 0 0,-1 0 0 0 0,0 0 0 0 0,-1 1 0 0 0,0 0 1 0 0,0 0-1 0 0,0 1 0 0 0,-1-1 0 0 0,-1 1 0 0 0,6 16 0 0 0,0 12-241 0 0,6 43-1 0 0,-6-27-67 0 0,-2-15-517 0 0,12 49-1239 0 0,-16-78 471 0 0,0-1 0 0 0,1 0 0 0 0,0 0 0 0 0,6 11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3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6913 0 0,'1'-3'39'0'0,"0"-1"0"0"0,0 1 0 0 0,0 0 0 0 0,0 0 0 0 0,1-1 0 0 0,-1 1-1 0 0,1 0 1 0 0,0 0 0 0 0,0 0 0 0 0,0 1 0 0 0,0-1 0 0 0,0 0-1 0 0,0 1 1 0 0,1-1 0 0 0,0 1 0 0 0,4-4 0 0 0,-4 4 133 0 0,-1 0 1 0 0,0 0-1 0 0,1 1 1 0 0,0-1 0 0 0,-1 1-1 0 0,1-1 1 0 0,0 1-1 0 0,0 0 1 0 0,0 0-1 0 0,-1 0 1 0 0,1 0 0 0 0,0 0-1 0 0,1 1 1 0 0,-1 0-1 0 0,0-1 1 0 0,0 1-1 0 0,0 0 1 0 0,0 0-1 0 0,5 1 1 0 0,-7 0-78 0 0,1 0-1 0 0,-1 0 1 0 0,1 1 0 0 0,-1-1 0 0 0,1 0-1 0 0,-1 0 1 0 0,0 1 0 0 0,0-1 0 0 0,0 1-1 0 0,0-1 1 0 0,0 1 0 0 0,0-1-1 0 0,0 1 1 0 0,0 0 0 0 0,0 0 0 0 0,-1-1-1 0 0,1 1 1 0 0,-1 0 0 0 0,1 0-1 0 0,-1 0 1 0 0,0-1 0 0 0,0 1 0 0 0,0 3-1 0 0,-2 51 1006 0 0,1-42-999 0 0,1-6-225 0 0,-1-1 585 0 0,0 1-1 0 0,1-1 0 0 0,0 0 1 0 0,1 1-1 0 0,-1-1 0 0 0,4 12 0 0 0,-4-17-361 0 0,1-1 0 0 0,0 1 0 0 0,0-1-1 0 0,-1 0 1 0 0,1 1 0 0 0,0-1 0 0 0,0 0-1 0 0,0 0 1 0 0,0 0 0 0 0,1 1 0 0 0,-1-1-1 0 0,0 0 1 0 0,0 0 0 0 0,1-1 0 0 0,-1 1-1 0 0,1 0 1 0 0,-1 0 0 0 0,0-1 0 0 0,1 1-1 0 0,-1-1 1 0 0,1 1 0 0 0,-1-1 0 0 0,1 0-1 0 0,0 1 1 0 0,-1-1 0 0 0,1 0 0 0 0,-1 0-1 0 0,1 0 1 0 0,0 0 0 0 0,-1 0 0 0 0,1-1-1 0 0,-1 1 1 0 0,1 0 0 0 0,-1-1 0 0 0,1 1-1 0 0,2-2 1 0 0,6-2-382 0 0,1 0 0 0 0,-1 0 0 0 0,0-1 0 0 0,-1 0 0 0 0,17-11 0 0 0,17-10-6125 0 0,-31 19 4593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3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84 6913 0 0,'-1'0'40'0'0,"0"1"-1"0"0,1-1 0 0 0,-1 0 0 0 0,0 0 0 0 0,1 0 0 0 0,-1-1 0 0 0,0 1 0 0 0,1 0 0 0 0,-1 0 0 0 0,1 0 0 0 0,-1 0 0 0 0,0-1 0 0 0,1 1 0 0 0,-1 0 0 0 0,1 0 0 0 0,-1-1 0 0 0,1 1 0 0 0,-1 0 0 0 0,1-1 0 0 0,-1 1 0 0 0,1-1 0 0 0,-1 1 0 0 0,1-1 0 0 0,-1 1 0 0 0,1-1 0 0 0,0 1 0 0 0,-1-1 0 0 0,1 1 0 0 0,0-1 0 0 0,0 1 0 0 0,-1-1 0 0 0,1 0 0 0 0,0-1 160 0 0,0 0-1 0 0,0 0 0 0 0,0 0 1 0 0,0 0-1 0 0,0 0 0 0 0,0 0 1 0 0,1 0-1 0 0,-1 1 0 0 0,1-1 1 0 0,-1 0-1 0 0,2-2 0 0 0,0 0 249 0 0,0 0 0 0 0,0 0-1 0 0,1 0 1 0 0,-1 0 0 0 0,1 0 0 0 0,0 0-1 0 0,0 1 1 0 0,0 0 0 0 0,7-6 0 0 0,-9 8-415 0 0,0 0 0 0 0,0 1 0 0 0,0-1 0 0 0,0 1 0 0 0,0-1 0 0 0,0 1 0 0 0,0 0 0 0 0,0-1 0 0 0,0 1 0 0 0,1 0 0 0 0,-1 0 0 0 0,0 0 0 0 0,0 0 0 0 0,0 0 0 0 0,0 0 0 0 0,1 0 0 0 0,-1 0 1 0 0,0 1-1 0 0,0-1 0 0 0,0 0 0 0 0,0 1 0 0 0,0-1 0 0 0,0 0 0 0 0,2 2 0 0 0,-1 0-9 0 0,0 0 0 0 0,0-1 0 0 0,0 1 0 0 0,-1 0 0 0 0,1 0 0 0 0,-1 0 0 0 0,1 0 0 0 0,-1 1 0 0 0,0-1 0 0 0,2 5 0 0 0,1 3 48 0 0,-1 1 1 0 0,0 0 0 0 0,-1-1-1 0 0,2 16 1 0 0,-3 8 283 0 0,-1 0 0 0 0,-5 38 0 0 0,0 23 2215 0 0,4-94-2537 0 0,1-1 0 0 0,0 0 0 0 0,0 1 0 0 0,0-1 0 0 0,0 0 0 0 0,0 1 0 0 0,1-1 0 0 0,-1 0 0 0 0,0 1 0 0 0,0-1 0 0 0,0 0 0 0 0,0 0 0 0 0,0 1 0 0 0,0-1 0 0 0,0 0 0 0 0,1 1 0 0 0,-1-1 0 0 0,0 0 0 0 0,0 0 0 0 0,0 1 0 0 0,0-1 0 0 0,1 0 0 0 0,-1 0 0 0 0,0 0 0 0 0,0 1 0 0 0,1-1 0 0 0,-1 0 0 0 0,0 0 0 0 0,0 0 0 0 0,1 0 0 0 0,-1 0 0 0 0,0 1 0 0 0,1-1 0 0 0,-1 0 0 0 0,0 0-1 0 0,1 0 1 0 0,-1 0 0 0 0,0 0 0 0 0,1 0 0 0 0,-1 0 0 0 0,0 0 0 0 0,0 0 0 0 0,1 0 0 0 0,-1 0 0 0 0,0 0 0 0 0,1 0 0 0 0,-1-1 0 0 0,0 1 0 0 0,1 0 0 0 0,-1 0 0 0 0,0 0 0 0 0,0 0 0 0 0,1 0 0 0 0,-1-1 0 0 0,0 1 0 0 0,0 0 0 0 0,1 0 0 0 0,-1 0 0 0 0,0-1 0 0 0,0 1 0 0 0,0 0 0 0 0,1 0 0 0 0,-1-1 0 0 0,0 1 0 0 0,0 0 0 0 0,0-1 0 0 0,0 1 0 0 0,20-20 158 0 0,-18 19-103 0 0,78-95 159 0 0,-54 67-483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5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6913 0 0,'-5'0'2008'0'0,"16"12"-527"0"0,3 18-285 0 0,-1 0 1 0 0,-1 2-1 0 0,-2-1 0 0 0,9 48 0 0 0,17 49-749 0 0,-29-106-808 0 0,2-1-1 0 0,0-1 1 0 0,1 0 0 0 0,1 0-1 0 0,18 25 1 0 0,-17-30-970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5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0 101 3225 0 0,'8'-10'398'0'0,"0"1"-1"0"0,0 0 1 0 0,1 1 0 0 0,0 0 0 0 0,0 0 0 0 0,1 1-1 0 0,0 0 1 0 0,0 1 0 0 0,1 0 0 0 0,0 1 0 0 0,0 0 0 0 0,19-6-1 0 0,-28 11-297 0 0,-1-1 0 0 0,1 1 0 0 0,-1 0-1 0 0,0 0 1 0 0,1 0 0 0 0,-1 0-1 0 0,1 0 1 0 0,-1 0 0 0 0,1 0-1 0 0,-1 0 1 0 0,0 0 0 0 0,1 1-1 0 0,-1-1 1 0 0,1 1 0 0 0,-1-1-1 0 0,0 1 1 0 0,0 0 0 0 0,1-1-1 0 0,-1 1 1 0 0,0 0 0 0 0,0 0-1 0 0,0 0 1 0 0,0 0 0 0 0,1 1 0 0 0,0 0 59 0 0,0 1 1 0 0,0 0 0 0 0,-1 0 0 0 0,1-1 0 0 0,-1 1 0 0 0,0 0 0 0 0,0 1 0 0 0,0-1 0 0 0,0 0 0 0 0,0 4 0 0 0,1 8 248 0 0,-2 0 0 0 0,1 0 0 0 0,-4 21 0 0 0,3-36-406 0 0,-7 52 589 0 0,4-39-422 0 0,1 1-1 0 0,0 0 1 0 0,1 0 0 0 0,0-1 0 0 0,1 1 0 0 0,1 0 0 0 0,0 0 0 0 0,4 18 0 0 0,-5-31-122 0 0,1 1 1 0 0,-1 0-1 0 0,1-1 1 0 0,0 1-1 0 0,-1-1 0 0 0,1 0 1 0 0,0 1-1 0 0,0-1 1 0 0,0 0-1 0 0,0 1 1 0 0,0-1-1 0 0,0 0 1 0 0,1 0-1 0 0,-1 0 0 0 0,0 0 1 0 0,1 0-1 0 0,-1 0 1 0 0,0 0-1 0 0,1 0 1 0 0,-1-1-1 0 0,1 1 1 0 0,2 0-1 0 0,0 0 81 0 0,-1-1-1 0 0,0 0 1 0 0,1 0 0 0 0,-1 0-1 0 0,1 0 1 0 0,-1-1 0 0 0,0 1-1 0 0,1-1 1 0 0,-1 0 0 0 0,5-2-1 0 0,7-3 345 0 0,0-1 0 0 0,-1-1-1 0 0,22-15 1 0 0,-33 21-459 0 0,-2 1-22 0 0,74-47 334 0 0,-22 21-3452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8.0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4145 0 0,'0'0'428'0'0,"10"0"406"0"0,0 0 0 0 0,-1-1 0 0 0,1 0 0 0 0,0 0 0 0 0,-1-1 0 0 0,1 0 0 0 0,-1-1 0 0 0,0 0 0 0 0,10-4 0 0 0,-16 6-820 0 0,-1 0-1 0 0,0 1 0 0 0,1-1 0 0 0,-1 1 0 0 0,0 0 0 0 0,1 0 0 0 0,-1 0 0 0 0,0 0 0 0 0,1 0 0 0 0,-1 0 1 0 0,0 1-1 0 0,1-1 0 0 0,-1 1 0 0 0,0-1 0 0 0,0 1 0 0 0,1 0 0 0 0,-1 0 0 0 0,0 0 0 0 0,0 0 0 0 0,0 0 1 0 0,0 1-1 0 0,0-1 0 0 0,0 1 0 0 0,-1-1 0 0 0,1 1 0 0 0,0 0 0 0 0,-1-1 0 0 0,1 1 0 0 0,-1 0 0 0 0,2 3 1 0 0,0 0 33 0 0,0-1 0 0 0,0 1 0 0 0,0 0 0 0 0,-1 0 0 0 0,0 0 0 0 0,0 0 0 0 0,0 1 0 0 0,-1-1 0 0 0,1 0 0 0 0,-1 1 0 0 0,-1-1 0 0 0,1 6 0 0 0,-3 8 43 0 0,-2-1 1 0 0,0 0-1 0 0,-1-1 0 0 0,0 1 1 0 0,-1-1-1 0 0,-2 0 1 0 0,1-1-1 0 0,-12 18 0 0 0,2-2 92 0 0,22-35-100 0 0,-1 0-1 0 0,1 0 1 0 0,0 0 0 0 0,0 0 0 0 0,0 1-1 0 0,0 0 1 0 0,0 0 0 0 0,7-2 0 0 0,2-1 26 0 0,-4 1-70 0 0,1 1-1 0 0,0 0 1 0 0,0 0-1 0 0,0 1 1 0 0,0 1-1 0 0,0 0 1 0 0,0 0-1 0 0,23 2 1 0 0,-31-1-34 0 0,1 1 1 0 0,-1-1 0 0 0,0 1-1 0 0,1-1 1 0 0,-1 1 0 0 0,1 0 0 0 0,-1 0-1 0 0,0 1 1 0 0,0-1 0 0 0,0 0-1 0 0,0 1 1 0 0,0 0 0 0 0,0 0-1 0 0,0 0 1 0 0,0 0 0 0 0,-1 0 0 0 0,1 1-1 0 0,-1-1 1 0 0,0 1 0 0 0,1 0-1 0 0,-1 0 1 0 0,-1-1 0 0 0,1 1-1 0 0,0 1 1 0 0,-1-1 0 0 0,1 0 0 0 0,-1 0-1 0 0,0 0 1 0 0,0 1 0 0 0,0-1-1 0 0,-1 0 1 0 0,1 1 0 0 0,0 3-1 0 0,-2 1 69 0 0,1-1-1 0 0,-1 1 0 0 0,0-1 1 0 0,-1 1-1 0 0,0-1 0 0 0,0 0 1 0 0,-1 1-1 0 0,1-1 1 0 0,-1-1-1 0 0,-6 10 0 0 0,-23 34-958 0 0,10-22-3176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8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7370 0 0,'0'0'762'0'0,"1"0"-490"0"0,5 17 5832 0 0,-3-1-4717 0 0,23 98 2375 0 0,24 91-1348 0 0,-39-168-2621 0 0,3 0 1 0 0,1-1 0 0 0,27 48 0 0 0,-39-79-76 0 0,19 37-1287 0 0,-16-14-2835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3:58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1840 0 0,'0'-2'208'0'0,"0"1"-1"0"0,0 0 1 0 0,0 0-1 0 0,0 0 1 0 0,0 0-1 0 0,0-1 1 0 0,1 1-1 0 0,-1 0 1 0 0,0 0-1 0 0,1 0 1 0 0,-1 0-1 0 0,0 0 1 0 0,1 0-1 0 0,0 0 1 0 0,-1 0-1 0 0,1 0 1 0 0,-1 0-1 0 0,1 0 1 0 0,0 0 0 0 0,0 0-1 0 0,0 0 1 0 0,0 0-1 0 0,-1 1 1 0 0,1-1-1 0 0,0 0 1 0 0,0 1-1 0 0,0-1 1 0 0,0 1-1 0 0,0-1 1 0 0,1 1-1 0 0,-1-1 1 0 0,0 1-1 0 0,0 0 1 0 0,0 0-1 0 0,0-1 1 0 0,2 1-1 0 0,-1 0 110 0 0,0-1-1 0 0,0 1 1 0 0,0-1-1 0 0,0 1 1 0 0,0 0 0 0 0,0 0-1 0 0,-1 0 1 0 0,1 0-1 0 0,0 0 1 0 0,0 0 0 0 0,0 1-1 0 0,0-1 1 0 0,0 1-1 0 0,0-1 1 0 0,0 1 0 0 0,0 0-1 0 0,-1-1 1 0 0,1 1-1 0 0,0 0 1 0 0,-1 0 0 0 0,1 0-1 0 0,0 1 1 0 0,-1-1-1 0 0,3 2 1 0 0,5 13 320 0 0,-1 1 0 0 0,-1 0 0 0 0,0 0 0 0 0,-1 0 0 0 0,-1 1 0 0 0,6 30 0 0 0,7 24-247 0 0,-5-32-464 0 0,2-1 0 0 0,2-1 0 0 0,2 0 0 0 0,1-1 0 0 0,1-2 1 0 0,41 51-1 0 0,-56-73-2208 0 0,-5-9 1107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0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10594 0 0,'0'0'86'0'0,"0"-1"0"0"0,1 0 0 0 0,-1 0 0 0 0,0 1-1 0 0,0-1 1 0 0,0 0 0 0 0,0 1 0 0 0,0-1 0 0 0,1 0 0 0 0,-1 0-1 0 0,0 1 1 0 0,1-1 0 0 0,-1 1 0 0 0,0-1 0 0 0,1 0 0 0 0,-1 1-1 0 0,1-1 1 0 0,-1 1 0 0 0,1-1 0 0 0,-1 1 0 0 0,1-1 0 0 0,-1 1-1 0 0,1-1 1 0 0,0 1 0 0 0,-1 0 0 0 0,1-1 0 0 0,0 1-1 0 0,-1 0 1 0 0,1-1 0 0 0,0 1 0 0 0,-1 0 0 0 0,1 0 0 0 0,0 0-1 0 0,0 0 1 0 0,-1 0 0 0 0,1 0 0 0 0,0 0 0 0 0,0 0 0 0 0,-1 0-1 0 0,1 0 1 0 0,0 0 0 0 0,-1 0 0 0 0,2 1 0 0 0,28 9 2729 0 0,-25-6-2647 0 0,-1 0 0 0 0,1 0 0 0 0,-1 1-1 0 0,0-1 1 0 0,0 1 0 0 0,0 0-1 0 0,-1 0 1 0 0,0 0 0 0 0,0 0 0 0 0,0 1-1 0 0,2 7 1 0 0,5 12 272 0 0,6 34 1 0 0,-3-15 59 0 0,19 41 253 0 0,-2-34-3555 0 0,-30-51 2695 0 0,0 0-1 0 0,0 1 1 0 0,1-1 0 0 0,-1 0 0 0 0,0 1 0 0 0,0-1 0 0 0,0 0 0 0 0,0 0 0 0 0,4 3-1393 0 0,-4-3 1393 0 0,0 0-1 0 0,1 0 1 0 0,-1 0 0 0 0,0 0 0 0 0,1 0 0 0 0,-1 0 0 0 0,0 0 0 0 0,1 0 0 0 0,-1 0-1 0 0,0 0 1 0 0,0 0 0 0 0,1 0 0 0 0,-1 0 0 0 0,0 0 0 0 0,1 0 0 0 0,-1-1 0 0 0,0 1 0 0 0,0 0-1 0 0,1 0 1 0 0,-1 0 0 0 0,0 0 0 0 0,1-1-321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0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5153 0 0,'9'-17'852'0'0,"0"0"-1"0"0,21-26 1 0 0,-27 38-597 0 0,1 1 0 0 0,-1 0 0 0 0,1-1 0 0 0,0 1 0 0 0,1 1 0 0 0,-1-1 0 0 0,1 1 0 0 0,-1-1 0 0 0,1 1 0 0 0,0 0 0 0 0,0 1 0 0 0,1 0 0 0 0,8-3 0 0 0,-13 4-224 0 0,0 1 0 0 0,0 0-1 0 0,0 0 1 0 0,0-1 0 0 0,0 1-1 0 0,0 0 1 0 0,0 0-1 0 0,0 0 1 0 0,0 0 0 0 0,0 1-1 0 0,0-1 1 0 0,0 0 0 0 0,0 0-1 0 0,0 1 1 0 0,0-1-1 0 0,0 0 1 0 0,0 1 0 0 0,0-1-1 0 0,0 1 1 0 0,0-1 0 0 0,0 1-1 0 0,0 0 1 0 0,-1-1-1 0 0,1 1 1 0 0,0 0 0 0 0,1 1-1 0 0,-1 0 8 0 0,-1 0 0 0 0,1 0 0 0 0,0 0 0 0 0,0 0 0 0 0,-1 0 0 0 0,1 0 1 0 0,-1 0-1 0 0,0 1 0 0 0,0-1 0 0 0,1 0 0 0 0,-2 0 0 0 0,1 3 0 0 0,-1 5 47 0 0,-1 0-1 0 0,0 0 1 0 0,0 0 0 0 0,-6 13 0 0 0,-12 20-5 0 0,14-31 152 0 0,0 1 0 0 0,1-1 1 0 0,0 1-1 0 0,-5 20 1 0 0,10-32-146 0 0,0-1 1 0 0,1 1-1 0 0,-1 0 1 0 0,0 0-1 0 0,0 0 1 0 0,1 0-1 0 0,-1-1 0 0 0,0 1 1 0 0,1 0-1 0 0,-1 0 1 0 0,0-1-1 0 0,1 1 1 0 0,-1 0-1 0 0,1-1 1 0 0,-1 1-1 0 0,1 0 1 0 0,0-1-1 0 0,-1 1 1 0 0,1-1-1 0 0,0 1 1 0 0,-1-1-1 0 0,1 1 1 0 0,0-1-1 0 0,0 1 1 0 0,-1-1-1 0 0,1 0 0 0 0,0 0 1 0 0,0 1-1 0 0,0-1 1 0 0,-1 0-1 0 0,1 0 1 0 0,0 0-1 0 0,0 0 1 0 0,0 0-1 0 0,0 0 1 0 0,0 0-1 0 0,1 0 1 0 0,38 0 774 0 0,-34-1-791 0 0,117-3-2636 0 0,-107 4-3247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1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3225 0 0,'-6'5'6819'0'0,"8"0"-5937"0"0,-1-1-99 0 0,3 9-418 0 0,1 0 0 0 0,0 0 0 0 0,1-1 0 0 0,0 0 0 0 0,1 0 1 0 0,0-1-1 0 0,1 0 0 0 0,1 0 0 0 0,9 9 0 0 0,-12-13-257 0 0,0-2 0 0 0,0 1 0 0 0,1-1 0 0 0,-1 0 0 0 0,2 0 0 0 0,-1 0 0 0 0,0-1 0 0 0,1 0 0 0 0,-1-1 0 0 0,1 0 0 0 0,0 0 0 0 0,0-1 0 0 0,1 0 0 0 0,-1 0 0 0 0,0-1 0 0 0,13 1 0 0 0,-17-2-486 0 0,-1-1 1 0 0,1 0-1 0 0,0 0 0 0 0,0 0 1 0 0,0-1-1 0 0,-1 1 1 0 0,1-1-1 0 0,-1 0 0 0 0,1 0 1 0 0,-1 0-1 0 0,0 0 1 0 0,0-1-1 0 0,0 1 1 0 0,0-1-1 0 0,4-4 0 0 0,2-2-766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1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 2761 0 0,'0'0'224'0'0,"-1"0"0"0"0,0-1 1 0 0,0 1-1 0 0,0 0 0 0 0,0 0 1 0 0,1 0-1 0 0,-1 0 1 0 0,0 0-1 0 0,0 1 0 0 0,0-1 1 0 0,0 0-1 0 0,1 0 0 0 0,-1 0 1 0 0,0 1-1 0 0,0-1 0 0 0,1 0 1 0 0,-1 1-1 0 0,0-1 1 0 0,0 1-1 0 0,1-1 0 0 0,-1 1 1 0 0,0-1-1 0 0,1 1 0 0 0,-1 0 1 0 0,1-1-1 0 0,-1 1 0 0 0,1 0 1 0 0,-1-1-1 0 0,1 1 1 0 0,-1 0-1 0 0,1-1 0 0 0,0 1 1 0 0,-1 0-1 0 0,1 0 0 0 0,0 0 1 0 0,0-1-1 0 0,-1 2 0 0 0,1 3 543 0 0,1-1 0 0 0,0 0 0 0 0,-1 1 0 0 0,1-1-1 0 0,1 0 1 0 0,1 6 0 0 0,5 20 409 0 0,0 101 1635 0 0,0 14-1570 0 0,-5-121-1745 0 0,1 0 1 0 0,1-1 0 0 0,16 45-1 0 0,-11-43-6641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0 299 7834 0 0,'30'27'5495'0'0,"32"28"-3838"0"0,-29-24-759 0 0,3-1 1 0 0,0-2-1 0 0,52 31 0 0 0,-44-30 47 0 0,-37-24-826 0 0,-1-1-5 0 0,0 0 0 0 0,0 0 0 0 0,1 0 0 0 0,-1-1 0 0 0,14 5 0 0 0,-19-8-85 0 0,1 0 0 0 0,-1 1-1 0 0,0-1 1 0 0,1 0 0 0 0,-1 0-1 0 0,1 0 1 0 0,-1 0 0 0 0,0 0-1 0 0,1-1 1 0 0,-1 1 0 0 0,0 0-1 0 0,1 0 1 0 0,-1-1 0 0 0,0 1-1 0 0,1-1 1 0 0,-1 1 0 0 0,0-1-1 0 0,0 0 1 0 0,0 0 0 0 0,0 1-1 0 0,1-1 1 0 0,-1 0 0 0 0,0 0-1 0 0,0 0 1 0 0,0 0 0 0 0,-1 0-1 0 0,1 0 1 0 0,0 0 0 0 0,0 0-1 0 0,-1-1 1 0 0,1 1 0 0 0,0 0-1 0 0,-1 0 1 0 0,1-1 0 0 0,-1 1-1 0 0,0 0 1 0 0,1-3 0 0 0,2-6 122 0 0,-1 0 0 0 0,-1 0 1 0 0,1 0-1 0 0,-1 0 0 0 0,-1 0 1 0 0,-1-18-1 0 0,-14-64 18 0 0,4 24-92 0 0,-1-76-60 0 0,11 121-30 0 0,2-1 1 0 0,1 0 0 0 0,0 0-1 0 0,7-23 1 0 0,-9 45-67 0 0,0 1-42 0 0,1-1 0 0 0,-1 1-1 0 0,0 0 1 0 0,1-1-1 0 0,-1 1 1 0 0,1-1-1 0 0,-1 1 1 0 0,1-1-1 0 0,-1 1 1 0 0,1 0 0 0 0,0 0-1 0 0,0-1 1 0 0,0 1-1 0 0,0 0 1 0 0,0 0-1 0 0,0 0 1 0 0,0 0 0 0 0,0 0-1 0 0,2-1 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03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9 3225 0 0,'-5'-9'4836'0'0,"-5"24"-3594"0"0,-7 29-674 0 0,14-32-426 0 0,-12 63 775 0 0,14-67-749 0 0,0 0 0 0 0,0-1 0 0 0,1 1 0 0 0,1 0 0 0 0,-1 0 0 0 0,1-1 0 0 0,3 13 1 0 0,-3-18-139 0 0,-1-1 0 0 0,1 1 1 0 0,-1-1-1 0 0,1 1 1 0 0,0 0-1 0 0,0-1 0 0 0,0 0 1 0 0,0 1-1 0 0,0-1 1 0 0,0 1-1 0 0,0-1 0 0 0,0 0 1 0 0,1 0-1 0 0,-1 0 0 0 0,0 0 1 0 0,1 0-1 0 0,-1 0 1 0 0,1 0-1 0 0,-1 0 0 0 0,1 0 1 0 0,-1-1-1 0 0,1 1 1 0 0,0-1-1 0 0,-1 1 0 0 0,1-1 1 0 0,0 0-1 0 0,-1 1 1 0 0,1-1-1 0 0,0 0 0 0 0,-1 0 1 0 0,3-1-1 0 0,6 0-12 0 0,0 0 0 0 0,0-1 0 0 0,0-1 0 0 0,14-5 0 0 0,17-4 759 0 0,-40 12-747 0 0,0 0 1 0 0,-1 0-1 0 0,1 0 1 0 0,0 0-1 0 0,-1 0 1 0 0,1 0-1 0 0,0 0 1 0 0,0 0-1 0 0,-1 0 0 0 0,1 0 1 0 0,0 1-1 0 0,-1-1 1 0 0,1 0-1 0 0,-1 0 1 0 0,1 1-1 0 0,0-1 1 0 0,-1 0-1 0 0,1 1 1 0 0,-1-1-1 0 0,1 1 1 0 0,-1-1-1 0 0,1 1 1 0 0,-1-1-1 0 0,1 1 1 0 0,-1-1-1 0 0,1 1 1 0 0,-1 0-1 0 0,3 22 541 0 0,-17 26 57 0 0,12-45-567 0 0,-48 125-870 0 0,44-109-4727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4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29 8754 0 0,'-7'-15'1646'0'0,"-1"1"3714"0"0,7 15-5238 0 0,1 0 0 0 0,-1 0 1 0 0,0 0-1 0 0,1 0 0 0 0,-1 0 1 0 0,1 0-1 0 0,0 1 0 0 0,-1-1 1 0 0,1 0-1 0 0,0 0 0 0 0,0 0 1 0 0,0 0-1 0 0,-1 0 0 0 0,1 1 1 0 0,0-1-1 0 0,1 0 0 0 0,-1 0 1 0 0,0 2-1 0 0,1 27 440 0 0,0 1 1 0 0,3 0-1 0 0,9 44 1 0 0,1 8-133 0 0,16 317 135 0 0,-27-328-537 0 0,6 16-611 0 0,3 0 0 0 0,32 116 0 0 0,-36-169-6446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4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19 6449 0 0,'-60'21'1772'0'0,"30"-2"5985"0"0,67-20-6365 0 0,302-42 2237 0 0,174 28-2865 0 0,-425 16-637 0 0,-36-2-1537 0 0,62 8 1 0 0,-113-7 1061 0 0,1 0 0 0 0,-1 0 0 0 0,0 0 1 0 0,1 1-1 0 0,-1-1 0 0 0,0 1 0 0 0,1-1 1 0 0,-1 0-1 0 0,0 1 0 0 0,0 0 0 0 0,1-1 1 0 0,1 3-1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5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42 2304 0 0,'-27'-8'11184'0'0,"32"7"-10284"0"0,58-12 2106 0 0,-36 6-2321 0 0,47-5 0 0 0,-57 12-2923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5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5985 0 0,'14'14'2590'0'0,"0"30"2473"0"0,-6 28-1970 0 0,-4-29-1994 0 0,28 173 1783 0 0,14 150-1184 0 0,-39-242-2052 0 0,8 84 1514 0 0,-1-105-2903 0 0,10-2-3552 0 0,-18-85-1657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5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131 261 3225 0 0,'-4'-3'148'0'0,"1"0"0"0"0,-1 1-1 0 0,0 0 1 0 0,1 0 0 0 0,-1 0 0 0 0,0 0 0 0 0,-1 1 0 0 0,1-1 0 0 0,0 1 0 0 0,0 0 0 0 0,0 1 0 0 0,-1-1 0 0 0,-7 0-1 0 0,6 1 269 0 0,0 0-1 0 0,1 0 1 0 0,-1 1-1 0 0,0-1 1 0 0,0 1 0 0 0,1 0-1 0 0,-1 1 1 0 0,1 0-1 0 0,-1-1 1 0 0,-3 7 2605 0 0,9-8-2979 0 0,14 2 905 0 0,17-3-293 0 0,89-24 1216 0 0,16-2-570 0 0,116-3-869 0 0,262 1 0 0 0,-359 30-402 0 0,198-4 52 0 0,-250-2-60 0 0,146-28 1 0 0,-104 4-254 0 0,236-42-1415 0 0,-367 69 540 0 0,-4 1-12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6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7370 0 0,'0'8'6880'0'0,"-1"37"-5237"0"0,23 234-123 0 0,-9-168-248 0 0,-6 224-1 0 0,-35-97-8602 0 0,24-218 2556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7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2325 14 6913 0 0,'-74'10'2237'0'0,"44"-3"5185"0"0,99-21-7091 0 0,-55 10-254 0 0,-1 0 0 0 0,0 2 0 0 0,1-1 0 0 0,-1 1 0 0 0,1 1 0 0 0,0 1 0 0 0,0 0 0 0 0,24 3 0 0 0,-36-2-79 0 0,-1-1 0 0 0,1 0 0 0 0,-1 0 1 0 0,1 1-1 0 0,-1-1 0 0 0,0 1 0 0 0,1-1 0 0 0,-1 1 1 0 0,0 0-1 0 0,1 0 0 0 0,-1-1 0 0 0,0 1 0 0 0,0 0 1 0 0,0 0-1 0 0,1 0 0 0 0,-1 0 0 0 0,0 0 0 0 0,0 1 1 0 0,-1-1-1 0 0,1 0 0 0 0,0 0 0 0 0,1 2 0 0 0,-2-1-3 0 0,0 0 0 0 0,0-1-1 0 0,0 1 1 0 0,0-1 0 0 0,0 1-1 0 0,0 0 1 0 0,-1-1 0 0 0,1 1-1 0 0,0-1 1 0 0,-1 1 0 0 0,1-1-1 0 0,-1 1 1 0 0,0-1 0 0 0,1 1-1 0 0,-1-1 1 0 0,0 1 0 0 0,-1 0-1 0 0,-6 8-31 0 0,0 0-1 0 0,-1-1 1 0 0,0 0-1 0 0,-11 9 1 0 0,13-13 24 0 0,-12 12 12 0 0,7-9 20 0 0,2 1 1 0 0,-1 1 0 0 0,1 0 0 0 0,-14 19 0 0 0,24-29-27 0 0,-1 1 0 0 0,1-1 0 0 0,-1 1 1 0 0,1 0-1 0 0,0-1 0 0 0,-1 1 0 0 0,1-1 1 0 0,0 1-1 0 0,0-1 0 0 0,-1 1 0 0 0,1 0 0 0 0,0-1 1 0 0,0 1-1 0 0,0 0 0 0 0,0-1 0 0 0,0 1 1 0 0,0 0-1 0 0,0-1 0 0 0,0 1 0 0 0,0 0 1 0 0,0-1-1 0 0,0 1 0 0 0,0 0 0 0 0,0-1 0 0 0,1 1 1 0 0,-1-1-1 0 0,0 1 0 0 0,0 0 0 0 0,1-1 1 0 0,0 2-1 0 0,0-1-30 0 0,0 0-1 0 0,1 0 1 0 0,-1-1 0 0 0,0 1 0 0 0,1 0-1 0 0,-1-1 1 0 0,1 1 0 0 0,-1-1 0 0 0,1 1-1 0 0,-1-1 1 0 0,1 0 0 0 0,2 1 0 0 0,55-4-881 0 0,-51 2 859 0 0,5 0-10 0 0,1 1 0 0 0,-1 1 0 0 0,1 0 0 0 0,-1 0-1 0 0,18 5 1 0 0,-26-5 54 0 0,-1 1 0 0 0,1-1 0 0 0,-1 1-1 0 0,1 0 1 0 0,-1 0 0 0 0,0 1 0 0 0,1-1-1 0 0,3 5 1 0 0,-6-6 25 0 0,0 1 1 0 0,-1-1 0 0 0,1 1-1 0 0,-1 0 1 0 0,1 0-1 0 0,-1-1 1 0 0,0 1-1 0 0,0 0 1 0 0,0 0-1 0 0,0 0 1 0 0,0 1-1 0 0,0-1 1 0 0,-1 0-1 0 0,1 0 1 0 0,-1 0-1 0 0,1 1 1 0 0,-1-1-1 0 0,0 3 1 0 0,0-1 39 0 0,-1 1 1 0 0,0-1 0 0 0,0 0 0 0 0,0 0-1 0 0,0 0 1 0 0,0 0 0 0 0,-1 0 0 0 0,0 0 0 0 0,0-1-1 0 0,0 1 1 0 0,-3 3 0 0 0,-34 41 823 0 0,20-25-678 0 0,15-19-361 0 0,1 0 0 0 0,0 1 1 0 0,0 0-1 0 0,0 0 1 0 0,1 0-1 0 0,-1 0 1 0 0,1 0-1 0 0,-3 10 0 0 0,5-15 122 0 0,0 1 0 0 0,0 0 0 0 0,0 0 0 0 0,0 0-1 0 0,0 0 1 0 0,0-1 0 0 0,0 1 0 0 0,0 0 0 0 0,0 0-1 0 0,1 0 1 0 0,-1 0 0 0 0,0-1 0 0 0,0 1 0 0 0,1 0-1 0 0,-1 0 1 0 0,0-1 0 0 0,1 1 0 0 0,-1 0 0 0 0,1 0 0 0 0,-1-1-1 0 0,1 1 1 0 0,-1-1 0 0 0,1 1 0 0 0,0 0 0 0 0,1 0 1 0 0,0 0 1 0 0,0 0 0 0 0,0-1-1 0 0,0 1 1 0 0,0-1 0 0 0,0 1-1 0 0,0-1 1 0 0,0 0 0 0 0,0 0-1 0 0,0 1 1 0 0,0-2 0 0 0,0 1 0 0 0,0 0-1 0 0,3-1 1 0 0,32-11-1527 0 0,-32 9 1272 0 0,-1 1 1 0 0,1 0-1 0 0,-1 1 1 0 0,1-1-1 0 0,0 1 0 0 0,0 0 1 0 0,5 0-1 0 0,-17 37 870 0 0,5-29-62 0 0,1 0 0 0 0,0 0 0 0 0,0 0 1 0 0,0 1-1 0 0,1-1 0 0 0,0 0 1 0 0,0 0-1 0 0,1 1 0 0 0,0-1 1 0 0,2 9-1 0 0,3 5 487 0 0,1 0 0 0 0,11 21 0 0 0,-10-24-527 0 0,-1 0-1 0 0,0 1 0 0 0,5 23 1 0 0,24 116 94 0 0,70 185 0 0 0,-92-299-547 0 0,-1-6 3 0 0,1 0 104 0 0,-2 0-1 0 0,-2 1 1 0 0,7 47 0 0 0,-16-76-101 0 0,0 1 1 0 0,0 0 0 0 0,-1 0 0 0 0,-1-1-1 0 0,1 1 1 0 0,-2 0 0 0 0,0-1 0 0 0,0 1-1 0 0,-1-1 1 0 0,0 0 0 0 0,-1 1 0 0 0,0-2 0 0 0,0 1-1 0 0,-1 0 1 0 0,0-1 0 0 0,-13 17 0 0 0,11-19 35 0 0,0-1 0 0 0,0 0 0 0 0,0 0 1 0 0,-1-1-1 0 0,1 1 0 0 0,-1-2 0 0 0,-1 1 1 0 0,1-1-1 0 0,-1 0 0 0 0,-17 4 0 0 0,-3 0 14 0 0,1-2 0 0 0,-36 3 0 0 0,-122-3-36 0 0,27-3 32 0 0,-201 39-23 0 0,296-34-43 0 0,-371 43-131 0 0,-123 18 0 0 0,-137 9-278 0 0,663-74 440 0 0,-58 14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29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191 137 3681 0 0,'2'-8'661'0'0,"-1"-1"0"0"0,0 0 0 0 0,0 0 1 0 0,-1 1-1 0 0,0-1 0 0 0,-1 0 0 0 0,0 0 0 0 0,0 0 1 0 0,-4-12-1 0 0,5 19-396 0 0,-1 0 1 0 0,0-1-1 0 0,0 1 0 0 0,0 0 1 0 0,0 0-1 0 0,0 0 1 0 0,0 0-1 0 0,-1 0 0 0 0,1 1 1 0 0,-1-1-1 0 0,1 0 0 0 0,-1 0 1 0 0,0 1-1 0 0,1-1 1 0 0,-1 1-1 0 0,-4-2 0 0 0,4 2-92 0 0,0 0-1 0 0,0 1 0 0 0,-1-1 0 0 0,1 1 0 0 0,0 0 0 0 0,-1 0 1 0 0,1 0-1 0 0,0 0 0 0 0,0 0 0 0 0,-1 1 0 0 0,1-1 0 0 0,0 1 1 0 0,-1-1-1 0 0,1 1 0 0 0,0 0 0 0 0,0 0 0 0 0,0 0 0 0 0,0 0 1 0 0,0 0-1 0 0,-3 2 0 0 0,-2 2-9 0 0,0 1-1 0 0,0 0 1 0 0,0 0-1 0 0,1 0 1 0 0,0 1 0 0 0,0 0-1 0 0,1 0 1 0 0,-1 1-1 0 0,2-1 1 0 0,-1 1 0 0 0,1 0-1 0 0,0 1 1 0 0,-5 16-1 0 0,2-2-54 0 0,1 2 0 0 0,1-1 0 0 0,-4 46 1 0 0,7-47-42 0 0,1 0 0 0 0,2 0 0 0 0,0 0 0 0 0,1 0 0 0 0,2 0 0 0 0,0-1 0 0 0,1 0 0 0 0,1 0 0 0 0,1 0 0 0 0,2 0 0 0 0,0-1 0 0 0,1-1 0 0 0,1 1 0 0 0,0-2 0 0 0,2 0 0 0 0,0 0 0 0 0,1-1 0 0 0,1-1 0 0 0,20 18 0 0 0,20 13 93 0 0,98 63 1 0 0,-95-71-294 0 0,98 85-1 0 0,-153-122-120 0 0,31 27-356 0 0,-9-13-5763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0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38 5065 0 0,'-39'-38'11070'0'0,"55"64"-5832"0"0,4 25-4955 0 0,-17-43 106 0 0,6 21-273 0 0,-1 1 1 0 0,5 45 0 0 0,-7-38-103 0 0,14 54 1 0 0,-16-81-146 0 0,-1 0 0 0 0,1-1 1 0 0,0 1-1 0 0,1-1 0 0 0,0 0 0 0 0,1 0 1 0 0,0 0-1 0 0,0-1 0 0 0,15 15 1 0 0,-12-16-924 0 0,-2-2-261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0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26 154 4145 0 0,'-2'-1'189'0'0,"1"0"0"0"0,-1 0 0 0 0,0 0 0 0 0,1 0 0 0 0,0 0 0 0 0,-1 0 0 0 0,1 0 0 0 0,0 0 0 0 0,-1-1 0 0 0,1 1 0 0 0,0 0 0 0 0,0-1 0 0 0,0 1 0 0 0,0-1 1 0 0,0 0-1 0 0,0 1 0 0 0,1-1 0 0 0,-1 0 0 0 0,1 1 0 0 0,-1-1 0 0 0,1 0 0 0 0,-1 0 0 0 0,1 1 0 0 0,0-1 0 0 0,0 0 0 0 0,0 0 0 0 0,0 0 0 0 0,0 1 0 0 0,0-1 0 0 0,1 0 0 0 0,-1 0 0 0 0,1 1 0 0 0,-1-1 0 0 0,1 0 0 0 0,-1 0 0 0 0,1 1 1 0 0,0-1-1 0 0,0 1 0 0 0,0-1 0 0 0,2-2 0 0 0,0 0 333 0 0,2-1 1 0 0,-1 1-1 0 0,1-1 1 0 0,-1 1-1 0 0,1 1 1 0 0,0-1 0 0 0,0 1-1 0 0,1 0 1 0 0,-1 0-1 0 0,11-4 1 0 0,2 0 26 0 0,12-4 255 0 0,38-8 1 0 0,-61 17-738 0 0,1 0 0 0 0,-1 1 1 0 0,1 0-1 0 0,0 1 0 0 0,-1 0 0 0 0,1 0 1 0 0,-1 0-1 0 0,1 1 0 0 0,0 0 0 0 0,12 4 1 0 0,-16-3-65 0 0,-1-1 1 0 0,0 0 0 0 0,-1 1 0 0 0,1-1-1 0 0,0 1 1 0 0,0 0 0 0 0,-1 0 0 0 0,1 0-1 0 0,-1 1 1 0 0,1-1 0 0 0,-1 0-1 0 0,0 1 1 0 0,0 0 0 0 0,0-1 0 0 0,-1 1-1 0 0,3 4 1 0 0,-2-1 31 0 0,0-1 0 0 0,0 0 0 0 0,-1 1 0 0 0,0 0-1 0 0,0-1 1 0 0,0 1 0 0 0,-1 0 0 0 0,0 10 0 0 0,-2 0 77 0 0,0 0-1 0 0,-1-1 1 0 0,0 1-1 0 0,-2-1 1 0 0,-10 27 0 0 0,13-38-55 0 0,0 0 1 0 0,0 0-1 0 0,1 1 1 0 0,-1-1-1 0 0,1 1 1 0 0,0 0-1 0 0,1-1 1 0 0,-1 1-1 0 0,1-1 1 0 0,0 1-1 0 0,0 7 1 0 0,1-10-29 0 0,0 0 1 0 0,0 1-1 0 0,0-1 0 0 0,0 0 1 0 0,0 1-1 0 0,0-1 0 0 0,1 0 1 0 0,-1 0-1 0 0,1 0 0 0 0,-1 0 1 0 0,1 0-1 0 0,0-1 1 0 0,0 1-1 0 0,0 0 0 0 0,0-1 1 0 0,0 1-1 0 0,0-1 0 0 0,0 0 1 0 0,1 0-1 0 0,-1 0 1 0 0,5 2-1 0 0,25 13-1755 0 0,-26-12 1112 0 0,0 0 0 0 0,0-1 0 0 0,1 0 0 0 0,-1 0 0 0 0,9 2-1 0 0,-12-5 77 0 0,-1 0-1 0 0,1 0 0 0 0,0 0 1 0 0,-1 0-1 0 0,1 0 0 0 0,0-1 1 0 0,0 1-1 0 0,-1-1 0 0 0,1 0 1 0 0,-1 0-1 0 0,4-1 0 0 0,7-4-3718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6449 0 0,'0'-1'205'0'0,"6"-12"5535"0"0,-5 12-5535 0 0,14 7 5598 0 0,1 9-2065 0 0,-5-2-3787 0 0,-2 3 184 0 0,-2 1 0 0 0,1 0-1 0 0,-2 0 1 0 0,0 0-1 0 0,-1 1 1 0 0,-1 0-1 0 0,2 22 1 0 0,0-9-90 0 0,13 86-2291 0 0,-15-96-5294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1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86 5529 0 0,'-22'17'8115'0'0,"36"-16"-6229"0"0,22-8-33 0 0,-1-1 0 0 0,59-22 1 0 0,-23 6-2397 0 0,2 7-3355 0 0,-58 15 1731 0 0,-11 2 1255 0 0,0-1-1 0 0,0 1 0 0 0,0-1 1 0 0,0 0-1 0 0,0 0 0 0 0,0 0 0 0 0,-1-1 1 0 0,6-2-1 0 0,-4-1 726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1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5529 0 0,'-13'5'7795'0'0,"21"13"-5010"0"0,38 82 2971 0 0,-36-74-5583 0 0,-1 0 0 0 0,-1 0 0 0 0,7 52 0 0 0,10 108-3130 0 0,-22-164 1529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2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4609 0 0,'2'0'389'0'0,"-1"1"1"0"0,1-1 0 0 0,-1 1-1 0 0,1-1 1 0 0,-1 1-1 0 0,1 0 1 0 0,-1 0-1 0 0,0 0 1 0 0,1 0-1 0 0,-1 0 1 0 0,0 0-1 0 0,0 0 1 0 0,1 1-1 0 0,-1-1 1 0 0,0 0-1 0 0,0 0 1 0 0,-1 1-1 0 0,1-1 1 0 0,0 1-1 0 0,0-1 1 0 0,0 3-1 0 0,16 37 3663 0 0,-16-36-3572 0 0,7 22 356 0 0,-1-1 0 0 0,-1 2 0 0 0,3 32 0 0 0,-3 84-2258 0 0,-7-117 122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2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7 201 1840 0 0,'-1'-3'140'0'0,"0"0"-1"0"0,0 0 0 0 0,0 0 0 0 0,0 1 0 0 0,1-1 0 0 0,-1 0 1 0 0,1 0-1 0 0,0 0 0 0 0,-1 0 0 0 0,1 0 0 0 0,1 0 1 0 0,-1 0-1 0 0,0 0 0 0 0,1 0 0 0 0,0 0 0 0 0,1-4 0 0 0,0 1 249 0 0,1 0 0 0 0,0-1 0 0 0,0 1 0 0 0,1 1 0 0 0,-1-1 0 0 0,1 0 0 0 0,5-4 0 0 0,1-1 475 0 0,-1 2 1 0 0,2-1-1 0 0,-1 2 0 0 0,1-1 1 0 0,0 1-1 0 0,24-12 1 0 0,-28 17-467 0 0,1 0 0 0 0,-1 0 0 0 0,0 1 0 0 0,1-1 0 0 0,0 2 0 0 0,0-1 0 0 0,9 0 0 0 0,-15 2-345 0 0,0 0-1 0 0,0 0 1 0 0,0 0-1 0 0,0 0 1 0 0,0 1-1 0 0,0-1 1 0 0,0 1-1 0 0,0-1 1 0 0,0 1-1 0 0,0 0 1 0 0,0-1-1 0 0,-1 1 1 0 0,1 0-1 0 0,0 0 0 0 0,-1 0 1 0 0,1 1-1 0 0,0-1 1 0 0,-1 0-1 0 0,0 1 1 0 0,1-1-1 0 0,-1 1 1 0 0,0-1-1 0 0,1 1 1 0 0,-1-1-1 0 0,0 1 1 0 0,0 0-1 0 0,-1 0 1 0 0,1 0-1 0 0,0-1 1 0 0,0 1-1 0 0,-1 0 1 0 0,0 0-1 0 0,1 0 0 0 0,-1 2 1 0 0,2 4 2 0 0,-2 0-1 0 0,1 0 1 0 0,-1 0 0 0 0,0 0 0 0 0,-1 0-1 0 0,0 0 1 0 0,0 0 0 0 0,0 0-1 0 0,-5 11 1 0 0,-2 2 5 0 0,-20 40 0 0 0,17-41 270 0 0,1 1-1 0 0,-7 23 0 0 0,17-43-281 0 0,-1 0 1 0 0,0 0-1 0 0,1 0 0 0 0,0 0 0 0 0,-1 0 0 0 0,1 0 0 0 0,0 1 0 0 0,-1-1 0 0 0,1 0 0 0 0,0 0 1 0 0,0 0-1 0 0,0 0 0 0 0,0 1 0 0 0,0-1 0 0 0,0 0 0 0 0,1 0 0 0 0,-1 0 0 0 0,0 0 0 0 0,1 1 1 0 0,-1-1-1 0 0,0 0 0 0 0,1 0 0 0 0,-1 0 0 0 0,1 0 0 0 0,0 0 0 0 0,-1 0 0 0 0,1 0 0 0 0,0 0 1 0 0,0 0-1 0 0,-1-1 0 0 0,1 1 0 0 0,0 0 0 0 0,0 0 0 0 0,0-1 0 0 0,0 1 0 0 0,0 0 0 0 0,0-1 1 0 0,0 1-1 0 0,0-1 0 0 0,0 0 0 0 0,1 1 0 0 0,-1-1 0 0 0,0 0 0 0 0,0 1 0 0 0,0-1 1 0 0,0 0-1 0 0,0 0 0 0 0,1 0 0 0 0,-1 0 0 0 0,0 0 0 0 0,2-1 0 0 0,8 1-93 0 0,1-2-1 0 0,0 0 0 0 0,-1 0 1 0 0,13-5-1 0 0,-13 4-84 0 0,43-9-1471 0 0,-36 10 382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3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46 5417 0 0,'-5'-15'6969'0'0,"5"14"-6771"0"0,0 0 0 0 0,0 0-1 0 0,0 0 1 0 0,0 0 0 0 0,1 0-1 0 0,-1 0 1 0 0,0 0 0 0 0,0 0-1 0 0,1 0 1 0 0,-1 0-1 0 0,0 0 1 0 0,1 0 0 0 0,-1 0-1 0 0,1 1 1 0 0,-1-1 0 0 0,2-2-1 0 0,0 2-59 0 0,-1 0-1 0 0,1 0 0 0 0,-1 0 1 0 0,1 0-1 0 0,-1 0 1 0 0,1 0-1 0 0,0 0 1 0 0,0 1-1 0 0,-1-1 1 0 0,1 1-1 0 0,0-1 0 0 0,0 1 1 0 0,0-1-1 0 0,0 1 1 0 0,-1 0-1 0 0,4 0 894 0 0,16-2-1155 0 0,25 7 842 0 0,-46-5-745 0 0,1 3 31 0 0,0 0 1 0 0,-1 0-1 0 0,1 0 0 0 0,0 0 0 0 0,1 0 1 0 0,-1-1-1 0 0,4 6 0 0 0,-3-4-23 0 0,0-1 0 0 0,-1 1 0 0 0,1-1 0 0 0,-1 1 0 0 0,1-1 0 0 0,0 8 0 0 0,-1-6-12 0 0,-1 0 0 0 0,0 0 0 0 0,-1-1 0 0 0,1 1-1 0 0,-1 0 1 0 0,0-1 0 0 0,0 1 0 0 0,0 0 0 0 0,-1-1 0 0 0,0 1 0 0 0,0-1-1 0 0,-4 8 1 0 0,-2-1-35 0 0,0-1-1 0 0,0 0 0 0 0,-12 11 1 0 0,11-13 244 0 0,1 1 1 0 0,1-1-1 0 0,-1 1 1 0 0,2 1 0 0 0,-8 11-1 0 0,14-21-166 0 0,0 0-1 0 0,0 1 1 0 0,0-1-1 0 0,-1 0 1 0 0,1 0-1 0 0,0 0 1 0 0,0 1-1 0 0,0-1 1 0 0,0 0-1 0 0,0 1 1 0 0,0-1-1 0 0,0 0 1 0 0,0 0-1 0 0,0 1 1 0 0,0-1-1 0 0,-1 0 1 0 0,1 0-1 0 0,1 1 1 0 0,-1-1-1 0 0,0 0 1 0 0,0 1-1 0 0,0-1 1 0 0,0 0-1 0 0,0 0 1 0 0,0 1-1 0 0,0-1 1 0 0,0 0-1 0 0,0 0 1 0 0,0 1-1 0 0,1-1 1 0 0,-1 0-1 0 0,0 0 1 0 0,0 1-1 0 0,0-1 1 0 0,0 0-1 0 0,1 0 1 0 0,-1 0-1 0 0,0 1 1 0 0,0-1-1 0 0,1 0 1 0 0,-1 0-1 0 0,0 0 1 0 0,17 1 271 0 0,16-9 57 0 0,-32 8-338 0 0,103-34-1694 0 0,-81 29-5249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3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81 7834 0 0,'-3'-4'247'0'0,"0"0"0"0"0,1 0 0 0 0,-1-1 0 0 0,1 1 0 0 0,-1-1 0 0 0,1 0 0 0 0,-2-9 0 0 0,4 13-121 0 0,-1 0 1 0 0,1 0-1 0 0,-1 0 0 0 0,1 0 0 0 0,0 0 0 0 0,0 0 0 0 0,0 0 0 0 0,0 0 0 0 0,0 0 0 0 0,0 0 0 0 0,0 0 0 0 0,0-1 0 0 0,0 1 0 0 0,0 0 0 0 0,0 0 0 0 0,1 0 0 0 0,-1 0 1 0 0,0 0-1 0 0,1 0 0 0 0,-1 0 0 0 0,1 0 0 0 0,-1 0 0 0 0,1 1 0 0 0,0-1 0 0 0,-1 0 0 0 0,1 0 0 0 0,0 0 0 0 0,0 1 0 0 0,-1-1 0 0 0,1 0 0 0 0,0 0 0 0 0,0 1 1 0 0,0-1-1 0 0,0 1 0 0 0,0-1 0 0 0,0 1 0 0 0,0-1 0 0 0,0 1 0 0 0,0 0 0 0 0,0 0 0 0 0,0-1 0 0 0,0 1 0 0 0,0 0 0 0 0,2 0 0 0 0,2 0 117 0 0,-1 0-1 0 0,1 1 1 0 0,0 0-1 0 0,-1 0 1 0 0,1 0-1 0 0,-1 0 1 0 0,1 1-1 0 0,-1-1 0 0 0,0 1 1 0 0,1 0-1 0 0,5 5 1 0 0,45 33 902 0 0,-43-31-843 0 0,11 10-66 0 0,-1 1-1 0 0,-1 0 0 0 0,0 2 1 0 0,-2 0-1 0 0,0 2 1 0 0,-2 0-1 0 0,0 0 0 0 0,23 50 1 0 0,-30-51-196 0 0,-1 0-1 0 0,-1 1 1 0 0,-1-1 0 0 0,-1 1 0 0 0,-1 1 0 0 0,-1-1 0 0 0,-2 1-1 0 0,0 0 1 0 0,-1 0 0 0 0,-6 48 0 0 0,0-48 16 0 0,0 0 0 0 0,-2 0 0 0 0,-1-1 0 0 0,-1 0 0 0 0,-1-1 0 0 0,-1 0 0 0 0,-27 42 0 0 0,-9 2-2326 0 0,-59 66 0 0 0,89-114-4489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4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4145 0 0,'11'-9'5657'0'0,"-9"8"-5029"0"0,-1 0 1 0 0,1 0-1 0 0,-1 1 1 0 0,1-1-1 0 0,-1 1 1 0 0,1-1-1 0 0,0 1 1 0 0,-1 0-1 0 0,1-1 1 0 0,3 1-1 0 0,-4 1-464 0 0,1 0 0 0 0,0-1 0 0 0,-1 1 0 0 0,1 0 0 0 0,0 0 1 0 0,-1 0-1 0 0,1 0 0 0 0,-1 0 0 0 0,0 0 0 0 0,1 1 0 0 0,-1-1 0 0 0,0 1 0 0 0,0-1 0 0 0,1 0 0 0 0,-1 1 0 0 0,0 0 0 0 0,1 2 0 0 0,3 6 22 0 0,-1 0 0 0 0,0 0 0 0 0,0 0-1 0 0,-1 1 1 0 0,0-1 0 0 0,-1 1 0 0 0,2 14 0 0 0,0 82 322 0 0,-4-75-380 0 0,-1 68 123 0 0,3 68-149 0 0,1-144-1629 0 0,0-1 0 0 0,11 40 1 0 0,-12-58 21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4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4609 0 0,'0'-2'233'0'0,"1"1"0"0"0,0 0 0 0 0,-1 0 0 0 0,1 0 0 0 0,0 0 0 0 0,0 0 0 0 0,0 0 0 0 0,0 0 0 0 0,0 0 1 0 0,0 1-1 0 0,0-1 0 0 0,0 0 0 0 0,0 1 0 0 0,0-1 0 0 0,0 0 0 0 0,1 1 0 0 0,-1 0 0 0 0,0-1 0 0 0,0 1 0 0 0,1 0 0 0 0,-1-1 0 0 0,0 1 0 0 0,0 0 0 0 0,1 0 0 0 0,-1 0 0 0 0,0 0 1 0 0,1 0-1 0 0,-1 0 0 0 0,0 1 0 0 0,3-1 0 0 0,-2 1 61 0 0,0 0 1 0 0,0 1 0 0 0,-1-1-1 0 0,1 0 1 0 0,0 0 0 0 0,0 1-1 0 0,-1-1 1 0 0,1 1-1 0 0,-1 0 1 0 0,1-1 0 0 0,-1 1-1 0 0,0 0 1 0 0,0 0 0 0 0,1 0-1 0 0,-1 0 1 0 0,-1 0-1 0 0,1 0 1 0 0,1 3 0 0 0,14 54 1572 0 0,8 66 0 0 0,-5-25-1238 0 0,-8-44-897 0 0,21 85 1448 0 0,-1-51-7758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6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132 158 4609 0 0,'3'-14'1214'0'0,"-1"0"-1"0"0,0 0 1 0 0,-1 0-1 0 0,-1 0 1 0 0,0 0 0 0 0,-1 0-1 0 0,-1 0 1 0 0,-4-20-1 0 0,6 34-1124 0 0,0-1 0 0 0,0 1 0 0 0,0-1 1 0 0,0 1-1 0 0,0-1 0 0 0,-1 1 0 0 0,1-1 0 0 0,0 1 0 0 0,0-1 0 0 0,0 1 0 0 0,0-1 0 0 0,-1 1 0 0 0,1 0 0 0 0,0-1 0 0 0,-1 1 0 0 0,1-1 0 0 0,0 1 0 0 0,-1 0 0 0 0,1-1 0 0 0,0 1 0 0 0,-1 0 0 0 0,1-1 0 0 0,0 1 0 0 0,-1 0 0 0 0,1 0 1 0 0,-1-1-1 0 0,1 1 0 0 0,-1 0 0 0 0,1 0 0 0 0,-1 0 0 0 0,1 0 0 0 0,-1-1 0 0 0,1 1 0 0 0,-1 0 0 0 0,1 0 0 0 0,-1 0 0 0 0,1 0 0 0 0,-1 0 0 0 0,1 0 0 0 0,-1 0 0 0 0,1 1 0 0 0,-1-1 0 0 0,1 0 0 0 0,-1 0 0 0 0,1 0 0 0 0,0 0 0 0 0,-1 1 1 0 0,1-1-1 0 0,-1 0 0 0 0,1 0 0 0 0,-1 1 0 0 0,1-1 0 0 0,0 0 0 0 0,-1 1 0 0 0,1-1 0 0 0,0 0 0 0 0,-1 1 0 0 0,1-1 0 0 0,0 1 0 0 0,-1-1 0 0 0,1 0 0 0 0,0 1 0 0 0,0-1 0 0 0,0 1 0 0 0,-1-1 0 0 0,1 1 0 0 0,0 0 0 0 0,-19 35 293 0 0,18-33-231 0 0,-17 39-90 0 0,3 1 0 0 0,1 0 1 0 0,3 1-1 0 0,1 0 0 0 0,2 1 0 0 0,2 0 0 0 0,2 0 0 0 0,2 54 0 0 0,5-73-53 0 0,0-1-1 0 0,1 0 1 0 0,2 0-1 0 0,0 0 1 0 0,2-1 0 0 0,0 0-1 0 0,2 0 1 0 0,1-1 0 0 0,15 25-1 0 0,-3-11-57 0 0,2-2-1 0 0,1 0 1 0 0,2-2-1 0 0,49 47 1 0 0,-67-71-432 0 0,0 0-1 0 0,0-1 1 0 0,0 0 0 0 0,1 0 0 0 0,0-1-1 0 0,1 0 1 0 0,-1-1 0 0 0,1-1 0 0 0,20 7-1 0 0,-14-8-1296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7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36 3681 0 0,'-20'-10'-75'0'0,"-15"-7"1924"0"0,31 16-986 0 0,1-1-1 0 0,-1 1 0 0 0,0 0 1 0 0,0 0-1 0 0,0 0 0 0 0,-6 0 1 0 0,9 1-717 0 0,1 1 1 0 0,-1-1 0 0 0,1 0-1 0 0,0 1 1 0 0,-1-1-1 0 0,1 1 1 0 0,0-1-1 0 0,0 0 1 0 0,-1 1 0 0 0,1-1-1 0 0,0 1 1 0 0,0-1-1 0 0,0 1 1 0 0,0-1-1 0 0,-1 1 1 0 0,1-1 0 0 0,0 1-1 0 0,0-1 1 0 0,0 1-1 0 0,0-1 1 0 0,0 1 0 0 0,0-1-1 0 0,0 1 1 0 0,0-1-1 0 0,1 1 1 0 0,-1-1-1 0 0,0 1 1 0 0,0-1 0 0 0,0 1-1 0 0,0-1 1 0 0,1 1-1 0 0,-1-1 1 0 0,1 1-1 0 0,6 23 698 0 0,-6-22-474 0 0,41 124 3218 0 0,-18-49-3053 0 0,40 84 0 0 0,-54-140-662 0 0,0-1-873 0 0,14 40 1 0 0,-22-53 85 0 0,0-1 1 0 0,-1 1-1 0 0,0-1 1 0 0,0 1 0 0 0,-1-1-1 0 0,0 10 1 0 0,0-16 756 0 0,0 1 0 0 0,0-1 0 0 0,0 1 0 0 0,0-1 0 0 0,0 1 1 0 0,0-1-1 0 0,-1 1 0 0 0,1-1 0 0 0,0 1 0 0 0,0-1 0 0 0,-1 1 0 0 0,1-1 0 0 0,0 1 0 0 0,-1-1 1 0 0,1 1-1 0 0,0-1 0 0 0,-1 0 0 0 0,1 1 0 0 0,-1-1 0 0 0,1 0 0 0 0,-1 1 0 0 0,1-1 0 0 0,-1 0 0 0 0,1 0 1 0 0,-1 1-1 0 0,1-1 0 0 0,-1 0 0 0 0,1 0 0 0 0,-1 0 0 0 0,1 0 0 0 0,-1 0 0 0 0,1 0 0 0 0,-1 1 1 0 0,1-1-1 0 0,-1-1 0 0 0,1 1 0 0 0,-1 0 0 0 0,0 0 0 0 0,1 0 0 0 0,-1 0 0 0 0,1 0 0 0 0,-1 0 0 0 0,1-1 1 0 0,-1 1-1 0 0,1 0 0 0 0,-1 0 0 0 0,0-1 0 0 0,-9-4-34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7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11 244 4145 0 0,'-3'-9'416'0'0,"1"0"-1"0"0,0-1 1 0 0,0 1 0 0 0,1 0-1 0 0,1-1 1 0 0,-1 1-1 0 0,1-1 1 0 0,1 1 0 0 0,0 0-1 0 0,0-1 1 0 0,1 1 0 0 0,0 0-1 0 0,1 0 1 0 0,5-14 0 0 0,-6 17-128 0 0,1 0 0 0 0,0 1 0 0 0,0-1 0 0 0,1 1 0 0 0,0 0 0 0 0,-1 0 0 0 0,2 0 0 0 0,-1 1 0 0 0,0-1 0 0 0,1 1 0 0 0,0 0 0 0 0,0 1 0 0 0,0-1 0 0 0,1 1 0 0 0,-1 0 0 0 0,1 0 0 0 0,-1 0 0 0 0,1 1 0 0 0,0 0 0 0 0,0 0 0 0 0,0 1 0 0 0,12-2 0 0 0,-16 3-219 0 0,0-1 0 0 0,0 1 0 0 0,0 0 0 0 0,0 0 0 0 0,0 0-1 0 0,0 0 1 0 0,0 0 0 0 0,0 1 0 0 0,1-1 0 0 0,-1 1 0 0 0,0-1 0 0 0,0 1 0 0 0,0 0 0 0 0,-1 0 0 0 0,1 0 0 0 0,0 0 0 0 0,0 0 0 0 0,0 0 0 0 0,-1 1 0 0 0,1-1 0 0 0,-1 0 0 0 0,1 1 0 0 0,-1-1 0 0 0,1 1 0 0 0,-1 0 0 0 0,0-1 0 0 0,0 1 0 0 0,0 0 0 0 0,0 0 0 0 0,0 0 0 0 0,0 0 0 0 0,0 0 0 0 0,-1 0 0 0 0,1 0 0 0 0,-1 0 0 0 0,1 0 0 0 0,-1 0 0 0 0,0 0 0 0 0,0 0 0 0 0,0 3 0 0 0,0 11 29 0 0,0-1 1 0 0,-2 1 0 0 0,0-1 0 0 0,-5 22 0 0 0,4-22 67 0 0,-4 14-62 0 0,-2-1-1 0 0,0-1 0 0 0,-15 31 1 0 0,-4 8 501 0 0,28-65-570 0 0,-1 0 0 0 0,1 0 0 0 0,-1 0-1 0 0,1 1 1 0 0,-1-1 0 0 0,1 0 0 0 0,0 0 0 0 0,-1 1 0 0 0,1-1-1 0 0,0 0 1 0 0,0 0 0 0 0,0 1 0 0 0,0-1 0 0 0,0 0-1 0 0,0 1 1 0 0,1-1 0 0 0,-1 0 0 0 0,0 1 0 0 0,1-1-1 0 0,-1 0 1 0 0,1 0 0 0 0,-1 0 0 0 0,1 1 0 0 0,0-1-1 0 0,1 2 1 0 0,-1-2-8 0 0,1 0 0 0 0,0 0 1 0 0,-1 0-1 0 0,1 0 0 0 0,0-1 0 0 0,0 1 0 0 0,0 0 0 0 0,0-1 0 0 0,0 1 0 0 0,0-1 0 0 0,-1 0 0 0 0,1 0 0 0 0,0 0 1 0 0,0 0-1 0 0,2 0 0 0 0,8-1 15 0 0,0-1 1 0 0,0 0 0 0 0,0 0 0 0 0,15-6 0 0 0,85-35-2188 0 0,-94 38 622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55 5985 0 0,'0'-1'89'0'0,"0"1"-1"0"0,-1 0 0 0 0,1-1 1 0 0,-1 1-1 0 0,1-1 0 0 0,0 1 1 0 0,-1-1-1 0 0,1 1 0 0 0,0-1 1 0 0,-1 1-1 0 0,1-1 1 0 0,0 1-1 0 0,0-1 0 0 0,0 1 1 0 0,-1-1-1 0 0,1 1 0 0 0,0-1 1 0 0,0 1-1 0 0,0-1 0 0 0,0 1 1 0 0,0-1-1 0 0,0 0 0 0 0,0 1 1 0 0,0-1-1 0 0,0 1 0 0 0,0-1 1 0 0,0 1-1 0 0,1-1 1 0 0,-1 1-1 0 0,0-1 0 0 0,0 1 1 0 0,0-1-1 0 0,1 1 0 0 0,-1-1 1 0 0,21-14 4785 0 0,33-1 273 0 0,-52 15-5443 0 0,3 0 368 0 0,0 0 0 0 0,0 0 0 0 0,0 0 0 0 0,1 0 0 0 0,-1 1 0 0 0,0 0 0 0 0,0 0 0 0 0,0 1 0 0 0,0-1 0 0 0,0 1 0 0 0,7 2 0 0 0,-10-2-48 0 0,0 0 0 0 0,0 0 1 0 0,-1 0-1 0 0,1 0 0 0 0,0 1 1 0 0,0-1-1 0 0,0 1 0 0 0,-1-1 1 0 0,1 1-1 0 0,-1-1 0 0 0,1 1 1 0 0,-1 0-1 0 0,0 0 0 0 0,0 0 1 0 0,0 0-1 0 0,0 0 1 0 0,0 0-1 0 0,0 0 0 0 0,0 0 1 0 0,-1 0-1 0 0,1 0 0 0 0,-1 1 1 0 0,1-1-1 0 0,-1 0 0 0 0,0 0 1 0 0,0 1-1 0 0,0 3 0 0 0,-1 7 17 0 0,-1 1 0 0 0,0-1 0 0 0,-1 1 0 0 0,-7 21-1 0 0,6-20 1 0 0,0 0 0 0 0,0 0 0 0 0,0 17 0 0 0,3-31-45 0 0,1 0-1 0 0,0 1 0 0 0,1-1 0 0 0,-1 0 0 0 0,0 1 1 0 0,0-1-1 0 0,1 0 0 0 0,-1 1 0 0 0,0-1 1 0 0,1 0-1 0 0,-1 1 0 0 0,1-1 0 0 0,0 0 0 0 0,-1 0 1 0 0,1 0-1 0 0,0 0 0 0 0,0 0 0 0 0,0 0 0 0 0,0 0 1 0 0,0 0-1 0 0,0 0 0 0 0,0 0 0 0 0,0 0 0 0 0,0 0 1 0 0,0-1-1 0 0,0 1 0 0 0,0 0 0 0 0,1-1 0 0 0,1 1 1 0 0,6 2-91 0 0,-1-1 0 0 0,1 0 0 0 0,17 2 0 0 0,-20-4 1 0 0,0 1 0 0 0,0 0-1 0 0,0 0 1 0 0,1 1-1 0 0,9 3 1 0 0,-14-3 79 0 0,0-1 0 0 0,-1 0 0 0 0,1 1 0 0 0,-1 0 0 0 0,1-1 0 0 0,-1 1 0 0 0,0 0 0 0 0,0 0 0 0 0,0 0 0 0 0,0 0 0 0 0,0 0 0 0 0,0 0 0 0 0,0 0 0 0 0,0 0 0 0 0,-1 0 0 0 0,1 0 0 0 0,-1 0 0 0 0,0 0 0 0 0,0 1 0 0 0,1-1 0 0 0,-1 0 0 0 0,-1 0 0 0 0,1 0 0 0 0,0 1 0 0 0,0-1 0 0 0,-1 0 0 0 0,1 0 0 0 0,-1 0 0 0 0,0 0 0 0 0,-1 3 0 0 0,-2 6 54 0 0,0-1 0 0 0,-1 0 0 0 0,0 0 0 0 0,-11 16 0 0 0,3-9 161 0 0,-1-1 0 0 0,-1 0-1 0 0,0-1 1 0 0,-1-1-1 0 0,0 0 1 0 0,-33 20 0 0 0,-20 6-2015 0 0,53-31-5002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0 7370 0 0,'-1'0'289'0'0,"-1"1"1"0"0,0-1 0 0 0,0 0-1 0 0,0 0 1 0 0,0 0-1 0 0,1 1 1 0 0,-1-1 0 0 0,0 1-1 0 0,0 0 1 0 0,1 0 0 0 0,-1-1-1 0 0,0 1 1 0 0,1 0 0 0 0,-1 0-1 0 0,1 0 1 0 0,-1 1 0 0 0,1-1-1 0 0,-1 0 1 0 0,1 0 0 0 0,0 1-1 0 0,0-1 1 0 0,0 1 0 0 0,0-1-1 0 0,0 1 1 0 0,0-1 0 0 0,0 1-1 0 0,0 0 1 0 0,1 0-1 0 0,-1-1 1 0 0,1 1 0 0 0,-1 0-1 0 0,1 0 1 0 0,-1 0 0 0 0,1-1-1 0 0,0 1 1 0 0,0 0 0 0 0,0 0-1 0 0,1 3 1 0 0,-1 10 795 0 0,2 0 0 0 0,0 0 0 0 0,8 28 0 0 0,-5-20-1311 0 0,42 150-117 0 0,-29-118-5680 0 0,-12-34-1037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55 3889 0 0,'4'-10'-1021'0'0,"3"-8"2486"0"0,12-7 8314 0 0,-18 24-9519 0 0,0 1 1 0 0,-1 0-1 0 0,1 0 1 0 0,-1 0 0 0 0,1 0-1 0 0,0 0 1 0 0,-1 0-1 0 0,1 0 1 0 0,0 0-1 0 0,-1 0 1 0 0,1 0 0 0 0,0 0-1 0 0,1 1-30 0 0,-1 0 0 0 0,1-1 0 0 0,-1 1 0 0 0,1 0 0 0 0,-1 0 0 0 0,0 0 0 0 0,1 0 0 0 0,-1 1 0 0 0,0-1 0 0 0,0 0-1 0 0,0 0 1 0 0,2 3 0 0 0,6 11 154 0 0,-1 0 0 0 0,-1 0-1 0 0,0 1 1 0 0,-1 0-1 0 0,-1 0 1 0 0,6 30-1 0 0,-4-20-331 0 0,14 38 0 0 0,20 47-506 0 0,-26-61-3326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8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5065 0 0,'5'30'11537'0'0,"7"4"-6677"0"0,22 36-4954 0 0,-13-27 1035 0 0,3 6-955 0 0,53 79 0 0 0,-26-57-2947 0 0,-36-52-4068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9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2 160 1376 0 0,'-1'-2'286'0'0,"1"0"0"0"0,0 0 0 0 0,0-1 0 0 0,0 1-1 0 0,0 0 1 0 0,0 0 0 0 0,0 0 0 0 0,1 0 0 0 0,-1 0 0 0 0,1 0-1 0 0,-1-1 1 0 0,1 1 0 0 0,0 0 0 0 0,0 0 0 0 0,0 0 0 0 0,0 1-1 0 0,0-1 1 0 0,0 0 0 0 0,0 0 0 0 0,1 1 0 0 0,-1-1-1 0 0,1 0 1 0 0,1-1 0 0 0,44-38 3074 0 0,-39 35-2903 0 0,3-2 94 0 0,0 0 0 0 0,1 1 0 0 0,0 0 0 0 0,0 1 0 0 0,1 0 0 0 0,24-7 0 0 0,-28 11-372 0 0,-1 0-1 0 0,1 0 1 0 0,0 1-1 0 0,0 0 1 0 0,0 0-1 0 0,0 1 0 0 0,0 1 1 0 0,0-1-1 0 0,0 1 1 0 0,0 1-1 0 0,13 3 1 0 0,-21-5-173 0 0,0 1 0 0 0,0-1 0 0 0,0 1 0 0 0,0-1 0 0 0,0 1 0 0 0,1-1 0 0 0,-1 1 0 0 0,0 0 0 0 0,0-1 0 0 0,0 1-1 0 0,-1 0 1 0 0,1 0 0 0 0,0 0 0 0 0,0 0 0 0 0,0 0 0 0 0,-1 0 0 0 0,1 0 0 0 0,0 0 0 0 0,-1 0 0 0 0,1 0 0 0 0,-1 0 0 0 0,1 2 0 0 0,0 0 3 0 0,-1-1 0 0 0,0 1-1 0 0,0-1 1 0 0,0 0 0 0 0,0 1 0 0 0,0-1 0 0 0,-1 1-1 0 0,1-1 1 0 0,-1 0 0 0 0,-1 5 0 0 0,-4 5 43 0 0,1 0-1 0 0,-2 0 1 0 0,-11 15 0 0 0,12-18 11 0 0,-35 46 267 0 0,27-38 64 0 0,1 1 0 0 0,-19 33 0 0 0,31-50-362 0 0,0 0 1 0 0,1 1-1 0 0,-1-1 0 0 0,0 1 0 0 0,1 0 0 0 0,-1-1 0 0 0,1 1 1 0 0,-1-1-1 0 0,1 1 0 0 0,0 0 0 0 0,0-1 0 0 0,0 1 0 0 0,0 0 0 0 0,0 0 1 0 0,0-1-1 0 0,0 1 0 0 0,0 0 0 0 0,1 1 0 0 0,0-1-5 0 0,0-1 0 0 0,0 0 0 0 0,-1 0 0 0 0,1 0 0 0 0,0 0 0 0 0,0-1 0 0 0,0 1 0 0 0,0 0 0 0 0,0 0 0 0 0,0 0 0 0 0,0-1 0 0 0,0 1 0 0 0,0-1 0 0 0,1 1 0 0 0,-1-1 0 0 0,0 1 1 0 0,0-1-1 0 0,3 1 0 0 0,6 0-217 0 0,0 0 0 0 0,0 0 1 0 0,0-2-1 0 0,19-1 1 0 0,-11 0-1133 0 0,-8 2-67 0 0,1 0 1 0 0,-1 0 0 0 0,20 4 0 0 0,-15 0-275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9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18 5025 0 0,'-36'-14'5308'0'0,"34"13"-4743"0"0,0 1 0 0 0,-1-1 0 0 0,1 1 0 0 0,0-1 0 0 0,-1 1 0 0 0,1 0-1 0 0,0 0 1 0 0,-1 0 0 0 0,1 0 0 0 0,0 0 0 0 0,-1 0 0 0 0,1 1 0 0 0,0-1 0 0 0,-3 2 0 0 0,3 1-262 0 0,0 0 1 0 0,0 0-1 0 0,0 0 1 0 0,1 1 0 0 0,0-1-1 0 0,-1 0 1 0 0,1 1-1 0 0,0-1 1 0 0,0 6 0 0 0,-2 2-4 0 0,-4 10-9 0 0,1-1-1 0 0,0 1 1 0 0,-4 42 0 0 0,9-58-334 0 0,1 0-1 0 0,0 1 1 0 0,0-1 0 0 0,0 0 0 0 0,1 0 0 0 0,-1 0 0 0 0,1 0 0 0 0,0 0 0 0 0,1 0 0 0 0,-1 0 0 0 0,1 0 0 0 0,0 0 0 0 0,1 0 0 0 0,-1-1 0 0 0,1 1 0 0 0,0-1 0 0 0,0 0 0 0 0,0 0 0 0 0,0 0 0 0 0,1 0 0 0 0,-1 0-1 0 0,8 4 1 0 0,-9-6-28 0 0,1-1 0 0 0,0 0 0 0 0,0 0 0 0 0,0 0 0 0 0,0 0-1 0 0,0 0 1 0 0,0-1 0 0 0,0 1 0 0 0,0-1 0 0 0,0 0 0 0 0,0 0 0 0 0,0 0-1 0 0,0 0 1 0 0,0 0 0 0 0,0-1 0 0 0,0 0 0 0 0,0 1 0 0 0,0-1-1 0 0,0 0 1 0 0,0 0 0 0 0,0-1 0 0 0,2-1 0 0 0,11-5-413 0 0,-1-1 1 0 0,25-18 0 0 0,-18 11 71 0 0,52-27-2722 0 0,-57 35 1678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39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0 3945 0 0,'-2'1'209'0'0,"0"-1"1"0"0,0 1 0 0 0,0-1-1 0 0,0 1 1 0 0,0 0 0 0 0,1 0-1 0 0,-1 0 1 0 0,0 0-1 0 0,1 0 1 0 0,-1 0 0 0 0,1 0-1 0 0,-1 0 1 0 0,1 1-1 0 0,-1-1 1 0 0,1 0 0 0 0,0 1-1 0 0,0-1 1 0 0,0 1-1 0 0,0 0 1 0 0,0-1 0 0 0,0 1-1 0 0,0 0 1 0 0,0 0 0 0 0,1 0-1 0 0,-1-1 1 0 0,1 1-1 0 0,-1 0 1 0 0,1 0 0 0 0,0 0-1 0 0,0 0 1 0 0,-1 0-1 0 0,2 0 1 0 0,-1 0 0 0 0,0 3-1 0 0,2 8 1067 0 0,-1 0-1 0 0,2 0 0 0 0,0 0 1 0 0,4 12-1 0 0,-2-11-1179 0 0,35 115 1653 0 0,-17-75-7186 0 0,-11-30-595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40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5065 0 0,'4'-3'2341'0'0,"12"0"-286"0"0,17 2 1293 0 0,-18 5-2516 0 0,0 1 0 0 0,0 0 0 0 0,0 1 0 0 0,-1 0 0 0 0,0 2 0 0 0,-1-1 0 0 0,1 2-1 0 0,-1-1 1 0 0,17 16 0 0 0,2 5-172 0 0,-2 1 0 0 0,33 41 0 0 0,-42-47-500 0 0,-1 1 1 0 0,-2 2 0 0 0,0-1-1 0 0,23 50 1 0 0,-37-66-185 0 0,0 0 0 0 0,0 0 0 0 0,-1 0 0 0 0,-1 0 0 0 0,0 0 0 0 0,0 1 0 0 0,-1-1 0 0 0,0 0 0 0 0,-1 1 0 0 0,0-1 0 0 0,-1 1 0 0 0,0-1 0 0 0,-1 1 1 0 0,0-1-1 0 0,0 0 0 0 0,-1 0 0 0 0,-1 0 0 0 0,-5 12 0 0 0,-11 15-483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41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4 207 6449 0 0,'-4'-5'6079'0'0,"13"5"-3759"0"0,9 5-1830 0 0,-2 0-315 0 0,-1 1 0 0 0,0 0 0 0 0,-1 2 0 0 0,1-1 0 0 0,-1 2 0 0 0,15 11 0 0 0,68 67 1539 0 0,-25-20-1131 0 0,-70-65-520 0 0,0 0-1 0 0,0 0 0 0 0,1 0 1 0 0,-1-1-1 0 0,0 1 1 0 0,1-1-1 0 0,-1 1 1 0 0,1-1-1 0 0,-1 0 1 0 0,1 0-1 0 0,0 0 1 0 0,-1 0-1 0 0,1-1 1 0 0,0 1-1 0 0,0-1 1 0 0,-1 1-1 0 0,1-1 0 0 0,0 0 1 0 0,0 0-1 0 0,0 0 1 0 0,4-1-1 0 0,-5 0 10 0 0,1-1 0 0 0,-1 1 0 0 0,0-1-1 0 0,1 0 1 0 0,-1 1 0 0 0,0-1 0 0 0,0 0-1 0 0,0 0 1 0 0,0-1 0 0 0,-1 1-1 0 0,1 0 1 0 0,0-1 0 0 0,-1 1 0 0 0,0-1-1 0 0,1 1 1 0 0,-1-1 0 0 0,0 1 0 0 0,0-1-1 0 0,-1 0 1 0 0,1 0 0 0 0,0-3 0 0 0,2-18 128 0 0,-1 1-1 0 0,-1 0 1 0 0,0-1 0 0 0,-2 1 0 0 0,-1 0 0 0 0,-1 0 0 0 0,-8-31-1 0 0,5 19-358 0 0,1 0-1 0 0,-1-38 1 0 0,6 72 22 0 0,0 0 1 0 0,0 0-1 0 0,0 0 0 0 0,0-1 1 0 0,0 1-1 0 0,0 0 0 0 0,0 0 1 0 0,0 0-1 0 0,1-1 0 0 0,-1 1 1 0 0,0 0-1 0 0,1 0 1 0 0,-1 0-1 0 0,1 0 0 0 0,-1 0 1 0 0,1 0-1 0 0,-1 0 0 0 0,1 0 1 0 0,0 0-1 0 0,0 0 0 0 0,0 0 1 0 0,-1 0-1 0 0,1 1 0 0 0,0-1 1 0 0,1-1-1 0 0,5 0-1079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4:41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3 3225 0 0,'1'0'13'0'0,"-1"0"1"0"0,0-1-1 0 0,1 1 1 0 0,-1 0-1 0 0,0 0 1 0 0,1 0-1 0 0,-1-1 1 0 0,0 1 0 0 0,1 0-1 0 0,-1 0 1 0 0,0 0-1 0 0,1 0 1 0 0,-1 0-1 0 0,1 0 1 0 0,-1 0-1 0 0,0 0 1 0 0,1 0-1 0 0,-1 0 1 0 0,1 0 0 0 0,-1 0-1 0 0,0 0 1 0 0,1 0-1 0 0,-1 0 1 0 0,0 0-1 0 0,1 0 1 0 0,1 2 798 0 0,-2-1-613 0 0,0-1 1 0 0,1 1 0 0 0,-1-1-1 0 0,0 1 1 0 0,0-1 0 0 0,0 1-1 0 0,0-1 1 0 0,0 1 0 0 0,0-1-1 0 0,0 1 1 0 0,0-1-1 0 0,0 1 1 0 0,0-1 0 0 0,0 1-1 0 0,0-1 1 0 0,-3 6 2196 0 0,2-5-2197 0 0,-27 45 2223 0 0,14-24-1612 0 0,0 0 0 0 0,2 0 0 0 0,1 1 0 0 0,-9 25 0 0 0,19-45-735 0 0,0 0 0 0 0,1-1 0 0 0,-1 1-1 0 0,1 0 1 0 0,-1 0 0 0 0,1-1 0 0 0,0 1 0 0 0,0 0 0 0 0,0 0-1 0 0,0-1 1 0 0,1 1 0 0 0,-1 0 0 0 0,1-1 0 0 0,0 1-1 0 0,0 0 1 0 0,0-1 0 0 0,0 1 0 0 0,0-1 0 0 0,0 1-1 0 0,1-1 1 0 0,-1 0 0 0 0,1 0 0 0 0,0 1 0 0 0,-1-1-1 0 0,1 0 1 0 0,0 0 0 0 0,0-1 0 0 0,3 3 0 0 0,6 3 52 0 0,0-1 0 0 0,0 0 1 0 0,1 0-1 0 0,0-1 0 0 0,13 3 0 0 0,-12-4 43 0 0,-1 1-1 0 0,1 0 0 0 0,11 8 0 0 0,-21-11-134 0 0,1 0 0 0 0,0 0 1 0 0,-1 0-1 0 0,0 1 0 0 0,0 0 0 0 0,1 0 0 0 0,-1 0 0 0 0,-1 0 0 0 0,1 0 0 0 0,0 0 0 0 0,-1 1 0 0 0,0-1 0 0 0,0 1 0 0 0,0 0 0 0 0,0-1 0 0 0,0 1 0 0 0,-1 0 1 0 0,0 0-1 0 0,0 0 0 0 0,0 0 0 0 0,0 1 0 0 0,-1-1 0 0 0,1 0 0 0 0,-1 0 0 0 0,0 0 0 0 0,0 1 0 0 0,-1-1 0 0 0,1 0 0 0 0,-1 0 0 0 0,0 0 0 0 0,0 0 0 0 0,0 0 0 0 0,-3 6 1 0 0,-2 3-143 0 0,0 0 1 0 0,-1 0-1 0 0,0-1 0 0 0,-1 0 1 0 0,-1-1-1 0 0,0 0 1 0 0,-20 20-1 0 0,5-9-7234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3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41 591 6913 0 0,'-40'21'142'0'0,"80"-36"3565"0"0,127-101 1121 0 0,-108 71-3241 0 0,98-54 0 0 0,-93 64-1107 0 0,-2-2 0 0 0,109-87 0 0 0,-124 87-818 0 0,-23 19-292 0 0,-2-1 1 0 0,36-38-1 0 0,-51 47-535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4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86 819 8290 0 0,'-1'-2'168'0'0,"0"0"0"0"0,1-1 1 0 0,-1 1-1 0 0,1 0 0 0 0,0-1 0 0 0,0 1 1 0 0,0-1-1 0 0,0 1 0 0 0,0 0 0 0 0,0-1 1 0 0,0 1-1 0 0,1-1 0 0 0,0-2 0 0 0,1-26 2538 0 0,-9 5-1284 0 0,0 1 1 0 0,-21-44-1 0 0,17 44-798 0 0,0-1 1 0 0,-9-40-1 0 0,20 65-593 0 0,-1-1-1 0 0,1 1 1 0 0,-1-1 0 0 0,1 1 0 0 0,0-1-1 0 0,0 1 1 0 0,0-1 0 0 0,0 1 0 0 0,0-1-1 0 0,0 1 1 0 0,0-1 0 0 0,0 1 0 0 0,1-1 0 0 0,-1 1-1 0 0,0-1 1 0 0,1 1 0 0 0,0-1 0 0 0,1-2-1 0 0,-2 4-16 0 0,1-1 0 0 0,0 1-1 0 0,0-1 1 0 0,0 1 0 0 0,-1-1-1 0 0,1 1 1 0 0,0 0 0 0 0,0-1-1 0 0,0 1 1 0 0,0 0-1 0 0,0 0 1 0 0,0 0 0 0 0,0 0-1 0 0,0 0 1 0 0,-1 0 0 0 0,1 0-1 0 0,0 0 1 0 0,0 0 0 0 0,0 0-1 0 0,0 0 1 0 0,0 1 0 0 0,1-1-1 0 0,7 4 51 0 0,1 0 0 0 0,-1 0 0 0 0,-1 1 0 0 0,12 7 0 0 0,-14-8-1 0 0,83 57 367 0 0,-54-35-274 0 0,1-2-1 0 0,63 32 1 0 0,-97-55-156 0 0,0 0 0 0 0,0 0 0 0 0,0 0 1 0 0,0-1-1 0 0,0 1 0 0 0,0 0 0 0 0,0-1 0 0 0,0 0 1 0 0,0 1-1 0 0,0-1 0 0 0,0 0 0 0 0,0 0 1 0 0,0 0-1 0 0,1 0 0 0 0,-1 0 0 0 0,0-1 0 0 0,0 1 1 0 0,0-1-1 0 0,0 1 0 0 0,0-1 0 0 0,0 0 1 0 0,3-1-1 0 0,-3 0-5 0 0,0 0 0 0 0,0 0 1 0 0,0-1-1 0 0,-1 1 1 0 0,1 0-1 0 0,-1 0 0 0 0,1-1 1 0 0,-1 1-1 0 0,0-1 1 0 0,0 1-1 0 0,0-1 0 0 0,0 0 1 0 0,0 1-1 0 0,0-6 0 0 0,1-8-24 0 0,0 0-1 0 0,-2 0 0 0 0,0-1 0 0 0,-4-24 0 0 0,-1 6 23 0 0,-13-40-1 0 0,12 55 39 0 0,1-1 0 0 0,0 1 0 0 0,2-1-1 0 0,0 0 1 0 0,1 0 0 0 0,2-37-1 0 0,0 57-22 0 0,0 0-1 0 0,0 1 1 0 0,0-1-1 0 0,0 0 1 0 0,0 0-1 0 0,0 1 1 0 0,0-1 0 0 0,1 0-1 0 0,-1 1 1 0 0,0-1-1 0 0,0 0 1 0 0,0 0-1 0 0,1 1 1 0 0,-1-1-1 0 0,0 0 1 0 0,1 1-1 0 0,-1-1 1 0 0,1 1-1 0 0,-1-1 1 0 0,1 1-1 0 0,-1-1 1 0 0,1 1 0 0 0,-1-1-1 0 0,1 1 1 0 0,-1-1-1 0 0,1 1 1 0 0,-1-1-1 0 0,1 1 1 0 0,0 0-1 0 0,0-1 1 0 0,1 1 10 0 0,-1 1 1 0 0,0-1-1 0 0,0 1 1 0 0,0-1-1 0 0,0 1 1 0 0,0-1-1 0 0,1 1 1 0 0,-1 0-1 0 0,0-1 1 0 0,0 1 0 0 0,-1 0-1 0 0,1 0 1 0 0,0 0-1 0 0,0 0 1 0 0,1 1-1 0 0,28 44 277 0 0,-30-46-298 0 0,5 8 7 0 0,18 34 68 0 0,39 54 1 0 0,-53-84-61 0 0,1-1 0 0 0,0 0-1 0 0,0 0 1 0 0,1-1 0 0 0,0 0 0 0 0,1-1 0 0 0,0-1 0 0 0,25 14 0 0 0,-35-21-11 0 0,1 1 0 0 0,-1-1 1 0 0,0 0-1 0 0,0 0 0 0 0,1-1 1 0 0,-1 1-1 0 0,1 0 0 0 0,-1-1 1 0 0,1 1-1 0 0,-1-1 0 0 0,0 0 1 0 0,1 0-1 0 0,-1 0 0 0 0,1 0 1 0 0,-1 0-1 0 0,1-1 0 0 0,-1 1 0 0 0,1-1 1 0 0,-1 0-1 0 0,4 0 0 0 0,-4-1 3 0 0,0 0-1 0 0,0 1 1 0 0,0-1 0 0 0,0 0-1 0 0,-1 0 1 0 0,1 0-1 0 0,0 0 1 0 0,-1 0-1 0 0,0 0 1 0 0,1-1 0 0 0,-1 1-1 0 0,0 0 1 0 0,0-1-1 0 0,0 1 1 0 0,0-1-1 0 0,0-2 1 0 0,2-9 11 0 0,-1 0-1 0 0,-1 0 1 0 0,0 0 0 0 0,-1 0-1 0 0,-3-25 1 0 0,-19-78-15 0 0,0-2 0 0 0,21 105 0 0 0,0 0 0 0 0,0-1 0 0 0,2 1 0 0 0,0 0 0 0 0,0 0 0 0 0,6-19 0 0 0,-7 31-1 0 0,0 1 0 0 0,0-1 0 0 0,1 0 1 0 0,-1 0-1 0 0,1 1 0 0 0,0-1 0 0 0,0 0 0 0 0,-1 1 0 0 0,1-1 0 0 0,0 1 1 0 0,0-1-1 0 0,0 1 0 0 0,1 0 0 0 0,-1-1 0 0 0,0 1 0 0 0,0 0 0 0 0,1 0 1 0 0,-1-1-1 0 0,1 1 0 0 0,-1 1 0 0 0,1-1 0 0 0,-1 0 0 0 0,1 0 1 0 0,2-1-1 0 0,-1 2-3 0 0,0 0 1 0 0,0 0 0 0 0,0 0-1 0 0,0 0 1 0 0,0 1 0 0 0,0-1-1 0 0,0 1 1 0 0,-1 0 0 0 0,1-1-1 0 0,0 1 1 0 0,0 0 0 0 0,-1 1-1 0 0,5 1 1 0 0,7 6-11 0 0,-1 0 1 0 0,0 1-1 0 0,0 0 0 0 0,13 15 1 0 0,-15-12 13 0 0,1-1 0 0 0,1-1 0 0 0,0 0 0 0 0,1 0 0 0 0,0-1 0 0 0,1-1 0 0 0,0-1 0 0 0,0 0 0 0 0,28 10 0 0 0,-32-15-10 0 0,-1 0-449 0 0,0 0 0 0 0,-1 1-1 0 0,1 0 1 0 0,0 0 0 0 0,-1 1-1 0 0,14 9 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5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9 452 2761 0 0,'-8'12'512'0'0,"16"-20"1584"0"0,15-16 301 0 0,225-226 9739 0 0,-221 227-12085 0 0,1 1 0 0 0,1 1 1 0 0,1 2-1 0 0,1 0 0 0 0,1 3 1 0 0,0 0-1 0 0,63-19 0 0 0,-62 25-1015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6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150 960 14283 0 0,'-6'-34'4073'0'0,"-18"-28"-3222"0"0,1-1-910 0 0,-5-30 56 0 0,-19-70-92 0 0,40 132 131 0 0,2 1 0 0 0,0-2 1 0 0,1-38-1 0 0,4 69-10 0 0,-1-1 1 0 0,1 1-1 0 0,0 0 1 0 0,0 0 0 0 0,0 0-1 0 0,1 0 1 0 0,-1-1-1 0 0,0 1 1 0 0,0 0-1 0 0,1 0 1 0 0,-1 0-1 0 0,0 0 1 0 0,1 0 0 0 0,-1 0-1 0 0,1-1 1 0 0,0 1-1 0 0,-1 0 1 0 0,1 1-1 0 0,0-1 1 0 0,1-2-1 0 0,-1 3 2 0 0,0-1 0 0 0,0 1-1 0 0,0 0 1 0 0,-1 0 0 0 0,1 0-1 0 0,0 0 1 0 0,0 0 0 0 0,0 0-1 0 0,0 0 1 0 0,0 0 0 0 0,0 0-1 0 0,0 0 1 0 0,0 0-1 0 0,0 0 1 0 0,0 1 0 0 0,-1-1-1 0 0,1 0 1 0 0,0 1 0 0 0,0-1-1 0 0,1 1 1 0 0,6 4 109 0 0,0 0 0 0 0,-1 1-1 0 0,0 0 1 0 0,7 7 0 0 0,-8-8-150 0 0,24 23 129 0 0,3-2-1 0 0,47 32 1 0 0,-63-49-80 0 0,-1 0 1 0 0,2 0 0 0 0,-1-2 0 0 0,1 0-1 0 0,1-1 1 0 0,-1-1 0 0 0,29 4 0 0 0,-39-7-38 0 0,0-1-1 0 0,0 0 0 0 0,1 0-1 0 0,-1-1 1 0 0,0 1 0 0 0,0-2-1 0 0,10 0 1 0 0,-16 0 2 0 0,0 1 0 0 0,-1-1 1 0 0,1 0-1 0 0,0 1 0 0 0,0-1 0 0 0,-1 0 1 0 0,1 0-1 0 0,-1 0 0 0 0,1 0 0 0 0,-1-1 0 0 0,1 1 1 0 0,-1 0-1 0 0,1 0 0 0 0,-1-1 0 0 0,0 1 1 0 0,0-1-1 0 0,0 1 0 0 0,0-1 0 0 0,0 0 0 0 0,0 1 1 0 0,0-1-1 0 0,-1 0 0 0 0,1 0 0 0 0,0 0 1 0 0,-1 1-1 0 0,0-1 0 0 0,1 0 0 0 0,-1 0 0 0 0,0 0 1 0 0,0 0-1 0 0,0 0 0 0 0,0-2 0 0 0,-2-26 168 0 0,-1-1-1 0 0,-13-52 0 0 0,10 60-139 0 0,2 0 0 0 0,0 0 0 0 0,1-1 0 0 0,2 1 0 0 0,1-40 0 0 0,0 61-26 0 0,0 1 0 0 0,0-1 0 0 0,1 1 0 0 0,-1-1 0 0 0,0 0 0 0 0,1 1 1 0 0,-1-1-1 0 0,1 1 0 0 0,-1-1 0 0 0,1 1 0 0 0,0-1 0 0 0,0 1 0 0 0,0 0 0 0 0,1-2 0 0 0,-2 3-1 0 0,1-1 1 0 0,-1 1-1 0 0,1 0 0 0 0,-1 0 0 0 0,1 0 0 0 0,-1-1 0 0 0,1 1 0 0 0,-1 0 0 0 0,1 0 0 0 0,-1 0 0 0 0,1 0 0 0 0,-1 0 0 0 0,1 0 1 0 0,-1 0-1 0 0,1 0 0 0 0,-1 0 0 0 0,1 0 0 0 0,-1 1 0 0 0,1-1 0 0 0,-1 0 0 0 0,0 0 0 0 0,1 0 0 0 0,-1 1 0 0 0,1-1 0 0 0,-1 0 1 0 0,1 0-1 0 0,-1 1 0 0 0,0-1 0 0 0,1 1 0 0 0,5 4 9 0 0,0 1 0 0 0,-1 0 0 0 0,0 0 0 0 0,7 11 0 0 0,2 3 0 0 0,-7-12-10 0 0,1 0 0 0 0,0-1 0 0 0,0 0 0 0 0,0 0 0 0 0,11 5 0 0 0,-16-10 0 0 0,0 0 0 0 0,0-1 0 0 0,0 1 0 0 0,1-1 0 0 0,-1 0 0 0 0,1 0 0 0 0,-1 0 0 0 0,1-1 0 0 0,-1 1 0 0 0,1-1 0 0 0,-1 0 0 0 0,1 0 0 0 0,-1 0 0 0 0,1 0 0 0 0,-1-1 0 0 0,1 0 0 0 0,-1 1 0 0 0,1-1 0 0 0,4-2 0 0 0,-6 2 0 0 0,0 0 0 0 0,-1-1 0 0 0,1 1 0 0 0,-1 0 0 0 0,1-1 1 0 0,-1 1-1 0 0,1-1 0 0 0,-1 1 0 0 0,0-1 0 0 0,1 0 0 0 0,-1 1 0 0 0,0-1 1 0 0,0 0-1 0 0,0 0 0 0 0,-1 0 0 0 0,1 0 0 0 0,0 0 0 0 0,-1 0 0 0 0,1 0 1 0 0,-1 0-1 0 0,0 0 0 0 0,0 0 0 0 0,1 0 0 0 0,-2-3 0 0 0,1-8 2 0 0,0 1-1 0 0,-5-23 1 0 0,4 27-2 0 0,-3-14 3 0 0,1 4 9 0 0,0-1 0 0 0,1-23-1 0 0,2 38-9 0 0,0-1 0 0 0,0 1-1 0 0,0 0 1 0 0,1 0-1 0 0,0 0 1 0 0,0 0-1 0 0,0-1 1 0 0,0 1 0 0 0,1 1-1 0 0,-1-1 1 0 0,1 0-1 0 0,0 0 1 0 0,0 1 0 0 0,1-1-1 0 0,4-5 1 0 0,-6 8-3 0 0,1-1 0 0 0,0 1 0 0 0,0 0 0 0 0,0 0 0 0 0,0 0 0 0 0,0 0 0 0 0,0 0-1 0 0,0 0 1 0 0,0 0 0 0 0,1 1 0 0 0,-1-1 0 0 0,0 1 0 0 0,0-1 0 0 0,0 1 0 0 0,1 0 0 0 0,-1 0 0 0 0,0 0 0 0 0,0 0 0 0 0,1 1 0 0 0,-1-1 0 0 0,0 1 0 0 0,0-1 0 0 0,0 1 0 0 0,1 0 0 0 0,-1-1 0 0 0,0 1 0 0 0,0 0 0 0 0,3 3 0 0 0,8 4-10 0 0,-1 0 0 0 0,0 0 0 0 0,16 16 0 0 0,-10-9 5 0 0,2-1 23 0 0,1-1 0 0 0,0-1 0 0 0,44 17 0 0 0,-17-7-21 0 0,-44-20-572 0 0,17 9 1483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6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1 849 3681 0 0,'2'-1'180'0'0,"1"-1"0"0"0,-1 1 0 0 0,0-1 1 0 0,0 0-1 0 0,0 1 0 0 0,0-1 0 0 0,0 0 0 0 0,2-4 0 0 0,4-3 853 0 0,225-185 9877 0 0,-41 36-6540 0 0,-91 71-3565 0 0,207-138 0 0 0,-218 159-982 0 0,-62 44-966 0 0,61-37 1 0 0,-70 49-281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7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 6913 0 0,'0'-1'189'0'0,"-1"1"-1"0"0,1-1 1 0 0,-1 0-1 0 0,1 0 0 0 0,0 0 1 0 0,0 0-1 0 0,-1 0 0 0 0,1 0 1 0 0,0 0-1 0 0,0 1 0 0 0,0-1 1 0 0,0 0-1 0 0,0 0 0 0 0,0 0 1 0 0,0 0-1 0 0,0 0 0 0 0,0 0 1 0 0,0 0-1 0 0,1 0 0 0 0,-1 0 1 0 0,1-1-1 0 0,0 2-36 0 0,-1-1-1 0 0,1 1 1 0 0,0 0 0 0 0,0 0-1 0 0,-1 0 1 0 0,1 0 0 0 0,0 0-1 0 0,-1 0 1 0 0,1 0 0 0 0,0 1-1 0 0,-1-1 1 0 0,1 0 0 0 0,0 0-1 0 0,-1 0 1 0 0,1 1 0 0 0,0-1-1 0 0,-1 0 1 0 0,1 1 0 0 0,-1-1-1 0 0,1 0 1 0 0,0 2 0 0 0,38 29 2184 0 0,-38-30-2414 0 0,82 84 1800 0 0,107 143 0 0 0,-121-141-1779 0 0,-35-48-388 0 0,-15-17-843 0 0,0 0-3463 0 0,-5-3-1090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7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1 138 5065 0 0,'1'-5'176'0'0,"-1"-1"1"0"0,2 0-1 0 0,-1 1 1 0 0,1-1-1 0 0,-1 1 1 0 0,2-1-1 0 0,-1 1 0 0 0,0 0 1 0 0,1 0-1 0 0,0 0 1 0 0,0 0-1 0 0,5-4 0 0 0,-1-1 419 0 0,1 1-1 0 0,0 1 1 0 0,0-1-1 0 0,19-13 0 0 0,-26 22-524 0 0,0-1-1 0 0,0 0 0 0 0,-1 1 1 0 0,1-1-1 0 0,0 0 1 0 0,0 1-1 0 0,0-1 0 0 0,0 1 1 0 0,0 0-1 0 0,-1-1 1 0 0,1 1-1 0 0,0 0 0 0 0,0 0 1 0 0,0-1-1 0 0,0 1 1 0 0,0 0-1 0 0,0 0 0 0 0,0 0 1 0 0,0 0-1 0 0,0 0 0 0 0,0 0 1 0 0,0 0-1 0 0,0 1 1 0 0,0-1-1 0 0,0 0 0 0 0,0 1 1 0 0,0-1-1 0 0,0 0 1 0 0,0 1-1 0 0,1 0 0 0 0,0 1 2 0 0,-1 0 0 0 0,1 0 0 0 0,-1 0 0 0 0,0 0-1 0 0,0 0 1 0 0,0 0 0 0 0,0 1 0 0 0,0-1 0 0 0,0 0 0 0 0,-1 0-1 0 0,1 1 1 0 0,0 3 0 0 0,1 8 15 0 0,-1 0 0 0 0,-1 0 1 0 0,-1 18-1 0 0,-4 6 292 0 0,-1-1 1 0 0,-3 0 0 0 0,0 0-1 0 0,-3-1 1 0 0,-31 70-1 0 0,43-106-303 0 0,-1 0 0 0 0,1 0 0 0 0,0 1 0 0 0,0-1 0 0 0,-1 0-1 0 0,1 1 1 0 0,0-1 0 0 0,0 0 0 0 0,0 1 0 0 0,0-1 0 0 0,0 0 0 0 0,-1 1 0 0 0,1-1 0 0 0,0 0 0 0 0,0 1-1 0 0,0-1 1 0 0,0 1 0 0 0,0-1 0 0 0,0 0 0 0 0,0 1 0 0 0,0-1 0 0 0,0 0 0 0 0,0 1 0 0 0,0-1 0 0 0,0 1-1 0 0,1-1 1 0 0,-1 0 0 0 0,0 1 0 0 0,0-1 0 0 0,0 0 0 0 0,0 1 0 0 0,1-1 0 0 0,-1 0 0 0 0,0 1 0 0 0,0-1-1 0 0,1 0 1 0 0,-1 0 0 0 0,0 1 0 0 0,0-1 0 0 0,1 0 0 0 0,18-3 1212 0 0,27-19-655 0 0,-43 20-431 0 0,24-12 143 0 0,0 1 1 0 0,0 2 0 0 0,2 0 0 0 0,31-7-1 0 0,0 8-2586 0 0,2 6-4186 0 0,-43 5 272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7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 8754 0 0,'-11'-4'8415'0'0,"15"7"-7453"0"0,13 14-270 0 0,0 0 1 0 0,0 1 0 0 0,-2 1-1 0 0,0 1 1 0 0,13 23 0 0 0,-15-21-1181 0 0,1 0 1 0 0,2-2 0 0 0,0 0-1 0 0,1-1 1 0 0,20 18 0 0 0,-11-18-464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8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14283 0 0,'1'-1'48'0'0,"-1"1"0"0"0,0-1 0 0 0,0 1 0 0 0,1-1 0 0 0,-1 1 1 0 0,1-1-1 0 0,-1 1 0 0 0,0-1 0 0 0,1 1 0 0 0,-1-1 0 0 0,1 1 0 0 0,-1 0 0 0 0,1-1 0 0 0,-1 1 0 0 0,1 0 0 0 0,0-1 0 0 0,-1 1 0 0 0,1 0 1 0 0,-1 0-1 0 0,1-1 0 0 0,0 1 0 0 0,-1 0 0 0 0,1 0 0 0 0,-1 0 0 0 0,1 0 0 0 0,0 0 0 0 0,-1 0 0 0 0,2 0 0 0 0,20 10-125 0 0,14 24 455 0 0,-23-14 415 0 0,0-1 0 0 0,-2 1 1 0 0,0 1-1 0 0,14 39 0 0 0,19 35-634 0 0,-39-85-655 0 0,1-1 0 0 0,1 0 0 0 0,-1 0-1 0 0,1 0 1 0 0,1-1 0 0 0,0 0 0 0 0,9 8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8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1 192 920 0 0,'2'-8'321'0'0,"1"0"0"0"0,1 0-1 0 0,0 0 1 0 0,0 1 0 0 0,0-1 0 0 0,1 1-1 0 0,0 0 1 0 0,1 0 0 0 0,-1 1 0 0 0,1 0-1 0 0,12-10 1 0 0,7-3 1996 0 0,48-30-1 0 0,-67 45-1844 0 0,1 0-1 0 0,-1 0 1 0 0,1 1-1 0 0,0 0 1 0 0,0 1 0 0 0,0-1-1 0 0,12-1 1 0 0,-17 4-373 0 0,1-1 1 0 0,-1 1 0 0 0,0 0-1 0 0,0 0 1 0 0,0 1 0 0 0,1-1-1 0 0,-1 0 1 0 0,0 1-1 0 0,0-1 1 0 0,0 1 0 0 0,0-1-1 0 0,0 1 1 0 0,0 0 0 0 0,0 0-1 0 0,0 0 1 0 0,0 0-1 0 0,0 1 1 0 0,0-1 0 0 0,0 0-1 0 0,-1 1 1 0 0,1-1-1 0 0,-1 1 1 0 0,1 0 0 0 0,-1-1-1 0 0,1 1 1 0 0,-1 0 0 0 0,0 0-1 0 0,0 0 1 0 0,1 3-1 0 0,1 3-46 0 0,0 0-1 0 0,0 0 0 0 0,-1 0 0 0 0,0 0 1 0 0,0 1-1 0 0,-1-1 0 0 0,0 1 0 0 0,-1 10 0 0 0,-1 8 408 0 0,-6 35-1 0 0,-2 24 170 0 0,9-85-565 0 0,0-1 1 0 0,0 1-1 0 0,0-1 0 0 0,0 1 0 0 0,0 0 1 0 0,0-1-1 0 0,0 1 0 0 0,0 0 0 0 0,0-1 1 0 0,0 1-1 0 0,0-1 0 0 0,0 1 0 0 0,1 0 1 0 0,-1-1-1 0 0,0 1 0 0 0,0-1 0 0 0,1 1 1 0 0,-1-1-1 0 0,0 1 0 0 0,1 0 0 0 0,-1-1 1 0 0,1 0-1 0 0,-1 1 0 0 0,1-1 0 0 0,-1 1 1 0 0,1-1-1 0 0,-1 1 0 0 0,1-1 0 0 0,-1 0 1 0 0,1 0-1 0 0,0 1 0 0 0,1-1 15 0 0,-1 0-1 0 0,1 0 0 0 0,-1 0 1 0 0,1 0-1 0 0,-1-1 1 0 0,0 1-1 0 0,1 0 1 0 0,-1-1-1 0 0,1 1 0 0 0,-1-1 1 0 0,0 1-1 0 0,1-1 1 0 0,0-1-1 0 0,43-32 588 0 0,-41 31-606 0 0,39-37 131 0 0,0 1-1718 0 0,-13 15-4667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19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48 134 5985 0 0,'-3'1'324'0'0,"0"0"-1"0"0,0-1 0 0 0,-1 0 1 0 0,1 0-1 0 0,0 0 0 0 0,0 0 1 0 0,-1-1-1 0 0,1 1 1 0 0,0-1-1 0 0,-6-2 0 0 0,9 3-200 0 0,-1 0-1 0 0,1 0 1 0 0,-1-1-1 0 0,1 1 0 0 0,0 0 1 0 0,-1 0-1 0 0,1-1 1 0 0,0 1-1 0 0,-1 0 1 0 0,1-1-1 0 0,0 1 0 0 0,-1-1 1 0 0,1 1-1 0 0,0 0 1 0 0,0-1-1 0 0,0 1 0 0 0,-1-1 1 0 0,1 1-1 0 0,0-1 1 0 0,0 1-1 0 0,0 0 1 0 0,0-1-1 0 0,0 1 0 0 0,0-1 1 0 0,0 1-1 0 0,0-1 1 0 0,0 0-1 0 0,0-1-10 0 0,1 0 0 0 0,0 1 0 0 0,-1-1 0 0 0,1 1 0 0 0,0-1 0 0 0,0 1 0 0 0,0-1 0 0 0,0 1 0 0 0,0-1 0 0 0,0 1 0 0 0,3-2 0 0 0,-3 1-47 0 0,1 0-1 0 0,0 0 1 0 0,-1 0 0 0 0,1 0 0 0 0,0 1-1 0 0,0-1 1 0 0,0 1 0 0 0,0-1 0 0 0,0 1 0 0 0,0 0-1 0 0,1 0 1 0 0,-1 0 0 0 0,0 0 0 0 0,1 0-1 0 0,-1 0 1 0 0,0 1 0 0 0,1-1 0 0 0,-1 1 0 0 0,1 0-1 0 0,-1 0 1 0 0,1 0 0 0 0,-1 0 0 0 0,1 0-1 0 0,-1 0 1 0 0,1 1 0 0 0,-1-1 0 0 0,0 1 0 0 0,1-1-1 0 0,-1 1 1 0 0,0 0 0 0 0,1 0 0 0 0,-1 0 0 0 0,0 0-1 0 0,0 1 1 0 0,0-1 0 0 0,0 1 0 0 0,0-1-1 0 0,0 1 1 0 0,2 2 0 0 0,3 4-19 0 0,1 1 0 0 0,-1 1 0 0 0,-1-1 0 0 0,0 1 0 0 0,0 1 1 0 0,8 20-1 0 0,-12-25-87 0 0,1 1 64 0 0,0 1 1 0 0,1 0 0 0 0,0-1-1 0 0,0 0 1 0 0,9 12-1 0 0,-12-18 52 0 0,0 0-1 0 0,0 0 0 0 0,0 0 1 0 0,0-1-1 0 0,0 1 0 0 0,0 0 1 0 0,0 0-1 0 0,1 0 0 0 0,-1-1 1 0 0,0 1-1 0 0,0-1 0 0 0,1 1 0 0 0,-1-1 1 0 0,1 1-1 0 0,-1-1 0 0 0,0 0 1 0 0,1 0-1 0 0,-1 0 0 0 0,1 0 1 0 0,-1 0-1 0 0,0 0 0 0 0,1 0 1 0 0,-1 0-1 0 0,1 0 0 0 0,-1-1 0 0 0,0 1 1 0 0,1-1-1 0 0,-1 1 0 0 0,0-1 1 0 0,1 1-1 0 0,-1-1 0 0 0,0 0 1 0 0,0 1-1 0 0,0-1 0 0 0,1 0 0 0 0,-1 0 1 0 0,0 0-1 0 0,0 0 0 0 0,0 0 1 0 0,1-2-1 0 0,82-88 1611 0 0,-63 66-2191 0 0,0 1 0 0 0,2 1 1 0 0,0 0-1 0 0,30-20 0 0 0,-32 31-477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0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6913 0 0,'0'-1'279'0'0,"0"-1"-1"0"0,0 1 0 0 0,0-1 1 0 0,0 1-1 0 0,0-1 0 0 0,0 1 1 0 0,0-1-1 0 0,1 1 0 0 0,-1-1 1 0 0,1 1-1 0 0,-1-1 0 0 0,1 1 1 0 0,0 0-1 0 0,-1-1 0 0 0,1 1 1 0 0,0 0-1 0 0,0 0 0 0 0,0-1 1 0 0,0 1-1 0 0,0 0 0 0 0,0 0 1 0 0,2-1-1 0 0,-2 1-71 0 0,1 0-1 0 0,0 1 0 0 0,0-1 1 0 0,0 1-1 0 0,0-1 1 0 0,0 1-1 0 0,0-1 0 0 0,0 1 1 0 0,-1 0-1 0 0,1 0 1 0 0,0 0-1 0 0,0 0 0 0 0,0 1 1 0 0,4 0-1 0 0,3 1 112 0 0,-1 1 0 0 0,1 0-1 0 0,-1 1 1 0 0,0 0-1 0 0,0 0 1 0 0,9 7 0 0 0,-3 0 34 0 0,1 1 0 0 0,-2 0 0 0 0,0 1 1 0 0,0 1-1 0 0,17 23 0 0 0,46 84 479 0 0,-7-10-589 0 0,-54-91-760 0 0,29 46 1580 0 0,-29-31-3092 0 0,-14-31 1091 0 0,0 0 0 0 0,0 0 0 0 0,-1 0 0 0 0,1 0 0 0 0,-1 0 0 0 0,0 8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0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8 277 1376 0 0,'-1'-4'196'0'0,"-1"0"0"0"0,1 0 0 0 0,0 0 0 0 0,0 0-1 0 0,1 0 1 0 0,-1 0 0 0 0,1 0 0 0 0,0 0 0 0 0,0 0-1 0 0,0 0 1 0 0,0 0 0 0 0,1 0 0 0 0,0 0 0 0 0,2-7-1 0 0,2-1 968 0 0,0 1 0 0 0,1-1 0 0 0,9-14 0 0 0,-8 15-1189 0 0,5-9 1282 0 0,1 1 0 0 0,22-26-1 0 0,-31 40-978 0 0,1 0 0 0 0,0 0 0 0 0,0 1 0 0 0,0-1 0 0 0,0 1-1 0 0,1 0 1 0 0,-1 1 0 0 0,1-1 0 0 0,0 1 0 0 0,0 0 0 0 0,1 1-1 0 0,-1-1 1 0 0,9-1 0 0 0,-13 4-246 0 0,1 0 1 0 0,-1 0-1 0 0,0 0 0 0 0,1 1 1 0 0,-1-1-1 0 0,1 1 0 0 0,-1-1 0 0 0,0 1 1 0 0,0 0-1 0 0,1 0 0 0 0,-1 0 1 0 0,0 0-1 0 0,0 0 0 0 0,0 0 0 0 0,0 1 1 0 0,0-1-1 0 0,0 1 0 0 0,-1 0 0 0 0,1-1 1 0 0,0 1-1 0 0,-1 0 0 0 0,1 0 1 0 0,-1 0-1 0 0,0 0 0 0 0,1 0 0 0 0,-1 0 1 0 0,0 0-1 0 0,0 0 0 0 0,-1 1 1 0 0,2 2-1 0 0,2 7-48 0 0,-1-1 0 0 0,0 1 0 0 0,0 0 1 0 0,1 20-1 0 0,-4 3 147 0 0,-1 0 0 0 0,-1 0 1 0 0,-2 0-1 0 0,-12 47 1 0 0,3-10 2317 0 0,13-72-2395 0 0,-1 1-1 0 0,1-1 0 0 0,0 1 1 0 0,0 0-1 0 0,0-1 0 0 0,0 1 0 0 0,-1 0 1 0 0,1-1-1 0 0,0 1 0 0 0,0-1 1 0 0,1 1-1 0 0,-1 0 0 0 0,0-1 1 0 0,0 1-1 0 0,0 0 0 0 0,0-1 0 0 0,0 1 1 0 0,1-1-1 0 0,-1 1 0 0 0,0 0 1 0 0,0-1-1 0 0,1 1 0 0 0,-1-1 1 0 0,1 1-1 0 0,-1-1 0 0 0,0 1 0 0 0,2 0 1 0 0,-2-1-22 0 0,1 0 0 0 0,0 0 0 0 0,0 0 0 0 0,0 0 1 0 0,0 0-1 0 0,0 0 0 0 0,0 0 0 0 0,0 0 0 0 0,0 0 0 0 0,-1 0 1 0 0,1-1-1 0 0,0 1 0 0 0,0 0 0 0 0,0-1 0 0 0,0 1 1 0 0,1-1-1 0 0,34-26 82 0 0,-34 25-56 0 0,36-31-44 0 0,-20 15-323 0 0,1 1 0 0 0,0 1 0 0 0,2 1 0 0 0,0 1 0 0 0,0 1 0 0 0,32-15 0 0 0,-39 23-1246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1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84 2304 0 0,'10'-84'7707'0'0,"-20"115"-2168"0"0,0-7-4457 0 0,3 2-302 0 0,-12 44 496 0 0,18-63-1196 0 0,0-1 1 0 0,0 0-1 0 0,0 1 1 0 0,1 0-1 0 0,0-1 1 0 0,1 1-1 0 0,-1-1 1 0 0,3 9-1 0 0,-3-13-82 0 0,1-1-1 0 0,0 1 1 0 0,0-1 0 0 0,0 1-1 0 0,0-1 1 0 0,0 1 0 0 0,0-1-1 0 0,0 0 1 0 0,0 1-1 0 0,0-1 1 0 0,1 0 0 0 0,-1 0-1 0 0,1 0 1 0 0,-1 0-1 0 0,1 0 1 0 0,-1 0 0 0 0,1 0-1 0 0,-1 0 1 0 0,1-1 0 0 0,0 1-1 0 0,-1-1 1 0 0,1 1-1 0 0,0-1 1 0 0,0 0 0 0 0,-1 1-1 0 0,1-1 1 0 0,3 0 0 0 0,7 0-134 0 0,1-1 1 0 0,-1 0-1 0 0,14-3 1 0 0,4 0-17 0 0,-25 3 133 0 0,-1 1-1 0 0,0 1 1 0 0,1-1-1 0 0,-1 1 1 0 0,1-1-1 0 0,-1 1 1 0 0,0 1-1 0 0,0-1 1 0 0,0 0-1 0 0,1 1 1 0 0,-1 0-1 0 0,-1 0 1 0 0,1 0-1 0 0,4 4 1 0 0,-6-5 41 0 0,-1 0 0 0 0,0 0 0 0 0,0 1 0 0 0,0-1 0 0 0,0 1 1 0 0,0-1-1 0 0,0 1 0 0 0,0-1 0 0 0,0 1 0 0 0,0 0 0 0 0,-1-1 0 0 0,1 1 1 0 0,-1 0-1 0 0,1-1 0 0 0,-1 1 0 0 0,0 0 0 0 0,1 0 0 0 0,-1-1 0 0 0,0 1 0 0 0,0 0 1 0 0,0 0-1 0 0,-1 0 0 0 0,1-1 0 0 0,0 1 0 0 0,-1 0 0 0 0,1 0 0 0 0,-1-1 1 0 0,0 1-1 0 0,1 0 0 0 0,-1-1 0 0 0,0 1 0 0 0,0-1 0 0 0,0 1 0 0 0,0-1 0 0 0,0 1 1 0 0,-3 1-1 0 0,-4 7 96 0 0,-1-1-1 0 0,0 0 1 0 0,0 0 0 0 0,-1-1-1 0 0,-1 0 1 0 0,1-1 0 0 0,-18 9 0 0 0,-44 18-3731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13 375 6913 0 0,'0'0'623'0'0,"19"-28"1883"0"0,17-46 3654 0 0,-28 55-5310 0 0,-1 0-1 0 0,5-24 1 0 0,-10 32-830 0 0,0 1 1 0 0,0-1-1 0 0,-1 1 0 0 0,0-1 0 0 0,-1 0 0 0 0,0 0 0 0 0,-1 1 0 0 0,0-1 1 0 0,-1 1-1 0 0,0-1 0 0 0,-1 1 0 0 0,0-1 0 0 0,-7-15 0 0 0,9 24-52 0 0,1 0 0 0 0,-1 0 0 0 0,0 1-1 0 0,0-1 1 0 0,0 1 0 0 0,0-1-1 0 0,0 0 1 0 0,0 1 0 0 0,-1 0 0 0 0,1-1-1 0 0,0 1 1 0 0,-1 0 0 0 0,1 0 0 0 0,-1-1-1 0 0,0 1 1 0 0,1 0 0 0 0,-1 1-1 0 0,0-1 1 0 0,-2-1 0 0 0,3 2-9 0 0,0 0 0 0 0,-1 0 1 0 0,1 0-1 0 0,0 0 0 0 0,0 1 1 0 0,-1-1-1 0 0,1 0 0 0 0,0 1 0 0 0,0-1 1 0 0,0 1-1 0 0,-1-1 0 0 0,1 1 1 0 0,0-1-1 0 0,0 1 0 0 0,0 0 1 0 0,0 0-1 0 0,0-1 0 0 0,0 1 0 0 0,0 0 1 0 0,0 0-1 0 0,0 2 0 0 0,-3 1 21 0 0,1 0 0 0 0,0 1-1 0 0,1 0 1 0 0,-1-1-1 0 0,1 1 1 0 0,0 0 0 0 0,0 0-1 0 0,1 0 1 0 0,-1 1 0 0 0,1-1-1 0 0,0 0 1 0 0,0 8 0 0 0,1-8 84 0 0,0 1-1 0 0,1-1 1 0 0,-1 1 0 0 0,1-1 0 0 0,0 1 0 0 0,1-1 0 0 0,-1 1 0 0 0,1-1-1 0 0,0 0 1 0 0,1 0 0 0 0,-1 0 0 0 0,1 0 0 0 0,0-1 0 0 0,0 1 0 0 0,1 0-1 0 0,-1-1 1 0 0,1 0 0 0 0,0 0 0 0 0,0 0 0 0 0,0-1 0 0 0,0 1 0 0 0,1-1-1 0 0,0 0 1 0 0,-1 0 0 0 0,1-1 0 0 0,0 1 0 0 0,1-1 0 0 0,-1 0 0 0 0,8 1-1 0 0,-3 0-127 0 0,1 0 0 0 0,0-1 0 0 0,0-1 0 0 0,0 0 0 0 0,0-1 0 0 0,0 0 0 0 0,20-2 0 0 0,-21 0-987 0 0,1 0 1 0 0,0-1-1 0 0,-1 0 0 0 0,15-6 1 0 0,-7 0-4710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0 146 2304 0 0,'3'-3'616'0'0,"0"0"-1"0"0,0 0 1 0 0,0 0-1 0 0,1 0 1 0 0,-1 1-1 0 0,1-1 1 0 0,-1 1-1 0 0,1 0 1 0 0,0 0-1 0 0,0 0 1 0 0,7-2-1 0 0,-8 4-155 0 0,1 0-1 0 0,-1 0 1 0 0,1 0-1 0 0,-1 0 0 0 0,1 1 1 0 0,-1 0-1 0 0,0 0 1 0 0,1 0-1 0 0,-1 0 1 0 0,0 0-1 0 0,0 0 0 0 0,1 1 1 0 0,-1 0-1 0 0,0-1 1 0 0,3 3-1 0 0,6 4 398 0 0,53 35 1795 0 0,-60-40-2550 0 0,0 1 0 0 0,-1 0 1 0 0,1 0-1 0 0,-1 1 0 0 0,0-1 0 0 0,0 1 1 0 0,0 0-1 0 0,-1 0 0 0 0,6 11 1 0 0,-9-16-110 0 0,1 1 1 0 0,-1-1-1 0 0,0 0 0 0 0,0 1 1 0 0,1-1-1 0 0,-1 1 1 0 0,0-1-1 0 0,0 1 1 0 0,0 0-1 0 0,1-1 1 0 0,-1 1-1 0 0,0-1 1 0 0,0 1-1 0 0,0-1 1 0 0,0 1-1 0 0,0-1 1 0 0,0 1-1 0 0,0 0 0 0 0,0-1 1 0 0,0 1-1 0 0,-1-1 1 0 0,1 1-1 0 0,0-1 1 0 0,0 1-1 0 0,0-1 1 0 0,-1 1-1 0 0,1-1 1 0 0,0 1-1 0 0,0-1 1 0 0,-1 1-1 0 0,1-1 1 0 0,-1 0-1 0 0,1 1 0 0 0,0-1 1 0 0,-1 1-1 0 0,1-1 1 0 0,-1 0-1 0 0,1 1 1 0 0,-1-1-1 0 0,1 0 1 0 0,-1 0-1 0 0,1 1 1 0 0,-1-1-1 0 0,1 0 1 0 0,-1 0-1 0 0,1 0 1 0 0,-1 0-1 0 0,1 1 0 0 0,-1-1 1 0 0,1 0-1 0 0,-1 0 1 0 0,0 0-1 0 0,1 0 1 0 0,-1 0-1 0 0,1-1 1 0 0,-1 1-1 0 0,1 0 1 0 0,-1 0-1 0 0,-3-1 1 0 0,1 1 1 0 0,0-1-1 0 0,0 0 0 0 0,0 0 1 0 0,0 0-1 0 0,0 0 0 0 0,0 0 0 0 0,0-1 1 0 0,-2-1-1 0 0,-4-5 56 0 0,1 0 1 0 0,1 0 0 0 0,-1-1-1 0 0,1 0 1 0 0,0 0-1 0 0,1 0 1 0 0,0-1 0 0 0,1 0-1 0 0,0-1 1 0 0,-7-19 0 0 0,8 16-840 0 0,0 0 0 0 0,1 0 0 0 0,1 0 0 0 0,-2-26 0 0 0,5 13-5759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10594 0 0,'37'108'5338'0'0,"-28"-75"-4904"0"0,2-1 0 0 0,1 0 0 0 0,31 58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39 10594 0 0,'-37'-38'5599'0'0,"58"67"-9985"0"0,-11-15 3853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2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15 331 6913 0 0,'11'-14'824'0'0,"0"-1"-1"0"0,-1 0 0 0 0,0-1 0 0 0,-1 0 1 0 0,-1 0-1 0 0,8-22 0 0 0,-12 28-470 0 0,-1 1-1 0 0,0-1 1 0 0,-1 1-1 0 0,0-1 1 0 0,-1 0-1 0 0,0 0 1 0 0,0 0-1 0 0,-2-12 1 0 0,1 16-209 0 0,0 0 1 0 0,-1 1 0 0 0,0-1-1 0 0,0 1 1 0 0,-1 0 0 0 0,1-1-1 0 0,-1 1 1 0 0,0 0 0 0 0,-1 0-1 0 0,1 0 1 0 0,-1 0 0 0 0,0 1-1 0 0,0-1 1 0 0,-1 1 0 0 0,1-1-1 0 0,-7-4 1 0 0,10 8-127 0 0,-1 0-1 0 0,0 0 1 0 0,0 1 0 0 0,0-1-1 0 0,0 0 1 0 0,0 0 0 0 0,0 1-1 0 0,0-1 1 0 0,0 1 0 0 0,-1-1-1 0 0,1 1 1 0 0,0-1-1 0 0,0 1 1 0 0,0 0 0 0 0,0 0-1 0 0,-1-1 1 0 0,1 1 0 0 0,0 0-1 0 0,0 0 1 0 0,-1 0 0 0 0,1 0-1 0 0,0 1 1 0 0,0-1 0 0 0,0 0-1 0 0,-1 0 1 0 0,0 1 0 0 0,0 1-2 0 0,0-1 0 0 0,1 0 0 0 0,-1 1 0 0 0,0-1 0 0 0,1 1 0 0 0,-1-1 0 0 0,1 1 0 0 0,0 0 0 0 0,0 0 0 0 0,0-1 0 0 0,-1 1 0 0 0,2 0 0 0 0,-3 4 0 0 0,0 2 4 0 0,1 0 0 0 0,0 0 0 0 0,0 1 0 0 0,0-1-1 0 0,1 1 1 0 0,0 11 0 0 0,1-15-6 0 0,0 0 1 0 0,1 0-1 0 0,0 0 1 0 0,0 0-1 0 0,0-1 0 0 0,0 1 1 0 0,1 0-1 0 0,-1-1 0 0 0,1 1 1 0 0,0-1-1 0 0,1 1 1 0 0,-1-1-1 0 0,1 0 0 0 0,0 0 1 0 0,0 0-1 0 0,0-1 0 0 0,0 1 1 0 0,1-1-1 0 0,-1 1 1 0 0,1-1-1 0 0,0 0 0 0 0,6 3 1 0 0,-3-3-113 0 0,0 0 1 0 0,1 0-1 0 0,-1-1 1 0 0,0 1 0 0 0,1-2-1 0 0,-1 1 1 0 0,1-1-1 0 0,-1-1 1 0 0,1 1-1 0 0,0-1 1 0 0,-1 0-1 0 0,1-1 1 0 0,13-2 0 0 0,-1-2-4330 0 0,0 1-1459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3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0 3681 0 0,'-2'1'597'0'0,"1"0"-1"0"0,-1 0 1 0 0,0 0 0 0 0,1 0 0 0 0,-1 0 0 0 0,1 1 0 0 0,-1-1 0 0 0,1 0-1 0 0,-1 1 1 0 0,-1 1 0 0 0,0 3-78 0 0,-1 0 0 0 0,1-1 0 0 0,-1 1 0 0 0,2 1 0 0 0,-1-1 0 0 0,1 0 0 0 0,0 0 0 0 0,0 1 0 0 0,1 0-1 0 0,-1-1 1 0 0,1 9 0 0 0,1-13-476 0 0,0 1 0 0 0,1 0 1 0 0,-1 0-1 0 0,1-1 0 0 0,-1 1 0 0 0,1 0 0 0 0,0-1 0 0 0,0 1 0 0 0,0-1 0 0 0,1 1 0 0 0,-1-1 0 0 0,0 1 0 0 0,1-1 0 0 0,0 0 0 0 0,-1 0 0 0 0,1 0 0 0 0,0 0 0 0 0,0 0 0 0 0,0 0 1 0 0,1 0-1 0 0,-1-1 0 0 0,0 1 0 0 0,0-1 0 0 0,1 1 0 0 0,-1-1 0 0 0,1 0 0 0 0,0 0 0 0 0,-1 0 0 0 0,5 0 0 0 0,2 1-40 0 0,0 0 1 0 0,-1-1-1 0 0,1 0 0 0 0,16-1 0 0 0,-18-1-61 0 0,0 1 0 0 0,1 0 0 0 0,-1 1 1 0 0,0 0-1 0 0,1 0 0 0 0,11 4 0 0 0,-17-5 8 0 0,-1 1-1 0 0,0-1 1 0 0,0 1 0 0 0,1 0 0 0 0,-1-1 0 0 0,0 1 0 0 0,0 0 0 0 0,0 0-1 0 0,0 0 1 0 0,0 0 0 0 0,0 0 0 0 0,0 0 0 0 0,0 0 0 0 0,0 0-1 0 0,0 0 1 0 0,-1 0 0 0 0,1 0 0 0 0,0 1 0 0 0,-1-1 0 0 0,1 0 0 0 0,-1 0-1 0 0,1 1 1 0 0,-1-1 0 0 0,0 0 0 0 0,1 3 0 0 0,-1-1-28 0 0,0 1 1 0 0,-1-1-1 0 0,1 0 1 0 0,-1 0-1 0 0,0 1 1 0 0,0-1 0 0 0,0 0-1 0 0,0 0 1 0 0,0 0-1 0 0,-3 4 1 0 0,-3 5 55 0 0,-1-1 1 0 0,0-1-1 0 0,0 1 1 0 0,-14 12 0 0 0,16-18-146 0 0,-1 1 0 0 0,1-1 0 0 0,-1-1 0 0 0,-10 6 0 0 0,4-3-4917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3.6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11979 0 0,'0'-5'758'0'0,"1"0"0"0"0,0 1 0 0 0,0-1 1 0 0,1 0-1 0 0,-1 1 0 0 0,1-1 0 0 0,5-8 1 0 0,20-27-4092 0 0,-27 39 3257 0 0,1 0 0 0 0,0 0 0 0 0,0 0 0 0 0,0 1-1 0 0,0-1 1 0 0,0 0 0 0 0,0 1 0 0 0,0-1-1 0 0,0 1 1 0 0,0-1 0 0 0,0 1 0 0 0,0 0-1 0 0,1-1 1 0 0,-1 1 0 0 0,0 0 0 0 0,0 0-1 0 0,0 0 1 0 0,0 0 0 0 0,1 0 0 0 0,-1 0-1 0 0,0 0 1 0 0,0 0 0 0 0,2 1 0 0 0,0 2 76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3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0 133 9674 0 0,'3'0'263'0'0,"-1"0"0"0"0,0 0 0 0 0,0 0 0 0 0,0-1 0 0 0,0 1 0 0 0,0-1 0 0 0,0 1 0 0 0,0-1 0 0 0,0 0 0 0 0,0 0 0 0 0,0 0 0 0 0,0 0 0 0 0,0 0-1 0 0,0 0 1 0 0,2-2 0 0 0,27-21 2556 0 0,-19 13-2594 0 0,0 0 0 0 0,-1-1 1 0 0,0 0-1 0 0,-1-1 0 0 0,11-16 1 0 0,-18 20-226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4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8754 0 0,'2'4'4482'0'0,"12"15"-1921"0"0,57 48 2310 0 0,-46-46-3995 0 0,40 45 1 0 0,-43-38-598 0 0,38 59 0 0 0,-53-73-752 0 0,0 0 0 0 0,8 23-1 0 0,-12-28-547 0 0,-1 1 0 0 0,0-1 1 0 0,0 1-1 0 0,-1 0 0 0 0,0 10 0 0 0,-1-18 483 0 0,0 0 0 0 0,0 0 0 0 0,0 0 0 0 0,0 0-1 0 0,-1 0 1 0 0,1 0 0 0 0,-1 0 0 0 0,1 0 0 0 0,-1 0 0 0 0,0 0 0 0 0,-1 2 0 0 0,-2 2-1678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4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0 171 5985 0 0,'2'-11'349'0'0,"0"0"0"0"0,1 1-1 0 0,0-1 1 0 0,0 1 0 0 0,1 0-1 0 0,1 0 1 0 0,5-11-1 0 0,-6 14 236 0 0,0 1 0 0 0,0-1 0 0 0,1 1 0 0 0,0 0 0 0 0,0 0-1 0 0,0 0 1 0 0,1 1 0 0 0,0 0 0 0 0,0 0 0 0 0,13-8 0 0 0,-18 13-452 0 0,0-1 1 0 0,0 0-1 0 0,0 1 1 0 0,0-1 0 0 0,1 1-1 0 0,-1 0 1 0 0,0-1-1 0 0,1 1 1 0 0,-1 0-1 0 0,0 0 1 0 0,0-1 0 0 0,1 1-1 0 0,-1 0 1 0 0,0 1-1 0 0,1-1 1 0 0,-1 0 0 0 0,0 0-1 0 0,1 0 1 0 0,-1 1-1 0 0,0-1 1 0 0,0 1-1 0 0,1-1 1 0 0,1 2 0 0 0,-2-1-53 0 0,1 1 1 0 0,0 0-1 0 0,0-1 1 0 0,-1 1 0 0 0,0 0-1 0 0,1 0 1 0 0,-1 0 0 0 0,0 0-1 0 0,0 0 1 0 0,0 0-1 0 0,0 1 1 0 0,1 2 0 0 0,1 7-43 0 0,0 1 1 0 0,0-1 0 0 0,0 24 0 0 0,-3-33 47 0 0,1 26 43 0 0,-1 0-1 0 0,-1 0 0 0 0,-2-1 1 0 0,-1 1-1 0 0,-1-1 1 0 0,-17 52-1 0 0,21-79-103 0 0,1 0 0 0 0,-1 0 1 0 0,1 0-1 0 0,0 1 0 0 0,-1-1 0 0 0,1 0 0 0 0,0 0 0 0 0,0 1 0 0 0,0-1 1 0 0,0 0-1 0 0,0 1 0 0 0,0-1 0 0 0,0 0 0 0 0,0 0 0 0 0,1 1 1 0 0,0 1-1 0 0,-1-3 1 0 0,0 0 0 0 0,1 1 1 0 0,-1-1-1 0 0,0 0 0 0 0,1 0 1 0 0,-1 1-1 0 0,1-1 0 0 0,-1 0 0 0 0,1 0 1 0 0,-1 1-1 0 0,1-1 0 0 0,-1 0 1 0 0,1 0-1 0 0,-1 0 0 0 0,1 0 1 0 0,-1 0-1 0 0,1 0 0 0 0,-1 0 1 0 0,1 0-1 0 0,-1 0 0 0 0,1 0 0 0 0,-1 0 1 0 0,1 0-1 0 0,-1 0 0 0 0,1-1 1 0 0,-1 1-1 0 0,1 0 0 0 0,7-4 307 0 0,0 0-1 0 0,0 0 1 0 0,12-9-1 0 0,-10 6-220 0 0,11-6-1111 0 0,1 0 1 0 0,0 2-1 0 0,0 0 1 0 0,2 2-1 0 0,-1 1 1 0 0,1 0-1 0 0,43-7 1 0 0,-45 12-4761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4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10594 0 0,'-4'7'6276'0'0,"4"-6"-6074"0"0,7 11 2617 0 0,22 14-2197 0 0,-14-13 659 0 0,0 3-731 0 0,20 30 1 0 0,-29-36-835 0 0,1-1 1 0 0,0 1 0 0 0,0-2 0 0 0,1 1-1 0 0,0-1 1 0 0,0 0 0 0 0,1 0 0 0 0,0-1-1 0 0,1 0 1 0 0,11 6 0 0 0,23 6-964 0 0,-33-15 1247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5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13619 0 0,'0'0'1366'0'0,"15"-19"-346"0"0,81-84 4121 0 0,-39 44-5019 0 0,-2-2-3853 0 0,-48 53 2149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5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0,'23'26'16551'0'0,"1"4"-12863"0"0,28 30-3822 0 0,-2-3 302 0 0,18 19-2816 0 0,-43-54-4895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5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0,'4'0'823'0'0,"-1"1"0"0"0,0 0 0 0 0,1 0 0 0 0,-1 0 0 0 0,0 0 0 0 0,0 0 0 0 0,0 1 0 0 0,0-1 0 0 0,5 3 0 0 0,36 29 2194 0 0,-21-12-2559 0 0,31 35 0 0 0,3 8-281 0 0,31 37-4060 0 0,-76-84-3101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6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0 143 6913 0 0,'1'-3'48'0'0,"0"0"-1"0"0,-1 0 0 0 0,1 0 0 0 0,0 0 1 0 0,1 0-1 0 0,-1 1 0 0 0,0-1 0 0 0,1 0 1 0 0,0 1-1 0 0,-1-1 0 0 0,4-2 0 0 0,26-29 943 0 0,-27 29-509 0 0,8-7 654 0 0,0 0 1 0 0,18-12-1 0 0,-28 22-929 0 0,0 0 1 0 0,1 0 0 0 0,-1 0 0 0 0,1 1 0 0 0,-1-1 0 0 0,1 1 0 0 0,0-1 0 0 0,-1 1-1 0 0,1 0 1 0 0,0 0 0 0 0,0 0 0 0 0,0 1 0 0 0,0-1 0 0 0,0 1 0 0 0,0 0-1 0 0,0 0 1 0 0,0 0 0 0 0,0 0 0 0 0,0 0 0 0 0,0 0 0 0 0,3 2 0 0 0,-3-1-172 0 0,-1 1 0 0 0,0 0 1 0 0,0 0-1 0 0,0 0 0 0 0,0 0 1 0 0,0 0-1 0 0,0 0 1 0 0,0 1-1 0 0,-1-1 0 0 0,1 0 1 0 0,-1 1-1 0 0,0-1 0 0 0,0 1 1 0 0,0 0-1 0 0,0-1 1 0 0,0 1-1 0 0,0 0 0 0 0,0 5 1 0 0,4 55-331 0 0,-5-57 310 0 0,-4 86-145 0 0,2-64 1077 0 0,0 0 0 0 0,4 39 0 0 0,-2-65-841 0 0,0 0 0 0 0,0-1-1 0 0,1 1 1 0 0,-1 0 0 0 0,0 0 0 0 0,1 0 0 0 0,-1 0-1 0 0,1 0 1 0 0,0 0 0 0 0,0-1 0 0 0,-1 1 0 0 0,1 0 0 0 0,0 0-1 0 0,0-1 1 0 0,1 1 0 0 0,-1-1 0 0 0,0 1 0 0 0,0-1-1 0 0,1 0 1 0 0,-1 1 0 0 0,1-1 0 0 0,-1 0 0 0 0,4 2 0 0 0,-2-2-58 0 0,0-1 0 0 0,-1 1 0 0 0,1-1 0 0 0,0 0 0 0 0,0 0 0 0 0,0 0 0 0 0,-1 0 0 0 0,1 0 0 0 0,0-1 0 0 0,0 1 0 0 0,-1-1 0 0 0,1 1 0 0 0,0-1 0 0 0,3-2 0 0 0,9-4-111 0 0,-1-1 0 0 0,0 0 0 0 0,0-1 1 0 0,17-14-1 0 0,-8 3-431 0 0,6-4-5835 0 0,-11 11-611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26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88 920 0 0,'9'2'10751'0'0,"17"-11"-8001"0"0,-6 1-924 0 0,-14 7-1510 0 0,0-1 0 0 0,0 1-1 0 0,-1 0 1 0 0,1 0 0 0 0,0 1-1 0 0,0-1 1 0 0,0 1 0 0 0,0 1-1 0 0,0-1 1 0 0,0 1 0 0 0,0 0-1 0 0,8 2 1 0 0,-11-1-270 0 0,1 0 0 0 0,-1 0 0 0 0,0 0 0 0 0,0 0-1 0 0,0 1 1 0 0,0-1 0 0 0,0 1 0 0 0,0-1 0 0 0,-1 1 0 0 0,1 0 0 0 0,-1 0 0 0 0,0 0 0 0 0,0 1 0 0 0,0-1 0 0 0,0 0 0 0 0,0 1 0 0 0,-1 0-1 0 0,0-1 1 0 0,1 1 0 0 0,-1 4 0 0 0,3 9-46 0 0,-1 0 1 0 0,-1 0-1 0 0,0 29 0 0 0,2 19-95 0 0,-4-65 110 0 0,0 1 0 0 0,0-1 0 0 0,0 1 0 0 0,0-1 0 0 0,0 1 0 0 0,0-1 0 0 0,0 1 0 0 0,1-1 0 0 0,-1 1 0 0 0,0-1 0 0 0,0 0 0 0 0,0 1 0 0 0,0-1 0 0 0,1 1 0 0 0,-1-1 0 0 0,0 1 0 0 0,0-1 0 0 0,1 0 0 0 0,-1 1 0 0 0,0-1 0 0 0,1 1 0 0 0,-1-1 0 0 0,0 0 0 0 0,1 0 0 0 0,-1 1 0 0 0,1-1 0 0 0,-1 0 0 0 0,1 1 0 0 0,10-9 380 0 0,11-27 140 0 0,-18 29-474 0 0,37-64 288 0 0,58-90-1944 0 0,-75 129-6075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0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74 474 3225 0 0,'-16'23'1377'0'0,"10"-14"-551"0"0,0 0 1 0 0,-1 0-1 0 0,0-1 0 0 0,0 0 1 0 0,-1 0-1 0 0,-9 7 0 0 0,35-33 4416 0 0,8-20-2895 0 0,3-3-1303 0 0,4 5-833 0 0,1 2-1 0 0,2 2 1 0 0,2 1 0 0 0,1 1 0 0 0,0 3 0 0 0,3 1 0 0 0,54-25 0 0 0,-68 36-746 0 0,0-2 0 0 0,-1 0 0 0 0,38-33 0 0 0,-38 26-2355 0 0,31-37 1 0 0,-45 46-1944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0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 1840 0 0,'21'-22'11704'0'0,"-18"21"-11427"0"0,0 1 1 0 0,1 0-1 0 0,-1 0 0 0 0,0 1 0 0 0,0-1 0 0 0,1 1 0 0 0,-1-1 1 0 0,0 1-1 0 0,0 0 0 0 0,0 0 0 0 0,4 2 0 0 0,-5-2-314 0 0,-1 0 1 0 0,1 0-1 0 0,0 0 0 0 0,0 0 1 0 0,0 0-1 0 0,0-1 0 0 0,0 1 0 0 0,0-1 1 0 0,1 0-1 0 0,-1 1 0 0 0,0-1 1 0 0,0 0-1 0 0,0 0 0 0 0,0 0 0 0 0,0 0 1 0 0,0-1-1 0 0,0 1 0 0 0,0-1 1 0 0,1 1-1 0 0,-1-1 0 0 0,0 0 0 0 0,-1 1 1 0 0,1-1-1 0 0,0 0 0 0 0,0 0 1 0 0,0-1-1 0 0,0 1 0 0 0,-1 0 0 0 0,3-2 1 0 0,1-3-1521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1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354 1049 5065 0 0,'0'1'38'0'0,"-7"9"3773"0"0,37-45-1531 0 0,10 7-27 0 0,-23 16-1332 0 0,-1 0-1 0 0,0 0 0 0 0,-1-1 1 0 0,18-21-1 0 0,-33 34-899 0 0,1 0 1 0 0,-1-1-1 0 0,0 1 0 0 0,1-1 0 0 0,-1 1 0 0 0,0-1 0 0 0,0 1 1 0 0,1 0-1 0 0,-1-1 0 0 0,0 1 0 0 0,0-1 0 0 0,1 1 0 0 0,-1-1 1 0 0,0 1-1 0 0,0-1 0 0 0,0 1 0 0 0,0-1 0 0 0,0 1 0 0 0,0-1 1 0 0,0 1-1 0 0,0-1 0 0 0,0 1 0 0 0,0-1 0 0 0,0 1 0 0 0,0-1 1 0 0,0 1-1 0 0,-1-1 0 0 0,1 1 0 0 0,0-1 0 0 0,0 1 0 0 0,0-1 1 0 0,-1 1-1 0 0,1-1 0 0 0,0 1 0 0 0,-1-1 0 0 0,1 1 0 0 0,0 0 1 0 0,-1-1-1 0 0,1 1 0 0 0,0 0 0 0 0,-1-1 0 0 0,1 1 0 0 0,-3-1 1136 0 0,-17-2-761 0 0,13 2-351 0 0,1-1 0 0 0,0 0 0 0 0,0 0 0 0 0,-1 0-1 0 0,1-1 1 0 0,1 0 0 0 0,-1-1 0 0 0,0 1 0 0 0,1-1-1 0 0,-1 0 1 0 0,-7-8 0 0 0,-5-6 34 0 0,-25-34 1 0 0,27 33 60 0 0,-37-46 263 0 0,2-2 0 0 0,3-2 1 0 0,-43-84-1 0 0,84 140-278 0 0,0 1 1 0 0,-14-18-1 0 0,18 26-113 0 0,-1 0 1 0 0,1 0 0 0 0,-1 0-1 0 0,0 1 1 0 0,1-1 0 0 0,-1 1-1 0 0,-1 0 1 0 0,1 0 0 0 0,0 1-1 0 0,-6-3 1 0 0,3 1-133 0 0,8 0-144 0 0,17-2-120 0 0,6 6 307 0 0,-23 0 69 0 0,1 0 0 0 0,0 1 0 0 0,-1-1 0 0 0,1 0 0 0 0,-1 0 0 0 0,1 0 0 0 0,0 0 0 0 0,-1-1 1 0 0,1 1-1 0 0,0 0 0 0 0,-1-1 0 0 0,1 1 0 0 0,-1-1 0 0 0,1 1 0 0 0,-1-1 0 0 0,1 0 0 0 0,-1 0 0 0 0,1 0 1 0 0,-1 0-1 0 0,0 0 0 0 0,0 0 0 0 0,1 0 0 0 0,0-2 0 0 0,22-23-277 0 0,36-51 0 0 0,-45 54-426 0 0,1 1-1 0 0,2 1 0 0 0,0 1 0 0 0,31-27 0 0 0,-8 15-2140 0 0,-19 16-2863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1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138 577 3225 0 0,'-29'8'7132'0'0,"28"-9"-6922"0"0,0 0 0 0 0,0 0 1 0 0,0 0-1 0 0,0 0 0 0 0,0 0 1 0 0,0 0-1 0 0,1-1 0 0 0,-1 1 1 0 0,0 0-1 0 0,0-1 0 0 0,1 1 0 0 0,-1-3 1 0 0,-32-65 444 0 0,15 35 224 0 0,-13-39 1 0 0,28 63-768 0 0,0 0 1 0 0,0 1-1 0 0,1-1 0 0 0,0-1 0 0 0,1 1 1 0 0,0 0-1 0 0,1 0 0 0 0,1-20 1 0 0,-1 30-106 0 0,0-1 0 0 0,0 0 0 0 0,0 0 0 0 0,0 0 0 0 0,1 0 0 0 0,-1 0 1 0 0,0 0-1 0 0,0 0 0 0 0,1 0 0 0 0,-1 0 0 0 0,0 0 0 0 0,1 1 0 0 0,-1-1 1 0 0,1 0-1 0 0,-1 0 0 0 0,1 0 0 0 0,-1 1 0 0 0,1-1 0 0 0,0 0 1 0 0,-1 1-1 0 0,1-1 0 0 0,0 0 0 0 0,0 1 0 0 0,-1-1 0 0 0,1 1 0 0 0,0-1 1 0 0,0 1-1 0 0,0 0 0 0 0,0-1 0 0 0,-1 1 0 0 0,1 0 0 0 0,0 0 0 0 0,0-1 1 0 0,0 1-1 0 0,0 0 0 0 0,0 0 0 0 0,0 0 0 0 0,0 0 0 0 0,0 0 1 0 0,0 0-1 0 0,0 0 0 0 0,0 1 0 0 0,0-1 0 0 0,0 0 0 0 0,-1 0 0 0 0,1 1 1 0 0,0-1-1 0 0,0 1 0 0 0,0-1 0 0 0,1 1 0 0 0,7 4 135 0 0,0 1-1 0 0,0 0 0 0 0,15 12 1 0 0,-10-7-40 0 0,35 23 159 0 0,84 43 1 0 0,-132-77-261 0 0,-1 0 1 0 0,1 1 0 0 0,-1-1 0 0 0,1 0 0 0 0,-1 0 0 0 0,1 1 0 0 0,-1-1 0 0 0,1 0-1 0 0,-1 0 1 0 0,1 0 0 0 0,-1 0 0 0 0,1 0 0 0 0,0 1 0 0 0,-1-1 0 0 0,1 0 0 0 0,-1-1 0 0 0,1 1-1 0 0,-1 0 1 0 0,1 0 0 0 0,-1 0 0 0 0,1 0 0 0 0,0 0 0 0 0,-1 0 0 0 0,1-1 0 0 0,-1 1-1 0 0,1 0 1 0 0,-1 0 0 0 0,1-1 0 0 0,-1 1 0 0 0,0 0 0 0 0,1-1 0 0 0,-1 1 0 0 0,1-1 0 0 0,5-21 370 0 0,-11-29 625 0 0,4 49-919 0 0,-17-68 638 0 0,14 57-551 0 0,-1-1 0 0 0,2 0 0 0 0,0 0 0 0 0,1 0 0 0 0,0 0 0 0 0,1 0 0 0 0,0-19 0 0 0,1 32-155 0 0,0 0 1 0 0,0 0-1 0 0,1 0 0 0 0,-1 0 1 0 0,0 0-1 0 0,0 0 0 0 0,0 0 1 0 0,1 0-1 0 0,-1 0 0 0 0,1 0 1 0 0,-1 0-1 0 0,1 0 0 0 0,-1 0 0 0 0,1 0 1 0 0,-1 0-1 0 0,1 1 0 0 0,0-1 1 0 0,-1 0-1 0 0,1 0 0 0 0,0 1 1 0 0,0-1-1 0 0,0 0 0 0 0,-1 1 1 0 0,1-1-1 0 0,0 1 0 0 0,0-1 1 0 0,0 1-1 0 0,2-1 0 0 0,-1 1-2 0 0,1 0 0 0 0,-1 0 0 0 0,0 0 1 0 0,0 0-1 0 0,1 1 0 0 0,-1-1 0 0 0,0 1 0 0 0,0-1 0 0 0,1 1 0 0 0,-1 0 0 0 0,0 0 0 0 0,3 2 0 0 0,7 5 10 0 0,0 0-1 0 0,0 0 1 0 0,11 13-1 0 0,-23-21-16 0 0,0 0-2 0 0,13 13-49 0 0,1-1-1 0 0,0 0 0 0 0,0-1 0 0 0,1 0 0 0 0,0-1 1 0 0,1-1-1 0 0,0-1 0 0 0,23 9 0 0 0,-38-17 32 0 0,-1 0 0 0 0,1-1-1 0 0,-1 1 1 0 0,0 0-1 0 0,1-1 1 0 0,-1 1 0 0 0,0 0-1 0 0,1-1 1 0 0,-1 1-1 0 0,0-1 1 0 0,1 1 0 0 0,-1 0-1 0 0,0-1 1 0 0,0 1 0 0 0,0-1-1 0 0,1 1 1 0 0,-1-1-1 0 0,0 1 1 0 0,0-1 0 0 0,0 1-1 0 0,0-1 1 0 0,0 1 0 0 0,0-1-1 0 0,0 1 1 0 0,0-1-1 0 0,0 1 1 0 0,0-1 0 0 0,0 1-1 0 0,0-1 1 0 0,-1 1 0 0 0,1-1-1 0 0,0 1 1 0 0,0-1-1 0 0,0 1 1 0 0,-1-2 0 0 0,-5-27-744 0 0,5 25 560 0 0,-1-7-386 0 0,1 1 0 0 0,0 0 0 0 0,1 0 0 0 0,0-1 0 0 0,1 1 0 0 0,0 0 0 0 0,0 0 1 0 0,1-1-1 0 0,6-17 0 0 0,-5 20 90 0 0,-1 1 1 0 0,1 0-1 0 0,0-1 1 0 0,1 1 0 0 0,0 0-1 0 0,0 1 1 0 0,0-1 0 0 0,1 1-1 0 0,0 0 1 0 0,0 0 0 0 0,1 0-1 0 0,-1 1 1 0 0,10-7 0 0 0,-13 11 535 0 0,0 0 0 0 0,-1 1 0 0 0,1-1 0 0 0,0 1 0 0 0,0-1 0 0 0,0 1 0 0 0,0 0 0 0 0,0-1 0 0 0,0 1 0 0 0,-1 0 1 0 0,1 0-1 0 0,0 1 0 0 0,0-1 0 0 0,0 0 0 0 0,0 1 0 0 0,0-1 0 0 0,0 1 0 0 0,-1-1 0 0 0,1 1 0 0 0,0 0 1 0 0,0 0-1 0 0,-1 0 0 0 0,1 0 0 0 0,0 0 0 0 0,1 2 0 0 0,8 5 1263 0 0,-1 1 1 0 0,16 17-1 0 0,-5-5-728 0 0,-14-15-903 0 0,0 0 1 0 0,1-1 0 0 0,0 0 0 0 0,15 7 0 0 0,-17-9-280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2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1 707 3225 0 0,'1'-6'462'0'0,"1"1"1"0"0,0 0 0 0 0,0 0-1 0 0,0 1 1 0 0,1-1-1 0 0,-1 0 1 0 0,1 1 0 0 0,0 0-1 0 0,6-6 1 0 0,2-6 809 0 0,101-140 6851 0 0,-71 107-6729 0 0,48-43 0 0 0,-50 54-1530 0 0,-1-2 1 0 0,-2-2 0 0 0,44-68-1 0 0,-64 84-106 0 0,-12 18-40 0 0,1 0-1 0 0,0 0 1 0 0,0 0 0 0 0,1 1 0 0 0,-1-1 0 0 0,2 2 0 0 0,-1-1 0 0 0,1 0-1 0 0,0 1 1 0 0,9-5 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2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0,'4'33'12703'0'0,"10"-23"-13379"0"0,14 11 1755 0 0,-1 2-1 0 0,44 51 1 0 0,39 61-608 0 0,-4-1-433 0 0,-68-92-79 0 0,59 52 1 0 0,-31-45-3737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3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1 595 2761 0 0,'11'-18'2423'0'0,"19"-17"-252"0"0,1 2 0 0 0,2 1 0 0 0,1 1 0 0 0,51-35 0 0 0,35-32 501 0 0,-84 65-2421 0 0,21-17-851 0 0,68-80 0 0 0,-89 90-592 0 0,-19 24-3126 0 0,-3 4-949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3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140 615 5985 0 0,'-4'1'2936'0'0,"-2"-9"-857"0"0,-4-15 665 0 0,8 18-1845 0 0,-44-85 3254 0 0,-19-44-3241 0 0,64 132-880 0 0,0-1 0 0 0,0 1 0 0 0,1 0 0 0 0,-1 0 0 0 0,0-1 0 0 0,1 1 0 0 0,-1 0 0 0 0,1-1 0 0 0,0 1 0 0 0,0-5 0 0 0,7 2 293 0 0,10 9-130 0 0,19 13-157 0 0,47 31 0 0 0,5 2-42 0 0,-74-42 0 0 0,-10-5-2 0 0,-1-1 1 0 0,0 0-1 0 0,1 0 1 0 0,-1 0-1 0 0,1 0 1 0 0,-1 0-1 0 0,1-1 1 0 0,0 0-1 0 0,0 0 1 0 0,0 0-1 0 0,0 0 1 0 0,5 0-1 0 0,-8-4-67 0 0,-1 0 0 0 0,0 0 0 0 0,1 0 0 0 0,-1 0 0 0 0,0 0 0 0 0,0-1 0 0 0,-1 1 0 0 0,1 0 0 0 0,-1 0 0 0 0,0 0 0 0 0,-1-4 0 0 0,-5-18-471 0 0,0 4 564 0 0,2 0 0 0 0,0 0 0 0 0,-3-37 0 0 0,8 53 62 0 0,0-1 0 0 0,0 0 0 0 0,0 1-1 0 0,1-1 1 0 0,0 1 0 0 0,0-1 0 0 0,0 1 0 0 0,0 0 0 0 0,1-1-1 0 0,0 1 1 0 0,0 0 0 0 0,1 0 0 0 0,0 0 0 0 0,-1 0-1 0 0,2 0 1 0 0,-1 1 0 0 0,0 0 0 0 0,1-1 0 0 0,6-5-1 0 0,-8 9-70 0 0,0 0 0 0 0,0 0 0 0 0,0-1 0 0 0,-1 1 0 0 0,1 1 0 0 0,0-1-1 0 0,0 0 1 0 0,0 0 0 0 0,0 1 0 0 0,0-1 0 0 0,1 1 0 0 0,-1 0 0 0 0,0 0 0 0 0,0 0-1 0 0,0 0 1 0 0,0 0 0 0 0,0 0 0 0 0,0 0 0 0 0,1 1 0 0 0,-1-1 0 0 0,0 1-1 0 0,0-1 1 0 0,0 1 0 0 0,0 0 0 0 0,0 0 0 0 0,-1 0 0 0 0,1 0 0 0 0,0 0-1 0 0,0 0 1 0 0,0 1 0 0 0,-1-1 0 0 0,3 3 0 0 0,6 5 87 0 0,0 1 0 0 0,0 1 1 0 0,14 20-1 0 0,-15-20-77 0 0,-1-1-66 0 0,0-1 1 0 0,0 0 0 0 0,16 13-1 0 0,-21-20 28 0 0,0 0 0 0 0,0 1 0 0 0,0-1 0 0 0,1 0 0 0 0,-1 0 0 0 0,1-1 0 0 0,-1 1 0 0 0,1-1-1 0 0,0 1 1 0 0,-1-1 0 0 0,1 0 0 0 0,0-1 0 0 0,0 1 0 0 0,0-1 0 0 0,6 1 0 0 0,-9-2-73 0 0,0 1 0 0 0,-1-1 1 0 0,1 1-1 0 0,0-1 0 0 0,0 1 1 0 0,-1-1-1 0 0,1 1 0 0 0,0-1 0 0 0,-1 0 1 0 0,1 1-1 0 0,-1-1 0 0 0,1 0 1 0 0,-1 0-1 0 0,1 0 0 0 0,-1 1 1 0 0,1-1-1 0 0,-1 0 0 0 0,0 0 0 0 0,0 0 1 0 0,1 0-1 0 0,-1 1 0 0 0,0-1 1 0 0,0 0-1 0 0,0 0 0 0 0,0 0 0 0 0,0-1 1 0 0,1-31-1452 0 0,-2 25 930 0 0,-1-53-3148 0 0,0 45 2828 0 0,0 0 1 0 0,2 0 0 0 0,0 0-1 0 0,1 0 1 0 0,0 0 0 0 0,2 0-1 0 0,0 0 1 0 0,8-25 0 0 0,-11 40 892 0 0,0-1 0 0 0,1 0 0 0 0,0 0 0 0 0,-1 1 0 0 0,1-1 0 0 0,0 0 0 0 0,0 1 0 0 0,0-1 0 0 0,0 1 1 0 0,0 0-1 0 0,0-1 0 0 0,0 1 0 0 0,1 0 0 0 0,-1-1 0 0 0,0 1 0 0 0,1 0 0 0 0,-1 0 0 0 0,1 0 0 0 0,-1 0 1 0 0,1 0-1 0 0,0 1 0 0 0,-1-1 0 0 0,1 0 0 0 0,0 1 0 0 0,0-1 0 0 0,-1 1 0 0 0,1 0 0 0 0,0-1 0 0 0,0 1 1 0 0,0 0-1 0 0,-1 0 0 0 0,1 0 0 0 0,0 0 0 0 0,0 1 0 0 0,0-1 0 0 0,-1 0 0 0 0,1 1 0 0 0,0-1 0 0 0,-1 1 1 0 0,1 0-1 0 0,0 0 0 0 0,-1-1 0 0 0,4 3 0 0 0,2 2 904 0 0,0 1-1 0 0,0-1 1 0 0,0 1-1 0 0,-1 0 1 0 0,0 1 0 0 0,0 0-1 0 0,7 9 1 0 0,11 9 105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4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512 2001 3681 0 0,'-1'1'97'0'0,"1"0"0"0"0,-1-1-1 0 0,0 1 1 0 0,0 0 0 0 0,1-1 0 0 0,-1 1 0 0 0,0-1 0 0 0,0 1 0 0 0,0-1 0 0 0,0 1-1 0 0,0-1 1 0 0,1 0 0 0 0,-1 0 0 0 0,0 1 0 0 0,0-1 0 0 0,0 0 0 0 0,-2-1 326 0 0,2 1-260 0 0,1 0 0 0 0,0-1 1 0 0,0 1-1 0 0,0-1 0 0 0,-1 1 0 0 0,1 0 1 0 0,0-1-1 0 0,0 1 0 0 0,0-1 0 0 0,0 1 1 0 0,0-1-1 0 0,0 1 0 0 0,0-1 0 0 0,0 1 1 0 0,0 0-1 0 0,0-1 0 0 0,0 1 0 0 0,0-1 1 0 0,1 1-1 0 0,-1 0 0 0 0,0-1 0 0 0,0 1 1 0 0,1-1-1 0 0,9-23 4195 0 0,-3 12-4190 0 0,22-24 1395 0 0,1 1 0 0 0,1 1 1 0 0,2 2-1 0 0,46-34 0 0 0,-46 37-1209 0 0,-14 15-288 0 0,0 1 0 0 0,0 1 0 0 0,1 1 0 0 0,41-17 0 0 0,32-18-76 0 0,-82 39 21 0 0,-1-1-1 0 0,0-1 1 0 0,0 0 0 0 0,15-17-1 0 0,-17 16 20 0 0,0 1-1 0 0,1 1 1 0 0,0 0-1 0 0,0 0 1 0 0,16-10 0 0 0,-11 14-70 0 0,-14 4 38 0 0,1 0 0 0 0,0 0 0 0 0,0 0 0 0 0,0 0 0 0 0,-1 0 0 0 0,1 0 0 0 0,0-1 0 0 0,0 1 0 0 0,0 0 0 0 0,-1-1 0 0 0,1 1 1 0 0,0 0-1 0 0,-1-1 0 0 0,1 1 0 0 0,0-1 0 0 0,-1 1 0 0 0,1-1 0 0 0,0 1 0 0 0,0-2 0 0 0,-11-22-257 0 0,-1 1 0 0 0,-18-28-1 0 0,-12-23-258 0 0,33 56 504 0 0,-43-91-59 0 0,-116-184 0 0 0,-60 17 14 0 0,83 110 615 0 0,68 77 204 0 0,-149-138-1 0 0,160 175-1071 0 0,36 30-29 0 0,-29-28 0 0 0,115 66 425 0 0,-45-10-2051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1241 920 0 0,'1'14'3086'0'0,"20"-24"-235"0"0,-4-1-1786 0 0,0-2 0 0 0,-2 0-1 0 0,1 0 1 0 0,-2-2-1 0 0,23-27 1 0 0,-3 3 109 0 0,92-87 1763 0 0,154-120-1 0 0,-137 126-1545 0 0,153-118 187 0 0,-203 163-1555 0 0,113-116-1 0 0,-187 172-115 0 0,-7 5-62 0 0,1 2-1 0 0,0-1 1 0 0,1 2 0 0 0,0 0 0 0 0,17-10 0 0 0,-28 20-1300 0 0,-3 1 1401 0 0,0 0 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5.9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59 11522 0 0,'0'-1'196'0'0,"0"-1"-1"0"0,-1 1 0 0 0,1-1 0 0 0,0 1 0 0 0,0-1 0 0 0,0 1 0 0 0,0-1 0 0 0,0 1 0 0 0,0-1 0 0 0,1 1 0 0 0,-1-1 0 0 0,0 1 0 0 0,1 0 0 0 0,-1-1 1 0 0,1 1-1 0 0,-1-1 0 0 0,1 1 0 0 0,0 0 0 0 0,0-1 0 0 0,0 1 0 0 0,-1 0 0 0 0,1 0 0 0 0,0 0 0 0 0,1 0 0 0 0,0-1 0 0 0,0-1-3 0 0,0 1 0 0 0,0 0 0 0 0,1 0 0 0 0,-1 0 0 0 0,0 0 0 0 0,1 1 0 0 0,0-1 0 0 0,-1 1 0 0 0,1-1 0 0 0,0 1-1 0 0,4-1 1 0 0,-3 2-79 0 0,0 0 0 0 0,0 0-1 0 0,0 0 1 0 0,0 1-1 0 0,0 0 1 0 0,0 0 0 0 0,0 0-1 0 0,0 0 1 0 0,0 0 0 0 0,-1 1-1 0 0,1 0 1 0 0,0 0-1 0 0,-1 0 1 0 0,1 0 0 0 0,-1 0-1 0 0,0 1 1 0 0,5 4 0 0 0,3 3 39 0 0,0 2 0 0 0,0-1 0 0 0,10 16 0 0 0,-4-1-51 0 0,18 38 0 0 0,-27-47-433 0 0,0-1 1 0 0,2 0 0 0 0,-1 0 0 0 0,2-1 0 0 0,0-1 0 0 0,1 1 0 0 0,22 20-1 0 0,-12-23-2033 0 0,-7-11-3582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6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0 171 5065 0 0,'2'-7'437'0'0,"0"0"0"0"0,1 0 0 0 0,0 0 0 0 0,0 0 0 0 0,0 1 1 0 0,1-1-1 0 0,0 1 0 0 0,0 0 0 0 0,8-10 0 0 0,-3 5-84 0 0,-3 2 91 0 0,1 0 0 0 0,1 0 0 0 0,-1 1 0 0 0,1 0 0 0 0,1 0 0 0 0,0 1 0 0 0,13-9-1 0 0,-20 14-348 0 0,1 1-1 0 0,-1 0 0 0 0,0 0 0 0 0,1 0 0 0 0,-1 0 0 0 0,1 0 0 0 0,-1 1 0 0 0,1-1 1 0 0,-1 1-1 0 0,1 0 0 0 0,0 0 0 0 0,-1 0 0 0 0,1 0 0 0 0,-1 0 0 0 0,1 0 0 0 0,2 1 1 0 0,-2 0-76 0 0,-1 0 0 0 0,1 1 1 0 0,-1-1-1 0 0,0 1 1 0 0,1-1-1 0 0,-1 1 1 0 0,0 0-1 0 0,0 0 1 0 0,0 0-1 0 0,0 0 0 0 0,0 0 1 0 0,0 0-1 0 0,-1 0 1 0 0,1 1-1 0 0,-1-1 1 0 0,0 1-1 0 0,1-1 0 0 0,0 4 1 0 0,4 9-93 0 0,-1-1 0 0 0,-1 2 0 0 0,0-1 0 0 0,0 0 0 0 0,1 24 0 0 0,-3 79 246 0 0,-2-84 458 0 0,0 1 1 0 0,10 58 0 0 0,-10-93-560 0 0,0 1 0 0 0,0 0 0 0 0,0-1 0 0 0,0 1 0 0 0,0 0 0 0 0,0-1 0 0 0,0 1 0 0 0,0 0 1 0 0,1-1-1 0 0,-1 1 0 0 0,0-1 0 0 0,0 1 0 0 0,1 0 0 0 0,-1-1 0 0 0,1 1 0 0 0,-1-1 0 0 0,0 1 1 0 0,1-1-1 0 0,-1 1 0 0 0,1-1 0 0 0,-1 1 0 0 0,1-1 0 0 0,-1 0 0 0 0,1 1 0 0 0,-1-1 0 0 0,1 0 0 0 0,0 1 1 0 0,-1-1-1 0 0,1 0 0 0 0,-1 0 0 0 0,1 1 0 0 0,0-1 0 0 0,-1 0 0 0 0,1 0 0 0 0,1 0 0 0 0,0 0 36 0 0,0-1-1 0 0,0 0 0 0 0,0 0 0 0 0,0 0 1 0 0,-1 0-1 0 0,1 0 0 0 0,0 0 0 0 0,0 0 1 0 0,-1 0-1 0 0,1-1 0 0 0,2-1 0 0 0,35-45 850 0 0,-7-3-582 0 0,-18 28-341 0 0,26-34-1 0 0,-32 48-896 0 0,0 1 0 0 0,0 0 0 0 0,17-13 0 0 0,-9 10-6023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6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10 131 6449 0 0,'-1'-1'107'0'0,"0"0"-1"0"0,1 1 1 0 0,-1-1-1 0 0,0 1 1 0 0,1-1-1 0 0,-1 0 1 0 0,0 0-1 0 0,1 1 1 0 0,-1-1-1 0 0,1 0 1 0 0,-1 0-1 0 0,1 0 1 0 0,0 1-1 0 0,-1-1 1 0 0,1 0-1 0 0,0 0 1 0 0,-1 0-1 0 0,1 0 0 0 0,0 0 1 0 0,0 0-1 0 0,0 0 1 0 0,0 0-1 0 0,0 0 1 0 0,0-1-1 0 0,12-28 1905 0 0,-4 19-846 0 0,0 0 0 0 0,14-16-1 0 0,-19 25-946 0 0,-1-1-1 0 0,1 1 1 0 0,-1-1-1 0 0,1 1 0 0 0,0 0 1 0 0,0 0-1 0 0,0 0 1 0 0,0 0-1 0 0,0 0 1 0 0,1 1-1 0 0,-1 0 0 0 0,0-1 1 0 0,1 1-1 0 0,-1 0 1 0 0,1 1-1 0 0,-1-1 0 0 0,1 1 1 0 0,5-1-1 0 0,-6 2-184 0 0,-1-1 0 0 0,1 1 0 0 0,-1 0 0 0 0,1 0 0 0 0,-1 0 0 0 0,0 0 0 0 0,1 0 0 0 0,-1 0 0 0 0,0 1 0 0 0,0-1 0 0 0,0 1 0 0 0,0 0 1 0 0,0-1-1 0 0,0 1 0 0 0,0 0 0 0 0,0 0 0 0 0,-1 0 0 0 0,1 0 0 0 0,-1 1 0 0 0,0-1 0 0 0,0 0 0 0 0,1 1 0 0 0,-1-1 0 0 0,-1 0 0 0 0,1 1 0 0 0,1 4 0 0 0,0 3-224 0 0,-1 0 0 0 0,1 1 0 0 0,-1 13 0 0 0,3 27-482 0 0,-4-48 621 0 0,1 0 0 0 0,0 0 1 0 0,0 1-1 0 0,0-1 0 0 0,0 0 0 0 0,0 0 1 0 0,1 0-1 0 0,-1-1 0 0 0,1 1 1 0 0,0 0-1 0 0,3 4 0 0 0,-4-6 77 0 0,1 0 0 0 0,-1 0 0 0 0,0 0 0 0 0,1 0 0 0 0,-1-1 0 0 0,1 1 1 0 0,-1 0-1 0 0,1-1 0 0 0,-1 1 0 0 0,1-1 0 0 0,-1 0 0 0 0,1 1 0 0 0,0-1 0 0 0,-1 0 0 0 0,1 0 0 0 0,0 0 0 0 0,-1 0 0 0 0,1 0 0 0 0,-1 0 0 0 0,1-1 0 0 0,0 1 0 0 0,-1 0 0 0 0,1-1 1 0 0,-1 1-1 0 0,3-2 0 0 0,42-23 697 0 0,-19 9-141 0 0,-25 16-576 0 0,-1-1 0 0 0,1 0 0 0 0,-1 1 0 0 0,1-1-1 0 0,0 1 1 0 0,-1 0 0 0 0,1-1 0 0 0,-1 1 0 0 0,1 0-1 0 0,0 0 1 0 0,-1 0 0 0 0,1 0 0 0 0,0 0 0 0 0,-1 1 0 0 0,1-1-1 0 0,0 0 1 0 0,-1 1 0 0 0,1-1 0 0 0,-1 1 0 0 0,1 0 0 0 0,-1-1-1 0 0,1 1 1 0 0,-1 0 0 0 0,3 2 0 0 0,-1-1 8 0 0,-1 1-1 0 0,0 0 1 0 0,1 0-1 0 0,-1 0 1 0 0,0 0-1 0 0,0 1 1 0 0,0-1 0 0 0,-1 1-1 0 0,1-1 1 0 0,0 6-1 0 0,3 8 28 0 0,-2 0 1 0 0,0-1-1 0 0,0 34 0 0 0,-1 45-5672 0 0,-2-74-522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13827 0 0,'-1'1'237'0'0,"0"1"1"0"0,0 0 0 0 0,0-1-1 0 0,1 1 1 0 0,-1 0-1 0 0,0 0 1 0 0,1 0-1 0 0,-1 0 1 0 0,1 0-1 0 0,0-1 1 0 0,0 1-1 0 0,0 0 1 0 0,0 0-1 0 0,0 0 1 0 0,0 0 0 0 0,0 0-1 0 0,0 0 1 0 0,1 0-1 0 0,-1 0 1 0 0,1 0-1 0 0,0 0 1 0 0,-1-1-1 0 0,1 1 1 0 0,1 2-1 0 0,24 41 1022 0 0,11 4-553 0 0,44 43 0 0 0,5 7-517 0 0,-58-65-485 0 0,80 108 765 0 0,-87-111-2743 0 0,19 39 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7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3 186 3225 0 0,'-1'-7'644'0'0,"0"0"1"0"0,0-1-1 0 0,1 1 1 0 0,0 0-1 0 0,1-1 1 0 0,-1 1-1 0 0,1 0 1 0 0,1-1-1 0 0,-1 1 1 0 0,4-8-1 0 0,-2 5 80 0 0,1-1-1 0 0,0 0 1 0 0,1 1 0 0 0,0 0 0 0 0,13-18-1 0 0,-18 27-656 0 0,1-1 0 0 0,0 1-1 0 0,0 0 1 0 0,0 0 0 0 0,1-1-1 0 0,-1 1 1 0 0,0 0-1 0 0,0 0 1 0 0,1 0 0 0 0,-1 1-1 0 0,0-1 1 0 0,1 0-1 0 0,-1 0 1 0 0,1 1 0 0 0,-1-1-1 0 0,1 1 1 0 0,-1-1 0 0 0,1 1-1 0 0,-1 0 1 0 0,1-1-1 0 0,0 1 1 0 0,-1 0 0 0 0,4 0-1 0 0,-2 1-52 0 0,-1 0-1 0 0,1 0 0 0 0,-1 0 1 0 0,1 0-1 0 0,-1 0 0 0 0,0 1 1 0 0,1-1-1 0 0,-1 1 0 0 0,0-1 1 0 0,0 1-1 0 0,0 0 0 0 0,0 0 1 0 0,2 2-1 0 0,2 4-94 0 0,0 0 0 0 0,-1 0 0 0 0,1 1 0 0 0,-1 0 0 0 0,-1 0 0 0 0,7 17 0 0 0,-8-9 289 0 0,0 0-1 0 0,-1 0 1 0 0,-1 0-1 0 0,-1 1 1 0 0,0-1-1 0 0,-1 0 1 0 0,-5 29-1 0 0,-1 15 1998 0 0,7-60-2197 0 0,0-1 0 0 0,0 0 0 0 0,-1 0 0 0 0,1 0 0 0 0,0 1 0 0 0,0-1 0 0 0,0 0-1 0 0,0 0 1 0 0,0 1 0 0 0,0-1 0 0 0,0 0 0 0 0,0 0 0 0 0,0 0 0 0 0,0 1 0 0 0,0-1 0 0 0,0 0 0 0 0,0 0-1 0 0,0 1 1 0 0,0-1 0 0 0,1 0 0 0 0,-1 0 0 0 0,0 0 0 0 0,0 1 0 0 0,0-1 0 0 0,0 0 0 0 0,0 0 0 0 0,0 0-1 0 0,0 1 1 0 0,1-1 0 0 0,-1 0 0 0 0,0 0 0 0 0,0 0 0 0 0,0 0 0 0 0,0 0 0 0 0,1 1 0 0 0,-1-1 0 0 0,0 0-1 0 0,0 0 1 0 0,0 0 0 0 0,1 0 0 0 0,-1 0 0 0 0,0 0 0 0 0,0 0 0 0 0,1 0 0 0 0,-1 0 0 0 0,0 0 0 0 0,0 0-1 0 0,0 0 1 0 0,1 0 0 0 0,-1 0 0 0 0,0 0 0 0 0,0 0 0 0 0,1 0 0 0 0,-1 0 0 0 0,0 0 0 0 0,0 0 0 0 0,0 0-1 0 0,1 0 1 0 0,-1 0 0 0 0,0 0 0 0 0,1-1 0 0 0,18-15 726 0 0,18-25 227 0 0,2-10-1363 0 0,53-61-3485 0 0,-70 90-2627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8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41 6145 0 0,'4'-8'544'0'0,"-2"4"-432"0"0,-1 0-112 0 0,-1 1 0 0 0,0 2 0 0 0,0 0 0 0 0,0-1 0 0 0,0 0 0 0 0,1-4 0 0 0,-1 2 0 0 0,0 0 0 0 0,2 3 0 0 0,0 1 0 0 0,1 1 0 0 0,-2 3 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39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21 10594 0 0,'-7'-21'6435'0'0,"11"31"-4899"0"0,9 42-100 0 0,9 64 0 0 0,-16-75-1280 0 0,2 1 0 0 0,2-1 0 0 0,16 45 0 0 0,-25-83-125 0 0,0-1 1 0 0,1 1-1 0 0,-1 0 1 0 0,1 0 0 0 0,-1 0-1 0 0,1-1 1 0 0,0 1-1 0 0,0-1 1 0 0,0 1 0 0 0,0-1-1 0 0,0 0 1 0 0,0 0-1 0 0,1 0 1 0 0,-1 0-1 0 0,1 0 1 0 0,3 1 0 0 0,-4-3-34 0 0,-1 1 0 0 0,1-1 1 0 0,0 0-1 0 0,-1 0 0 0 0,1 0 1 0 0,0 0-1 0 0,0 0 0 0 0,-1 0 1 0 0,1-1-1 0 0,0 1 0 0 0,-1-1 1 0 0,1 1-1 0 0,0-1 0 0 0,-1 1 1 0 0,1-1-1 0 0,-1 0 0 0 0,1 0 1 0 0,-1 0-1 0 0,1 0 0 0 0,-1 0 1 0 0,0 0-1 0 0,0 0 0 0 0,1 0 1 0 0,-1-1-1 0 0,0 1 0 0 0,0 0 1 0 0,0-1-1 0 0,0 1 0 0 0,0-1 1 0 0,0-2-1 0 0,11-16-794 0 0,-1-2 0 0 0,14-35 0 0 0,-5 9-5892 0 0,-10 26 868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0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14283 0 0,'-2'1'97'0'0,"1"0"0"0"0,0 1 1 0 0,-1 0-1 0 0,1-1 0 0 0,0 1 0 0 0,0 0 0 0 0,0 0 1 0 0,0-1-1 0 0,0 1 0 0 0,0 0 0 0 0,0 0 0 0 0,1 0 0 0 0,-1 0 1 0 0,1 0-1 0 0,0 0 0 0 0,-1 0 0 0 0,1 1 0 0 0,0-1 1 0 0,0 0-1 0 0,0 0 0 0 0,0 0 0 0 0,1 0 0 0 0,-1 0 0 0 0,1 0 1 0 0,-1 0-1 0 0,1 0 0 0 0,0 0 0 0 0,-1 0 0 0 0,1 0 1 0 0,2 3-1 0 0,9 18 2007 0 0,27 45 1 0 0,-10-28-1372 0 0,40 45-1 0 0,-39-54-1027 0 0,40 31 0 0 0,-58-52 32 0 0,11 10-153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0.9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27 10594 0 0,'-39'-27'7171'0'0,"42"30"-6628"0"0,0-1 0 0 0,0 1 0 0 0,-1 0 0 0 0,1-1 0 0 0,-1 1 0 0 0,4 7 0 0 0,4 3-268 0 0,75 83 631 0 0,-38-46-549 0 0,61 85 0 0 0,4 44-3124 0 0,-107-166 855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1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26 215 3681 0 0,'-4'-7'659'0'0,"1"1"1"0"0,0-1 0 0 0,0 1-1 0 0,0-1 1 0 0,1 0 0 0 0,0 0-1 0 0,0 0 1 0 0,1 0 0 0 0,0 0-1 0 0,0-1 1 0 0,0-11 0 0 0,1 13-304 0 0,0-1 0 0 0,0 0 0 0 0,1 1 0 0 0,0-1 0 0 0,0 0 0 0 0,1 1 0 0 0,0 0 1 0 0,0-1-1 0 0,0 1 0 0 0,1 0 0 0 0,-1 0 0 0 0,8-11 0 0 0,-8 15-206 0 0,0 0 0 0 0,-1 0 0 0 0,1 0 0 0 0,0 0-1 0 0,1 0 1 0 0,-1 1 0 0 0,0-1 0 0 0,0 0 0 0 0,1 1 0 0 0,-1 0 0 0 0,1 0-1 0 0,-1 0 1 0 0,1 0 0 0 0,0 0 0 0 0,-1 0 0 0 0,1 0 0 0 0,0 1 0 0 0,-1 0 0 0 0,6-1-1 0 0,-3 2-39 0 0,-1-1 0 0 0,1 1 0 0 0,0 0 1 0 0,0 0-1 0 0,-1 1 0 0 0,1 0 0 0 0,-1-1 0 0 0,0 1 0 0 0,1 1 0 0 0,5 3 0 0 0,1 2-99 0 0,0 1 0 0 0,-1 0 0 0 0,0 0 0 0 0,-1 1 1 0 0,0 0-1 0 0,0 0 0 0 0,8 15 0 0 0,-10-13-226 0 0,-1 1-1 0 0,0-1 1 0 0,-1 1-1 0 0,0 0 1 0 0,-1 0-1 0 0,0 1 1 0 0,2 19 0 0 0,-3 5-3 0 0,-1 53 1 0 0,-2-67 632 0 0,9-31 2468 0 0,29-40-1951 0 0,-30 38-899 0 0,0 0 1 0 0,0 0-1 0 0,1 0 0 0 0,0 1 0 0 0,1 0 0 0 0,0 1 0 0 0,0 0 0 0 0,21-10 0 0 0,-19 12-1131 0 0,1 0 1 0 0,-1 1-1 0 0,1 0 1 0 0,24-3-1 0 0,-18 6-5393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2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 2304 0 0,'-3'2'513'0'0,"0"0"0"0"0,0 0 0 0 0,0-1-1 0 0,0 1 1 0 0,0-1 0 0 0,-1 0 0 0 0,1 0-1 0 0,-1 0 1 0 0,1 0 0 0 0,-28 14 11385 0 0,53 7-10236 0 0,15 12-999 0 0,64 65 175 0 0,-87-84-953 0 0,-1 1-1 0 0,0 1 1 0 0,-1 0-1 0 0,16 34 0 0 0,-23-23-3297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2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30 200 8290 0 0,'-2'-1'95'0'0,"1"1"-1"0"0,0 0 1 0 0,-1-1 0 0 0,1 1 0 0 0,0-1 0 0 0,0 1-1 0 0,-1-1 1 0 0,1 1 0 0 0,0-1 0 0 0,0 0-1 0 0,0 0 1 0 0,0 1 0 0 0,0-1 0 0 0,0 0 0 0 0,0 0-1 0 0,0 0 1 0 0,0 0 0 0 0,1 0 0 0 0,-1 0 0 0 0,0-1-1 0 0,0-1 1 0 0,-1 0 156 0 0,1 0 1 0 0,1 0-1 0 0,-1 0 0 0 0,0 0 1 0 0,1 0-1 0 0,-1-1 0 0 0,1 1 0 0 0,1-6 1 0 0,0 0 382 0 0,0-1 0 0 0,1 1 0 0 0,0 0 1 0 0,0 0-1 0 0,7-14 0 0 0,-5 14-180 0 0,1 1-1 0 0,0 0 1 0 0,0 0-1 0 0,13-14 1 0 0,-17 20-421 0 0,1 0 0 0 0,-1 1 0 0 0,1-1 0 0 0,-1 0 0 0 0,1 1 0 0 0,-1 0 0 0 0,1-1 0 0 0,0 1 0 0 0,0 0 0 0 0,0 0 0 0 0,0 0 0 0 0,0 0 0 0 0,0 0 0 0 0,0 0 0 0 0,0 1 0 0 0,0-1 0 0 0,0 1 0 0 0,0-1 0 0 0,0 1 0 0 0,1 0 1 0 0,-1 0-1 0 0,0 0 0 0 0,0 0 0 0 0,0 0 0 0 0,0 0 0 0 0,1 1 0 0 0,2 0 0 0 0,-2 1-126 0 0,-1 0 0 0 0,1 0 1 0 0,-1 0-1 0 0,0 0 0 0 0,0 0 0 0 0,0 1 1 0 0,0-1-1 0 0,0 1 0 0 0,-1-1 0 0 0,1 1 1 0 0,-1 0-1 0 0,1 0 0 0 0,-1 0 0 0 0,0 0 1 0 0,0 0-1 0 0,0 0 0 0 0,-1 0 0 0 0,1 0 1 0 0,-1 0-1 0 0,0 0 0 0 0,0 0 0 0 0,0 5 1 0 0,0 4-574 0 0,-1 0 0 0 0,0-1 1 0 0,-1 1-1 0 0,-4 18 1 0 0,-8 10-3089 0 0,9-28-193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2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 6913 0 0,'-3'0'392'0'0,"0"1"-1"0"0,0 0 0 0 0,0-1 1 0 0,0 1-1 0 0,1 0 0 0 0,-1 1 1 0 0,0-1-1 0 0,0 0 0 0 0,1 1 0 0 0,-1 0 1 0 0,1-1-1 0 0,-1 1 0 0 0,1 0 1 0 0,0 0-1 0 0,-3 4 0 0 0,0-1-104 0 0,0 1 1 0 0,1 0-1 0 0,-1-1 0 0 0,1 1 1 0 0,-4 10-1 0 0,5-8-179 0 0,1 0 1 0 0,-1 0-1 0 0,2 0 0 0 0,-1 0 1 0 0,1 1-1 0 0,0-1 0 0 0,1 1 1 0 0,0-1-1 0 0,0 1 0 0 0,1-1 1 0 0,0 0-1 0 0,0 1 0 0 0,1-1 1 0 0,0 0-1 0 0,1 0 1 0 0,0 0-1 0 0,0 0 0 0 0,1 0 1 0 0,4 7-1 0 0,-7-13-202 0 0,-1-1 0 0 0,1 0 0 0 0,0 1 0 0 0,0-1 0 0 0,0 0 0 0 0,0 1 0 0 0,0-1 0 0 0,0 0 0 0 0,0 0 0 0 0,1 0 0 0 0,-1 0 0 0 0,0 0 0 0 0,1 0 0 0 0,-1-1 0 0 0,0 1 0 0 0,1 0 0 0 0,-1-1 0 0 0,1 1 0 0 0,-1-1 0 0 0,1 1 0 0 0,0-1 0 0 0,-1 0 0 0 0,1 1 0 0 0,-1-1 0 0 0,1 0 0 0 0,0 0 0 0 0,-1 0 0 0 0,1 0 0 0 0,-1-1 0 0 0,1 1 0 0 0,-1 0 0 0 0,1-1 0 0 0,0 1 0 0 0,-1-1 0 0 0,0 1 0 0 0,1-1 0 0 0,-1 0 0 0 0,3-1 0 0 0,0-1-358 0 0,-1 0 0 0 0,0 0 0 0 0,0 0-1 0 0,0 0 1 0 0,-1 0 0 0 0,1-1 0 0 0,-1 1 0 0 0,0-1 0 0 0,0 1 0 0 0,0-1 0 0 0,0 0 0 0 0,-1 0 0 0 0,3-7 0 0 0,0-12-353 0 0,-2 11 1341 0 0,0 0-1 0 0,1 0 1 0 0,5-12-1 0 0,-8 22-207 0 0,1 0 0 0 0,0 0 0 0 0,0 0 0 0 0,0 0 0 0 0,0 0 0 0 0,0 0 0 0 0,0 0 0 0 0,0 1 0 0 0,1-1 0 0 0,-1 0 0 0 0,0 1 0 0 0,1-1 0 0 0,0 1-1 0 0,-1 0 1 0 0,1 0 0 0 0,0-1 0 0 0,0 1 0 0 0,0 0 0 0 0,-1 0 0 0 0,1 1 0 0 0,0-1 0 0 0,0 0 0 0 0,4 0 0 0 0,-4 1-143 0 0,1 0 0 0 0,-1 0 0 0 0,0 0 0 0 0,0 1 0 0 0,0-1 0 0 0,0 1 0 0 0,0-1 0 0 0,0 1 0 0 0,0 0 0 0 0,0 0 1 0 0,0 0-1 0 0,0 0 0 0 0,0 0 0 0 0,0 0 0 0 0,1 2 0 0 0,29 28-99 0 0,-1-3-3694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3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0 102 6913 0 0,'0'0'623'0'0,"18"14"1974"0"0,9 6-961 0 0,-15-13-880 0 0,0 2 1 0 0,-1-1-1 0 0,0 2 1 0 0,-1-1-1 0 0,15 18 0 0 0,-37-40 2561 0 0,-22-26-2385 0 0,28 29-1227 0 0,-1 0 0 0 0,1-1 0 0 0,1 1 0 0 0,0-1 0 0 0,0 0 0 0 0,1-1-1 0 0,1 1 1 0 0,0-1 0 0 0,-3-20 0 0 0,6 8-6092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3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0 137 10594 0 0,'8'-29'2949'0'0,"-5"23"-2734"0"0,-1-2-862 0 0,1 0 1 0 0,0 0-1 0 0,0 1 1 0 0,1-1-1 0 0,0 1 1 0 0,0 0-1 0 0,1 0 1 0 0,-1 1-1 0 0,2-1 1 0 0,-1 1-1 0 0,1 0 1 0 0,9-7-1 0 0,-9 9 647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4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0 115 2304 0 0,'2'-2'8386'0'0,"0"-5"-7297"0"0,4-2-225 0 0,2-4-32 0 0,0 0-16 0 0,1 0-1200 0 0,1-1-248 0 0,0 4-40 0 0,0-2-16 0 0,-2 1 568 0 0,-3 0 120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5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1150 1840 0 0,'-58'37'2245'0'0,"48"-29"-1132"0"0,0-1 1 0 0,-1 0-1 0 0,0-1 1 0 0,0 0 0 0 0,-1 0-1 0 0,-12 3 1 0 0,22-8-884 0 0,0-1 1 0 0,0 1-1 0 0,0-1 0 0 0,1 0 1 0 0,-1 1-1 0 0,0-1 0 0 0,0 0 1 0 0,0 0-1 0 0,0-1 0 0 0,0 1 1 0 0,0 0-1 0 0,0-1 0 0 0,0 1 1 0 0,0-1-1 0 0,1 1 1 0 0,-1-1-1 0 0,0 0 0 0 0,0 0 1 0 0,1 0-1 0 0,-1 0 0 0 0,-2-1 1 0 0,5-1-61 0 0,1 0 1 0 0,-1 0-1 0 0,1 0 1 0 0,0 0-1 0 0,0 0 1 0 0,0 1 0 0 0,0-1-1 0 0,0 1 1 0 0,0 0-1 0 0,6-4 1 0 0,-3 0 16 0 0,101-113 1045 0 0,-19 21-542 0 0,100-90 0 0 0,61-59-584 0 0,-151 141-292 0 0,182-156 0 0 0,-246 232-282 0 0,-1-2 1 0 0,35-45 0 0 0,-52 59-97 0 0,-5 6-343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5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 6449 0 0,'-19'-2'7930'0'0,"28"24"-3960"0"0,-3-9-4103 0 0,7 10 1001 0 0,1 1 0 0 0,1-2-1 0 0,33 40 1 0 0,64 56-1862 0 0,-97-102 223 0 0,9 7-6396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6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75 104 4609 0 0,'-26'-28'1679'0'0,"15"14"1351"0"0,0-1 1 0 0,1 0-1 0 0,-6-16 3057 0 0,38 53-5064 0 0,115 182 0 0 0,91 118-2581 0 0,-206-296 408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6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34 417 4145 0 0,'-33'-1'9071'0'0,"33"0"-8958"0"0,11-14 1488 0 0,59-43 1438 0 0,-7 6-988 0 0,98-91 842 0 0,-128 117-3081 0 0,1 1 1 0 0,2 2 0 0 0,40-20-1 0 0,-63 37-697 0 0,0 0-1 0 0,0 1 0 0 0,20-5 0 0 0,-18 7-642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10594 0 0,'1'4'487'0'0,"1"-1"-1"0"0,0 1 0 0 0,0-1 0 0 0,0 1 1 0 0,1-1-1 0 0,-1 0 0 0 0,1 0 1 0 0,0 0-1 0 0,4 3 0 0 0,2 4 655 0 0,36 41 2033 0 0,92 117-292 0 0,-72-63-2369 0 0,-39-59-2744 0 0,-6-12-3028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7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4 131 9674 0 0,'-1'-3'207'0'0,"0"-1"0"0"0,0 1-1 0 0,1-1 1 0 0,-1 1 0 0 0,1-1 0 0 0,0 1-1 0 0,0-1 1 0 0,1 1 0 0 0,-1 0 0 0 0,1-1-1 0 0,-1 1 1 0 0,1-1 0 0 0,0 1-1 0 0,0 0 1 0 0,1 0 0 0 0,-1-1 0 0 0,1 1-1 0 0,0 0 1 0 0,-1 0 0 0 0,5-4 0 0 0,-3 2 58 0 0,0 0 0 0 0,1 1 1 0 0,-1 0-1 0 0,1 0 0 0 0,0 0 1 0 0,0 1-1 0 0,0-1 0 0 0,0 1 1 0 0,1 0-1 0 0,0 0 0 0 0,-1 0 1 0 0,1 1-1 0 0,6-3 0 0 0,-8 4-204 0 0,1 0 0 0 0,-1 0-1 0 0,1 1 1 0 0,-1-1-1 0 0,1 1 1 0 0,-1 0-1 0 0,1 0 1 0 0,-1 0 0 0 0,1 0-1 0 0,-1 0 1 0 0,1 1-1 0 0,0 0 1 0 0,-1 0-1 0 0,0 0 1 0 0,1 0-1 0 0,-1 0 1 0 0,0 1 0 0 0,1-1-1 0 0,-1 1 1 0 0,0 0-1 0 0,0 0 1 0 0,-1 0-1 0 0,1 1 1 0 0,0-1 0 0 0,-1 0-1 0 0,1 1 1 0 0,-1 0-1 0 0,0 0 1 0 0,0 0-1 0 0,0 0 1 0 0,0 0 0 0 0,0 0-1 0 0,2 5 1 0 0,2 10-15 0 0,0 1 0 0 0,-1-1 0 0 0,-1 1 0 0 0,-1 0 0 0 0,2 21 0 0 0,-1-6 298 0 0,-4-33-282 0 0,0 0 0 0 0,0-1 0 0 0,0 1 0 0 0,0-1 0 0 0,0 1 0 0 0,0 0 0 0 0,0-1 0 0 0,0 1 1 0 0,1 0-1 0 0,-1-1 0 0 0,0 1 0 0 0,0-1 0 0 0,1 1 0 0 0,-1-1 0 0 0,0 1 0 0 0,0 0 0 0 0,1-1 0 0 0,-1 1 0 0 0,1-1 1 0 0,-1 0-1 0 0,1 1 0 0 0,-1-1 0 0 0,1 1 0 0 0,-1-1 0 0 0,1 1 0 0 0,-1-1 0 0 0,1 0 0 0 0,-1 0 0 0 0,1 1 0 0 0,-1-1 1 0 0,1 0-1 0 0,0 1 0 0 0,1-2-6 0 0,-1 1-1 0 0,1-1 1 0 0,-1 1 0 0 0,0-1 0 0 0,1 1-1 0 0,-1-1 1 0 0,0 0 0 0 0,0 1 0 0 0,0-1 0 0 0,1 0-1 0 0,-1 0 1 0 0,0 0 0 0 0,1-2 0 0 0,34-44 243 0 0,-32 42-122 0 0,4-8-436 0 0,1 1 1 0 0,1 0-1 0 0,0 0 1 0 0,1 1-1 0 0,23-18 1 0 0,-25 23-645 0 0,0 0 0 0 0,0 1 0 0 0,1 0 0 0 0,0 0 1 0 0,0 1-1 0 0,0 1 0 0 0,0-1 0 0 0,1 2 0 0 0,13-3 0 0 0,51-8 210 0 0,-52 7 693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7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59 1368 0 0,'-4'1'155'0'0,"-25"5"2321"0"0,14-9 2992 0 0,14 2-5272 0 0,1 0 0 0 0,0 1-1 0 0,0-1 1 0 0,1 0-1 0 0,-1 1 1 0 0,0-1 0 0 0,0 0-1 0 0,0 1 1 0 0,0-1-1 0 0,0 0 1 0 0,1 1 0 0 0,-1-1-1 0 0,0 0 1 0 0,1 1-1 0 0,-1-1 1 0 0,0 1 0 0 0,1-1-1 0 0,-1 1 1 0 0,1-1 0 0 0,-1 1-1 0 0,1-1 1 0 0,-1 1-1 0 0,1-1 1 0 0,-1 1 0 0 0,2-1-1 0 0,18-16 1465 0 0,-17 15-1108 0 0,0-1-364 0 0,0 0 1 0 0,1 0-1 0 0,-1 1 1 0 0,1 0-1 0 0,0-1 1 0 0,0 1-1 0 0,-1 0 0 0 0,1 1 1 0 0,1-1-1 0 0,-1 1 1 0 0,0 0-1 0 0,0 0 1 0 0,7-1-1 0 0,-8 2-187 0 0,-1 1 0 0 0,0-1 0 0 0,1 1-1 0 0,-1-1 1 0 0,0 1 0 0 0,1 0 0 0 0,-1-1 0 0 0,0 1-1 0 0,0 1 1 0 0,0-1 0 0 0,0 0 0 0 0,0 0 0 0 0,0 1-1 0 0,0-1 1 0 0,0 1 0 0 0,0 0 0 0 0,-1-1 0 0 0,1 1 0 0 0,-1 0-1 0 0,1 0 1 0 0,-1 0 0 0 0,0 0 0 0 0,0 0 0 0 0,0 0-1 0 0,2 5 1 0 0,2 7-184 0 0,0 1-1 0 0,4 20 0 0 0,-7-24 37 0 0,1-1-1 0 0,0 1 0 0 0,0-1 1 0 0,1 0-1 0 0,0 0 0 0 0,10 16 1 0 0,-13-25 150 0 0,-1 0-1 0 0,1 0 1 0 0,0 0 0 0 0,0 0-1 0 0,0 0 1 0 0,0 0 0 0 0,0 0-1 0 0,0 0 1 0 0,0 0 0 0 0,0-1-1 0 0,0 1 1 0 0,0-1 0 0 0,1 1-1 0 0,-1 0 1 0 0,0-1 0 0 0,0 0 0 0 0,0 1-1 0 0,1-1 1 0 0,-1 0 0 0 0,0 0-1 0 0,1 1 1 0 0,0-1 0 0 0,27-9 536 0 0,-26 7-460 0 0,0 1 0 0 0,-1 0 1 0 0,1 0-1 0 0,0 0 0 0 0,0 0 0 0 0,0 0 1 0 0,0 1-1 0 0,0-1 0 0 0,6 1 0 0 0,-8 1-75 0 0,0-1-1 0 0,1 1 1 0 0,-1 0-1 0 0,0-1 0 0 0,0 1 1 0 0,1 0-1 0 0,-1 0 1 0 0,0 0-1 0 0,0 0 0 0 0,0 0 1 0 0,0 0-1 0 0,0 0 0 0 0,0 0 1 0 0,-1 1-1 0 0,1-1 1 0 0,0 0-1 0 0,0 0 0 0 0,-1 1 1 0 0,1-1-1 0 0,-1 1 0 0 0,0-1 1 0 0,1 0-1 0 0,-1 1 1 0 0,0-1-1 0 0,0 1 0 0 0,1-1 1 0 0,-1 3-1 0 0,0 43-1362 0 0,0-45 1151 0 0,-3 26-5297 0 0,0-14 210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8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0 190 5065 0 0,'40'-36'11676'0'0,"11"-2"-6775"0"0,-2 4-5963 0 0,76-38 1 0 0,-104 62-5273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8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10594 0 0,'0'0'125'0'0,"-1"0"-1"0"0,1 0 0 0 0,0 0 1 0 0,-1 0-1 0 0,1-1 1 0 0,-1 1-1 0 0,1 0 0 0 0,-1 0 1 0 0,1 0-1 0 0,0 0 1 0 0,-1 0-1 0 0,1 1 0 0 0,-1-1 1 0 0,1 0-1 0 0,0 0 0 0 0,-1 0 1 0 0,1 0-1 0 0,-1 0 1 0 0,1 1-1 0 0,0-1 0 0 0,-1 0 1 0 0,1 0-1 0 0,0 0 1 0 0,-1 1-1 0 0,1-1 0 0 0,0 0 1 0 0,-1 1-1 0 0,1-1 1 0 0,0 0-1 0 0,0 1 0 0 0,-1-1 1 0 0,1 0-1 0 0,0 1 0 0 0,0-1 1 0 0,0 0-1 0 0,-1 1 1 0 0,1-1-1 0 0,0 1 0 0 0,0-1 1 0 0,0 0-1 0 0,0 1 1 0 0,0-1-1 0 0,0 1 0 0 0,0-1 1 0 0,0 0-1 0 0,0 1 1 0 0,7 30 2610 0 0,22 31-785 0 0,82 107-527 0 0,-27-65-3732 0 0,-63-81-4984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8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51 10138 0 0,'-20'-33'7148'0'0,"11"16"-3838"0"0,97 152-1385 0 0,20 35-177 0 0,4 9-2259 0 0,-81-136 54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9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41 572 1376 0 0,'-1'1'-187'0'0,"-30"10"1901"0"0,31-11-1600 0 0,0 0 0 0 0,0 0 0 0 0,-1 0 1 0 0,1 0-1 0 0,0 0 0 0 0,-1 1 0 0 0,1-1 0 0 0,0 0 0 0 0,-1 0 0 0 0,1 0 0 0 0,-5-3 2168 0 0,5 2-2168 0 0,7-15 3792 0 0,12-5-2295 0 0,0 1 0 0 0,1 1 0 0 0,1 0 0 0 0,34-22 0 0 0,10-9 328 0 0,96-99 187 0 0,-98 86-3034 0 0,95-72-1 0 0,-147 128-270 0 0,0 0-1 0 0,0 0 1 0 0,0 1-1 0 0,18-7 1 0 0,-5 6-4501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9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0,'8'1'950'0'0,"0"0"0"0"0,0 1-1 0 0,0-1 1 0 0,0 2 0 0 0,0-1-1 0 0,0 1 1 0 0,-1 0 0 0 0,1 1-1 0 0,11 7 1 0 0,0 1-127 0 0,0 1 0 0 0,21 20-1 0 0,-10-2-746 0 0,-1 0-1 0 0,-2 2 1 0 0,-1 1-1 0 0,-2 2 0 0 0,31 59 1 0 0,-42-64-1599 0 0,-12-10-2789 0 0,-3-16 2474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49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9674 0 0,'4'-7'493'0'0,"0"-1"0"0"0,1 1 1 0 0,0 0-1 0 0,0 0 0 0 0,1 0 0 0 0,0 1 0 0 0,0 0 1 0 0,0 0-1 0 0,1 0 0 0 0,0 1 0 0 0,0 0 0 0 0,1 0 1 0 0,-1 1-1 0 0,1 0 0 0 0,11-4 0 0 0,-17 7-377 0 0,1 0 1 0 0,0 1-1 0 0,-1-1 0 0 0,1 1 0 0 0,0-1 1 0 0,0 1-1 0 0,-1 0 0 0 0,1 0 0 0 0,0 1 1 0 0,0-1-1 0 0,0 0 0 0 0,-1 1 0 0 0,1 0 1 0 0,0-1-1 0 0,-1 1 0 0 0,1 0 0 0 0,-1 1 1 0 0,4 1-1 0 0,-2-1-38 0 0,0 1 0 0 0,-1 0-1 0 0,1 1 1 0 0,-1-1 0 0 0,0 1 0 0 0,0-1 0 0 0,0 1-1 0 0,0 0 1 0 0,4 8 0 0 0,0 6-120 0 0,0 0 0 0 0,0 1 0 0 0,-2-1 0 0 0,4 22 1 0 0,-9-38 38 0 0,3 16-85 0 0,-1 0-1 0 0,-1 1 1 0 0,-2 20-1 0 0,1-22 335 0 0,0 1-1 0 0,1-1 0 0 0,5 28 0 0 0,-6-44-226 0 0,0 0 0 0 0,0 0-1 0 0,0 0 1 0 0,1 0 0 0 0,-1-1-1 0 0,0 1 1 0 0,1 0 0 0 0,-1 0-1 0 0,1 0 1 0 0,-1-1 0 0 0,1 1-1 0 0,0 0 1 0 0,-1 0 0 0 0,1-1-1 0 0,0 1 1 0 0,-1 0 0 0 0,1-1-1 0 0,0 1 1 0 0,0-1 0 0 0,-1 1-1 0 0,1-1 1 0 0,0 1 0 0 0,0-1 0 0 0,0 0-1 0 0,0 1 1 0 0,0-1 0 0 0,0 0-1 0 0,-1 0 1 0 0,1 0 0 0 0,0 0-1 0 0,0 0 1 0 0,0 0 0 0 0,0 0-1 0 0,0 0 1 0 0,0 0 0 0 0,0 0-1 0 0,0 0 1 0 0,0 0 0 0 0,0-1-1 0 0,0 1 1 0 0,-1 0 0 0 0,1-1 0 0 0,0 1-1 0 0,0-1 1 0 0,0 1 0 0 0,0-1-1 0 0,-1 1 1 0 0,2-2 0 0 0,8-4 239 0 0,-1 0 0 0 0,0-1 0 0 0,11-9 0 0 0,-12 8-184 0 0,90-59-4705 0 0,-72 50 2100 0 0,-4 4-4286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50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5 147 10594 0 0,'0'1'339'0'0,"-1"0"0"0"0,0 0-1 0 0,1 0 1 0 0,-1 0 0 0 0,1 0-1 0 0,0 1 1 0 0,-1-1 0 0 0,1 0-1 0 0,0 0 1 0 0,0 0 0 0 0,-1 1 0 0 0,1-1-1 0 0,0 0 1 0 0,0 0 0 0 0,0 0-1 0 0,1 1 1 0 0,-1-1 0 0 0,0 0-1 0 0,0 0 1 0 0,1 2 0 0 0,1 0 82 0 0,-1 0 1 0 0,1 0 0 0 0,0 0 0 0 0,-1 0-1 0 0,1-1 1 0 0,1 1 0 0 0,3 3-1 0 0,5 4 111 0 0,0 0-1 0 0,21 12 0 0 0,-24-17-237 0 0,1 1-192 0 0,1 0 1 0 0,0 0 0 0 0,0-1-1 0 0,1 0 1 0 0,-1-1 0 0 0,1 0-1 0 0,0-1 1 0 0,14 3 0 0 0,-21-5-149 0 0,0-1 0 0 0,0 0 1 0 0,0 0-1 0 0,0 0 1 0 0,0 0-1 0 0,0-1 1 0 0,0 1-1 0 0,0-1 0 0 0,0 0 1 0 0,0 0-1 0 0,0 0 1 0 0,-1-1-1 0 0,1 0 0 0 0,0 1 1 0 0,-1-1-1 0 0,1 0 1 0 0,-1-1-1 0 0,0 1 1 0 0,0-1-1 0 0,0 1 0 0 0,0-1 1 0 0,0 0-1 0 0,0 0 1 0 0,-1 0-1 0 0,0 0 0 0 0,4-7 1 0 0,1-2-623 0 0,0-1 0 0 0,-1 0 1 0 0,-1 0-1 0 0,0 0 0 0 0,-1 0 0 0 0,0-1 1 0 0,-1 0-1 0 0,-1 1 0 0 0,0-1 0 0 0,-1 0 1 0 0,0 0-1 0 0,-1 0 0 0 0,-1 0 0 0 0,0 0 1 0 0,-1 0-1 0 0,1-12 6437 0 0,23 42-2815 0 0,-14-5-2508 0 0,-1 0-1 0 0,0 0 0 0 0,0 0 0 0 0,-1 1 0 0 0,9 24 0 0 0,15 65 175 0 0,-25-83-454 0 0,11 44 71 0 0,-10-30-346 0 0,2 0 0 0 0,1-1-1 0 0,2-1 1 0 0,1 0 0 0 0,31 57-1 0 0,-26-62-8385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5:59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2388 4609 0 0,'4'-3'207'0'0,"0"1"0"0"0,1 0 0 0 0,-1 0 1 0 0,0 1-1 0 0,1 0 0 0 0,0-1 0 0 0,-1 1 0 0 0,7 0 0 0 0,10-3 67 0 0,1-1-1 0 0,-1-1 0 0 0,0-1 1 0 0,0-1-1 0 0,-1 0 1 0 0,26-16-1 0 0,110-78 932 0 0,-78 48-982 0 0,55-35 102 0 0,216-139 620 0 0,50-14 453 0 0,93-30 61 0 0,-299 171-1075 0 0,623-316 5 0 0,-469 233-403 0 0,-175 89 8 0 0,252-101-1 0 0,-385 182 7 0 0,435-142 150 0 0,-275 104 29 0 0,-73 17-140 0 0,190-29 0 0 0,-275 59-44 0 0,-1 2 0 0 0,1 2 0 0 0,0 1 0 0 0,0 2 0 0 0,0 2 1 0 0,-1 2-1 0 0,0 1 0 0 0,78 26 0 0 0,-75-14 20 0 0,-2 2-1 0 0,0 2 1 0 0,59 43 0 0 0,-20-12 221 0 0,113 61 641 0 0,99 67-336 0 0,-150-72-383 0 0,-6 6 0 0 0,182 200 0 0 0,-267-266 31 0 0,2-2 0 0 0,3-3-1 0 0,1-2 1 0 0,113 64-1 0 0,-95-61 90 0 0,-2 3 0 0 0,-3 3 0 0 0,-1 2 0 0 0,-3 4 1 0 0,72 82-1 0 0,-70-64 27 0 0,69 100 0 0 0,-134-172-304 0 0,27 40 108 0 0,-1 0 0 0 0,-2 2 1 0 0,33 80-1 0 0,-55-112-45 0 0,0 1-1 0 0,-1 0 1 0 0,0 0 0 0 0,-1 0 0 0 0,-1 1 0 0 0,-1-1-1 0 0,0 0 1 0 0,-1 1 0 0 0,0-1 0 0 0,-1 1 0 0 0,-1-1-1 0 0,-1 1 1 0 0,0-1 0 0 0,-1 0 0 0 0,0 0-1 0 0,-1-1 1 0 0,-8 15 0 0 0,0-3-43 0 0,-2-1 1 0 0,-1 0-1 0 0,-1-2 1 0 0,-1 0-1 0 0,-28 27 0 0 0,-114 95 8 0 0,89-85-35 0 0,-356 307 6 0 0,89-100-159 0 0,60-51 94 0 0,-22 12 65 0 0,41-34 0 0 0,-306 214-234 0 0,438-322 50 0 0,-33 26-102 0 0,-266 171-307 0 0,69-35 420 0 0,98-64 26 0 0,-244 204 127 0 0,82-57 24 0 0,224-182-355 0 0,100-73-161 0 0,-173 105-1 0 0,94-75-12 0 0,-73 39 966 0 0,214-128-266 0 0,0-1-1 0 0,-1-2 1 0 0,-1-2-1 0 0,0-2 0 0 0,-53 9 1 0 0,57-16-81 0 0,0-1 1 0 0,0-2-1 0 0,0-1 1 0 0,0-1-1 0 0,-47-11 1 0 0,31 2 64 0 0,1-1 1 0 0,-89-38-1 0 0,113 38-122 0 0,0-1 0 0 0,0-1 0 0 0,1-1 0 0 0,1-1 0 0 0,1-1 0 0 0,0 0 0 0 0,-19-23 0 0 0,-118-153 387 0 0,104 121-375 0 0,-19-28 17 0 0,4-3 0 0 0,5-4 0 0 0,5-2 0 0 0,-57-145 0 0 0,-193-496-572 0 0,209 526 6 0 0,48 116 317 0 0,-61-189 0 0 0,103 256 253 0 0,2-1 0 0 0,1 0 0 0 0,3 0 0 0 0,1-1 0 0 0,2 1 0 0 0,6-59 0 0 0,53-252 188 0 0,-33 231-299 0 0,3-22-42 0 0,44-300-300 0 0,-66 373 383 0 0,-3 0 0 0 0,-4 0 0 0 0,-2 0 0 0 0,-15-81 0 0 0,10 96-5783 0 0,6 33-732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01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99 5985 0 0,'-4'-5'194'0'0,"1"1"0"0"0,-1-1-1 0 0,1 1 1 0 0,0-1-1 0 0,1 0 1 0 0,-1 0 0 0 0,1-1-1 0 0,0 1 1 0 0,0 0 0 0 0,1-1-1 0 0,-1 1 1 0 0,1-1-1 0 0,0 0 1 0 0,1 1 0 0 0,0-9-1 0 0,0 14-153 0 0,0-1-1 0 0,1 1 0 0 0,-1-1 0 0 0,0 1 1 0 0,1-1-1 0 0,-1 1 0 0 0,1-1 0 0 0,-1 1 1 0 0,0 0-1 0 0,1-1 0 0 0,-1 1 0 0 0,1-1 1 0 0,0 1-1 0 0,-1 0 0 0 0,1 0 0 0 0,-1-1 1 0 0,1 1-1 0 0,-1 0 0 0 0,1 0 1 0 0,0 0-1 0 0,-1 0 0 0 0,1 0 0 0 0,-1 0 1 0 0,1 0-1 0 0,0 0 0 0 0,-1 0 0 0 0,1 0 1 0 0,-1 0-1 0 0,1 0 0 0 0,0 0 0 0 0,-1 0 1 0 0,1 0-1 0 0,-1 1 0 0 0,1-1 0 0 0,-1 0 1 0 0,1 0-1 0 0,0 1 0 0 0,-1-1 0 0 0,1 0 1 0 0,-1 1-1 0 0,0-1 0 0 0,1 1 1 0 0,25 14 438 0 0,-14-5-420 0 0,-1 0-1 0 0,0 0 1 0 0,-1 1-1 0 0,0 1 0 0 0,0 0 1 0 0,-1 0-1 0 0,-1 1 1 0 0,0 0-1 0 0,7 16 0 0 0,6 20 203 0 0,19 66 0 0 0,-10-27 320 0 0,98 225 572 0 0,-97-251-1134 0 0,3 0 1 0 0,74 102-1 0 0,145 176-82 0 0,-203-280 182 0 0,1-2 0 0 0,102 87-1 0 0,136 77 325 0 0,-183-153-322 0 0,3-5 0 0 0,2-4 0 0 0,3-6-1 0 0,2-4 1 0 0,173 48 0 0 0,-16-27 10 0 0,372 48 0 0 0,-90-27 233 0 0,-380-62-380 0 0,894 120 177 0 0,-297-115 280 0 0,8 0 137 0 0,-563-8-327 0 0,217 58 1 0 0,-338-65-414 0 0,-19-10-411 0 0,-61-9 546 0 0,1 1 1 0 0,-1 0-1 0 0,0 1 0 0 0,0 1 1 0 0,0 0-1 0 0,19 8 0 0 0,-35-12 39 0 0,1 1 0 0 0,-1-1 0 0 0,1 0-1 0 0,-1 0 1 0 0,1 1 0 0 0,0-1 0 0 0,-1 0 0 0 0,0 1-1 0 0,1-1 1 0 0,-1 0 0 0 0,1 1 0 0 0,-1-1-1 0 0,1 1 1 0 0,-1-1 0 0 0,0 1 0 0 0,1-1-1 0 0,-1 1 1 0 0,0-1 0 0 0,1 1 0 0 0,-1-1 0 0 0,0 1-1 0 0,0-1 1 0 0,0 1 0 0 0,1 0 0 0 0,-1-1-1 0 0,0 1 1 0 0,0-1 0 0 0,0 2 0 0 0,-11 13-151 0 0,-33 12-1424 0 0,35-22 768 0 0,-5 4 28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02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6913 0 0,'1'-2'78'0'0,"1"0"0"0"0,-1-1 0 0 0,1 1-1 0 0,0 0 1 0 0,0 0 0 0 0,0 0-1 0 0,0 1 1 0 0,0-1 0 0 0,0 0-1 0 0,0 1 1 0 0,1-1 0 0 0,-1 1-1 0 0,0 0 1 0 0,6-2 0 0 0,-4 1 225 0 0,1 0 0 0 0,-1 1 1 0 0,1-1-1 0 0,0 1 0 0 0,0 0 0 0 0,0 0 1 0 0,7 1-1 0 0,4 2 240 0 0,-1 1-1 0 0,0 1 1 0 0,0 1 0 0 0,-1 0-1 0 0,19 9 1 0 0,16 6-82 0 0,-18-9-353 0 0,0 1 0 0 0,35 20 0 0 0,-53-25 3 0 0,0 1 0 0 0,0 1 0 0 0,-1 0 0 0 0,-1 1 0 0 0,0 0 0 0 0,0 1 0 0 0,11 14 0 0 0,-19-21 8 0 0,1 1 1 0 0,-1-1-1 0 0,0 1 0 0 0,0 0 1 0 0,0 0-1 0 0,-1 0 0 0 0,0 0 1 0 0,0 0-1 0 0,2 9 0 0 0,-3-10-41 0 0,-1 0 0 0 0,0 0 0 0 0,-1 0-1 0 0,1 0 1 0 0,-1 0 0 0 0,1 0 0 0 0,-1-1 0 0 0,0 1 0 0 0,0 0-1 0 0,-1 0 1 0 0,1-1 0 0 0,-1 1 0 0 0,0 0 0 0 0,-3 4-1 0 0,-6 7 95 0 0,1 0 0 0 0,-2 0-1 0 0,0-1 1 0 0,-1 0-1 0 0,-19 15 1 0 0,-81 55 528 0 0,49-38-756 0 0,42-29-203 0 0,1 0-1 0 0,0 1 1 0 0,2 1-1 0 0,-19 22 1 0 0,17-11-6230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08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2428 5985 0 0,'-24'0'1041'0'0,"0"0"0"0"0,-33-7-1 0 0,57 7-1011 0 0,0 0-1 0 0,0 0 1 0 0,0 0-1 0 0,0 0 1 0 0,0 0 0 0 0,-1 0-1 0 0,1 0 1 0 0,0 0-1 0 0,0 0 1 0 0,0 0-1 0 0,0 0 1 0 0,0 0-1 0 0,0-1 1 0 0,0 1 0 0 0,-1 0-1 0 0,1 0 1 0 0,0 0-1 0 0,0 0 1 0 0,0 0-1 0 0,0 0 1 0 0,0 0-1 0 0,0-1 1 0 0,0 1 0 0 0,0 0-1 0 0,0 0 1 0 0,0 0-1 0 0,0 0 1 0 0,0 0-1 0 0,0 0 1 0 0,0-1-1 0 0,0 1 1 0 0,0 0 0 0 0,0 0-1 0 0,0 0 1 0 0,0 0-1 0 0,0 0 1 0 0,0-1-1 0 0,0 1 1 0 0,0 0-1 0 0,0 0 1 0 0,0 0-1 0 0,0 0 1 0 0,0 0 0 0 0,0-1-1 0 0,0 1 1 0 0,0 0-1 0 0,0 0 1 0 0,7-10 467 0 0,12-8-280 0 0,-18 18-156 0 0,465-374 3149 0 0,-314 264-3129 0 0,269-176 176 0 0,-147 102-259 0 0,-6 3 100 0 0,267-146 705 0 0,-364 221-647 0 0,177-98 58 0 0,-135 91-300 0 0,165-79 174 0 0,-274 148-141 0 0,1 4 0 0 0,177-43 0 0 0,-174 58-7 0 0,258-45 288 0 0,-241 56-156 0 0,320-20 369 0 0,-372 33-397 0 0,-1 4 1 0 0,0 3-1 0 0,0 3 0 0 0,112 30 0 0 0,23 25 236 0 0,236 108 0 0 0,-299-97-382 0 0,168 116 0 0 0,-305-186 98 0 0,123 88-252 0 0,168 157 0 0 0,41 32 394 0 0,-329-275-115 0 0,423 336 984 0 0,-261-185-799 0 0,252 248 434 0 0,43 119-641 0 0,-120-87 1002 0 0,-144-203 60 0 0,-45-55-842 0 0,-44-44-245 0 0,256 316 375 0 0,-181-216-254 0 0,68 93-585 0 0,286 358 448 0 0,-395-487 32 0 0,-124-162-207 0 0,-3 0 1 0 0,0 2 0 0 0,23 66-1 0 0,-40-92 125 0 0,0 0 0 0 0,-1 0 0 0 0,0 0-1 0 0,-1 0 1 0 0,-1 0 0 0 0,0 0 0 0 0,-1 0-1 0 0,0 0 1 0 0,-2 1 0 0 0,1-1 0 0 0,-2 0-1 0 0,-3 14 1 0 0,1-12 69 0 0,-1-1 1 0 0,-1 0-1 0 0,0 0 1 0 0,-1 0-1 0 0,0-1 0 0 0,-2 0 1 0 0,1-1-1 0 0,-2 0 0 0 0,1 0 1 0 0,-14 11-1 0 0,-6 3-11 0 0,-1-2 1 0 0,-2 0-1 0 0,0-3 1 0 0,-1 0-1 0 0,-39 17 0 0 0,-190 70-360 0 0,37-18 222 0 0,183-71 165 0 0,-921 399-1075 0 0,529-271 792 0 0,354-124 263 0 0,-404 119-834 0 0,-6-28-16 0 0,-48-35 109 0 0,402-65 1513 0 0,-149 8 1061 0 0,66-12-1621 0 0,-115 0-2469 0 0,146-17 2250 0 0,-241 24-1 0 0,4 41 2758 0 0,-145-22-2743 0 0,325-39-390 0 0,-455-11 1758 0 0,4-48-1973 0 0,633 52 643 0 0,0-3-1 0 0,1-2 1 0 0,1-3 0 0 0,-104-43-1 0 0,-64-38 1410 0 0,-8 20-4407 0 0,209 70 2421 0 0,0 0-1 0 0,0-2 1 0 0,1-2-1 0 0,0 0 1 0 0,1-1-1 0 0,1-2 1 0 0,0-1-1 0 0,1-1 1 0 0,-38-33-1 0 0,-259-253 3979 0 0,263 242-3263 0 0,3-3 0 0 0,2-2 0 0 0,3-2 0 0 0,4-3 0 0 0,2-1 1 0 0,-37-84-1 0 0,-32-94-68 0 0,-156-507-1 0 0,127 336 312 0 0,16 52 261 0 0,92 249-422 0 0,-23-139-1 0 0,-24-572 4487 0 0,70 717-4832 0 0,-33-136 1 0 0,34 194-391 0 0,9 47 275 0 0,0 0-1 0 0,0 0 1 0 0,1 0-1 0 0,0-1 0 0 0,1 1 1 0 0,0 0-1 0 0,1-1 1 0 0,0 1-1 0 0,3-16 1 0 0,2 7 199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6:10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11799 7834 0 0,'40'3'4292'0'0,"75"13"1"0"0,-75-9-3929 0 0,1-1 0 0 0,56 0-1 0 0,166-32-123 0 0,-58 2-122 0 0,-164 22-122 0 0,498-52-82 0 0,307-93 499 0 0,-7-32-131 0 0,-356 29-595 0 0,-13-33 236 0 0,-388 150 94 0 0,495-202 591 0 0,-387 144 39 0 0,185-119 0 0 0,-312 172-542 0 0,128-77 11 0 0,272-217 0 0 0,-385 269-152 0 0,37-28-348 0 0,187-195 0 0 0,-153 117 180 0 0,171-253 1 0 0,-180 212 451 0 0,118-188 552 0 0,-28-16-21 0 0,239-713 747 0 0,-320 720-1335 0 0,56-163-134 0 0,-30-10-61 0 0,-98 282 31 0 0,121-492 188 0 0,-35-6-65 0 0,-51-193-523 0 0,-91 762 322 0 0,67-996-420 0 0,-83 1031 729 0 0,12-184 379 0 0,-13 350-629 0 0,2-1 0 0 0,1 1 1 0 0,1 0-1 0 0,1 1 0 0 0,18-35 0 0 0,-11 23-2 0 0,16-49 0 0 0,-32 82-14 0 0,1 0 0 0 0,-1 0 0 0 0,1 0 1 0 0,-1 0-1 0 0,0-1 0 0 0,-1 1 0 0 0,1 0 0 0 0,-1 0 0 0 0,-1-5 0 0 0,-3-21-395 0 0,3 46 234 0 0,-2-1 1 0 0,0 1-1 0 0,0 0 1 0 0,-2-1-1 0 0,-8 18 1 0 0,4-9-26 0 0,-3 6-14 0 0,-1-1 0 0 0,-2 0 1 0 0,-1-1-1 0 0,0-1 0 0 0,-3-1 0 0 0,0 0 0 0 0,-33 31 0 0 0,48-51 181 0 0,-1 0 0 0 0,-1-1 0 0 0,1 0 0 0 0,0-1 0 0 0,-1 1 0 0 0,0-1 0 0 0,0-1 0 0 0,-1 1 0 0 0,1-1 0 0 0,0 0 0 0 0,-10 1 0 0 0,17-4 27 0 0,0 0 0 0 0,-1 0 0 0 0,1 1-1 0 0,0-1 1 0 0,-1 0 0 0 0,1 0 0 0 0,0 0 0 0 0,-1 0-1 0 0,1-1 1 0 0,-1 1 0 0 0,1 0 0 0 0,0 0 0 0 0,-1 0-1 0 0,1 0 1 0 0,0 0 0 0 0,-1 0 0 0 0,1-1 0 0 0,0 1-1 0 0,-1 0 1 0 0,1 0 0 0 0,0 0 0 0 0,-1-1 0 0 0,1 1-1 0 0,0 0 1 0 0,0 0 0 0 0,-1-1 0 0 0,1 1 0 0 0,0 0-1 0 0,0-1 1 0 0,0 1 0 0 0,-1 0 0 0 0,1-1 0 0 0,0 1-1 0 0,0-1 1 0 0,1-16 8 0 0,10-15 11 0 0,25-40 10 0 0,-23 49-11 0 0,-1-1 0 0 0,-1-1-1 0 0,-1 0 1 0 0,-1 0 0 0 0,5-29 0 0 0,-12 43 157 0 0,1 1 1 0 0,-1-1-1 0 0,2 0 0 0 0,-1 1 0 0 0,2-1 0 0 0,-1 1 1 0 0,11-16-1 0 0,-14 24-137 0 0,1 0 0 0 0,-1 0 0 0 0,1 0 0 0 0,0 0 0 0 0,0 0-1 0 0,0 0 1 0 0,0 1 0 0 0,0-1 0 0 0,0 0 0 0 0,0 1 0 0 0,0 0 0 0 0,1-1 0 0 0,-1 1 0 0 0,1 0 0 0 0,-1 0 0 0 0,1 0 0 0 0,-1 1 0 0 0,1-1 0 0 0,-1 1 0 0 0,1-1 0 0 0,0 1-1 0 0,-1 0 1 0 0,1 0 0 0 0,0 0 0 0 0,-1 0 0 0 0,1 1 0 0 0,-1-1 0 0 0,1 1 0 0 0,0-1 0 0 0,-1 1 0 0 0,1 0 0 0 0,-1 0 0 0 0,0 0 0 0 0,1 0 0 0 0,-1 1 0 0 0,0-1 0 0 0,4 3-1 0 0,6 6-10 0 0,0 0-1 0 0,-1 1 1 0 0,-1 0-1 0 0,1 0 1 0 0,-2 1-1 0 0,1 1 1 0 0,-2 0 0 0 0,8 14-1 0 0,-3-6-57 0 0,1 0 0 0 0,16 18 0 0 0,-1-10-396 0 0,6 0-110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6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252 58 456 0 0,'-251'62'6417'0'0,"292"-66"-1675"0"0,26-2-3034 0 0,110-18 1446 0 0,88-7-2754 0 0,-220 26-1642 0 0,-1-3 0 0 0,80-24 0 0 0,-99 23-3619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7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0 650 5985 0 0,'4'-3'367'0'0,"-1"-1"0"0"0,1 1 0 0 0,-1 0 0 0 0,1 0 0 0 0,0 0-1 0 0,0 1 1 0 0,0-1 0 0 0,1 1 0 0 0,5-2 0 0 0,6-5 375 0 0,-5 3-331 0 0,0 0 1 0 0,0 1 0 0 0,1 0-1 0 0,0 1 1 0 0,0 0 0 0 0,0 0-1 0 0,23-2 1 0 0,-8 4-250 0 0,0 1-1 0 0,42 4 1 0 0,-2 2 3040 0 0,-67-5-3201 0 0,1 0-1 0 0,-1-1 1 0 0,0 1 0 0 0,0 0 0 0 0,1-1-1 0 0,-1 1 1 0 0,0 0 0 0 0,0-1 0 0 0,0 1 0 0 0,1 0-1 0 0,-1-1 1 0 0,0 1 0 0 0,0-1 0 0 0,0 1 0 0 0,0 0-1 0 0,0-1 1 0 0,0 1 0 0 0,0-1 0 0 0,0 1 0 0 0,0 0-1 0 0,0-1 1 0 0,0 1 0 0 0,0 0 0 0 0,0-1 0 0 0,0 1-1 0 0,-1-1 1 0 0,1 1 0 0 0,0 0 0 0 0,0-1 0 0 0,0 1-1 0 0,0 0 1 0 0,-1-1 0 0 0,1 1 0 0 0,0 0 0 0 0,0-1-1 0 0,-1 1 1 0 0,-12-28-2 0 0,2 4 1 0 0,8 11-40 0 0,1 0 1 0 0,1-1-1 0 0,-1 1 1 0 0,2 0-1 0 0,0 0 1 0 0,1-1-1 0 0,3-23 1 0 0,4-3-111 0 0,15-47 0 0 0,-20 79 156 0 0,16-46 146 0 0,-18 51-144 0 0,0 0-1 0 0,1 0 1 0 0,-1 1-1 0 0,1-1 1 0 0,-1 0 0 0 0,1 1-1 0 0,0 0 1 0 0,0-1-1 0 0,0 1 1 0 0,0 0 0 0 0,0 0-1 0 0,1 0 1 0 0,-1 0-1 0 0,1 0 1 0 0,3-1 0 0 0,-4 2 1 0 0,-1 1 1 0 0,0 0 0 0 0,0 1-1 0 0,0-1 1 0 0,0 0-1 0 0,1 0 1 0 0,-1 0 0 0 0,0 1-1 0 0,0-1 1 0 0,0 0 0 0 0,0 1-1 0 0,0-1 1 0 0,0 1 0 0 0,0-1-1 0 0,0 1 1 0 0,0 0-1 0 0,0-1 1 0 0,0 1 0 0 0,0 0-1 0 0,0 0 1 0 0,-1 0 0 0 0,1-1-1 0 0,0 1 1 0 0,-1 0-1 0 0,1 0 1 0 0,0 0 0 0 0,-1 0-1 0 0,1 2 1 0 0,17 36 461 0 0,-15-31-380 0 0,28 74 251 0 0,-21-51-177 0 0,1 0 0 0 0,2-1 0 0 0,2 0 0 0 0,21 34 0 0 0,-35-63-161 0 0,-1 0 0 0 0,1 0 0 0 0,-1 0 0 0 0,1 0 0 0 0,0 0 0 0 0,0 0 0 0 0,-1 0 0 0 0,1 0 0 0 0,0 0 0 0 0,0-1-1 0 0,0 1 1 0 0,0 0 0 0 0,0 0 0 0 0,0-1 0 0 0,0 1 0 0 0,0-1 0 0 0,0 1 0 0 0,0-1 0 0 0,0 0 0 0 0,3 1 0 0 0,-4-1 4 0 0,1 0 1 0 0,0-1-1 0 0,-1 1 0 0 0,1-1 1 0 0,0 1-1 0 0,-1-1 1 0 0,1 1-1 0 0,-1-1 0 0 0,1 1 1 0 0,-1-1-1 0 0,1 0 0 0 0,-1 1 1 0 0,1-1-1 0 0,-1 0 0 0 0,0 1 1 0 0,1-1-1 0 0,-1 0 1 0 0,0 0-1 0 0,0 1 0 0 0,1-1 1 0 0,-1 0-1 0 0,0-1 0 0 0,2-10 118 0 0,-1 1-1 0 0,0-24 0 0 0,-1 31-104 0 0,0-11 76 0 0,0-48-42 0 0,9-70 0 0 0,-7 116-117 0 0,1 0-1 0 0,0 0 1 0 0,2 0 0 0 0,0 1-1 0 0,0 0 1 0 0,2 0 0 0 0,0 1 0 0 0,0-1-1 0 0,14-18 1 0 0,-20 32 58 0 0,1 0-1 0 0,-1-1 1 0 0,1 1 0 0 0,0 0-1 0 0,0 0 1 0 0,0 0 0 0 0,0 0-1 0 0,0 1 1 0 0,0-1 0 0 0,1 0-1 0 0,-1 1 1 0 0,0 0 0 0 0,1-1-1 0 0,-1 1 1 0 0,1 0 0 0 0,-1 0-1 0 0,1 0 1 0 0,0 1 0 0 0,-1-1-1 0 0,1 1 1 0 0,0-1-1 0 0,5 1 1 0 0,-4 1-1 0 0,0 0 0 0 0,0 0 0 0 0,-1 1 0 0 0,1-1 0 0 0,0 1 0 0 0,0 0 0 0 0,-1 0 0 0 0,1 0-1 0 0,-1 1 1 0 0,0-1 0 0 0,0 1 0 0 0,1 0 0 0 0,-2 0 0 0 0,6 5 0 0 0,8 13 83 0 0,-1 1-1 0 0,-1 0 1 0 0,-1 1 0 0 0,-1 0 0 0 0,-1 1-1 0 0,13 39 1 0 0,4 9 40 0 0,-25-66-93 0 0,14 29 199 0 0,-16-32-213 0 0,0-1 0 0 0,0 0 1 0 0,1 0-1 0 0,-1 0 0 0 0,1-1 0 0 0,0 1 1 0 0,-1 0-1 0 0,1-1 0 0 0,0 1 0 0 0,0-1 1 0 0,0 1-1 0 0,0-1 0 0 0,3 2 0 0 0,0-4-1011 0 0,1-34-10662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8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1 251 456 0 0,'1'-5'8235'0'0,"2"16"-6617"0"0,2 24 100 0 0,8-36 2547 0 0,8-6-3177 0 0,390-125 1704 0 0,-345 113-2656 0 0,41-14-83 0 0,137-33 126 0 0,-184 53-490 0 0,45-7-570 0 0,-104 20 765 0 0,13-1-633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8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1 1 4745 0 0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9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4609 0 0,'-15'0'3253'0'0,"33"17"1998"0"0,-8-9-5967 0 0,19 23 877 0 0,0 1 0 0 0,-3 2-1 0 0,-1 0 1 0 0,-1 2 0 0 0,-2 0 0 0 0,-1 2-1 0 0,20 52 1 0 0,-38-83-455 0 0,-1 1 0 0 0,1 0-1 0 0,-1 0 1 0 0,-1 0 0 0 0,1 0 0 0 0,-1 9 0 0 0,-2-5-3936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09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3 135 10138 0 0,'-1'-2'89'0'0,"1"0"1"0"0,-1 1-1 0 0,1-1 0 0 0,0 0 1 0 0,0 0-1 0 0,0 0 0 0 0,0 1 1 0 0,0-1-1 0 0,0 0 0 0 0,1 0 1 0 0,-1 0-1 0 0,1 1 0 0 0,-1-1 0 0 0,1 0 1 0 0,-1 1-1 0 0,1-1 0 0 0,0 0 1 0 0,0 1-1 0 0,0-1 0 0 0,0 1 1 0 0,0-1-1 0 0,0 1 0 0 0,0 0 1 0 0,1-1-1 0 0,-1 1 0 0 0,0 0 0 0 0,1 0 1 0 0,1-1-1 0 0,8-7-111 0 0,0 0 0 0 0,19-9-1 0 0,-25 14 3 0 0,9-4-60 0 0,0 1-1 0 0,0 0 0 0 0,1 1 0 0 0,24-6 1 0 0,-34 10-152 0 0,1 1 0 0 0,-1-1 0 0 0,0 1 0 0 0,1 1 1 0 0,-1-1-1 0 0,0 1 0 0 0,1 0 0 0 0,-1 0 1 0 0,1 1-1 0 0,-1-1 0 0 0,0 1 0 0 0,1 0 1 0 0,-1 1-1 0 0,0-1 0 0 0,0 1 0 0 0,0 0 0 0 0,5 3 1 0 0,-7-3 226 0 0,-1 1 1 0 0,1-1 0 0 0,-1 1-1 0 0,0 0 1 0 0,0 0 0 0 0,0 0-1 0 0,0 0 1 0 0,-1 0 0 0 0,1 0-1 0 0,-1 0 1 0 0,0 0 0 0 0,0 1-1 0 0,0-1 1 0 0,0 0-1 0 0,-1 1 1 0 0,1-1 0 0 0,-1 1-1 0 0,0-1 1 0 0,0 1 0 0 0,0-1-1 0 0,-1 5 1 0 0,-1 12 516 0 0,-1-1 0 0 0,-8 30 0 0 0,7-32-384 0 0,-19 74 1796 0 0,23-90-1843 0 0,0 0-1 0 0,0-1 0 0 0,0 1 0 0 0,0 0 0 0 0,1 0 1 0 0,-1-1-1 0 0,0 1 0 0 0,0 0 0 0 0,0 0 0 0 0,1-1 1 0 0,-1 1-1 0 0,0 0 0 0 0,1 0 0 0 0,-1-1 0 0 0,1 1 0 0 0,-1 0 1 0 0,1-1-1 0 0,-1 1 0 0 0,1-1 0 0 0,-1 1 0 0 0,1-1 1 0 0,0 1-1 0 0,-1-1 0 0 0,1 1 0 0 0,0-1 0 0 0,-1 0 1 0 0,1 1-1 0 0,0-1 0 0 0,0 0 0 0 0,-1 1 0 0 0,1-1 1 0 0,0 0-1 0 0,0 0 0 0 0,-1 0 0 0 0,1 0 0 0 0,0 0 0 0 0,0 0 1 0 0,0 0-1 0 0,-1 0 0 0 0,1 0 0 0 0,1 0 0 0 0,34-2 1670 0 0,-20 0-1574 0 0,-1-2 0 0 0,0 0 1 0 0,0 0-1 0 0,0-1 0 0 0,-1-1 1 0 0,1-1-1 0 0,-1 0 0 0 0,14-10 1 0 0,-16 8-1020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0.7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6 182 4609 0 0,'-5'-1'2167'0'0,"5"1"-2111"0"0,0 0-1 0 0,0 0 1 0 0,0 0-1 0 0,0-1 1 0 0,0 1-1 0 0,0 0 1 0 0,0 0 0 0 0,0 0-1 0 0,0 0 1 0 0,0 0-1 0 0,0-1 1 0 0,0 1-1 0 0,0 0 1 0 0,0 0 0 0 0,0 0-1 0 0,0 0 1 0 0,0 0-1 0 0,0-1 1 0 0,0 1-1 0 0,0 0 1 0 0,0 0 0 0 0,0 0 110 0 0,0-1-110 0 0,4-8 4022 0 0,9-7-2487 0 0,7-3-724 0 0,0 1 1 0 0,31-21-1 0 0,4-2-2912 0 0,-23 14-1149 0 0,-24 19 1807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1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0 2761 0 0,'-2'1'82'0'0,"1"0"1"0"0,0 0 0 0 0,0 0-1 0 0,0 0 1 0 0,0 0 0 0 0,0 0 0 0 0,0 0-1 0 0,0 0 1 0 0,1 0 0 0 0,-1 0-1 0 0,0 1 1 0 0,1-1 0 0 0,-1 0 0 0 0,1 0-1 0 0,-1 1 1 0 0,1-1 0 0 0,-1 0-1 0 0,1 1 1 0 0,0-1 0 0 0,0 2-1 0 0,-8 37 1118 0 0,8-37-976 0 0,-3 11 601 0 0,2 0 0 0 0,0 0-1 0 0,0 1 1 0 0,1-1 0 0 0,1 0-1 0 0,4 20 1 0 0,-5-31-681 0 0,1 0 1 0 0,-1 0-1 0 0,1 0 0 0 0,0 0 1 0 0,0 0-1 0 0,0 0 0 0 0,1 0 1 0 0,-1 0-1 0 0,1 0 0 0 0,-1-1 1 0 0,1 1-1 0 0,0-1 0 0 0,0 1 1 0 0,0-1-1 0 0,1 0 1 0 0,-1 1-1 0 0,0-1 0 0 0,1 0 1 0 0,0-1-1 0 0,-1 1 0 0 0,1 0 1 0 0,0-1-1 0 0,0 1 0 0 0,0-1 1 0 0,0 0-1 0 0,0 0 0 0 0,0 0 1 0 0,0-1-1 0 0,0 1 0 0 0,0-1 1 0 0,0 1-1 0 0,0-1 1 0 0,1 0-1 0 0,5-1 0 0 0,12-2 354 0 0,-1-1-1 0 0,26-8 0 0 0,-27 6-137 0 0,2 1 0 0 0,24-4-1 0 0,-44 9-351 0 0,0 0-1 0 0,1 0 0 0 0,-1 0 1 0 0,0-1-1 0 0,0 1 0 0 0,0 0 1 0 0,0 0-1 0 0,0 0 0 0 0,0 1 0 0 0,0-1 1 0 0,0 0-1 0 0,0 0 0 0 0,0 0 1 0 0,0 1-1 0 0,0-1 0 0 0,0 1 0 0 0,0-1 1 0 0,0 1-1 0 0,0-1 0 0 0,0 1 1 0 0,0-1-1 0 0,0 1 0 0 0,0 0 0 0 0,-1 0 1 0 0,3 1-1 0 0,-3-1-20 0 0,0 1-1 0 0,1-1 0 0 0,-1 1 1 0 0,0-1-1 0 0,0 1 1 0 0,0-1-1 0 0,0 1 1 0 0,0-1-1 0 0,0 1 1 0 0,0-1-1 0 0,-1 1 1 0 0,1-1-1 0 0,0 1 1 0 0,-1-1-1 0 0,1 1 0 0 0,-2 1 1 0 0,-4 9-254 0 0,-1 1-1 0 0,0-1 1 0 0,-11 13 0 0 0,13-19 72 0 0,-82 111-1979 0 0,76-104-3511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2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 5065 0 0,'1'-3'240'0'0,"1"1"0"0"0,0 0 0 0 0,0 0 0 0 0,0 1 0 0 0,0-1 0 0 0,1 0 0 0 0,-1 1-1 0 0,0-1 1 0 0,1 1 0 0 0,-1 0 0 0 0,1 0 0 0 0,-1 0 0 0 0,1 0 0 0 0,-1 0 0 0 0,1 0 0 0 0,0 1 0 0 0,0-1 0 0 0,-1 1 0 0 0,1 0-1 0 0,3 0 1 0 0,-4 1-92 0 0,0 0 0 0 0,1 0 0 0 0,-1 0 0 0 0,0 0 0 0 0,0 1 0 0 0,0-1 0 0 0,0 1 0 0 0,0-1 0 0 0,0 1 0 0 0,0 0 0 0 0,-1 0 0 0 0,1-1 0 0 0,0 1 0 0 0,-1 0 0 0 0,0 1 0 0 0,1-1 0 0 0,-1 0 0 0 0,0 0 0 0 0,0 1 0 0 0,0-1 0 0 0,-1 0 0 0 0,2 4 0 0 0,34 116 1483 0 0,32 194 1 0 0,-55-247-1229 0 0,-3-27-83 0 0,27 74 1 0 0,-14-52-2441 0 0,-12-31-2405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2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0 502 3225 0 0,'13'-19'4017'0'0,"0"6"-3453"0"0,1 2 1 0 0,0 0 0 0 0,1 1 0 0 0,1 0 0 0 0,-1 1-1 0 0,2 1 1 0 0,-1 0 0 0 0,1 1 0 0 0,0 1 0 0 0,0 1-1 0 0,27-5 1 0 0,21 0 519 0 0,124-3 0 0 0,-34 4 35 0 0,-21-10-86 0 0,230-63 0 0 0,-203 44-548 0 0,-95 24-252 0 0,-1-2 0 0 0,100-39 0 0 0,-129 39-222 0 0,37-16 16 0 0,108-33-1 0 0,-180 65-98 0 0,31-6 296 0 0,-31 6-313 0 0,-1 0 0 0 0,1 0-1 0 0,0 0 1 0 0,-1 0 0 0 0,1 0-1 0 0,0 1 1 0 0,-1-1 0 0 0,1 0-1 0 0,0 0 1 0 0,-1 0 0 0 0,1 1-1 0 0,0-1 1 0 0,-1 0-1 0 0,1 1 1 0 0,0-1 0 0 0,-1 0-1 0 0,1 1 1 0 0,-1-1 0 0 0,1 1-1 0 0,-1-1 1 0 0,1 1 0 0 0,-1-1-1 0 0,1 1 1 0 0,-1-1 0 0 0,0 1-1 0 0,1 0 1 0 0,-1-1 0 0 0,0 1-1 0 0,1-1 1 0 0,-1 1 0 0 0,0 0-1 0 0,0-1 1 0 0,0 1-1 0 0,1 0 1 0 0,-1-1 0 0 0,0 1-1 0 0,0 0 1 0 0,0 1 0 0 0,0 2-1564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3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6449 0 0,'2'12'403'0'0,"1"0"-1"0"0,0-1 1 0 0,1 1-1 0 0,0-1 1 0 0,1 1-1 0 0,0-1 1 0 0,9 14-1 0 0,-8-15-65 0 0,156 326 5218 0 0,-97-192-3903 0 0,-28-67-973 0 0,-4 2-1 0 0,29 106 0 0 0,-57-163-2137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3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0 526 920 0 0,'0'-5'194'0'0,"1"1"0"0"0,0-1 0 0 0,0 0 0 0 0,0 0-1 0 0,0 0 1 0 0,1 1 0 0 0,0-1 0 0 0,0 0 0 0 0,0 1 0 0 0,0 0-1 0 0,1-1 1 0 0,-1 1 0 0 0,1 0 0 0 0,0 0 0 0 0,1 1 0 0 0,-1-1-1 0 0,0 1 1 0 0,1-1 0 0 0,0 1 0 0 0,0 0 0 0 0,8-4 0 0 0,8-4 1466 0 0,0 1 1 0 0,0 1 0 0 0,33-10-1 0 0,-28 10-828 0 0,241-93 4987 0 0,145-49-2736 0 0,-154 57-3882 0 0,-210 76-1140 0 0,-26 10-4889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4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3225 0 0,'0'0'288'0'0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4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2206 1 3225 0 0,'0'0'282'0'0,"-39"2"6484"0"0,-20 9-3517 0 0,-40 9-1489 0 0,-166 40 610 0 0,167-38-1801 0 0,-1-5-1 0 0,-143 8 1 0 0,-36 4 1113 0 0,-66 40-827 0 0,268-53-707 0 0,-85 13 93 0 0,102-21-213 0 0,1 2 0 0 0,1 3 1 0 0,-87 32-1 0 0,123-37-237 0 0,-31 20 1 0 0,47-26-292 0 0,1 1 0 0 0,-1 0 0 0 0,1 0 0 0 0,0 1 0 0 0,0-1 0 0 0,0 1 0 0 0,0 0 0 0 0,0 0 0 0 0,1 1 0 0 0,0-1 1 0 0,0 1-1 0 0,-4 7 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5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0,'13'1'6197'0'0,"-12"0"-6009"0"0,17 19 2520 0 0,15 31-1399 0 0,-30-45-767 0 0,80 159 2138 0 0,-55-105-3196 0 0,52 86 1 0 0,-77-143 141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6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1 125 3681 0 0,'1'-7'332'0'0,"-1"1"1"0"0,2-1-1 0 0,-1 1 1 0 0,1 0-1 0 0,0 0 1 0 0,0 0-1 0 0,1 0 1 0 0,0 0-1 0 0,0 0 1 0 0,0 0-1 0 0,1 1 1 0 0,-1 0-1 0 0,1-1 1 0 0,1 1-1 0 0,-1 1 1 0 0,1-1-1 0 0,0 1 1 0 0,0 0-1 0 0,0 0 1 0 0,0 0-1 0 0,11-5 1 0 0,-15 9-295 0 0,1-1-1 0 0,-1 1 1 0 0,0 0 0 0 0,1-1 0 0 0,-1 1 0 0 0,0 0 0 0 0,1 0 0 0 0,-1 0-1 0 0,1 0 1 0 0,-1 0 0 0 0,0 1 0 0 0,1-1 0 0 0,-1 0 0 0 0,0 1 0 0 0,1-1-1 0 0,-1 0 1 0 0,0 1 0 0 0,0 0 0 0 0,0-1 0 0 0,1 1 0 0 0,-1 0-1 0 0,2 1 1 0 0,-1 0 68 0 0,0 1 0 0 0,0-1 0 0 0,0 1 0 0 0,0 0 0 0 0,0-1 0 0 0,-1 1 0 0 0,1 0 0 0 0,-1 0 0 0 0,2 5 0 0 0,0 3 203 0 0,0 1 0 0 0,-1 0 0 0 0,0 0 0 0 0,0 14 0 0 0,-3 110 3120 0 0,1-135-3353 0 0,0 0 0 0 0,0 0 0 0 0,0 0 0 0 0,0-1-1 0 0,0 1 1 0 0,0 0 0 0 0,0 0 0 0 0,1 0 0 0 0,-1 0 0 0 0,0-1 0 0 0,0 1 0 0 0,1 0 0 0 0,-1 0 0 0 0,1-1 0 0 0,-1 1 0 0 0,1 0-1 0 0,-1-1 1 0 0,1 1 0 0 0,-1 0 0 0 0,1-1 0 0 0,0 1 0 0 0,-1-1 0 0 0,1 1 0 0 0,0-1 0 0 0,-1 1 0 0 0,1-1 0 0 0,0 1 0 0 0,0-1 0 0 0,-1 0-1 0 0,2 1 1 0 0,1-1 32 0 0,-1 0 0 0 0,1 0-1 0 0,-1 0 1 0 0,0 0 0 0 0,1 0 0 0 0,-1-1-1 0 0,1 1 1 0 0,-1-1 0 0 0,0 0-1 0 0,5-1 1 0 0,5-4 78 0 0,-1 0 0 0 0,0 0 0 0 0,13-10 0 0 0,-11 6-63 0 0,-3 2-111 0 0,0 0-1 0 0,1 1 1 0 0,0 0 0 0 0,0 1-1 0 0,16-6 1 0 0,-25 11-283 0 0,1 0 1 0 0,0 0-1 0 0,0 0 1 0 0,0 1-1 0 0,0-1 0 0 0,-1 1 1 0 0,1 0-1 0 0,0 0 1 0 0,0 0-1 0 0,0 0 1 0 0,0 1-1 0 0,0-1 0 0 0,0 1 1 0 0,-1 0-1 0 0,1-1 1 0 0,0 1-1 0 0,0 0 1 0 0,-1 1-1 0 0,1-1 1 0 0,-1 0-1 0 0,1 1 0 0 0,-1 0 1 0 0,1-1-1 0 0,-1 1 1 0 0,0 0-1 0 0,0 0 1 0 0,0 0-1 0 0,3 5 0 0 0,2 3 218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16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45 5985 0 0,'-9'-4'6146'0'0,"6"13"-3345"0"0,6 16-2004 0 0,1-12-498 0 0,2-1 1 0 0,-1 1-1 0 0,2-1 0 0 0,0 0 1 0 0,0 0-1 0 0,1-1 1 0 0,18 20-1 0 0,5 10 421 0 0,-9-7-221 0 0,22 30-43 0 0,-39-58-446 0 0,0 0 0 0 0,0-1-1 0 0,0 1 1 0 0,1-1-1 0 0,0-1 1 0 0,0 1 0 0 0,11 6-1 0 0,-15-10 5 0 0,0 0 0 0 0,0 0 0 0 0,0 0 0 0 0,0 0 0 0 0,1-1 0 0 0,-1 1 0 0 0,0-1 0 0 0,0 1 0 0 0,1-1 0 0 0,-1 0-1 0 0,0 0 1 0 0,1 0 0 0 0,-1 0 0 0 0,0 0 0 0 0,0 0 0 0 0,1-1 0 0 0,-1 1 0 0 0,0-1 0 0 0,0 0 0 0 0,1 0 0 0 0,-1 1 0 0 0,0-1 0 0 0,0 0 0 0 0,0-1-1 0 0,0 1 1 0 0,0 0 0 0 0,-1-1 0 0 0,1 1 0 0 0,0-1 0 0 0,0 1 0 0 0,-1-1 0 0 0,1 0 0 0 0,-1 0 0 0 0,0 0 0 0 0,0 0 0 0 0,1 0 0 0 0,-1 0-1 0 0,0 0 1 0 0,1-3 0 0 0,1-3 81 0 0,0 0 0 0 0,0 0 0 0 0,-1-1-1 0 0,0 1 1 0 0,0-1 0 0 0,-1 1-1 0 0,0-1 1 0 0,-1 1 0 0 0,0-13 0 0 0,-2 8 4 0 0,-1-1 1 0 0,0 1 0 0 0,0-1-1 0 0,-1 1 1 0 0,-1 0 0 0 0,0 1-1 0 0,-1-1 1 0 0,-1 1 0 0 0,0 0-1 0 0,-10-13 1 0 0,10 16-263 0 0,0 0 0 0 0,0 0 0 0 0,-1 1 0 0 0,-1 0 0 0 0,1 1 1 0 0,-1 0-1 0 0,-1 0 0 0 0,1 1 0 0 0,-1 0 0 0 0,0 1 0 0 0,-1 0 0 0 0,-18-6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1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78 187 2304 0 0,'-3'-3'156'0'0,"1"1"0"0"0,-1-1-1 0 0,1 0 1 0 0,0 0-1 0 0,0 0 1 0 0,1 0-1 0 0,-1 0 1 0 0,0 0-1 0 0,1-1 1 0 0,-2-4-1 0 0,2 4-89 0 0,-18-33 357 0 0,-9-23 1280 0 0,22 13 8242 0 0,6 47-9829 0 0,13 10 2010 0 0,10 20-1116 0 0,34 83 415 0 0,14 26-1001 0 0,-57-115-408 0 0,1-2 0 0 0,2 0 0 0 0,33 37 0 0 0,8 2 28 0 0,44 41-3891 0 0,-86-89-2593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1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167 554 1840 0 0,'-31'26'1861'0'0,"3"1"-1"0"0,-39 46 0 0 0,26-17 7908 0 0,81-79-8354 0 0,-15 0-723 0 0,0-1 0 0 0,34-44 0 0 0,-3 3-9 0 0,38-42-61 0 0,-53 58-465 0 0,2 2 0 0 0,78-66 0 0 0,-37 36-102 0 0,0 1-25 0 0,-72 66-131 0 0,1 1 0 0 0,0 1-1 0 0,0 0 1 0 0,1 0 0 0 0,15-5 0 0 0,-25 11-190 0 0,0 1 0 0 0,0 0 1 0 0,0 0-1 0 0,0 0 1 0 0,0 1-1 0 0,8-1 0 0 0,-11 1 171 0 0,0 0-1 0 0,-1 0 0 0 0,1 0 1 0 0,0 0-1 0 0,0 0 0 0 0,0 0 0 0 0,0 1 1 0 0,0-1-1 0 0,-1 0 0 0 0,1 0 1 0 0,0 1-1 0 0,0-1 0 0 0,0 1 1 0 0,-1-1-1 0 0,1 0 0 0 0,0 1 1 0 0,-1-1-1 0 0,1 1 0 0 0,0 0 1 0 0,-1-1-1 0 0,1 1 0 0 0,-1 0 1 0 0,1-1-1 0 0,-1 1 0 0 0,1 0 0 0 0,-1 0 1 0 0,1-1-1 0 0,-1 1 0 0 0,0 0 1 0 0,1 0-1 0 0,-1 0 0 0 0,0-1 1 0 0,0 1-1 0 0,0 0 0 0 0,1 0 1 0 0,-1 0-1 0 0,0 1 0 0 0,-1 7-14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1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7 7834 0 0,'-14'-1'-450'0'0,"-7"-5"7843"0"0,32 8-3899 0 0,-3-1-3301 0 0,-1 2 0 0 0,1-1 0 0 0,-1 1 0 0 0,0 0 1 0 0,1 1-1 0 0,-1-1 0 0 0,-1 1 0 0 0,1 1 1 0 0,-1 0-1 0 0,1-1 0 0 0,-2 2 0 0 0,8 6 0 0 0,8 11 28 0 0,31 46-1 0 0,-28-37-128 0 0,113 166-391 0 0,-85-111-5015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2.3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16 349 4145 0 0,'-4'-10'350'0'0,"1"0"0"0"0,1-1 1 0 0,-1 1-1 0 0,2-1 0 0 0,-1 1 0 0 0,2-1 1 0 0,-1 1-1 0 0,1-1 0 0 0,1 0 0 0 0,0 1 1 0 0,1-1-1 0 0,3-12 0 0 0,0 0 674 0 0,2 1 0 0 0,0 0 1 0 0,2 0-1 0 0,17-33 0 0 0,-23 50-729 0 0,0 0 0 0 0,0 0 0 0 0,1 0 0 0 0,-1 0 0 0 0,1 0 1 0 0,0 1-1 0 0,1-1 0 0 0,7-5 0 0 0,-11 10-252 0 0,0-1 1 0 0,1 0 0 0 0,-1 0-1 0 0,1 1 1 0 0,-1-1-1 0 0,1 1 1 0 0,-1-1-1 0 0,1 1 1 0 0,-1-1-1 0 0,1 1 1 0 0,-1 0 0 0 0,1 0-1 0 0,0 0 1 0 0,-1 0-1 0 0,1 0 1 0 0,-1 0-1 0 0,1 0 1 0 0,-1 1 0 0 0,1-1-1 0 0,0 1 1 0 0,-1-1-1 0 0,1 1 1 0 0,-1-1-1 0 0,0 1 1 0 0,1 0-1 0 0,-1 0 1 0 0,1 0 0 0 0,-1 0-1 0 0,0 0 1 0 0,0 0-1 0 0,0 0 1 0 0,0 0-1 0 0,0 0 1 0 0,0 0-1 0 0,0 1 1 0 0,1 1 0 0 0,3 4 54 0 0,0 0 1 0 0,-1 0 0 0 0,1 1 0 0 0,-2-1 0 0 0,1 1-1 0 0,-1 0 1 0 0,-1 0 0 0 0,1 0 0 0 0,-1 0 0 0 0,1 15 0 0 0,0 6 94 0 0,-4 53 1 0 0,0-55-53 0 0,4 52 1 0 0,-3-78-122 0 0,0-1 0 0 0,0 1 0 0 0,0-1 0 0 0,0 1 0 0 0,0 0 0 0 0,0-1 0 0 0,0 1 0 0 0,1-1 0 0 0,-1 1 0 0 0,0-1 0 0 0,0 1 0 0 0,0-1 0 0 0,1 1 0 0 0,-1-1 0 0 0,0 1 0 0 0,1-1 0 0 0,-1 1 0 0 0,0-1 0 0 0,1 1 0 0 0,-1-1 0 0 0,0 1 0 0 0,1-1 0 0 0,-1 0 0 0 0,1 1 0 0 0,-1-1 0 0 0,1 0 0 0 0,-1 1 0 0 0,1-1 0 0 0,-1 0 0 0 0,2 1 0 0 0,-1-2 22 0 0,0 1 0 0 0,0 0 0 0 0,0 0-1 0 0,0-1 1 0 0,0 1 0 0 0,0 0 0 0 0,0-1 0 0 0,0 1 0 0 0,0-1-1 0 0,0 0 1 0 0,0 1 0 0 0,0-1 0 0 0,-1 0 0 0 0,2-1 0 0 0,24-30 759 0 0,5-34-542 0 0,-21 41-113 0 0,22-35 0 0 0,-28 53-679 0 0,0 1-1 0 0,1 0 1 0 0,0 0 0 0 0,0 0-1 0 0,0 1 1 0 0,1-1-1 0 0,-1 1 1 0 0,1 1 0 0 0,13-9-1 0 0,-1 5-5854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2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124 373 6913 0 0,'0'0'529'0'0,"4"-18"2922"0"0,4-24-658 0 0,5-75 0 0 0,-13 100-2686 0 0,0-1 1 0 0,-1 0-1 0 0,-1 0 0 0 0,0 1 0 0 0,-1-1 1 0 0,-1 1-1 0 0,-7-18 0 0 0,11 33-101 0 0,-1 0 1 0 0,0 1-1 0 0,1-1 0 0 0,-1 0 1 0 0,0 0-1 0 0,0 0 0 0 0,0 0 1 0 0,0 1-1 0 0,0-1 0 0 0,0 0 1 0 0,-1 1-1 0 0,1-1 0 0 0,-1 1 1 0 0,1-1-1 0 0,-1 1 0 0 0,1 0 1 0 0,-1 0-1 0 0,0-1 0 0 0,1 1 1 0 0,-1 0-1 0 0,0 1 0 0 0,0-1 1 0 0,0 0-1 0 0,0 0 0 0 0,0 1 1 0 0,0 0-1 0 0,0-1 0 0 0,0 1 1 0 0,0 0-1 0 0,0 0 0 0 0,0 0 1 0 0,0 0-1 0 0,0 0 0 0 0,0 0 1 0 0,0 0-1 0 0,0 1 0 0 0,0-1 1 0 0,0 1-1 0 0,0 0 0 0 0,-3 1 1 0 0,1 0 44 0 0,0 0 1 0 0,1 1-1 0 0,-1-1 1 0 0,0 1-1 0 0,1 0 1 0 0,-1 0-1 0 0,1 0 1 0 0,0 0-1 0 0,0 1 1 0 0,0-1-1 0 0,1 1 1 0 0,-1 0-1 0 0,1 0 1 0 0,0 0-1 0 0,0 0 1 0 0,0 0-1 0 0,-2 8 1 0 0,3-3-21 0 0,0 1-1 0 0,1-1 1 0 0,0 0 0 0 0,0 0 0 0 0,1 1-1 0 0,0-1 1 0 0,0 0 0 0 0,1 0 0 0 0,1 0-1 0 0,-1 0 1 0 0,1 0 0 0 0,1-1 0 0 0,0 1-1 0 0,0-1 1 0 0,1 0 0 0 0,0 0 0 0 0,11 13-1 0 0,-11-15-179 0 0,-1-1-1 0 0,2 1 1 0 0,-1-1-1 0 0,1-1 1 0 0,0 1-1 0 0,0-1 0 0 0,0 0 1 0 0,0 0-1 0 0,1-1 1 0 0,8 4-1 0 0,-10-6-181 0 0,0 1 0 0 0,0-1-1 0 0,0 0 1 0 0,0 0 0 0 0,1-1 0 0 0,-1 1-1 0 0,0-1 1 0 0,0 0 0 0 0,1-1 0 0 0,-1 1-1 0 0,0-1 1 0 0,0 0 0 0 0,1-1-1 0 0,-1 1 1 0 0,5-3 0 0 0,8-4-4215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3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50 166 3049 0 0,'1'-10'4'0'0,"0"-17"473"0"0,-3-35 0 0 0,1 55 128 0 0,0-1 1 0 0,0 1-1 0 0,-1 0 0 0 0,0 0 1 0 0,-4-11-1 0 0,6 17-490 0 0,0 1 0 0 0,-1-1 0 0 0,1 1-1 0 0,0-1 1 0 0,0 0 0 0 0,0 1 0 0 0,0-1 0 0 0,-1 1 0 0 0,1-1-1 0 0,0 1 1 0 0,-1-1 0 0 0,1 1 0 0 0,0-1 0 0 0,-1 1 0 0 0,1-1-1 0 0,-1 1 1 0 0,1 0 0 0 0,-1-1 0 0 0,1 1 0 0 0,-1-1 0 0 0,1 1 0 0 0,-1 0-1 0 0,1 0 1 0 0,-1-1 0 0 0,1 1 0 0 0,-1 0 0 0 0,1 0 0 0 0,-1 0-1 0 0,0-1 1 0 0,1 1 0 0 0,-1 0 0 0 0,1 0 0 0 0,-2 0 0 0 0,1 1 59 0 0,0 0 0 0 0,0 0 0 0 0,0 0 1 0 0,1 0-1 0 0,-1 0 0 0 0,0 0 0 0 0,0 0 1 0 0,1 0-1 0 0,-1 0 0 0 0,0 0 0 0 0,1 0 0 0 0,-1 0 1 0 0,1 1-1 0 0,-1 0 0 0 0,-9 47 1748 0 0,9-19-1645 0 0,6 51 0 0 0,-3-67-220 0 0,0-1 1 0 0,1 0-1 0 0,0 0 1 0 0,1 0-1 0 0,1 0 1 0 0,7 15 0 0 0,-10-25-109 0 0,0 0 1 0 0,0 1-1 0 0,1-1 1 0 0,-1 0-1 0 0,1 0 1 0 0,0 0-1 0 0,-1-1 1 0 0,1 1-1 0 0,1-1 1 0 0,-1 1 0 0 0,0-1-1 0 0,0 0 1 0 0,6 2-1 0 0,-8-4 26 0 0,0 1-1 0 0,0-1 1 0 0,0 0-1 0 0,0 0 0 0 0,0 1 1 0 0,0-1-1 0 0,1 0 1 0 0,-1 0-1 0 0,0 0 1 0 0,0 0-1 0 0,0 0 1 0 0,0 0-1 0 0,0-1 0 0 0,0 1 1 0 0,0 0-1 0 0,0-1 1 0 0,1 1-1 0 0,-1 0 1 0 0,1-2-1 0 0,0 1 8 0 0,-1 0 0 0 0,0-1 1 0 0,1 1-1 0 0,-1-1 0 0 0,0 1 0 0 0,0-1 0 0 0,0 1 0 0 0,0-1 1 0 0,0 0-1 0 0,-1 1 0 0 0,1-1 0 0 0,0 0 0 0 0,-1 0 0 0 0,1 1 0 0 0,-1-5 1 0 0,5-40-101 0 0,1-14 975 0 0,-5 56-760 0 0,0 0 1 0 0,0 0-1 0 0,0 0 1 0 0,0 0-1 0 0,1 0 1 0 0,0 1 0 0 0,0-1-1 0 0,0 1 1 0 0,0-1-1 0 0,0 1 1 0 0,4-4-1 0 0,-5 6-69 0 0,0 0-1 0 0,0 0 0 0 0,-1 1 0 0 0,1-1 0 0 0,0 1 0 0 0,0-1 0 0 0,0 0 1 0 0,0 1-1 0 0,0 0 0 0 0,0-1 0 0 0,0 1 0 0 0,0 0 0 0 0,0-1 1 0 0,1 1-1 0 0,-1 0 0 0 0,0 0 0 0 0,0 0 0 0 0,0 0 0 0 0,0 0 0 0 0,0 0 1 0 0,0 0-1 0 0,2 1 0 0 0,0 0 44 0 0,0 0 0 0 0,0 0 1 0 0,0 0-1 0 0,0 1 0 0 0,-1-1 0 0 0,1 1 1 0 0,4 3-1 0 0,3 3 269 0 0,-1 0 0 0 0,15 19 1 0 0,35 46 995 0 0,-82-106-727 0 0,-25-53 0 0 0,26 28-6930 0 0,13 29-512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3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7 177 8754 0 0,'0'0'78'0'0,"-1"0"1"0"0,1 0 0 0 0,0 0-1 0 0,-1 0 1 0 0,1 0-1 0 0,0-1 1 0 0,0 1-1 0 0,-1 0 1 0 0,1 0-1 0 0,0 0 1 0 0,0 0 0 0 0,-1-1-1 0 0,1 1 1 0 0,0 0-1 0 0,0 0 1 0 0,-1 0-1 0 0,1-1 1 0 0,0 1-1 0 0,0 0 1 0 0,0 0-1 0 0,0-1 1 0 0,-1 1 0 0 0,1 0-1 0 0,0-1 1 0 0,0 1-1 0 0,0 0 1 0 0,0 0-1 0 0,0-1 1 0 0,0 1-1 0 0,0 0 1 0 0,0-1 0 0 0,0 1-1 0 0,0 0 1 0 0,0-1-1 0 0,0 1 1 0 0,0 0-1 0 0,0-1 1 0 0,0 1-1 0 0,0 0 1 0 0,0-1 0 0 0,6-22 2168 0 0,14-20 181 0 0,-15 34-2299 0 0,0 0 0 0 0,0 1 0 0 0,1 0 0 0 0,13-14 0 0 0,-14 17-721 0 0,1 0 0 0 0,0 0 1 0 0,0 0-1 0 0,1 1 0 0 0,-1 0 0 0 0,13-6 0 0 0,-3 3-894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3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1 138 4145 0 0,'3'-1'368'0'0,"9"-8"4809"0"0,-7 3-3329 0 0,3-2-535 0 0,3-4-97 0 0,1-3-32 0 0,-1 1 1 0 0,-1-2-1185 0 0,2-2-225 0 0,-1 1-47 0 0,-3-5-16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57 6449 0 0,'-7'-6'1083'0'0,"1"0"-1"0"0,-1-1 1 0 0,2 0-1 0 0,-1 0 1 0 0,1 0-1 0 0,-5-10 1 0 0,23 28 2510 0 0,14 11-2616 0 0,13 17-228 0 0,-2 2-1 0 0,-2 1 1 0 0,34 52-1 0 0,78 150-737 0 0,-136-221-133 0 0,10 16-2284 0 0,44 63 1 0 0,-47-79-3798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17 513 6913 0 0,'-16'5'5747'0'0,"16"-5"-5699"0"0,20-24 4731 0 0,-14 16-4958 0 0,171-176 5165 0 0,-118 132-4925 0 0,3 2 0 0 0,123-76 0 0 0,-164 113-289 0 0,56-29-1000 0 0,-71 39 645 0 0,1 0-1 0 0,0 0 1 0 0,0 1-1 0 0,0 0 1 0 0,0 0 0 0 0,0 1-1 0 0,1 0 1 0 0,-1 0 0 0 0,10 1-1 0 0,-15 0 378 0 0,1 0 1 0 0,0 1-1 0 0,-1 0 0 0 0,1-1 0 0 0,-1 1 1 0 0,1 0-1 0 0,-1 0 0 0 0,0 0 0 0 0,4 2 0 0 0,4 5 64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3681 0 0,'2'2'447'0'0,"0"-1"1"0"0,0 1-1 0 0,1 0 0 0 0,-1-1 1 0 0,0 0-1 0 0,1 1 0 0 0,-1-1 1 0 0,5 2-1 0 0,-3-2-167 0 0,18 10 1221 0 0,-1 1 0 0 0,0 0 0 0 0,-1 2-1 0 0,-1 1 1 0 0,32 29 0 0 0,-24-16-535 0 0,-1 1 1 0 0,42 60-1 0 0,-64-82-1065 0 0,1 0 0 0 0,-1 1 0 0 0,0-1 0 0 0,4 12 0 0 0,-4 4-5665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4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3 198 6449 0 0,'-1'-4'152'0'0,"0"-1"0"0"0,1 1 1 0 0,-1-1-1 0 0,1 1 0 0 0,0-1 0 0 0,0 1 0 0 0,1-1 0 0 0,-1 1 0 0 0,1-1 0 0 0,0 1 0 0 0,0 0 0 0 0,1-1 0 0 0,-1 1 0 0 0,1 0 0 0 0,0 0 0 0 0,0 0 0 0 0,4-6 0 0 0,5-7 1056 0 0,1 0 1 0 0,19-22-1 0 0,-27 34-868 0 0,0 1 0 0 0,0-1 1 0 0,1 1-1 0 0,-1 0 0 0 0,1 1 1 0 0,-1-1-1 0 0,1 1 0 0 0,6-3 1 0 0,-10 5-268 0 0,0 1 1 0 0,0-1 0 0 0,1 1 0 0 0,-1 0-1 0 0,0 0 1 0 0,0-1 0 0 0,0 1-1 0 0,0 0 1 0 0,1 0 0 0 0,-1 0-1 0 0,0 0 1 0 0,0 1 0 0 0,0-1-1 0 0,0 0 1 0 0,1 0 0 0 0,-1 1 0 0 0,0-1-1 0 0,1 1 1 0 0,0 0-23 0 0,0 0 0 0 0,-1 1 0 0 0,1-1 0 0 0,-1 1 0 0 0,1-1 0 0 0,-1 1 0 0 0,0-1 0 0 0,1 1 0 0 0,-1 0 0 0 0,0 0 0 0 0,0-1 0 0 0,0 1 0 0 0,1 3 0 0 0,1 4-4 0 0,0 1 0 0 0,0-1-1 0 0,-1 0 1 0 0,0 1 0 0 0,-1-1 0 0 0,0 1 0 0 0,-1-1 0 0 0,0 14 0 0 0,-3 8 169 0 0,-9 39 0 0 0,7-45 195 0 0,1 1 1 0 0,-1 33-1 0 0,5-58-370 0 0,0 0 0 0 0,-1 0-1 0 0,1 0 1 0 0,0-1 0 0 0,0 1-1 0 0,0 0 1 0 0,0 0-1 0 0,0 0 1 0 0,1 0 0 0 0,-1 0-1 0 0,0 0 1 0 0,0 0 0 0 0,0 0-1 0 0,1 0 1 0 0,-1-1 0 0 0,1 1-1 0 0,-1 0 1 0 0,0 0 0 0 0,1 0-1 0 0,-1-1 1 0 0,1 1 0 0 0,0 0-1 0 0,-1 0 1 0 0,1-1-1 0 0,0 1 1 0 0,-1-1 0 0 0,1 1-1 0 0,0 0 1 0 0,1 0 0 0 0,-1-1 3 0 0,1 0 1 0 0,-1-1-1 0 0,1 1 1 0 0,-1 0-1 0 0,1 0 0 0 0,-1-1 1 0 0,1 1-1 0 0,-1-1 1 0 0,1 1-1 0 0,-1-1 1 0 0,0 0-1 0 0,1 1 1 0 0,-1-1-1 0 0,0 0 1 0 0,2-2-1 0 0,9-6 117 0 0,-1-1 1 0 0,15-18-1 0 0,-24 26-151 0 0,10-12-265 0 0,69-72 568 0 0,-68 75-2831 0 0,-1 0 1 0 0,27-14-1 0 0,-17 12-3950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4 246 10594 0 0,'0'-1'67'0'0,"-1"0"0"0"0,1 0 0 0 0,-1 1 0 0 0,1-1 0 0 0,0 0 1 0 0,-1 0-1 0 0,1 0 0 0 0,0 0 0 0 0,0 0 0 0 0,0 0 0 0 0,0 0 0 0 0,0 0 0 0 0,0 0 0 0 0,0 0 0 0 0,0 0 0 0 0,0 0 0 0 0,0 0 0 0 0,1 0 0 0 0,-1 0 0 0 0,0 0 0 0 0,1 0 0 0 0,0-1 0 0 0,12-26 320 0 0,-9 22-202 0 0,20-42 934 0 0,56-81 0 0 0,-71 117-3286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4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3225 0 0,'-4'21'37'0'0,"2"0"0"0"0,1-1 0 0 0,1 28 0 0 0,0-41 350 0 0,1 0 1 0 0,0 1-1 0 0,0-1 0 0 0,0 0 1 0 0,1 0-1 0 0,0 0 0 0 0,1 0 1 0 0,0 0-1 0 0,0 0 0 0 0,0-1 1 0 0,1 1-1 0 0,7 10 0 0 0,-8-15-150 0 0,0 1-1 0 0,-1 0 1 0 0,1-1-1 0 0,1 0 1 0 0,-1 0-1 0 0,0 0 1 0 0,0 0-1 0 0,1 0 0 0 0,-1 0 1 0 0,1-1-1 0 0,0 0 1 0 0,-1 0-1 0 0,7 2 1 0 0,2-2 365 0 0,0 0 0 0 0,0-1 1 0 0,13-1-1 0 0,28 2 1955 0 0,-53-1-2515 0 0,1 0-1 0 0,-1 0 1 0 0,1 0 0 0 0,-1 0 0 0 0,1 0 0 0 0,-1 0-1 0 0,1 1 1 0 0,-1-1 0 0 0,1 0 0 0 0,-1 0-1 0 0,0 0 1 0 0,1 1 0 0 0,-1-1 0 0 0,1 0 0 0 0,-1 1-1 0 0,0-1 1 0 0,1 0 0 0 0,-1 1 0 0 0,0-1 0 0 0,1 0-1 0 0,-1 1 1 0 0,0-1 0 0 0,0 0 0 0 0,1 1-1 0 0,-1-1 1 0 0,0 1 0 0 0,0-1 0 0 0,0 1 0 0 0,0-1-1 0 0,1 1 1 0 0,-1-1 0 0 0,0 0 0 0 0,0 1-1 0 0,0-1 1 0 0,0 2 0 0 0,-8 19 265 0 0,-19 17-739 0 0,16-26-944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12 259 456 0 0,'-1'0'159'0'0,"-8"-5"3817"0"0,9 5-3817 0 0,0 0 0 0 0,0-1 0 0 0,-1 1 0 0 0,1-1 0 0 0,0 1 0 0 0,0 0 0 0 0,0-1 0 0 0,0 1 0 0 0,0-1 1 0 0,0 1-1 0 0,0-1 0 0 0,5-22 4083 0 0,20-26 586 0 0,-23 45-4355 0 0,13-20 1456 0 0,0 0-1 0 0,35-39 1 0 0,-35 47-3480 0 0,1 0 1 0 0,19-14-1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5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0,'47'58'7203'0'0,"-22"-24"-5453"0"0,12 16 294 0 0,-9-19-7730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6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45 10594 0 0,'-20'-21'1660'0'0,"20"21"-1304"0"0,-1-1-1 0 0,0 0 1 0 0,0 0-1 0 0,1 0 1 0 0,-1 0-1 0 0,1-1 0 0 0,-1 1 1 0 0,1 0-1 0 0,-1 0 1 0 0,1 0-1 0 0,0 0 0 0 0,-1 0 1 0 0,1-1-1 0 0,0 1 1 0 0,0 0-1 0 0,0 0 1 0 0,0 0-1 0 0,0-1 0 0 0,0 0 1 0 0,3 3-83 0 0,0 1 0 0 0,0 0-1 0 0,0 0 1 0 0,-1 1 0 0 0,1-1 0 0 0,-1 0 0 0 0,0 1 0 0 0,1-1 0 0 0,1 5-1 0 0,24 34-59 0 0,-3 1-1 0 0,-1 1 1 0 0,33 86-1 0 0,5 9-287 0 0,-36-87-1067 0 0,3-1-4100 0 0,0-3-1846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26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106 438 4145 0 0,'-13'9'590'0'0,"1"1"0"0"0,0 0 0 0 0,0 1 0 0 0,1 1 1 0 0,0-1-1 0 0,1 2 0 0 0,-12 18 0 0 0,22-31-543 0 0,0 0 0 0 0,0 0 0 0 0,0 0-1 0 0,0 0 1 0 0,-1 0 0 0 0,1 0 0 0 0,0 1 0 0 0,0-1 0 0 0,0 0 0 0 0,0 0 0 0 0,0 0 0 0 0,-1 0 0 0 0,1 0-1 0 0,0 1 1 0 0,0-1 0 0 0,0 0 0 0 0,0 0 0 0 0,0 0 0 0 0,0 0 0 0 0,0 1 0 0 0,0-1 0 0 0,0 0 0 0 0,0 0-1 0 0,0 0 1 0 0,0 0 0 0 0,0 1 0 0 0,0-1 0 0 0,0 0 0 0 0,0 0 0 0 0,0 0 0 0 0,0 1 0 0 0,0-1-1 0 0,0 0 1 0 0,0 0 0 0 0,0 0 0 0 0,0 0 0 0 0,0 1 0 0 0,0-1 0 0 0,0 0 0 0 0,0 0 0 0 0,0 0 0 0 0,0 0-1 0 0,1 1 1 0 0,-1-1 0 0 0,0 0 0 0 0,0 0 0 0 0,0 0 0 0 0,0 0 0 0 0,0 0 0 0 0,1 0 0 0 0,-1 1 0 0 0,0-1-1 0 0,0 0 1 0 0,0 0 0 0 0,0 0 0 0 0,0 0 0 0 0,1 0 0 0 0,-1 0 0 0 0,0 0 0 0 0,1 0 0 0 0,15-5 1494 0 0,19-14-102 0 0,348-307 5712 0 0,-226 182-6626 0 0,-137 128-2247 0 0,39-26 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7:34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97 2304 0 0,'-2'-3'502'0'0,"0"0"0"0"0,0 0 0 0 0,0 0 0 0 0,0 0 0 0 0,-1 0 0 0 0,1 1-1 0 0,-1-1 1 0 0,0 1 0 0 0,1 0 0 0 0,-6-3 0 0 0,8 4-324 0 0,-1 1 1 0 0,0-1 0 0 0,0 1-1 0 0,1 0 1 0 0,-1-1 0 0 0,0 1-1 0 0,0 0 1 0 0,0 0-1 0 0,1 0 1 0 0,-1 0 0 0 0,0 0-1 0 0,0-1 1 0 0,0 1 0 0 0,0 1-1 0 0,1-1 1 0 0,-1 0 0 0 0,0 0-1 0 0,0 0 1 0 0,0 0 0 0 0,0 1-1 0 0,0 0-60 0 0,0-1 1 0 0,0 1-1 0 0,0 0 0 0 0,0 0 1 0 0,0 0-1 0 0,0 0 0 0 0,1 0 1 0 0,-1 0-1 0 0,0 0 0 0 0,1 0 1 0 0,-1 0-1 0 0,1 0 0 0 0,-1 1 1 0 0,1-1-1 0 0,-1 0 0 0 0,1 0 1 0 0,0 0-1 0 0,0 2 0 0 0,-1 3 13 0 0,0 0 0 0 0,1 0 0 0 0,0-1 0 0 0,1 1-1 0 0,-1 0 1 0 0,1 0 0 0 0,0 0 0 0 0,1 0 0 0 0,3 10 0 0 0,24 50 1067 0 0,-25-58-1174 0 0,1 4 39 0 0,1-1-1 0 0,0 0 0 0 0,1 0 0 0 0,1 0 0 0 0,0-1 0 0 0,16 17 0 0 0,-22-25-49 0 0,0-1 0 0 0,0 1 0 0 0,0 0 0 0 0,0-1 1 0 0,0 0-1 0 0,1 1 0 0 0,-1-1 0 0 0,0 0 1 0 0,1 0-1 0 0,-1 0 0 0 0,1 0 0 0 0,-1-1 0 0 0,1 1 1 0 0,-1-1-1 0 0,1 1 0 0 0,-1-1 0 0 0,1 0 1 0 0,0 0-1 0 0,-1 0 0 0 0,1 0 0 0 0,-1-1 0 0 0,1 1 1 0 0,-1-1-1 0 0,1 1 0 0 0,-1-1 0 0 0,1 0 1 0 0,-1 0-1 0 0,1 0 0 0 0,-1 0 0 0 0,0-1 0 0 0,0 1 1 0 0,1-1-1 0 0,-1 1 0 0 0,0-1 0 0 0,-1 0 1 0 0,1 0-1 0 0,0 1 0 0 0,0-1 0 0 0,-1-1 0 0 0,3-2 1 0 0,1-2 63 0 0,0 1 1 0 0,0-1 0 0 0,-1 0-1 0 0,0 0 1 0 0,0-1-1 0 0,-1 1 1 0 0,1-1 0 0 0,-2 0-1 0 0,1 0 1 0 0,-1 0-1 0 0,0 0 1 0 0,-1 0 0 0 0,0-1-1 0 0,-1 1 1 0 0,1 0-1 0 0,-1-1 1 0 0,-1 1 0 0 0,0 0-1 0 0,0 0 1 0 0,0 0-1 0 0,-1-1 1 0 0,-1 1 0 0 0,1 1-1 0 0,-1-1 1 0 0,0 0-1 0 0,-1 1 1 0 0,0-1 0 0 0,0 1-1 0 0,-1 0 1 0 0,1 0-1 0 0,-2 1 1 0 0,1 0 0 0 0,-1 0-1 0 0,0 0 1 0 0,0 0-1 0 0,-9-6 1 0 0,9 9 51 0 0,0-1 0 0 0,0 1 0 0 0,0 0 0 0 0,-1 0 0 0 0,1 1 0 0 0,-1 0 0 0 0,0 0 1 0 0,1 0-1 0 0,-1 1 0 0 0,-9-1 0 0 0,-1 2-797 0 0,0 1 0 0 0,-31 5 0 0 0,21-2-3062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9:00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1738 177 920 0 0,'-5'-7'618'0'0,"0"0"-1"0"0,0 0 0 0 0,-1 0 0 0 0,0 1 1 0 0,0-1-1 0 0,-8-5 0 0 0,3 4-377 0 0,-1 0 0 0 0,0 1-1 0 0,0 0 1 0 0,0 1-1 0 0,-24-9 1 0 0,-2 4-211 0 0,0 2 0 0 0,-63-8-1 0 0,47 11 408 0 0,0 3-1 0 0,-1 2 0 0 0,1 3 0 0 0,0 2 1 0 0,-103 22-1 0 0,67-4 272 0 0,2 4-1 0 0,-143 63 1 0 0,141-51-459 0 0,31-14 444 0 0,0 3 0 0 0,-88 54 1 0 0,130-69-427 0 0,0 0 1 0 0,1 1-1 0 0,0 1 1 0 0,1 0-1 0 0,1 1 1 0 0,1 1-1 0 0,0 0 1 0 0,0 1-1 0 0,2 0 1 0 0,0 1-1 0 0,1 1 1 0 0,-9 24-1 0 0,9-14-184 0 0,1 1 0 0 0,2-1 0 0 0,1 1-1 0 0,2 1 1 0 0,0-1 0 0 0,2 1 0 0 0,5 60-1 0 0,3-29-828 0 0,3-1 0 0 0,33 115 0 0 0,-34-149 451 0 0,1 0-1 0 0,1-1 0 0 0,2 0 0 0 0,28 46 1 0 0,-30-57 227 0 0,1 0 0 0 0,1-1 0 0 0,0 0 0 0 0,1-1 0 0 0,1 0 0 0 0,0-1 0 0 0,1-1 0 0 0,22 14 0 0 0,36 14 277 0 0,1-3 0 0 0,154 50 0 0 0,-184-74-189 0 0,0-1 1 0 0,1-2-1 0 0,0-2 1 0 0,0-2-1 0 0,1-2 1 0 0,-1-3-1 0 0,1-1 0 0 0,-1-2 1 0 0,60-12-1 0 0,-24-2 212 0 0,-1-3 0 0 0,-1-5 1 0 0,-1-2-1 0 0,92-47 0 0 0,-53 11 886 0 0,149-105-1 0 0,-242 150-986 0 0,0 0 0 0 0,-1-2-1 0 0,-1-1 1 0 0,-2 0 0 0 0,0-2-1 0 0,-1 0 1 0 0,-1-1 0 0 0,-1-1-1 0 0,-1-1 1 0 0,-1 0 0 0 0,16-41-1 0 0,-21 40-17 0 0,-1 0-1 0 0,-1 0 0 0 0,-1-1 0 0 0,-1 0 1 0 0,-2 0-1 0 0,-1 0 0 0 0,-1-1 0 0 0,-1 1 1 0 0,-2-1-1 0 0,-1 1 0 0 0,-1 0 0 0 0,-8-33 0 0 0,4 31-76 0 0,-1 1-1 0 0,-2 0 0 0 0,0 1 0 0 0,-3 0 0 0 0,0 0 0 0 0,-1 2 0 0 0,-2-1 0 0 0,-1 2 0 0 0,-1 0 1 0 0,0 2-1 0 0,-2 0 0 0 0,-1 1 0 0 0,-1 0 0 0 0,-1 2 0 0 0,0 1 0 0 0,-2 1 0 0 0,0 1 0 0 0,-36-18 1 0 0,17 14 75 0 0,-1 3 0 0 0,0 2 1 0 0,-2 2-1 0 0,1 2 0 0 0,-1 2 1 0 0,-52-5-1 0 0,21 10-271 0 0,1 2 0 0 0,0 4 0 0 0,-82 11 0 0 0,62 1-560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29:55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2043 103 11979 0 0,'-44'-19'1974'0'0,"-73"-20"0"0"0,70 27-1677 0 0,-1 3 0 0 0,0 1 1 0 0,-60 0-1 0 0,-383 13-827 0 0,431-5 387 0 0,-70-7 0 0 0,75 2 396 0 0,-91 4-1 0 0,117 5-146 0 0,0 1 1 0 0,1 1-1 0 0,0 1 1 0 0,-49 20-1 0 0,-102 58 329 0 0,148-69-522 0 0,0 3 0 0 0,1 0 0 0 0,0 2 0 0 0,2 1 1 0 0,1 2-1 0 0,1 0 0 0 0,1 2 0 0 0,-38 50 0 0 0,51-61 43 0 0,2 2 0 0 0,0-1-1 0 0,1 1 1 0 0,1 1 0 0 0,0 0-1 0 0,2 0 1 0 0,0 0 0 0 0,1 1 0 0 0,0 0-1 0 0,2 0 1 0 0,0 0 0 0 0,2 0-1 0 0,0 1 1 0 0,1-1 0 0 0,0 0-1 0 0,2 1 1 0 0,7 32 0 0 0,-4-30 16 0 0,1 0 0 0 0,1 0 0 0 0,2-1 0 0 0,0 0 0 0 0,1-1 0 0 0,1 0 0 0 0,0 0 0 0 0,2-1 0 0 0,1-1 0 0 0,0 0 0 0 0,1-1 0 0 0,0 0 0 0 0,2-1 0 0 0,0-1 0 0 0,1-1 0 0 0,0 0 0 0 0,1-2 0 0 0,38 20 0 0 0,20 2-103 0 0,1-4 0 0 0,1-3 0 0 0,123 25 0 0 0,252 22-486 0 0,-330-59 337 0 0,0-5-1 0 0,132-7 0 0 0,-188-7 342 0 0,0-3-1 0 0,0-2 1 0 0,-1-4 0 0 0,-1-2-1 0 0,88-34 1 0 0,205-114 1821 0 0,-327 147-1667 0 0,-9 4-109 0 0,-1-1-1 0 0,0-1 0 0 0,-1-1 0 0 0,-1-1 0 0 0,0 0 0 0 0,-1-2 0 0 0,-1 0 0 0 0,24-31 0 0 0,-33 37 17 0 0,0-1 1 0 0,-1 0-1 0 0,0 0 0 0 0,-1-1 1 0 0,0 0-1 0 0,-1 0 0 0 0,-1 0 1 0 0,0-1-1 0 0,-1 0 1 0 0,-1 0-1 0 0,0 0 0 0 0,-1 0 1 0 0,-1-1-1 0 0,0 1 0 0 0,-2-24 1 0 0,0 30-4 0 0,-1 1 1 0 0,0-1 0 0 0,0 0 0 0 0,-1 0-1 0 0,0 1 1 0 0,-1-1 0 0 0,0 1-1 0 0,0 0 1 0 0,-1 0 0 0 0,1 1-1 0 0,-8-9 1 0 0,3 6-25 0 0,-2-1 0 0 0,1 1 1 0 0,-1 0-1 0 0,0 1 0 0 0,-1 1 0 0 0,-16-10 0 0 0,-9-1 12 0 0,0 2 0 0 0,-2 2 0 0 0,-75-20 0 0 0,-4 5-792 0 0,-1 4 1 0 0,-2 6-1 0 0,-237-9 1 0 0,261 32-6124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5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78 8754 0 0,'0'-3'93'0'0,"1"1"0"0"0,-1 0 0 0 0,1-1 0 0 0,-1 1 0 0 0,1 0 0 0 0,0 0 0 0 0,0 0 0 0 0,0 0 0 0 0,0 0 0 0 0,1 0 0 0 0,-1 0 0 0 0,0 0 0 0 0,1 0 0 0 0,-1 1 0 0 0,1-1 0 0 0,0 0 0 0 0,0 1 0 0 0,-1-1 0 0 0,5-1 0 0 0,2-3-53 0 0,0 0 0 0 0,1 1-1 0 0,14-7 1 0 0,-21 11-40 0 0,1 0 0 0 0,0-1-1 0 0,0 1 1 0 0,0 1 0 0 0,1-1 0 0 0,-1 0-1 0 0,0 1 1 0 0,0-1 0 0 0,0 1 0 0 0,0 0-1 0 0,0 0 1 0 0,1 1 0 0 0,-1-1 0 0 0,0 0 0 0 0,0 1-1 0 0,0 0 1 0 0,0 0 0 0 0,0 0 0 0 0,0 0-1 0 0,0 0 1 0 0,0 1 0 0 0,0-1 0 0 0,3 3 0 0 0,-3-1-94 0 0,0 0 0 0 0,0 0 0 0 0,-1 1 1 0 0,1-1-1 0 0,-1 1 0 0 0,0-1 0 0 0,0 1 1 0 0,0 0-1 0 0,0 0 0 0 0,0 0 0 0 0,-1 0 1 0 0,0 0-1 0 0,0 0 0 0 0,0 0 0 0 0,0 0 1 0 0,0 9-1 0 0,-2 71-588 0 0,-1-57 1276 0 0,1 1 0 0 0,5 37 0 0 0,-3-57-465 0 0,0-1 0 0 0,1 1 0 0 0,0-1 0 0 0,0 0 0 0 0,1 1 1 0 0,-1-1-1 0 0,2 0 0 0 0,-1 0 0 0 0,1-1 0 0 0,0 1 0 0 0,0-1 0 0 0,1 0 0 0 0,5 6 0 0 0,-6-8-108 0 0,0-1 0 0 0,0 0-1 0 0,-1 0 1 0 0,2-1 0 0 0,-1 1-1 0 0,0-1 1 0 0,0 0 0 0 0,1 0 0 0 0,0 0-1 0 0,-1-1 1 0 0,1 1 0 0 0,0-1-1 0 0,-1-1 1 0 0,1 1 0 0 0,0 0-1 0 0,8-1 1 0 0,6-1-262 0 0,-1-2 1 0 0,1 1-1 0 0,20-7 1 0 0,-21 4-295 0 0,0 2 0 0 0,21-2 0 0 0,-38 4 530 0 0,1 1 0 0 0,-1 0 0 0 0,1 0 0 0 0,-1 0-1 0 0,1 1 1 0 0,-1-1 0 0 0,1 0 0 0 0,-1 1 0 0 0,1-1 0 0 0,-1 1-1 0 0,1-1 1 0 0,-1 1 0 0 0,0 0 0 0 0,1-1 0 0 0,-1 1 0 0 0,0 0 0 0 0,1 0-1 0 0,-1 0 1 0 0,0 0 0 0 0,0 0 0 0 0,0 0 0 0 0,0 0 0 0 0,0 1 0 0 0,0-1-1 0 0,0 0 1 0 0,-1 0 0 0 0,1 1 0 0 0,0-1 0 0 0,-1 1 0 0 0,1-1 0 0 0,-1 1-1 0 0,1-1 1 0 0,-1 1 0 0 0,0-1 0 0 0,1 1 0 0 0,-1-1 0 0 0,0 1 0 0 0,0-1-1 0 0,0 1 1 0 0,0-1 0 0 0,-1 1 0 0 0,1 1 0 0 0,-2 10 253 0 0,1-1 0 0 0,-2 1-1 0 0,0-1 1 0 0,-5 13 0 0 0,6-18-96 0 0,-8 23 551 0 0,5-15-212 0 0,0 2 1 0 0,0-1-1 0 0,-2 21 0 0 0,7-31-482 0 0,0-1-1 0 0,0 0 0 0 0,0 1 0 0 0,0-1 0 0 0,1 1 0 0 0,0-1 1 0 0,0 0-1 0 0,0 0 0 0 0,1 1 0 0 0,-1-1 0 0 0,1 0 0 0 0,1-1 1 0 0,-1 1-1 0 0,5 7 0 0 0,1 1-1107 0 0,0-1-3499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5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847 150 9674 0 0,'-13'-5'79'0'0,"3"0"-4"0"0,0 1-1 0 0,0 0 1 0 0,-1 0-1 0 0,0 1 1 0 0,1 1-1 0 0,-1 0 1 0 0,0 0-1 0 0,-1 1 1 0 0,1 0 0 0 0,0 1-1 0 0,0 0 1 0 0,-13 3-1 0 0,-18 7-151 0 0,1 1-1 0 0,1 3 1 0 0,0 1-1 0 0,0 2 1 0 0,-49 30-1 0 0,62-30-27 0 0,0 2-1 0 0,2 0 1 0 0,0 1 0 0 0,2 2-1 0 0,0 0 1 0 0,2 2-1 0 0,-37 50 1 0 0,36-40-109 0 0,1 1 0 0 0,3 1 0 0 0,0 0 0 0 0,3 1 0 0 0,1 1 1 0 0,1 1-1 0 0,2 0 0 0 0,3 0 0 0 0,0 1 0 0 0,-3 74 0 0 0,11-80 327 0 0,0-1 1 0 0,3 1-1 0 0,0-1 1 0 0,3 0-1 0 0,0 0 0 0 0,2 0 1 0 0,2-1-1 0 0,1 0 1 0 0,1-1-1 0 0,1 0 0 0 0,2-1 1 0 0,2-1-1 0 0,28 41 1 0 0,-30-51-9 0 0,2-1 0 0 0,0-1 0 0 0,1 0 1 0 0,0-1-1 0 0,2-1 0 0 0,0 0 1 0 0,0-2-1 0 0,1 0 0 0 0,1-2 1 0 0,0 0-1 0 0,1-1 0 0 0,0-2 1 0 0,0 0-1 0 0,43 8 0 0 0,-8-7 243 0 0,-1-2 0 0 0,1-2-1 0 0,0-4 1 0 0,0-1 0 0 0,66-10 0 0 0,-87 5-3 0 0,-1-2 0 0 0,1-1 1 0 0,-1-2-1 0 0,-1-1 1 0 0,0-2-1 0 0,-1-1 0 0 0,0-2 1 0 0,-1-1-1 0 0,-1-2 0 0 0,-1-1 1 0 0,0-1-1 0 0,34-32 1 0 0,-39 29-161 0 0,-2-1 0 0 0,0-1 0 0 0,-1-1 0 0 0,-2-1 0 0 0,-1-1 0 0 0,-1-1 0 0 0,-1-1 0 0 0,-2 0 0 0 0,-1-1 0 0 0,-2 0 0 0 0,-1-2 0 0 0,-1 1 0 0 0,6-39 0 0 0,-6-3-236 0 0,-3-1-1 0 0,-4 0 1 0 0,-3-1 0 0 0,-3 1 0 0 0,-3 0-1 0 0,-22-105 1 0 0,23 159-96 0 0,-2 0 0 0 0,0 0 0 0 0,-1 0 0 0 0,-1 1 0 0 0,-1 0 0 0 0,-17-28-1 0 0,19 38-65 0 0,-1 0 1 0 0,0 1-1 0 0,-1 0 0 0 0,0 1 0 0 0,0-1 0 0 0,-1 2 0 0 0,0-1 0 0 0,-1 1 0 0 0,0 1 0 0 0,0 0 0 0 0,0 1 0 0 0,-19-8 0 0 0,8 5-851 0 0,-1 2 0 0 0,0 1 0 0 0,0 0 0 0 0,-37-2 0 0 0,-21 3-3245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5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4 5065 0 0,'-6'-1'173'0'0,"-23"-1"1594"0"0,28 2-1582 0 0,0 0-1 0 0,0 0 1 0 0,0 0 0 0 0,0 0 0 0 0,0 0-1 0 0,1 0 1 0 0,-1 0 0 0 0,0 0 0 0 0,0 1 0 0 0,0-1-1 0 0,0 0 1 0 0,1 0 0 0 0,-1 1 0 0 0,0-1-1 0 0,0 1 1 0 0,1-1 0 0 0,-1 1 0 0 0,0-1 0 0 0,1 1-1 0 0,-1-1 1 0 0,0 1 0 0 0,1 0 0 0 0,-1-1-1 0 0,1 1 1 0 0,-1 0 0 0 0,1-1 0 0 0,-1 2 0 0 0,3 0 39 0 0,-1 0 1 0 0,1 0 0 0 0,1 0 0 0 0,-1 0-1 0 0,0 0 1 0 0,0-1 0 0 0,1 1 0 0 0,-1-1-1 0 0,1 0 1 0 0,-1 0 0 0 0,1 0 0 0 0,-1 0 0 0 0,4 1-1 0 0,-2-1 26 0 0,73 33 1295 0 0,0 3-1 0 0,129 85 0 0 0,-196-115-1509 0 0,1-1-1 0 0,0 0 0 0 0,0 0 1 0 0,1-1-1 0 0,12 3 0 0 0,-19-6-138 0 0,0-1 0 0 0,-1 0 0 0 0,1 0 0 0 0,0 0-1 0 0,0-1 1 0 0,-1 1 0 0 0,1-1 0 0 0,0 0-1 0 0,0-1 1 0 0,0 1 0 0 0,-1-1 0 0 0,1 0 0 0 0,0 0-1 0 0,-1-1 1 0 0,1 1 0 0 0,5-4 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5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383 1 3225 0 0,'-4'-1'828'0'0,"0"1"0"0"0,0 0 0 0 0,0 1 0 0 0,0-1 0 0 0,0 1 0 0 0,0 0 1 0 0,0 0-1 0 0,0 0 0 0 0,0 0 0 0 0,0 1 0 0 0,0-1 0 0 0,-5 5 0 0 0,4-2-233 0 0,1-1 1 0 0,-1 1-1 0 0,1 1 0 0 0,0-1 0 0 0,-4 7 0 0 0,-11 19 257 0 0,1 0 0 0 0,2 1 0 0 0,-19 54 0 0 0,-7 11-355 0 0,-78 162-160 0 0,76-145-2929 0 0,42-102 1422 0 0,9-15-479 0 0,10-15-460 0 0,-9 0 2109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42 250 456 0 0,'-1'0'-745'0'0,"-39"3"11646"0"0,39-1-10612 0 0,35 10 4395 0 0,48 30-2032 0 0,16 8-1512 0 0,-87-46-1003 0 0,0 0-1 0 0,1 0 1 0 0,-1-1-1 0 0,1-1 0 0 0,-1 0 1 0 0,24 2-1 0 0,-33-4-82 0 0,0 0 0 0 0,1 0 0 0 0,-1 0 0 0 0,0 0 0 0 0,0-1 0 0 0,1 1 0 0 0,-1 0 0 0 0,0-1 0 0 0,0 0 0 0 0,0 1-1 0 0,0-1 1 0 0,1 0 0 0 0,-1 0 0 0 0,0 0 0 0 0,-1-1 0 0 0,1 1 0 0 0,0 0 0 0 0,0-1 0 0 0,0 1 0 0 0,-1-1 0 0 0,1 0 0 0 0,-1 1-1 0 0,1-1 1 0 0,-1 0 0 0 0,0 0 0 0 0,0 0 0 0 0,0 0 0 0 0,0 0 0 0 0,0 0 0 0 0,0 0 0 0 0,0 0 0 0 0,-1-1 0 0 0,2-3-1 0 0,-1-6 39 0 0,-1 0-1 0 0,0-1 0 0 0,0 1 0 0 0,-1 0 0 0 0,-3-16 0 0 0,0-5-110 0 0,-3-165-2566 0 0,7 182 1137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7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0,'-1'5'7534'0'0,"3"6"-3621"0"0,11 58-2116 0 0,-12-63-1735 0 0,2 7-21 0 0,0-1-1 0 0,1 1 0 0 0,1-1 0 0 0,7 16 1 0 0,-10-24-83 0 0,1 0 1 0 0,-1-1-1 0 0,1 1 1 0 0,0-1-1 0 0,0 1 1 0 0,0-1-1 0 0,1 0 1 0 0,-1 0-1 0 0,1-1 1 0 0,0 1-1 0 0,-1-1 1 0 0,1 0-1 0 0,0 1 1 0 0,0-2-1 0 0,1 1 1 0 0,5 1-1 0 0,0 0-193 0 0,1 0 17 0 0,0 0 0 0 0,-1 1 1 0 0,1 0-1 0 0,-1 0 0 0 0,15 10 0 0 0,-23-13 254 0 0,0 1 0 0 0,0-1 0 0 0,0 1 0 0 0,-1-1 0 0 0,1 1 0 0 0,-1 0-1 0 0,1 0 1 0 0,-1-1 0 0 0,1 1 0 0 0,-1 0 0 0 0,0 0 0 0 0,0 1 0 0 0,0-1-1 0 0,0 0 1 0 0,-1 0 0 0 0,1 0 0 0 0,0 1 0 0 0,-1-1 0 0 0,0 0 0 0 0,1 1-1 0 0,-1-1 1 0 0,0 0 0 0 0,0 1 0 0 0,0-1 0 0 0,-1 0 0 0 0,1 0 0 0 0,0 1-1 0 0,-1-1 1 0 0,0 0 0 0 0,1 0 0 0 0,-1 1 0 0 0,-2 3 0 0 0,-2 4 59 0 0,-1 0-1 0 0,1 0 1 0 0,-2-1 0 0 0,1 0 0 0 0,-1 0 0 0 0,-1 0 0 0 0,1-1 0 0 0,-1 0 0 0 0,-1-1-1 0 0,0 1 1 0 0,0-2 0 0 0,0 1 0 0 0,-12 5 0 0 0,6-5-6170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7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51 5065 0 0,'-3'-1'558'0'0,"0"-1"0"0"0,-1 1 0 0 0,1-1 1 0 0,0 0-1 0 0,0 0 0 0 0,0 0 0 0 0,1 0 0 0 0,-1-1 0 0 0,0 1 0 0 0,1-1 0 0 0,-1 0 1 0 0,1 0-1 0 0,0 0 0 0 0,0 0 0 0 0,-2-4 0 0 0,4 7-448 0 0,1-1-1 0 0,-1 1 1 0 0,0-1 0 0 0,1 0 0 0 0,-1 1-1 0 0,0-1 1 0 0,1 1 0 0 0,-1-1-1 0 0,1 1 1 0 0,-1-1 0 0 0,0 1 0 0 0,1 0-1 0 0,-1-1 1 0 0,1 1 0 0 0,-1 0 0 0 0,1-1-1 0 0,0 1 1 0 0,-1 0 0 0 0,1-1-1 0 0,-1 1 1 0 0,1 0 0 0 0,0 0 0 0 0,-1 0-1 0 0,1 0 1 0 0,-1-1 0 0 0,1 1-1 0 0,0 0 1 0 0,-1 0 0 0 0,1 0 0 0 0,0 0-1 0 0,-1 1 1 0 0,1-1 0 0 0,-1 0-1 0 0,1 0 1 0 0,0 0 0 0 0,-1 0 0 0 0,1 1-1 0 0,0-1 1 0 0,25 8 1468 0 0,-14-1-1228 0 0,0 1 0 0 0,-1 0 0 0 0,0 1 0 0 0,-1 0 0 0 0,1 1-1 0 0,16 21 1 0 0,47 76-189 0 0,-39-54-250 0 0,-26-40-263 0 0,33 45-1322 0 0,-9-28-3878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7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329 1 6913 0 0,'-10'8'979'0'0,"-1"1"0"0"0,2 1 0 0 0,0 0 0 0 0,0 0 0 0 0,0 0 0 0 0,1 1 0 0 0,1 1 0 0 0,-10 19 0 0 0,-4 3 53 0 0,-169 246 1824 0 0,167-241-3610 0 0,17-22-4085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8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5 278 14283 0 0,'-4'1'1312'0'0,"6"0"-1200"0"0,7 1 2138 0 0,-7-1-2136 0 0,0-1 0 0 0,0 1 1 0 0,0 0-1 0 0,0 0 0 0 0,-1 0 0 0 0,1 0 0 0 0,0 0 0 0 0,0 0 0 0 0,-1 0 0 0 0,1 0 1 0 0,2 3-1 0 0,5 4 247 0 0,8 6-2 0 0,-1 1 0 0 0,0 0-1 0 0,-1 1 1 0 0,17 26 0 0 0,33 33-39 0 0,-58-68-297 0 0,0 0 0 0 0,1-1 0 0 0,0 0 0 0 0,0-1 0 0 0,0 1 0 0 0,0-2 0 0 0,17 8 0 0 0,-24-11-3 0 0,1-1 0 0 0,0 1 0 0 0,-1-1 0 0 0,1 1 0 0 0,0-1 0 0 0,0 1 0 0 0,-1-1 0 0 0,1 0 0 0 0,0 0 0 0 0,0 0-1 0 0,0 0 1 0 0,-1 0 0 0 0,1 0 0 0 0,0 0 0 0 0,0-1 0 0 0,-1 1 0 0 0,1-1 0 0 0,0 1 0 0 0,0-1 0 0 0,-1 0 0 0 0,1 1 0 0 0,-1-1 0 0 0,3-1 0 0 0,-2 0 8 0 0,-1 0 0 0 0,1-1 1 0 0,0 1-1 0 0,-1 0 0 0 0,1-1 1 0 0,-1 1-1 0 0,0-1 0 0 0,1 1 0 0 0,-1-1 1 0 0,0 1-1 0 0,-1-1 0 0 0,1 0 1 0 0,0-3-1 0 0,1-9 49 0 0,-1-1 0 0 0,0 1-1 0 0,-2 0 1 0 0,-1-18 0 0 0,-7-40-108 0 0,-5-81 230 0 0,14 126-1103 0 0,0 1 1 0 0,2 0 0 0 0,8-45 0 0 0,-6 55-6286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8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0 5449 0 0,'0'0'416'0'0,"-7"25"8769"0"0,-20 16-4324 0 0,4-5-3490 0 0,15-21-1045 0 0,2-5-272 0 0,0 0 0 0 0,1 0 0 0 0,0 0 0 0 0,1 0 0 0 0,0 1 0 0 0,1 0 0 0 0,0 0 1 0 0,0 0-1 0 0,-1 21 0 0 0,5-31-83 0 0,-1 1 1 0 0,0 0 0 0 0,1-1 0 0 0,-1 1 0 0 0,1 0-1 0 0,0-1 1 0 0,0 1 0 0 0,0-1 0 0 0,-1 1-1 0 0,1-1 1 0 0,0 0 0 0 0,1 1 0 0 0,-1-1-1 0 0,0 0 1 0 0,0 0 0 0 0,0 0 0 0 0,1 0 0 0 0,-1 0-1 0 0,1 0 1 0 0,-1 0 0 0 0,1 0 0 0 0,-1 0-1 0 0,1-1 1 0 0,-1 1 0 0 0,1-1 0 0 0,0 1-1 0 0,-1-1 1 0 0,1 0 0 0 0,0 1 0 0 0,-1-1-1 0 0,1 0 1 0 0,0 0 0 0 0,0 0 0 0 0,2-1 0 0 0,9 1-249 0 0,0-1 0 0 0,0-1 0 0 0,17-4 0 0 0,-26 5 188 0 0,26-5-423 0 0,81-16-410 0 0,-97 20 611 0 0,0 1 1 0 0,0 0 0 0 0,0 1-1 0 0,-1 1 1 0 0,27 4 0 0 0,-39-5 262 0 0,0 0 1 0 0,0 0 0 0 0,1 1 0 0 0,-1-1-1 0 0,0 0 1 0 0,0 1 0 0 0,0-1 0 0 0,0 1 0 0 0,0-1-1 0 0,1 1 1 0 0,-1 0 0 0 0,0-1 0 0 0,0 1-1 0 0,0 0 1 0 0,-1 0 0 0 0,1-1 0 0 0,0 1 0 0 0,0 0-1 0 0,0 0 1 0 0,-1 0 0 0 0,1 0 0 0 0,0 0-1 0 0,-1 0 1 0 0,1 1 0 0 0,0 0 0 0 0,-1 0 53 0 0,0 0 1 0 0,0 0-1 0 0,0 0 1 0 0,0 0-1 0 0,-1-1 1 0 0,1 1-1 0 0,0 0 1 0 0,-1 0-1 0 0,1 0 0 0 0,-1-1 1 0 0,0 1-1 0 0,0 0 1 0 0,0-1-1 0 0,-1 4 1 0 0,-4 2 286 0 0,1 0 0 0 0,-1 0 0 0 0,0 0 0 0 0,-1-1-1 0 0,-12 10 1 0 0,-12 5 23 0 0,0-2-1 0 0,-2-2 1 0 0,-39 16-1 0 0,55-27-1355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9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6913 0 0,'-1'0'165'0'0,"1"-1"0"0"0,-1 1 0 0 0,0-1 0 0 0,0 1 0 0 0,0-1-1 0 0,0 1 1 0 0,1-1 0 0 0,-1 0 0 0 0,0 1 0 0 0,1-1 0 0 0,-1 0-1 0 0,0 0 1 0 0,1 1 0 0 0,-1-1 0 0 0,1 0 0 0 0,-1 0 0 0 0,1 0-1 0 0,0 0 1 0 0,-1 0 0 0 0,1 0 0 0 0,0 0 0 0 0,0 0 0 0 0,-1 0-1 0 0,1 1 1 0 0,0-1 0 0 0,0-1 0 0 0,1 0 46 0 0,-1 1-1 0 0,1 0 1 0 0,0 0 0 0 0,-1 0 0 0 0,1 0-1 0 0,0 0 1 0 0,0 0 0 0 0,-1 0 0 0 0,1 0-1 0 0,0 0 1 0 0,0 0 0 0 0,0 0 0 0 0,0 1 0 0 0,1-1-1 0 0,-1 0 1 0 0,2 0 0 0 0,3-2 277 0 0,-1 1 0 0 0,1-1 1 0 0,0 2-1 0 0,0-1 0 0 0,0 1 1 0 0,1-1-1 0 0,6 1 0 0 0,-2 2-178 0 0,0 0-1 0 0,1 1 0 0 0,-1 0 0 0 0,0 1 0 0 0,0 0 0 0 0,-1 0 1 0 0,1 2-1 0 0,-1-1 0 0 0,15 9 0 0 0,11 9-211 0 0,39 31-1 0 0,-43-29-163 0 0,-18-13-924 0 0,0 2 0 0 0,0 0 0 0 0,19 24 0 0 0,-17-18-2434 0 0,-12-14 1913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59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351 1 4145 0 0,'-1'0'156'0'0,"0"0"0"0"0,0-1 0 0 0,0 1 1 0 0,0 0-1 0 0,0 0 0 0 0,0 0 0 0 0,0 0 0 0 0,0 0 1 0 0,0 0-1 0 0,0 0 0 0 0,0 1 0 0 0,0-1 0 0 0,0 0 1 0 0,0 0-1 0 0,0 1 0 0 0,1-1 0 0 0,-1 1 0 0 0,0-1 1 0 0,0 0-1 0 0,0 1 0 0 0,0 0 0 0 0,1-1 0 0 0,-1 1 1 0 0,0 0-1 0 0,0-1 0 0 0,1 1 0 0 0,-1 0 0 0 0,0 0 1 0 0,1-1-1 0 0,-1 2 0 0 0,-23 32 2669 0 0,21-29-2410 0 0,-82 120 4279 0 0,-32 52-1488 0 0,96-141-3829 0 0,1 1-1 0 0,-28 79 1 0 0,42-100-590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0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8 284 14283 0 0,'-8'-3'1261'0'0,"9"2"-1256"0"0,14 0 807 0 0,-12 2-24 0 0,13 6-244 0 0,0 0-1 0 0,-1 1 1 0 0,-1 1 0 0 0,1 1-1 0 0,-2 0 1 0 0,16 14-1 0 0,28 19-167 0 0,-46-35-358 0 0,0 0-1 0 0,1-1 1 0 0,0 0 0 0 0,0-1 0 0 0,1 0 0 0 0,-1-1-1 0 0,1-1 1 0 0,17 4 0 0 0,-29-8 11 0 0,0 0 0 0 0,0 0-1 0 0,0-1 1 0 0,0 1 0 0 0,0 0 0 0 0,0-1 0 0 0,0 1-1 0 0,0-1 1 0 0,0 1 0 0 0,0-1 0 0 0,-1 0 0 0 0,1 1-1 0 0,0-1 1 0 0,0 0 0 0 0,0 1 0 0 0,-1-1 0 0 0,1 0-1 0 0,0 0 1 0 0,-1 0 0 0 0,1 0 0 0 0,-1 0 0 0 0,1 1-1 0 0,-1-1 1 0 0,1 0 0 0 0,-1 0 0 0 0,0 0 0 0 0,1-1-1 0 0,-1 1 1 0 0,0-1 0 0 0,8-40 475 0 0,-7 34-448 0 0,5-45 233 0 0,-3-100-1 0 0,-1 4-1854 0 0,4 119-1651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0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1 3225 0 0,'-9'1'297'0'0,"0"0"1"0"0,1 1 0 0 0,-1 0-1 0 0,1 1 1 0 0,-1-1 0 0 0,1 2-1 0 0,0-1 1 0 0,0 1 0 0 0,0 1-1 0 0,-10 6 1 0 0,12-7 328 0 0,0 1 0 0 0,1-1-1 0 0,-1 1 1 0 0,1 0 0 0 0,0 0 0 0 0,0 1-1 0 0,-6 10 1 0 0,10-15-547 0 0,1-1-1 0 0,0 1 0 0 0,0 0 1 0 0,0 0-1 0 0,-1-1 1 0 0,1 1-1 0 0,0 0 0 0 0,0 0 1 0 0,0 0-1 0 0,0-1 1 0 0,0 1-1 0 0,1 0 1 0 0,-1 0-1 0 0,0-1 0 0 0,0 1 1 0 0,0 0-1 0 0,1 0 1 0 0,-1-1-1 0 0,0 1 0 0 0,1 0 1 0 0,-1-1-1 0 0,1 1 1 0 0,-1 0-1 0 0,1-1 0 0 0,-1 1 1 0 0,1-1-1 0 0,-1 1 1 0 0,1-1-1 0 0,-1 1 1 0 0,1-1-1 0 0,0 1 0 0 0,-1-1 1 0 0,1 1-1 0 0,0-1 1 0 0,0 0-1 0 0,-1 1 0 0 0,1-1 1 0 0,0 0-1 0 0,0 0 1 0 0,-1 0-1 0 0,2 1 1 0 0,42 10 298 0 0,-34-9-140 0 0,27 6-30 0 0,-26-6-121 0 0,0 0 0 0 0,0 1-1 0 0,0 0 1 0 0,0 0 0 0 0,0 1 0 0 0,-1 0-1 0 0,1 1 1 0 0,-1 0 0 0 0,-1 1 0 0 0,15 10 0 0 0,-23-14-61 0 0,1 0 1 0 0,-1 0-1 0 0,1 0 1 0 0,-1 0-1 0 0,0 0 1 0 0,0 0-1 0 0,0 0 1 0 0,0 0-1 0 0,-1 1 1 0 0,1-1-1 0 0,0 0 1 0 0,-1 0-1 0 0,0 1 1 0 0,1-1-1 0 0,-1 0 1 0 0,0 1-1 0 0,0-1 1 0 0,-1 0-1 0 0,1 1 1 0 0,0-1-1 0 0,-1 0 1 0 0,1 1-1 0 0,-1-1 1 0 0,0 0-1 0 0,0 0 1 0 0,1 0-1 0 0,-2 0 1 0 0,1 0-1 0 0,0 0 1 0 0,0 0-1 0 0,-1 0 1 0 0,-1 2-1 0 0,-6 8 167 0 0,0-1 1 0 0,-1 0-1 0 0,-20 16 0 0 0,28-24-151 0 0,-16 12 17 0 0,0-1 1 0 0,0 0 0 0 0,-2-1 0 0 0,0-1 0 0 0,-38 17 0 0 0,33-20-6648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4.8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42 5529 0 0,'-20'-16'2890'0'0,"16"14"-2073"0"0,1 0-1 0 0,0 0 1 0 0,0-1 0 0 0,0 1 0 0 0,0-1 0 0 0,0 0 0 0 0,-5-6 0 0 0,17 13 2583 0 0,18 6-2271 0 0,5 5-705 0 0,-1 2 0 0 0,0 1 1 0 0,-1 2-1 0 0,-2 1 0 0 0,0 1 1 0 0,26 26-1 0 0,27 29-1986 0 0,-70-68 943 0 0,1 0 0 0 0,0 0 0 0 0,1-2 0 0 0,0 1 0 0 0,20 7 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5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258 24 3681 0 0,'-35'-23'10179'0'0,"29"22"-9336"0"0,-7 9 4288 0 0,2 7-5612 0 0,-91 190 1864 0 0,45-83-1915 0 0,32-68-571 0 0,16-31 126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5.6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84 1 7834 0 0,'-2'0'174'0'0,"1"0"0"0"0,-1 0 0 0 0,0 0 0 0 0,0 0 0 0 0,0 1 0 0 0,1-1 0 0 0,-1 1 0 0 0,0-1 0 0 0,1 1 0 0 0,-1-1 0 0 0,0 1 1 0 0,1 0-1 0 0,-1 0 0 0 0,1 0 0 0 0,-1 0 0 0 0,1 0 0 0 0,-1 0 0 0 0,1 1 0 0 0,0-1 0 0 0,0 0 0 0 0,-1 1 0 0 0,1-1 0 0 0,0 1 0 0 0,0-1 0 0 0,0 1 0 0 0,1-1 1 0 0,-1 1-1 0 0,0 1 0 0 0,-20 50 2962 0 0,15-33-2828 0 0,1 0 1 0 0,1 1-1 0 0,1 0 1 0 0,0 28-1 0 0,2-38-184 0 0,1 0-1 0 0,1 1 1 0 0,0-1-1 0 0,1 0 1 0 0,0 0 0 0 0,1-1-1 0 0,0 1 1 0 0,0 0-1 0 0,10 19 1 0 0,-10-26-243 0 0,0-1 0 0 0,0 1 0 0 0,0-1 0 0 0,0 1-1 0 0,0-1 1 0 0,1 0 0 0 0,-1 0 0 0 0,1-1 0 0 0,0 1 0 0 0,0-1 0 0 0,0 0-1 0 0,0 0 1 0 0,0 0 0 0 0,0 0 0 0 0,8 1 0 0 0,-9-2 50 0 0,-1-1-1 0 0,1 1 1 0 0,-1-1 0 0 0,1 1-1 0 0,-1-1 1 0 0,1 0 0 0 0,-1 0-1 0 0,1 0 1 0 0,0-1 0 0 0,-1 1-1 0 0,1-1 1 0 0,-1 1 0 0 0,1-1-1 0 0,-1 0 1 0 0,0 0 0 0 0,1 0-1 0 0,-1 0 1 0 0,0 0 0 0 0,1 0-1 0 0,-1-1 1 0 0,0 1 0 0 0,0-1-1 0 0,0 1 1 0 0,0-1 0 0 0,-1 0-1 0 0,1 0 1 0 0,0 0 0 0 0,-1 0-1 0 0,3-4 1 0 0,-3 5 12 0 0,0-1 0 0 0,-1 0 0 0 0,1 0 1 0 0,0 0-1 0 0,-1 0 0 0 0,1 0 0 0 0,-1-1 0 0 0,0 1 1 0 0,0 0-1 0 0,0 0 0 0 0,0 0 0 0 0,0 0 1 0 0,0 0-1 0 0,0 0 0 0 0,-1 0 0 0 0,1 0 0 0 0,-1 0 1 0 0,1 0-1 0 0,-3-4 0 0 0,-24-37 222 0 0,23 38-25 0 0,0 1 0 0 0,1-1 0 0 0,-1 0 0 0 0,1 0 1 0 0,1 0-1 0 0,-1 0 0 0 0,1-1 0 0 0,0 1 0 0 0,0 0 0 0 0,-2-9 1 0 0,4 11-99 0 0,0 0 0 0 0,0 0 0 0 0,1 0 0 0 0,-1 0 0 0 0,1 0 0 0 0,-1 0 0 0 0,1 0 0 0 0,0 0 1 0 0,0 0-1 0 0,1 0 0 0 0,-1 0 0 0 0,0 0 0 0 0,1 1 0 0 0,0-1 0 0 0,0 1 0 0 0,2-3 0 0 0,0 0 62 0 0,0 1-1 0 0,1 0 1 0 0,0 0-1 0 0,0 0 1 0 0,0 0-1 0 0,1 1 0 0 0,10-5 1 0 0,-9 4-5 0 0,1 1 0 0 0,1 0 1 0 0,-1 1-1 0 0,0 0 0 0 0,0 0 1 0 0,1 0-1 0 0,-1 1 0 0 0,1 1 0 0 0,-1-1 1 0 0,1 1-1 0 0,0 1 0 0 0,10 1 1 0 0,-14 0-86 0 0,1 0-1 0 0,0 1 1 0 0,-1 0 0 0 0,1 0 0 0 0,-1 0 0 0 0,0 0 0 0 0,0 1 0 0 0,0-1 0 0 0,-1 1 0 0 0,1 1 0 0 0,-1-1 0 0 0,0 1 0 0 0,0-1 0 0 0,6 11 0 0 0,3 7 150 0 0,-2 0 1 0 0,14 32-1 0 0,-11-20 51 0 0,-8-19-702 0 0,-1 0 0 0 0,6 31 0 0 0,-11-45 420 0 0,3 8-965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5.8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3681 0 0,'-5'18'2047'0'0,"0"1"0"0"0,1-1 0 0 0,-2 32 0 0 0,5-22-1279 0 0,1 1-1 0 0,1-1 1 0 0,9 51-1 0 0,-5-54-1430 0 0,12 36-1 0 0,-10-43-4242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6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0 195 3225 0 0,'6'-4'4674'0'0,"-6"4"-4574"0"0,14 7 2455 0 0,16 15-658 0 0,-26-20-1516 0 0,9 8-8 0 0,1-2 0 0 0,-1 1 0 0 0,2-2 0 0 0,-1 0-1 0 0,1-1 1 0 0,21 6 0 0 0,-26-9-347 0 0,-1-1 0 0 0,1 0 1 0 0,0 0-1 0 0,0-1 0 0 0,0-1 0 0 0,0 1 0 0 0,0-2 0 0 0,0 1 0 0 0,0-2 0 0 0,0 1 0 0 0,13-5 0 0 0,-21 6 21 0 0,0-1-1 0 0,0 0 0 0 0,0 0 1 0 0,0 0-1 0 0,-1 0 0 0 0,1 0 1 0 0,0 0-1 0 0,-1-1 0 0 0,1 1 1 0 0,-1-1-1 0 0,1 1 0 0 0,-1-1 1 0 0,0 1-1 0 0,1-1 0 0 0,-1 0 1 0 0,0 1-1 0 0,0-1 0 0 0,0 0 0 0 0,-1 0 1 0 0,1 0-1 0 0,0 0 0 0 0,-1 0 1 0 0,1 0-1 0 0,-1 0 0 0 0,1 0 1 0 0,-1 0-1 0 0,0 0 0 0 0,0 0 1 0 0,0 0-1 0 0,0 0 0 0 0,-1 0 1 0 0,0-4-1 0 0,-1-7 573 0 0,-1 1 0 0 0,-1-1 0 0 0,0 1 0 0 0,-7-14 0 0 0,5 11-175 0 0,-12-28-472 0 0,-28-47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6.8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1 1 456 0 0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6.9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5929 0 0,'2'1'0'0'0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7.1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3225 0 0,'2'9'868'0'0,"0"-1"1"0"0,0 1-1 0 0,1-1 1 0 0,0 0-1 0 0,0 0 1 0 0,1 0-1 0 0,8 14 1 0 0,-3-5-138 0 0,31 55 1229 0 0,24 50-3240 0 0,-58-106-2942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7.3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70 6449 0 0,'1'-4'169'0'0,"-1"1"0"0"0,1 0 0 0 0,0 0 0 0 0,1 0-1 0 0,-1 0 1 0 0,0-1 0 0 0,1 2 0 0 0,0-1 0 0 0,-1 0-1 0 0,1 0 1 0 0,1 0 0 0 0,-1 1 0 0 0,0-1-1 0 0,0 1 1 0 0,1 0 0 0 0,0 0 0 0 0,-1 0 0 0 0,1 0-1 0 0,0 0 1 0 0,0 0 0 0 0,0 1 0 0 0,0 0 0 0 0,0-1-1 0 0,0 1 1 0 0,0 0 0 0 0,1 0 0 0 0,2 0 0 0 0,-2 0 26 0 0,0 0 1 0 0,0 0-1 0 0,1 0 1 0 0,-1 0-1 0 0,0 1 1 0 0,0-1-1 0 0,0 1 1 0 0,1 0-1 0 0,-1 0 1 0 0,0 1-1 0 0,0-1 1 0 0,0 1-1 0 0,0 0 1 0 0,0 0-1 0 0,0 1 1 0 0,0-1 0 0 0,0 1-1 0 0,0 0 1 0 0,0 0-1 0 0,-1 0 1 0 0,1 0-1 0 0,2 3 1 0 0,-3-1-147 0 0,0-1 1 0 0,-1 1 0 0 0,0-1-1 0 0,0 1 1 0 0,0 0 0 0 0,0 0-1 0 0,-1 0 1 0 0,0 0 0 0 0,0 0-1 0 0,0 1 1 0 0,0-1 0 0 0,0 0-1 0 0,-1 0 1 0 0,0 1 0 0 0,0-1-1 0 0,0 0 1 0 0,0 1 0 0 0,-2 5-1 0 0,-9 34-949 0 0,-6-4-3355 0 0,4-15-669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7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5985 0 0,'29'6'3117'0'0,"6"1"151"0"0,36 13 0 0 0,9 2-1575 0 0,-64-18-2645 0 0,0-1 1 0 0,0-1 0 0 0,18-1 0 0 0,-21-1-4101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8.1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228 32 456 0 0,'-11'-18'101'0'0,"10"17"355"0"0,0-1-1 0 0,0 1 0 0 0,0 0 0 0 0,0 0 1 0 0,0 0-1 0 0,-1 1 0 0 0,1-1 0 0 0,0 0 1 0 0,0 0-1 0 0,-1 1 0 0 0,1-1 0 0 0,-1 0 1 0 0,1 1-1 0 0,-2-1 0 0 0,1 1 128 0 0,0 0 1 0 0,0 0-1 0 0,1 0 0 0 0,-1 0 1 0 0,0 0-1 0 0,0 0 0 0 0,0 1 1 0 0,1-1-1 0 0,-1 0 0 0 0,0 1 0 0 0,-3 1 1 0 0,-13 9-179 0 0,3 1 549 0 0,1 1 1 0 0,0 1-1 0 0,-22 27 0 0 0,-28 52-2876 0 0,53-73-4122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8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26 3225 0 0,'0'-2'423'0'0,"-1"1"1"0"0,0-1-1 0 0,0 1 1 0 0,0 0 0 0 0,1 0-1 0 0,-1-1 1 0 0,0 1-1 0 0,0 0 1 0 0,-1 0 0 0 0,1 0-1 0 0,0 0 1 0 0,0 0-1 0 0,0 0 1 0 0,-1 0 0 0 0,1 1-1 0 0,0-1 1 0 0,-1 0-1 0 0,1 1 1 0 0,-1-1-1 0 0,1 1 1 0 0,-1-1 0 0 0,1 1-1 0 0,-3 0 1 0 0,2-1 64 0 0,1 0 0 0 0,-1 1 0 0 0,0-1 0 0 0,0 1 0 0 0,-1 0 0 0 0,1-1 1 0 0,0 1-1 0 0,0 0 0 0 0,0 0 0 0 0,0 1 0 0 0,0-1 0 0 0,0 0 0 0 0,0 1 0 0 0,0-1 0 0 0,0 1 1 0 0,0-1-1 0 0,0 1 0 0 0,-1 1 0 0 0,-1 2-473 0 0,1 0 0 0 0,0 1-1 0 0,0 0 1 0 0,1-1 0 0 0,-1 1 0 0 0,1 0 0 0 0,0 0 0 0 0,1 0-1 0 0,-1 0 1 0 0,1 1 0 0 0,0-1 0 0 0,0 0 0 0 0,0 1 0 0 0,1-1-1 0 0,0 0 1 0 0,0 1 0 0 0,1 6 0 0 0,2 8 33 0 0,0 0 0 0 0,1 0 1 0 0,8 24-1 0 0,-6-25-116 0 0,1 0 0 0 0,1-1 0 0 0,1 1 0 0 0,0-2 0 0 0,1 1 0 0 0,15 18 0 0 0,-21-30 38 0 0,1 0-1 0 0,0 0 1 0 0,1 0 0 0 0,-1-1 0 0 0,1 0 0 0 0,0 0-1 0 0,0 0 1 0 0,1-1 0 0 0,-1 0 0 0 0,1 0 0 0 0,0-1-1 0 0,0 0 1 0 0,0 0 0 0 0,1 0 0 0 0,-1-1 0 0 0,1 0-1 0 0,-1-1 1 0 0,1 0 0 0 0,9 1 0 0 0,-16-2-29 0 0,1 0 0 0 0,-1 0 1 0 0,0 0-1 0 0,1 0 0 0 0,-1-1 1 0 0,0 1-1 0 0,1 0 0 0 0,-1-1 1 0 0,0 1-1 0 0,1 0 0 0 0,-1-1 0 0 0,0 0 1 0 0,0 1-1 0 0,0-1 0 0 0,1 0 1 0 0,-1 1-1 0 0,0-1 0 0 0,0 0 1 0 0,0 0-1 0 0,0 0 0 0 0,0 0 1 0 0,-1 0-1 0 0,2-1 0 0 0,-1-1-29 0 0,0 1 0 0 0,0 0 0 0 0,0-1 0 0 0,-1 1 0 0 0,1-1 0 0 0,-1 1-1 0 0,1 0 1 0 0,-1-1 0 0 0,0 1 0 0 0,0-1 0 0 0,-1-4 0 0 0,-1-7-246 0 0,-1-1 1 0 0,0 1-1 0 0,-9-21 0 0 0,7 23 131 0 0,-8-24-121 0 0,8 25 328 0 0,1 0 1 0 0,0 0-1 0 0,1 0 1 0 0,-4-21 0 0 0,7 29 16 0 0,0-1 0 0 0,0 0 0 0 0,0 0 1 0 0,1 1-1 0 0,-1-1 0 0 0,1 0 0 0 0,0 1 0 0 0,0-1 1 0 0,0 0-1 0 0,0 1 0 0 0,0-1 0 0 0,1 1 0 0 0,0 0 1 0 0,0-1-1 0 0,0 1 0 0 0,0 0 0 0 0,0 0 0 0 0,1 0 1 0 0,2-3-1 0 0,-1 3-9 0 0,-1-1 0 0 0,1 1 1 0 0,0 0-1 0 0,0 0 0 0 0,0 0 0 0 0,0 0 0 0 0,0 1 1 0 0,1-1-1 0 0,-1 1 0 0 0,1 0 0 0 0,0 1 0 0 0,-1-1 1 0 0,1 1-1 0 0,0 0 0 0 0,6-1 0 0 0,-7 2 23 0 0,-1 1-1 0 0,1-1 1 0 0,0 1-1 0 0,-1 0 1 0 0,1 0-1 0 0,-1 0 1 0 0,1 0-1 0 0,-1 0 0 0 0,1 1 1 0 0,-1 0-1 0 0,0-1 1 0 0,0 1-1 0 0,0 1 1 0 0,0-1-1 0 0,0 0 1 0 0,0 1-1 0 0,0-1 1 0 0,-1 1-1 0 0,0 0 1 0 0,1 0-1 0 0,1 3 0 0 0,3 5 92 0 0,-1 1 0 0 0,0-1 0 0 0,0 1 0 0 0,-1 0 0 0 0,-1 0 0 0 0,0 0 0 0 0,3 19-1 0 0,10 93-391 0 0,-15-106-106 0 0,-2-12-1297 0 0,0 8-2052 0 0,4-18 3136 0 0,-2-2 605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0 5985 0 0,'-2'5'704'0'0,"1"-1"-1"0"0,-1 0 1 0 0,1 0-1 0 0,0 0 1 0 0,0 1-1 0 0,0-1 1 0 0,1 1-1 0 0,-1-1 1 0 0,1 1-1 0 0,0-1 1 0 0,0 0 0 0 0,1 1-1 0 0,1 7 1 0 0,-1 2 43 0 0,1 8-199 0 0,2 0-1 0 0,0 0 1 0 0,1 0-1 0 0,2-1 1 0 0,14 35 0 0 0,3 13-3039 0 0,-19-52-3812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1 156 5985 0 0,'1'3'876'0'0,"8"-3"225"0"0,12-2 772 0 0,-18 2-1671 0 0,11-1 939 0 0,0 0 0 0 0,0 2-1 0 0,0-1 1 0 0,-1 2 0 0 0,27 5 0 0 0,63 27 101 0 0,-95-31-1218 0 0,-1 0 31 0 0,49 16 190 0 0,-51-18-205 0 0,-1 0 0 0 0,1 0 0 0 0,-1-1-1 0 0,1 1 1 0 0,-1-1 0 0 0,1 0 0 0 0,0 0 0 0 0,-1 0 0 0 0,1-1 0 0 0,5-1 0 0 0,-9 1-5 0 0,0 1 1 0 0,0-1-1 0 0,0 0 1 0 0,0 1 0 0 0,0-1-1 0 0,0 0 1 0 0,0 0-1 0 0,0 0 1 0 0,0 0-1 0 0,0 0 1 0 0,-1 0-1 0 0,1 0 1 0 0,0 0 0 0 0,-1 0-1 0 0,1 0 1 0 0,-1 0-1 0 0,1 0 1 0 0,-1 0-1 0 0,1-1 1 0 0,-1 1-1 0 0,0 0 1 0 0,0 0 0 0 0,0 0-1 0 0,0-1 1 0 0,0 1-1 0 0,0 0 1 0 0,0 0-1 0 0,0-1 1 0 0,0 1 0 0 0,0 0-1 0 0,-1 0 1 0 0,1-1-1 0 0,-1-1 1 0 0,-16-44 283 0 0,14 40-327 0 0,-48-104-3306 0 0,42 89-2961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6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5641 0 0,'-3'6'548'0'0,"1"1"0"0"0,1 0 0 0 0,-1 0 0 0 0,1 0 0 0 0,0 0 0 0 0,1 0 0 0 0,0 0 0 0 0,0-1 0 0 0,0 1 0 0 0,1 0 0 0 0,2 8 0 0 0,-1 2 687 0 0,0 2-448 0 0,0 0-1 0 0,2 0 1 0 0,6 20-1 0 0,-7-28-882 0 0,2 1-1 0 0,0-1 1 0 0,0 1-1 0 0,1-1 1 0 0,13 18-1 0 0,-10-17-871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09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3225 0 0,'49'-5'4209'0'0,"-38"5"-3443"0"0,0 1 0 0 0,0 0 0 0 0,0 1 0 0 0,0 0 0 0 0,0 1 0 0 0,-1 0 0 0 0,1 1 0 0 0,-1 0 0 0 0,0 1 0 0 0,0 0 0 0 0,16 10-1 0 0,-21-11-639 0 0,-1-1-1 0 0,1 0 0 0 0,-1 1 1 0 0,0 0-1 0 0,0 0 0 0 0,-1 0 0 0 0,1 1 1 0 0,-1-1-1 0 0,0 1 0 0 0,0-1 1 0 0,0 1-1 0 0,-1 0 0 0 0,1 0 0 0 0,-1 1 1 0 0,0-1-1 0 0,-1 0 0 0 0,0 1 1 0 0,1-1-1 0 0,-2 1 0 0 0,1-1 0 0 0,-1 1 1 0 0,0-1-1 0 0,0 1 0 0 0,-1 11 1 0 0,-1-8-500 0 0,-1 0 1 0 0,1-1-1 0 0,-8 18 1 0 0,-8 6-4243 0 0,-3-4-1262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0.3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 4609 0 0,'15'-6'15250'0'0,"-10"21"-14467"0"0,1 4-7612 0 0,12-14-600 0 0,5-17 5134 0 0,-15 4 2279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0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0 8290 0 0,'-3'2'278'0'0,"-1"1"-1"0"0,0-1 1 0 0,1 1 0 0 0,0 0 0 0 0,-1 0-1 0 0,1 0 1 0 0,0 0 0 0 0,1 1 0 0 0,-1-1-1 0 0,0 1 1 0 0,1-1 0 0 0,0 1 0 0 0,0 0 0 0 0,0 0-1 0 0,1 0 1 0 0,-1 0 0 0 0,1 1 0 0 0,0-1-1 0 0,0 0 1 0 0,0 1 0 0 0,0 4 0 0 0,0-3 6 0 0,0 1 1 0 0,0-1 0 0 0,1 1-1 0 0,0 0 1 0 0,0-1-1 0 0,1 1 1 0 0,0-1 0 0 0,0 1-1 0 0,0-1 1 0 0,1 1-1 0 0,0-1 1 0 0,0 1 0 0 0,5 8-1 0 0,1-10-3175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1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96 0 11979 0 0,'-1'0'298'0'0,"0"0"0"0"0,0 0 1 0 0,1 1-1 0 0,-1-1 0 0 0,0 0 0 0 0,0 0 1 0 0,0 0-1 0 0,0 1 0 0 0,0-1 1 0 0,0 0-1 0 0,0 1 0 0 0,1-1 1 0 0,-1 1-1 0 0,0-1 0 0 0,0 1 1 0 0,-1 0-1 0 0,-22 21 1856 0 0,18-17-2088 0 0,1 0 0 0 0,0 1-1 0 0,0 0 1 0 0,1 0 0 0 0,0 1-1 0 0,0-1 1 0 0,0 1 0 0 0,1 0-1 0 0,0 0 1 0 0,0 0 0 0 0,1 0-1 0 0,0 1 1 0 0,0-1 0 0 0,0 0 0 0 0,1 1-1 0 0,1 0 1 0 0,-1-1 0 0 0,1 1-1 0 0,0-1 1 0 0,1 1 0 0 0,0 0-1 0 0,0-1 1 0 0,0 1 0 0 0,1-1 0 0 0,0 0-1 0 0,1 0 1 0 0,0 1 0 0 0,0-2-1 0 0,0 1 1 0 0,1 0 0 0 0,0-1-1 0 0,0 1 1 0 0,1-1 0 0 0,0 0 0 0 0,0-1-1 0 0,0 1 1 0 0,9 6 0 0 0,-2-2-74 0 0,0 0 1 0 0,1-1 0 0 0,1 0-1 0 0,-1-2 1 0 0,1 1 0 0 0,0-2-1 0 0,1 1 1 0 0,0-2-1 0 0,20 5 1 0 0,-28-8-52 0 0,-1-1 0 0 0,1 1-1 0 0,0-1 1 0 0,-1-1 0 0 0,1 1 0 0 0,0-1 0 0 0,-1-1-1 0 0,1 1 1 0 0,0-1 0 0 0,-1 0 0 0 0,1 0 0 0 0,0-1-1 0 0,-1 0 1 0 0,0 0 0 0 0,1-1 0 0 0,-1 0 0 0 0,0 0-1 0 0,0 0 1 0 0,-1-1 0 0 0,1 1 0 0 0,-1-1 0 0 0,1-1-1 0 0,-1 1 1 0 0,5-7 0 0 0,-9 10 12 0 0,1-1 1 0 0,-1 1-1 0 0,0-1 0 0 0,0 0 0 0 0,0 1 1 0 0,0-1-1 0 0,0 0 0 0 0,0 0 0 0 0,0 0 1 0 0,-1 1-1 0 0,1-1 0 0 0,-1 0 0 0 0,1 0 1 0 0,-1 0-1 0 0,0 0 0 0 0,0 0 0 0 0,0 0 1 0 0,0 0-1 0 0,0 0 0 0 0,0 0 1 0 0,-1-3-1 0 0,0 2-44 0 0,0 1 0 0 0,-1-1 0 0 0,1 1 0 0 0,-1-1 0 0 0,1 1 0 0 0,-1 0 0 0 0,0-1 0 0 0,0 1 0 0 0,0 0 1 0 0,0 0-1 0 0,0 1 0 0 0,0-1 0 0 0,-4-2 0 0 0,-6-2-391 0 0,1 0 0 0 0,-1 1 1 0 0,0 0-1 0 0,0 0 0 0 0,-19-3 0 0 0,17 5-185 0 0,5 2 653 0 0,0-1 0 0 0,1 0 0 0 0,-1-1 0 0 0,1 0 0 0 0,0 0 0 0 0,-9-5 0 0 0,16 7 65 0 0,0 0 1 0 0,0 0-1 0 0,0 0 0 0 0,0 0 0 0 0,0 0 0 0 0,0 0 1 0 0,0 0-1 0 0,0 0 0 0 0,0 0 0 0 0,0-1 1 0 0,0 1-1 0 0,1 0 0 0 0,-1 0 0 0 0,0-1 0 0 0,1 1 1 0 0,-1-1-1 0 0,1-1 0 0 0,0 1 15 0 0,0 0 0 0 0,0-1 0 0 0,0 1 0 0 0,0 0 0 0 0,1 0-1 0 0,-1 0 1 0 0,1-1 0 0 0,-1 1 0 0 0,1 0 0 0 0,0 0 0 0 0,0 0 0 0 0,0 0 0 0 0,0 0 0 0 0,3-3 0 0 0,2-3 80 0 0,1 0 1 0 0,0 0-1 0 0,0 1 0 0 0,1 0 1 0 0,0 0-1 0 0,1 1 1 0 0,16-10-1 0 0,-10 7 145 0 0,0 2 0 0 0,0 0 0 0 0,0 0 0 0 0,20-4 0 0 0,-30 10-231 0 0,0 0 0 0 0,0 0 0 0 0,-1 0 0 0 0,1 0 1 0 0,0 1-1 0 0,0 0 0 0 0,0 0 0 0 0,0 0 0 0 0,0 1 0 0 0,0-1 1 0 0,0 1-1 0 0,-1 0 0 0 0,1 1 0 0 0,0-1 0 0 0,-1 1 1 0 0,1 0-1 0 0,-1 0 0 0 0,1 1 0 0 0,6 4 0 0 0,-6-2 0 0 0,0-1-1 0 0,0 1 0 0 0,-1 0 1 0 0,0 1-1 0 0,0-1 1 0 0,0 1-1 0 0,-1 0 0 0 0,1 0 1 0 0,-2 0-1 0 0,1 0 1 0 0,0 1-1 0 0,-1-1 0 0 0,2 12 1 0 0,16 101 724 0 0,3 12-4207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2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0,'3'2'745'0'0,"1"0"-1"0"0,-1 0 0 0 0,0 0 1 0 0,0 0-1 0 0,0 0 0 0 0,0 1 1 0 0,0 0-1 0 0,0-1 0 0 0,-1 1 1 0 0,5 5-1 0 0,7 8 2889 0 0,-22-38-10165 0 0,14 11 6210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3.6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5065 0 0,'18'12'9322'0'0,"-17"-10"-8832"0"0,15 32 3274 0 0,4 36-1312 0 0,3 87-1201 0 0,-18-52-5500 0 0,-5-87-2404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4.2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1 257 5985 0 0,'12'4'5997'0'0,"12"3"-2840"0"0,-2-1-1949 0 0,0-1-1 0 0,0-1 0 0 0,0-1 0 0 0,38 0 1 0 0,-41-3-1085 0 0,-1 1 0 0 0,1 0 1 0 0,-1 1-1 0 0,0 1 0 0 0,0 1 0 0 0,0 1 1 0 0,27 10-1 0 0,-42-13-104 0 0,0 1 0 0 0,-1-1 0 0 0,1 0 0 0 0,-1 1 0 0 0,1-1 0 0 0,-1 1 0 0 0,0 0 0 0 0,0 0 0 0 0,0 0 0 0 0,-1 0 0 0 0,1 0 0 0 0,0 0 0 0 0,-1 0 0 0 0,2 6 0 0 0,-1-1-13 0 0,0 0-1 0 0,0 0 0 0 0,0 0 1 0 0,-1 0-1 0 0,0 10 0 0 0,-1-32-458 0 0,-1 10 251 0 0,1 1 1 0 0,0-1-1 0 0,0 0 1 0 0,0 1-1 0 0,0-1 1 0 0,1 0-1 0 0,0 1 1 0 0,1-5-1 0 0,-2 6 211 0 0,0 0-1 0 0,0 1 0 0 0,0-1 1 0 0,0 0-1 0 0,0 0 0 0 0,-1 0 0 0 0,1 0 1 0 0,0 1-1 0 0,-1-1 0 0 0,0 0 1 0 0,1 0-1 0 0,-1 1 0 0 0,0-1 1 0 0,0 1-1 0 0,0-1 0 0 0,-1-2 1 0 0,-25-31 300 0 0,11 13-56 0 0,-6-17 424 0 0,-31-78-1 0 0,34 62-2990 0 0,2 0-3726 0 0,13 36 39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4.5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6913 0 0,'21'31'6109'0'0,"2"25"-1530"0"0,-17-37-3280 0 0,36 107 2538 0 0,-36-105-6378 0 0,4 43-1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14.7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4609 0 0,'13'-2'801'0'0,"-1"1"0"0"0,1 1 0 0 0,0 0 0 0 0,-1 1 0 0 0,1 1 0 0 0,-1-1-1 0 0,1 2 1 0 0,-1 0 0 0 0,0 0 0 0 0,0 1 0 0 0,20 11 0 0 0,-27-14-693 0 0,-1 2 0 0 0,0-1 0 0 0,0 0 0 0 0,-1 1-1 0 0,1 0 1 0 0,-1 0 0 0 0,1 0 0 0 0,-1 0 0 0 0,0 1 0 0 0,0-1 0 0 0,0 1 0 0 0,0 0-1 0 0,-1 0 1 0 0,0 0 0 0 0,0 0 0 0 0,0 0 0 0 0,0 0 0 0 0,0 1 0 0 0,-1-1 0 0 0,0 1 0 0 0,0-1-1 0 0,0 1 1 0 0,0-1 0 0 0,-1 1 0 0 0,0-1 0 0 0,0 1 0 0 0,0 0 0 0 0,-1-1 0 0 0,1 1-1 0 0,-1-1 1 0 0,0 1 0 0 0,0-1 0 0 0,-1 1 0 0 0,-2 6 0 0 0,-9 17-4426 0 0,-3 0-1558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0.8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105 339 920 0 0,'-2'-5'380'0'0,"-1"1"0"0"0,0-1 0 0 0,-1 1 0 0 0,1 0 0 0 0,-1 0 0 0 0,0 0 0 0 0,1 1 0 0 0,-2-1 0 0 0,1 1 0 0 0,0 0-1 0 0,-1 0 1 0 0,1 0 0 0 0,-1 1 0 0 0,-7-3 0 0 0,-8-6 1628 0 0,6-7 967 0 0,13 18-2796 0 0,1-1 1 0 0,-1 1-1 0 0,1-1 0 0 0,-1 1 1 0 0,1-1-1 0 0,0 0 1 0 0,-1 1-1 0 0,1-1 0 0 0,0 1 1 0 0,0-1-1 0 0,0 0 1 0 0,-1 1-1 0 0,1-1 1 0 0,0 1-1 0 0,0-1 0 0 0,0 0 1 0 0,0 1-1 0 0,0-1 1 0 0,0 0-1 0 0,0 1 1 0 0,0-1-1 0 0,0 0 0 0 0,0 1 1 0 0,0-1-1 0 0,1 0 1 0 0,-1 1-1 0 0,0-1 0 0 0,0 1 1 0 0,1-1-1 0 0,-1 0 1 0 0,9 5 1993 0 0,27 42-1952 0 0,33 56-1 0 0,20 25 296 0 0,-74-108-465 0 0,1-1 0 0 0,1 0 0 0 0,0-1 0 0 0,27 19-1 0 0,-40-33-25 0 0,0 0 0 0 0,0 0-1 0 0,1 0 1 0 0,-1-1 0 0 0,0 0-1 0 0,1 0 1 0 0,0 0 0 0 0,-1-1-1 0 0,1 1 1 0 0,0-1 0 0 0,0 0-1 0 0,0-1 1 0 0,6 1 0 0 0,-9-1-8 0 0,1 0 1 0 0,-1-1-1 0 0,1 0 1 0 0,-1 1-1 0 0,0-1 1 0 0,1 0 0 0 0,-1 0-1 0 0,0 0 1 0 0,1-1-1 0 0,-1 1 1 0 0,0 0-1 0 0,0-1 1 0 0,0 0-1 0 0,0 1 1 0 0,-1-1-1 0 0,1 0 1 0 0,0 0-1 0 0,-1 0 1 0 0,1 0-1 0 0,-1 0 1 0 0,1 0 0 0 0,-1 0-1 0 0,0-1 1 0 0,0 1-1 0 0,0 0 1 0 0,1-6-1 0 0,3-10 177 0 0,0-1 0 0 0,-1-1-1 0 0,-1 1 1 0 0,-1-1 0 0 0,0-28 0 0 0,-11-101-81 0 0,4 81-116 0 0,4 54-66 0 0,-5-109-747 0 0,13 41-2644 0 0,-1 65 511 0 0,-3 12 1446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1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120 0 5985 0 0,'-2'1'113'0'0,"-1"-1"1"0"0,1 1-1 0 0,-1 0 0 0 0,0-1 0 0 0,1 1 1 0 0,-1 1-1 0 0,1-1 0 0 0,0 0 0 0 0,-1 0 0 0 0,1 1 1 0 0,0 0-1 0 0,0-1 0 0 0,0 1 0 0 0,0 0 1 0 0,0 0-1 0 0,0 0 0 0 0,1 0 0 0 0,-2 3 0 0 0,-28 44 1039 0 0,28-44-982 0 0,1-1-74 0 0,-7 12 361 0 0,1 0 0 0 0,-9 28 1 0 0,16-41-406 0 0,0-1 0 0 0,0 1 0 0 0,0 0 0 0 0,0-1 0 0 0,0 1 0 0 0,1 0 0 0 0,0 0 0 0 0,-1 0 0 0 0,1-1 0 0 0,0 1 0 0 0,0 0 0 0 0,1 0 0 0 0,-1 0 0 0 0,1 0-1 0 0,-1-1 1 0 0,1 1 0 0 0,0 0 0 0 0,0-1 0 0 0,0 1 0 0 0,0 0 0 0 0,0-1 0 0 0,1 1 0 0 0,-1-1 0 0 0,1 0 0 0 0,2 3 0 0 0,-1-3-78 0 0,-1-1-1 0 0,0 0 0 0 0,1 1 0 0 0,-1-1 1 0 0,1 0-1 0 0,-1-1 0 0 0,1 1 0 0 0,-1 0 1 0 0,1-1-1 0 0,-1 0 0 0 0,1 1 0 0 0,0-1 1 0 0,3 0-1 0 0,41-6-401 0 0,-15 2 230 0 0,-25 4 164 0 0,-1 0-1 0 0,1 0 1 0 0,-1 0 0 0 0,0 1-1 0 0,1 0 1 0 0,-1 1 0 0 0,0-1 0 0 0,0 1-1 0 0,9 4 1 0 0,-13-5 39 0 0,0 0 1 0 0,0 0 0 0 0,-1 0-1 0 0,1 1 1 0 0,0-1-1 0 0,0 1 1 0 0,-1-1-1 0 0,1 1 1 0 0,-1 0 0 0 0,0-1-1 0 0,1 1 1 0 0,-1 0-1 0 0,0 0 1 0 0,0 0-1 0 0,0 0 1 0 0,0 0-1 0 0,0 0 1 0 0,-1 0 0 0 0,1 0-1 0 0,-1 0 1 0 0,1 1-1 0 0,-1-1 1 0 0,0 0-1 0 0,0 0 1 0 0,0 0 0 0 0,0 1-1 0 0,0-1 1 0 0,0 0-1 0 0,-1 0 1 0 0,0 4-1 0 0,-1 1 167 0 0,0 1 0 0 0,-1-1 0 0 0,0 0 0 0 0,0 1 0 0 0,-1-1 0 0 0,0-1 1 0 0,0 1-1 0 0,-8 9 0 0 0,-2 0-175 0 0,-29 27 0 0 0,27-28-675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95 7834 0 0,'0'0'602'0'0,"25"-16"2695"0"0,48-27-1354 0 0,6 11-7121 0 0,-68 28 4746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2.2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23 1376 0 0,'-1'-3'393'0'0,"-1"1"0"0"0,0 1-1 0 0,-1-1 1 0 0,1 0 0 0 0,0 0 0 0 0,0 1-1 0 0,-1-1 1 0 0,1 1 0 0 0,-1 0-1 0 0,1 0 1 0 0,-1 0 0 0 0,0 0 0 0 0,1 0-1 0 0,-1 1 1 0 0,0-1 0 0 0,0 1 0 0 0,0-1-1 0 0,1 1 1 0 0,-1 0 0 0 0,0 0-1 0 0,0 1 1 0 0,0-1 0 0 0,1 0 0 0 0,-1 1-1 0 0,-4 1 1 0 0,4-1-228 0 0,0 1 0 0 0,0 0 0 0 0,0-1 0 0 0,0 1-1 0 0,1 1 1 0 0,-1-1 0 0 0,0 0 0 0 0,1 1 0 0 0,-1-1 0 0 0,1 1 0 0 0,0 0 0 0 0,0-1 0 0 0,0 1 0 0 0,0 0-1 0 0,1 0 1 0 0,-1 1 0 0 0,1-1 0 0 0,0 0 0 0 0,0 0 0 0 0,-1 5 0 0 0,-3 18-113 0 0,1 1 1 0 0,1 1 0 0 0,1-1-1 0 0,2 0 1 0 0,0 0 0 0 0,2 1-1 0 0,1-1 1 0 0,10 40-1 0 0,-11-60-117 0 0,1-1-1 0 0,0 1 0 0 0,-1-1 0 0 0,2 1 0 0 0,-1-1 1 0 0,1 0-1 0 0,0 0 0 0 0,0-1 0 0 0,1 1 1 0 0,0-1-1 0 0,0 0 0 0 0,0 0 0 0 0,0 0 0 0 0,1-1 1 0 0,0 0-1 0 0,0 0 0 0 0,0 0 0 0 0,0-1 1 0 0,0 0-1 0 0,1 0 0 0 0,10 2 0 0 0,-11-3 15 0 0,0 0-1 0 0,0-1 1 0 0,0 0-1 0 0,0 0 0 0 0,1-1 1 0 0,-1 1-1 0 0,0-1 1 0 0,0-1-1 0 0,1 1 0 0 0,-1-1 1 0 0,0 0-1 0 0,0-1 1 0 0,0 1-1 0 0,0-1 1 0 0,0-1-1 0 0,0 1 0 0 0,0-1 1 0 0,-1 0-1 0 0,0 0 1 0 0,1 0-1 0 0,-1-1 0 0 0,0 0 1 0 0,0 0-1 0 0,6-7 1 0 0,-9 9-5 0 0,-1 0 1 0 0,1 0-1 0 0,0 0 1 0 0,-1 0 0 0 0,0-1-1 0 0,1 1 1 0 0,-1 0-1 0 0,0-1 1 0 0,0 1-1 0 0,0 0 1 0 0,-1-1 0 0 0,1 1-1 0 0,-1-1 1 0 0,1 1-1 0 0,-1-1 1 0 0,0 0-1 0 0,0 1 1 0 0,0-1 0 0 0,0 1-1 0 0,0-1 1 0 0,-1 1-1 0 0,1-1 1 0 0,-1 1-1 0 0,0-1 1 0 0,1 1 0 0 0,-3-4-1 0 0,-2-4-157 0 0,-1 0 1 0 0,-1 1-1 0 0,0-1 0 0 0,0 2 0 0 0,-8-9 1 0 0,8 10 362 0 0,1 1 1 0 0,0-1 0 0 0,1 0 0 0 0,0 0 0 0 0,0-1 0 0 0,0 1 0 0 0,-4-12 0 0 0,9 16-53 0 0,-1 0 1 0 0,1 0-1 0 0,-1-1 0 0 0,1 1 0 0 0,0 0 1 0 0,0-1-1 0 0,0 1 0 0 0,1 0 0 0 0,-1 0 1 0 0,1-1-1 0 0,0 1 0 0 0,0 0 0 0 0,0 0 1 0 0,0 0-1 0 0,1 0 0 0 0,-1 0 0 0 0,1 0 1 0 0,-1 0-1 0 0,1 0 0 0 0,0 1 0 0 0,0-1 1 0 0,1 1-1 0 0,-1-1 0 0 0,0 1 1 0 0,1 0-1 0 0,-1 0 0 0 0,1 0 0 0 0,0 0 1 0 0,0 1-1 0 0,0-1 0 0 0,0 1 0 0 0,0-1 1 0 0,0 1-1 0 0,5-1 0 0 0,-4 0-60 0 0,0 1 0 0 0,-1 0 1 0 0,1 0-1 0 0,0 0 0 0 0,-1 1 0 0 0,1-1 0 0 0,0 1 0 0 0,0 0 1 0 0,0 0-1 0 0,-1 0 0 0 0,1 1 0 0 0,0-1 0 0 0,0 1 0 0 0,0 0 1 0 0,-1 0-1 0 0,1 0 0 0 0,-1 0 0 0 0,1 1 0 0 0,-1 0 1 0 0,1-1-1 0 0,-1 1 0 0 0,0 1 0 0 0,0-1 0 0 0,0 0 0 0 0,0 1 1 0 0,0-1-1 0 0,0 1 0 0 0,-1 0 0 0 0,0 0 0 0 0,4 5 0 0 0,0 7 89 0 0,-1 1 0 0 0,0-1-1 0 0,-1 1 1 0 0,-1 0 0 0 0,-1 0-1 0 0,0 1 1 0 0,-1-1-1 0 0,-2 29 1 0 0,1-16-968 0 0,5 42 0 0 0,-2-54-2940 0 0,0-1-1178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2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45 6913 0 0,'-12'-25'1400'0'0,"9"6"4410"0"0,9 211-950 0 0,-2-147-6758 0 0,1 0-1 0 0,17 58 0 0 0,-16-78-3058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2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10 319 4609 0 0,'-1'-2'131'0'0,"-1"-1"-1"0"0,1 1 1 0 0,0 0 0 0 0,0-1-1 0 0,1 0 1 0 0,-1 1 0 0 0,0-1 0 0 0,1 1-1 0 0,-1-1 1 0 0,1 0 0 0 0,0 1-1 0 0,0-1 1 0 0,0 0 0 0 0,0 1-1 0 0,1-1 1 0 0,-1 0 0 0 0,1 1 0 0 0,1-5-1 0 0,-2 6 7 0 0,1-1 0 0 0,0 1 1 0 0,0-1-1 0 0,0 1 0 0 0,0-1 0 0 0,1 1 0 0 0,-1 0 0 0 0,0 0 0 0 0,1-1 1 0 0,-1 1-1 0 0,0 0 0 0 0,1 0 0 0 0,0 0 0 0 0,-1 0 0 0 0,1 1 0 0 0,-1-1 0 0 0,1 0 1 0 0,0 1-1 0 0,0-1 0 0 0,-1 1 0 0 0,1 0 0 0 0,0-1 0 0 0,0 1 0 0 0,-1 0 1 0 0,1 0-1 0 0,0 0 0 0 0,0 0 0 0 0,3 1 0 0 0,17 3 632 0 0,-1 0-1 0 0,30 10 0 0 0,-32-8-605 0 0,-1-1-1 0 0,1-1 1 0 0,-1 0 0 0 0,22 0-1 0 0,-30-3-71 0 0,1-1-1 0 0,-1-1 1 0 0,0 0 0 0 0,0 0-1 0 0,1-1 1 0 0,-1 0 0 0 0,0-1-1 0 0,12-4 1 0 0,-19 5-35 0 0,0 1 0 0 0,0-1 1 0 0,0 0-1 0 0,0 0 0 0 0,0 0 1 0 0,-1 0-1 0 0,1 0 0 0 0,-1 0 1 0 0,1-1-1 0 0,-1 1 0 0 0,0-1 0 0 0,0 0 1 0 0,0 0-1 0 0,0 0 0 0 0,-1 0 1 0 0,1 0-1 0 0,-1 0 0 0 0,0 0 1 0 0,0 0-1 0 0,0-1 0 0 0,0 1 0 0 0,0 0 1 0 0,-1-1-1 0 0,1 1 0 0 0,-1 0 1 0 0,0-1-1 0 0,0 1 0 0 0,-1-5 1 0 0,-5-36 391 0 0,-12-48-1 0 0,10 57-1017 0 0,4 17-284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3.6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0 6913 0 0,'-13'3'6046'0'0,"13"-2"-5909"0"0,0-1 0 0 0,0 0 1 0 0,0 1-1 0 0,0-1 1 0 0,0 1-1 0 0,7 23 1936 0 0,22 27-1005 0 0,-18-34-845 0 0,7 10-719 0 0,0 1 0 0 0,15 34 0 0 0,-22-36-848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3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1 165 3225 0 0,'0'-2'33'0'0,"0"0"0"0"0,-1-1 0 0 0,1 1 1 0 0,0-1-1 0 0,0 1 0 0 0,0 0 0 0 0,0-1 1 0 0,1 1-1 0 0,-1 0 0 0 0,1-1 0 0 0,-1 1 1 0 0,1 0-1 0 0,0-1 0 0 0,0 1 0 0 0,0 0 1 0 0,0 0-1 0 0,0 0 0 0 0,1 0 0 0 0,-1 0 1 0 0,2-2-1 0 0,3-1 207 0 0,-1 0-1 0 0,1 0 1 0 0,0 1 0 0 0,14-8-1 0 0,-6 4 58 0 0,5-4 604 0 0,1 0-1 0 0,1 2 0 0 0,0 1 0 0 0,1 0 1 0 0,29-7-1 0 0,-40 14-598 0 0,1-1 0 0 0,0 1 0 0 0,0 1 0 0 0,-1 0 0 0 0,1 1 0 0 0,0 0 0 0 0,0 1 0 0 0,0 0 0 0 0,0 1 0 0 0,-1 0 0 0 0,1 1 0 0 0,13 5 0 0 0,-22-7-313 0 0,0 1 1 0 0,0-1-1 0 0,0 1 0 0 0,0 0 1 0 0,0 0-1 0 0,0 0 1 0 0,-1 0-1 0 0,1 0 1 0 0,-1 0-1 0 0,1 1 0 0 0,-1-1 1 0 0,0 1-1 0 0,0 0 1 0 0,0 0-1 0 0,0 0 1 0 0,-1 0-1 0 0,3 4 0 0 0,-3-2-462 0 0,0-1-1 0 0,1 0 0 0 0,-2 1 0 0 0,1-1 1 0 0,0 1-1 0 0,-1-1 0 0 0,0 1 0 0 0,0 4 1 0 0,-4 21-3962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5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124 345 1376 0 0,'-60'-57'3236'0'0,"1"0"4217"0"0,55 49-3923 0 0,13 7-1303 0 0,16 10-1024 0 0,3 15-762 0 0,0 2-1 0 0,38 45 1 0 0,23 22-281 0 0,-77-82-132 0 0,2 0-1 0 0,-1 0 0 0 0,1-2 0 0 0,1 0 0 0 0,22 11 0 0 0,-33-18-27 0 0,0-1 0 0 0,0 1 0 0 0,-1-1 0 0 0,2 1 0 0 0,-1-1-1 0 0,0 0 1 0 0,0-1 0 0 0,0 1 0 0 0,0-1 0 0 0,0 0 0 0 0,1 0 0 0 0,-1 0 0 0 0,0-1 0 0 0,0 1 0 0 0,0-1 0 0 0,0 0 0 0 0,1 0 0 0 0,-1 0 0 0 0,4-3 0 0 0,-4 1 54 0 0,0 1 1 0 0,-1-1 0 0 0,1 0 0 0 0,-1 0-1 0 0,0 0 1 0 0,0 0 0 0 0,0-1 0 0 0,0 1-1 0 0,-1-1 1 0 0,1 0 0 0 0,-1 0 0 0 0,0 0-1 0 0,0 0 1 0 0,-1 0 0 0 0,1 0-1 0 0,-1-1 1 0 0,0 1 0 0 0,1-5 0 0 0,4-32 229 0 0,-2 1 1 0 0,-2-1-1 0 0,-2 0 1 0 0,-7-65 0 0 0,0-70-5386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5.8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0 4145 0 0,'-3'3'542'0'0,"-1"0"1"0"0,1 0 0 0 0,0 1-1 0 0,1-1 1 0 0,-1 1-1 0 0,1-1 1 0 0,-1 1-1 0 0,-1 4 1 0 0,1-4-145 0 0,0 1 5 0 0,-30 53 1659 0 0,31-54-1926 0 0,0 1 0 0 0,0 0 0 0 0,0-1 0 0 0,1 1 0 0 0,-1 0 0 0 0,1 0 0 0 0,0 0 0 0 0,1 0 0 0 0,-1 0 0 0 0,1 8 0 0 0,0-11-112 0 0,1 0-1 0 0,0-1 1 0 0,-1 1-1 0 0,1 0 1 0 0,0-1 0 0 0,0 1-1 0 0,0-1 1 0 0,-1 1 0 0 0,2-1-1 0 0,-1 0 1 0 0,0 1 0 0 0,0-1-1 0 0,0 0 1 0 0,1 0 0 0 0,-1 1-1 0 0,1-1 1 0 0,-1 0 0 0 0,1-1-1 0 0,-1 1 1 0 0,1 0 0 0 0,-1 0-1 0 0,1-1 1 0 0,0 1-1 0 0,-1-1 1 0 0,1 1 0 0 0,0-1-1 0 0,0 0 1 0 0,-1 1 0 0 0,1-1-1 0 0,0 0 1 0 0,0 0 0 0 0,3-1-1 0 0,8 0 172 0 0,0 0-1 0 0,0 0 0 0 0,17-6 1 0 0,-21 5-169 0 0,0 0-24 0 0,53-8 32 0 0,-59 10-32 0 0,1-1 0 0 0,0 1 0 0 0,-1 0 0 0 0,1 0 0 0 0,0 1 0 0 0,-1-1 0 0 0,1 1 0 0 0,0 0 0 0 0,-1 0 0 0 0,1 0 0 0 0,-1 0 0 0 0,1 1 0 0 0,5 2 0 0 0,-8-2-2 0 0,1-1 0 0 0,-1 1 0 0 0,0 0 0 0 0,0-1 0 0 0,0 1 0 0 0,0 0 0 0 0,0 0 0 0 0,0 0 0 0 0,-1-1 0 0 0,1 1 0 0 0,0 0 0 0 0,-1 0 0 0 0,0 0 0 0 0,1 0 0 0 0,-1 0 0 0 0,0 0 0 0 0,0 0 0 0 0,0 0 0 0 0,0 0 0 0 0,-1 0 0 0 0,1 0 0 0 0,0 0 0 0 0,-1 0 0 0 0,1 0 0 0 0,-3 3 0 0 0,-1 7 0 0 0,0-1 0 0 0,-12 20 0 0 0,16-30 0 0 0,-11 17-408 0 0,-1-2 0 0 0,0 1 0 0 0,-1-2 0 0 0,0 0 0 0 0,-2 0 0 0 0,-18 15 0 0 0,14-15-4089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6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98 9674 0 0,'2'-3'514'0'0,"0"0"0"0"0,0 0 0 0 0,1 0 0 0 0,-1 0 0 0 0,1 0 0 0 0,0 1 0 0 0,0-1 0 0 0,0 1 0 0 0,4-3 0 0 0,6-5 263 0 0,1-6 145 0 0,12-10-2617 0 0,-23 24 1106 0 0,-1 1-1 0 0,1-1 1 0 0,0 0 0 0 0,0 1-1 0 0,0 0 1 0 0,0 0 0 0 0,-1 0-1 0 0,2 0 1 0 0,5-1 0 0 0,0 0 18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1 4609 0 0,'-17'2'14090'0'0,"13"10"-15168"0"0,3-11 746 0 0,-6 24 585 0 0,0 0 1 0 0,2 1-1 0 0,1 0 1 0 0,1-1-1 0 0,1 1 1 0 0,1 37-1 0 0,2-51-250 0 0,0-1 0 0 0,1 1 0 0 0,0-1 0 0 0,0 1 1 0 0,1-1-1 0 0,1 0 0 0 0,0 0 0 0 0,0 0 0 0 0,1 0 0 0 0,0-1 0 0 0,1 0 0 0 0,1 0 1 0 0,-1 0-1 0 0,1-1 0 0 0,1 0 0 0 0,13 13 0 0 0,-17-20-35 0 0,-1 1-1 0 0,0-1 1 0 0,1 0-1 0 0,0 0 1 0 0,-1-1-1 0 0,1 1 1 0 0,0-1-1 0 0,0 0 1 0 0,0 0-1 0 0,0 0 1 0 0,0 0 0 0 0,0-1-1 0 0,0 0 1 0 0,0 1-1 0 0,0-2 1 0 0,0 1-1 0 0,0 0 1 0 0,0-1-1 0 0,0 0 1 0 0,0 1-1 0 0,0-2 1 0 0,-1 1-1 0 0,1 0 1 0 0,0-1-1 0 0,0 0 1 0 0,4-2 0 0 0,-4 1 30 0 0,1 1 0 0 0,-1-1 1 0 0,0 0-1 0 0,0-1 1 0 0,0 1-1 0 0,0-1 1 0 0,0 1-1 0 0,-1-1 0 0 0,0 0 1 0 0,0 0-1 0 0,0-1 1 0 0,0 1-1 0 0,-1-1 1 0 0,1 1-1 0 0,-1-1 0 0 0,0 0 1 0 0,-1 0-1 0 0,1 0 1 0 0,-1 0-1 0 0,1-6 1 0 0,-2 9-35 0 0,0-1 0 0 0,0 1 0 0 0,0 0 0 0 0,0 0 1 0 0,0 0-1 0 0,0 0 0 0 0,-1-1 0 0 0,1 1 1 0 0,-1 0-1 0 0,0 0 0 0 0,0 0 0 0 0,1 0 1 0 0,-1 0-1 0 0,-1 0 0 0 0,1 0 0 0 0,0 1 0 0 0,0-1 1 0 0,-1 0-1 0 0,1 0 0 0 0,-3-1 0 0 0,-1-1-250 0 0,0 1 0 0 0,0 0 0 0 0,-1 0 0 0 0,1 0 0 0 0,-10-3-1 0 0,-21-12-1319 0 0,35 17 1597 0 0,0 0-1 0 0,1 0 0 0 0,-1 0 1 0 0,1-1-1 0 0,-1 1 0 0 0,1 0 1 0 0,-1 0-1 0 0,1-1 0 0 0,0 1 1 0 0,-1 0-1 0 0,1-1 0 0 0,0 1 1 0 0,0-1-1 0 0,0 1 0 0 0,0 0 1 0 0,0-1-1 0 0,0 1 0 0 0,1 0 1 0 0,-1-1-1 0 0,0 1 0 0 0,1 0 1 0 0,-1-1-1 0 0,1 1 0 0 0,-1 0 1 0 0,1 0-1 0 0,-1 0 0 0 0,1-1 1 0 0,0 1-1 0 0,0 0 0 0 0,0 0 1 0 0,1-1-1 0 0,27-36 147 0 0,-18 27-26 0 0,-1 1-1 0 0,1 0 1 0 0,0 1-1 0 0,1 0 0 0 0,0 1 1 0 0,25-13-1 0 0,-32 19 23 0 0,-1 0 1 0 0,1 1-1 0 0,0-1 0 0 0,-1 1 1 0 0,1-1-1 0 0,0 2 0 0 0,0-1 0 0 0,0 0 1 0 0,0 1-1 0 0,0 0 0 0 0,0 0 1 0 0,0 1-1 0 0,0-1 0 0 0,0 1 0 0 0,0 0 1 0 0,-1 0-1 0 0,1 1 0 0 0,0-1 0 0 0,0 1 1 0 0,-1 0-1 0 0,1 0 0 0 0,-1 1 1 0 0,7 5-1 0 0,-6-5 0 0 0,0 1 0 0 0,-1 1 0 0 0,1-1-1 0 0,-1 1 1 0 0,0-1 0 0 0,-1 1 0 0 0,1 0 0 0 0,-1 1 0 0 0,0-1 0 0 0,0 1 0 0 0,-1-1 0 0 0,1 1 0 0 0,-1 0 0 0 0,2 9-1 0 0,-1 4-332 0 0,-1-1-1 0 0,-1 1 0 0 0,-1 27 0 0 0,0 15-6082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0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0,'2'1'281'0'0,"0"-1"0"0"0,1 1 1 0 0,-1 0-1 0 0,0 0 0 0 0,0 0 0 0 0,1 0 0 0 0,-1 0 1 0 0,0 1-1 0 0,0-1 0 0 0,0 1 0 0 0,-1-1 1 0 0,1 1-1 0 0,0-1 0 0 0,0 1 0 0 0,-1 0 0 0 0,1 0 1 0 0,-1 0-1 0 0,0 0 0 0 0,1 0 0 0 0,-1 0 1 0 0,0 1-1 0 0,1 2 0 0 0,3 7 599 0 0,0 0-1 0 0,6 23 1 0 0,-4 0-240 0 0,-2 1-1 0 0,2 41 1 0 0,-4-40-1610 0 0,13 72 0 0 0,-13-97-937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1840 0 0,'0'0'289'0'0,"0"-1"0"0"0,0 0 0 0 0,7-13 5779 0 0,-5 13-5779 0 0,-1 0 7 0 0,1 1 1 0 0,-1 0 0 0 0,1-1 0 0 0,-1 1-1 0 0,0 0 1 0 0,1 0 0 0 0,-1 0 0 0 0,1 0-1 0 0,-1 0 1 0 0,1 0 0 0 0,-1 0 0 0 0,3 1 0 0 0,40 15 2392 0 0,-40-14-2305 0 0,29 15 219 0 0,-1 2-1 0 0,32 24 1 0 0,-43-27-451 0 0,0-1 0 0 0,2-2 0 0 0,0 0 1 0 0,0-1-1 0 0,47 17 0 0 0,-69-29-110 0 0,-1 0 0 0 0,1 1 0 0 0,0-1 0 0 0,0 0 0 0 0,0 0 0 0 0,-1 0 0 0 0,1 0-1 0 0,0 0 1 0 0,0 0 0 0 0,-1 0 0 0 0,1 0 0 0 0,0 0 0 0 0,0 0 0 0 0,0 0 0 0 0,-1 0 0 0 0,1-1 0 0 0,0 1 0 0 0,0 0 0 0 0,-1-1 0 0 0,1 1 0 0 0,0 0 0 0 0,-1-1-1 0 0,1 1 1 0 0,0-1 0 0 0,-1 1 0 0 0,1-1 0 0 0,0-1 8 0 0,0 1 0 0 0,0 0 0 0 0,-1-1 0 0 0,1 1 0 0 0,-1-1 0 0 0,1 1 0 0 0,-1 0 0 0 0,0-1 0 0 0,0 1 0 0 0,1-1 0 0 0,-1 1 0 0 0,0-1 0 0 0,0-1 0 0 0,-2-9 111 0 0,1 1 0 0 0,-1-1 1 0 0,-5-11-1 0 0,4 11-29 0 0,-11-53-1404 0 0,-28-73 0 0 0,33 113-5530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6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7834 0 0,'12'34'2082'0'0,"1"-1"0"0"0,2 0 0 0 0,22 34 0 0 0,-21-37-767 0 0,18 27 283 0 0,19 38-258 0 0,-48-85-1450 0 0,0 1 0 0 0,-1 0 0 0 0,0 1 0 0 0,-1-1 0 0 0,0 1 0 0 0,1 21 1 0 0,-5-12-2757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1:27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 3681 0 0,'1'-2'213'0'0,"1"0"1"0"0,0 0 0 0 0,-1 0 0 0 0,1 1-1 0 0,0-1 1 0 0,0 0 0 0 0,0 1-1 0 0,1-1 1 0 0,-1 1 0 0 0,0 0 0 0 0,0 0-1 0 0,1 0 1 0 0,-1 0 0 0 0,1 0-1 0 0,-1 0 1 0 0,1 0 0 0 0,-1 1 0 0 0,1 0-1 0 0,-1-1 1 0 0,1 1 0 0 0,-1 0-1 0 0,1 0 1 0 0,4 1 0 0 0,3 0 981 0 0,1 0 0 0 0,-1 0 0 0 0,0 1 1 0 0,16 5-1 0 0,-18-4-888 0 0,-1 0 1 0 0,0 0-1 0 0,0 0 0 0 0,0 1 1 0 0,-1 0-1 0 0,1 0 0 0 0,-1 0 1 0 0,0 1-1 0 0,0 0 1 0 0,0 1-1 0 0,-1-1 0 0 0,0 1 1 0 0,0 0-1 0 0,0 0 1 0 0,5 10-1 0 0,-7-9-229 0 0,0-1 1 0 0,-1 1-1 0 0,0-1 1 0 0,0 1-1 0 0,0 0 0 0 0,-1 0 1 0 0,0 0-1 0 0,-1 0 1 0 0,1 0-1 0 0,-1 0 0 0 0,-1 0 1 0 0,1 0-1 0 0,-1 0 1 0 0,0-1-1 0 0,-1 1 0 0 0,0 0 1 0 0,-3 8-1 0 0,-11 22 137 0 0,-1-1 0 0 0,-2 0-1 0 0,-39 54 1 0 0,-20 36-588 0 0,65-101-111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220 19 3225 0 0,'-8'-4'1345'0'0,"-1"1"1"0"0,0 0-1 0 0,0 1 1 0 0,0-1-1 0 0,0 2 0 0 0,0 0 1 0 0,-10-1 546 0 0,42 26 1469 0 0,66 57-2868 0 0,-57-49-213 0 0,1-3 0 0 0,1-1 0 0 0,2-1-1 0 0,46 27 1 0 0,-42-35-244 0 0,-24-12-5 0 0,0 1-1 0 0,25 16 1 0 0,-41-23-27 0 0,1-1 0 0 0,-1 0 0 0 0,0 1 1 0 0,0-1-1 0 0,1 1 0 0 0,-1-1 0 0 0,0 1 0 0 0,0-1 0 0 0,0 1 0 0 0,0-1 0 0 0,1 1 0 0 0,-1-1 0 0 0,0 1 0 0 0,0-1 0 0 0,0 1 1 0 0,0-1-1 0 0,0 1 0 0 0,0-1 0 0 0,-1 1 0 0 0,1-1 0 0 0,0 1 0 0 0,0-1 0 0 0,0 1 0 0 0,0-1 0 0 0,0 1 0 0 0,-1-1 0 0 0,1 1 0 0 0,0-1 1 0 0,-1 1-1 0 0,1-1 0 0 0,0 1 0 0 0,-1-1 0 0 0,1 0 0 0 0,0 1 0 0 0,-1-1 0 0 0,1 0 0 0 0,0 1 0 0 0,-1-1 0 0 0,1 0 0 0 0,-1 1 0 0 0,-22 16 277 0 0,20-15-233 0 0,-106 74 1288 0 0,-128 97-677 0 0,173-125-592 0 0,41-32-444 0 0,1 0-1 0 0,1 2 1 0 0,1 0 0 0 0,-19 21-1 0 0,24-13-4494 0 0,15-22 3080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8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62 2761 0 0,'-2'-1'437'0'0,"1"0"0"0"0,-1-1 0 0 0,0 1 0 0 0,1-1 1 0 0,-1 1-1 0 0,1-1 0 0 0,-1 0 0 0 0,1 1 0 0 0,-1-1 1 0 0,1 0-1 0 0,0 0 0 0 0,0 0 0 0 0,0 0 0 0 0,0 0 1 0 0,1 0-1 0 0,-1 0 0 0 0,0-4 0 0 0,-2-21 9324 0 0,3 34-8146 0 0,-1 18-1656 0 0,2 0 0 0 0,2 0 0 0 0,0 0 0 0 0,1 0 0 0 0,1 0 0 0 0,2-1 1 0 0,0 0-1 0 0,2 0 0 0 0,1-1 0 0 0,0 0 0 0 0,2-1 0 0 0,0 0 0 0 0,2-1 0 0 0,0 0 0 0 0,23 24 0 0 0,-25-30-766 0 0,-5-6-2948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8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1 137 6449 0 0,'85'-35'6611'0'0,"4"6"-3623"0"0,-13 5-2024 0 0,-9 4-1559 0 0,8-3-6607 0 0,-61 18 4740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9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5985 0 0,'3'65'10107'0'0,"9"38"-10464"0"0,-8-71-1194 0 0,-2-16-3663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19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20 6913 0 0,'-2'-20'1212'0'0,"5"28"802"0"0,2 13-1310 0 0,-2-3-3419 0 0,-1-8 1687 0 0,-1 1 617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0.1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72 4609 0 0,'10'0'588'0'0,"-6"-1"-460"0"0,0 1 1 0 0,0 0-1 0 0,0 0 1 0 0,0 1-1 0 0,0-1 1 0 0,7 3-1 0 0,-10-3-136 0 0,0 1 0 0 0,0-1 0 0 0,0 1-1 0 0,0-1 1 0 0,0 1 0 0 0,0 0 0 0 0,0 0-1 0 0,0 0 1 0 0,-1-1 0 0 0,1 1 0 0 0,0 0-1 0 0,0 0 1 0 0,-1 0 0 0 0,1 0 0 0 0,-1 0-1 0 0,1 0 1 0 0,-1 0 0 0 0,1 1 0 0 0,-1-1-1 0 0,1 0 1 0 0,-1 0 0 0 0,0 0 0 0 0,0 0-1 0 0,0 0 1 0 0,0 1 0 0 0,0-1 0 0 0,0 0-1 0 0,0 2 1 0 0,2 2-533 0 0,5-11 933 0 0,12-27 1995 0 0,9-13 651 0 0,-26 44-2846 0 0,-1 0 0 0 0,1 0 0 0 0,0 0-1 0 0,0 1 1 0 0,-1-1 0 0 0,1 1 0 0 0,0-1 0 0 0,0 1 0 0 0,1 0 0 0 0,-1 0 0 0 0,0 0-1 0 0,0 0 1 0 0,0 0 0 0 0,1 0 0 0 0,-1 0 0 0 0,1 1 0 0 0,-1-1 0 0 0,0 1-1 0 0,1 0 1 0 0,-1 0 0 0 0,5 0 0 0 0,-4 1-60 0 0,-1 0 0 0 0,1 0 1 0 0,0 0-1 0 0,-1 0 0 0 0,1 1 0 0 0,-1-1 1 0 0,0 1-1 0 0,1 0 0 0 0,-1 0 0 0 0,0 0 1 0 0,0 0-1 0 0,0 0 0 0 0,0 0 0 0 0,-1 0 1 0 0,1 1-1 0 0,-1-1 0 0 0,1 0 0 0 0,1 5 0 0 0,26 45-1340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8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68 456 0 0,'0'-3'347'0'0,"0"-1"-1"0"0,0 1 1 0 0,0-1-1 0 0,-1 1 1 0 0,1-1-1 0 0,-1 0 1 0 0,0 1-1 0 0,0 0 1 0 0,0-1-1 0 0,-1 1 1 0 0,1 0-1 0 0,-28-23 11932 0 0,28 48-11159 0 0,41 471 1042 0 0,1-241-2432 0 0,-23-155-1245 0 0,-12-65-5098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60 115 5529 0 0,'-14'0'698'0'0,"8"1"-108"0"0,1-1-1 0 0,-1 0 0 0 0,1 0 1 0 0,-1-1-1 0 0,-10-2 0 0 0,16 3-547 0 0,0 0 0 0 0,0 0 0 0 0,-1 0 375 0 0,1-1-376 0 0,0 1 1 0 0,0 0 0 0 0,0 0-1 0 0,-1 0 1 0 0,1 0 0 0 0,0 0-1 0 0,0 0 1 0 0,0 0 0 0 0,0-1 0 0 0,0 1-1 0 0,0 0 1 0 0,0 0 0 0 0,0 0-1 0 0,0 0 1 0 0,0 0 0 0 0,0 0-1 0 0,0 0 1 0 0,0-1 0 0 0,0 1 0 0 0,0 0-1 0 0,0 0 1 0 0,0 0 0 0 0,0 0-1 0 0,1-1 502 0 0,-1 0-502 0 0,1 1 1 0 0,8-7 892 0 0,11-5 11 0 0,17-5 149 0 0,-1 2 0 0 0,2 2 0 0 0,0 2 0 0 0,49-9 0 0 0,-5 10-2484 0 0,0 8-3309 0 0,-46 4-971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0 1 10370 0 0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 3225 0 0,'-24'-6'11665'0'0,"35"22"-9242"0"0,4 9-2254 0 0,-1 2-1 0 0,0-1 1 0 0,-2 2-1 0 0,-1 0 1 0 0,7 29-1 0 0,-3-9-1742 0 0,-6-22-4494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58 5761 0 0,'-13'31'6028'0'0,"37"-52"-2381"0"0,-18 16-3594 0 0,6-6 3 0 0,0 1 0 0 0,1 1 0 0 0,1 0 0 0 0,15-7 0 0 0,-14 9-5711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9.8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7 139 7370 0 0,'0'1'44'0'0,"0"-1"1"0"0,0 0-1 0 0,0 0 0 0 0,0 0 1 0 0,0 0-1 0 0,0 0 1 0 0,-1 0-1 0 0,1 0 1 0 0,0 0-1 0 0,0 0 1 0 0,0 1-1 0 0,0-1 1 0 0,0 0-1 0 0,-1 0 1 0 0,1 0-1 0 0,0 0 1 0 0,0 0-1 0 0,0 0 1 0 0,0 0-1 0 0,-1 0 1 0 0,1 0-1 0 0,0 0 1 0 0,0 0-1 0 0,0 0 0 0 0,0 0 1 0 0,0 0-1 0 0,-1 0 1 0 0,1 0-1 0 0,0 0 1 0 0,0-1-1 0 0,0 1 1 0 0,0 0-1 0 0,0 0 1 0 0,-1 0-1 0 0,1 0 1 0 0,0 0-1 0 0,0 0 1 0 0,0 0-1 0 0,0 0 1 0 0,0-1-1 0 0,0 1 1 0 0,0 0-1 0 0,-1 0 0 0 0,1 0 1 0 0,0 0-1 0 0,0 0 1 0 0,0 0-1 0 0,0-1 1 0 0,0 1-1 0 0,0 0 1 0 0,0 0-1 0 0,0 0 1 0 0,0 0-1 0 0,0-1 1 0 0,0 1-1 0 0,0 0 1 0 0,0 0-1 0 0,0 0 1 0 0,0 0-1 0 0,0 0 1 0 0,0-1-1 0 0,0 1 1 0 0,0 0-1 0 0,0 0 0 0 0,0 0 1 0 0,11-15 1554 0 0,18-15-189 0 0,32-14-1368 0 0,5 10-5179 0 0,-39 21 2167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0.7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213 446 2761 0 0,'-38'11'1468'0'0,"0"2"0"0"0,1 1 0 0 0,-53 30 1 0 0,81-40-1025 0 0,59-20 3655 0 0,45 1-3020 0 0,-36 6-436 0 0,458-62 1974 0 0,6 21-1177 0 0,-292 22-915 0 0,237-61 0 0 0,216-96-1378 0 0,-564 151-432 0 0,-39 14-3447 0 0,-17 6-930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2.2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28 245 8754 0 0,'-3'-3'303'0'0,"1"0"1"0"0,-1-1 0 0 0,0 1-1 0 0,1-1 1 0 0,0 0 0 0 0,0 0-1 0 0,0 0 1 0 0,0 0-1 0 0,1 0 1 0 0,0-1 0 0 0,0 1-1 0 0,0 0 1 0 0,0-1 0 0 0,0 1-1 0 0,1 0 1 0 0,0-1-1 0 0,0 1 1 0 0,0-1 0 0 0,1 1-1 0 0,1-8 1 0 0,-1 5-80 0 0,1 0 0 0 0,0 0-1 0 0,1 0 1 0 0,-1 0 0 0 0,1 1 0 0 0,1-1 0 0 0,-1 1 0 0 0,1 0-1 0 0,0 0 1 0 0,1 0 0 0 0,8-9 0 0 0,-4 7-190 0 0,-1 1 0 0 0,1 0 0 0 0,1 1 0 0 0,-1 0 0 0 0,1 1 1 0 0,0 0-1 0 0,14-6 0 0 0,-18 9-23 0 0,-1 1 0 0 0,0-1 0 0 0,1 1 0 0 0,-1-1 0 0 0,1 2 0 0 0,-1-1 0 0 0,1 1 0 0 0,-1-1 0 0 0,1 2 0 0 0,-1-1 0 0 0,1 0 0 0 0,0 1 0 0 0,-1 0 0 0 0,0 1 0 0 0,1-1 0 0 0,8 5 0 0 0,-10-4-37 0 0,-1 1 1 0 0,0-1 0 0 0,0 1-1 0 0,0 0 1 0 0,0 1-1 0 0,0-1 1 0 0,-1 0-1 0 0,1 1 1 0 0,-1-1-1 0 0,0 1 1 0 0,0 0 0 0 0,-1 0-1 0 0,1 0 1 0 0,-1 0-1 0 0,1 0 1 0 0,-1 0-1 0 0,0 0 1 0 0,-1 0-1 0 0,1 1 1 0 0,-1-1 0 0 0,0 8-1 0 0,0 6-142 0 0,-1 0-1 0 0,-1 1 1 0 0,-6 29-1 0 0,-18 35-468 0 0,19-63 851 0 0,0-1-1 0 0,2 2 1 0 0,-7 40 0 0 0,12-60-184 0 0,-1 0 0 0 0,1-1 0 0 0,0 1 1 0 0,0 0-1 0 0,0 0 0 0 0,0 0 0 0 0,0-1 1 0 0,1 1-1 0 0,-1 0 0 0 0,0 0 0 0 0,0 0 1 0 0,0 0-1 0 0,1-1 0 0 0,-1 1 0 0 0,0 0 1 0 0,1 0-1 0 0,-1-1 0 0 0,1 1 0 0 0,-1 0 1 0 0,1-1-1 0 0,-1 1 0 0 0,1-1 0 0 0,-1 1 1 0 0,1 0-1 0 0,0-1 0 0 0,-1 1 0 0 0,2 0 1 0 0,0-1-6 0 0,0 1 0 0 0,-1-1 0 0 0,1 1 0 0 0,0-1 0 0 0,0 0 0 0 0,0 0 0 0 0,0 0 0 0 0,0 0 1 0 0,0 0-1 0 0,-1 0 0 0 0,4-1 0 0 0,6-1-70 0 0,-1-1 0 0 0,0-1-1 0 0,12-5 1 0 0,-21 9 39 0 0,86-44-3152 0 0,-63 29-2375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2.4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5529 0 0,'0'0'85'0'0,"0"0"1"0"0,0 1-1 0 0,0-1 0 0 0,0 0 0 0 0,0 1 1 0 0,0-1-1 0 0,0 0 0 0 0,0 1 1 0 0,0-1-1 0 0,0 0 0 0 0,0 1 0 0 0,0-1 1 0 0,0 1-1 0 0,0-1 0 0 0,0 0 0 0 0,0 1 1 0 0,1-1-1 0 0,-1 0 0 0 0,0 1 0 0 0,0-1 1 0 0,0 0-1 0 0,0 0 0 0 0,1 1 0 0 0,-1-1 1 0 0,0 0-1 0 0,0 1 0 0 0,1-1 0 0 0,-1 0 1 0 0,0 0-1 0 0,1 0 0 0 0,-1 1 0 0 0,1-1 1 0 0,16 8 1589 0 0,19 1 254 0 0,-9-6-1387 0 0,-1-2 0 0 0,1-1 0 0 0,0-2 0 0 0,0 0 0 0 0,-1-1 0 0 0,28-8 0 0 0,-32 6-1136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2.6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 8754 0 0,'-5'12'767'0'0,"1"1"1"0"0,-1 0-1 0 0,2 0 0 0 0,0 0 1 0 0,1 0-1 0 0,0 1 0 0 0,0-1 1 0 0,2 1-1 0 0,1 15 0 0 0,2 14 484 0 0,13 66 0 0 0,2-46-1326 0 0,-1-22-5203 0 0,-5-17-552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3.2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19 166 2761 0 0,'-2'-3'367'0'0,"-1"-1"1"0"0,1 0-1 0 0,0 0 1 0 0,1 0 0 0 0,-1 0-1 0 0,1 0 1 0 0,-1 0-1 0 0,1 0 1 0 0,0 0 0 0 0,1-1-1 0 0,-1 1 1 0 0,1 0-1 0 0,0-1 1 0 0,0 1 0 0 0,0 0-1 0 0,1-1 1 0 0,-1 1-1 0 0,1 0 1 0 0,0-1 0 0 0,0 1-1 0 0,1 0 1 0 0,-1 0-1 0 0,1 0 1 0 0,0 0 0 0 0,0 0-1 0 0,0 1 1 0 0,1-1-1 0 0,-1 0 1 0 0,1 1 0 0 0,4-4-1 0 0,-4 3-161 0 0,1 1-1 0 0,0-1 1 0 0,0 1-1 0 0,0 0 1 0 0,0 1-1 0 0,0-1 1 0 0,1 1 0 0 0,-1-1-1 0 0,1 1 1 0 0,0 1-1 0 0,0-1 1 0 0,0 1-1 0 0,-1-1 1 0 0,1 1-1 0 0,1 1 1 0 0,-1-1-1 0 0,0 1 1 0 0,0 0-1 0 0,0 0 1 0 0,0 0-1 0 0,0 1 1 0 0,0 0 0 0 0,0 0-1 0 0,0 0 1 0 0,9 4-1 0 0,-9-3-187 0 0,-1 0 0 0 0,1 1 0 0 0,-1-1 0 0 0,1 1-1 0 0,-1 0 1 0 0,0 0 0 0 0,0 0 0 0 0,0 1 0 0 0,-1 0 0 0 0,1-1-1 0 0,-1 1 1 0 0,0 0 0 0 0,0 1 0 0 0,0-1 0 0 0,0 1 0 0 0,-1-1-1 0 0,0 1 1 0 0,0 0 0 0 0,0-1 0 0 0,-1 1 0 0 0,1 0 0 0 0,-1 0-1 0 0,0 1 1 0 0,-1-1 0 0 0,1 0 0 0 0,-1 0 0 0 0,-1 10 0 0 0,-1 10-20 0 0,-2 0 1 0 0,-1-1 0 0 0,-1 1 0 0 0,-15 37 0 0 0,2-3 411 0 0,19-57-405 0 0,0-1 0 0 0,-1 0 0 0 0,1 1 0 0 0,0-1 0 0 0,-1 0 0 0 0,1 1 0 0 0,0-1 0 0 0,0 1 0 0 0,0-1 0 0 0,1 0 0 0 0,-1 1 0 0 0,0-1 0 0 0,0 1 0 0 0,1-1 0 0 0,-1 0 0 0 0,1 1 0 0 0,-1-1 0 0 0,1 0 0 0 0,-1 0 0 0 0,1 1 0 0 0,0-1 0 0 0,1 2 0 0 0,0-2 10 0 0,0 1-1 0 0,0-1 0 0 0,0 0 0 0 0,0 1 0 0 0,0-1 0 0 0,0 0 1 0 0,0 0-1 0 0,0 0 0 0 0,1-1 0 0 0,-1 1 0 0 0,0 0 1 0 0,4 0-1 0 0,9 0 67 0 0,0 0-1 0 0,0-1 1 0 0,24-4 0 0 0,-21 3-55 0 0,11-3-27 0 0,-21 3 1 0 0,0 0 0 0 0,-1 0 0 0 0,1 0 0 0 0,0 1 0 0 0,-1 0 0 0 0,15 3 0 0 0,-22-3-8 0 0,1 1 0 0 0,-1-1-1 0 0,0 0 1 0 0,1 1-1 0 0,-1-1 1 0 0,0 1-1 0 0,1-1 1 0 0,-1 1-1 0 0,0-1 1 0 0,0 1-1 0 0,1-1 1 0 0,-1 1 0 0 0,0-1-1 0 0,0 1 1 0 0,0-1-1 0 0,0 1 1 0 0,0 0-1 0 0,0-1 1 0 0,0 1-1 0 0,0-1 1 0 0,0 1-1 0 0,0-1 1 0 0,0 1 0 0 0,0-1-1 0 0,0 1 1 0 0,0 0-1 0 0,-1-1 1 0 0,1 1-1 0 0,0-1 1 0 0,0 1-1 0 0,-1-1 1 0 0,1 1-1 0 0,0-1 1 0 0,-1 0 0 0 0,1 1-1 0 0,0-1 1 0 0,-1 1-1 0 0,1-1 1 0 0,0 0-1 0 0,-2 1 1 0 0,-16 22-814 0 0,18-22 762 0 0,-11 11-984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3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299 0 920 0 0,'6'12'9042'0'0,"-6"-12"-8850"0"0,-12 28 3868 0 0,-25 28-1484 0 0,36-54-2238 0 0,-23 29 63 0 0,-1 0 1 0 0,-1-2-1 0 0,-1-1 0 0 0,-2-2 1 0 0,-1 0-1 0 0,-33 21 1 0 0,48-38-1379 0 0,0-2-3718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4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79 5529 0 0,'12'-41'3160'0'0,"-12"40"-3003"0"0,0 0 0 0 0,1-1 0 0 0,-1 1 0 0 0,0-1 0 0 0,0 1 0 0 0,0-1 1 0 0,0 0-1 0 0,0 1 0 0 0,0-1 0 0 0,0 1 0 0 0,-1-1 0 0 0,1 1 0 0 0,0-1 0 0 0,-1 1 0 0 0,1 0 0 0 0,-1-1 0 0 0,0 1 0 0 0,1 0 1 0 0,-1-1-1 0 0,0 1 0 0 0,0 0 0 0 0,0 0 0 0 0,0-1 0 0 0,-1 0 0 0 0,1 2-74 0 0,0-1 0 0 0,0 1 0 0 0,0 0 0 0 0,1 0 0 0 0,-1 0 0 0 0,0 0 0 0 0,0 0 0 0 0,0 0 0 0 0,1 0 0 0 0,-1 0 0 0 0,0 0 0 0 0,0 0 0 0 0,0 0 0 0 0,1 1 0 0 0,-1-1 0 0 0,0 0 0 0 0,0 0 0 0 0,1 1 0 0 0,-1-1 0 0 0,0 1 0 0 0,1-1 0 0 0,-1 0 0 0 0,0 1 0 0 0,1-1 1 0 0,-1 1-1 0 0,1 0 0 0 0,-1-1 0 0 0,1 1 0 0 0,-1-1 0 0 0,1 1 0 0 0,-1 0 0 0 0,1-1 0 0 0,-1 1 0 0 0,1 0 0 0 0,0 0 0 0 0,-1 0 0 0 0,-11 32 889 0 0,11-30-887 0 0,-9 37 302 0 0,2 0 0 0 0,1 0 0 0 0,2 1 0 0 0,1 52 0 0 0,20 166 133 0 0,-9-205-316 0 0,1-1-1 0 0,28 91 0 0 0,-27-119-542 0 0,1-1 0 0 0,1 0 0 0 0,25 42-1 0 0,-25-50-786 0 0,0-1-1 0 0,2 0 1 0 0,17 18-1 0 0,16 8-4866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4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 6449 0 0,'40'-9'1821'0'0,"-30"9"-1276"0"0,1 0 0 0 0,-1 0 1 0 0,0 1-1 0 0,0 1 0 0 0,0-1 1 0 0,0 2-1 0 0,0-1 0 0 0,0 2 0 0 0,0-1 1 0 0,-1 1-1 0 0,0 0 0 0 0,0 1 1 0 0,16 11-1 0 0,-14-7-192 0 0,0 0 0 0 0,-1 1 1 0 0,-1 0-1 0 0,0 1 0 0 0,0 0 0 0 0,-1 0 1 0 0,0 1-1 0 0,-1 0 0 0 0,7 16 1 0 0,-3-1-216 0 0,-1 0 1 0 0,-1 1-1 0 0,-2 0 1 0 0,-1 0-1 0 0,-1 0 1 0 0,-1 1-1 0 0,-1 0 1 0 0,-2 0-1 0 0,-3 36 1 0 0,-2-31-757 0 0,-13 62 1 0 0,1-42-4566 0 0,1-12-1019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5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7834 0 0,'0'0'705'0'0,"14"19"2977"0"0,50 151 5273 0 0,-46-117-9234 0 0,1-2 1 0 0,34 63-1 0 0,-41-94-7026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5.4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 1 1376 0 0,'-1'0'218'0'0,"0"0"0"0"0,0 0-1 0 0,0-1 1 0 0,0 1 0 0 0,-1 0 0 0 0,1 0-1 0 0,0 1 1 0 0,0-1 0 0 0,0 0 0 0 0,0 0-1 0 0,0 1 1 0 0,0-1 0 0 0,0 0-1 0 0,0 1 1 0 0,0-1 0 0 0,0 1 0 0 0,0-1-1 0 0,0 1 1 0 0,0 0 0 0 0,0-1 0 0 0,0 1-1 0 0,0 0 1 0 0,0 0 0 0 0,0 0-1 0 0,-1 1 1 0 0,-22 29 1659 0 0,20-24-1350 0 0,-6 6-116 0 0,-12 15 267 0 0,1 1 0 0 0,2 1 0 0 0,1 0 0 0 0,-21 52-1 0 0,38-80-585 0 0,0-1-1 0 0,0 1 0 0 0,1-1 0 0 0,-1 1 0 0 0,1 0 0 0 0,-1 0 0 0 0,1-1 0 0 0,0 1 0 0 0,-1 0 0 0 0,1 0 0 0 0,0-1 0 0 0,0 1 0 0 0,0 0 1 0 0,1 0-1 0 0,-1-1 0 0 0,0 1 0 0 0,1 0 0 0 0,-1 0 0 0 0,1-1 0 0 0,-1 1 0 0 0,1 0 0 0 0,0-1 0 0 0,0 1 0 0 0,0-1 0 0 0,0 1 0 0 0,0-1 0 0 0,0 0 1 0 0,0 1-1 0 0,0-1 0 0 0,0 0 0 0 0,1 0 0 0 0,-1 1 0 0 0,2 0 0 0 0,1-1-18 0 0,0 1 0 0 0,1-1 0 0 0,-1 1-1 0 0,0-1 1 0 0,1-1 0 0 0,-1 1 0 0 0,0 0 0 0 0,1-1 0 0 0,-1 0-1 0 0,1 0 1 0 0,-1-1 0 0 0,7 0 0 0 0,10-3-462 0 0,-1-2 0 0 0,36-13 0 0 0,6-2-2748 0 0,-34 15-1698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6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5 382 1376 0 0,'0'-9'1811'0'0,"1"0"0"0"0,1 1-1 0 0,0-1 1 0 0,0 0 0 0 0,6-15 0 0 0,-4 16-1435 0 0,-1-1 0 0 0,-1 0 0 0 0,1 0 0 0 0,-1-1 1 0 0,1-16-1 0 0,-4 11-451 0 0,-1 0 0 0 0,-1 0 0 0 0,0 1 0 0 0,-7-21 0 0 0,6 24-21 0 0,1 0-1 0 0,0-1 1 0 0,1 1 0 0 0,0 0-1 0 0,0-1 1 0 0,1 0 0 0 0,1 1-1 0 0,1-16 1 0 0,-1 26 149 0 0,0 0-1 0 0,0-1 0 0 0,0 1 1 0 0,0-1-1 0 0,1 1 0 0 0,-1-1 1 0 0,1 1-1 0 0,-1-1 1 0 0,1 1-1 0 0,-1 0 0 0 0,1-1 1 0 0,0 1-1 0 0,-1 0 0 0 0,1 0 1 0 0,0-1-1 0 0,0 1 0 0 0,0 0 1 0 0,0 0-1 0 0,0 0 1 0 0,0 0-1 0 0,1 0 0 0 0,-1 0 1 0 0,2 0-1 0 0,-2 0 37 0 0,1 1 1 0 0,-1 0-1 0 0,1 0 0 0 0,-1 0 1 0 0,1 1-1 0 0,-1-1 0 0 0,1 0 0 0 0,-1 0 1 0 0,1 1-1 0 0,-1-1 0 0 0,0 1 1 0 0,1-1-1 0 0,-1 1 0 0 0,0 0 0 0 0,1 0 1 0 0,-1-1-1 0 0,0 1 0 0 0,2 2 1 0 0,5 3 207 0 0,-1 1 0 0 0,0 1 0 0 0,0-1 0 0 0,-1 1 0 0 0,8 13 0 0 0,26 61 277 0 0,-30-58-458 0 0,1 0 0 0 0,28 44-1 0 0,-35-63-12 0 0,0 1-1 0 0,0-1 0 0 0,1 0 1 0 0,-1 0-1 0 0,1 0 0 0 0,1-1 0 0 0,-1 0 1 0 0,1 0-1 0 0,-1 0 0 0 0,1-1 1 0 0,0 1-1 0 0,0-1 0 0 0,1-1 1 0 0,-1 1-1 0 0,1-1 0 0 0,6 1 0 0 0,-9-2-34 0 0,0-1-1 0 0,0 0 1 0 0,-1 0-1 0 0,1 0 0 0 0,0 0 1 0 0,-1-1-1 0 0,1 1 1 0 0,0-1-1 0 0,-1 0 1 0 0,1 0-1 0 0,-1 0 0 0 0,1-1 1 0 0,-1 1-1 0 0,0-1 1 0 0,1 0-1 0 0,-1 0 1 0 0,0 0-1 0 0,0 0 0 0 0,0-1 1 0 0,-1 1-1 0 0,1-1 1 0 0,0 1-1 0 0,-1-1 0 0 0,0 0 1 0 0,3-3-1 0 0,5-11 9 0 0,0 1 0 0 0,-1-1-1 0 0,11-32 1 0 0,-2 7-30 0 0,-16 38-124 0 0,-1 0 1 0 0,1 1-1 0 0,0-1 0 0 0,1 0 0 0 0,-1 1 0 0 0,0-1 0 0 0,1 1 1 0 0,0-1-1 0 0,0 1 0 0 0,0 0 0 0 0,0 0 0 0 0,0 1 0 0 0,1-1 1 0 0,-1 1-1 0 0,1-1 0 0 0,0 1 0 0 0,0 0 0 0 0,0 1 0 0 0,0-1 0 0 0,0 1 1 0 0,8-2-1 0 0,1-1-1016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1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81 4145 0 0,'-35'-33'8319'0'0,"41"37"-7438"0"0,-1-1 0 0 0,1 1-1 0 0,0-1 1 0 0,0-1 0 0 0,8 3 0 0 0,10 5 54 0 0,44 27 52 0 0,38 17 539 0 0,-99-51-1488 0 0,-1 0 0 0 0,0-1 0 0 0,1 0 1 0 0,0 0-1 0 0,-1-1 0 0 0,1 0 1 0 0,0 0-1 0 0,0 0 0 0 0,0-1 1 0 0,-1 0-1 0 0,14-2 0 0 0,-15 1-7 0 0,-1-1-1 0 0,1 1 1 0 0,-1-1-1 0 0,0 0 1 0 0,0 0 0 0 0,1 0-1 0 0,-1-1 1 0 0,0 0-1 0 0,-1 1 1 0 0,1-2-1 0 0,-1 1 1 0 0,1 0-1 0 0,-1 0 1 0 0,0-1-1 0 0,0 0 1 0 0,0 0 0 0 0,4-7-1 0 0,2-6-230 0 0,-1-1 1 0 0,-1 1-1 0 0,0-1 1 0 0,-1-1-1 0 0,3-19 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1.5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 10594 0 0,'-20'-6'5997'0'0,"17"34"-1699"0"0,3-24-4855 0 0,0 121 1798 0 0,-1 54-1514 0 0,4-59-4954 0 0,-2-104-796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1.7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10594 0 0,'0'-1'472'0'0,"0"-1"96"0"0,2 1-455 0 0,-1 0-113 0 0,0 1 0 0 0,1 0 0 0 0,-1 0 0 0 0,2-2 64 0 0,1 2-64 0 0,1-1 0 0 0,-1 2-561 0 0,1 1-159 0 0,-2 2-32 0 0,0 1-8 0 0,-1 3 584 0 0,0-1 176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2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0 2304 0 0,'-3'8'7530'0'0,"-9"100"-2791"0"0,-8 169-2223 0 0,20-218-7457 0 0,1-27-286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2.8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90 7834 0 0,'0'0'44'0'0,"0"0"0"0"0,0 0 0 0 0,-1 0 0 0 0,1 0 1 0 0,0 0-1 0 0,0-1 0 0 0,0 1 0 0 0,0 0 0 0 0,0 0 1 0 0,-1 0-1 0 0,1 0 0 0 0,0-1 0 0 0,0 1 0 0 0,0 0 1 0 0,0 0-1 0 0,0 0 0 0 0,0 0 0 0 0,0-1 0 0 0,0 1 0 0 0,0 0 1 0 0,0 0-1 0 0,0 0 0 0 0,0-1 0 0 0,0 1 0 0 0,0 0 1 0 0,0 0-1 0 0,0 0 0 0 0,0-1 0 0 0,0 1 0 0 0,0 0 1 0 0,0 0-1 0 0,0 0 0 0 0,0-1 0 0 0,0 1 0 0 0,0 0 0 0 0,0 0 1 0 0,0 0-1 0 0,0-1 0 0 0,1 1 0 0 0,-1 0 0 0 0,0 0 1 0 0,0 0-1 0 0,0 0 0 0 0,0 0 0 0 0,0-1 0 0 0,1 1 1 0 0,-1 0-1 0 0,0 0 0 0 0,0 0 0 0 0,0 0 0 0 0,1 0 1 0 0,-1 0-1 0 0,0 0 0 0 0,0 0 0 0 0,0 0 0 0 0,1 0 0 0 0,-1-1 1 0 0,22-13 1585 0 0,28-9 594 0 0,-19 11-1916 0 0,55-13-1 0 0,-72 23-2227 0 0,1 0-1 0 0,0 0 1 0 0,22 1-1 0 0,-20 2-550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3.0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0 10594 0 0,'-2'4'484'0'0,"1"0"0"0"0,0 0 0 0 0,0-1 0 0 0,1 1 0 0 0,-1 0 0 0 0,1 0 0 0 0,-1 0 0 0 0,2 6 0 0 0,-2 2 183 0 0,-2 23 799 0 0,-7 75 316 0 0,9-77-3580 0 0,3 46 1 0 0,1-58 1426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3.2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71 7834 0 0,'-1'-4'696'0'0,"1"0"-560"0"0,0 2-136 0 0,0-1 920 0 0,-2 0 152 0 0,1-3 33 0 0,0-4 7 0 0,-2 0-704 0 0,0-1-144 0 0,1 3-24 0 0,-1 3-8 0 0,0 1-1160 0 0,1 4-240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4.4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85 1840 0 0,'-19'9'856'0'0,"-28"7"7237"0"0,47-16-8045 0 0,-1 0 0 0 0,1 0 0 0 0,0 0 0 0 0,0 0 0 0 0,0 0 0 0 0,-2-2 961 0 0,2 2-961 0 0,-1 0 1 0 0,1 0-1 0 0,0 0 0 0 0,0 0 0 0 0,0-1 0 0 0,0 1 0 0 0,0 0 0 0 0,0 0 0 0 0,0 0 0 0 0,0 0 0 0 0,0 0 0 0 0,0 0 0 0 0,0-1 0 0 0,0 1 0 0 0,0 0 0 0 0,0 0 0 0 0,0 0 0 0 0,0 0 0 0 0,0 0 1 0 0,0 0-1 0 0,0-1 0 0 0,0 1 0 0 0,0 0 0 0 0,1 0 0 0 0,3-12 817 0 0,8-10-612 0 0,0 1-582 0 0,-10 16 76 0 0,0 0 0 0 0,0 1 0 0 0,1-1 0 0 0,0 1 0 0 0,0-1 0 0 0,0 1 0 0 0,1 0 0 0 0,-1 0 0 0 0,8-5-1 0 0,-8 49 2863 0 0,2 6-912 0 0,18 73 0 0 0,5 26-5102 0 0,-27-125-1817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4.5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1 106 9218 0 0,'4'0'574'0'0,"0"-1"0"0"0,0 0 0 0 0,0 0 0 0 0,0 0 0 0 0,0 0 0 0 0,5-4 0 0 0,100-42 2485 0 0,5 7-4638 0 0,-84 32 1370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5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1 164 4145 0 0,'0'-17'11306'0'0,"2"15"-11111"0"0,-1 1-1 0 0,1-1 0 0 0,0 0 1 0 0,0 0-1 0 0,0 1 1 0 0,0-1-1 0 0,0 1 0 0 0,1 0 1 0 0,-1-1-1 0 0,0 1 1 0 0,3 0-1 0 0,-3 0-117 0 0,-1 1 0 0 0,1 0 0 0 0,-1 0 0 0 0,1 0-1 0 0,-1 0 1 0 0,1 0 0 0 0,-1 1 0 0 0,1-1 0 0 0,-1 0 0 0 0,1 1 0 0 0,-1-1 0 0 0,1 1 0 0 0,-1-1 0 0 0,0 1-1 0 0,1 0 1 0 0,-1 0 0 0 0,0-1 0 0 0,1 1 0 0 0,-1 0 0 0 0,0 0 0 0 0,0 0 0 0 0,0 0 0 0 0,2 3 0 0 0,19 22 201 0 0,-13-15-221 0 0,1 1 0 0 0,0-1 0 0 0,1-1 0 0 0,0 0 0 0 0,21 14 0 0 0,-29-22-43 0 0,0-1 1 0 0,0 1-1 0 0,0-1 1 0 0,0 0-1 0 0,0 0 1 0 0,0 0-1 0 0,0 0 1 0 0,0 0-1 0 0,1-1 1 0 0,-1 0 0 0 0,0 1-1 0 0,1-1 1 0 0,-1 0-1 0 0,0-1 1 0 0,0 1-1 0 0,1 0 1 0 0,-1-1-1 0 0,0 0 1 0 0,0 0 0 0 0,0 0-1 0 0,0 0 1 0 0,0-1-1 0 0,0 1 1 0 0,0-1-1 0 0,0 1 1 0 0,0-1-1 0 0,-1 0 1 0 0,1 0-1 0 0,-1 0 1 0 0,1-1 0 0 0,2-3-1 0 0,7-9 11 0 0,0 0 0 0 0,-1-1 0 0 0,-1-1-1 0 0,-1 0 1 0 0,0 0 0 0 0,-2-1 0 0 0,11-31 0 0 0,-5 13-1591 0 0,-1 7-5419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5.7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38 5529 0 0,'-1'-1'-300'0'0,"-4"-34"11801"0"0,7 33-11077 0 0,-2 2-305 0 0,1 1 0 0 0,-1-1 0 0 0,1 0 0 0 0,-1 0 0 0 0,1 1 0 0 0,-1-1 0 0 0,0 0 0 0 0,1 1 0 0 0,-1-1 0 0 0,1 0 0 0 0,-1 1 0 0 0,0-1 0 0 0,1 1 0 0 0,-1-1 0 0 0,0 0 0 0 0,1 1 0 0 0,-1-1 0 0 0,0 1 0 0 0,0-1 0 0 0,0 1 0 0 0,1-1 0 0 0,-1 1 0 0 0,0 0 0 0 0,0-1 0 0 0,0 1 0 0 0,0-1 0 0 0,0 1 0 0 0,0-1 0 0 0,0 1 0 0 0,8 32 356 0 0,-2 1 0 0 0,-1-1 0 0 0,1 49 0 0 0,-8 109-349 0 0,-1-22-1714 0 0,3-139 278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5.9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1 167 7834 0 0,'8'-13'476'0'0,"1"2"-1"0"0,0-1 1 0 0,1 1 0 0 0,0 1 0 0 0,1 0 0 0 0,0 0 0 0 0,23-14-1 0 0,-8 4-200 0 0,-24 19-154 0 0,8-7-69 0 0,1 0-1 0 0,-1 1 0 0 0,13-6 1 0 0,-21 12-103 0 0,-1 0 0 0 0,1 0 0 0 0,-1 0 0 0 0,1 0 0 0 0,-1 0 0 0 0,1 1 0 0 0,0-1 0 0 0,-1 1 0 0 0,1-1 0 0 0,0 1 0 0 0,0 0 0 0 0,-1-1 0 0 0,1 1 0 0 0,0 0 0 0 0,-1 0 0 0 0,1 0 0 0 0,0 1 0 0 0,0-1 0 0 0,-1 0 0 0 0,1 1 0 0 0,0-1 0 0 0,-1 1 0 0 0,1-1 0 0 0,0 1 0 0 0,-1 0 0 0 0,1 0 0 0 0,-1-1 0 0 0,1 1 0 0 0,-1 0 1 0 0,0 1-1 0 0,1-1 0 0 0,1 2 0 0 0,4 12 29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6.1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11058 0 0,'8'-3'991'0'0,"1"0"0"0"0,-1-1-1 0 0,1 0 1 0 0,10-8-1 0 0,0-3-186 0 0,-14 10-1430 0 0,1 1 0 0 0,0 0 0 0 0,0-1-1 0 0,0 2 1 0 0,0-1 0 0 0,1 1-1 0 0,12-5 1 0 0,-13 8 584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26.4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 5529 0 0,'11'-3'1144'0'0,"0"0"-1"0"0,0 1 0 0 0,1 0 1 0 0,-1 1-1 0 0,0 0 1 0 0,1 1-1 0 0,-1 0 0 0 0,1 1 1 0 0,-1 0-1 0 0,21 5 1 0 0,-30-6-1087 0 0,0 1 0 0 0,0 0 0 0 0,0 0 1 0 0,1 0-1 0 0,-1 0 0 0 0,0 0 1 0 0,0 0-1 0 0,0 1 0 0 0,-1-1 1 0 0,1 1-1 0 0,0-1 0 0 0,-1 1 0 0 0,1 0 1 0 0,0-1-1 0 0,-1 1 0 0 0,0 0 1 0 0,1 0-1 0 0,0 2 0 0 0,0 1-12 0 0,-1-1 0 0 0,0 0 0 0 0,1 1 0 0 0,-1-1 0 0 0,-1 1 0 0 0,1-1 0 0 0,-1 1 0 0 0,1 8 0 0 0,-3 6-23 0 0,-1 1 0 0 0,0 0 0 0 0,-9 26-1 0 0,8-30 64 0 0,-16 42 74 0 0,13-39 268 0 0,1-1-1 0 0,-3 20 0 0 0,8-38-397 0 0,1 0 0 0 0,0 0 1 0 0,0 0-1 0 0,0 1 0 0 0,0-1 0 0 0,0 0 1 0 0,0 0-1 0 0,0 0 0 0 0,0 1 0 0 0,0-1 0 0 0,0 0 1 0 0,0 0-1 0 0,0 1 0 0 0,0-1 0 0 0,0 0 1 0 0,0 0-1 0 0,0 1 0 0 0,0-1 0 0 0,0 0 1 0 0,0 0-1 0 0,0 0 0 0 0,0 1 0 0 0,0-1 0 0 0,0 0 1 0 0,0 0-1 0 0,0 0 0 0 0,0 1 0 0 0,1-1 1 0 0,-1 0-1 0 0,0 0 0 0 0,0 0 0 0 0,0 1 1 0 0,0-1-1 0 0,1 0 0 0 0,-1 0 0 0 0,0 0 1 0 0,0 0-1 0 0,0 0 0 0 0,1 0 0 0 0,-1 1 0 0 0,0-1 1 0 0,0 0-1 0 0,0 0 0 0 0,1 0 0 0 0,-1 0 1 0 0,13-6 440 0 0,11-14-229 0 0,36-42-63 0 0,-33 32-1345 0 0,41-34 0 0 0,-35 39-6436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7.5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42 8290 0 0,'-33'-21'2602'0'0,"2"1"4646"0"0,33 31-3584 0 0,7 8-3593 0 0,-8-18 121 0 0,30 70 248 0 0,40 137-1 0 0,-6-15-3944 0 0,-49-153-3573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7.7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14283 0 0,'0'4'1400'0'0,"0"-3"-1248"0"0,0 1-152 0 0,0 0 0 0 0,0 0 0 0 0,0-1-232 0 0,1 3-80 0 0,1 1-8 0 0,-2 2-8 0 0,1 3 160 0 0,-1 0 32 0 0,1 2 8 0 0,-1 0 0 0 0,0 0 128 0 0,0-1 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38.3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0,'3'1'264'0'0,"-1"0"-1"0"0,0 0 0 0 0,0 0 1 0 0,0 0-1 0 0,0 1 0 0 0,0-1 1 0 0,0 1-1 0 0,0-1 0 0 0,-1 1 0 0 0,1 0 1 0 0,0 0-1 0 0,1 2 0 0 0,-1-2-37 0 0,100 118 4730 0 0,-80-95-4014 0 0,-18-19-905 0 0,1 0 0 0 0,0 0 0 0 0,0-1 0 0 0,1 1 0 0 0,0-1 0 0 0,-1-1 0 0 0,9 5 0 0 0,-13-8-104 0 0,0-1 1 0 0,0 0 0 0 0,0 0-1 0 0,-1 0 1 0 0,1 0 0 0 0,0 0-1 0 0,0 0 1 0 0,0 0 0 0 0,0-1 0 0 0,0 1-1 0 0,0 0 1 0 0,0 0 0 0 0,0-1-1 0 0,0 1 1 0 0,0-1 0 0 0,0 1-1 0 0,0-1 1 0 0,0 1 0 0 0,-1-1-1 0 0,1 1 1 0 0,0-1 0 0 0,0 0 0 0 0,-1 1-1 0 0,1-1 1 0 0,0 0 0 0 0,-1 0-1 0 0,1 0 1 0 0,-1 1 0 0 0,1-1-1 0 0,0-1 1 0 0,17-32-881 0 0,-15 29 813 0 0,19-55 162 0 0,-18 46 898 0 0,1-1 1 0 0,11-23-1 0 0,-15 37-850 0 0,0 0 1 0 0,0 0-1 0 0,0 1 0 0 0,-1-1 0 0 0,1 0 1 0 0,0 0-1 0 0,0 0 0 0 0,0 1 0 0 0,0-1 1 0 0,0 0-1 0 0,0 1 0 0 0,1-1 0 0 0,-1 1 1 0 0,0-1-1 0 0,0 1 0 0 0,0 0 0 0 0,0-1 1 0 0,1 1-1 0 0,-1 0 0 0 0,0 0 0 0 0,0 0 1 0 0,1 0-1 0 0,-1 0 0 0 0,0 0 0 0 0,0 0 1 0 0,1 0-1 0 0,-1 1 0 0 0,0-1 0 0 0,2 1 1 0 0,38 16-1337 0 0,-33-13 334 0 0,9 4-5072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0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61 109 6193 0 0,'-12'1'1365'0'0,"9"0"-1063"0"0,1-1-1 0 0,-1 1 0 0 0,0-1 0 0 0,1 0 0 0 0,-1 1 1 0 0,0-1-1 0 0,1-1 0 0 0,-1 1 0 0 0,0 0 0 0 0,0-1 1 0 0,1 1-1 0 0,-1-1 0 0 0,1 0 0 0 0,-1 0 0 0 0,1 0 1 0 0,-5-2-1 0 0,7 2-208 0 0,0 0 1 0 0,0 1-1 0 0,0-1 1 0 0,0 0-1 0 0,0 0 1 0 0,0 1-1 0 0,0-1 1 0 0,1 0-1 0 0,-1 1 0 0 0,0-1 1 0 0,0 0-1 0 0,1 1 1 0 0,-1-1-1 0 0,0 0 1 0 0,1 1-1 0 0,-1-1 1 0 0,0 1-1 0 0,1-1 1 0 0,-1 1-1 0 0,1-1 1 0 0,-1 1-1 0 0,1-1 1 0 0,-1 1-1 0 0,1-1 1 0 0,0 0-1 0 0,18-14 331 0 0,-17 13-255 0 0,10-7 132 0 0,1 1 0 0 0,0 0 1 0 0,0 0-1 0 0,0 1 0 0 0,1 1 0 0 0,0 0 0 0 0,1 1 1 0 0,20-4-1 0 0,-30 8-230 0 0,1 0 1 0 0,-1 0-1 0 0,0 1 0 0 0,1 0 1 0 0,-1 0-1 0 0,0 0 0 0 0,1 1 1 0 0,-1 0-1 0 0,0 0 0 0 0,0 0 1 0 0,10 4-1 0 0,-12-3-68 0 0,1 0 0 0 0,-1 0 0 0 0,0 0 0 0 0,0 1 0 0 0,1 0 0 0 0,-2-1 0 0 0,1 1 0 0 0,0 0 0 0 0,0 0 0 0 0,-1 0 0 0 0,0 1 0 0 0,0-1 0 0 0,0 1 0 0 0,0-1 0 0 0,0 1 0 0 0,0 0 0 0 0,1 5 0 0 0,0 4-67 0 0,0 0 1 0 0,0 0 0 0 0,-1 0-1 0 0,-1 0 1 0 0,0 0-1 0 0,-2 20 1 0 0,-14 77-603 0 0,3-37 473 0 0,12-72 193 0 0,0-1-1 0 0,-1 1 1 0 0,1-1 0 0 0,0 1 0 0 0,0 0 0 0 0,0-1-1 0 0,0 1 1 0 0,0-1 0 0 0,0 1 0 0 0,0-1-1 0 0,0 1 1 0 0,0-1 0 0 0,0 1 0 0 0,1 0 0 0 0,-1-1-1 0 0,0 1 1 0 0,0-1 0 0 0,0 1 0 0 0,1-1-1 0 0,-1 1 1 0 0,0-1 0 0 0,1 1 0 0 0,-1-1 0 0 0,0 0-1 0 0,1 1 1 0 0,-1-1 0 0 0,0 1 0 0 0,1-1-1 0 0,0 1 1 0 0,0-1-1 0 0,0 0 0 0 0,1 0 0 0 0,-1 0 0 0 0,0 0 0 0 0,0 0 0 0 0,0 0 0 0 0,0 0 0 0 0,0 0 0 0 0,0 0 0 0 0,1-1 0 0 0,-1 1-1 0 0,0 0 1 0 0,0-1 0 0 0,1 0 0 0 0,47-30-34 0 0,-31 19 29 0 0,-12 8 11 0 0,1 1 1 0 0,-1-1 0 0 0,1 1-1 0 0,0 1 1 0 0,0-1 0 0 0,0 1-1 0 0,1 0 1 0 0,7-1 0 0 0,-13 3-4 0 0,0 0 0 0 0,0 0 0 0 0,0 0 0 0 0,0 0 0 0 0,1 1 0 0 0,-1-1 0 0 0,0 1 0 0 0,0-1 0 0 0,0 1 0 0 0,0 0 0 0 0,0-1 0 0 0,0 1 0 0 0,-1 0 0 0 0,1 0 0 0 0,0 1 0 0 0,0-1 0 0 0,-1 0 0 0 0,1 0 0 0 0,0 1 0 0 0,-1-1 0 0 0,1 1 0 0 0,-1 0 0 0 0,0-1 0 0 0,0 1 0 0 0,0 0 0 0 0,0 0 0 0 0,0 0 0 0 0,0 0 0 0 0,0 0 0 0 0,0 0 0 0 0,-1 0 0 0 0,2 3 0 0 0,0 5 109 0 0,0 1-1 0 0,-1-1 0 0 0,0 0 1 0 0,-1 1-1 0 0,0-1 0 0 0,0 1 1 0 0,-1-1-1 0 0,0 1 0 0 0,-1-1 1 0 0,-1 0-1 0 0,1 0 0 0 0,-1 0 1 0 0,-1 0-1 0 0,0 0 1 0 0,-10 16-1 0 0,7-13-1 0 0,-1 0 1 0 0,0-1 0 0 0,-1 0-1 0 0,-1-1 1 0 0,0 0-1 0 0,0 0 1 0 0,-1-1 0 0 0,-1 0-1 0 0,1-1 1 0 0,-21 12-1 0 0,7-8-1571 0 0,0-2-5549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1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951 216 1840 0 0,'-7'-9'556'0'0,"0"0"-1"0"0,0 0 0 0 0,-1 0 0 0 0,0 1 0 0 0,-1 0 0 0 0,-17-13 0 0 0,5 4 74 0 0,-1-2 367 0 0,-1 0 0 0 0,-1 1 0 0 0,-50-28-1 0 0,65 42-829 0 0,0 0-1 0 0,0 1 0 0 0,0 0 1 0 0,-1 0-1 0 0,1 1 0 0 0,0 0 0 0 0,-1 1 1 0 0,0 0-1 0 0,1 0 0 0 0,-1 1 0 0 0,0 0 1 0 0,0 1-1 0 0,1 0 0 0 0,-1 1 1 0 0,1 0-1 0 0,-11 3 0 0 0,-6 5-158 0 0,1 1-1 0 0,0 1 1 0 0,1 2 0 0 0,0 0-1 0 0,1 1 1 0 0,1 2-1 0 0,0 0 1 0 0,2 1 0 0 0,0 1-1 0 0,0 1 1 0 0,2 1 0 0 0,-25 36-1 0 0,9-5-25 0 0,2 0-1 0 0,3 3 0 0 0,2 0 1 0 0,-31 94-1 0 0,45-110-140 0 0,2 1 0 0 0,2 0 0 0 0,2 0 0 0 0,2 1 0 0 0,-1 62 0 0 0,6-75-51 0 0,1 1 0 0 0,2-1 0 0 0,1 0 1 0 0,1 1-1 0 0,1-2 0 0 0,2 1 0 0 0,0-1 0 0 0,22 45 0 0 0,-23-60 6 0 0,0 0-1 0 0,1 0 1 0 0,0-1-1 0 0,1 0 1 0 0,0 0-1 0 0,1-1 1 0 0,0 0-1 0 0,0-1 1 0 0,21 14-1 0 0,-13-12 39 0 0,0-1 0 0 0,0 0 0 0 0,1-2-1 0 0,0 0 1 0 0,40 9 0 0 0,-14-8 197 0 0,1-2 0 0 0,0-2 0 0 0,1-2 0 0 0,-1-3 0 0 0,55-5 0 0 0,-46-1 550 0 0,1-3 0 0 0,-1-2 0 0 0,-1-3-1 0 0,96-37 1 0 0,-72 18 588 0 0,-2-4 1 0 0,108-70-1 0 0,-144 81-477 0 0,-1-2-1 0 0,-2-2 0 0 0,0-1 1 0 0,42-47-1 0 0,-63 58-382 0 0,0 0 1 0 0,-1-1-1 0 0,-1 0 1 0 0,-1-2-1 0 0,-1 1 1 0 0,-1-1-1 0 0,-1-1 0 0 0,-1 0 1 0 0,11-44-1 0 0,-13 34-65 0 0,-2-1 0 0 0,-1 0 0 0 0,-2-1 0 0 0,-2-50 0 0 0,-1 71-215 0 0,-1 0 0 0 0,0 0 0 0 0,0 1 1 0 0,-2-1-1 0 0,0 0 0 0 0,0 1 0 0 0,-2 0 1 0 0,1 0-1 0 0,-2 0 0 0 0,0 1 0 0 0,-1 0 1 0 0,-17-23-1 0 0,17 28-61 0 0,-1 0 1 0 0,0 0-1 0 0,0 1 0 0 0,-1 1 0 0 0,1-1 1 0 0,-2 2-1 0 0,1-1 0 0 0,0 1 0 0 0,-1 1 0 0 0,0 0 1 0 0,-23-5-1 0 0,10 5-300 0 0,0 0-1 0 0,0 2 1 0 0,-1 0-1 0 0,-42 4 1 0 0,-3 4-949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1.9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4032 17 9674 0 0,'-1'-1'116'0'0,"0"0"-1"0"0,0 0 1 0 0,0-1 0 0 0,0 1 0 0 0,0 0-1 0 0,0 0 1 0 0,0 0 0 0 0,-1 0-1 0 0,1 0 1 0 0,0 1 0 0 0,0-1 0 0 0,-1 0-1 0 0,1 0 1 0 0,-1 1 0 0 0,1-1-1 0 0,-1 1 1 0 0,1 0 0 0 0,-1-1-1 0 0,1 1 1 0 0,-1 0 0 0 0,1 0 0 0 0,-1 0-1 0 0,1 0 1 0 0,-1 0 0 0 0,0 0-1 0 0,-2 1 1 0 0,-49 7 475 0 0,48-7-460 0 0,-51 14-1241 0 0,1 2 0 0 0,-103 46 0 0 0,-97 70-850 0 0,189-97 1880 0 0,-261 150 139 0 0,77-42 491 0 0,-30 25-305 0 0,37-20-103 0 0,-22 9-142 0 0,-311 243 0 0 0,454-311 18 0 0,64-49 21 0 0,2 2 1 0 0,-92 92-1 0 0,2 39 398 0 0,23-24-125 0 0,53-64-482 0 0,-67 104 0 0 0,-45 104-1767 0 0,70-102 1433 0 0,-48 79 4958 0 0,144-245-4048 0 0,2 1 1 0 0,-20 54-1 0 0,28-64-449 0 0,1 0 0 0 0,0 1 0 0 0,2-1 1 0 0,0 1-1 0 0,1 0 0 0 0,0 23 0 0 0,7-8-1242 0 0,-1-20-2819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2.2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4 400 0 0,'-12'-4'9090'0'0,"39"54"-4880"0"0,-17-28-3223 0 0,1-1 0 0 0,1 0 0 0 0,23 29 0 0 0,-31-45-875 0 0,0-1 0 0 0,0 0-1 0 0,0 1 1 0 0,0-2 0 0 0,1 1 0 0 0,0 0 0 0 0,0-1-1 0 0,-1 0 1 0 0,2 0 0 0 0,-1-1 0 0 0,0 1 0 0 0,1-1 0 0 0,-1 0-1 0 0,1 0 1 0 0,-1-1 0 0 0,1 0 0 0 0,0 0 0 0 0,0 0-1 0 0,9-1 1 0 0,-8-1-23 0 0,0 0-1 0 0,0-1 0 0 0,-1 1 1 0 0,1-2-1 0 0,-1 1 1 0 0,1-1-1 0 0,-1 0 0 0 0,0 0 1 0 0,0-1-1 0 0,0 1 0 0 0,0-1 1 0 0,-1-1-1 0 0,7-5 1 0 0,8-9-12 0 0,32-40 1 0 0,-20 18-1495 0 0,2-7-5664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6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14747 0 0,'18'13'3990'0'0,"-9"-3"-3642"0"0,-1 0-1 0 0,0 1 1 0 0,-1 0-1 0 0,0 1 1 0 0,0-1 0 0 0,-2 1-1 0 0,1 0 1 0 0,-2 1-1 0 0,1 0 1 0 0,2 15-1 0 0,3 21-335 0 0,5 67 0 0 0,-12-89 97 0 0,2 16-175 0 0,27 189-646 0 0,-24-192-199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6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40 120 8290 0 0,'-14'0'-769'0'0,"-10"-10"7379"0"0,23 10-6431 0 0,1 0 0 0 0,0-1 0 0 0,0 1 0 0 0,0-1 0 0 0,0 1 0 0 0,0-1 0 0 0,8-17 3369 0 0,-2 11-3089 0 0,0 0 0 0 0,1 0 0 0 0,0 1 0 0 0,13-10 0 0 0,-9 9-704 0 0,0 1 0 0 0,0 0-1 0 0,1 0 1 0 0,-1 1-1 0 0,20-6 1 0 0,-12 7-378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7.0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4609 0 0,'1'-1'164'0'0,"1"0"0"0"0,-1 0 0 0 0,1 0 0 0 0,-1 0 0 0 0,1 0 0 0 0,0 0 1 0 0,-1 0-1 0 0,1 0 0 0 0,0 1 0 0 0,-1-1 0 0 0,1 1 0 0 0,0-1 0 0 0,0 1 0 0 0,0 0 0 0 0,-1 0 0 0 0,1 0 0 0 0,0 0 0 0 0,0 0 0 0 0,0 0 1 0 0,0 0-1 0 0,-1 0 0 0 0,1 1 0 0 0,0-1 0 0 0,0 1 0 0 0,-1 0 0 0 0,1-1 0 0 0,0 1 0 0 0,-1 0 0 0 0,1 0 0 0 0,0 0 0 0 0,-1 0 0 0 0,1 0 1 0 0,-1 0-1 0 0,0 0 0 0 0,1 1 0 0 0,-1-1 0 0 0,0 0 0 0 0,0 1 0 0 0,0-1 0 0 0,0 1 0 0 0,0 0 0 0 0,0-1 0 0 0,1 4 0 0 0,1 2 41 0 0,0 1 0 0 0,-1-1 0 0 0,1 1 0 0 0,-2 0 0 0 0,1-1 1 0 0,-1 1-1 0 0,0 0 0 0 0,-1 15 0 0 0,-10 61 835 0 0,6-56 1367 0 0,-3 47 0 0 0,7-75-2346 0 0,0 0 0 0 0,0 1 0 0 0,0-1 0 0 0,0 0 0 0 0,0 1 0 0 0,0-1 0 0 0,0 0-1 0 0,0 0 1 0 0,0 1 0 0 0,0-1 0 0 0,0 0 0 0 0,0 1 0 0 0,0-1 0 0 0,0 0 0 0 0,0 1 0 0 0,1-1 0 0 0,-1 0-1 0 0,0 0 1 0 0,0 1 0 0 0,0-1 0 0 0,0 0 0 0 0,0 0 0 0 0,1 1 0 0 0,-1-1 0 0 0,0 0 0 0 0,0 0 0 0 0,1 1-1 0 0,-1-1 1 0 0,0 0 0 0 0,0 0 0 0 0,1 0 0 0 0,-1 0 0 0 0,0 0 0 0 0,0 1 0 0 0,1-1 0 0 0,-1 0 0 0 0,0 0 0 0 0,1 0-1 0 0,-1 0 1 0 0,14-7 697 0 0,12-17-634 0 0,-25 23-45 0 0,87-96-39 0 0,-58 67-320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7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42 4609 0 0,'-3'1'-3'0'0,"-1"0"1110"0"0,-1 0 1 0 0,1 0 0 0 0,-1-1-1 0 0,1 0 1 0 0,-1 1 0 0 0,1-1-1 0 0,-1-1 1 0 0,1 1-1 0 0,-10-3 1 0 0,14 3-1004 0 0,0-1-1 0 0,0 1 1 0 0,0-1-1 0 0,0 0 1 0 0,0 1-1 0 0,0-1 1 0 0,0 1-1 0 0,0-1 1 0 0,0 0-1 0 0,0 1 1 0 0,0-1 0 0 0,0 1-1 0 0,1-1 1 0 0,-1 1-1 0 0,0-1 1 0 0,0 0-1 0 0,1 1 1 0 0,-1-1-1 0 0,0 1 1 0 0,1-1-1 0 0,-1 1 1 0 0,1-1 0 0 0,-1 1-1 0 0,0 0 1 0 0,1-1-1 0 0,-1 1 1 0 0,1 0-1 0 0,-1-1 1 0 0,1 1-1 0 0,-1 0 1 0 0,1-1-1 0 0,-1 1 1 0 0,1 0 0 0 0,0-1-1 0 0,20-12 346 0 0,-17 11-671 0 0,0 0 0 0 0,0 0 0 0 0,1 1 0 0 0,-1 0 0 0 0,1-1 0 0 0,-1 1 0 0 0,8 0 0 0 0,-1 1-489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7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8290 0 0,'17'-6'2310'0'0,"35"-11"-1241"0"0,-41 14-1708 0 0,0 1 0 0 0,0-1 0 0 0,13 0 0 0 0,8 3-1855 0 0,-14 0 2036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8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143 125 5985 0 0,'-13'4'1154'0'0,"0"-1"0"0"0,1 2 0 0 0,0 0 0 0 0,0 0 0 0 0,0 1-1 0 0,0 1 1 0 0,1 0 0 0 0,0 0 0 0 0,-18 18 0 0 0,28-25-1072 0 0,1 0 0 0 0,0 0 1 0 0,-1 0-1 0 0,1 0 0 0 0,0 1 1 0 0,-1-1-1 0 0,1 0 0 0 0,0 0 1 0 0,0 1-1 0 0,-1-1 0 0 0,1 0 0 0 0,0 1 1 0 0,0-1-1 0 0,0 0 0 0 0,-1 1 1 0 0,1-1-1 0 0,0 0 0 0 0,0 1 1 0 0,0-1-1 0 0,0 0 0 0 0,0 1 0 0 0,0-1 1 0 0,0 0-1 0 0,0 1 0 0 0,-1-1 1 0 0,1 0-1 0 0,1 1 0 0 0,-1-1 1 0 0,0 1-1 0 0,0-1 0 0 0,0 0 1 0 0,0 1-1 0 0,0-1 0 0 0,0 0 0 0 0,0 1 1 0 0,0-1-1 0 0,0 0 0 0 0,1 1 1 0 0,15 6 1153 0 0,21-3-737 0 0,41-11-30 0 0,116-24 0 0 0,-76 10-211 0 0,331-72-171 0 0,-192 35-3071 0 0,-200 49-3629 0 0,-35 7 500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8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1 123 8754 0 0,'99'-35'4330'0'0,"-61"23"-4634"0"0,0-2 1 0 0,70-36-1 0 0,-100 44 286 0 0,-5 0 18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8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 7834 0 0,'-2'1'101'0'0,"1"0"0"0"0,0 0 0 0 0,0 0 0 0 0,0 0 0 0 0,0 1 0 0 0,-1-1 0 0 0,2 0 0 0 0,-1 1 0 0 0,0-1 1 0 0,0 1-1 0 0,0-1 0 0 0,1 1 0 0 0,-1 0 0 0 0,1-1 0 0 0,-1 1 0 0 0,1-1 0 0 0,-1 1 0 0 0,1 0 0 0 0,0-1 0 0 0,0 3 0 0 0,1 1 497 0 0,0 0-1 0 0,0 0 0 0 0,0 0 0 0 0,1-1 0 0 0,3 8 0 0 0,0 1 275 0 0,1 4 103 0 0,2-1 0 0 0,0 0 0 0 0,0-1 0 0 0,2 0 0 0 0,0 0 0 0 0,0-1 0 0 0,20 20 0 0 0,-27-32-948 0 0,-2 1 0 0 0,1-1 0 0 0,0 0-1 0 0,0 1 1 0 0,-1-1 0 0 0,1 1-1 0 0,-1 0 1 0 0,0-1 0 0 0,0 1 0 0 0,0 0-1 0 0,0 0 1 0 0,0 0 0 0 0,-1 0-1 0 0,1 0 1 0 0,-1 0 0 0 0,0 0 0 0 0,0 0-1 0 0,0 0 1 0 0,0 0 0 0 0,-1 0-1 0 0,1 0 1 0 0,-1 0 0 0 0,1 0 0 0 0,-1-1-1 0 0,0 1 1 0 0,0 0 0 0 0,-1 0-1 0 0,1-1 1 0 0,0 1 0 0 0,-1 0-1 0 0,0-1 1 0 0,1 0 0 0 0,-1 1 0 0 0,-3 1-1 0 0,-2 6-203 0 0,-1-2 0 0 0,-1 1 0 0 0,-9 7 0 0 0,-28 18-4472 0 0,35-26 2199 0 0,-6 4-4159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9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13363 0 0,'1'-1'160'0'0,"0"1"0"0"0,-1-1 0 0 0,1 1 1 0 0,0-1-1 0 0,0 1 0 0 0,0 0 0 0 0,0-1 0 0 0,0 1 1 0 0,0 0-1 0 0,0 0 0 0 0,-1 0 0 0 0,1-1 0 0 0,0 1 0 0 0,0 0 1 0 0,0 0-1 0 0,0 0 0 0 0,0 0 0 0 0,0 1 0 0 0,0-1 1 0 0,0 0-1 0 0,0 0 0 0 0,0 1 0 0 0,0-1 0 0 0,-1 0 1 0 0,1 1-1 0 0,1 0 0 0 0,0 1 113 0 0,1-1 0 0 0,-1 1-1 0 0,0 0 1 0 0,-1 0 0 0 0,1 0 0 0 0,0 0 0 0 0,-1 0 0 0 0,1 1-1 0 0,1 3 1 0 0,1 3 186 0 0,1 1 0 0 0,-2-1 0 0 0,0 1-1 0 0,3 12 1 0 0,-1 13-140 0 0,-2 1 0 0 0,-3 63 0 0 0,-1-65-708 0 0,2 1-1 0 0,8 65 0 0 0,-5-84-1397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49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0 3681 0 0,'11'2'7249'0'0,"-18"21"-3561"0"0,-10 2-1238 0 0,-34 38 0 0 0,37-47-1936 0 0,0 1 1 0 0,0 0-1 0 0,2 1 1 0 0,0 0-1 0 0,-12 27 1 0 0,23-43-503 0 0,0 0 1 0 0,0 0-1 0 0,1 0 1 0 0,-1 0-1 0 0,0 0 1 0 0,1 0-1 0 0,-1 0 1 0 0,1 0-1 0 0,0 0 1 0 0,0 0-1 0 0,0 0 1 0 0,0 1-1 0 0,0-1 1 0 0,0 0-1 0 0,0 0 1 0 0,1 0-1 0 0,-1 0 1 0 0,1 0-1 0 0,0 0 1 0 0,1 3-1 0 0,-1-3 10 0 0,1-1-1 0 0,-1 1 1 0 0,1-1 0 0 0,-1 1-1 0 0,1-1 1 0 0,0 0 0 0 0,-1 0-1 0 0,1 0 1 0 0,0 0 0 0 0,0 0-1 0 0,0 0 1 0 0,0 0 0 0 0,0-1-1 0 0,0 1 1 0 0,0-1 0 0 0,0 0-1 0 0,2 1 1 0 0,7 0 51 0 0,0-1-1 0 0,0 0 1 0 0,0-1-1 0 0,0 0 1 0 0,0-1-1 0 0,16-4 1 0 0,79-34-734 0 0,-67 25 265 0 0,-9 3-355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1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93 8754 0 0,'5'-8'870'0'0,"2"-1"-1"0"0,-1 1 1 0 0,1 1 0 0 0,1-1 0 0 0,13-10 0 0 0,-17 14-518 0 0,1 0 1 0 0,0 1 0 0 0,1-1-1 0 0,-1 1 1 0 0,0 0 0 0 0,1 1-1 0 0,0-1 1 0 0,0 1 0 0 0,0 0-1 0 0,10-2 1 0 0,-14 4-328 0 0,-1 0 0 0 0,1 0 0 0 0,0 0 0 0 0,0 0 0 0 0,-1 0 0 0 0,1 0 0 0 0,0 0 0 0 0,-1 1 0 0 0,1-1 0 0 0,0 1-1 0 0,-1-1 1 0 0,1 1 0 0 0,-1 0 0 0 0,1-1 0 0 0,-1 1 0 0 0,1 0 0 0 0,-1 0 0 0 0,1 0 0 0 0,-1 0 0 0 0,0 0 0 0 0,3 3 0 0 0,-3-2 45 0 0,1 1 0 0 0,-1 0-1 0 0,0-1 1 0 0,0 1 0 0 0,0 0 0 0 0,0-1-1 0 0,0 1 1 0 0,-1 0 0 0 0,1 0 0 0 0,-1 0-1 0 0,1 5 1 0 0,-2 7 161 0 0,0-1 1 0 0,-1 1-1 0 0,-1-1 0 0 0,-4 15 0 0 0,7-27-229 0 0,-19 56 65 0 0,13-41-11 0 0,1 0-1 0 0,0 0 1 0 0,1 1 0 0 0,1 0 0 0 0,-2 21 0 0 0,5-37-12 0 0,0-1 1 0 0,0 1 0 0 0,0 0-1 0 0,0-1 1 0 0,0 1-1 0 0,1 0 1 0 0,-1-1-1 0 0,1 1 1 0 0,-1-1 0 0 0,1 1-1 0 0,-1 0 1 0 0,1-1-1 0 0,0 1 1 0 0,0-1 0 0 0,-1 0-1 0 0,1 1 1 0 0,0-1-1 0 0,1 0 1 0 0,-1 1 0 0 0,0-1-1 0 0,0 0 1 0 0,2 1-1 0 0,0 0 0 0 0,-1-1 0 0 0,1 0 0 0 0,0 0 0 0 0,-1-1 0 0 0,1 1 1 0 0,0 0-1 0 0,-1-1 0 0 0,1 0 0 0 0,0 1 0 0 0,0-1 0 0 0,0 0 0 0 0,3-1 0 0 0,10-2 35 0 0,0 0 0 0 0,-1-1 0 0 0,28-11-1 0 0,-31 10-75 0 0,79-24-699 0 0,-52 20-5341 0 0,-13 3-838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9 102 6913 0 0,'-1'-5'439'0'0,"-1"1"-1"0"0,1-1 0 0 0,0 0 1 0 0,0 1-1 0 0,0-1 0 0 0,0 0 1 0 0,1 0-1 0 0,0 1 0 0 0,0-1 1 0 0,0 0-1 0 0,1 0 0 0 0,1-7 0 0 0,1-21 5775 0 0,-2 199-1870 0 0,6 5-3360 0 0,0-84-1726 0 0,33 160 1 0 0,-26-201-2171 0 0,-7-29-4308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86 10138 0 0,'10'-3'448'0'0,"-1"-1"96"0"0,2 0-440 0 0,-2 2-104 0 0,-1-1 0 0 0,0 0 0 0 0,3 1 120 0 0,6-5 0 0 0,12-2 0 0 0,8-3 1 0 0,6-2-121 0 0,-3 2 72 0 0,-4 1-72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0,'6'3'933'0'0,"-1"0"-1"0"0,1 1 0 0 0,-1 0 0 0 0,0-1 0 0 0,0 2 1 0 0,0-1-1 0 0,4 5 0 0 0,-5-4-549 0 0,0 1 0 0 0,0-1 0 0 0,-1 1 0 0 0,1 0 0 0 0,-1 0 0 0 0,2 7 1 0 0,-1-2-1122 0 0,-1 0 1 0 0,0 0 0 0 0,-1 0-1 0 0,-1 1 1 0 0,0-1 0 0 0,0 1-1 0 0,-2 20 1 0 0,1-17 254 0 0,-1-10 430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2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28 12899 0 0,'-17'-7'576'0'0,"6"2"112"0"0,3-1-552 0 0,4 4-136 0 0,3 0 0 0 0,2 2 0 0 0,0 0 392 0 0,2-1 56 0 0,0-2 0 0 0,2 2 8 0 0,2 1-1032 0 0,-1 1-216 0 0,2 3-40 0 0,-2 2 0 0 0,-2 0 640 0 0,-3 1 128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3.2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8290 0 0,'4'1'202'0'0,"0"1"0"0"0,-1 0 0 0 0,1 0 0 0 0,0 0 0 0 0,0 0 0 0 0,-1 1 1 0 0,0-1-1 0 0,1 1 0 0 0,-1 0 0 0 0,0 0 0 0 0,0 0 0 0 0,-1 0 0 0 0,1 0 0 0 0,-1 1 1 0 0,1-1-1 0 0,-1 1 0 0 0,0 0 0 0 0,0 0 0 0 0,-1 0 0 0 0,1 0 0 0 0,-1 0 0 0 0,2 7 0 0 0,0 6 484 0 0,-1 1 0 0 0,-1-1 0 0 0,0 1 0 0 0,-3 20-1 0 0,1-4 485 0 0,1-34-1156 0 0,0 0 0 0 0,0 0 0 0 0,0 0 0 0 0,0 0 0 0 0,0 0 0 0 0,0 1 0 0 0,0-1 0 0 0,0 0 0 0 0,0 0 1 0 0,0 0-1 0 0,0 0 0 0 0,0 0 0 0 0,0 0 0 0 0,0 0 0 0 0,0 1 0 0 0,0-1 0 0 0,0 0 0 0 0,0 0 0 0 0,0 0 0 0 0,0 0 0 0 0,0 0 0 0 0,0 0 0 0 0,0 0 0 0 0,0 1 0 0 0,0-1 0 0 0,0 0 0 0 0,0 0 0 0 0,0 0 0 0 0,0 0 0 0 0,0 0 0 0 0,0 0 0 0 0,0 0 0 0 0,0 0 1 0 0,0 1-1 0 0,1-1 0 0 0,-1 0 0 0 0,0 0 0 0 0,0 0 0 0 0,0 0 0 0 0,0 0 0 0 0,0 0 0 0 0,0 0 0 0 0,0 0 0 0 0,0 0 0 0 0,1 0 0 0 0,-1 0 0 0 0,0 0 0 0 0,0 0 0 0 0,0 0 0 0 0,0 0 0 0 0,0 0 0 0 0,0 0 0 0 0,0 0 0 0 0,1 0 0 0 0,-1 0 0 0 0,0 0 1 0 0,0 0-1 0 0,0 0 0 0 0,0 0 0 0 0,0 0 0 0 0,0 0 0 0 0,0 0 0 0 0,1 0 0 0 0,-1 0 0 0 0,0 0 0 0 0,0 0 0 0 0,0 0 0 0 0,0 0 0 0 0,9-11 309 0 0,6-17-73 0 0,7-23 218 0 0,-15 33-469 0 0,0 0-1 0 0,2 0 0 0 0,16-26 0 0 0,-24 43 8 0 0,0 0 0 0 0,0-1-1 0 0,0 1 1 0 0,0 0 0 0 0,0 0-1 0 0,1 0 1 0 0,-1 0 0 0 0,0 0-1 0 0,1 0 1 0 0,-1 1 0 0 0,0-1-1 0 0,1 0 1 0 0,-1 1 0 0 0,1-1-1 0 0,-1 1 1 0 0,1-1 0 0 0,-1 1 0 0 0,1 0-1 0 0,-1-1 1 0 0,1 1 0 0 0,-1 0-1 0 0,1 0 1 0 0,0 0 0 0 0,-1 0-1 0 0,1 1 1 0 0,-1-1 0 0 0,1 0-1 0 0,-1 1 1 0 0,1-1 0 0 0,-1 1-1 0 0,1-1 1 0 0,-1 1 0 0 0,1 0 0 0 0,-1-1-1 0 0,0 1 1 0 0,1 0 0 0 0,-1 0-1 0 0,0 0 1 0 0,0 0 0 0 0,2 2-1 0 0,7 6 318 0 0,-1 0-1 0 0,0 1 0 0 0,15 20 1 0 0,-13-16-63 0 0,-2-3-465 0 0,1 0-1 0 0,0 0 0 0 0,1-1 1 0 0,23 17-1 0 0,-16-17-7062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2:54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11979 0 0,'12'-3'3893'0'0,"54"-12"-2879"0"0,141-19-2770 0 0,-175 26 989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4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555 164 9674 0 0,'-6'-3'160'0'0,"1"0"0"0"0,-1 1 0 0 0,0-1-1 0 0,0 1 1 0 0,0 1 0 0 0,0-1 0 0 0,-1 1 0 0 0,1 0 0 0 0,0 1-1 0 0,-12 0 1 0 0,0 0-191 0 0,0 2 0 0 0,-28 5-1 0 0,28-2-94 0 0,0 1 0 0 0,0 0 0 0 0,1 2-1 0 0,0 0 1 0 0,0 0 0 0 0,1 2 0 0 0,0 0 0 0 0,1 1-1 0 0,-23 20 1 0 0,19-13-52 0 0,0 1 1 0 0,1 1-1 0 0,1 0 1 0 0,1 2-1 0 0,1-1 0 0 0,-15 30 1 0 0,18-24 224 0 0,0 0 0 0 0,2 0-1 0 0,1 1 1 0 0,2 0 0 0 0,0 1 0 0 0,2 0 0 0 0,-1 31 0 0 0,4-34 83 0 0,1 0 0 0 0,2 0 0 0 0,1 1 0 0 0,0-1 0 0 0,2-1 0 0 0,1 1 0 0 0,2-1 0 0 0,10 29 0 0 0,-12-40-97 0 0,1-1 0 0 0,1 0 0 0 0,0-1 0 0 0,1 1 0 0 0,0-1 0 0 0,1-1 0 0 0,1 0 0 0 0,-1 0 0 0 0,2-1-1 0 0,-1 0 1 0 0,23 16 0 0 0,-17-16 10 0 0,1-1 0 0 0,1 0 0 0 0,0-1 0 0 0,0 0 0 0 0,0-2 0 0 0,1 0 0 0 0,38 6 0 0 0,-13-7-63 0 0,-1-3 1 0 0,1-1-1 0 0,0-2 1 0 0,0-2-1 0 0,0-2 1 0 0,0-2-1 0 0,46-13 1 0 0,-6-2-206 0 0,91-37-1 0 0,-146 47 145 0 0,0-2 1 0 0,-1 0-1 0 0,0-2 0 0 0,-2-1 0 0 0,1-1 1 0 0,34-32-1 0 0,-53 43 15 0 0,-1 0 0 0 0,-1-1 0 0 0,0 0 0 0 0,0 0 0 0 0,0 0 0 0 0,-1-1 0 0 0,0 0 0 0 0,-1 0 0 0 0,0 0 0 0 0,0 0 0 0 0,-1-1 0 0 0,3-13 0 0 0,-4 9 62 0 0,-1 1-1 0 0,0-1 1 0 0,0 0 0 0 0,-2 0 0 0 0,0 0 0 0 0,0 0-1 0 0,-7-27 1 0 0,-7-4 401 0 0,-2 0 0 0 0,-2 1 0 0 0,-1 0 0 0 0,-29-43 0 0 0,41 74-206 0 0,-25-48 96 0 0,-3 2 0 0 0,-2 1 0 0 0,-79-89 0 0 0,61 93-4670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6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1 6913 0 0,'-1'0'66'0'0,"-1"-1"0"0"0,1 1 0 0 0,-1 0 0 0 0,1 0 0 0 0,-1 0-1 0 0,1 0 1 0 0,-1 0 0 0 0,1 1 0 0 0,-1-1 0 0 0,1 0-1 0 0,0 1 1 0 0,-1-1 0 0 0,1 1 0 0 0,-1-1 0 0 0,1 1-1 0 0,0 0 1 0 0,-1-1 0 0 0,1 1 0 0 0,0 0 0 0 0,0 0-1 0 0,0 0 1 0 0,-1 0 0 0 0,0 1 0 0 0,-1 3 83 0 0,1-1 0 0 0,0 1 0 0 0,-1-1 0 0 0,1 1 0 0 0,1-1-1 0 0,-2 7 1 0 0,0-3-160 0 0,-54 192-810 0 0,50-168 1130 0 0,1 0 1 0 0,1 1-1 0 0,3-1 1 0 0,0 45-1 0 0,3-70-100 0 0,-1-1-1 0 0,1 1 1 0 0,0-1-1 0 0,0 0 1 0 0,1 1-1 0 0,0-1 1 0 0,0 0-1 0 0,0 0 1 0 0,1 0-1 0 0,3 6 1 0 0,-4-9-110 0 0,1-1 0 0 0,-1 1 0 0 0,0 0 0 0 0,1-1 0 0 0,0 1 0 0 0,-1-1 0 0 0,1 0 1 0 0,0 0-1 0 0,0 0 0 0 0,0 0 0 0 0,0-1 0 0 0,1 1 0 0 0,-1-1 0 0 0,0 0 0 0 0,1 0 0 0 0,-1 0 0 0 0,1 0 1 0 0,-1-1-1 0 0,7 1 0 0 0,-1-1 158 0 0,-1 0 0 0 0,1 0 0 0 0,0-1-1 0 0,-1-1 1 0 0,1 1 0 0 0,-1-1 0 0 0,0-1 0 0 0,1 0 0 0 0,-1 0 0 0 0,0 0 0 0 0,12-9 0 0 0,7-5-426 0 0,47-39 1 0 0,-11 7-4689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7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10594 0 0,'0'0'60'0'0,"-1"1"0"0"0,0-1 0 0 0,1 1-1 0 0,-1 0 1 0 0,1-1 0 0 0,-1 1 0 0 0,1-1-1 0 0,0 1 1 0 0,-1 0 0 0 0,1-1 0 0 0,0 1-1 0 0,-1 0 1 0 0,1 0 0 0 0,0-1 0 0 0,0 1 0 0 0,0 0-1 0 0,-1 0 1 0 0,1-1 0 0 0,0 1 0 0 0,0 0-1 0 0,0 0 1 0 0,0 0 0 0 0,0-1 0 0 0,1 1-1 0 0,-1 0 1 0 0,0 0 0 0 0,0-1 0 0 0,0 1 0 0 0,1 0-1 0 0,-1 0 1 0 0,0-1 0 0 0,1 1 0 0 0,-1 0-1 0 0,1 0 1 0 0,16 34 1378 0 0,-13-28-1094 0 0,14 33 1052 0 0,-1 1 0 0 0,20 77 0 0 0,-13-15-2185 0 0,-5 2-4038 0 0,-11-56-779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7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1011 11 9218 0 0,'-23'-4'369'0'0,"0"1"0"0"0,0 1 1 0 0,0 0-1 0 0,-1 2 0 0 0,1 1 0 0 0,0 1 1 0 0,-39 8-1 0 0,27-2-209 0 0,0 1 0 0 0,1 3 0 0 0,0 0 0 0 0,0 2 0 0 0,2 2 0 0 0,0 1 0 0 0,1 1-1 0 0,0 2 1 0 0,2 1 0 0 0,0 1 0 0 0,2 2 0 0 0,1 1 0 0 0,-26 30 0 0 0,13-5-160 0 0,2 1 0 0 0,3 2-1 0 0,2 2 1 0 0,2 1 0 0 0,3 1 0 0 0,3 1 0 0 0,1 1-1 0 0,4 2 1 0 0,2 0 0 0 0,3 0 0 0 0,-11 108-1 0 0,22-136-12 0 0,2 0-1 0 0,1-1 0 0 0,1 1 0 0 0,1 0 0 0 0,3 0 1 0 0,12 49-1 0 0,-12-65-52 0 0,0 0 0 0 0,2 0 0 0 0,0-1-1 0 0,1 0 1 0 0,1-1 0 0 0,0 1 0 0 0,1-2 0 0 0,0 1 0 0 0,2-2 0 0 0,-1 1 0 0 0,2-2 0 0 0,0 1 0 0 0,25 17 0 0 0,-10-11 75 0 0,0-1 0 0 0,2-2 0 0 0,0-1 0 0 0,1-2 0 0 0,1 0 0 0 0,-1-3 0 0 0,38 8 0 0 0,-26-9 322 0 0,0-3 0 0 0,0-1 0 0 0,1-3 0 0 0,87-5 0 0 0,-67-5 90 0 0,-1-3 0 0 0,0-2 1 0 0,-1-3-1 0 0,0-3 0 0 0,-2-2 0 0 0,0-3 1 0 0,88-50-1 0 0,-107 50-149 0 0,-1-2 0 0 0,-1-2 0 0 0,-1-2 0 0 0,-2-1 0 0 0,38-42 0 0 0,-51 48-151 0 0,-2-1 1 0 0,0-1-1 0 0,-2-1 0 0 0,-1 0 0 0 0,-1-2 1 0 0,-2 0-1 0 0,-1 0 0 0 0,12-37 0 0 0,-19 37-103 0 0,0-1 0 0 0,-2 0-1 0 0,-1 0 1 0 0,-2 0 0 0 0,-1 0-1 0 0,-1-1 1 0 0,-9-60 0 0 0,1 49 2 0 0,-1 0 0 0 0,-2 0 0 0 0,-2 1 0 0 0,-1 1 0 0 0,-23-43 0 0 0,27 64 32 0 0,0 1 0 0 0,-2 1 1 0 0,0 0-1 0 0,0 1 1 0 0,-2 0-1 0 0,-18-17 1 0 0,23 25-188 0 0,-1 1 0 0 0,0 0 0 0 0,0 1-1 0 0,-1 0 1 0 0,0 1 0 0 0,0 0 0 0 0,0 0 0 0 0,-1 1 0 0 0,0 1 0 0 0,0 0 0 0 0,-24-4 0 0 0,-28 1-7109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1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283 193 5985 0 0,'-6'0'186'0'0,"-1"-1"-1"0"0,1 0 0 0 0,0 1 0 0 0,0 0 0 0 0,0 1 1 0 0,-1-1-1 0 0,1 1 0 0 0,0 0 0 0 0,0 1 1 0 0,0-1-1 0 0,0 1 0 0 0,0 1 0 0 0,1-1 0 0 0,-9 5 1 0 0,6-2-146 0 0,1 1 0 0 0,-1 0 0 0 0,1 0 0 0 0,0 1 1 0 0,0 0-1 0 0,0 0 0 0 0,1 1 0 0 0,-7 12 0 0 0,0 2-182 0 0,1 1 0 0 0,1 1 0 0 0,1 0-1 0 0,1 0 1 0 0,1 1 0 0 0,-4 27 0 0 0,-3 29 108 0 0,4 0-1 0 0,3 1 1 0 0,4 1 0 0 0,4-1 0 0 0,3 0 0 0 0,4 0-1 0 0,3 0 1 0 0,4-1 0 0 0,3 0 0 0 0,55 151 0 0 0,-61-204 8 0 0,1 0 1 0 0,2-1 0 0 0,0 0 0 0 0,2-1-1 0 0,1-1 1 0 0,1 0 0 0 0,1-2-1 0 0,1 0 1 0 0,1-1 0 0 0,1-1 0 0 0,1-1-1 0 0,1-1 1 0 0,1-1 0 0 0,0-1-1 0 0,1-2 1 0 0,1 0 0 0 0,0-2 0 0 0,1-1-1 0 0,0-1 1 0 0,1-1 0 0 0,0-2-1 0 0,1 0 1 0 0,48 4 0 0 0,-48-9-82 0 0,0-1 1 0 0,1-1-1 0 0,-1-2 1 0 0,0-1-1 0 0,0-1 1 0 0,0-2-1 0 0,-1-1 1 0 0,0-1-1 0 0,0-2 1 0 0,0-1-1 0 0,-1-1 1 0 0,-1-1-1 0 0,0-1 1 0 0,38-26-1 0 0,-28 13 34 0 0,-2-2 1 0 0,0-1-1 0 0,-2-1 0 0 0,-1-3 0 0 0,-2 0 1 0 0,-1-2-1 0 0,-2-1 0 0 0,-1-1 0 0 0,-2-1 1 0 0,-2-1-1 0 0,-1-1 0 0 0,-3-1 0 0 0,-1-1 0 0 0,-1-1 1 0 0,8-44-1 0 0,-15 40 394 0 0,-2 0 0 0 0,-2 0-1 0 0,-2-1 1 0 0,-2 0 0 0 0,-3 1 0 0 0,-1-1 0 0 0,-3 1 0 0 0,-1 0 0 0 0,-3 1-1 0 0,-25-75 1 0 0,14 66-38 0 0,-2 0-1 0 0,-2 2 0 0 0,-2 1 1 0 0,-3 1-1 0 0,-2 1 0 0 0,-2 2 1 0 0,-3 1-1 0 0,-48-48 1 0 0,69 78-234 0 0,-1 1 0 0 0,-1 1 0 0 0,0 1 0 0 0,-1 1 1 0 0,0 0-1 0 0,-37-17 0 0 0,41 23-148 0 0,-1 2 1 0 0,-1 0-1 0 0,1 0 1 0 0,-1 1-1 0 0,1 2 1 0 0,-1-1-1 0 0,0 2 0 0 0,0 0 1 0 0,-32 3-1 0 0,-33 10-1060 0 0,0 8-2063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20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10594 0 0,'0'0'-20'0'0,"0"0"-1"0"0,0 0 1 0 0,0 0-1 0 0,0 0 1 0 0,-1 0 0 0 0,1 1-1 0 0,0-1 1 0 0,0 0-1 0 0,0 0 1 0 0,0 0-1 0 0,0 0 1 0 0,0 0-1 0 0,0 0 1 0 0,0 0 0 0 0,0 0-1 0 0,0 0 1 0 0,0 1-1 0 0,0-1 1 0 0,0 0-1 0 0,-1 0 1 0 0,1 0-1 0 0,0 0 1 0 0,0 0 0 0 0,0 0-1 0 0,0 0 1 0 0,0 1-1 0 0,0-1 1 0 0,0 0-1 0 0,0 0 1 0 0,0 0-1 0 0,0 0 1 0 0,0 0 0 0 0,1 0-1 0 0,-1 1 1 0 0,0-1-1 0 0,0 0 1 0 0,0 0-1 0 0,0 0 1 0 0,0 0-1 0 0,0 0 1 0 0,0 0 0 0 0,0 0-1 0 0,0 0 1 0 0,0 1-1 0 0,0-1 1 0 0,0 0-1 0 0,0 0 1 0 0,1 0-1 0 0,-1 0 1 0 0,0 0 0 0 0,0 0-1 0 0,0 0 1 0 0,0 0-1 0 0,0 0 1 0 0,0 0-1 0 0,1 0 1 0 0,11 12-579 0 0,29 19 351 0 0,-11-9 125 0 0,17 23-175 0 0,-2 1-1 0 0,-2 2 0 0 0,55 81 1 0 0,-53-69-120 0 0,116 159-716 0 0,84 108 741 0 0,-167-233 428 0 0,119 113-1 0 0,10-19 360 0 0,8-10 0 0 0,308 197 0 0 0,-399-297-573 0 0,408 241-1559 0 0,304 94-314 0 0,116-20 5070 0 0,-746-324-1551 0 0,2-9 0 0 0,428 64 0 0 0,446-39 1395 0 0,1465-149-1982 0 0,-2100 11-880 0 0,439-111 0 0 0,-172-33-213 0 0,-506 136 183 0 0,855-285 416 0 0,-13-37 103 0 0,-825 300-465 0 0,482-221-736 0 0,-75-11-288 0 0,-435 210 1176 0 0,321-120 0 0 0,-267 131 106 0 0,206-72-165 0 0,-332 128-165 0 0,219-39 1 0 0,-313 73-182 0 0,0 0 1 0 0,0 3-1 0 0,0 0 1 0 0,44 5-1 0 0,-45 0-4157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0:20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14283 0 0,'1'0'48'0'0,"-1"-1"1"0"0,0 1-1 0 0,1 0 0 0 0,-1-1 1 0 0,1 1-1 0 0,-1-1 0 0 0,0 1 0 0 0,1 0 1 0 0,-1 0-1 0 0,1-1 0 0 0,-1 1 1 0 0,1 0-1 0 0,-1 0 0 0 0,1 0 0 0 0,-1-1 1 0 0,1 1-1 0 0,0 0 0 0 0,-1 0 1 0 0,1 0-1 0 0,-1 0 0 0 0,1 0 0 0 0,-1 0 1 0 0,1 0-1 0 0,-1 0 0 0 0,1 0 1 0 0,0 0-1 0 0,-1 1 0 0 0,1-1 0 0 0,-1 0 1 0 0,1 0-1 0 0,-1 0 0 0 0,1 1 1 0 0,-1-1-1 0 0,1 1 0 0 0,24 7-211 0 0,-25-8 188 0 0,34 13-57 0 0,-1 1-1 0 0,0 2 1 0 0,-2 1 0 0 0,42 30-1 0 0,-64-40-82 0 0,0 0-1 0 0,0 1 1 0 0,-1 0-1 0 0,0 1 0 0 0,0 0 1 0 0,-1 0-1 0 0,0 0 1 0 0,-1 1-1 0 0,0 0 1 0 0,0 1-1 0 0,-1-1 1 0 0,-1 1-1 0 0,1 0 1 0 0,-2 0-1 0 0,0 0 1 0 0,0 1-1 0 0,2 19 1 0 0,-4-2-410 0 0,-2 0 1 0 0,0 0 0 0 0,-2 0 0 0 0,-1 0 0 0 0,-1 0-1 0 0,-10 29 1 0 0,-8 15-652 0 0,-35 75 0 0 0,-54 82 555 0 0,63-137 700 0 0,15-20 133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11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1629 415 5529 0 0,'-7'-14'434'0'0,"-1"1"-1"0"0,-1 0 1 0 0,1 0-1 0 0,-2 0 1 0 0,0 2 0 0 0,0-1-1 0 0,-1 1 1 0 0,-17-13-1 0 0,-13-7 2582 0 0,-54-30 1 0 0,13 8-1450 0 0,46 28-1509 0 0,-2 2 0 0 0,-58-28 1 0 0,75 42-26 0 0,0 1 1 0 0,-1 1-1 0 0,1 1 1 0 0,-2 1 0 0 0,1 1-1 0 0,-38-3 1 0 0,6 6 9 0 0,0 3 1 0 0,1 1 0 0 0,-1 3 0 0 0,1 3-1 0 0,-85 24 1 0 0,102-22-54 0 0,0 2 0 0 0,1 1 0 0 0,1 2-1 0 0,0 2 1 0 0,1 0 0 0 0,1 3 0 0 0,1 0 0 0 0,-52 48 0 0 0,65-49 32 0 0,0 0 0 0 0,2 1 0 0 0,0 1 0 0 0,2 0 0 0 0,0 1 1 0 0,2 1-1 0 0,0 0 0 0 0,-13 39 0 0 0,14-29-36 0 0,2 1 0 0 0,1 0 1 0 0,2 1-1 0 0,1-1 0 0 0,0 66 0 0 0,5-88 18 0 0,1 0 1 0 0,0 0-1 0 0,1 0 0 0 0,0 0 1 0 0,1-1-1 0 0,1 1 0 0 0,0-1 1 0 0,0 1-1 0 0,2-1 0 0 0,-1-1 1 0 0,1 1-1 0 0,1-1 0 0 0,0 0 1 0 0,1 0-1 0 0,0-1 0 0 0,0 0 1 0 0,1-1-1 0 0,0 0 0 0 0,1 0 1 0 0,0-1-1 0 0,1 0 0 0 0,-1-1 1 0 0,2 0-1 0 0,-1 0 0 0 0,21 7 1 0 0,4 0 40 0 0,0-2 0 0 0,1-1 0 0 0,0-2 0 0 0,1-1 0 0 0,49 2-1 0 0,-8-5 114 0 0,124-9-1 0 0,187-41-116 0 0,-287 26-426 0 0,174-57 0 0 0,-218 52 320 0 0,-2-3 1 0 0,0-2 0 0 0,90-64-1 0 0,-131 83 187 0 0,-1-1 0 0 0,0-1-1 0 0,-2-1 1 0 0,1 0 0 0 0,-1 0-1 0 0,-1-1 1 0 0,0-1 0 0 0,-1 0-1 0 0,11-21 1 0 0,-18 29-31 0 0,0 0 0 0 0,-1-1 1 0 0,0 0-1 0 0,0 0 0 0 0,-1 0 0 0 0,0 0 0 0 0,-1 0 0 0 0,1 0 0 0 0,-1 0 1 0 0,-1 0-1 0 0,0-1 0 0 0,0 1 0 0 0,-1 0 0 0 0,1-1 0 0 0,-2 1 0 0 0,1 0 0 0 0,-1 0 1 0 0,-1 0-1 0 0,1 0 0 0 0,-1 1 0 0 0,-1-1 0 0 0,1 1 0 0 0,-6-9 0 0 0,-2 2 30 0 0,-1-1-1 0 0,0 1 0 0 0,-1 1 1 0 0,0 1-1 0 0,-1-1 0 0 0,0 2 0 0 0,-1 0 1 0 0,-1 1-1 0 0,1 0 0 0 0,-1 2 1 0 0,-29-12-1 0 0,0 3-3 0 0,0 2 1 0 0,-1 2 0 0 0,-62-9-1 0 0,49 12-291 0 0,-108-4-1 0 0,148 14-170 0 0,-1 1 1 0 0,0 0-1 0 0,0 1 0 0 0,1 1 0 0 0,0 1 1 0 0,-1 1-1 0 0,1 1 0 0 0,1 0 0 0 0,-27 13 0 0 0,3 9-6512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12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1440 272 14283 0 0,'-32'-16'790'0'0,"0"-1"0"0"0,-50-37-1 0 0,22 13-491 0 0,20 16-41 0 0,-1 2 0 0 0,-65-26 0 0 0,78 39-271 0 0,0 1 1 0 0,0 1-1 0 0,-1 2 0 0 0,1 1 0 0 0,-38-2 0 0 0,22 6-127 0 0,1 2 0 0 0,0 2 0 0 0,-1 1 0 0 0,2 3 0 0 0,-1 2 0 0 0,1 1 0 0 0,0 2 0 0 0,1 2 0 0 0,1 2 0 0 0,0 1 0 0 0,1 3 0 0 0,-64 42 0 0 0,86-49 111 0 0,0 1 0 0 0,0 0 0 0 0,2 1 0 0 0,0 1 1 0 0,1 1-1 0 0,0 0 0 0 0,1 1 0 0 0,-12 23 0 0 0,11-15 19 0 0,2 0 0 0 0,1 1 0 0 0,0 1 1 0 0,3 0-1 0 0,-11 51 0 0 0,14-46 3 0 0,1 0 0 0 0,2 0 0 0 0,1 0 1 0 0,2 0-1 0 0,1 0 0 0 0,1-1 1 0 0,2 1-1 0 0,1 0 0 0 0,2-1 0 0 0,1 0 1 0 0,22 51-1 0 0,-18-61-96 0 0,0 0 0 0 0,0-1-1 0 0,2-1 1 0 0,1 0 0 0 0,0-1 0 0 0,2-1 0 0 0,0-1 0 0 0,1 0 0 0 0,0-1-1 0 0,2-1 1 0 0,-1-1 0 0 0,45 21 0 0 0,-5-7-219 0 0,1-2-1 0 0,2-3 1 0 0,110 24 0 0 0,-108-32 295 0 0,1-3 0 0 0,0-4 1 0 0,0-2-1 0 0,1-3 0 0 0,128-11 0 0 0,-151 3 161 0 0,-1-3-1 0 0,0-1 1 0 0,-1-2-1 0 0,0-2 1 0 0,-1-2-1 0 0,-1-2 1 0 0,0-1-1 0 0,-1-2 1 0 0,-1-2-1 0 0,37-28 1 0 0,-37 22 525 0 0,-1-1 1 0 0,-1-2 0 0 0,-2-2 0 0 0,48-59 0 0 0,-70 76-435 0 0,-1 0 0 0 0,-1 0 0 0 0,-1 0 1 0 0,0-2-1 0 0,-2 1 0 0 0,1-1 0 0 0,-2 0 1 0 0,-1 0-1 0 0,0-1 0 0 0,-1 1 0 0 0,-1-1 0 0 0,-1 0 1 0 0,0 0-1 0 0,-2-25 0 0 0,-2 26-107 0 0,0 0 0 0 0,-1-1 0 0 0,0 1 0 0 0,-2 0 0 0 0,0 1 0 0 0,-1-1 0 0 0,-1 1 0 0 0,0 0 0 0 0,-1 1 0 0 0,-16-24-1 0 0,8 19-62 0 0,0 1-1 0 0,-1 0 1 0 0,-1 1-1 0 0,-1 1 1 0 0,0 1-1 0 0,-43-29 0 0 0,20 19-125 0 0,-2 2-1 0 0,-1 1 0 0 0,-1 3 0 0 0,-1 1 0 0 0,-86-23 0 0 0,92 33-7 0 0,0 2 1 0 0,-1 2-1 0 0,0 2 0 0 0,0 1 0 0 0,0 2 0 0 0,0 2 0 0 0,-57 9 0 0 0,23 4-726 0 0,-92 31 0 0 0,40-2-41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2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14 6913 0 0,'-2'-13'4887'0'0,"2"28"-3598"0"0,-1-11-1158 0 0,1 0-1 0 0,0 0 0 0 0,0 0 0 0 0,0 0 0 0 0,0 0 1 0 0,1 0-1 0 0,0 0 0 0 0,0 0 0 0 0,0 0 0 0 0,0-1 1 0 0,1 1-1 0 0,-1 0 0 0 0,1-1 0 0 0,0 1 1 0 0,0-1-1 0 0,0 1 0 0 0,0-1 0 0 0,4 3 0 0 0,-14-25 2270 0 0,7 18-2386 0 0,1-1 5 0 0,-2 0 0 0 0,1 0 0 0 0,0 0 0 0 0,0 0 0 0 0,0 0 1 0 0,-1 1-1 0 0,1-1 0 0 0,-1 0 0 0 0,0 1 0 0 0,1 0 0 0 0,-1-1 0 0 0,0 1 1 0 0,0 0-1 0 0,-4-2 0 0 0,6 3 45 0 0,-3 8 134 0 0,-1 1 0 0 0,1-1 0 0 0,1 1 0 0 0,0 0 0 0 0,0 0 0 0 0,1 0 1 0 0,-1 15-1 0 0,2-17-593 0 0,0 0 0 0 0,1-1 1 0 0,0 1-1 0 0,0 0 1 0 0,0-1-1 0 0,4 10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2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12899 0 0,'0'-2'287'0'0,"1"0"1"0"0,0 0-1 0 0,0 0 0 0 0,0 0 1 0 0,0 0-1 0 0,0 0 1 0 0,0 0-1 0 0,0 0 1 0 0,1 0-1 0 0,-1 0 0 0 0,1 0 1 0 0,-1 1-1 0 0,3-2 1 0 0,-4 3-205 0 0,1-1 0 0 0,-1 1 1 0 0,0 0-1 0 0,1 0 0 0 0,-1 0 0 0 0,0 0 1 0 0,0 0-1 0 0,1 1 0 0 0,-1-1 1 0 0,0 0-1 0 0,1 0 0 0 0,-1 0 1 0 0,0 0-1 0 0,1 0 0 0 0,-1 0 0 0 0,0 0 1 0 0,1 1-1 0 0,-1-1 0 0 0,0 0 1 0 0,0 0-1 0 0,1 0 0 0 0,-1 1 0 0 0,0-1 1 0 0,0 0-1 0 0,0 0 0 0 0,1 1 1 0 0,-1-1-1 0 0,0 0 0 0 0,0 1 0 0 0,9 20 924 0 0,26 116-433 0 0,72 223 1125 0 0,-101-342-2196 0 0,0-1-1 0 0,2 0 1 0 0,0-1 0 0 0,1 0 0 0 0,1 0-1 0 0,20 26 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3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10138 0 0,'-6'12'8179'0'0,"6"-10"-7789"0"0,6 10 2159 0 0,-5-12-2778 0 0,0 1 0 0 0,-1 0 0 0 0,1 0 0 0 0,0 0-1 0 0,-1-1 1 0 0,1 1 0 0 0,-1 0 0 0 0,1 0 0 0 0,-1 0 0 0 0,0 0 0 0 0,1 0-1 0 0,-1 0 1 0 0,0 0 0 0 0,0 0 0 0 0,0 0 0 0 0,0 0 0 0 0,0 0 0 0 0,0 0 0 0 0,0 0-1 0 0,0 0 1 0 0,0 0 0 0 0,0 0 0 0 0,0 0 0 0 0,0 0 0 0 0,-1 0 0 0 0,1 0-1 0 0,-1 0 1 0 0,0 1 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4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0 165 5529 0 0,'1'-8'489'0'0,"0"1"1"0"0,1 0-1 0 0,-1-1 0 0 0,1 1 0 0 0,1 0 0 0 0,0 0 1 0 0,0 0-1 0 0,0 1 0 0 0,0-1 0 0 0,1 1 0 0 0,0 0 1 0 0,1 0-1 0 0,0 0 0 0 0,-1 0 0 0 0,10-7 0 0 0,-9 8-163 0 0,0 0-1 0 0,0 1 1 0 0,1-1-1 0 0,0 1 0 0 0,-1 0 1 0 0,1 1-1 0 0,1 0 1 0 0,-1 0-1 0 0,0 0 0 0 0,1 0 1 0 0,-1 1-1 0 0,1 0 0 0 0,0 1 1 0 0,0 0-1 0 0,0 0 1 0 0,12-1-1 0 0,-14 3-252 0 0,0 1-1 0 0,-1-1 1 0 0,1 1-1 0 0,0-1 1 0 0,-1 1 0 0 0,0 1-1 0 0,0-1 1 0 0,1 0-1 0 0,-1 1 1 0 0,-1 0-1 0 0,1 0 1 0 0,0 0 0 0 0,-1 1-1 0 0,1-1 1 0 0,-1 1-1 0 0,0 0 1 0 0,-1 0 0 0 0,1 0-1 0 0,0 0 1 0 0,-1 0-1 0 0,3 8 1 0 0,2 4-17 0 0,0 1 0 0 0,-2 0 0 0 0,0 0 0 0 0,4 27-1 0 0,-4 14 128 0 0,-5-43 68 0 0,1 1-1 0 0,1-1 0 0 0,5 21 1 0 0,-7-35-226 0 0,1 1 0 0 0,-1-1 0 0 0,0 0 0 0 0,1 0 1 0 0,-1 0-1 0 0,1 0 0 0 0,-1 1 0 0 0,1-1 0 0 0,0 0 0 0 0,-1 0 1 0 0,1 0-1 0 0,0 0 0 0 0,0 0 0 0 0,0 0 0 0 0,-1 0 0 0 0,1-1 1 0 0,0 1-1 0 0,0 0 0 0 0,1 0 0 0 0,-1-1 0 0 0,0 1 0 0 0,0-1 1 0 0,0 1-1 0 0,0-1 0 0 0,0 1 0 0 0,1-1 0 0 0,-1 0 0 0 0,0 1 1 0 0,0-1-1 0 0,1 0 0 0 0,-1 0 0 0 0,0 0 0 0 0,0 0 0 0 0,1 0 1 0 0,-1 0-1 0 0,0-1 0 0 0,0 1 0 0 0,1 0 0 0 0,-1-1 0 0 0,0 1 1 0 0,0 0-1 0 0,0-1 0 0 0,1 0 0 0 0,-1 1 0 0 0,0-1 0 0 0,0 0 1 0 0,0 1-1 0 0,1-3 0 0 0,6-2 11 0 0,0 0 1 0 0,-1-1-1 0 0,0-1 0 0 0,0 1 0 0 0,6-9 1 0 0,13-15-30 0 0,6-10-557 0 0,2 2 0 0 0,63-54 0 0 0,-70 70-531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4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11979 0 0,'0'4'1007'0'0,"0"8"427"0"0,0-1-1 0 0,1 1 1 0 0,4 22-1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3:45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0 111 6913 0 0,'1'-4'630'0'0,"-1"0"-1"0"0,0 1 0 0 0,1-1 0 0 0,0 0 0 0 0,0 1 0 0 0,0-1 0 0 0,0 1 0 0 0,1-1 0 0 0,1-3 0 0 0,0 2-144 0 0,0 0-1 0 0,0 0 1 0 0,1 1-1 0 0,0-1 1 0 0,6-5 0 0 0,-6 6-304 0 0,0 0 0 0 0,1 1 0 0 0,-1-1 0 0 0,1 1 0 0 0,-1 1 0 0 0,1-1 0 0 0,0 1 0 0 0,0-1 0 0 0,0 1 0 0 0,0 1 0 0 0,1-1 1 0 0,-1 1-1 0 0,8-1 0 0 0,-9 1-152 0 0,0 1 0 0 0,0 1 1 0 0,0-1-1 0 0,0 0 0 0 0,0 1 0 0 0,0 0 1 0 0,0 0-1 0 0,0 0 0 0 0,-1 0 1 0 0,1 0-1 0 0,0 1 0 0 0,-1 0 0 0 0,1 0 1 0 0,-1 0-1 0 0,0 0 0 0 0,1 0 1 0 0,4 5-1 0 0,-4-1-34 0 0,1-1-1 0 0,-1 0 1 0 0,0 1-1 0 0,-1 0 1 0 0,1 0 0 0 0,-1 0-1 0 0,-1 0 1 0 0,1 1 0 0 0,2 9-1 0 0,1 9-69 0 0,-2 1-1 0 0,0 0 1 0 0,-2 0-1 0 0,-1 32 1 0 0,-4-11 9 0 0,2-35 83 0 0,0 0-1 0 0,0 0 0 0 0,1 0 0 0 0,1 0 0 0 0,0 0 0 0 0,1-1 1 0 0,3 15-1 0 0,-5-25-8 0 0,1 1 0 0 0,0-1 0 0 0,0 0 0 0 0,-1 1 0 0 0,1-1 0 0 0,0 0 0 0 0,0 0-1 0 0,0 1 1 0 0,0-1 0 0 0,1 0 0 0 0,-1 0 0 0 0,0 0 0 0 0,0 0 0 0 0,1 0 0 0 0,-1-1 0 0 0,0 1 0 0 0,1 0 0 0 0,-1-1 0 0 0,1 1 0 0 0,-1-1 0 0 0,1 1 0 0 0,-1-1 0 0 0,1 1 0 0 0,0-1 0 0 0,-1 0 0 0 0,1 0 0 0 0,-1 0 0 0 0,1 0 0 0 0,0 0 0 0 0,2-1 0 0 0,6 0-1 0 0,1-2 1 0 0,-1 1-1 0 0,18-7 0 0 0,-2 1 39 0 0,-22 7 6 0 0,-1 0 0 0 0,1 0 0 0 0,-1 1 0 0 0,1 0 0 0 0,0-1 0 0 0,-1 1-1 0 0,1 1 1 0 0,0-1 0 0 0,0 0 0 0 0,-1 1 0 0 0,1 0 0 0 0,-1 0 0 0 0,1 0 0 0 0,-1 0-1 0 0,1 0 1 0 0,-1 1 0 0 0,0 0 0 0 0,1-1 0 0 0,-1 1 0 0 0,0 0 0 0 0,5 5-1 0 0,-5-3 38 0 0,0 0 0 0 0,0 0 0 0 0,0 0-1 0 0,-1 0 1 0 0,0 1 0 0 0,0-1 0 0 0,0 0-1 0 0,0 1 1 0 0,-1 0 0 0 0,1-1 0 0 0,-1 1 0 0 0,-1 0-1 0 0,1 0 1 0 0,0 0 0 0 0,-1-1 0 0 0,-1 8-1 0 0,-1 12-14 0 0,-1-1 0 0 0,-2 0 0 0 0,0 0-1 0 0,-2 0 1 0 0,-18 42 0 0 0,15-40-515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2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6 186 5529 0 0,'-2'-8'593'0'0,"1"1"0"0"0,0 0 0 0 0,0-1-1 0 0,1 1 1 0 0,-1-1 0 0 0,2 1 0 0 0,-1-1 0 0 0,1 1-1 0 0,0-1 1 0 0,1 1 0 0 0,2-10 0 0 0,-4 17-534 0 0,1-1 1 0 0,-1 1 0 0 0,0 0-1 0 0,0-1 1 0 0,1 1 0 0 0,-1-1-1 0 0,0 1 1 0 0,1 0 0 0 0,-1-1-1 0 0,0 1 1 0 0,1 0-1 0 0,-1 0 1 0 0,1-1 0 0 0,-1 1-1 0 0,1 0 1 0 0,-1 0 0 0 0,0-1-1 0 0,1 1 1 0 0,-1 0 0 0 0,1 0-1 0 0,-1 0 1 0 0,1 0 0 0 0,-1 0-1 0 0,1 0 1 0 0,-1 0 0 0 0,1 0-1 0 0,-1 0 1 0 0,1 0 0 0 0,-1 0-1 0 0,1 0 1 0 0,-1 0-1 0 0,1 0 1 0 0,-1 0 0 0 0,1 1-1 0 0,-1-1 1 0 0,1 0 0 0 0,-1 0-1 0 0,0 0 1 0 0,1 1 0 0 0,-1-1-1 0 0,1 0 1 0 0,-1 1 0 0 0,0-1-1 0 0,1 0 1 0 0,-1 1 0 0 0,0-1-1 0 0,1 0 1 0 0,-1 2-1 0 0,20 20 850 0 0,-18-19-761 0 0,27 40 255 0 0,-1 2 0 0 0,-3 2 0 0 0,30 72 0 0 0,16 33-338 0 0,-57-126-99 0 0,1-1 1 0 0,2 0-1 0 0,29 34 0 0 0,-38-51 14 0 0,1 0 0 0 0,-1-1 0 0 0,1 0-1 0 0,0 0 1 0 0,1-1 0 0 0,-1 0 0 0 0,1-1 0 0 0,19 8 0 0 0,-25-12 59 0 0,0 0-1 0 0,0 0 1 0 0,0 0 0 0 0,1 0 0 0 0,-1 0 0 0 0,0-1-1 0 0,1 0 1 0 0,-1 0 0 0 0,1 0 0 0 0,-1-1 0 0 0,6 0-1 0 0,-7 0 71 0 0,0 0-1 0 0,-1 0 0 0 0,1-1 1 0 0,0 1-1 0 0,-1-1 0 0 0,1 1 1 0 0,-1-1-1 0 0,0 0 1 0 0,1 0-1 0 0,-1 0 0 0 0,0 0 1 0 0,0 0-1 0 0,0 0 0 0 0,0 0 1 0 0,-1-1-1 0 0,1 1 0 0 0,-1-1 1 0 0,2-3-1 0 0,2-10 164 0 0,-1 1 0 0 0,0-1 0 0 0,-1 0 0 0 0,-1 0 0 0 0,-1 0 0 0 0,0 0 0 0 0,-2-24-1 0 0,1 20-220 0 0,11-251 126 0 0,9 91-3013 0 0,-9 132-444 0 0,-4 34 1593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2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0,'26'40'4829'0'0,"-3"7"-2650"0"0,28 86 0 0 0,-30-61-1658 0 0,24 143 0 0 0,-43-197-561 0 0,0-1-1 0 0,-1 1 1 0 0,-2 22 0 0 0,1-32-295 0 0,-1-1 0 0 0,-1 1 0 0 0,1-1 0 0 0,-1 0 0 0 0,0 1 0 0 0,-1-1 1 0 0,0 0-1 0 0,0-1 0 0 0,0 1 0 0 0,-7 8 0 0 0,0-2-832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0 167 2304 0 0,'3'-11'829'0'0,"0"0"0"0"0,1 0 0 0 0,0 0-1 0 0,1 1 1 0 0,0 0 0 0 0,1 0-1 0 0,0 0 1 0 0,0 1 0 0 0,1 0-1 0 0,0 0 1 0 0,1 0 0 0 0,15-13-1 0 0,-19 19-558 0 0,0 1-1 0 0,0-1 0 0 0,0 1 1 0 0,0-1-1 0 0,0 1 0 0 0,1 0 1 0 0,-1 1-1 0 0,1-1 0 0 0,-1 1 1 0 0,1 0-1 0 0,0 0 0 0 0,-1 1 1 0 0,10-1-1 0 0,-12 1-233 0 0,-1 0 0 0 0,1 0-1 0 0,0 0 1 0 0,0 0 0 0 0,0 1 0 0 0,0-1 0 0 0,0 1 0 0 0,0-1-1 0 0,-1 1 1 0 0,1 0 0 0 0,0 0 0 0 0,-1 0 0 0 0,1 0-1 0 0,0 0 1 0 0,-1 0 0 0 0,1 0 0 0 0,-1 0 0 0 0,1 0 0 0 0,-1 1-1 0 0,0-1 1 0 0,0 1 0 0 0,0-1 0 0 0,1 1 0 0 0,-1-1-1 0 0,-1 1 1 0 0,1 0 0 0 0,0 0 0 0 0,0-1 0 0 0,-1 1 0 0 0,1 0-1 0 0,-1 0 1 0 0,1 0 0 0 0,-1 0 0 0 0,0 0 0 0 0,0-1-1 0 0,0 4 1 0 0,0 11-74 0 0,-2 0-1 0 0,0 0 1 0 0,-1 0 0 0 0,-1-1-1 0 0,0 1 1 0 0,-1-1 0 0 0,-9 20-1 0 0,6-17 56 0 0,2 1-1 0 0,0-1 0 0 0,1 1 1 0 0,-4 25-1 0 0,9-42 74 0 0,-1 0 1 0 0,1 0-1 0 0,0 0 1 0 0,0 0-1 0 0,0-1 0 0 0,0 1 1 0 0,0 0-1 0 0,0 0 1 0 0,1 0-1 0 0,-1 0 0 0 0,0 0 1 0 0,1 0-1 0 0,0 0 1 0 0,-1 0-1 0 0,1 0 1 0 0,0-1-1 0 0,0 1 0 0 0,0 0 1 0 0,0-1-1 0 0,0 1 1 0 0,1-1-1 0 0,-1 1 1 0 0,0-1-1 0 0,3 3 0 0 0,-1-3 4 0 0,-1 0 0 0 0,1 0 0 0 0,0 0-1 0 0,-1-1 1 0 0,1 1 0 0 0,0-1 0 0 0,0 1 0 0 0,0-1-1 0 0,0 0 1 0 0,-1 0 0 0 0,1 0 0 0 0,0-1-1 0 0,0 1 1 0 0,5-2 0 0 0,7-2-19 0 0,-1-1 1 0 0,1-1-1 0 0,-1 0 1 0 0,-1-1-1 0 0,15-9 0 0 0,72-39-2747 0 0,-31 25-2484 0 0,-46 23-241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1 920 0 0,'10'21'6108'0'0,"26"69"2228"0"0,11 48-6762 0 0,-39-112-2165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 12443 0 0,'59'-28'2620'0'0,"-44"19"-3635"0"0,0 1 1 0 0,0 1 0 0 0,1 0 0 0 0,1 1-1 0 0,-1 1 1 0 0,30-5 0 0 0,-28 9 957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3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5529 0 0,'1'2'488'0'0,"2"-2"-392"0"0,0 0-96 0 0,1-2 0 0 0,0 1 528 0 0,1-3 81 0 0,6 0 23 0 0,6-5 0 0 0,7-3-440 0 0,4-5-96 0 0,0 1-8 0 0,0-2-8 0 0,1 0-80 0 0,-3 0 0 0 0,-4-1 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108 715 1376 0 0,'-43'15'-421'0'0,"-21"5"12453"0"0,204-78-8788 0 0,154-54 316 0 0,-200 82-3045 0 0,767-211 1863 0 0,-15 91-2073 0 0,-427 82-241 0 0,-198 27-383 0 0,-126 21-782 0 0,110-9-1 0 0,-190 28-3976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13363 0 0,'40'21'3713'0'0,"-25"-11"-3272"0"0,1 0 0 0 0,-1 0 0 0 0,-1 2 0 0 0,0 0 0 0 0,0 1 0 0 0,-1 0 0 0 0,-1 1 0 0 0,0 0 0 0 0,-1 1 0 0 0,17 31 0 0 0,1 10-295 0 0,39 112 1 0 0,-38-89-410 0 0,0 1-2076 0 0,-19-45-3256 0 0,-6-13-466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1 246 6449 0 0,'0'-6'139'0'0,"0"0"0"0"0,0 0 0 0 0,0 0 0 0 0,1 1 0 0 0,0-1 0 0 0,0 0 0 0 0,0 0 0 0 0,1 0 0 0 0,0 1 0 0 0,3-7 0 0 0,1 1 434 0 0,0 1 0 0 0,1-1 0 0 0,15-17 0 0 0,-8 12 426 0 0,1 0 1 0 0,0 0-1 0 0,29-20 0 0 0,-40 32-778 0 0,1 1 1 0 0,-1 0 0 0 0,1 0-1 0 0,0 0 1 0 0,0 0 0 0 0,0 1-1 0 0,0 0 1 0 0,0 0 0 0 0,1 1-1 0 0,-1-1 1 0 0,1 1 0 0 0,-1 0-1 0 0,1 0 1 0 0,-1 1 0 0 0,1 0-1 0 0,-1 0 1 0 0,1 0 0 0 0,0 1-1 0 0,8 1 1 0 0,-11-1-152 0 0,-1 0-1 0 0,0 0 1 0 0,0 0-1 0 0,-1 1 1 0 0,1-1 0 0 0,0 0-1 0 0,0 1 1 0 0,0-1 0 0 0,-1 1-1 0 0,1-1 1 0 0,-1 1-1 0 0,1 0 1 0 0,-1 0 0 0 0,0-1-1 0 0,0 1 1 0 0,0 0-1 0 0,0 0 1 0 0,0 0 0 0 0,0 1-1 0 0,0-1 1 0 0,-1 0 0 0 0,1 0-1 0 0,-1 0 1 0 0,1 1-1 0 0,-1-1 1 0 0,0 0 0 0 0,0 0-1 0 0,0 5 1 0 0,-1 6 114 0 0,-1 0 1 0 0,0 1 0 0 0,-7 22-1 0 0,5-18 89 0 0,-2 5-9 0 0,0 0 118 0 0,-5 45 0 0 0,11-63-348 0 0,-1 0 0 0 0,1 0 0 0 0,0 1 0 0 0,0-1 0 0 0,1 0 0 0 0,0 0-1 0 0,0 1 1 0 0,0-1 0 0 0,0 0 0 0 0,1 0 0 0 0,0 0 0 0 0,0-1 0 0 0,0 1-1 0 0,5 7 1 0 0,-4-9-43 0 0,0 0 0 0 0,0 0 0 0 0,0-1 0 0 0,1 1 0 0 0,-1-1 0 0 0,1 0 0 0 0,0 1 1 0 0,-1-1-1 0 0,1-1 0 0 0,0 1 0 0 0,0-1 0 0 0,0 1 0 0 0,1-1 0 0 0,-1-1 0 0 0,0 1 0 0 0,0 0 0 0 0,7-1 0 0 0,4 0-1028 0 0,1 0-1 0 0,-1-1 1 0 0,23-5 0 0 0,-16 2-5924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4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0,'4'1'580'0'0,"0"1"1"0"0,0 0-1 0 0,0 0 1 0 0,-1 1-1 0 0,1-1 1 0 0,-1 1-1 0 0,1 0 0 0 0,-1-1 1 0 0,0 2-1 0 0,0-1 1 0 0,-1 0-1 0 0,5 6 1 0 0,0 0 668 0 0,9 9 682 0 0,-1 1 0 0 0,-1 0 0 0 0,0 1 1 0 0,20 44-1 0 0,-4 13-1866 0 0,-8 6-3696 0 0,-19-67-2853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5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5 196 8754 0 0,'-5'-4'5646'0'0,"22"-10"-3179"0"0,26-14-570 0 0,6 1-131 0 0,93-37 0 0 0,-9 15-5439 0 0,-127 47 3322 0 0,15-6-6335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5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0,'-2'1'182'0'0,"1"0"-1"0"0,0 1 1 0 0,0-1-1 0 0,0 1 0 0 0,0-1 1 0 0,0 1-1 0 0,0-1 0 0 0,0 1 1 0 0,0 0-1 0 0,1-1 0 0 0,-1 1 1 0 0,1 0-1 0 0,-1 0 0 0 0,1-1 1 0 0,0 1-1 0 0,-1 0 0 0 0,1 0 1 0 0,0 0-1 0 0,0-1 0 0 0,0 1 1 0 0,1 3-1 0 0,7 48 2902 0 0,-4-34-1840 0 0,8 87 986 0 0,12 67-1815 0 0,-19-148-934 0 0,2 0 1 0 0,0 0-1 0 0,2 0 0 0 0,22 42 1 0 0,6-5 315 0 0,-21-39 257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5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11058 0 0,'6'2'726'0'0,"0"0"-1"0"0,0 1 0 0 0,0 0 1 0 0,-1 0-1 0 0,1 0 0 0 0,-1 1 1 0 0,0-1-1 0 0,0 1 1 0 0,9 9-1 0 0,2 1 519 0 0,-6-7-935 0 0,0 2 1 0 0,-1 0-1 0 0,0 0 0 0 0,0 0 0 0 0,-1 1 1 0 0,0 0-1 0 0,-1 1 0 0 0,0 0 0 0 0,8 19 0 0 0,-10-19-790 0 0,-1 1 0 0 0,-1-1-1 0 0,1 1 1 0 0,-2 0 0 0 0,0-1-1 0 0,1 18 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17 265 888 0 0,'-2'-3'211'0'0,"0"0"0"0"0,0 0 1 0 0,1 0-1 0 0,-1 0 0 0 0,1 0 0 0 0,0 0 0 0 0,-1-1 0 0 0,1 1 1 0 0,1 0-1 0 0,-1-1 0 0 0,0 1 0 0 0,1-1 0 0 0,0 1 0 0 0,0-1 0 0 0,0 1 1 0 0,0-1-1 0 0,0 1 0 0 0,1-1 0 0 0,0 1 0 0 0,0 0 0 0 0,1-5 1 0 0,1-1 753 0 0,-1 1 1 0 0,1-1 0 0 0,1 1-1 0 0,0 0 1 0 0,0 1 0 0 0,0-1-1 0 0,9-10 1 0 0,-1 6-429 0 0,1 1 1 0 0,0 0 0 0 0,1 1-1 0 0,0 0 1 0 0,0 1-1 0 0,1 0 1 0 0,1 2-1 0 0,-1 0 1 0 0,1 0 0 0 0,32-7-1 0 0,-42 12-485 0 0,0 1-1 0 0,0 0 0 0 0,0 0 1 0 0,0 1-1 0 0,0 0 1 0 0,0 0-1 0 0,0 1 1 0 0,0-1-1 0 0,0 1 0 0 0,10 3 1 0 0,-15-4-70 0 0,1 1-1 0 0,-1 0 1 0 0,1 0 0 0 0,-1-1 0 0 0,1 1-1 0 0,-1 0 1 0 0,0 0 0 0 0,1 0 0 0 0,-1 0-1 0 0,0 0 1 0 0,0 1 0 0 0,0-1 0 0 0,1 0 0 0 0,-1 1-1 0 0,-1-1 1 0 0,1 0 0 0 0,0 1 0 0 0,0-1-1 0 0,0 1 1 0 0,-1-1 0 0 0,1 1 0 0 0,-1 0-1 0 0,1-1 1 0 0,-1 1 0 0 0,0 0 0 0 0,0-1 0 0 0,0 1-1 0 0,0 0 1 0 0,0-1 0 0 0,0 1 0 0 0,0 0-1 0 0,0-1 1 0 0,0 1 0 0 0,-1-1 0 0 0,1 1-1 0 0,-1 0 1 0 0,1-1 0 0 0,-1 1 0 0 0,0-1 0 0 0,0 1-1 0 0,-1 2 1 0 0,-6 10-223 0 0,-1 1 0 0 0,-16 21 0 0 0,-15 23 428 0 0,37-53-41 0 0,1-1-1 0 0,-1 0 1 0 0,1 1 0 0 0,0 0 0 0 0,1-1-1 0 0,-1 1 1 0 0,1 0 0 0 0,0 0 0 0 0,0 7 0 0 0,1-11-91 0 0,0 0 1 0 0,0 0 0 0 0,0 0 0 0 0,0-1 0 0 0,0 1 0 0 0,1 0-1 0 0,-1 0 1 0 0,0-1 0 0 0,1 1 0 0 0,0 0 0 0 0,-1-1-1 0 0,1 1 1 0 0,0-1 0 0 0,0 1 0 0 0,0-1 0 0 0,0 1 0 0 0,0-1-1 0 0,0 1 1 0 0,0-1 0 0 0,0 0 0 0 0,1 0 0 0 0,-1 1 0 0 0,1-1-1 0 0,-1 0 1 0 0,1 0 0 0 0,-1-1 0 0 0,1 1 0 0 0,-1 0 0 0 0,1 0-1 0 0,0-1 1 0 0,-1 1 0 0 0,1-1 0 0 0,0 1 0 0 0,-1-1 0 0 0,1 0-1 0 0,0 0 1 0 0,0 0 0 0 0,0 0 0 0 0,-1 0 0 0 0,1 0-1 0 0,2-1 1 0 0,10 0-108 0 0,-1-2-1 0 0,1 1 0 0 0,-1-2 0 0 0,17-6 1 0 0,-16 5-72 0 0,86-20-3211 0 0,-78 21-3418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6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6913 0 0,'7'-1'2163'0'0,"-4"0"-1871"0"0,-1 1-1 0 0,1 0 1 0 0,-1-1 0 0 0,1 1-1 0 0,-1 0 1 0 0,1 1 0 0 0,-1-1-1 0 0,0 0 1 0 0,1 1 0 0 0,-1-1-1 0 0,1 1 1 0 0,-1 0 0 0 0,0 0-1 0 0,5 2 1 0 0,-3 0-65 0 0,1 0-1 0 0,-1 0 1 0 0,0 1 0 0 0,0-1 0 0 0,-1 1-1 0 0,1 0 1 0 0,-1 0 0 0 0,0 0 0 0 0,0 1-1 0 0,0-1 1 0 0,0 1 0 0 0,-1-1 0 0 0,3 7-1 0 0,1 7 181 0 0,-1-1 0 0 0,4 29 0 0 0,5 17 1244 0 0,-13-62-1567 0 0,-1 0-1 0 0,1 0 0 0 0,-1 1 0 0 0,1-1 1 0 0,-1 0-1 0 0,1 0 0 0 0,0 0 0 0 0,-1 0 0 0 0,1 0 1 0 0,0 0-1 0 0,0 0 0 0 0,0 0 0 0 0,0 0 1 0 0,0 0-1 0 0,0 0 0 0 0,0 0 0 0 0,0-1 0 0 0,0 1 1 0 0,0 0-1 0 0,1-1 0 0 0,-1 1 0 0 0,0-1 0 0 0,0 1 1 0 0,2-1-1 0 0,0 0 22 0 0,0 1 0 0 0,0-1 1 0 0,0 0-1 0 0,0-1 0 0 0,-1 1 1 0 0,1-1-1 0 0,0 1 0 0 0,0-1 0 0 0,0 0 1 0 0,4-2-1 0 0,5-2 64 0 0,0-2-1 0 0,-1 0 1 0 0,19-13-1 0 0,42-38 377 0 0,-21 16-2031 0 0,-16 15-4103 0 0,-8 8-1665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7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47 10138 0 0,'-5'-4'886'0'0,"1"-1"0"0"0,0 0 0 0 0,1 0 0 0 0,-1 0 0 0 0,-7-17 3279 0 0,23 45-2710 0 0,21 55-509 0 0,28 98 0 0 0,3 9-1238 0 0,-48-149-978 0 0,0 0 0 0 0,43 66 1 0 0,-38-72-5324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7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7834 0 0,'2'-4'197'0'0,"1"1"1"0"0,-1 0 0 0 0,1 0 0 0 0,0 0 0 0 0,0 0-1 0 0,0 1 1 0 0,0-1 0 0 0,1 1 0 0 0,4-3-1 0 0,-1 1 67 0 0,0 0-1 0 0,1 0 1 0 0,0 0-1 0 0,0 1 1 0 0,0 1-1 0 0,0-1 1 0 0,0 1-1 0 0,1 1 1 0 0,-1-1-1 0 0,1 1 1 0 0,-1 1-1 0 0,1 0 1 0 0,-1 0-1 0 0,1 0 1 0 0,-1 1-1 0 0,1 1 1 0 0,8 1-1 0 0,-11-1-139 0 0,0 1-1 0 0,0-1 1 0 0,-1 1-1 0 0,1 0 1 0 0,-1 0-1 0 0,1 0 1 0 0,-1 1-1 0 0,0 0 0 0 0,0 0 1 0 0,-1 0-1 0 0,1 1 1 0 0,-1 0-1 0 0,0 0 1 0 0,0 0-1 0 0,0 0 1 0 0,-1 0-1 0 0,0 1 0 0 0,0-1 1 0 0,0 1-1 0 0,-1 0 1 0 0,0 0-1 0 0,0 0 1 0 0,1 9-1 0 0,1 8 296 0 0,-2 0 1 0 0,-1 0-1 0 0,-1 0 0 0 0,-1 0 0 0 0,-1 0 1 0 0,-9 41-1 0 0,-3 39 1118 0 0,14-102-1550 0 0,0 1 1 0 0,0-1-1 0 0,0 0 1 0 0,0 0-1 0 0,0 1 1 0 0,0-1-1 0 0,0 0 1 0 0,0 1-1 0 0,1-1 1 0 0,-1 0-1 0 0,0 0 1 0 0,1 1-1 0 0,-1-1 1 0 0,1 0-1 0 0,-1 0 1 0 0,1 0 0 0 0,0 0-1 0 0,-1 0 1 0 0,1 0-1 0 0,0 0 1 0 0,0 0-1 0 0,0 0 1 0 0,1 2-1 0 0,0-2 18 0 0,0-1 0 0 0,0 1-1 0 0,0-1 1 0 0,-1 1 0 0 0,1-1 0 0 0,0 1-1 0 0,0-1 1 0 0,0 0 0 0 0,0 0-1 0 0,0 0 1 0 0,0 0 0 0 0,0 0 0 0 0,0 0-1 0 0,2-1 1 0 0,5-2-512 0 0,1 1 1 0 0,-1-2-1 0 0,1 1 0 0 0,-1-1 1 0 0,10-6-1 0 0,2-3-6330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7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6449 0 0,'-1'2'262'0'0,"0"-1"-1"0"0,1 1 0 0 0,-1 0 0 0 0,1-1 1 0 0,-1 1-1 0 0,1 0 0 0 0,0-1 1 0 0,-1 1-1 0 0,1 0 0 0 0,0 0 0 0 0,0-1 1 0 0,0 1-1 0 0,0 0 0 0 0,1 0 0 0 0,-1-1 1 0 0,0 1-1 0 0,1 0 0 0 0,0 2 1 0 0,12 33 3215 0 0,-12-34-3091 0 0,15 31 1626 0 0,1 0 1 0 0,24 35 0 0 0,21 40-1571 0 0,-35-51-1237 0 0,-20-42-315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8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3 487 9218 0 0,'0'-1'68'0'0,"0"1"-1"0"0,0 0 1 0 0,-1-1-1 0 0,1 1 1 0 0,0 0 0 0 0,0-1-1 0 0,0 1 1 0 0,0 0-1 0 0,-1-1 1 0 0,1 1 0 0 0,0-1-1 0 0,0 1 1 0 0,0 0-1 0 0,0-1 1 0 0,0 1 0 0 0,0 0-1 0 0,0-1 1 0 0,0 1-1 0 0,0-1 1 0 0,0 1 0 0 0,0 0-1 0 0,0-1 1 0 0,0 1-1 0 0,0-1 1 0 0,1 1 0 0 0,-1 0-1 0 0,0-1 1 0 0,0 1-1 0 0,0 0 1 0 0,0-1 0 0 0,1 1-1 0 0,-1 0 1 0 0,0-1-1 0 0,0 1 1 0 0,1 0 0 0 0,-1 0-1 0 0,0-1 1 0 0,1 1-1 0 0,-1 0 1 0 0,0 0 0 0 0,1 0-1 0 0,-1-1 1 0 0,0 1-1 0 0,1 0 1 0 0,-1 0 0 0 0,0 0-1 0 0,1 0 1 0 0,-1 0-1 0 0,1 0 1 0 0,-1 0 0 0 0,0 0-1 0 0,1-1 1 0 0,-1 1-1 0 0,0 1 1 0 0,1-1 0 0 0,-1 0-1 0 0,1 0 1 0 0,-1 0-1 0 0,0 0 1 0 0,1 0 0 0 0,-1 0-1 0 0,0 0 1 0 0,1 0-1 0 0,-1 1 1 0 0,1-1 0 0 0,26 10 2030 0 0,52 55 232 0 0,-49-39-1852 0 0,1-2 0 0 0,0 0 0 0 0,60 31 0 0 0,-69-43-392 0 0,0-2 0 0 0,1-1-1 0 0,1 0 1 0 0,31 6 0 0 0,-49-13-56 0 0,0-1-1 0 0,0 0 1 0 0,0-1 0 0 0,0 1 0 0 0,0-1 0 0 0,0 0 0 0 0,0-1-1 0 0,0 0 1 0 0,0 0 0 0 0,0 0 0 0 0,0 0 0 0 0,0-1 0 0 0,0 0-1 0 0,-1 0 1 0 0,1-1 0 0 0,-1 1 0 0 0,1-1 0 0 0,-1-1-1 0 0,0 1 1 0 0,0-1 0 0 0,-1 1 0 0 0,1-1 0 0 0,5-7 0 0 0,1-3 127 0 0,-1-1 1 0 0,-1 0-1 0 0,0-1 1 0 0,-1 0 0 0 0,-1-1-1 0 0,-1 1 1 0 0,0-1 0 0 0,-1-1-1 0 0,3-19 1 0 0,3-27 129 0 0,2-74 0 0 0,-11 121-293 0 0,0-19-129 0 0,12-100-650 0 0,-11 116-397 0 0,2-1 0 0 0,9-25 0 0 0,-2 16-5762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8.7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1 2761 0 0,'2'1'206'0'0,"-4"-1"230"0"0,1 0-1 0 0,0 0 1 0 0,0 1-1 0 0,0-1 0 0 0,-1 1 1 0 0,-7 6 3483 0 0,7-5-3484 0 0,-18 27 2043 0 0,-14 35-1579 0 0,32-58-416 0 0,-1-1-396 0 0,-4 8 365 0 0,1 1 1 0 0,0-1-1 0 0,1 2 0 0 0,0-1 1 0 0,-3 20-1 0 0,7-31-358 0 0,1 1 1 0 0,0-1-1 0 0,0 0 0 0 0,0 0 1 0 0,0 0-1 0 0,0 1 0 0 0,1-1 1 0 0,-1 0-1 0 0,1 0 0 0 0,0 0 1 0 0,0 0-1 0 0,0 0 0 0 0,0 0 1 0 0,0 0-1 0 0,1 0 0 0 0,-1 0 1 0 0,1-1-1 0 0,0 1 0 0 0,0 0 1 0 0,0-1-1 0 0,0 0 0 0 0,1 1 1 0 0,-1-1-1 0 0,0 0 0 0 0,1 0 1 0 0,0 0-1 0 0,-1-1 0 0 0,1 1 1 0 0,0-1-1 0 0,0 1 0 0 0,5 1 1 0 0,5 1 173 0 0,-1-1 0 0 0,1 0 0 0 0,23 2 1 0 0,-23-4-54 0 0,-1 1 0 0 0,0 0 1 0 0,1 1-1 0 0,13 5 0 0 0,-25-8-193 0 0,1 1-1 0 0,-1-1 0 0 0,0 1 0 0 0,1-1 1 0 0,-1 1-1 0 0,0 0 0 0 0,0 0 0 0 0,0 0 1 0 0,0-1-1 0 0,0 1 0 0 0,0 0 1 0 0,0 0-1 0 0,0 1 0 0 0,0-1 0 0 0,0 0 1 0 0,0 0-1 0 0,-1 0 0 0 0,1 0 0 0 0,0 1 1 0 0,-1-1-1 0 0,1 0 0 0 0,0 3 0 0 0,-1-1-2 0 0,0-1-1 0 0,0 1 0 0 0,-1-1 0 0 0,1 1 0 0 0,0-1 0 0 0,-1 1 1 0 0,1-1-1 0 0,-1 1 0 0 0,0-1 0 0 0,0 0 0 0 0,0 0 0 0 0,-1 3 0 0 0,-4 5 10 0 0,-1-1 0 0 0,1 0-1 0 0,-1 0 1 0 0,-14 12-1 0 0,-4 2-1171 0 0,-1-1-3917 0 0,-4 1-1982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7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88 9674 0 0,'-32'9'470'0'0,"-1"1"0"0"0,2 2 0 0 0,-43 22 0 0 0,121-45 1880 0 0,80-20-402 0 0,169-19-1 0 0,133 11-1151 0 0,-140 30-832 0 0,-120 5-114 0 0,85 3-310 0 0,67-3-1212 0 0,-278 1 1391 0 0,-1 2-1 0 0,0 2 1 0 0,0 2 0 0 0,0 1 0 0 0,58 14 0 0 0,-59-4-4947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7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6 190 11979 0 0,'-1'0'34'0'0,"1"0"1"0"0,0 0 0 0 0,-1 1 0 0 0,1-1 0 0 0,0 0-1 0 0,0 0 1 0 0,-1 0 0 0 0,1 1 0 0 0,0-1 0 0 0,0 0-1 0 0,-1 0 1 0 0,1 0 0 0 0,0 1 0 0 0,0-1 0 0 0,-1 0-1 0 0,1 1 1 0 0,0-1 0 0 0,0 0 0 0 0,0 1 0 0 0,0-1-1 0 0,0 0 1 0 0,-1 0 0 0 0,1 1 0 0 0,0-1 0 0 0,0 0-1 0 0,0 1 1 0 0,0-1 0 0 0,0 0 0 0 0,0 1 0 0 0,0-1 0 0 0,0 1-1 0 0,0-1 1 0 0,0 0 0 0 0,0 1 0 0 0,0-1 0 0 0,1 0-1 0 0,-1 1 1 0 0,0-1 0 0 0,0 0 0 0 0,0 0 0 0 0,0 1-1 0 0,1-1 1 0 0,-1 1 0 0 0,19 12 782 0 0,28 5 41 0 0,-14-10-404 0 0,1-2 0 0 0,-1-1 0 0 0,1-2 0 0 0,0-1 0 0 0,54-4 0 0 0,175-31 1776 0 0,-159 17-1641 0 0,117-17 266 0 0,265-33-17 0 0,-135 22-758 0 0,72-6-236 0 0,-285 39-1273 0 0,147 8 0 0 0,-235 7 793 0 0,0 1 0 0 0,59 15-1 0 0,25 18-4062 0 0,-88-22 2174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8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24 14283 0 0,'-11'-18'1366'0'0,"7"13"-759"0"0,7 18 54 0 0,8 56-220 0 0,-3 0 1 0 0,0 83 0 0 0,-6-78-304 0 0,24 260-1792 0 0,-15-261 1026 0 0,2-1 1 0 0,36 109-1 0 0,-27-112 352 0 0,-21-50 216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9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204 151 9674 0 0,'-1'0'78'0'0,"0"0"1"0"0,0 0-1 0 0,0 0 0 0 0,0-1 0 0 0,0 1 1 0 0,0 0-1 0 0,0 0 0 0 0,0 0 0 0 0,0 1 1 0 0,0-1-1 0 0,0 0 0 0 0,0 0 1 0 0,0 1-1 0 0,0-1 0 0 0,0 0 0 0 0,0 1 1 0 0,1-1-1 0 0,-1 1 0 0 0,0-1 0 0 0,0 1 1 0 0,0-1-1 0 0,1 1 0 0 0,-1-1 0 0 0,0 1 1 0 0,0 1-1 0 0,-22 21 459 0 0,20-19-291 0 0,-53 67 660 0 0,43-52-1127 0 0,-1-1 1 0 0,0-1 0 0 0,-1 0-1 0 0,-20 17 1 0 0,35-33 214 0 0,0-1 0 0 0,0 0 0 0 0,0 0 0 0 0,0 0 0 0 0,0 0 0 0 0,0 0 0 0 0,0 1 0 0 0,-1-1 0 0 0,1 0 0 0 0,0 0 0 0 0,0 0-1 0 0,0 0 1 0 0,0 0 0 0 0,0 0 0 0 0,0 0 0 0 0,0 1 0 0 0,-1-1 0 0 0,1 0 0 0 0,0 0 0 0 0,0 0 0 0 0,0 0 0 0 0,0 0 0 0 0,0 0 0 0 0,-1 0 0 0 0,1 0 0 0 0,0 0 0 0 0,0 0 0 0 0,0 0 0 0 0,0 0 0 0 0,-1 0 0 0 0,1 0 0 0 0,0 0 0 0 0,0 0 0 0 0,0 0 0 0 0,0 0-1 0 0,0 0 1 0 0,-1 0 0 0 0,1 0 0 0 0,0 0 0 0 0,0 0 0 0 0,0 0 0 0 0,0 0 0 0 0,0-1 0 0 0,-1 1 0 0 0,1 0 0 0 0,0 0 0 0 0,0 0 0 0 0,0 0 0 0 0,0 0 0 0 0,0 0 0 0 0,0 0 0 0 0,-1-1 0 0 0,3-11 363 0 0,12-26 900 0 0,-10 27-1083 0 0,8-19 378 0 0,1 0 0 0 0,2 0 0 0 0,0 1 0 0 0,3 1 0 0 0,0 1 0 0 0,1 1 0 0 0,2 0 0 0 0,34-33 0 0 0,-54 58-534 0 0,0-1 0 0 0,1 1 0 0 0,-1-1 0 0 0,0 1 0 0 0,1 0 0 0 0,-1 0 0 0 0,1 0 0 0 0,-1 0 0 0 0,1 0 0 0 0,0 0 1 0 0,-1 0-1 0 0,1 1 0 0 0,0-1 0 0 0,0 1 0 0 0,-1-1 0 0 0,1 1 0 0 0,0-1 0 0 0,0 1 0 0 0,0 0 0 0 0,0 0 0 0 0,-1 0 0 0 0,3 0 0 0 0,-1 2 34 0 0,-1-1 0 0 0,1 0 0 0 0,-1 1 0 0 0,1 0 0 0 0,-1-1 1 0 0,0 1-1 0 0,0 0 0 0 0,0 0 0 0 0,0 0 0 0 0,0 1 0 0 0,0-1 0 0 0,0 0 0 0 0,1 4 0 0 0,43 63 612 0 0,71 98 87 0 0,-91-134-637 0 0,5 5-610 0 0,51 82-1 0 0,-61-79 113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9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37 14283 0 0,'0'0'141'0'0,"-20"-18"718"0"0,10 0 4134 0 0,11 19-4901 0 0,0 0 0 0 0,0 0-1 0 0,0 0 1 0 0,0 0-1 0 0,-1 0 1 0 0,1 1-1 0 0,0-1 1 0 0,-1 0 0 0 0,1 0-1 0 0,-1 1 1 0 0,1-1-1 0 0,-1 0 1 0 0,0 1 0 0 0,0-1-1 0 0,1 3 1 0 0,-1-4-87 0 0,15 109-122 0 0,-11-69-1 0 0,2 0-1 0 0,1 0 1 0 0,22 63 0 0 0,-26-94 132 0 0,1 0 0 0 0,1-1 0 0 0,0 0 1 0 0,0 0-1 0 0,1 0 0 0 0,0-1 1 0 0,10 11-1 0 0,-13-15-10 0 0,1 1-1 0 0,0-1 1 0 0,0 1 0 0 0,0-1 0 0 0,0-1 0 0 0,1 1-1 0 0,-1 0 1 0 0,1-1 0 0 0,0 0 0 0 0,-1 0-1 0 0,1-1 1 0 0,0 1 0 0 0,0-1 0 0 0,0 0-1 0 0,8 1 1 0 0,-11-3-141 0 0,0 1 0 0 0,0-1 0 0 0,1 0 0 0 0,-1 0-1 0 0,0 1 1 0 0,0-1 0 0 0,0-1 0 0 0,0 1 0 0 0,0 0-1 0 0,0 0 1 0 0,0-1 0 0 0,0 1 0 0 0,-1-1 0 0 0,1 0-1 0 0,0 1 1 0 0,-1-1 0 0 0,0 0 0 0 0,1 0 0 0 0,-1 0 0 0 0,0 0-1 0 0,0 0 1 0 0,0 0 0 0 0,0 0 0 0 0,0 0 0 0 0,0-1-1 0 0,0-2 1 0 0,2-6-1066 0 0,0-1 1 0 0,0 1-1 0 0,1-21 0 0 0,-2 8-508 0 0,-2-3-8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9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6913 0 0,'-1'2'82'0'0,"1"0"0"0"0,-1-1 0 0 0,0 1-1 0 0,0 0 1 0 0,1-1 0 0 0,-1 1-1 0 0,1 0 1 0 0,0 0 0 0 0,-1-1 0 0 0,1 1-1 0 0,0 0 1 0 0,0 0 0 0 0,0 0-1 0 0,0 0 1 0 0,1-1 0 0 0,-1 1 0 0 0,0 0-1 0 0,1 0 1 0 0,-1-1 0 0 0,2 3-1 0 0,1 1 482 0 0,-1-1 0 0 0,2 0 0 0 0,-1 0 0 0 0,0 0 0 0 0,8 7 0 0 0,-6-6 65 0 0,3 2 43 0 0,0 0 1 0 0,0 0-1 0 0,0 0 0 0 0,1-1 1 0 0,0 0-1 0 0,1-1 1 0 0,-1 0-1 0 0,1-1 1 0 0,0 0-1 0 0,0 0 1 0 0,0-1-1 0 0,12 2 0 0 0,-12-3-699 0 0,0-1-1 0 0,0-1 0 0 0,0 0 0 0 0,1 0 0 0 0,-1-1 0 0 0,0 0 0 0 0,0-1 0 0 0,0 0 1 0 0,0 0-1 0 0,-1-1 0 0 0,1 0 0 0 0,-1-1 0 0 0,11-5 0 0 0,-2-1-1990 0 0,2 0-4902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0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11979 0 0,'64'-18'911'0'0,"1"4"0"0"0,0 2 0 0 0,0 3 0 0 0,1 3 0 0 0,114 4 0 0 0,-132 3-731 0 0,0 2 1 0 0,0 3-1 0 0,0 1 0 0 0,-1 3 1 0 0,0 2-1 0 0,-1 1 0 0 0,0 3 1 0 0,79 39-1 0 0,138 109-177 0 0,-174-103-10 0 0,109 54-1 0 0,-166-99-158 0 0,0-1-1 0 0,64 18 1 0 0,-86-30 85 0 0,0-1 0 0 0,0 0 0 0 0,0 0-1 0 0,0-1 1 0 0,0-1 0 0 0,0 0 0 0 0,0 0 0 0 0,0-1 0 0 0,0 0-1 0 0,0 0 1 0 0,0-2 0 0 0,0 1 0 0 0,0-1 0 0 0,16-7 0 0 0,-8-1-6081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0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 20740 0 0,'9'5'155'0'0,"0"1"-1"0"0,0 0 0 0 0,-1 1 1 0 0,0 0-1 0 0,0 0 0 0 0,-1 1 1 0 0,0 0-1 0 0,0 0 0 0 0,-1 0 1 0 0,0 1-1 0 0,0 0 0 0 0,-1 1 1 0 0,5 12-1 0 0,-7-10-279 0 0,0 1 0 0 0,-1 0 0 0 0,0 0-1 0 0,-1 0 1 0 0,-1 0 0 0 0,0 0 0 0 0,-1 0 0 0 0,0-1 0 0 0,-1 1 0 0 0,0 0 0 0 0,-1 0 0 0 0,-1-1-1 0 0,0 1 1 0 0,0-1 0 0 0,-10 18 0 0 0,-4 2-914 0 0,-1 0 0 0 0,-2-1 0 0 0,0-2 1 0 0,-32 34-1 0 0,24-30-5720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09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25 436 11058 0 0,'-21'1'973'0'0,"21"-1"-945"0"0,-1 0-1 0 0,1 0 1 0 0,0 0 0 0 0,0 0-1 0 0,0 0 1 0 0,0 0 0 0 0,0 0-1 0 0,-1 0 1 0 0,1 0 0 0 0,0 0-1 0 0,0 0 1 0 0,0 0 0 0 0,0 0-1 0 0,0 1 1 0 0,0-1 0 0 0,-1 0-1 0 0,1 0 1 0 0,0 0 0 0 0,0 0-1 0 0,0 0 1 0 0,0 0 0 0 0,0 1-1 0 0,0-1 1 0 0,0 0 0 0 0,0 0-1 0 0,0 0 1 0 0,0 0-1 0 0,0 0 1 0 0,0 1 0 0 0,0-1-1 0 0,0 0 1 0 0,-1 0 0 0 0,1 0-1 0 0,0 0 1 0 0,0 0 0 0 0,1 1-1 0 0,-1-1 1 0 0,0 0 0 0 0,0 0-1 0 0,0 0 1 0 0,0 0 0 0 0,0 0-1 0 0,0 1 1 0 0,0-1 0 0 0,0 0-1 0 0,0 0 1 0 0,0 0 0 0 0,0 0-1 0 0,0 1 1 0 0,26 19 2550 0 0,-10-9-2093 0 0,62 49 790 0 0,-2 3 1 0 0,75 80-1 0 0,-129-118-1163 0 0,17 17 152 0 0,71 62 1 0 0,-97-93-228 0 0,1-1 1 0 0,0 0-1 0 0,0-2 1 0 0,1 1-1 0 0,0-2 1 0 0,1 0-1 0 0,-1 0 1 0 0,1-2-1 0 0,1 0 1 0 0,18 3 0 0 0,-31-7-10 0 0,0-1 1 0 0,-1 1-1 0 0,1-1 1 0 0,0 0 0 0 0,0 0-1 0 0,0 0 1 0 0,0-1-1 0 0,0 1 1 0 0,-1-1 0 0 0,1 0-1 0 0,0 0 1 0 0,0 0 0 0 0,-1-1-1 0 0,1 1 1 0 0,-1-1-1 0 0,1 0 1 0 0,-1 0 0 0 0,0 0-1 0 0,0 0 1 0 0,3-3 0 0 0,-2 0 42 0 0,0 0 1 0 0,-1 1-1 0 0,1-1 1 0 0,-1 0 0 0 0,0-1-1 0 0,-1 1 1 0 0,0 0 0 0 0,1-1-1 0 0,-2 0 1 0 0,1 1 0 0 0,-1-1-1 0 0,2-10 1 0 0,3-36 162 0 0,-2 0 0 0 0,-4-55 0 0 0,-14-109 594 0 0,9 154-762 0 0,-14-108-734 0 0,-3-37-724 0 0,23 176-1834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0,'0'7'953'0'0,"0"0"1"0"0,1 0 0 0 0,-1 0-1 0 0,1 0 1 0 0,1 0 0 0 0,-1 0 0 0 0,1 0-1 0 0,4 9 1 0 0,1 8 342 0 0,16 52 1109 0 0,47 110 1 0 0,-37-105-1733 0 0,-33-80-673 0 0,4 8-398 0 0,0 0 0 0 0,-1 0 0 0 0,0 0 0 0 0,-1 0 0 0 0,0 1 0 0 0,0-1 0 0 0,-1 11 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4 151 2761 0 0,'-1'-4'265'0'0,"0"1"1"0"0,1 0-1 0 0,-1-1 1 0 0,1 0-1 0 0,0 1 1 0 0,0-1 0 0 0,0 1-1 0 0,0-1 1 0 0,0 1-1 0 0,1-1 1 0 0,0 1-1 0 0,0 0 1 0 0,0-1-1 0 0,0 1 1 0 0,0 0 0 0 0,1-1-1 0 0,-1 1 1 0 0,1 0-1 0 0,0 0 1 0 0,0 0-1 0 0,5-5 1 0 0,-4 4-183 0 0,1-3 439 0 0,1 1 1 0 0,-1-1 0 0 0,2 1-1 0 0,-1 0 1 0 0,1 1-1 0 0,-1-1 1 0 0,2 1-1 0 0,9-7 1 0 0,-14 11-412 0 0,-1 0 0 0 0,1 0-1 0 0,0 0 1 0 0,0 1 0 0 0,0-1-1 0 0,0 0 1 0 0,0 1 0 0 0,0-1 0 0 0,0 1-1 0 0,0 0 1 0 0,0 0 0 0 0,0 0 0 0 0,1 0-1 0 0,-1 0 1 0 0,0 0 0 0 0,0 0 0 0 0,0 1-1 0 0,0-1 1 0 0,0 1 0 0 0,0-1 0 0 0,0 1-1 0 0,0 0 1 0 0,0 0 0 0 0,0 0-1 0 0,-1 0 1 0 0,1 0 0 0 0,0 0 0 0 0,-1 0-1 0 0,1 1 1 0 0,0-1 0 0 0,-1 1 0 0 0,0-1-1 0 0,1 1 1 0 0,-1-1 0 0 0,0 1 0 0 0,0 0-1 0 0,2 2 1 0 0,0 3-85 0 0,1 0 1 0 0,-1 0-1 0 0,0 0 0 0 0,-1 0 0 0 0,0 0 1 0 0,0 0-1 0 0,0 1 0 0 0,-1-1 0 0 0,0 1 0 0 0,-1-1 1 0 0,0 1-1 0 0,0 0 0 0 0,-1 10 0 0 0,-4 12-196 0 0,0 1-1 0 0,-11 29 0 0 0,3-8 255 0 0,10-43-336 0 0,1 1 611 0 0,0-1 0 0 0,0 1 0 0 0,1-1 0 0 0,0 1 0 0 0,0 13 0 0 0,2-22-262 0 0,-1 0-1 0 0,0 1 1 0 0,0-1 0 0 0,0 0-1 0 0,1 1 1 0 0,-1-1 0 0 0,1 0-1 0 0,-1 0 1 0 0,1 0 0 0 0,-1 1-1 0 0,1-1 1 0 0,0 0 0 0 0,-1 0-1 0 0,1 0 1 0 0,0 0 0 0 0,0 0-1 0 0,0 0 1 0 0,0 0 0 0 0,1 0-1 0 0,0 0-25 0 0,0 0 0 0 0,0-1 0 0 0,-1 1-1 0 0,1-1 1 0 0,0 0 0 0 0,0 1 0 0 0,0-1-1 0 0,0 0 1 0 0,0 0 0 0 0,0 0 0 0 0,0 0-1 0 0,0-1 1 0 0,-1 1 0 0 0,1-1 0 0 0,0 1-1 0 0,0-1 1 0 0,2 0 0 0 0,14-7 20 0 0,-1 0-1 0 0,0 0 1 0 0,0-2 0 0 0,20-15 0 0 0,-18 12-1347 0 0,1 0 0 0 0,28-13 0 0 0,-28 18-5816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10138 0 0,'-5'6'1433'0'0,"11"-5"7"0"0,0 0-151 0 0,-2-1-424 0 0,6 0-567 0 0,-1 0 0 0 0,0 1 1 0 0,1 0-1 0 0,-1 1 0 0 0,0 0 0 0 0,0 1 1 0 0,0-1-1 0 0,17 9 0 0 0,-21-8-180 0 0,0 0-1 0 0,1 1 0 0 0,-1-1 1 0 0,0 1-1 0 0,-1 0 0 0 0,1 1 1 0 0,-1-1-1 0 0,0 1 0 0 0,0 0 1 0 0,0 0-1 0 0,0 0 0 0 0,-1 0 1 0 0,0 1-1 0 0,0-1 1 0 0,2 7-1 0 0,1 5 670 0 0,-2-4-393 0 0,0-2 0 0 0,1 1-1 0 0,1 0 1 0 0,11 18 0 0 0,-16-28-383 0 0,0-1-1 0 0,0 1 1 0 0,1 0-1 0 0,-1-1 1 0 0,1 1-1 0 0,-1-1 1 0 0,1 1-1 0 0,-1-1 1 0 0,1 0-1 0 0,0 0 1 0 0,0 1-1 0 0,-1-1 1 0 0,1-1-1 0 0,0 1 1 0 0,0 0 0 0 0,0 0-1 0 0,0-1 1 0 0,0 1-1 0 0,0-1 1 0 0,0 1-1 0 0,0-1 1 0 0,1 0-1 0 0,-1 0 1 0 0,0 0-1 0 0,0 0 1 0 0,0 0-1 0 0,0-1 1 0 0,0 1-1 0 0,0-1 1 0 0,0 1 0 0 0,0-1-1 0 0,0 0 1 0 0,0 0-1 0 0,0 0 1 0 0,2-1-1 0 0,2-1-435 0 0,0-1 0 0 0,-1 0 0 0 0,1 0 0 0 0,8-9-1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61 12443 0 0,'0'0'21'0'0,"-1"0"1"0"0,1 0 0 0 0,0 0 0 0 0,0 0-1 0 0,0 0 1 0 0,0 0 0 0 0,0 0 0 0 0,0 0-1 0 0,0 0 1 0 0,0 0 0 0 0,0 0-1 0 0,-1-1 1 0 0,1 1 0 0 0,0 0 0 0 0,0 0-1 0 0,0 0 1 0 0,0 0 0 0 0,0 0 0 0 0,0 0-1 0 0,0 0 1 0 0,0 0 0 0 0,0 0 0 0 0,0 0-1 0 0,0 0 1 0 0,0 0 0 0 0,-1 0 0 0 0,1 0-1 0 0,0-1 1 0 0,0 1 0 0 0,0 0-1 0 0,0 0 1 0 0,0 0 0 0 0,0 0 0 0 0,0 0-1 0 0,0 0 1 0 0,0 0 0 0 0,0 0 0 0 0,0 0-1 0 0,0-1 1 0 0,0 1 0 0 0,0 0 0 0 0,0 0-1 0 0,0 0 1 0 0,0 0 0 0 0,0 0-1 0 0,0 0 1 0 0,0 0 0 0 0,0 0 0 0 0,0 0-1 0 0,0 0 1 0 0,0-1 0 0 0,1 1 0 0 0,-1 0-1 0 0,0 0 1 0 0,0 0 0 0 0,0 0 0 0 0,0 0-1 0 0,0 0 1 0 0,0 0 0 0 0,0 0 0 0 0,0 0-1 0 0,8-9 645 0 0,8-6-229 0 0,-11 11-749 0 0,0 0 0 0 0,1 0 0 0 0,-1 0 0 0 0,1 1 0 0 0,0 0 0 0 0,9-4 0 0 0,-11 6-309 0 0,-1 0 0 0 0,1 1-1 0 0,0-1 1 0 0,0 1 0 0 0,0 0 0 0 0,0-1 0 0 0,0 2-1 0 0,0-1 1 0 0,0 0 0 0 0,0 1 0 0 0,6 2-1 0 0,-3-1 465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0.9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60 3681 0 0,'-2'14'328'0'0,"1"-8"-264"0"0,9 12 6649 0 0,0-16-5544 0 0,3-2-121 0 0,2-2-24 0 0,3-6-8 0 0,0-3-1592 0 0,0-2-320 0 0,2-2-64 0 0,-1-1-17 0 0,1-2 825 0 0,-5 1 152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1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228 613 7890 0 0,'-149'48'2876'0'0,"71"-27"3658"0"0,378-98-2690 0 0,87-19-2247 0 0,941-133 862 0 0,-867 176-2395 0 0,327-43-499 0 0,-455 35-448 0 0,-106 16-34 0 0,-178 36-171 0 0,-3 1-4403 0 0,-11 1-1581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1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18892 0 0,'0'0'48'0'0,"-1"0"-1"0"0,1 0 1 0 0,0 0-1 0 0,-1 0 1 0 0,1 0-1 0 0,0 0 1 0 0,-1 0 0 0 0,1 0-1 0 0,0 0 1 0 0,-1 1-1 0 0,1-1 1 0 0,0 0 0 0 0,-1 0-1 0 0,1 0 1 0 0,0 0-1 0 0,-1 0 1 0 0,1 1-1 0 0,0-1 1 0 0,0 0 0 0 0,-1 0-1 0 0,1 1 1 0 0,0-1-1 0 0,0 0 1 0 0,0 0-1 0 0,-1 1 1 0 0,1-1 0 0 0,0 0-1 0 0,0 1 1 0 0,0-1-1 0 0,0 0 1 0 0,-1 0-1 0 0,1 1 1 0 0,0-1 0 0 0,0 0-1 0 0,0 1 1 0 0,0-1-1 0 0,0 1 1 0 0,13 3 996 0 0,1 0-759 0 0,-2 0-251 0 0,-1 1 1 0 0,0 0 0 0 0,0 1-1 0 0,-1 0 1 0 0,1 0-1 0 0,-1 1 1 0 0,-1 1 0 0 0,1 0-1 0 0,13 15 1 0 0,-11-9 57 0 0,-1 0-1 0 0,-1 1 1 0 0,0 1-1 0 0,-1 0 1 0 0,13 30-1 0 0,-4 8 126 0 0,-2 0-1 0 0,-2 2 1 0 0,7 65-1 0 0,-14-80-193 0 0,-3-20-167 0 0,1 4-1649 0 0,-1 1 1 0 0,-1-1-1 0 0,-1 49 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1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1 117 9218 0 0,'11'-10'406'0'0,"1"0"-1"0"0,1 0 1 0 0,0 1-1 0 0,0 1 1 0 0,0 1 0 0 0,1 0-1 0 0,23-9 1 0 0,-7 6 739 0 0,0 1 0 0 0,52-8 0 0 0,-76 16-984 0 0,0 0-1 0 0,0 0 1 0 0,0 1-1 0 0,1 0 1 0 0,-1 0 0 0 0,0 0-1 0 0,0 1 1 0 0,0 0-1 0 0,0 0 1 0 0,0 1 0 0 0,0-1-1 0 0,6 4 1 0 0,-9-3-129 0 0,0-1 1 0 0,0 1 0 0 0,0 0 0 0 0,-1 0-1 0 0,1 1 1 0 0,-1-1 0 0 0,0 0-1 0 0,1 1 1 0 0,-1 0 0 0 0,0-1 0 0 0,-1 1-1 0 0,1 0 1 0 0,0 0 0 0 0,-1 0-1 0 0,0 0 1 0 0,1 0 0 0 0,-1 0-1 0 0,0 1 1 0 0,-1-1 0 0 0,1 0 0 0 0,-1 0-1 0 0,1 1 1 0 0,-1 4 0 0 0,-1 14 98 0 0,0 0 0 0 0,-2-1 1 0 0,-1 1-1 0 0,0-1 0 0 0,-1 0 1 0 0,-14 32-1 0 0,8-19 558 0 0,-8 39 1 0 0,19-72-635 0 0,-1 0 0 0 0,1 0 0 0 0,0 0 0 0 0,-1 0 0 0 0,1 0 0 0 0,0 0 0 0 0,0 0 0 0 0,0 1 0 0 0,0-1 0 0 0,0 0 0 0 0,0 0 0 0 0,1 0 0 0 0,-1 0 0 0 0,0 0 0 0 0,0 0 0 0 0,1 0 0 0 0,-1 0 0 0 0,1 0 0 0 0,-1 0 0 0 0,1 0 0 0 0,-1 0 0 0 0,1 0 0 0 0,0 0 0 0 0,-1 0 0 0 0,2 1 0 0 0,-1-2-15 0 0,1 1 0 0 0,-1 0 0 0 0,1-1-1 0 0,-1 0 1 0 0,1 1 0 0 0,-1-1 0 0 0,1 0-1 0 0,-1 0 1 0 0,1 0 0 0 0,-1 0 0 0 0,1 0 0 0 0,-1 0-1 0 0,1 0 1 0 0,-1 0 0 0 0,1-1 0 0 0,1 0-1 0 0,10-3 25 0 0,0-1 0 0 0,0 0-1 0 0,16-10 1 0 0,-19 10-20 0 0,22-10-831 0 0,0 1 0 0 0,58-15 0 0 0,-54 20-6827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11058 0 0,'-1'5'775'0'0,"1"0"0"0"0,0 0 0 0 0,-1 0-1 0 0,2-1 1 0 0,-1 1 0 0 0,0 0-1 0 0,1 0 1 0 0,2 8 0 0 0,0 0-25 0 0,45 214 4307 0 0,-25-153-7031 0 0,3-2-3466 0 0,-19-53-1622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1 165 14283 0 0,'11'-1'639'0'0,"1"-1"0"0"0,-1 0 0 0 0,1-1 0 0 0,-1-1 0 0 0,0 1 0 0 0,11-7 0 0 0,13-3 224 0 0,90-25 857 0 0,23-9-1429 0 0,-51 14-4280 0 0,-77 25-2514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4609 0 0,'-25'8'370'0'0,"23"-7"203"0"0,0 0-1 0 0,0 0 0 0 0,0 0 0 0 0,0 0 0 0 0,0 0 0 0 0,1 0 0 0 0,-1 1 1 0 0,0-1-1 0 0,1 1 0 0 0,-1-1 0 0 0,-1 4 0 0 0,2-3 19 0 0,0-1 0 0 0,0 1 0 0 0,0 0 0 0 0,0 0 0 0 0,1 0-1 0 0,-1 1 1 0 0,1-1 0 0 0,-1 0 0 0 0,1 0 0 0 0,0 0 0 0 0,0 4 0 0 0,3 21 179 0 0,8 24 1150 0 0,23 68 0 0 0,1-38-2934 0 0,-25-64-981 0 0,0 0 0 0 0,17 22 1 0 0,-6-14-5112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2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16 8754 0 0,'0'-1'51'0'0,"-1"1"0"0"0,1 0 0 0 0,0-1 0 0 0,0 1 0 0 0,0-1 0 0 0,0 1 1 0 0,0-1-1 0 0,-1 1 0 0 0,1-1 0 0 0,0 1 0 0 0,0-1 0 0 0,0 1 0 0 0,0-1 0 0 0,0 1 0 0 0,0-1 1 0 0,1 1-1 0 0,-1-1 0 0 0,0 1 0 0 0,0 0 0 0 0,0-1 0 0 0,0 1 0 0 0,1-1 0 0 0,-1 1 0 0 0,0-1 0 0 0,0 1 1 0 0,1 0-1 0 0,-1-1 0 0 0,0 1 0 0 0,0-1 0 0 0,1 1 0 0 0,-1 0 0 0 0,1-1 0 0 0,-1 1 0 0 0,0 0 1 0 0,1-1-1 0 0,18 7 2832 0 0,17 22 956 0 0,-27-17-3173 0 0,-1 1 0 0 0,0 0 0 0 0,0 0 0 0 0,-1 1 0 0 0,8 21-1 0 0,20 74 14 0 0,-6-19-835 0 0,-15-44-1410 0 0,-12-36 222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3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8290 0 0,'4'-8'339'0'0,"0"2"-1"0"0,1-1 1 0 0,0 0 0 0 0,1 1 0 0 0,-1 0 0 0 0,1 1-1 0 0,0-1 1 0 0,1 1 0 0 0,-1 0 0 0 0,10-5 0 0 0,-6 4 464 0 0,0 1 1 0 0,0 0 0 0 0,1 0 0 0 0,0 1 0 0 0,0 0 0 0 0,20-3 0 0 0,-29 6-691 0 0,0 1 1 0 0,0 0-1 0 0,0-1 1 0 0,0 1-1 0 0,0 0 1 0 0,0 0-1 0 0,0 0 1 0 0,0 0-1 0 0,0 1 1 0 0,0-1-1 0 0,0 1 1 0 0,0-1-1 0 0,0 1 1 0 0,0-1-1 0 0,0 1 1 0 0,0 0-1 0 0,-1 0 0 0 0,1 0 1 0 0,0 0-1 0 0,0 0 1 0 0,-1 1-1 0 0,2 0 1 0 0,-1 1-49 0 0,-1-1-1 0 0,1 1 1 0 0,-1-1-1 0 0,0 1 1 0 0,0-1 0 0 0,0 1-1 0 0,0 0 1 0 0,0-1 0 0 0,-1 1-1 0 0,1 0 1 0 0,-1 0-1 0 0,1 0 1 0 0,-1-1 0 0 0,-1 4-1 0 0,0 12 2 0 0,-1-1-1 0 0,-1 0 1 0 0,-1 0-1 0 0,-7 19 1 0 0,9-28 60 0 0,-32 81 227 0 0,25-68-198 0 0,0 0-1 0 0,1 0 1 0 0,2 1-1 0 0,0 0 1 0 0,-5 39-1 0 0,11-59-128 0 0,0-1 1 0 0,-1 0-1 0 0,1 0 0 0 0,0 1 1 0 0,0-1-1 0 0,0 0 1 0 0,0 1-1 0 0,0-1 0 0 0,1 0 1 0 0,-1 1-1 0 0,0-1 1 0 0,1 0-1 0 0,-1 0 0 0 0,0 1 1 0 0,1-1-1 0 0,0 0 1 0 0,-1 0-1 0 0,1 0 0 0 0,0 0 1 0 0,-1 0-1 0 0,1 0 1 0 0,0 0-1 0 0,0 0 0 0 0,0 0 1 0 0,2 1-1 0 0,-1-1-9 0 0,-1-1-1 0 0,1 0 1 0 0,0 1-1 0 0,0-1 1 0 0,-1 0-1 0 0,1 0 1 0 0,0 0-1 0 0,0 0 1 0 0,-1-1 0 0 0,1 1-1 0 0,0 0 1 0 0,0-1-1 0 0,-1 0 1 0 0,1 1-1 0 0,0-1 1 0 0,1-1-1 0 0,9-4-58 0 0,-1-1 1 0 0,0 0-1 0 0,18-16 0 0 0,5-7-431 0 0,21-17-286 0 0,-17 17-5693 0 0,-17 14-467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4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16131 0 0,'2'-4'4541'0'0,"13"16"-3058"0"0,-1 10-1273 0 0,-2 1 0 0 0,-1 0 0 0 0,-1 0 0 0 0,-1 1 0 0 0,-1 1 0 0 0,6 31 0 0 0,-3-17-105 0 0,-4-12-115 0 0,28 98-360 0 0,61 145 1 0 0,-91-261 177 0 0,10 28-858 0 0,-14-36 846 0 0,0 0 1 0 0,-1 1-1 0 0,1-1 1 0 0,-1 1-1 0 0,0-1 1 0 0,1 1-1 0 0,-1-1 1 0 0,0 1 0 0 0,0-1-1 0 0,0 1 1 0 0,0-1-1 0 0,0 1 1 0 0,0-1-1 0 0,0 1 1 0 0,-1-1-1 0 0,1 1 1 0 0,-1-1 0 0 0,0 3-1 0 0,0-3 22 0 0,1-1 1 0 0,-1 0-1 0 0,1 0 0 0 0,-1 1 0 0 0,0-1 1 0 0,1 0-1 0 0,-1 0 0 0 0,0 0 0 0 0,1 0 1 0 0,-1 0-1 0 0,1 0 0 0 0,-1 1 0 0 0,0-2 1 0 0,1 1-1 0 0,-1 0 0 0 0,0 0 0 0 0,1 0 0 0 0,-1 0 1 0 0,0 0-1 0 0,1 0 0 0 0,-1-1 0 0 0,1 1 1 0 0,-1 0-1 0 0,1-1 0 0 0,-1 1 0 0 0,0 0 1 0 0,1-1-1 0 0,-1 1 0 0 0,1-1 0 0 0,-1 0 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4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14 538 920 0 0,'-1'-15'-197'0'0,"-11"-196"5373"0"0,12 181-3612 0 0,1-1 0 0 0,2 1-1 0 0,1-1 1 0 0,14-52 0 0 0,-16 77-1270 0 0,0-1 0 0 0,0 1 0 0 0,1 0 0 0 0,0 0 0 0 0,0 1 0 0 0,1-1 0 0 0,0 1 0 0 0,0-1 0 0 0,0 1 0 0 0,0 1 1 0 0,1-1-1 0 0,0 0 0 0 0,0 1 0 0 0,0 0 0 0 0,1 0 0 0 0,-1 1 0 0 0,1-1 0 0 0,6-1 0 0 0,-7 3-154 0 0,0 0-1 0 0,1 0 1 0 0,-1 1-1 0 0,1 0 0 0 0,-1 0 1 0 0,1 0-1 0 0,0 1 1 0 0,-1 0-1 0 0,1 0 1 0 0,0 0-1 0 0,-1 1 0 0 0,1 0 1 0 0,-1 0-1 0 0,1 0 1 0 0,-1 1-1 0 0,1-1 1 0 0,-1 1-1 0 0,0 1 0 0 0,0-1 1 0 0,0 1-1 0 0,6 4 1 0 0,-6-3-122 0 0,0 1 1 0 0,0-1 0 0 0,-1 1-1 0 0,1 0 1 0 0,-1 0-1 0 0,-1 1 1 0 0,1-1-1 0 0,-1 1 1 0 0,0 0 0 0 0,0-1-1 0 0,0 2 1 0 0,-1-1-1 0 0,0 0 1 0 0,0 0-1 0 0,-1 1 1 0 0,0-1 0 0 0,0 1-1 0 0,0-1 1 0 0,-1 10-1 0 0,0 14 63 0 0,-1-1 0 0 0,-10 57 1 0 0,9-78-81 0 0,-10 55-12 0 0,6-39 13 0 0,2 0 0 0 0,0 0 1 0 0,1 0-1 0 0,2 45 0 0 0,1-66 19 0 0,0-1 0 0 0,0 1 0 0 0,0-1 1 0 0,1 0-1 0 0,-1 1 0 0 0,1-1 0 0 0,0 1 0 0 0,0-1 0 0 0,-1 0 1 0 0,1 1-1 0 0,1-1 0 0 0,-1 0 0 0 0,0 0 0 0 0,1 0 0 0 0,-1 0 1 0 0,1 0-1 0 0,-1 0 0 0 0,1 0 0 0 0,0-1 0 0 0,0 1 0 0 0,0 0 1 0 0,0-1-1 0 0,3 2 0 0 0,-1-2 10 0 0,-1 0 1 0 0,0 0-1 0 0,1-1 0 0 0,0 0 1 0 0,-1 1-1 0 0,1-1 0 0 0,-1 0 0 0 0,1-1 1 0 0,-1 1-1 0 0,1-1 0 0 0,-1 0 1 0 0,1 1-1 0 0,-1-1 0 0 0,1-1 1 0 0,-1 1-1 0 0,3-2 0 0 0,22-11 133 0 0,45-30 0 0 0,-53 31-743 0 0,-1 1 0 0 0,1 1 1 0 0,1 0-1 0 0,36-12 0 0 0,-31 16-7169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4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20 101 5985 0 0,'-1'0'140'0'0,"0"0"0"0"0,0-1 0 0 0,0 1-1 0 0,0-1 1 0 0,0 1 0 0 0,0-1 0 0 0,0 1-1 0 0,0-1 1 0 0,0 1 0 0 0,0-1 0 0 0,0 0-1 0 0,1 1 1 0 0,-1-1 0 0 0,0 0 0 0 0,0 0-1 0 0,1 0 1 0 0,-1 1 0 0 0,1-1 0 0 0,-1 0-1 0 0,1 0 1 0 0,-1 0 0 0 0,1 0-1 0 0,-1 0 1 0 0,1 0 0 0 0,0 0 0 0 0,0 0-1 0 0,-1 0 1 0 0,1 0 0 0 0,0-1 0 0 0,0 1-1 0 0,0 0 1 0 0,0 0 0 0 0,0 0 0 0 0,0 0-1 0 0,1 0 1 0 0,-1 0 0 0 0,0 0 0 0 0,1 0-1 0 0,-1 0 1 0 0,0 0 0 0 0,1 0 0 0 0,-1 0-1 0 0,1 0 1 0 0,-1 0 0 0 0,1 0 0 0 0,1-1-1 0 0,1-2 350 0 0,-1 0 0 0 0,2 0 0 0 0,-1 0 0 0 0,0 0 0 0 0,1 0 0 0 0,0 1 0 0 0,0-1 0 0 0,6-3 0 0 0,-4 4-401 0 0,-1 0 0 0 0,1 0 1 0 0,0 1-1 0 0,0-1 0 0 0,0 1 0 0 0,0 1 0 0 0,1-1 0 0 0,-1 1 0 0 0,1 0 0 0 0,-1 1 0 0 0,0-1 0 0 0,1 1 0 0 0,-1 1 0 0 0,12 1 0 0 0,-10 0 112 0 0,1 0-1 0 0,-1 1 0 0 0,0 0 0 0 0,-1 1 0 0 0,1 0 1 0 0,0 0-1 0 0,-1 0 0 0 0,0 1 0 0 0,0 0 1 0 0,6 6-1 0 0,1 3 130 0 0,0 0 0 0 0,-2 1 0 0 0,0 1 0 0 0,0 0 0 0 0,-1 0 1 0 0,-1 1-1 0 0,-1 0 0 0 0,13 36 0 0 0,-15-32-329 0 0,-6-15 0 0 0,0-1 0 0 0,0 0 0 0 0,1 0 0 0 0,0 0 0 0 0,0 0 0 0 0,0 0 0 0 0,0 0 0 0 0,1 0 0 0 0,0 0 0 0 0,0-1 0 0 0,0 0 0 0 0,1 1 0 0 0,6 5 0 0 0,-8-9-12 0 0,-1-1 0 0 0,1 0 1 0 0,-1 1-1 0 0,0-1 0 0 0,1 0 0 0 0,-1 0 0 0 0,1 0 0 0 0,-1 0 1 0 0,1 0-1 0 0,-1 0 0 0 0,1 0 0 0 0,-1-1 0 0 0,1 1 0 0 0,-1 0 1 0 0,1-1-1 0 0,-1 1 0 0 0,0-1 0 0 0,1 0 0 0 0,-1 1 1 0 0,0-1-1 0 0,1 0 0 0 0,-1 0 0 0 0,2-1 0 0 0,28-27-580 0 0,-25 24 452 0 0,27-31-2562 0 0,-14 16-4486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5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34 135 14283 0 0,'-2'0'164'0'0,"0"0"0"0"0,1 0 1 0 0,-1 0-1 0 0,0 0 0 0 0,0 0 0 0 0,0 0 0 0 0,0 1 0 0 0,0-1 0 0 0,0 1 1 0 0,0-1-1 0 0,0 1 0 0 0,1 0 0 0 0,-1 0 0 0 0,0-1 0 0 0,-2 3 1 0 0,4-2-56 0 0,0 0 1 0 0,-1 0 0 0 0,1 0-1 0 0,0 0 1 0 0,0 1 0 0 0,0-1-1 0 0,0 0 1 0 0,0 0 0 0 0,0 0-1 0 0,0 0 1 0 0,0 1 0 0 0,0-1-1 0 0,1 0 1 0 0,-1 0 0 0 0,0 0-1 0 0,1 0 1 0 0,-1 0 0 0 0,1 0-1 0 0,-1 0 1 0 0,1 0 0 0 0,0 0-1 0 0,-1 0 1 0 0,1 0 0 0 0,0 0-1 0 0,0 0 1 0 0,0-1 0 0 0,1 2-1 0 0,37 43 749 0 0,1-3 0 0 0,3-1 0 0 0,82 61 0 0 0,-99-82-792 0 0,0-1 0 0 0,1-1 1 0 0,1-1-1 0 0,53 23 1 0 0,-80-40-62 0 0,-1 0 0 0 0,1 0 0 0 0,-1 0-1 0 0,1 0 1 0 0,-1 1 0 0 0,0-1 0 0 0,1 0 0 0 0,-1 0 0 0 0,1 0 0 0 0,-1 0 0 0 0,1 0 0 0 0,-1 0 0 0 0,1 0 0 0 0,-1 0 0 0 0,1 0-1 0 0,-1-1 1 0 0,0 1 0 0 0,1 0 0 0 0,-1 0 0 0 0,1 0 0 0 0,-1 0 0 0 0,1-1 0 0 0,-1 1 0 0 0,0 0 0 0 0,1 0 0 0 0,-1-1 0 0 0,0 1-1 0 0,1 0 1 0 0,-1-1 0 0 0,1 0 0 0 0,4-16 301 0 0,-8-32 345 0 0,2 35-524 0 0,-4-70 376 0 0,0 25-732 0 0,3 1 0 0 0,2-1 0 0 0,12-86 0 0 0,-8 129-405 0 0,0 4-78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15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5529 0 0,'8'-5'1292'0'0,"21"-3"9608"0"0,-27 26-9858 0 0,-4 4-398 0 0,1 1 0 0 0,2 0 0 0 0,0 0 0 0 0,7 34 0 0 0,-6-49-625 0 0,0 0 0 0 0,1 0 0 0 0,0 0 0 0 0,0 0 0 0 0,1-1 0 0 0,0 1 0 0 0,0-1 0 0 0,1 0-1 0 0,0 0 1 0 0,0 0 0 0 0,0-1 0 0 0,1 0 0 0 0,0 0 0 0 0,0 0 0 0 0,12 7 0 0 0,9 3 89 0 0,-18-12-23 0 0,0 1 1 0 0,-1 0 0 0 0,0 1-1 0 0,15 13 1 0 0,-21-18-78 0 0,-1 0 1 0 0,0 1-1 0 0,0-1 0 0 0,0 1 0 0 0,0-1 0 0 0,0 1 1 0 0,0-1-1 0 0,0 1 0 0 0,0 0 0 0 0,0 0 0 0 0,-1-1 1 0 0,1 1-1 0 0,-1 0 0 0 0,0 0 0 0 0,1 0 1 0 0,-1-1-1 0 0,0 1 0 0 0,0 0 0 0 0,0 0 0 0 0,0 0 1 0 0,0 0-1 0 0,-1 0 0 0 0,1-1 0 0 0,0 1 0 0 0,-1 0 1 0 0,0 0-1 0 0,1-1 0 0 0,-1 1 0 0 0,0 0 0 0 0,0-1 1 0 0,-1 4-1 0 0,-3 1-52 0 0,1 0 1 0 0,-1 0 0 0 0,0 0-1 0 0,-10 8 1 0 0,-1 0-212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1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 5529 0 0,'-1'-1'94'0'0,"0"1"0"0"0,0 0 0 0 0,0-1 0 0 0,1 1-1 0 0,-1 0 1 0 0,0 0 0 0 0,0 0 0 0 0,0 0 0 0 0,0 0 0 0 0,0 0-1 0 0,0 0 1 0 0,1 0 0 0 0,-1 1 0 0 0,0-1 0 0 0,0 0 0 0 0,0 0-1 0 0,0 1 1 0 0,1-1 0 0 0,-1 0 0 0 0,0 1 0 0 0,0-1 0 0 0,1 1-1 0 0,-2 0 1 0 0,4 18 6871 0 0,1-6-5405 0 0,62 406 1974 0 0,-46-207-3880 0 0,-5 1-4590 0 0,-10-148-1316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1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38 196 14747 0 0,'-3'1'140'0'0,"1"1"0"0"0,0-1 0 0 0,0 1 0 0 0,0 0 1 0 0,1-1-1 0 0,-1 1 0 0 0,0 0 0 0 0,1 0 0 0 0,-1 0 0 0 0,1 0 0 0 0,-1 0 0 0 0,1 1 0 0 0,0-1 0 0 0,0 0 0 0 0,0 1 1 0 0,0-1-1 0 0,1 0 0 0 0,-1 1 0 0 0,1-1 0 0 0,-1 1 0 0 0,1 2 0 0 0,-3 9-186 0 0,1 1 0 0 0,-1 23-1 0 0,3-36 8 0 0,0 1 0 0 0,0-1 0 0 0,0 1-1 0 0,1-1 1 0 0,-1 1 0 0 0,1-1-1 0 0,-1 0 1 0 0,1 1 0 0 0,0-1 0 0 0,0 0-1 0 0,0 0 1 0 0,0 0 0 0 0,1 1-1 0 0,-1-1 1 0 0,3 2 0 0 0,-4-4 9 0 0,0 1 1 0 0,1-1 0 0 0,-1 0-1 0 0,1 1 1 0 0,-1-1-1 0 0,0 0 1 0 0,1 0-1 0 0,-1 0 1 0 0,1 1 0 0 0,-1-1-1 0 0,0 0 1 0 0,1 0-1 0 0,-1 0 1 0 0,1 0-1 0 0,-1 0 1 0 0,1 0 0 0 0,-1 0-1 0 0,0 0 1 0 0,1 0-1 0 0,-1 0 1 0 0,1 0-1 0 0,-1 0 1 0 0,1 0 0 0 0,-1 0-1 0 0,1 0 1 0 0,-1 0-1 0 0,0 0 1 0 0,1-1 0 0 0,0 1-1 0 0,0-1-32 0 0,0-1 1 0 0,0 1-1 0 0,0 0 0 0 0,0 0 0 0 0,0-1 0 0 0,0 1 1 0 0,0-1-1 0 0,0 1 0 0 0,0 0 0 0 0,-1-1 0 0 0,1 0 1 0 0,-1 1-1 0 0,1-2 0 0 0,7-31-201 0 0,-1 0-1 0 0,-2 0 1 0 0,2-64 0 0 0,1-17-1163 0 0,-8 114 1517 0 0,0 1 1 0 0,0-1-1 0 0,0 0 1 0 0,0 1-1 0 0,0-1 0 0 0,0 0 1 0 0,0 1-1 0 0,1-1 1 0 0,-1 1-1 0 0,0-1 1 0 0,0 0-1 0 0,0 1 1 0 0,1-1-1 0 0,-1 1 1 0 0,0-1-1 0 0,1 1 1 0 0,-1-1-1 0 0,1 1 0 0 0,-1-1 1 0 0,0 1-1 0 0,1-1 1 0 0,-1 1-1 0 0,1 0 1 0 0,-1-1-1 0 0,1 1 1 0 0,-1-1-1 0 0,1 1 1 0 0,1 0-1 0 0,-1 0 69 0 0,0 0 0 0 0,0 0 0 0 0,0 0 0 0 0,0 0 1 0 0,0 1-1 0 0,0-1 0 0 0,0 0 0 0 0,0 1 0 0 0,0-1 0 0 0,0 1 0 0 0,0-1 0 0 0,-1 1 0 0 0,1 0 1 0 0,0-1-1 0 0,1 2 0 0 0,31 36 2848 0 0,-29-32-3026 0 0,44 61 138 0 0,-36-48-739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2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53 251 3225 0 0,'2'-32'1586'0'0,"-3"-55"0"0"0,0 72-862 0 0,-1 0 0 0 0,-1 0-1 0 0,0 1 1 0 0,0-1 0 0 0,-11-25 0 0 0,13 39-562 0 0,1 0 0 0 0,0 0 1 0 0,-1 0-1 0 0,1 0 0 0 0,-1 0 0 0 0,1 0 1 0 0,-1 0-1 0 0,0 0 0 0 0,1 0 1 0 0,-1 0-1 0 0,0 0 0 0 0,0 0 1 0 0,0 0-1 0 0,1 0 0 0 0,-1 1 0 0 0,0-1 1 0 0,0 0-1 0 0,-2 0 0 0 0,3 1-44 0 0,-1 0 0 0 0,1 1 0 0 0,-1-1 0 0 0,1 0-1 0 0,-1 1 1 0 0,1-1 0 0 0,0 0 0 0 0,-1 1 0 0 0,1-1 0 0 0,-1 1-1 0 0,1-1 1 0 0,0 1 0 0 0,-1-1 0 0 0,1 0 0 0 0,0 1-1 0 0,0-1 1 0 0,-1 1 0 0 0,1 0 0 0 0,0-1 0 0 0,0 1 0 0 0,0-1-1 0 0,0 1 1 0 0,0-1 0 0 0,-1 1 0 0 0,1 0 0 0 0,-4 47 3062 0 0,4-47-3201 0 0,1 249 2137 0 0,12-127-2993 0 0,-6-84-1979 0 0,15 43 1 0 0,-13-53-3837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2.7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27 15667 0 0,'-22'-15'1652'0'0,"16"7"-323"0"0,6 7-1283 0 0,0 1 1 0 0,0 0-1 0 0,1 0 1 0 0,-1-1-1 0 0,0 1 1 0 0,1 0-1 0 0,-1 0 1 0 0,0 0-1 0 0,1-1 1 0 0,-1 1-1 0 0,0 0 1 0 0,1 0-1 0 0,-1 0 1 0 0,0 0-1 0 0,1 0 1 0 0,-1 0-1 0 0,0-1 1 0 0,1 1-1 0 0,-1 0 1 0 0,0 0-1 0 0,1 0 1 0 0,-1 0 0 0 0,1 0-1 0 0,-1 1 1 0 0,0-1-1 0 0,1 0 1 0 0,-1 0-1 0 0,0 0 1 0 0,1 0-1 0 0,-1 0 1 0 0,7 2 81 0 0,0 1 0 0 0,0-1 0 0 0,0 1 1 0 0,-1 1-1 0 0,1-1 0 0 0,-1 1 1 0 0,0 0-1 0 0,0 0 0 0 0,7 7 0 0 0,12 8 163 0 0,-14-11-439 0 0,1-1 0 0 0,-1 0 1 0 0,1 0-1 0 0,1-2 0 0 0,-1 1 0 0 0,1-1 0 0 0,0-1 0 0 0,1-1 0 0 0,17 4 0 0 0,-11-7-7105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3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141 250 920 0 0,'-37'-18'1584'0'0,"-24"-12"10545"0"0,22 7-11391 0 0,39 23-719 0 0,0 0 0 0 0,-1 0 0 0 0,1 0 1 0 0,0-1-1 0 0,0 1 0 0 0,-1 0 0 0 0,1 0 0 0 0,0 0 0 0 0,0-1 0 0 0,0 1 0 0 0,-1 0 0 0 0,1 0 0 0 0,0-1 0 0 0,0 1 0 0 0,0 0 0 0 0,0-1 0 0 0,0 1 1 0 0,-1 0-1 0 0,1-1 0 0 0,0 1 0 0 0,0 0 0 0 0,0-1 0 0 0,0 1 0 0 0,0 0 0 0 0,0-1 0 0 0,0 1 0 0 0,0 0 0 0 0,0-1 0 0 0,0 1 0 0 0,0 0 0 0 0,1 0 0 0 0,-1-1 1 0 0,0 1-1 0 0,0 0 0 0 0,0-1 0 0 0,0 1 0 0 0,12-13-37 0 0,24-7-590 0 0,-32 17 615 0 0,43-20 428 0 0,0 3 0 0 0,2 1 0 0 0,1 2 1 0 0,0 3-1 0 0,1 1 0 0 0,0 3 0 0 0,0 2 0 0 0,1 3 0 0 0,97 2 1 0 0,-105 7-227 0 0,0 2 0 0 0,0 1 1 0 0,-1 3-1 0 0,0 2 0 0 0,0 1 1 0 0,-1 3-1 0 0,-1 1 0 0 0,52 30 1 0 0,33 28-1164 0 0,133 104 0 0 0,-250-172 851 0 0,36 28 50 0 0,-1 2 1 0 0,-2 2 0 0 0,-2 2-1 0 0,-2 2 1 0 0,-1 1-1 0 0,-3 2 1 0 0,-1 1 0 0 0,30 60-1 0 0,14 50-231 0 0,76 221 0 0 0,-90-209 152 0 0,95 178 1 0 0,-109-264 448 0 0,4-1 0 0 0,3-3 0 0 0,4-2-1 0 0,89 87 1 0 0,-112-128 41 0 0,2-2 0 0 0,2-2 0 0 0,1-2-1 0 0,74 41 1 0 0,195 75 302 0 0,-243-121-621 0 0,1-2 1 0 0,0-3-1 0 0,2-4 1 0 0,104 11-1 0 0,-164-25-438 0 0,1-1 0 0 0,-1 0 0 0 0,1-1 0 0 0,-1 0 0 0 0,1-1 0 0 0,-1 0 0 0 0,15-3-1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4:23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0 11378 0 0,'-18'2'3418'0'0,"30"14"1807"0"0,5 1-5290 0 0,17 26 669 0 0,77 74-1 0 0,-94-102-473 0 0,0-1-1 0 0,2 0 1 0 0,0-1-1 0 0,0-1 1 0 0,1-1-1 0 0,0-1 1 0 0,31 11-1 0 0,-50-21-113 0 0,0 0-1 0 0,0 0 0 0 0,0 1 0 0 0,0-1 0 0 0,-1 0 0 0 0,1 0 0 0 0,0 0 0 0 0,0 1 0 0 0,0-1 0 0 0,-1 0 0 0 0,1 1 0 0 0,0-1 1 0 0,0 1-1 0 0,-1-1 0 0 0,1 1 0 0 0,0-1 0 0 0,-1 1 0 0 0,1-1 0 0 0,0 1 0 0 0,-1 0 0 0 0,1-1 0 0 0,-1 1 0 0 0,1 0 1 0 0,-1 0-1 0 0,0-1 0 0 0,1 1 0 0 0,-1 0 0 0 0,0 0 0 0 0,1-1 0 0 0,-1 1 0 0 0,0 0 0 0 0,0 0 0 0 0,0 0 0 0 0,0 0 1 0 0,0 0-1 0 0,0-1 0 0 0,0 1 0 0 0,0 1 0 0 0,-2 1 26 0 0,0 1-1 0 0,0-1 1 0 0,0 1 0 0 0,0-1 0 0 0,-1 0 0 0 0,0 0-1 0 0,-3 3 1 0 0,5-5-42 0 0,-45 44 388 0 0,-89 67 0 0 0,-65 27-1559 0 0,161-112 339 0 0,-11 7-7014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5:10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7 147 6913 0 0,'-7'-5'4962'0'0,"7"4"-4820"0"0,2-15 2232 0 0,12-11-416 0 0,-1 16-1451 0 0,0 0 0 0 0,1 1 0 0 0,0 0 1 0 0,0 2-1 0 0,1-1 0 0 0,1 2 0 0 0,-1 0 0 0 0,1 0 0 0 0,25-5 1 0 0,-37 11-515 0 0,0-1-1 0 0,-1 2 1 0 0,1-1 0 0 0,0 0 0 0 0,0 1 0 0 0,0 0 0 0 0,0 0 0 0 0,0 0 0 0 0,0 0 0 0 0,0 1 0 0 0,0-1 0 0 0,0 1 0 0 0,0 0-1 0 0,0 0 1 0 0,0 1 0 0 0,-1-1 0 0 0,1 1 0 0 0,0 0 0 0 0,-1 0 0 0 0,0 0 0 0 0,1 0 0 0 0,-1 0 0 0 0,0 1 0 0 0,0 0 0 0 0,0-1 0 0 0,4 7-1 0 0,-3-3-65 0 0,-1-1 0 0 0,1 1 0 0 0,-1 0 0 0 0,-1 1 0 0 0,1-1 0 0 0,-1 1 0 0 0,0-1 0 0 0,-1 1 0 0 0,1-1 0 0 0,-1 1 0 0 0,-1 0 0 0 0,1 0 0 0 0,-1-1-1 0 0,0 1 1 0 0,-2 8 0 0 0,-1 4-34 0 0,0 1-1 0 0,-2-1 0 0 0,0 0 0 0 0,-2-1 1 0 0,-15 33-1 0 0,-55 82 384 0 0,26-50 222 0 0,50-81-399 0 0,0 0 0 0 0,0 0 0 0 0,0 0 0 0 0,0 0 0 0 0,0 0 0 0 0,0 0 0 0 0,0 1 0 0 0,1-1 0 0 0,-1 0 0 0 0,1 1 0 0 0,0-1 0 0 0,0 4 0 0 0,0-6-68 0 0,0 0 1 0 0,0 1-1 0 0,0-1 0 0 0,0 0 0 0 0,0 1 0 0 0,0-1 0 0 0,1 0 0 0 0,-1 1 0 0 0,0-1 0 0 0,0 0 0 0 0,0 1 0 0 0,1-1 0 0 0,-1 0 0 0 0,0 0 0 0 0,0 1 0 0 0,1-1 0 0 0,-1 0 0 0 0,0 0 0 0 0,1 0 0 0 0,-1 1 0 0 0,0-1 0 0 0,1 0 0 0 0,-1 0 0 0 0,0 0 0 0 0,1 0 0 0 0,-1 0 0 0 0,1 1 0 0 0,18-5 308 0 0,56-30 133 0 0,33-11 13 0 0,-95 41-660 0 0,0 0 0 0 0,0 1 0 0 0,1 1 0 0 0,-1 0 0 0 0,1 1 0 0 0,21 0 0 0 0,-24 2-483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3T22:28:0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618 152 456 0 0,'0'-6'120'0'0,"0"0"0"0"0,0 0 0 0 0,-1 0 0 0 0,0 0-1 0 0,-1 0 1 0 0,1 0 0 0 0,-1 0 0 0 0,0 0 0 0 0,-1 1 0 0 0,1-1 0 0 0,-1 1 0 0 0,0 0-1 0 0,0 0 1 0 0,-1 0 0 0 0,0 0 0 0 0,0 0 0 0 0,0 1 0 0 0,-6-5 0 0 0,4 4 28 0 0,0 0 0 0 0,-1 1-1 0 0,0 0 1 0 0,0 0 0 0 0,0 0 0 0 0,0 1 0 0 0,-1 0 0 0 0,1 1 0 0 0,-1 0 0 0 0,0 0 0 0 0,0 0 0 0 0,0 1 0 0 0,-10 0 0 0 0,-4 0 45 0 0,0 1 0 0 0,0 1-1 0 0,1 1 1 0 0,-1 0 0 0 0,0 2 0 0 0,-25 8 0 0 0,37-9-54 0 0,1 1 0 0 0,-1 0-1 0 0,1 1 1 0 0,0 0 0 0 0,0 0 0 0 0,0 1 0 0 0,1 0 0 0 0,0 1 0 0 0,0 0 0 0 0,1 0 0 0 0,0 0 0 0 0,0 1 0 0 0,1 0 0 0 0,0 1 0 0 0,-7 11 0 0 0,-17 39-67 0 0,2 2 0 0 0,2 0 1 0 0,-22 87-1 0 0,44-131 282 0 0,1 1 0 0 0,1 0 1 0 0,0 0-1 0 0,1 0 0 0 0,1 0 0 0 0,1 0 0 0 0,0 0 0 0 0,7 31 0 0 0,7 11-85 0 0,25 69-1 0 0,-28-93-208 0 0,-2-12 86 0 0,1-1 1 0 0,1 1 0 0 0,1-2-1 0 0,1 0 1 0 0,1 0 0 0 0,1-1 0 0 0,1-1-1 0 0,1-1 1 0 0,0 0 0 0 0,1-2-1 0 0,1 0 1 0 0,1-1 0 0 0,40 23-1 0 0,-41-29-110 0 0,1-1-1 0 0,0-1 0 0 0,1-1 0 0 0,0-1 1 0 0,0 0-1 0 0,0-2 0 0 0,1-1 1 0 0,-1-1-1 0 0,1 0 0 0 0,0-2 0 0 0,-1-1 1 0 0,1 0-1 0 0,0-2 0 0 0,-1 0 0 0 0,1-2 1 0 0,-1-1-1 0 0,28-10 0 0 0,-32 7-18 0 0,-1 0 0 0 0,0-1 0 0 0,0 0 0 0 0,-1-2 0 0 0,-1 0 0 0 0,0 0 0 0 0,19-21 0 0 0,-10 6 17 0 0,-1-1 0 0 0,-1-2 0 0 0,20-33 0 0 0,-24 31-21 0 0,-2-1-1 0 0,-1-1 1 0 0,-2 0-1 0 0,-1-1 1 0 0,13-66-1 0 0,-23 85 0 0 0,0-1 0 0 0,-1 1 1 0 0,-1-1-1 0 0,-1 1 0 0 0,0-1 0 0 0,-5-23 1 0 0,-31-97 106 0 0,12 51-87 0 0,18 58-27 0 0,4 11 9 0 0,-2-1 1 0 0,0 1-1 0 0,-10-21 0 0 0,12 33-11 0 0,0-1 0 0 0,0 2 0 0 0,0-1 0 0 0,0 0-1 0 0,-1 1 1 0 0,0-1 0 0 0,0 1 0 0 0,0 0 0 0 0,0 0-1 0 0,-1 1 1 0 0,1-1 0 0 0,-1 1 0 0 0,0 0 0 0 0,-8-3-1 0 0,-47-17-185 0 0,-113-27 0 0 0,16 6-172 0 0,155 43 271 0 0,-2-1-163 0 0,0 1 0 0 0,0 0 0 0 0,0-1-1 0 0,0 2 1 0 0,0-1 0 0 0,-1 0 0 0 0,1 1-1 0 0,0 0 1 0 0,0 0 0 0 0,-7 0 0 0 0,0 5-4262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8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380 204 7834 0 0,'1'-13'860'0'0,"-1"0"0"0"0,0 0-1 0 0,-1 0 1 0 0,0 0 0 0 0,-1 0 0 0 0,-1 1 0 0 0,0-1 0 0 0,0 1 0 0 0,-11-23 0 0 0,13 32-746 0 0,0-1 0 0 0,-1 1 0 0 0,0 0-1 0 0,0 0 1 0 0,0 0 0 0 0,0 0 0 0 0,0 0 0 0 0,0 1 0 0 0,-1-1 0 0 0,0 1 0 0 0,1-1 0 0 0,-1 1-1 0 0,0 0 1 0 0,0 0 0 0 0,0 0 0 0 0,0 0 0 0 0,0 1 0 0 0,-1 0 0 0 0,1-1 0 0 0,-1 1 0 0 0,1 0-1 0 0,0 0 1 0 0,-1 1 0 0 0,0-1 0 0 0,1 1 0 0 0,-1 0 0 0 0,1-1 0 0 0,-1 2 0 0 0,1-1 0 0 0,-1 0-1 0 0,0 1 1 0 0,1 0 0 0 0,-1-1 0 0 0,-5 4 0 0 0,-1-1-69 0 0,-1 1 0 0 0,1 0 0 0 0,1 1-1 0 0,-1 0 1 0 0,1 1 0 0 0,0 0 0 0 0,0 0 0 0 0,0 1 0 0 0,1 0 0 0 0,-11 12-1 0 0,4 0-51 0 0,1 1 0 0 0,1 1 0 0 0,1 0 0 0 0,1 1 0 0 0,1 0 0 0 0,0 1 0 0 0,2 0 0 0 0,-10 45 0 0 0,10-27-2 0 0,1-1 0 0 0,3 2 0 0 0,1-1 0 0 0,4 62 0 0 0,0-87-39 0 0,1-1-1 0 0,1 1 0 0 0,0 0 0 0 0,1-1 0 0 0,0 0 0 0 0,2 0 1 0 0,0 0-1 0 0,0 0 0 0 0,1-1 0 0 0,1 0 0 0 0,11 15 0 0 0,-12-20 14 0 0,-1-2 0 0 0,1 1 0 0 0,0-1-1 0 0,1 0 1 0 0,-1-1 0 0 0,1 1-1 0 0,1-1 1 0 0,-1-1 0 0 0,1 0 0 0 0,0 0-1 0 0,0-1 1 0 0,1 0 0 0 0,-1 0 0 0 0,1-1-1 0 0,0-1 1 0 0,0 1 0 0 0,0-2-1 0 0,14 2 1 0 0,-14-3-19 0 0,-1-1 0 0 0,1 1 0 0 0,-1-2 0 0 0,1 1 0 0 0,-1-1 0 0 0,0-1 0 0 0,0 0 0 0 0,0 0 0 0 0,0 0 0 0 0,0-1 0 0 0,0-1 0 0 0,-1 0 0 0 0,9-6 0 0 0,-14 9-28 0 0,1-1 0 0 0,-1 1 0 0 0,0-1 1 0 0,0 0-1 0 0,0 0 0 0 0,0 0 0 0 0,0-1 1 0 0,-1 1-1 0 0,1-1 0 0 0,-1 1 0 0 0,0-1 1 0 0,0 0-1 0 0,0 0 0 0 0,-1 0 0 0 0,1 0 1 0 0,-1 0-1 0 0,0 0 0 0 0,0 0 0 0 0,-1-1 0 0 0,1 1 1 0 0,-1 0-1 0 0,0 0 0 0 0,0-1 0 0 0,0 1 1 0 0,-1 0-1 0 0,1 0 0 0 0,-1-1 0 0 0,0 1 1 0 0,0 0-1 0 0,-1 0 0 0 0,-2-6 0 0 0,-6-7-1273 0 0,0-1-1 0 0,-26-30 0 0 0,25 34 643 0 0,-1-1 1 0 0,2 0-1 0 0,0-1 1 0 0,-14-31-1 0 0,22 42 685 0 0,0 0-1 0 0,1 0 1 0 0,0 0-1 0 0,0 0 1 0 0,0 0-1 0 0,1 0 1 0 0,-1 0-1 0 0,1-1 0 0 0,0 1 1 0 0,1 0-1 0 0,0 0 1 0 0,-1 0-1 0 0,1 0 1 0 0,1 0-1 0 0,-1 0 1 0 0,1 0-1 0 0,0 0 1 0 0,0 0-1 0 0,0 1 1 0 0,1-1-1 0 0,6-7 1 0 0,-6 7 214 0 0,1 0 1 0 0,1 0-1 0 0,-1 1 1 0 0,0-1-1 0 0,1 1 1 0 0,0 1 0 0 0,0-1-1 0 0,0 0 1 0 0,1 1-1 0 0,-1 0 1 0 0,1 1-1 0 0,-1-1 1 0 0,1 1 0 0 0,0 0-1 0 0,0 0 1 0 0,0 1-1 0 0,0 0 1 0 0,0 0-1 0 0,12 0 1 0 0,-13 1-1 0 0,-1 0 1 0 0,1 1-1 0 0,0 0 1 0 0,0 0-1 0 0,-1 0 1 0 0,1 0-1 0 0,0 1 1 0 0,-1-1 0 0 0,1 1-1 0 0,-1 0 1 0 0,0 1-1 0 0,0-1 1 0 0,0 1-1 0 0,0 0 1 0 0,0 0-1 0 0,0 0 1 0 0,-1 0-1 0 0,1 1 1 0 0,-1 0-1 0 0,0-1 1 0 0,0 1-1 0 0,-1 0 1 0 0,1 0-1 0 0,-1 1 1 0 0,3 6-1 0 0,5 19 409 0 0,-1 0-1 0 0,-1 1 0 0 0,-2 0 1 0 0,-2 1-1 0 0,2 39 1 0 0,-4-36-289 0 0,2 0 0 0 0,1-1 1 0 0,19 68-1 0 0,-20-94-1108 0 0,0-1-250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8.7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7834 0 0,'1'3'4569'0'0,"1"11"-2087"0"0,2 6-1108 0 0,-1 31 587 0 0,-4 80 0 0 0,0 11-1662 0 0,3-119-348 0 0,1-1 0 0 0,0 1 1 0 0,1-1-1 0 0,11 30 0 0 0,-10-36-903 0 0,1-1-296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9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1 211 8754 0 0,'6'-4'5683'0'0,"-6"4"-5587"0"0,14 2 1189 0 0,4 9-733 0 0,-1 2 0 0 0,-1 0 1 0 0,0 1-1 0 0,-1 0 0 0 0,15 19 0 0 0,21 18 240 0 0,-27-28-440 0 0,74 61 623 0 0,-88-77-888 0 0,0 0-1 0 0,1 0 1 0 0,0-1-1 0 0,0-1 1 0 0,0 0-1 0 0,1 0 1 0 0,0-1-1 0 0,13 2 1 0 0,-23-5-67 0 0,0-1 0 0 0,0 0 0 0 0,1 1 0 0 0,-1-1 0 0 0,0 0 0 0 0,0 0 0 0 0,0-1 0 0 0,0 1 0 0 0,0 0 0 0 0,0-1 1 0 0,0 1-1 0 0,0-1 0 0 0,0 1 0 0 0,0-1 0 0 0,-1 0 0 0 0,1 0 0 0 0,0 0 0 0 0,0 0 0 0 0,0 0 0 0 0,-1-1 0 0 0,1 1 0 0 0,-1 0 0 0 0,1-1 0 0 0,-1 1 1 0 0,0-1-1 0 0,1 0 0 0 0,-1 1 0 0 0,0-1 0 0 0,0 0 0 0 0,0 0 0 0 0,0 1 0 0 0,0-1 0 0 0,-1 0 0 0 0,1 0 0 0 0,0 0 0 0 0,-1-2 0 0 0,3-10 69 0 0,-1 1 0 0 0,0 0-1 0 0,-1-1 1 0 0,-1-19 0 0 0,0 15 29 0 0,-5-216 439 0 0,1 119-7763 0 0,4 91 28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9.4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 8754 0 0,'13'-21'14047'0'0,"-12"22"-13848"0"0,6 9-1104 0 0,14 50 1302 0 0,23 107 0 0 0,-13-41-137 0 0,-6-48-1149 0 0,3-1 0 0 0,47 89 0 0 0,-73-163 479 0 0,-1 0 0 0 0,1-1 0 0 0,-1 1 1 0 0,1 0-1 0 0,0-1 0 0 0,0 1 0 0 0,0-1 1 0 0,1 1-1 0 0,-1-1 0 0 0,0 0 0 0 0,4 2 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49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30 129 1840 0 0,'-16'-22'87'0'0,"14"18"735"0"0,0 0-1 0 0,0 0 1 0 0,0 0 0 0 0,1-1 0 0 0,0 1-1 0 0,0 0 1 0 0,-1-7 0 0 0,2 8-341 0 0,-1 1 1 0 0,1 0-1 0 0,1-1 1 0 0,-1 1-1 0 0,0 0 1 0 0,0-1-1 0 0,1 1 1 0 0,0 0-1 0 0,-1-1 1 0 0,1 1-1 0 0,0 0 1 0 0,0 0-1 0 0,0 0 1 0 0,2-4-1 0 0,-1 4-357 0 0,0 0 0 0 0,0 0 0 0 0,-1 1 0 0 0,1-1 0 0 0,0 0 0 0 0,1 1 0 0 0,-1-1-1 0 0,0 1 1 0 0,4-2 0 0 0,-1 1 79 0 0,1 0 0 0 0,-1 0 0 0 0,1 1-1 0 0,0-1 1 0 0,-1 1 0 0 0,1 1 0 0 0,0-1 0 0 0,-1 1-1 0 0,1 0 1 0 0,0 0 0 0 0,0 1 0 0 0,-1 0-1 0 0,1 0 1 0 0,0 0 0 0 0,-1 1 0 0 0,1-1-1 0 0,-1 2 1 0 0,0-1 0 0 0,1 0 0 0 0,-1 1 0 0 0,0 0-1 0 0,-1 0 1 0 0,10 8 0 0 0,-1-1-112 0 0,-1 1 1 0 0,0 1-1 0 0,-1 0 1 0 0,0 1-1 0 0,-1 0 1 0 0,-1 0-1 0 0,10 18 1 0 0,-11-15-94 0 0,0 0 1 0 0,-1 1-1 0 0,-1-1 1 0 0,0 2-1 0 0,-1-1 1 0 0,-1 1-1 0 0,-1-1 1 0 0,0 1 0 0 0,-1 0-1 0 0,-1 28 1 0 0,-2-28-619 0 0,-1-1 0 0 0,-1 0 0 0 0,-7 27 1 0 0,2-19-6620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50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59 9674 0 0,'-5'-7'1737'0'0,"1"-2"-1"0"0,0 1 1 0 0,1 0 0 0 0,-5-18-1 0 0,19 122 1086 0 0,-7-57-2853 0 0,7 40-1 0 0,-3-45 51 0 0,2-1-1 0 0,1 0 0 0 0,1-1 0 0 0,1 0 0 0 0,2-1 0 0 0,31 48 0 0 0,-30-57 2 0 0,1 1 0 0 0,1-2-1 0 0,1 0 1 0 0,1-1 0 0 0,0-2 0 0 0,2 0-1 0 0,0-1 1 0 0,40 24 0 0 0,-5-11 155 0 0,1-3 0 0 0,77 25-1 0 0,128 22 595 0 0,-239-67-758 0 0,0-2 0 0 0,0-1-1 0 0,1-1 1 0 0,-1-1 0 0 0,1-1-1 0 0,0-2 1 0 0,-1 0 0 0 0,1-1-1 0 0,-1-2 1 0 0,42-11 0 0 0,-22 6-2828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39:5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66 920 0 0,'-9'-26'2642'0'0,"-6"-13"8751"0"0,24 56-8999 0 0,1-1 1 0 0,17 23-1 0 0,-13-21-2328 0 0,1-2 1 0 0,1 1-1 0 0,0-2 1 0 0,2 0 0 0 0,-1-1-1 0 0,2-1 1 0 0,21 12-1 0 0,-38-23-37 0 0,1-1 0 0 0,-1 0 0 0 0,1 1 0 0 0,-1-1 0 0 0,0 1 0 0 0,1 0 0 0 0,-1-1 0 0 0,0 1 0 0 0,0 0 0 0 0,0 1 0 0 0,2 3 0 0 0,-4-5-11 0 0,1 0-1 0 0,-1 0 0 0 0,0 1 0 0 0,0-1 1 0 0,0 0-1 0 0,0 0 0 0 0,-1 1 0 0 0,1-1 1 0 0,0 0-1 0 0,0 0 0 0 0,-1 0 0 0 0,1 1 0 0 0,-1-1 1 0 0,1 0-1 0 0,-1 0 0 0 0,0 0 0 0 0,1 0 1 0 0,-1 0-1 0 0,0 0 0 0 0,1 0 0 0 0,-1 0 1 0 0,0 0-1 0 0,0 0 0 0 0,0-1 0 0 0,0 1 1 0 0,0 0-1 0 0,-2 1 0 0 0,-60 45 292 0 0,45-36-464 0 0,1 2 0 0 0,-29 27 0 0 0,34-26-305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18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1 483 3225 0 0,'73'-81'3111'0'0,"-16"24"-982"0"0,124-93 1 0 0,85-21-2300 0 0,-245 158-2379 0 0,1 3-838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19.1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61 3225 0 0,'-38'11'2950'0'0,"30"-7"-29"0"0,28-9-1208 0 0,36-13-547 0 0,-13 3-295 0 0,83-17 1 0 0,-113 30-824 0 0,0 0 0 0 0,0 1 0 0 0,1 1 1 0 0,-1 0-1 0 0,0 0 0 0 0,0 2 0 0 0,0-1 1 0 0,0 2-1 0 0,0 0 0 0 0,0 0 0 0 0,12 6 0 0 0,-23-8-18 0 0,-1-1-1 0 0,0 1 0 0 0,1 0 1 0 0,-1 0-1 0 0,0 0 0 0 0,1 0 1 0 0,-1 0-1 0 0,0 1 0 0 0,0-1 0 0 0,0 0 1 0 0,0 0-1 0 0,0 1 0 0 0,0-1 1 0 0,-1 1-1 0 0,1-1 0 0 0,0 1 1 0 0,-1-1-1 0 0,1 1 0 0 0,-1-1 1 0 0,0 1-1 0 0,1-1 0 0 0,-1 1 0 0 0,0 0 1 0 0,0-1-1 0 0,0 1 0 0 0,0-1 1 0 0,0 1-1 0 0,0 0 0 0 0,0-1 1 0 0,-1 1-1 0 0,1-1 0 0 0,-1 1 1 0 0,0 2-1 0 0,-3 8 238 0 0,0-1 1 0 0,-1 1-1 0 0,-10 15 1 0 0,8-13-45 0 0,4-8-283 0 0,-46 96 1264 0 0,23-32-6637 0 0,19-45 145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2.4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18 408 6913 0 0,'-15'-13'1094'0'0,"14"13"-987"0"0,1 0-1 0 0,0-1 0 0 0,0 1 1 0 0,0 0-1 0 0,-1-1 0 0 0,1 1 1 0 0,0 0-1 0 0,0-1 0 0 0,0 1 1 0 0,0 0-1 0 0,0-1 0 0 0,0 1 1 0 0,0 0-1 0 0,0-1 0 0 0,0 1 1 0 0,0 0-1 0 0,0-1 1 0 0,0 1-1 0 0,0 0 0 0 0,0-1 1 0 0,0 1-1 0 0,0 0 0 0 0,0-1 1 0 0,0 1-1 0 0,0 0 0 0 0,1-1 1 0 0,-1 1-1 0 0,0-1 0 0 0,2 0 55 0 0,-1 1 1 0 0,0-1-1 0 0,1 0 0 0 0,-1 1 0 0 0,1-1 0 0 0,-1 1 0 0 0,1-1 0 0 0,-1 1 0 0 0,1-1 1 0 0,-1 1-1 0 0,1 0 0 0 0,0 0 0 0 0,-1 0 0 0 0,1 0 0 0 0,-1 0 0 0 0,1 1 0 0 0,0-1 0 0 0,-1 0 1 0 0,3 1-1 0 0,11 3-13 0 0,0 1 0 0 0,-1 0 1 0 0,0 1-1 0 0,0 1 0 0 0,19 11 1 0 0,66 49 132 0 0,-63-40-91 0 0,59 44 237 0 0,-53-38 316 0 0,1-1-1 0 0,72 38 0 0 0,-114-69-701 0 0,-1-1 0 0 0,1 1 0 0 0,-1-1 0 0 0,1 1 0 0 0,-1-1 0 0 0,1 0 0 0 0,-1 1 0 0 0,1-1 0 0 0,0 0 0 0 0,-1 1 0 0 0,1-1 0 0 0,0 0 0 0 0,-1 0 0 0 0,1 0 0 0 0,0 0 0 0 0,-1 0 0 0 0,1 0 0 0 0,0 1 0 0 0,-1-2 0 0 0,1 1 0 0 0,0 0 0 0 0,-1 0 0 0 0,1 0 0 0 0,0 0 0 0 0,-1 0 0 0 0,1 0 0 0 0,0-1 0 0 0,-1 1 0 0 0,1 0 0 0 0,0-1 0 0 0,-1 1 0 0 0,1 0 0 0 0,-1-1 0 0 0,1 1 0 0 0,-1-1 0 0 0,1 1 0 0 0,-1-1 0 0 0,1 1 0 0 0,-1-1-1 0 0,1 1 1 0 0,-1-1 0 0 0,0 1 0 0 0,1-1 0 0 0,-1 0 0 0 0,0 1 0 0 0,0-1 0 0 0,1 0 0 0 0,-1 1 0 0 0,0-1 0 0 0,0 0 0 0 0,0 1 0 0 0,0-1 0 0 0,0 0 0 0 0,0 1 0 0 0,0-1 0 0 0,0 0 0 0 0,0 1 0 0 0,0-1 0 0 0,0 0 0 0 0,0 1 0 0 0,0-1 0 0 0,-1-1 0 0 0,0-9 236 0 0,-1 0 0 0 0,-1 1 0 0 0,-3-13 0 0 0,3 14-177 0 0,-36-149-248 0 0,-33-296 0 0 0,69 421-2426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2.9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20 4609 0 0,'-12'-19'4010'0'0,"3"32"-1333"0"0,8-9-2563 0 0,-1 1 0 0 0,1 0 0 0 0,0-1-1 0 0,0 1 1 0 0,0 0 0 0 0,0 0 0 0 0,1-1 0 0 0,0 1 0 0 0,0 0 0 0 0,0 0 0 0 0,1 0 0 0 0,0 0 0 0 0,0-1 0 0 0,0 1 0 0 0,0 0 0 0 0,1-1 0 0 0,-1 1 0 0 0,1-1 0 0 0,0 0-1 0 0,1 1 1 0 0,-1-1 0 0 0,1 0 0 0 0,0 0 0 0 0,0-1 0 0 0,0 1 0 0 0,0 0 0 0 0,7 4 0 0 0,4 3-15 0 0,-1 0 0 0 0,2-2 0 0 0,-1 0-1 0 0,1 0 1 0 0,1-1 0 0 0,23 7 0 0 0,-38-14-7 0 0,1-1-1 0 0,-1 1 1 0 0,1-1 0 0 0,-1 1 0 0 0,1-1-1 0 0,-1 1 1 0 0,1 0 0 0 0,-1 0-1 0 0,1 0 1 0 0,-1 0 0 0 0,0 0 0 0 0,1 0-1 0 0,-1 0 1 0 0,0 0 0 0 0,0 0-1 0 0,0 0 1 0 0,0 1 0 0 0,0-1 0 0 0,0 1-1 0 0,0-1 1 0 0,-1 0 0 0 0,1 1-1 0 0,0 0 1 0 0,-1-1 0 0 0,1 1 0 0 0,-1-1-1 0 0,0 1 1 0 0,1-1 0 0 0,-1 1 0 0 0,0 0-1 0 0,0 3 1 0 0,-2 0 103 0 0,1 0 1 0 0,-1 0-1 0 0,0 0 1 0 0,0 0-1 0 0,-1-1 1 0 0,1 1-1 0 0,-1 0 1 0 0,-6 7-1 0 0,-4 5-52 0 0,-1 0 0 0 0,0-1 0 0 0,-1 0 0 0 0,-1-1 0 0 0,0-1 0 0 0,-1 0 0 0 0,-31 18 0 0 0,43-30-1960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6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18 220 3225 0 0,'-1'0'160'0'0,"1"0"0"0"0,-1 0 0 0 0,0 0 0 0 0,1 0 0 0 0,-1 0 1 0 0,0 0-1 0 0,1 0 0 0 0,-1 0 0 0 0,1 0 0 0 0,-1-1 0 0 0,0 1 0 0 0,1 0 1 0 0,-1 0-1 0 0,0 0 0 0 0,1-1 0 0 0,-1 1 0 0 0,1 0 0 0 0,-1-1 0 0 0,1 1 1 0 0,-1-1-1 0 0,1 1 0 0 0,-1 0 0 0 0,1-1 0 0 0,-1 1 0 0 0,1-1 0 0 0,-1 1 1 0 0,1-1-1 0 0,0 0 0 0 0,-1 1 0 0 0,1-1 0 0 0,0-1 55 0 0,0 1 0 0 0,0-1 0 0 0,0 1 0 0 0,0-1 0 0 0,0 1 0 0 0,0-1-1 0 0,0 1 1 0 0,1-1 0 0 0,-1 1 0 0 0,1-1 0 0 0,-1 1 0 0 0,1-1 0 0 0,1 0 0 0 0,32-49 2191 0 0,-26 41-2099 0 0,7-11-45 0 0,-2 3 311 0 0,0-1 0 0 0,2 2 1 0 0,25-25-1 0 0,-27 31-900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6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0 158 6913 0 0,'8'-10'305'0'0,"-2"3"63"0"0,-1-1-296 0 0,0 1-72 0 0,1 2 0 0 0,-2 1 0 0 0,3-1-336 0 0,5-6-81 0 0,6-5-23 0 0,8-6 0 0 0,5 0 360 0 0,-3 0 80 0 0,-6 3 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7.9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23 186 5065 0 0,'-2'-1'139'0'0,"0"0"0"0"0,1 0-1 0 0,-1 0 1 0 0,1 0 0 0 0,0-1 0 0 0,-1 1-1 0 0,1-1 1 0 0,0 1 0 0 0,0-1-1 0 0,0 1 1 0 0,0-1 0 0 0,0 0 0 0 0,0 1-1 0 0,0-1 1 0 0,1 0 0 0 0,-1 0 0 0 0,1 0-1 0 0,-1 1 1 0 0,1-1 0 0 0,0 0 0 0 0,0 0-1 0 0,0-2 1 0 0,-1-2 343 0 0,1 0 1 0 0,-1 0-1 0 0,2 0 0 0 0,-1 0 0 0 0,1 0 1 0 0,1-6-1 0 0,1 5 25 0 0,0 0 0 0 0,0 0 0 0 0,0 1 0 0 0,1-1 0 0 0,0 1 0 0 0,1 0 0 0 0,-1 1 0 0 0,1-1 0 0 0,9-7 0 0 0,-12 10-347 0 0,1 0 0 0 0,0 1 0 0 0,0-1 0 0 0,1 1 0 0 0,-1 0-1 0 0,0-1 1 0 0,1 2 0 0 0,-1-1 0 0 0,1 0 0 0 0,0 1 0 0 0,0-1 0 0 0,-1 1 0 0 0,1 0 0 0 0,0 1 0 0 0,0-1-1 0 0,0 1 1 0 0,0-1 0 0 0,8 1 0 0 0,-9 2-116 0 0,0-1 0 0 0,0 0 0 0 0,0 1 0 0 0,0-1 0 0 0,0 1 0 0 0,0 0 0 0 0,-1 0 0 0 0,1 0 0 0 0,-1 0 0 0 0,1 0 0 0 0,-1 0 0 0 0,0 1 0 0 0,0 0 0 0 0,0-1 0 0 0,0 1 0 0 0,0 0 0 0 0,-1 0 0 0 0,1 0 0 0 0,1 4 0 0 0,3 10 12 0 0,0 0 0 0 0,5 25-1 0 0,-5-18 42 0 0,11 42-106 0 0,43 136 547 0 0,-47-166-1016 0 0,1 0 0 0 0,3-1-1 0 0,30 49 1 0 0,-36-67-770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0:28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12443 0 0,'-2'4'1104'0'0,"2"1"-880"0"0,0-1-224 0 0,0-3 0 0 0,0 0 256 0 0,0 2 0 0 0,0 2 8 0 0,0 5 0 0 0,0 0-264 0 0,0 0-72 0 0,3-4-8 0 0,0 0 0 0 0,2-1 80 0 0,2-2 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19.7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759 206 1840 0 0,'-104'-5'2228'0'0,"76"1"-2038"0"0,1 3 1 0 0,0 0-1 0 0,-1 1 1 0 0,1 2-1 0 0,-1 1 1 0 0,-29 7-1 0 0,37-3-29 0 0,0 0 1 0 0,0 2-1 0 0,1 0 0 0 0,0 1 1 0 0,1 1-1 0 0,0 1 0 0 0,0 0 1 0 0,1 2-1 0 0,1 0 0 0 0,1 0 1 0 0,0 2-1 0 0,-21 27 0 0 0,9-7 80 0 0,3 2 0 0 0,0 0 0 0 0,3 2 0 0 0,1 0 1 0 0,-14 44-1 0 0,28-68-225 0 0,0 0 0 0 0,1 0 0 0 0,1 1 0 0 0,0 0 0 0 0,1 0 0 0 0,1 0 0 0 0,1 0 0 0 0,0 0 0 0 0,2 0 0 0 0,0 0 0 0 0,0 0 0 0 0,2 0 1 0 0,0 0-1 0 0,1 0 0 0 0,0-1 0 0 0,2 1 0 0 0,0-1 0 0 0,11 21 0 0 0,-1-6-38 0 0,2-1 0 0 0,1 0 0 0 0,1-2 0 0 0,1 0 0 0 0,49 48 0 0 0,-55-61 6 0 0,2-2 1 0 0,-1 0-1 0 0,2-1 0 0 0,-1 0 0 0 0,2-2 0 0 0,-1 0 1 0 0,1-1-1 0 0,1-1 0 0 0,0 0 0 0 0,0-2 0 0 0,23 5 1 0 0,-7-6-140 0 0,1-1 0 0 0,0-1 0 0 0,0-2 0 0 0,0-2 0 0 0,0-2 0 0 0,0-1 0 0 0,46-11 0 0 0,-41 5 153 0 0,1-3 1 0 0,-2-2-1 0 0,0-1 0 0 0,0-2 1 0 0,67-42-1 0 0,-89 46 31 0 0,-1 0 1 0 0,0-1-1 0 0,0-1 0 0 0,-2-1 0 0 0,0-1 1 0 0,-1 0-1 0 0,-1-1 0 0 0,-1 0 1 0 0,0-1-1 0 0,-2-1 0 0 0,13-29 0 0 0,-11 19 155 0 0,-1-1 0 0 0,-2 0-1 0 0,-1-1 1 0 0,-2 0 0 0 0,-1 0-1 0 0,-1 0 1 0 0,-1-47-1 0 0,-5 47 268 0 0,-1 0 0 0 0,-2 0-1 0 0,-1 1 1 0 0,-2 0 0 0 0,-1-1 0 0 0,-2 2-1 0 0,-16-37 1 0 0,10 31 20 0 0,-3 1 0 0 0,-1 0 0 0 0,-2 2 0 0 0,-1 0 0 0 0,-40-44 0 0 0,53 67-380 0 0,-1 0-1 0 0,-1 1 0 0 0,1 0 1 0 0,-2 1-1 0 0,1 1 0 0 0,-1 0 0 0 0,0 0 1 0 0,-1 1-1 0 0,0 1 0 0 0,-17-5 0 0 0,21 8-329 0 0,1 0 0 0 0,0 1 0 0 0,0 0 0 0 0,-1 1 1 0 0,1 0-1 0 0,-1 1 0 0 0,1 0 0 0 0,-1 0 0 0 0,1 1 0 0 0,-1 0 0 0 0,1 1 0 0 0,0 0 0 0 0,0 0 0 0 0,0 1 0 0 0,0 0 0 0 0,0 1 0 0 0,-12 6 0 0 0,-2 5-4462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0.6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789 116 6913 0 0,'-23'-15'-159'0'0,"0"0"-1"0"0,-1 2 0 0 0,0 0 1 0 0,-1 2-1 0 0,0 1 0 0 0,-46-12 1 0 0,51 17 625 0 0,0 1 0 0 0,1 1 0 0 0,-1 0 0 0 0,-1 2 0 0 0,1 0 0 0 0,0 2 0 0 0,0 0 0 0 0,0 1 0 0 0,-36 9 0 0 0,41-7-285 0 0,0 2 0 0 0,0 0 0 0 0,0 0 0 0 0,1 2 0 0 0,0-1 0 0 0,0 2 0 0 0,1 0 1 0 0,0 1-1 0 0,1 0 0 0 0,0 1 0 0 0,-11 12 0 0 0,8-5-71 0 0,1 0 1 0 0,1 1-1 0 0,1 0 0 0 0,1 1 1 0 0,0 1-1 0 0,-15 42 0 0 0,10-7-69 0 0,3 0-1 0 0,1 1 0 0 0,4 0 0 0 0,2 1 1 0 0,1 75-1 0 0,4-48-29 0 0,4 0 0 0 0,3 0 0 0 0,24 115 0 0 0,-21-164-23 0 0,0 0 0 0 0,3-1 0 0 0,1 0 0 0 0,1-1 0 0 0,2-1 0 0 0,1 0 0 0 0,2-1 0 0 0,1-1 0 0 0,1 0 0 0 0,34 34 0 0 0,165 142-60 0 0,-196-187 45 0 0,2 0 0 0 0,0-1 0 0 0,2-2 0 0 0,49 24-1 0 0,-58-33-91 0 0,0 0 0 0 0,1-2 0 0 0,0 0 0 0 0,0-1-1 0 0,1-1 1 0 0,-1-1 0 0 0,1-1 0 0 0,29 0 0 0 0,-39-3 40 0 0,0 0 0 0 0,0 0 0 0 0,-1-2-1 0 0,1 1 1 0 0,0-1 0 0 0,-1-1 0 0 0,0 0 0 0 0,1 0 0 0 0,-2-1 0 0 0,1 0 0 0 0,0-1 0 0 0,-1 0 0 0 0,0-1 0 0 0,-1 1 0 0 0,15-16 0 0 0,2-6 611 0 0,-2-1 0 0 0,-1-1-1 0 0,24-44 1 0 0,-10 17 291 0 0,-7 9-685 0 0,-1-2-1 0 0,-3-1 1 0 0,-2-1-1 0 0,17-58 1 0 0,-18 36 130 0 0,-4-1 0 0 0,13-111-1 0 0,-29 157-153 0 0,-1 0 0 0 0,-1 0-1 0 0,-2 0 1 0 0,-1 1 0 0 0,-2-1-1 0 0,0 1 1 0 0,-2 0-1 0 0,-1 0 1 0 0,-21-47 0 0 0,-10-8 890 0 0,-86-134 0 0 0,114 199-1196 0 0,0 0 0 0 0,-1 1-1 0 0,-1 0 1 0 0,0 1 0 0 0,-1 0 0 0 0,-1 1 0 0 0,-1 1 0 0 0,0 1 0 0 0,-1 0-1 0 0,-33-19 1 0 0,32 22-5768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1.6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1071 184 6913 0 0,'-39'-38'1530'0'0,"-76"-59"0"0"0,106 91-1260 0 0,0 0 0 0 0,0 1 0 0 0,-1-1 0 0 0,0 2 0 0 0,0 0 0 0 0,0 0 1 0 0,-1 0-1 0 0,1 2 0 0 0,-1-1 0 0 0,0 1 0 0 0,0 1 0 0 0,0 0 0 0 0,1 0 0 0 0,-1 1 0 0 0,0 0 1 0 0,0 1-1 0 0,0 1 0 0 0,0 0 0 0 0,0 0 0 0 0,1 1 0 0 0,-1 0 0 0 0,1 1 0 0 0,0 0 0 0 0,0 0 1 0 0,-13 9-1 0 0,-156 80 919 0 0,104-59-954 0 0,58-27-224 0 0,0 0 1 0 0,0 2-1 0 0,0-1 1 0 0,1 2-1 0 0,0 0 1 0 0,-19 17-1 0 0,3 5-11 0 0,2 0 0 0 0,1 2 0 0 0,2 1 0 0 0,-41 70 0 0 0,58-85-5 0 0,1 0 0 0 0,1 0 0 0 0,1 0 0 0 0,0 1 0 0 0,2 0 0 0 0,0 0 0 0 0,2 1 0 0 0,0-1 0 0 0,2 1 0 0 0,0 0 0 0 0,1-1-1 0 0,1 1 1 0 0,1 0 0 0 0,1-1 0 0 0,1 1 0 0 0,1-1 0 0 0,12 34 0 0 0,-5-33-233 0 0,0 0 1 0 0,2-1-1 0 0,0 0 0 0 0,1-1 0 0 0,1 0 0 0 0,27 25 1 0 0,-9-9-72 0 0,-11-13 51 0 0,1 0 1 0 0,1-2 0 0 0,1-1 0 0 0,1-1-1 0 0,1-1 1 0 0,36 17 0 0 0,-13-10-657 0 0,1-3-1 0 0,99 27 1 0 0,-115-41 650 0 0,0-2 0 0 0,1-1 1 0 0,-1-2-1 0 0,1-1 0 0 0,0-2 0 0 0,0-2 1 0 0,-1-1-1 0 0,45-10 0 0 0,-68 10 242 0 0,0-1 0 0 0,0 0 0 0 0,0 0 0 0 0,-1-2 0 0 0,0 1 0 0 0,0-2 0 0 0,0 0 0 0 0,-1 0 0 0 0,15-12 1 0 0,-11 6 208 0 0,-2-1 1 0 0,0 0-1 0 0,0 0 1 0 0,-1-1-1 0 0,18-33 1 0 0,-9 7 660 0 0,-2 0 1 0 0,-1-2 0 0 0,-3 0-1 0 0,17-80 1 0 0,-27 102-583 0 0,-1-1-1 0 0,-2 0 0 0 0,0-1 1 0 0,-2 1-1 0 0,0 0 1 0 0,-1 0-1 0 0,-2 0 1 0 0,-9-43-1 0 0,1 28 42 0 0,-2 0-1 0 0,-1 0 1 0 0,-2 1 0 0 0,-25-41-1 0 0,27 53-325 0 0,-21-39-814 0 0,-46-61 0 0 0,57 96-5261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4.2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72 6913 0 0,'-4'-18'1003'0'0,"4"14"-592"0"0,-1 0 0 0 0,1 0 0 0 0,-1 0 0 0 0,0 0 0 0 0,0 0-1 0 0,-1 0 1 0 0,1 0 0 0 0,-1 1 0 0 0,0-1 0 0 0,0 1 0 0 0,0-1 0 0 0,-4-4-1 0 0,5 8-326 0 0,0 1 0 0 0,1-1 0 0 0,-1 0-1 0 0,0 0 1 0 0,0 1 0 0 0,0-1-1 0 0,1 1 1 0 0,-1-1 0 0 0,0 1-1 0 0,1-1 1 0 0,-1 1 0 0 0,0-1-1 0 0,1 1 1 0 0,-1 0 0 0 0,1-1 0 0 0,-1 1-1 0 0,1 0 1 0 0,-1-1 0 0 0,1 1-1 0 0,0 0 1 0 0,-1 0 0 0 0,1 0-1 0 0,0-1 1 0 0,-1 1 0 0 0,1 0-1 0 0,0 0 1 0 0,0 1 0 0 0,-10 30 533 0 0,9-30-530 0 0,-6 30 136 0 0,1 0 1 0 0,1 1 0 0 0,1-1-1 0 0,2 1 1 0 0,2 0-1 0 0,0 0 1 0 0,7 39-1 0 0,-3-45-224 0 0,2 0 0 0 0,0 0 0 0 0,2-1 0 0 0,1 0 0 0 0,0-1 0 0 0,2 0 0 0 0,1 0 0 0 0,2-2 0 0 0,17 26 0 0 0,-8-21-708 0 0,-5-12-4026 0 0,-4-8-710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4.5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11 14283 0 0,'-6'-4'632'0'0,"3"2"136"0"0,2 0-616 0 0,-1 1-152 0 0,2 0 0 0 0,26 18-6121 0 0,-22-4 6121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5.2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 6593 0 0,'11'-20'2567'0'0,"-10"19"-2384"0"0,-1 1-1 0 0,1 0 0 0 0,-1 0 1 0 0,1-1-1 0 0,-1 1 0 0 0,1 0 1 0 0,-1 0-1 0 0,1 0 0 0 0,-1 0 1 0 0,1 0-1 0 0,-1-1 0 0 0,1 1 1 0 0,-1 0-1 0 0,1 0 0 0 0,-1 0 0 0 0,1 0 1 0 0,-1 1-1 0 0,1-1 0 0 0,-1 0 1 0 0,1 0-1 0 0,0 0 0 0 0,14 14 4174 0 0,-7 2-4663 0 0,0 11 794 0 0,-1 2 1 0 0,-2-1-1 0 0,-1 0 1 0 0,2 56-1 0 0,-1-8-354 0 0,9 45-3022 0 0,-8-82-3282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5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60 5529 0 0,'6'-8'3874'0'0,"38"-25"-2932"0"0,-14 19-2289 0 0,-19 10-1930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25.8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91 6913 0 0,'4'-2'305'0'0,"0"1"63"0"0,0 0-296 0 0,0-2-72 0 0,0 2 0 0 0,0-1 0 0 0,0 0 344 0 0,4-2 48 0 0,5-3 16 0 0,3-2 0 0 0,4-2-408 0 0,0 0-96 0 0,-1 0-16 0 0,-2 2 0 0 0,1 2 112 0 0,-5-2 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1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53 9674 0 0,'-1'-1'129'0'0,"0"0"0"0"0,1 1 0 0 0,-1-1 0 0 0,0 0 0 0 0,0 0 0 0 0,0 0 0 0 0,1 1 0 0 0,-1-1 0 0 0,0 0 0 0 0,1 0 0 0 0,-1 0 0 0 0,0 0 0 0 0,1 0 0 0 0,0 0 0 0 0,-1 0 0 0 0,1 0 0 0 0,0 0 0 0 0,-1-1 1 0 0,1 1-1 0 0,0 0 0 0 0,0 0 0 0 0,0 0 0 0 0,0 0 0 0 0,0 0 0 0 0,0 0 0 0 0,0-1 0 0 0,0 1 0 0 0,0 0 0 0 0,1 0 0 0 0,-1 0 0 0 0,0 0 0 0 0,1 0 0 0 0,-1 0 0 0 0,1 0 0 0 0,-1 0 0 0 0,1 0 0 0 0,0 0 0 0 0,-1 0 0 0 0,1 0 0 0 0,0 0 0 0 0,0 1 0 0 0,0-1 0 0 0,-1 0 0 0 0,1 0 0 0 0,0 1 0 0 0,0-1 0 0 0,0 1 0 0 0,0-1 0 0 0,0 0 0 0 0,0 1 0 0 0,0 0 0 0 0,2-1 0 0 0,0 0-313 0 0,-1 0 1 0 0,0 1-1 0 0,1-1 0 0 0,-1 0 0 0 0,0 1 0 0 0,1 0 0 0 0,-1 0 0 0 0,0 0 0 0 0,1 0 1 0 0,-1 0-1 0 0,1 0 0 0 0,-1 1 0 0 0,0-1 0 0 0,1 1 0 0 0,-1-1 0 0 0,0 1 0 0 0,0 0 1 0 0,1 0-1 0 0,-1 0 0 0 0,0 0 0 0 0,0 0 0 0 0,0 1 0 0 0,0-1 0 0 0,0 1 1 0 0,0-1-1 0 0,2 4 0 0 0,4 9-322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1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 2304 0 0,'9'-31'10035'0'0,"-9"37"-9082"0"0,0 26-663 0 0,2-1 0 0 0,1 0-1 0 0,1 0 1 0 0,2-1 0 0 0,1 0-1 0 0,1 0 1 0 0,2 0 0 0 0,1-1-1 0 0,1 0 1 0 0,2-1 0 0 0,0-1-1 0 0,2 0 1 0 0,37 48 0 0 0,-50-72-343 0 0,-1 0 0 0 0,0 0 0 0 0,1-1 1 0 0,0 1-1 0 0,-1-1 0 0 0,1 1 0 0 0,0-1 0 0 0,0 0 1 0 0,0 0-1 0 0,1 0 0 0 0,-1-1 0 0 0,0 1 0 0 0,1-1 1 0 0,-1 1-1 0 0,1-1 0 0 0,0 0 0 0 0,-1-1 0 0 0,1 1 1 0 0,0-1-1 0 0,-1 1 0 0 0,8-2 0 0 0,-7 1-425 0 0,0-1-1 0 0,0 0 0 0 0,0-1 1 0 0,0 1-1 0 0,0-1 0 0 0,0 0 1 0 0,0 0-1 0 0,-1 0 0 0 0,1 0 1 0 0,-1-1-1 0 0,0 1 0 0 0,5-6 0 0 0,7-6-3835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2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5 114 1840 0 0,'0'-35'4609'0'0,"2"28"-3823"0"0,-2 5-623 0 0,1 1-1 0 0,-1 0 1 0 0,1-1-1 0 0,-1 1 0 0 0,1 0 1 0 0,-1-1-1 0 0,0 1 1 0 0,0-1-1 0 0,0 1 0 0 0,0-1 1 0 0,0 1-1 0 0,-9-20 9002 0 0,27 7-8815 0 0,-15 11-276 0 0,1 1-1 0 0,-1 0 1 0 0,1 0-1 0 0,-1 0 1 0 0,1 0-1 0 0,0 1 1 0 0,0 0-1 0 0,0-1 1 0 0,0 1-1 0 0,0 1 1 0 0,0-1-1 0 0,0 1 1 0 0,7-1-1 0 0,-8 2-29 0 0,0-1 1 0 0,-1 1-1 0 0,1-1 0 0 0,0 1 0 0 0,0 0 0 0 0,0 0 1 0 0,0 0-1 0 0,0 1 0 0 0,-1-1 0 0 0,1 1 0 0 0,-1-1 1 0 0,1 1-1 0 0,-1 0 0 0 0,4 4 0 0 0,-1-1-11 0 0,-2 0 1 0 0,1 1-1 0 0,0-1 0 0 0,-1 1 0 0 0,0 0 0 0 0,0 0 0 0 0,-1 0 1 0 0,0 0-1 0 0,0 0 0 0 0,0 1 0 0 0,-1-1 0 0 0,0 0 1 0 0,0 1-1 0 0,0-1 0 0 0,-1 11 0 0 0,-2-2 48 0 0,0 1-1 0 0,-8 25 1 0 0,7-31-41 0 0,1 0 1 0 0,-1 0-1 0 0,2 0 1 0 0,-1 0-1 0 0,1 1 0 0 0,1-1 1 0 0,0 0-1 0 0,2 19 1 0 0,-1-27-29 0 0,-1-1 0 0 0,1 1 0 0 0,0-1 0 0 0,0 0 0 0 0,-1 1 0 0 0,1-1 0 0 0,0 0 0 0 0,0 0 1 0 0,1 0-1 0 0,-1 0 0 0 0,0 0 0 0 0,0 0 0 0 0,0 0 0 0 0,1 0 0 0 0,-1 0 0 0 0,1 0 0 0 0,-1-1 0 0 0,0 1 1 0 0,1 0-1 0 0,-1-1 0 0 0,1 0 0 0 0,-1 1 0 0 0,1-1 0 0 0,-1 0 0 0 0,1 0 0 0 0,0 0 0 0 0,-1 0 1 0 0,1 0-1 0 0,-1 0 0 0 0,1 0 0 0 0,-1 0 0 0 0,4-1 0 0 0,5-1 49 0 0,-1 0 1 0 0,1 0-1 0 0,15-7 1 0 0,-2-2-139 0 0,0 0 1 0 0,-1-2-1 0 0,0-1 0 0 0,34-29 1 0 0,-28 22-1506 0 0,-9 6-5672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3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13 8290 0 0,'-5'0'-122'0'0,"-19"-7"8256"0"0,36 1-6249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3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0 6913 0 0,'-3'16'5004'0'0,"-3"14"-3183"0"0,6 3-1063 0 0,2 0 1 0 0,2 0-1 0 0,1-1 1 0 0,1 1-1 0 0,17 49 1 0 0,-18-67-633 0 0,0 0 0 0 0,2 0 0 0 0,0-1 0 0 0,0 0 0 0 0,1 0 0 0 0,1-1 0 0 0,0 0 0 0 0,1-1 0 0 0,0 0 0 0 0,1 0-1 0 0,0-1 1 0 0,1-1 0 0 0,23 16 0 0 0,-31-23-111 0 0,0 0 0 0 0,0-1 0 0 0,0 0 0 0 0,1 0 0 0 0,-1-1-1 0 0,1 1 1 0 0,-1-1 0 0 0,1 0 0 0 0,0 0 0 0 0,-1 0 0 0 0,8 0 0 0 0,-9-1-182 0 0,-1-1 0 0 0,0 1 1 0 0,1-1-1 0 0,-1 1 1 0 0,0-1-1 0 0,1 0 0 0 0,-1 0 1 0 0,0 0-1 0 0,4-2 1 0 0,-3 1-552 0 0,0 0 1 0 0,-1 0 0 0 0,1-1 0 0 0,0 1-1 0 0,-1-1 1 0 0,0 0 0 0 0,4-5 0 0 0,3-8-4820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4.3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9 104 5985 0 0,'-1'0'89'0'0,"1"0"0"0"0,-1 0 0 0 0,1-1 0 0 0,0 1 0 0 0,-1 0 0 0 0,1 0 0 0 0,-1 0 0 0 0,1-1 0 0 0,0 1-1 0 0,-1 0 1 0 0,1 0 0 0 0,0-1 0 0 0,-1 1 0 0 0,1 0 0 0 0,0-1 0 0 0,0 1 0 0 0,-1 0 0 0 0,1-1 0 0 0,0 1 0 0 0,0 0 0 0 0,-1-1 0 0 0,1 1-1 0 0,0-1 1 0 0,0 1 0 0 0,0-1 0 0 0,0 1 0 0 0,0 0 0 0 0,0-1 0 0 0,0 1 0 0 0,-1-1 0 0 0,1 1 0 0 0,0-1 0 0 0,1 1 0 0 0,-1 0 0 0 0,0-1-1 0 0,0 1 1 0 0,0-1 0 0 0,13-20 2313 0 0,22-12 795 0 0,-28 28-2666 0 0,0 0 0 0 0,0 0 0 0 0,1 0-1 0 0,-1 1 1 0 0,14-5 0 0 0,-19 8-478 0 0,-1 1 0 0 0,1-1 0 0 0,0 1 1 0 0,-1-1-1 0 0,1 1 0 0 0,0 0 0 0 0,0 0 0 0 0,-1 0 1 0 0,1 0-1 0 0,0 0 0 0 0,-1 0 0 0 0,1 0 0 0 0,0 0 1 0 0,0 1-1 0 0,-1-1 0 0 0,1 1 0 0 0,0-1 0 0 0,-1 1 0 0 0,1 0 1 0 0,-1 0-1 0 0,1-1 0 0 0,-1 1 0 0 0,1 0 0 0 0,-1 0 1 0 0,0 1-1 0 0,1-1 0 0 0,-1 0 0 0 0,0 0 0 0 0,0 1 1 0 0,0-1-1 0 0,0 0 0 0 0,0 1 0 0 0,0-1 0 0 0,1 3 1 0 0,3 9-9 0 0,0-1 1 0 0,0 1-1 0 0,-1 0 1 0 0,-1 1-1 0 0,0-1 1 0 0,1 16-1 0 0,0 84 151 0 0,0 0 264 0 0,-4-111-422 0 0,0-1-1 0 0,0 1 0 0 0,0-1 0 0 0,0 1 0 0 0,1-1 0 0 0,-1 1 0 0 0,0-1 0 0 0,1 0 0 0 0,-1 1 0 0 0,1-1 0 0 0,0 1 0 0 0,-1-1 0 0 0,1 0 0 0 0,0 1 1 0 0,0-1-1 0 0,0 0 0 0 0,0 0 0 0 0,0 0 0 0 0,0 0 0 0 0,0 0 0 0 0,0 0 0 0 0,0 0 0 0 0,0 0 0 0 0,3 1 0 0 0,-2-1-16 0 0,0-1-1 0 0,0 0 1 0 0,0 0-1 0 0,-1 0 0 0 0,1 0 1 0 0,0 0-1 0 0,0-1 1 0 0,0 1-1 0 0,0-1 1 0 0,0 1-1 0 0,0-1 0 0 0,0 1 1 0 0,-1-1-1 0 0,1 0 1 0 0,0 0-1 0 0,2-1 1 0 0,8-7-59 0 0,1 0 1 0 0,-1-1 0 0 0,17-19 0 0 0,-25 25 12 0 0,67-69-4134 0 0,-53 57-2453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4.6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0 102 7834 0 0,'4'-4'397'0'0,"64"-59"4798"0"0,-59 57-5220 0 0,0-1 1 0 0,0 1 0 0 0,15-7-1 0 0,-23 13-171 0 0,0-1 1 0 0,-1 1-1 0 0,1-1 0 0 0,0 1 0 0 0,0 0 0 0 0,0 0 1 0 0,0 0-1 0 0,0-1 0 0 0,0 1 0 0 0,-1 0 1 0 0,1 0-1 0 0,0 0 0 0 0,0 0 0 0 0,0 0 0 0 0,0 0 1 0 0,0 1-1 0 0,0-1 0 0 0,0 0 0 0 0,0 0 1 0 0,-1 1-1 0 0,1-1 0 0 0,0 0 0 0 0,0 1 0 0 0,0-1 1 0 0,-1 1-1 0 0,1-1 0 0 0,0 1 0 0 0,0 0 0 0 0,-1-1 1 0 0,2 2-1 0 0,1 2 59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4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58 5065 0 0,'-3'4'224'0'0,"2"-3"48"0"0,0 0-272 0 0,1 1 0 0 0,0-1 0 0 0,1-1 0 0 0,0 0 384 0 0,1-1 16 0 0,2-1 8 0 0,1 0 1 0 0,2-2-33 0 0,2-3-8 0 0,0 0 0 0 0,1-1 0 0 0,0 0-304 0 0,0 0-64 0 0,-2-1 0 0 0,-3-2 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5.7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6 104 4057 0 0,'-2'-3'250'0'0,"1"-1"0"0"0,0 1 0 0 0,1-1 0 0 0,-1 0-1 0 0,1 1 1 0 0,-1-1 0 0 0,1 1 0 0 0,0-1 0 0 0,1 0 0 0 0,-1 1 0 0 0,1-1 0 0 0,-1 0 0 0 0,1 1 0 0 0,2-6 0 0 0,-2 7-20 0 0,-1-1 0 0 0,1 0 0 0 0,0 1 0 0 0,1-1 0 0 0,-1 1 0 0 0,0 0 1 0 0,1-1-1 0 0,-1 1 0 0 0,1 0 0 0 0,0 0 0 0 0,-1 0 0 0 0,1 0 0 0 0,0 0 1 0 0,0 0-1 0 0,1 1 0 0 0,-1-1 0 0 0,0 0 0 0 0,0 1 0 0 0,1 0 1 0 0,2-2-1 0 0,-4 3-270 0 0,-1 0-1 0 0,1 0 1 0 0,-1 0 0 0 0,0 0 0 0 0,1 0 0 0 0,-1 0 0 0 0,0 0 0 0 0,1 0-1 0 0,-1 0 1 0 0,1 0 0 0 0,-1 0 0 0 0,0 0 0 0 0,1 0 0 0 0,-1 0 0 0 0,1 1-1 0 0,-1-1 1 0 0,0 0 0 0 0,1 0 0 0 0,-1 0 0 0 0,0 1 0 0 0,1-1 0 0 0,-1 0-1 0 0,0 0 1 0 0,0 0 0 0 0,1 1 0 0 0,-1-1 0 0 0,0 0 0 0 0,0 1 0 0 0,1-1-1 0 0,-1 0 1 0 0,0 1 0 0 0,0-1 0 0 0,0 0 0 0 0,1 1 0 0 0,-1-1 0 0 0,0 0-1 0 0,0 1 1 0 0,0-1 0 0 0,0 1 0 0 0,0-1 0 0 0,0 0 0 0 0,0 1-1 0 0,0-1 1 0 0,0 1 0 0 0,0-1 0 0 0,0 0 0 0 0,0 1 0 0 0,0 0 0 0 0,-2 11-214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5.5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52 4609 0 0,'-3'-21'-257'0'0,"0"-9"13548"0"0,7 56-12210 0 0,1 13-513 0 0,3 0 1 0 0,1 0-1 0 0,24 65 1 0 0,-28-93-541 0 0,0 0-1 0 0,0 0 1 0 0,1 0 0 0 0,1-1 0 0 0,-1 0-1 0 0,2 0 1 0 0,-1-1 0 0 0,1 1 0 0 0,1-2 0 0 0,0 1-1 0 0,0-1 1 0 0,0-1 0 0 0,1 0 0 0 0,0 0-1 0 0,1-1 1 0 0,17 8 0 0 0,-26-12-132 0 0,1-2 0 0 0,-1 1-1 0 0,0 0 1 0 0,1 0 0 0 0,-1-1 0 0 0,1 1 0 0 0,-1-1 0 0 0,1 0 0 0 0,-1 0-1 0 0,1 0 1 0 0,-1 0 0 0 0,1 0 0 0 0,-1 0 0 0 0,1-1 0 0 0,-1 1-1 0 0,0-1 1 0 0,1 0 0 0 0,-1 1 0 0 0,0-1 0 0 0,1 0 0 0 0,-1-1 0 0 0,0 1-1 0 0,0 0 1 0 0,0-1 0 0 0,0 1 0 0 0,0-1 0 0 0,0 1 0 0 0,0-1-1 0 0,-1 0 1 0 0,1 0 0 0 0,0 0 0 0 0,-1 0 0 0 0,0 0 0 0 0,1 0 0 0 0,-1 0-1 0 0,0-1 1 0 0,0 1 0 0 0,0 0 0 0 0,1-5 0 0 0,3-10-1245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6.5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65 2761 0 0,'-24'3'3179'0'0,"13"-3"1510"0"0,27-7-2139 0 0,35-16-387 0 0,-36 16-1749 0 0,0 0 0 0 0,1 0 1 0 0,0 2-1 0 0,24-6 0 0 0,-39 11-405 0 0,0-1-1 0 0,1 1 1 0 0,-1 0-1 0 0,0 0 1 0 0,1 0-1 0 0,-1 0 1 0 0,0 0 0 0 0,1 1-1 0 0,-1-1 1 0 0,0 0-1 0 0,1 1 1 0 0,-1-1-1 0 0,0 0 1 0 0,1 1 0 0 0,-1 0-1 0 0,0-1 1 0 0,0 1-1 0 0,0 0 1 0 0,0-1-1 0 0,0 1 1 0 0,0 0 0 0 0,0 0-1 0 0,0 0 1 0 0,0 0-1 0 0,1 1 1 0 0,0 2 13 0 0,0-1 1 0 0,-1 0 0 0 0,0 0-1 0 0,1 0 1 0 0,-1 1-1 0 0,0-1 1 0 0,-1 1-1 0 0,1-1 1 0 0,0 7-1 0 0,0 5 103 0 0,-2-1 0 0 0,1 1 0 0 0,-6 24 0 0 0,-6 8 87 0 0,9-37-158 0 0,0 0 0 0 0,0 0 1 0 0,1 0-1 0 0,0 0 0 0 0,1 1 0 0 0,0-1 0 0 0,1 11 1 0 0,0-20-56 0 0,1 1 1 0 0,-1-1 0 0 0,1 0-1 0 0,-1-1 1 0 0,1 1 0 0 0,-1 0-1 0 0,1 0 1 0 0,0 0 0 0 0,0 0-1 0 0,-1 0 1 0 0,1-1 0 0 0,0 1-1 0 0,0 0 1 0 0,0-1-1 0 0,0 1 1 0 0,0 0 0 0 0,0-1-1 0 0,0 1 1 0 0,0-1 0 0 0,0 0-1 0 0,0 1 1 0 0,0-1 0 0 0,1 1-1 0 0,34 6-39 0 0,-21-5 30 0 0,-10 0 9 0 0,0-1 1 0 0,1 0-1 0 0,-1 1 0 0 0,0 0 1 0 0,0 0-1 0 0,-1 1 0 0 0,1 0 1 0 0,0-1-1 0 0,-1 1 0 0 0,1 1 0 0 0,-1-1 1 0 0,5 6-1 0 0,-7-7 2 0 0,0 1 1 0 0,-1-1-1 0 0,1 1 0 0 0,-1 0 0 0 0,1 0 1 0 0,-1 0-1 0 0,0 0 0 0 0,0 0 0 0 0,0 0 1 0 0,-1 0-1 0 0,1 0 0 0 0,-1 0 0 0 0,1 0 1 0 0,-1 0-1 0 0,0 0 0 0 0,0 1 0 0 0,-1-1 1 0 0,1 0-1 0 0,-1 0 0 0 0,1 0 1 0 0,-1 0-1 0 0,-2 5 0 0 0,-2 4 62 0 0,-1 0-1 0 0,0-1 1 0 0,0 0-1 0 0,-1 0 1 0 0,-1-1-1 0 0,0 0 1 0 0,0 0 0 0 0,-1 0-1 0 0,0-1 1 0 0,0-1-1 0 0,-21 15 1 0 0,11-10-7083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8.9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31 5985 0 0,'-1'-2'-187'0'0,"-19"-24"5412"0"0,20 25-5090 0 0,-1 1 0 0 0,1 0 0 0 0,0 0 1 0 0,-1 0-1 0 0,1 0 0 0 0,-1-1 0 0 0,1 1 0 0 0,0 0 0 0 0,-1 0 0 0 0,1 0 0 0 0,0 0 0 0 0,-1 0 0 0 0,1 0 0 0 0,-1 0 0 0 0,1 0 0 0 0,0 0 0 0 0,-1 0 0 0 0,1 0 0 0 0,0 0 0 0 0,-1 0 0 0 0,1 0 1 0 0,-1 0-1 0 0,1 1 0 0 0,-1-1 0 0 0,-8 16 1123 0 0,5 0-857 0 0,0 0 0 0 0,2 1 0 0 0,0-1 0 0 0,1 1 0 0 0,1-1 0 0 0,3 33 0 0 0,3 0 39 0 0,14 49 0 0 0,-16-82-374 0 0,1-1 0 0 0,0 1-1 0 0,1-1 1 0 0,0 0-1 0 0,2-1 1 0 0,-1 0-1 0 0,2 0 1 0 0,0 0-1 0 0,17 18 1 0 0,-20-24 0 0 0,1-2-1 0 0,0 1 1 0 0,0-1 0 0 0,1 0 0 0 0,0-1 0 0 0,0 1-1 0 0,1-2 1 0 0,-1 1 0 0 0,1-1 0 0 0,0-1-1 0 0,0 1 1 0 0,0-1 0 0 0,0-1 0 0 0,1 0-1 0 0,-1 0 1 0 0,1-1 0 0 0,13 0 0 0 0,-19-1-47 0 0,0 0 0 0 0,0-1 1 0 0,0 0-1 0 0,-1 0 1 0 0,1 0-1 0 0,0 0 0 0 0,0 0 1 0 0,-1-1-1 0 0,1 0 1 0 0,-1 0-1 0 0,0 0 1 0 0,1 0-1 0 0,-1 0 0 0 0,0 0 1 0 0,0-1-1 0 0,0 0 1 0 0,3-3-1 0 0,2-4-195 0 0,-1 0 0 0 0,0 0 1 0 0,0-1-1 0 0,6-12 0 0 0,-1 0-651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9.1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54 10138 0 0,'-4'-7'448'0'0,"3"3"96"0"0,1 0-440 0 0,0 2-104 0 0,1-1 0 0 0,1 1 0 0 0,0 0 0 0 0,2-2-144 0 0,3-2 32 0 0,4 0 8 0 0,0 0-1272 0 0,1 2-248 0 0,-2 2-49 0 0,0 0-15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7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9 5985 0 0,'-5'-8'11065'0'0,"15"10"-9730"0"0,-7-1-1543 0 0,0 0 0 0 0,0 1 0 0 0,0 0 0 0 0,-1-1 0 0 0,1 1 0 0 0,-1 0 0 0 0,1 0 0 0 0,2 4 0 0 0,3 6 187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39.7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51 6913 0 0,'27'-20'783'0'0,"-17"13"409"0"0,-7 4-819 0 0,0 1 1 0 0,0 0 0 0 0,0 0-1 0 0,0 0 1 0 0,0 0-1 0 0,1 0 1 0 0,-1 0-1 0 0,0 1 1 0 0,1 0-1 0 0,0 0 1 0 0,-1 0-1 0 0,1 0 1 0 0,-1 0 0 0 0,8 0-1 0 0,-10 2-343 0 0,0 0 0 0 0,0 0 0 0 0,0-1-1 0 0,0 1 1 0 0,0 0 0 0 0,0 0 0 0 0,0 0 0 0 0,0 0 0 0 0,-1 0 0 0 0,1 0-1 0 0,0 0 1 0 0,-1 1 0 0 0,1-1 0 0 0,0 0 0 0 0,-1 0 0 0 0,1 0-1 0 0,-1 1 1 0 0,1 1 0 0 0,5 30 131 0 0,-3-20 23 0 0,0 2-76 0 0,0-1 0 0 0,2-1 1 0 0,-1 1-1 0 0,10 16 0 0 0,-12-26-103 0 0,0 0 1 0 0,1 0-1 0 0,0 0 0 0 0,0 0 1 0 0,1 0-1 0 0,-1-1 1 0 0,1 0-1 0 0,-1 1 0 0 0,1-1 1 0 0,0-1-1 0 0,0 1 0 0 0,0-1 1 0 0,1 1-1 0 0,-1-1 1 0 0,0 0-1 0 0,9 2 0 0 0,-6-2 8 0 0,0 0 0 0 0,1 1 0 0 0,-1 0 0 0 0,0 0 0 0 0,-1 0 0 0 0,8 6 0 0 0,-12-8 17 0 0,0 0 0 0 0,-1 0 1 0 0,1 1-1 0 0,-1-1 0 0 0,0 1 0 0 0,1-1 0 0 0,-1 1 1 0 0,0 0-1 0 0,0-1 0 0 0,0 1 0 0 0,0 0 1 0 0,0 0-1 0 0,0 0 0 0 0,-1 0 0 0 0,1 0 0 0 0,0 0 1 0 0,-1 0-1 0 0,0 0 0 0 0,1 0 0 0 0,-1 0 1 0 0,0 0-1 0 0,0 0 0 0 0,0 0 0 0 0,0 0 0 0 0,-1 0 1 0 0,1 0-1 0 0,-1 0 0 0 0,0 2 0 0 0,-5 15 594 0 0,-18 35 0 0 0,12-30-1234 0 0,9-15-146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0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89 7834 0 0,'3'-2'637'0'0,"1"-1"0"0"0,-1 0 0 0 0,0-1 0 0 0,0 1 0 0 0,0-1 0 0 0,4-5-1 0 0,3-4 187 0 0,-4 7-799 0 0,0 0 0 0 0,0 0 1 0 0,1 0-1 0 0,12-7 0 0 0,-16 11-498 0 0,0 1 0 0 0,-1-1 0 0 0,1 1 0 0 0,0 0 0 0 0,0 0 0 0 0,0 0-1 0 0,0 1 1 0 0,0-1 0 0 0,7 0 0 0 0,-4 3-962 0 0,-1 2 866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54 8290 0 0,'1'1'136'0'0,"-1"-1"0"0"0,0 1 0 0 0,1-1 0 0 0,-1 1 0 0 0,1-1 0 0 0,-1 1 0 0 0,1-1 0 0 0,-1 1 0 0 0,1-1 0 0 0,-1 0 0 0 0,1 1 0 0 0,-1-1 0 0 0,1 0 1 0 0,0 1-1 0 0,-1-1 0 0 0,1 0 0 0 0,0 0 0 0 0,-1 0 0 0 0,1 1 0 0 0,0-1 0 0 0,-1 0 0 0 0,1 0 0 0 0,0 0 0 0 0,-1 0 0 0 0,1 0 0 0 0,0 0 0 0 0,-1 0 0 0 0,1-1 0 0 0,0 1 0 0 0,-1 0 0 0 0,1 0 0 0 0,0-1 0 0 0,25-4 2040 0 0,27-17-1025 0 0,-2-4-5697 0 0,-39 20 2900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0.5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32 11058 0 0,'-12'-32'7756'0'0,"19"49"-6424"0"0,41 131 1048 0 0,5 11-1857 0 0,-45-140-504 0 0,1 0 0 0 0,1-1 0 0 0,1-1 0 0 0,0 1-1 0 0,1-2 1 0 0,20 21 0 0 0,-26-30-29 0 0,0-1 0 0 0,1 0-1 0 0,0 0 1 0 0,0-1 0 0 0,0 1 0 0 0,15 6-1 0 0,-20-11-92 0 0,0 0-1 0 0,0 0 0 0 0,0 0 1 0 0,0-1-1 0 0,0 1 0 0 0,0-1 1 0 0,1 0-1 0 0,-1 1 0 0 0,0-1 0 0 0,0 0 1 0 0,0 0-1 0 0,0-1 0 0 0,0 1 1 0 0,1 0-1 0 0,-1-1 0 0 0,0 1 1 0 0,0-1-1 0 0,0 1 0 0 0,0-1 1 0 0,0 0-1 0 0,0 0 0 0 0,0 0 0 0 0,-1 0 1 0 0,1-1-1 0 0,0 1 0 0 0,0 0 1 0 0,-1-1-1 0 0,1 1 0 0 0,-1-1 1 0 0,1 1-1 0 0,-1-1 0 0 0,0 0 1 0 0,0 0-1 0 0,2-2 0 0 0,6-11-2100 0 0,0-4-4198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2:41.6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 4145 0 0,'16'-9'15142'0'0,"-12"25"-14409"0"0,-3-13-1110 0 0,34 182 3459 0 0,3 13-4602 0 0,-25-151-6042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2.2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45 237 3225 0 0,'-5'-12'1022'0'0,"1"-1"1"0"0,-7-23 0 0 0,-4-15 1370 0 0,6 20 3627 0 0,9 31-5972 0 0,10 15 720 0 0,55 97 739 0 0,18 30-341 0 0,-68-121-1035 0 0,1 0 0 0 0,0-1 0 0 0,2-1 1 0 0,27 24-1 0 0,-32-33-45 0 0,1 1-1 0 0,0-2 1 0 0,1 0 0 0 0,0 0 0 0 0,0-1 0 0 0,31 10 0 0 0,-40-16-16 0 0,1 0 0 0 0,0 0 0 0 0,0-1 0 0 0,-1 1 0 0 0,1-2 0 0 0,0 1 0 0 0,0-1 0 0 0,0 0 0 0 0,0 0 0 0 0,0-1 0 0 0,0 0 0 0 0,0 0 0 0 0,0-1 0 0 0,0 0 0 0 0,-1 0 0 0 0,1 0 0 0 0,-1-1 0 0 0,0 0 0 0 0,10-6 0 0 0,-11 4 19 0 0,0 0 0 0 0,0 0 0 0 0,0 0-1 0 0,0-1 1 0 0,-1 0 0 0 0,0 0 0 0 0,0 0-1 0 0,-1 0 1 0 0,0-1 0 0 0,0 1 0 0 0,0-1-1 0 0,-1 0 1 0 0,0 1 0 0 0,2-12 0 0 0,0-4 36 0 0,-1-1 1 0 0,-1 1 0 0 0,-1-31-1 0 0,-16-174-138 0 0,5 131-2836 0 0,9 116-4853 0 0,-1 19 7447 0 0,4-15 255 0 0,-2 1 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2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87 2761 0 0,'-9'-17'70'0'0,"6"10"1456"0"0,-1 0 0 0 0,1 1 0 0 0,1-2 0 0 0,-1 1 0 0 0,1 0 0 0 0,0 0 0 0 0,-1-14 0 0 0,12 40 3376 0 0,5 8-4292 0 0,34 98 197 0 0,15 32-478 0 0,-53-137-1338 0 0,1 0 0 0 0,1-1 1 0 0,0-1-1 0 0,2 0 0 0 0,24 26 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2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22 244 456 0 0,'-3'-6'270'0'0,"0"1"0"0"0,0-1 1 0 0,1 0-1 0 0,0 0 0 0 0,0 0 0 0 0,0 0 0 0 0,1 0 0 0 0,0 0 0 0 0,0 0 1 0 0,0-1-1 0 0,1 1 0 0 0,0 0 0 0 0,0 0 0 0 0,1-1 0 0 0,0 1 1 0 0,0 0-1 0 0,0 0 0 0 0,1 0 0 0 0,0 0 0 0 0,3-8 0 0 0,-1 7 144 0 0,0-1 0 0 0,0 1 0 0 0,1 0 0 0 0,-1 1 0 0 0,1-1 0 0 0,1 1 0 0 0,0 0 0 0 0,0 0 0 0 0,0 1 0 0 0,0 0 0 0 0,1 0 0 0 0,0 0 0 0 0,12-6 0 0 0,-14 9-239 0 0,0-1-1 0 0,0 1 0 0 0,0 0 0 0 0,0 0 0 0 0,0 0 0 0 0,0 1 0 0 0,0 0 1 0 0,1 0-1 0 0,-1 0 0 0 0,0 1 0 0 0,1 0 0 0 0,-1 0 0 0 0,0 0 1 0 0,1 1-1 0 0,-1-1 0 0 0,0 1 0 0 0,0 1 0 0 0,1-1 0 0 0,-1 1 0 0 0,0 0 1 0 0,9 4-1 0 0,-11-3-136 0 0,0 0 0 0 0,0 0 0 0 0,0 0 0 0 0,0 0 0 0 0,-1 0 0 0 0,0 0-1 0 0,1 1 1 0 0,-1 0 0 0 0,0-1 0 0 0,-1 1 0 0 0,1 0 0 0 0,-1 0 0 0 0,1 0 0 0 0,-1 0 0 0 0,0 0 0 0 0,-1 0 0 0 0,1 0 0 0 0,-1 0 0 0 0,0 0 0 0 0,0 0 0 0 0,0 0 0 0 0,-1 5 0 0 0,-1 12 81 0 0,-1 1 0 0 0,-10 38-1 0 0,10-47-36 0 0,-14 37 149 0 0,12-35 312 0 0,0 1 0 0 0,-4 19 0 0 0,9-34-497 0 0,0-1 0 0 0,0 0 1 0 0,-1 1-1 0 0,1-1 0 0 0,0 0 0 0 0,0 1 0 0 0,0-1 1 0 0,0 0-1 0 0,0 1 0 0 0,0-1 0 0 0,0 0 1 0 0,1 1-1 0 0,-1-1 0 0 0,0 0 0 0 0,0 1 0 0 0,0-1 1 0 0,0 0-1 0 0,0 0 0 0 0,0 1 0 0 0,1-1 0 0 0,-1 0 1 0 0,0 1-1 0 0,0-1 0 0 0,0 0 0 0 0,1 0 0 0 0,-1 1 1 0 0,0-1-1 0 0,0 0 0 0 0,1 0 0 0 0,-1 0 0 0 0,0 0 1 0 0,0 1-1 0 0,1-1 0 0 0,-1 0 0 0 0,0 0 0 0 0,1 0 1 0 0,-1 0-1 0 0,1 0 0 0 0,16-1 603 0 0,16-12-455 0 0,24-16-291 0 0,3-1-1447 0 0,-19 12-4396 0 0,-22 11-90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0 173 5065 0 0,'5'-8'4916'0'0,"7"-10"-2752"0"0,-3 4-1044 0 0,0 0-362 0 0,0 0 0 0 0,8-20 0 0 0,-15 31-743 0 0,-1-1 0 0 0,1 1 1 0 0,-1-1-1 0 0,0 1 0 0 0,0-1 1 0 0,-1 0-1 0 0,1 0 1 0 0,-1 1-1 0 0,0-1 0 0 0,0 0 1 0 0,0 0-1 0 0,0 1 1 0 0,-1-1-1 0 0,1 0 0 0 0,-3-6 1 0 0,3 9-18 0 0,0 1-1 0 0,0 0 1 0 0,0 0 0 0 0,0 0 0 0 0,0-1 0 0 0,0 1 0 0 0,-1 0 0 0 0,1 0 0 0 0,0-1 0 0 0,0 1-1 0 0,0 0 1 0 0,0 0 0 0 0,0 0 0 0 0,0 0 0 0 0,-1-1 0 0 0,1 1 0 0 0,0 0 0 0 0,0 0-1 0 0,0 0 1 0 0,-1 0 0 0 0,1-1 0 0 0,0 1 0 0 0,0 0 0 0 0,0 0 0 0 0,-1 0 0 0 0,1 0-1 0 0,0 0 1 0 0,0 0 0 0 0,-1 0 0 0 0,1 0 0 0 0,0 0 0 0 0,0 0 0 0 0,0 0 0 0 0,-1 0 0 0 0,1 0-1 0 0,0 0 1 0 0,0 0 0 0 0,-1 0 0 0 0,1 0 0 0 0,0 0 0 0 0,0 0 0 0 0,-1 0 0 0 0,1 0-1 0 0,0 0 1 0 0,0 0 0 0 0,0 1 0 0 0,-1-1 0 0 0,1 0 0 0 0,0 0 0 0 0,0 0 0 0 0,0 0 0 0 0,0 1-1 0 0,-1-1 1 0 0,1 0 0 0 0,0 0 0 0 0,0 0 0 0 0,0 0 0 0 0,0 1 0 0 0,0-1 0 0 0,0 0-1 0 0,-1 0 1 0 0,1 1 0 0 0,0-1 0 0 0,0 0 0 0 0,0 0 0 0 0,0 0 0 0 0,0 1 0 0 0,0-1-1 0 0,-8 19 35 0 0,8-18-35 0 0,-1 8 117 0 0,1-1-1 0 0,1 1 0 0 0,-1 0 0 0 0,1-1 1 0 0,1 1-1 0 0,0 0 0 0 0,0-1 0 0 0,0 0 1 0 0,6 12-1 0 0,-1 3 140 0 0,1 0-88 0 0,0 1-1 0 0,1-1 1 0 0,1-1-1 0 0,2 0 1 0 0,23 34 0 0 0,17 8-7061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1 145 4145 0 0,'0'-4'3257'0'0,"2"0"-2241"0"0,2-2-288 0 0,4-2-56 0 0,0-3-16 0 0,3-1 0 0 0,1-2-656 0 0,3 0-224 0 0,0-1 0 0 0,3-2 0 0 0,3-2 160 0 0,-4-1 64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4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66 5985 0 0,'7'-3'5671'0'0,"12"-5"-3370"0"0,53-27-2882 0 0,-44 21-1822 0 0,-16 9-1697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44.7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1 103 6913 0 0,'0'0'315'0'0,"17"-9"315"0"0,39-25 1419 0 0,-45 26-1920 0 0,0 0 0 0 0,1 1 1 0 0,0 1-1 0 0,0 0 0 0 0,0 0 1 0 0,1 2-1 0 0,0-1 0 0 0,25-4 0 0 0,-31 10-141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58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33 5065 0 0,'-4'-32'11036'0'0,"2"52"-8398"0"0,3 72-1453 0 0,24 169 0 0 0,-20-224-925 0 0,12 42 0 0 0,-14-67-177 0 0,1-1 0 0 0,0 1 0 0 0,1-1 0 0 0,0 0 0 0 0,1 0 0 0 0,0-1 0 0 0,13 17 0 0 0,-18-26-84 0 0,0 1 1 0 0,0 0-1 0 0,0 0 0 0 0,1-1 1 0 0,-1 1-1 0 0,1-1 1 0 0,0 1-1 0 0,-1-1 0 0 0,1 0 1 0 0,0 0-1 0 0,0 1 1 0 0,-1-1-1 0 0,1-1 0 0 0,0 1 1 0 0,0 0-1 0 0,0 0 1 0 0,0-1-1 0 0,1 1 1 0 0,-1-1-1 0 0,0 1 0 0 0,0-1 1 0 0,0 0-1 0 0,0 0 1 0 0,0 0-1 0 0,0 0 0 0 0,1 0 1 0 0,-1-1-1 0 0,0 1 1 0 0,0-1-1 0 0,0 1 0 0 0,0-1 1 0 0,0 0-1 0 0,0 0 1 0 0,0 0-1 0 0,2-1 0 0 0,-1-1-221 0 0,1 0-1 0 0,-1 0 0 0 0,0 0 1 0 0,0 0-1 0 0,0-1 0 0 0,-1 1 0 0 0,1-1 1 0 0,-1 0-1 0 0,0 0 0 0 0,0 0 1 0 0,0 0-1 0 0,-1 0 0 0 0,1 0 0 0 0,-1 0 1 0 0,0-1-1 0 0,1-4 0 0 0,-1-11-6515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58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1 4145 0 0,'-5'0'-184'0'0,"-26"0"2503"0"0,27 1-1409 0 0,-1-1 0 0 0,1 1 0 0 0,0 0 0 0 0,0 0 0 0 0,-1 0 1 0 0,1 0-1 0 0,0 1 0 0 0,-6 3 0 0 0,10-5-873 0 0,0 0 0 0 0,0 0 0 0 0,-1 0 0 0 0,1 0 0 0 0,0 0 0 0 0,0 0 0 0 0,0 0 0 0 0,0 0 0 0 0,0 0 0 0 0,0 0 0 0 0,-1 1 0 0 0,1-1 0 0 0,0 0 0 0 0,0 0 0 0 0,0 0 0 0 0,0 0 0 0 0,0 0 0 0 0,0 0-1 0 0,0 0 1 0 0,0 1 0 0 0,0-1 0 0 0,0 0 0 0 0,0 0 0 0 0,0 0 0 0 0,-1 0 0 0 0,1 0 0 0 0,0 0 0 0 0,0 1 0 0 0,0-1 0 0 0,0 0 0 0 0,0 0 0 0 0,0 0 0 0 0,0 0 0 0 0,0 0 0 0 0,0 1 0 0 0,0-1 0 0 0,1 0 0 0 0,-1 0 0 0 0,0 0 0 0 0,0 0 0 0 0,0 0 0 0 0,0 0 0 0 0,0 1 0 0 0,0-1 0 0 0,0 0 0 0 0,0 0 0 0 0,0 0 0 0 0,0 0 0 0 0,0 0 0 0 0,0 0-1 0 0,1 0 1 0 0,-1 1 0 0 0,0-1 0 0 0,9 4-276 0 0,-5-2-968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4:59.3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 5065 0 0,'3'-12'13858'0'0,"1"17"-13635"0"0,0 0 0 0 0,-1 0 0 0 0,0 0 0 0 0,0 0 0 0 0,0 1 0 0 0,-1-1 0 0 0,0 1 0 0 0,0 0 0 0 0,0 0 1 0 0,1 9-1 0 0,8 74 496 0 0,-8-52-490 0 0,31 157-2334 0 0,-30-175-5176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0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32 2304 0 0,'-1'-1'314'0'0,"-2"-3"636"0"0,-1 1 0 0 0,1-1 0 0 0,-1 1 0 0 0,1 0 0 0 0,-1 0 1 0 0,0 1-1 0 0,0-1 0 0 0,-7-2 0 0 0,12 15 2510 0 0,5 12-2416 0 0,53 157 2210 0 0,19 68-2017 0 0,-72-225-1250 0 0,-4-11-375 0 0,1 0-1 0 0,0 0 0 0 0,1 0 1 0 0,0-1-1 0 0,1 1 0 0 0,9 15 0 0 0,-5-21-2811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0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1 234 3225 0 0,'2'-18'464'0'0,"0"0"1"0"0,1 0-1 0 0,2 0 1 0 0,-1 0-1 0 0,2 1 1 0 0,0-1-1 0 0,2 1 1 0 0,-1 1-1 0 0,15-23 1 0 0,-20 36-248 0 0,0 1 0 0 0,-1-1 0 0 0,1 1 0 0 0,0 0 0 0 0,0-1 0 0 0,0 1 0 0 0,0 0 0 0 0,0 0 0 0 0,1 0 1 0 0,-1 0-1 0 0,1 1 0 0 0,-1-1 0 0 0,1 1 0 0 0,0-1 0 0 0,0 1 0 0 0,-1 0 0 0 0,1 0 0 0 0,0 0 0 0 0,0 1 0 0 0,0-1 1 0 0,4 0-1 0 0,-3 1-45 0 0,-1 1 0 0 0,0-1 0 0 0,1 1 0 0 0,-1 0 0 0 0,0-1 0 0 0,1 2 0 0 0,-1-1 0 0 0,0 0 0 0 0,0 1 1 0 0,0-1-1 0 0,0 1 0 0 0,0 0 0 0 0,0 0 0 0 0,0 0 0 0 0,-1 0 0 0 0,1 0 0 0 0,-1 1 0 0 0,4 4 0 0 0,-3-3-102 0 0,-1-1 0 0 0,0 1 0 0 0,0 0 0 0 0,0 0 0 0 0,-1 0 0 0 0,1 0 0 0 0,-1 1 0 0 0,0-1 0 0 0,0 0 0 0 0,0 0 0 0 0,-1 1 0 0 0,0-1 0 0 0,0 0 0 0 0,0 1 0 0 0,0-1 0 0 0,0 0 0 0 0,-1 1 0 0 0,0-1 0 0 0,0 0 0 0 0,0 0 0 0 0,-2 5 0 0 0,-5 12 176 0 0,0-1 1 0 0,-22 37-1 0 0,20-38-88 0 0,-11 16 99 0 0,15-25-89 0 0,0-1-1 0 0,0 1 0 0 0,1 1 1 0 0,0-1-1 0 0,0 1 1 0 0,2 0-1 0 0,-6 20 0 0 0,9-30-118 0 0,1 1 0 0 0,-1-1-1 0 0,0 0 1 0 0,0 1 0 0 0,1-1 0 0 0,-1 1-1 0 0,1-1 1 0 0,-1 1 0 0 0,1-1 0 0 0,-1 0-1 0 0,1 1 1 0 0,0-1 0 0 0,0 0 0 0 0,0 0-1 0 0,-1 0 1 0 0,1 1 0 0 0,0-1 0 0 0,1 0-1 0 0,-1 0 1 0 0,0-1 0 0 0,0 1 0 0 0,0 0-1 0 0,1 0 1 0 0,-1 0 0 0 0,0-1 0 0 0,1 1-1 0 0,-1-1 1 0 0,0 1 0 0 0,1-1 0 0 0,-1 1-1 0 0,1-1 1 0 0,-1 0 0 0 0,1 0 0 0 0,-1 0-1 0 0,3 0 1 0 0,9 2 81 0 0,-1-2 0 0 0,1 1 0 0 0,14-3 0 0 0,-18 2-52 0 0,75-7 17 0 0,23-1-582 0 0,-90 8-2089 0 0,0 1 0 0 0,20 3 1 0 0,-17 0-3549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0.8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16 5985 0 0,'-7'-16'12787'0'0,"15"26"-11932"0"0,2 3-462 0 0,-2 2 1 0 0,0-1-1 0 0,-1 1 0 0 0,0 0 0 0 0,-1 1 1 0 0,-1-1-1 0 0,-1 1 0 0 0,0 0 1 0 0,3 24-1 0 0,-5-22-315 0 0,1 0-1 0 0,1 0 1 0 0,1-1-1 0 0,1 0 0 0 0,0 0 1 0 0,1 0-1 0 0,16 26 1 0 0,-16-35-221 0 0,-1-1-241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4.9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74 388 5985 0 0,'-9'-13'1611'0'0,"1"0"0"0"0,-10-20 1 0 0,11 20 417 0 0,0 0 1 0 0,-17-22 0 0 0,24 43 1231 0 0,12 43-2443 0 0,5-9-757 0 0,0-1-1 0 0,3-1 1 0 0,2-1 0 0 0,1-1-1 0 0,1-1 1 0 0,3-1-1 0 0,1-1 1 0 0,44 44 0 0 0,-65-73-24 0 0,0 0 1 0 0,0-1-1 0 0,0 1 1 0 0,0-2-1 0 0,1 1 1 0 0,0-1-1 0 0,0 0 1 0 0,1 0 0 0 0,-1-1-1 0 0,0 0 1 0 0,1-1-1 0 0,0 0 1 0 0,15 2-1 0 0,-17-4-6 0 0,-1 0 0 0 0,0 0 0 0 0,0-1 0 0 0,0 1 0 0 0,0-1 0 0 0,0-1 0 0 0,0 1 0 0 0,0-1 0 0 0,0-1 0 0 0,0 1 0 0 0,-1-1 0 0 0,1 1 0 0 0,-1-2 0 0 0,1 1 0 0 0,-1-1 0 0 0,-1 1 0 0 0,1-1 0 0 0,0-1 0 0 0,-1 1 0 0 0,7-9 0 0 0,-3 1 21 0 0,0 0 0 0 0,0-1-1 0 0,-1 0 1 0 0,-1 0 0 0 0,-1-1 0 0 0,1 1 0 0 0,-2-1-1 0 0,5-25 1 0 0,0-14 126 0 0,1-56-1 0 0,-7 64-97 0 0,3-26-48 0 0,-1-3-218 0 0,20-104 0 0 0,-24 176 74 0 0,9-29-651 0 0,-10 31 663 0 0,0-1 0 0 0,0 1 0 0 0,0-1 0 0 0,0 1 0 0 0,0 0 0 0 0,0-1 0 0 0,1 1 0 0 0,-1-1 0 0 0,0 1-1 0 0,0 0 1 0 0,1-1 0 0 0,-1 1 0 0 0,0 0 0 0 0,0-1 0 0 0,1 1 0 0 0,-1 0 0 0 0,0 0 0 0 0,1-1 0 0 0,-1 1-1 0 0,0 0 1 0 0,1 0 0 0 0,-1-1 0 0 0,0 1 0 0 0,1 0 0 0 0,-1 0 0 0 0,1 0 0 0 0,-1 0 0 0 0,1 0 0 0 0,-1 0-1 0 0,0 0 1 0 0,1 0 0 0 0,-1 0 0 0 0,1 0 0 0 0,-1 0 0 0 0,0 0 0 0 0,1 0 0 0 0,-1 0 0 0 0,1 0-1 0 0,-1 0 1 0 0,1 0 0 0 0,-1 0 0 0 0,0 0 0 0 0,1 1 0 0 0,-1-1 0 0 0,0 0 0 0 0,1 0 0 0 0,-1 1 0 0 0,0-1-1 0 0,1 0 1 0 0,-1 0 0 0 0,0 1 0 0 0,1-1 0 0 0,-1 0 0 0 0,0 1 0 0 0,0-1 0 0 0,1 0 0 0 0,-1 1 0 0 0,0-1-1 0 0,0 0 1 0 0,0 1 0 0 0,0-1 0 0 0,1 1 0 0 0,-1-1 0 0 0,0 1 0 0 0,0 0 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5.4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16 8290 0 0,'-18'-15'10211'0'0,"25"29"-9018"0"0,8 26-664 0 0,-2-1 0 0 0,-1 1 0 0 0,-2 1 1 0 0,4 42-1 0 0,3 7-846 0 0,-3-31-90 0 0,-7-38-602 0 0,-2 1-1 0 0,0 0 1 0 0,-2-1-1 0 0,2 40 1 0 0,-5-59 745 0 0,0 0 1 0 0,0 0-1 0 0,-1 0 1 0 0,1 0-1 0 0,0 0 1 0 0,-1 0-1 0 0,1 0 0 0 0,-1 0 1 0 0,1 0-1 0 0,-1 0 1 0 0,0 0-1 0 0,0-1 1 0 0,0 1-1 0 0,0 0 1 0 0,0-1-1 0 0,-1 1 0 0 0,1 0 1 0 0,0-1-1 0 0,-1 1 1 0 0,1-1-1 0 0,-1 0 1 0 0,1 1-1 0 0,-1-1 0 0 0,0 0 1 0 0,0 0-1 0 0,-1 1 1 0 0,1-2 237 0 0,0 0 0 0 0,0 0 0 0 0,1 1 1 0 0,-1-1-1 0 0,0 0 0 0 0,0-1 0 0 0,1 1 1 0 0,-1 0-1 0 0,0 0 0 0 0,1-1 0 0 0,-1 1 1 0 0,0-1-1 0 0,1 0 0 0 0,-1 1 0 0 0,1-1 0 0 0,-1 0 1 0 0,1 0-1 0 0,-1 0 0 0 0,1 0 0 0 0,-1 0 1 0 0,1 0-1 0 0,0 0 0 0 0,0-1 0 0 0,0 1 0 0 0,-1 0 1 0 0,1-1-1 0 0,0 1 0 0 0,1-1 0 0 0,-1 1 1 0 0,-1-3-1 0 0,-14-30-150 0 0,9 13 28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5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1 171 456 0 0,'2'-7'497'0'0,"0"0"-1"0"0,1 0 0 0 0,0 0 1 0 0,0 0-1 0 0,0 0 1 0 0,1 1-1 0 0,0 0 0 0 0,7-9 1 0 0,42-44 4061 0 0,-48 54-3838 0 0,1 1-1 0 0,0 0 1 0 0,-1-1 0 0 0,1 2-1 0 0,1-1 1 0 0,-1 1 0 0 0,1 0-1 0 0,-1 0 1 0 0,1 1 0 0 0,10-3-1 0 0,-15 4-566 0 0,0 1-1 0 0,0 0 0 0 0,0 0 0 0 0,0 0 0 0 0,0 0 0 0 0,0 0 0 0 0,0 0 0 0 0,0 0 0 0 0,0 1 0 0 0,0-1 0 0 0,0 1 1 0 0,0-1-1 0 0,0 1 0 0 0,-1 0 0 0 0,1 0 0 0 0,0 0 0 0 0,1 1 0 0 0,-1 0-119 0 0,0-1-1 0 0,-1 1 1 0 0,1 0 0 0 0,-1 0 0 0 0,0 0-1 0 0,0 0 1 0 0,0 0 0 0 0,0 0-1 0 0,0 0 1 0 0,0 1 0 0 0,0-1-1 0 0,-1 0 1 0 0,1 0 0 0 0,-1 1-1 0 0,1-1 1 0 0,-1 0 0 0 0,0 5-1 0 0,-1 8-22 0 0,0 1-1 0 0,-2-1 0 0 0,1-1 0 0 0,-2 1 1 0 0,0 0-1 0 0,-1-1 0 0 0,0 1 0 0 0,-10 18 1 0 0,6-13 119 0 0,0 2 1 0 0,-8 34 0 0 0,16-53-78 0 0,1-1 1 0 0,-1 1 0 0 0,1-1-1 0 0,0 1 1 0 0,0-1-1 0 0,0 1 1 0 0,0-1 0 0 0,0 1-1 0 0,1 3 1 0 0,0-5-20 0 0,-1 0-1 0 0,0 0 1 0 0,1-1-1 0 0,-1 1 1 0 0,0 0-1 0 0,1 0 1 0 0,-1 0-1 0 0,1-1 1 0 0,-1 1-1 0 0,1 0 1 0 0,0-1-1 0 0,-1 1 1 0 0,1 0-1 0 0,0-1 1 0 0,-1 1-1 0 0,1-1 1 0 0,0 1-1 0 0,0-1 1 0 0,1 1-1 0 0,0-1-4 0 0,1 1 0 0 0,0-1 0 0 0,0 0 0 0 0,-1 0 0 0 0,1 0 0 0 0,0 0 1 0 0,-1 0-1 0 0,1-1 0 0 0,0 1 0 0 0,0-1 0 0 0,-1 0 0 0 0,1 0 0 0 0,-1 0 0 0 0,1 0 0 0 0,-1 0 0 0 0,4-3 0 0 0,18-9-17 0 0,-6 3-1314 0 0,0 1 0 0 0,25-9 0 0 0,-27 12-5654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6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 10138 0 0,'13'-9'1195'0'0,"-9"6"-611"0"0,-1 1 1 0 0,0 0-1 0 0,0-1 1 0 0,1 1 0 0 0,0 0-1 0 0,-1 1 1 0 0,7-3 0 0 0,-8 3-493 0 0,-1 1 1 0 0,0 0-1 0 0,1 0 1 0 0,-1 0-1 0 0,1 0 0 0 0,-1 0 1 0 0,0 1-1 0 0,1-1 1 0 0,-1 0-1 0 0,0 1 1 0 0,0-1-1 0 0,1 1 1 0 0,-1-1-1 0 0,0 1 1 0 0,0-1-1 0 0,1 1 1 0 0,-1 0-1 0 0,0 0 0 0 0,0-1 1 0 0,0 1-1 0 0,0 0 1 0 0,0 0-1 0 0,0 0 1 0 0,-1 0-1 0 0,1 0 1 0 0,0 1-1 0 0,0-1 1 0 0,-1 0-1 0 0,1 0 1 0 0,0 3-1 0 0,4 5-89 0 0,-2 0 0 0 0,1 0-1 0 0,-1 0 1 0 0,0 0 0 0 0,-1 1 0 0 0,0-1-1 0 0,-1 1 1 0 0,1 11 0 0 0,-2 9 36 0 0,-5 39 1 0 0,3-43 13 0 0,0 0 1 0 0,3 32-1 0 0,-1-56 26 0 0,0 1 0 0 0,0-1 1 0 0,0 1-1 0 0,1-1 0 0 0,-1 0 0 0 0,1 1 0 0 0,-1-1 0 0 0,1 0 1 0 0,0 1-1 0 0,0-1 0 0 0,0 0 0 0 0,0 0 0 0 0,1 0 0 0 0,-1 0 1 0 0,1 0-1 0 0,-1 0 0 0 0,1 0 0 0 0,-1 0 0 0 0,4 2 0 0 0,-3-3-27 0 0,1 0-1 0 0,-1 0 0 0 0,0-1 1 0 0,0 1-1 0 0,1-1 0 0 0,-1 1 0 0 0,0-1 1 0 0,1 0-1 0 0,-1 1 0 0 0,0-1 1 0 0,1-1-1 0 0,-1 1 0 0 0,0 0 0 0 0,1 0 1 0 0,-1-1-1 0 0,3 0 0 0 0,8-4-67 0 0,0-1 0 0 0,0 1 0 0 0,-1-2 0 0 0,0 0 0 0 0,14-10 0 0 0,10-11-2092 0 0,-20 13-4896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6.4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62 11058 0 0,'-1'-2'2374'0'0,"7"-5"-477"0"0,20-16 129 0 0,10 1-2913 0 0,-34 21 514 0 0,1 0 1 0 0,-1 0-1 0 0,1 0 1 0 0,-1 0-1 0 0,1 1 1 0 0,-1-1-1 0 0,1 1 0 0 0,0-1 1 0 0,-1 1-1 0 0,1 0 1 0 0,3 0-1 0 0,-5 1 179 0 0,1 0-1 0 0,0-1 1 0 0,0 1-1 0 0,0 0 1 0 0,0 1 0 0 0,-1-1-1 0 0,1 0 1 0 0,0 0-1 0 0,-1 1 1 0 0,1-1-1 0 0,-1 1 1 0 0,0-1-1 0 0,1 1 1 0 0,-1 0-1 0 0,0-1 1 0 0,0 1 0 0 0,0 0-1 0 0,0 0 1 0 0,-1 0-1 0 0,2 3 1 0 0,0 3 194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6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58 3225 0 0,'-4'8'136'0'0,"1"-4"40"0"0,3-1-176 0 0,0-2 0 0 0,2 0 0 0 0,-1-1 0 0 0,0-1 560 0 0,3 0 80 0 0,3-2 8 0 0,1-2 8 0 0,4-4-368 0 0,3-1-80 0 0,-1-2-16 0 0,1 1 0 0 0,3-1-192 0 0,-2 1 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7.2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42 7370 0 0,'0'-1'176'0'0,"0"1"0"0"0,-1-1 0 0 0,1 0 1 0 0,0 0-1 0 0,0 0 0 0 0,0 1 1 0 0,1-1-1 0 0,-1 0 0 0 0,0 0 1 0 0,0 0-1 0 0,0 1 0 0 0,0-1 0 0 0,1 0 1 0 0,-1 0-1 0 0,0 1 0 0 0,1-1 1 0 0,-1 0-1 0 0,1 1 0 0 0,-1-1 0 0 0,1 0 1 0 0,-1 1-1 0 0,1-1 0 0 0,-1 1 1 0 0,1-1-1 0 0,-1 1 0 0 0,1-1 0 0 0,0 1 1 0 0,-1-1-1 0 0,2 1 0 0 0,22-20 2047 0 0,-22 20-2437 0 0,0 0 0 0 0,0-1 0 0 0,0 1 0 0 0,0 0 1 0 0,-1 0-1 0 0,1 0 0 0 0,0 0 0 0 0,0 0 0 0 0,0 0 1 0 0,0 1-1 0 0,-1-1 0 0 0,1 1 0 0 0,0-1 1 0 0,0 1-1 0 0,-1 0 0 0 0,1 0 0 0 0,0-1 0 0 0,-1 1 1 0 0,1 0-1 0 0,-1 1 0 0 0,1-1 0 0 0,-1 0 0 0 0,1 0 1 0 0,-1 1-1 0 0,0-1 0 0 0,0 0 0 0 0,0 1 1 0 0,0-1-1 0 0,0 1 0 0 0,1 1 0 0 0,2 2-161 0 0,8 10-285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7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28 7370 0 0,'1'-2'425'0'0,"-1"-1"0"0"0,1 1 1 0 0,-1 0-1 0 0,1 0 0 0 0,-1 0 0 0 0,14-13 5768 0 0,-9 29-4507 0 0,3 76-811 0 0,-5-42 410 0 0,11 52 0 0 0,-11-83-1073 0 0,2 0 1 0 0,0-1-1 0 0,0 0 1 0 0,2 0 0 0 0,0-1-1 0 0,18 29 1 0 0,-14-27-452 0 0,26 29 0 0 0,-34-42 189 0 0,0-1-1 0 0,0 0 1 0 0,1 1-1 0 0,-1-1 1 0 0,1 0-1 0 0,0-1 1 0 0,0 1-1 0 0,0-1 1 0 0,0 0-1 0 0,1 0 1 0 0,-1 0-1 0 0,0 0 1 0 0,1-1-1 0 0,6 2 1 0 0,-9-3-195 0 0,1-1 0 0 0,-1 1 1 0 0,0-1-1 0 0,0 1 0 0 0,1-1 0 0 0,-1 0 1 0 0,0 0-1 0 0,0 1 0 0 0,0-2 0 0 0,0 1 0 0 0,0 0 1 0 0,0 0-1 0 0,0-1 0 0 0,0 1 0 0 0,-1-1 1 0 0,1 1-1 0 0,-1-1 0 0 0,1 0 0 0 0,-1 0 0 0 0,1 1 1 0 0,-1-1-1 0 0,0 0 0 0 0,1-3 0 0 0,6-9-5600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7.7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4145 0 0,'0'-2'146'0'0,"0"1"0"0"0,0-1-1 0 0,0 1 1 0 0,0-1 0 0 0,1 1 0 0 0,-1 0 0 0 0,1-1-1 0 0,-1 1 1 0 0,1-1 0 0 0,-1 1 0 0 0,1 0 0 0 0,0-1-1 0 0,0 1 1 0 0,-1 0 0 0 0,1 0 0 0 0,0 0 0 0 0,2-1-1 0 0,17-22 2110 0 0,-19 23-2180 0 0,8-8 1389 0 0,1 0 0 0 0,21-15 1 0 0,-28 21-1123 0 0,0 1 1 0 0,0 0 0 0 0,1 0-1 0 0,0 0 1 0 0,-1 0 0 0 0,1 1-1 0 0,0-1 1 0 0,0 1 0 0 0,-1 0 0 0 0,1 0-1 0 0,0 1 1 0 0,0-1 0 0 0,0 1-1 0 0,5 0 1 0 0,-8 0-308 0 0,1 1 0 0 0,0 0 0 0 0,0 0 0 0 0,-1 0 0 0 0,1 0 0 0 0,0 0 0 0 0,-1 0 0 0 0,1 1 0 0 0,-1-1 0 0 0,0 0 0 0 0,1 1 0 0 0,-1-1 0 0 0,0 1 0 0 0,0-1 0 0 0,0 1 0 0 0,0 0 0 0 0,0 0 0 0 0,0-1 0 0 0,-1 1 0 0 0,1 0 0 0 0,0 0 0 0 0,-1 0 0 0 0,1 0 0 0 0,-1-1 0 0 0,0 1 0 0 0,0 0 0 0 0,0 0 0 0 0,0 4 1 0 0,1 9 263 0 0,-2 0 1 0 0,-2 23 0 0 0,2-29-267 0 0,-16 100-63 0 0,9-69 31 0 0,3 0-1 0 0,-2 45 0 0 0,7-83 39 0 0,0-1-1 0 0,-1 1 1 0 0,1 0-1 0 0,0 0 1 0 0,1 0-1 0 0,-1-1 1 0 0,0 1-1 0 0,0 0 0 0 0,1 0 1 0 0,-1-1-1 0 0,1 1 1 0 0,0 0-1 0 0,-1-1 1 0 0,1 1-1 0 0,0 0 1 0 0,0-1-1 0 0,0 1 1 0 0,0-1-1 0 0,0 0 1 0 0,0 1-1 0 0,1-1 1 0 0,-1 0-1 0 0,3 2 1 0 0,-3-2-34 0 0,1-1 0 0 0,0 0 1 0 0,0 1-1 0 0,0-1 0 0 0,0 0 0 0 0,0 0 0 0 0,0 0 1 0 0,-1 0-1 0 0,1-1 0 0 0,0 1 0 0 0,0 0 1 0 0,0-1-1 0 0,0 0 0 0 0,-1 1 0 0 0,1-1 1 0 0,0 0-1 0 0,-1 0 0 0 0,1 0 0 0 0,0 0 1 0 0,-1 0-1 0 0,1 0 0 0 0,0-1 0 0 0,20-16-1075 0 0,35-35 0 0 0,-21 18-908 0 0,-15 15 544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8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9 11058 0 0,'-8'-5'4417'0'0,"5"1"-5653"0"0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8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 10594 0 0,'-2'3'460'0'0,"1"0"-1"0"0,0 0 1 0 0,0 0-1 0 0,1 1 0 0 0,-1-1 1 0 0,1 0-1 0 0,-1 0 1 0 0,1 1-1 0 0,0 5 1 0 0,1 6-15 0 0,1-1 1 0 0,0 1-1 0 0,1 0 1 0 0,0 0 0 0 0,2-1-1 0 0,9 24 1 0 0,44 80-695 0 0,-54-110 255 0 0,21 41-1733 0 0,-15-28-2886 0 0,-4-9-447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9.1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70 205 4609 0 0,'-6'-3'502'0'0,"1"0"0"0"0,-1-1-1 0 0,1 0 1 0 0,0 0 0 0 0,0 0 0 0 0,0 0 0 0 0,0-1-1 0 0,1 1 1 0 0,0-1 0 0 0,-6-8 0 0 0,9 11-361 0 0,0 0 1 0 0,0-1 0 0 0,0 1 0 0 0,0 0 0 0 0,0 0-1 0 0,0 0 1 0 0,0-1 0 0 0,1 1 0 0 0,-1 0 0 0 0,1 0-1 0 0,0-1 1 0 0,0 1 0 0 0,0-1 0 0 0,0 1-1 0 0,0 0 1 0 0,0-1 0 0 0,0 1 0 0 0,1 0 0 0 0,-1-1-1 0 0,1 1 1 0 0,0 0 0 0 0,0 0 0 0 0,0 0 0 0 0,0-1-1 0 0,0 1 1 0 0,0 0 0 0 0,0 0 0 0 0,1 1-1 0 0,-1-1 1 0 0,1 0 0 0 0,1-1 0 0 0,8-7 242 0 0,-1 1 0 0 0,2 0 1 0 0,-1 1-1 0 0,1 0 0 0 0,18-8 0 0 0,-23 12-192 0 0,0 1 0 0 0,-1 1 0 0 0,1-1 1 0 0,0 1-1 0 0,1 0 0 0 0,-1 0 0 0 0,0 1 0 0 0,0 0 0 0 0,1 1 0 0 0,-1-1 0 0 0,0 1 0 0 0,9 2 0 0 0,-13-2-159 0 0,-1 0-1 0 0,1 1 0 0 0,-1 0 1 0 0,0 0-1 0 0,1-1 1 0 0,-1 1-1 0 0,0 1 0 0 0,0-1 1 0 0,0 0-1 0 0,1 0 1 0 0,-1 1-1 0 0,0-1 0 0 0,-1 1 1 0 0,1 0-1 0 0,0 0 1 0 0,0-1-1 0 0,-1 1 0 0 0,1 0 1 0 0,1 3-1 0 0,-2-1-56 0 0,1-1 0 0 0,-1 1 0 0 0,0 0 0 0 0,0 0 0 0 0,-1-1 0 0 0,1 1 0 0 0,-1 0 0 0 0,1 0 0 0 0,-1 0 0 0 0,-1 0 0 0 0,0 5 0 0 0,-2 9-260 0 0,-2 0-1 0 0,0 0 1 0 0,-1 0-1 0 0,-9 19 0 0 0,9-22 140 0 0,-7 14-94 0 0,8-19 267 0 0,0 1 0 0 0,0 0 0 0 0,1 1 0 0 0,1-1 0 0 0,0 1 0 0 0,0 0 0 0 0,0 13 0 0 0,3-24 21 0 0,0 1-1 0 0,0-1 1 0 0,0 0-1 0 0,0 0 1 0 0,0 1-1 0 0,0-1 1 0 0,1 0 0 0 0,-1 0-1 0 0,1 1 1 0 0,-1-1-1 0 0,1 0 1 0 0,-1 0-1 0 0,1 0 1 0 0,-1 0-1 0 0,1 0 1 0 0,0 0-1 0 0,0 0 1 0 0,0 0 0 0 0,0 0-1 0 0,-1 0 1 0 0,1 0-1 0 0,0 0 1 0 0,0-1-1 0 0,0 1 1 0 0,1 0-1 0 0,-1-1 1 0 0,0 1-1 0 0,0-1 1 0 0,0 1 0 0 0,0-1-1 0 0,1 0 1 0 0,-1 1-1 0 0,0-1 1 0 0,0 0-1 0 0,1 0 1 0 0,-1 0-1 0 0,0 0 1 0 0,0 0-1 0 0,1 0 1 0 0,-1 0 0 0 0,0 0-1 0 0,3-1 1 0 0,7-1 121 0 0,0 0 0 0 0,0-1 1 0 0,20-8-1 0 0,-20 7-109 0 0,121-36-2321 0 0,-100 31-2341 0 0,-7 1-1523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09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2 109 7834 0 0,'0'-2'215'0'0,"0"1"0"0"0,-1-1 0 0 0,1 1 0 0 0,0-1 1 0 0,0 1-1 0 0,0-1 0 0 0,0 1 0 0 0,0-1 0 0 0,0 1 1 0 0,0-1-1 0 0,1 1 0 0 0,-1 0 0 0 0,0-1 0 0 0,1 1 1 0 0,-1-1-1 0 0,1 1 0 0 0,0 0 0 0 0,-1-1 0 0 0,2 0 1 0 0,15-28 2162 0 0,-14 25-2078 0 0,0 1-1 0 0,1 0 0 0 0,-1 0 0 0 0,1 1 0 0 0,0-1 0 0 0,0 1 1 0 0,0 0-1 0 0,1 0 0 0 0,-1 0 0 0 0,1 0 0 0 0,-1 1 0 0 0,1 0 1 0 0,7-2-1 0 0,-10 3-259 0 0,0 1 1 0 0,0-1 0 0 0,0 1 0 0 0,0 0-1 0 0,0 0 1 0 0,0 0 0 0 0,0 0 0 0 0,0 0-1 0 0,0 1 1 0 0,0-1 0 0 0,0 1 0 0 0,0-1-1 0 0,0 1 1 0 0,0 0 0 0 0,0-1 0 0 0,0 1-1 0 0,0 0 1 0 0,0 0 0 0 0,-1 1 0 0 0,1-1-1 0 0,0 0 1 0 0,-1 0 0 0 0,1 1 0 0 0,-1-1-1 0 0,0 1 1 0 0,1-1 0 0 0,-1 1 0 0 0,0 0-1 0 0,0 0 1 0 0,0-1 0 0 0,0 1 0 0 0,0 0-1 0 0,-1 0 1 0 0,1 0 0 0 0,0 0 0 0 0,0 2-1 0 0,2 10 10 0 0,-1-1 0 0 0,0 0 0 0 0,0 1 0 0 0,-2 0 0 0 0,1-1 0 0 0,-2 1 0 0 0,0-1 0 0 0,-1 1 0 0 0,0-1 0 0 0,-5 18-1 0 0,-6 50 589 0 0,13-80-591 0 0,0 0 0 0 0,-1 0 0 0 0,1 0-1 0 0,0 0 1 0 0,0 0 0 0 0,0 0 0 0 0,0 0-1 0 0,0 0 1 0 0,0 0 0 0 0,1 0 0 0 0,-1 0-1 0 0,0 0 1 0 0,0 0 0 0 0,1 0 0 0 0,-1 0-1 0 0,0 0 1 0 0,1 0 0 0 0,-1 0 0 0 0,1 0-1 0 0,-1-1 1 0 0,1 1 0 0 0,0 0 0 0 0,-1 0-1 0 0,1-1 1 0 0,1 2 0 0 0,-1-2-18 0 0,1 1 1 0 0,-1-1 0 0 0,0 0-1 0 0,0 0 1 0 0,1 0-1 0 0,-1 0 1 0 0,0 0 0 0 0,1 0-1 0 0,-1 0 1 0 0,0-1-1 0 0,0 1 1 0 0,1 0-1 0 0,-1-1 1 0 0,0 1 0 0 0,0-1-1 0 0,0 1 1 0 0,2-1-1 0 0,9-6 2 0 0,-1-1 0 0 0,0 1 0 0 0,11-11-1 0 0,-12 10 14 0 0,58-37-1455 0 0,-53 37 496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29.4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45 104 920 0 0,'-27'-4'4352'0'0,"9"2"73"0"0,18 3-4323 0 0,0 0 1 0 0,0 0-1 0 0,1 0 0 0 0,-1 1 0 0 0,0-1 0 0 0,0 0 0 0 0,1 0 1 0 0,-1 0-1 0 0,0 0 0 0 0,1 0 0 0 0,-1 0 0 0 0,1 0 0 0 0,0 0 0 0 0,-1 0 1 0 0,1 0-1 0 0,0-1 0 0 0,-1 1 0 0 0,1 0 0 0 0,0 0 0 0 0,1 0 1 0 0,2 5-23 0 0,0-1 1 0 0,1 0 0 0 0,-1 0-1 0 0,1 0 1 0 0,1-1 0 0 0,-1 0 0 0 0,0 0-1 0 0,11 6 1 0 0,-15-10-38 0 0,1 1-1 0 0,0 0 1 0 0,0-1-1 0 0,-1 1 1 0 0,1-1-1 0 0,0 0 1 0 0,0 1-1 0 0,0-1 1 0 0,0 0-1 0 0,-1 0 1 0 0,1-1-1 0 0,0 1 1 0 0,0 0-1 0 0,0 0 1 0 0,0-1-1 0 0,-1 1 1 0 0,1-1-1 0 0,0 0 1 0 0,0 1-1 0 0,-1-1 1 0 0,1 0-1 0 0,-1 0 1 0 0,1 0-1 0 0,-1 0 1 0 0,1 0-1 0 0,-1-1 1 0 0,1 1-1 0 0,-1 0 1 0 0,0-1-1 0 0,0 1 1 0 0,0-1-1 0 0,0 1 1 0 0,0-1-1 0 0,0 1 1 0 0,1-4-1 0 0,0 1 17 0 0,0 0 0 0 0,-1 0-1 0 0,1 0 1 0 0,-1 0 0 0 0,0-1 0 0 0,-1 1 0 0 0,1 0-1 0 0,-1 0 1 0 0,1 0 0 0 0,-1-1 0 0 0,-1 1-1 0 0,1 0 1 0 0,-1 0 0 0 0,1-1 0 0 0,-1 1 0 0 0,0 0-1 0 0,-2-5 1 0 0,2 7 5 0 0,0-1 0 0 0,0 0 0 0 0,0 1 0 0 0,-1-1-1 0 0,1 1 1 0 0,-1-1 0 0 0,1 1 0 0 0,-1 0 0 0 0,0-1 0 0 0,0 1-1 0 0,0 0 1 0 0,0 0 0 0 0,0 0 0 0 0,-1 1 0 0 0,1-1 0 0 0,0 0 0 0 0,-1 1-1 0 0,1 0 1 0 0,-1-1 0 0 0,0 1 0 0 0,1 0 0 0 0,-1 0 0 0 0,0 1-1 0 0,0-1 1 0 0,1 1 0 0 0,-7-1 0 0 0,8 1-91 0 0,-1 0-1 0 0,1 1 1 0 0,-1-1 0 0 0,1 1 0 0 0,-1-1-1 0 0,1 1 1 0 0,-1-1 0 0 0,1 1 0 0 0,0 0-1 0 0,-1 0 1 0 0,1 0 0 0 0,0 0 0 0 0,0 0-1 0 0,-1 0 1 0 0,1 0 0 0 0,0 0-1 0 0,0 0 1 0 0,0 1 0 0 0,0-1 0 0 0,1 0-1 0 0,-1 1 1 0 0,0-1 0 0 0,0 1 0 0 0,1-1-1 0 0,-1 1 1 0 0,1-1 0 0 0,-1 1 0 0 0,1-1-1 0 0,0 1 1 0 0,0-1 0 0 0,0 1-1 0 0,0 0 1 0 0,0-1 0 0 0,0 4 0 0 0,0 1-102 0 0,0 0-1 0 0,0 1 1 0 0,1-1 0 0 0,0 0 0 0 0,0 0 0 0 0,0 1 0 0 0,4 8 0 0 0,-2-10 99 0 0,-1 0 1 0 0,1-1-1 0 0,0 0 1 0 0,0 0-1 0 0,1 0 1 0 0,-1 0-1 0 0,1 0 1 0 0,0 0-1 0 0,7 4 1 0 0,-9-6 71 0 0,1 0 1 0 0,0 0 0 0 0,0-1-1 0 0,0 1 1 0 0,0-1-1 0 0,0 0 1 0 0,0 1 0 0 0,0-1-1 0 0,0-1 1 0 0,1 1 0 0 0,-1 0-1 0 0,0-1 1 0 0,0 0-1 0 0,1 0 1 0 0,-1 0 0 0 0,4 0-1 0 0,-6-1-13 0 0,0 1 1 0 0,0-1-1 0 0,-1 1 0 0 0,1-1 0 0 0,0 1 1 0 0,0-1-1 0 0,-1 0 0 0 0,1 0 0 0 0,-1 1 0 0 0,1-1 1 0 0,-1 0-1 0 0,1 0 0 0 0,-1 0 0 0 0,1 0 0 0 0,-1 1 1 0 0,1-1-1 0 0,-1 0 0 0 0,0 0 0 0 0,0 0 0 0 0,1 0 1 0 0,-1 0-1 0 0,0 0 0 0 0,0 0 0 0 0,0 0 0 0 0,0 0 1 0 0,0 0-1 0 0,0 0 0 0 0,-1 0 0 0 0,1 0 1 0 0,0-1-1 0 0,-8-30 707 0 0,4 25-609 0 0,0-1 1 0 0,0 1-1 0 0,-1 1 1 0 0,1-1-1 0 0,-2 1 0 0 0,-5-7 1 0 0,9 11-98 0 0,0 0 0 0 0,-1-1 0 0 0,1 1-1 0 0,-1 0 1 0 0,1 1 0 0 0,-1-1 0 0 0,0 0 0 0 0,1 1 0 0 0,-1 0 0 0 0,0-1 0 0 0,0 1 0 0 0,0 0 0 0 0,0 0 0 0 0,0 1 0 0 0,0-1 0 0 0,0 1-1 0 0,-1 0 1 0 0,-4-1 0 0 0,7 1-26 0 0,1 1 0 0 0,-1-1 0 0 0,1 0-1 0 0,-1 0 1 0 0,0 0 0 0 0,1 0 0 0 0,-1 0-1 0 0,1 0 1 0 0,-1 1 0 0 0,1-1 0 0 0,-1 0-1 0 0,1 1 1 0 0,-1-1 0 0 0,1 0-1 0 0,-1 1 1 0 0,1-1 0 0 0,-1 0 0 0 0,1 1-1 0 0,0-1 1 0 0,-1 1 0 0 0,1-1 0 0 0,0 1-1 0 0,-1-1 1 0 0,1 1 0 0 0,0-1 0 0 0,0 1-1 0 0,-1-1 1 0 0,1 1 0 0 0,0-1 0 0 0,0 1-1 0 0,0 0 1 0 0,5 20-86 0 0,20 16-436 0 0,-21-34 511 0 0,0 0 1 0 0,0 1-1 0 0,1-2 0 0 0,-1 1 1 0 0,1-1-1 0 0,0 1 0 0 0,0-1 0 0 0,0-1 1 0 0,0 1-1 0 0,0-1 0 0 0,0 1 1 0 0,0-1-1 0 0,0-1 0 0 0,0 1 0 0 0,1-1 1 0 0,-1 0-1 0 0,0 0 0 0 0,0-1 0 0 0,1 1 1 0 0,6-3-1 0 0,-9 2 29 0 0,1 1 0 0 0,-1-1 0 0 0,0 0 0 0 0,0 0 0 0 0,0-1 0 0 0,0 1 0 0 0,-1 0 0 0 0,1-1-1 0 0,0 0 1 0 0,-1 0 0 0 0,1 0 0 0 0,-1 0 0 0 0,1 0 0 0 0,-1 0 0 0 0,0-1 0 0 0,0 1 0 0 0,0-1 0 0 0,0 1 0 0 0,0-1 0 0 0,-1 0 0 0 0,1 0 0 0 0,-1 0 0 0 0,0 0 0 0 0,0 0 0 0 0,0 0-1 0 0,0 0 1 0 0,0 0 0 0 0,-1 0 0 0 0,1 0 0 0 0,-1 0 0 0 0,0-1 0 0 0,0 1 0 0 0,0 0 0 0 0,-1-4 0 0 0,0 4 1 0 0,1 1 1 0 0,-1-1-1 0 0,0 0 0 0 0,0 1 1 0 0,0-1-1 0 0,-1 1 0 0 0,1-1 1 0 0,0 1-1 0 0,-1 0 0 0 0,0 0 1 0 0,1-1-1 0 0,-1 1 0 0 0,0 0 1 0 0,0 0-1 0 0,0 1 0 0 0,-1-1 1 0 0,1 0-1 0 0,0 1 0 0 0,-1-1 1 0 0,1 1-1 0 0,-1 0 0 0 0,1 0 1 0 0,-1 0-1 0 0,1 0 0 0 0,-1 0 1 0 0,0 1-1 0 0,0-1 0 0 0,1 1 1 0 0,-1-1-1 0 0,0 1 0 0 0,-5 1 1 0 0,6-2-70 0 0,-1 1-1 0 0,1 0 1 0 0,-1 1 0 0 0,1-1 0 0 0,0 0 0 0 0,-1 1 0 0 0,1-1 0 0 0,-1 1 0 0 0,1 0-1 0 0,0-1 1 0 0,0 1 0 0 0,-1 1 0 0 0,1-1 0 0 0,0 0 0 0 0,0 0 0 0 0,0 1 0 0 0,0-1 0 0 0,0 1-1 0 0,0 0 1 0 0,1-1 0 0 0,-1 1 0 0 0,0 0 0 0 0,1 0 0 0 0,0 0 0 0 0,-1 0 0 0 0,1 0 0 0 0,0 1-1 0 0,0-1 1 0 0,0 0 0 0 0,0 0 0 0 0,1 1 0 0 0,-1-1 0 0 0,1 1 0 0 0,-1-1 0 0 0,1 4-1 0 0,0-2-250 0 0,1 0 0 0 0,1-1 0 0 0,-1 1 0 0 0,0 0-1 0 0,1-1 1 0 0,0 1 0 0 0,0-1 0 0 0,0 1-1 0 0,0-1 1 0 0,0 0 0 0 0,1 0 0 0 0,0 0 0 0 0,-1 0-1 0 0,1-1 1 0 0,0 1 0 0 0,0-1 0 0 0,1 1 0 0 0,-1-1-1 0 0,4 2 1 0 0,19 16 410 0 0,-15-7-113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0.4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50 213 6913 0 0,'-4'-7'37'0'0,"1"-1"-1"0"0,0 0 0 0 0,1 0 0 0 0,-3-11 0 0 0,-4-12 941 0 0,-5-3 508 0 0,4 5 5042 0 0,19 46-6367 0 0,0-1 0 0 0,10 33-1 0 0,-14-33-67 0 0,1 0-1 0 0,1 0 1 0 0,1-1-1 0 0,10 16 1 0 0,-6-14-105 0 0,2 0 1 0 0,0-1 0 0 0,27 24-1 0 0,-32-33 6 0 0,-1 0 0 0 0,2-1 0 0 0,-1 0-1 0 0,0 0 1 0 0,1-1 0 0 0,0 0-1 0 0,1-1 1 0 0,19 6 0 0 0,-29-9 45 0 0,0-1 0 0 0,1 0 0 0 0,-1 0 1 0 0,0 0-1 0 0,0 0 0 0 0,1 0 0 0 0,-1 0 0 0 0,0 0 0 0 0,0 0 0 0 0,0 0 1 0 0,1-1-1 0 0,-1 1 0 0 0,0 0 0 0 0,0-1 0 0 0,0 1 0 0 0,0-1 0 0 0,1 1 1 0 0,-1-1-1 0 0,0 0 0 0 0,0 1 0 0 0,0-1 0 0 0,0-1 0 0 0,1 0 22 0 0,0 0 0 0 0,0 0 0 0 0,-1-1-1 0 0,1 1 1 0 0,-1-1 0 0 0,0 1 0 0 0,1-1 0 0 0,-1 0-1 0 0,1-4 1 0 0,1-7 59 0 0,-1-1 1 0 0,0 0-1 0 0,0-16 0 0 0,-1 18-128 0 0,1-25 175 0 0,0 0-1 0 0,-3 1 1 0 0,-9-72 0 0 0,9 107-124 0 0,1-1 0 0 0,-1 1 1 0 0,1 0-1 0 0,0 0 0 0 0,0 0 1 0 0,0 0-1 0 0,0-1 0 0 0,0 1 1 0 0,0 0-1 0 0,1 0 0 0 0,-1 0 1 0 0,1 0-1 0 0,-1 0 0 0 0,1 0 1 0 0,0 0-1 0 0,2-4 0 0 0,-3 6-36 0 0,0-1 0 0 0,1 1 0 0 0,-1 0 0 0 0,1-1 0 0 0,-1 1 0 0 0,1 0 0 0 0,-1-1 0 0 0,1 1 0 0 0,-1 0 0 0 0,1 0 0 0 0,-1 0 0 0 0,1-1 0 0 0,-1 1 0 0 0,1 0 0 0 0,0 0 0 0 0,-1 0 0 0 0,1 0 0 0 0,-1 0 0 0 0,1 0 0 0 0,-1 0-1 0 0,1 0 1 0 0,0 0 0 0 0,0 0 0 0 0,20 13 49 0 0,-4 5 41 0 0,-1 0 0 0 0,-1 1 0 0 0,22 34 1 0 0,-24-31-172 0 0,2-1 1 0 0,1-1 0 0 0,22 23 0 0 0,17 14-2521 0 0,-20-16-4604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0.6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 3225 0 0,'-9'8'11759'0'0,"9"-7"-11498"0"0,9 19 2827 0 0,20 16-3547 0 0,-22-29-913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1.8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1 5529 0 0,'1'1'166'0'0,"-1"0"0"0"0,1 0 0 0 0,0 0 0 0 0,0 0 0 0 0,-1 0 0 0 0,1 0-1 0 0,0 0 1 0 0,0 0 0 0 0,0 0 0 0 0,0 0 0 0 0,0 0 0 0 0,0-1 0 0 0,0 1 0 0 0,1-1-1 0 0,-1 1 1 0 0,0 0 0 0 0,0-1 0 0 0,0 0 0 0 0,1 1 0 0 0,-1-1 0 0 0,0 0 0 0 0,0 0 0 0 0,2 1-1 0 0,32 4 1867 0 0,-11-6 292 0 0,-25-3-1257 0 0,-13-1-550 0 0,8 4-362 0 0,1-1 0 0 0,0 1 0 0 0,-1 1 0 0 0,1-1 0 0 0,0 1 0 0 0,-1 0 0 0 0,1 0 0 0 0,-1 1 0 0 0,1-1 0 0 0,-11 4 0 0 0,13-3-311 0 0,0 0 0 0 0,0 1 0 0 0,-1 0 0 0 0,1-1 0 0 0,0 1 0 0 0,1 0 0 0 0,-1 1 0 0 0,0-1 0 0 0,0 0 0 0 0,1 1 0 0 0,0-1 0 0 0,-1 1 0 0 0,1 0 0 0 0,0 0 0 0 0,0 0 0 0 0,0 0 0 0 0,1 0 0 0 0,-2 4 0 0 0,-2 10-2611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2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10 1840 0 0,'-2'-9'11820'0'0,"1"9"-11879"0"0,-15 7 456 0 0,16-7-436 0 0,-1 1 0 0 0,1-1 0 0 0,-1 0 1 0 0,1 1-1 0 0,-1-1 0 0 0,1 1 0 0 0,0-1 0 0 0,-1 0 0 0 0,1 1 0 0 0,-1-1 0 0 0,1 1 0 0 0,0-1 1 0 0,-1 1-1 0 0,1-1 0 0 0,0 1 0 0 0,0-1 0 0 0,0 1 0 0 0,-1 0 0 0 0,1-1 0 0 0,0 1 1 0 0,0-1-1 0 0,0 1 0 0 0,0 0 0 0 0,0-1 0 0 0,0 1 0 0 0,0-1 0 0 0,0 1 0 0 0,0-1 0 0 0,0 1 1 0 0,0 0-1 0 0,0-1 0 0 0,1 1 0 0 0,-1 0 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4.3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68 456 0 0,'-3'-2'190'0'0,"0"0"-1"0"0,1-1 1 0 0,0 1 0 0 0,0-1-1 0 0,0 1 1 0 0,0-1 0 0 0,0 0-1 0 0,0 0 1 0 0,1 0 0 0 0,-1 0-1 0 0,1 0 1 0 0,0-1-1 0 0,0 1 1 0 0,0 0 0 0 0,-11-22 10311 0 0,15 42-10148 0 0,0 1 1 0 0,1-1-1 0 0,1 0 1 0 0,0 0-1 0 0,2 0 1 0 0,0-1-1 0 0,12 20 1 0 0,-15-28-199 0 0,1-1 0 0 0,0 1 0 0 0,0-1 1 0 0,1 0-1 0 0,0 0 0 0 0,0-1 0 0 0,1 0 0 0 0,0 0 1 0 0,0-1-1 0 0,0 1 0 0 0,1-2 0 0 0,0 1 0 0 0,0-1 1 0 0,0 0-1 0 0,0-1 0 0 0,16 5 0 0 0,-24-8-166 0 0,1 1 0 0 0,0-1-1 0 0,0 0 1 0 0,-1 0 0 0 0,1 0 0 0 0,0 0 0 0 0,0 0-1 0 0,-1 0 1 0 0,1 0 0 0 0,0 0 0 0 0,0 0-1 0 0,-1 0 1 0 0,1-1 0 0 0,0 1 0 0 0,0 0 0 0 0,-1 0-1 0 0,1-1 1 0 0,0 1 0 0 0,-1 0 0 0 0,1-1 0 0 0,0 1-1 0 0,-1-1 1 0 0,1 1 0 0 0,-1-1 0 0 0,1 1-1 0 0,-1-1 1 0 0,1 1 0 0 0,-1-1 0 0 0,1 0 0 0 0,-1 1-1 0 0,1-1 1 0 0,-1 0 0 0 0,0 1 0 0 0,1-1-1 0 0,-1 0 1 0 0,0 1 0 0 0,0-1 0 0 0,1 0 0 0 0,-1-1-1 0 0,1-38-757 0 0,-1 18 508 0 0,5-23-12 0 0,14-56 1 0 0,5 150 2032 0 0,-13-22-1352 0 0,2-1 0 0 0,0 0 0 0 0,28 39-1 0 0,-31-53-626 0 0,0 0-1 0 0,0-1 0 0 0,15 12 0 0 0,-15-15-894 0 0,1 1 0 0 0,1-2 0 0 0,-1 0 0 0 0,14 6 0 0 0,-14-7-357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4.7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68 1376 0 0,'6'-7'688'0'0,"-1"0"0"0"0,1 1 0 0 0,1-1 0 0 0,12-9-1 0 0,-16 13-238 0 0,1 1 0 0 0,-1-1 0 0 0,1 1 0 0 0,0-1 0 0 0,0 1 0 0 0,0 0 0 0 0,0 1 0 0 0,0-1-1 0 0,0 1 1 0 0,0 0 0 0 0,7-2 0 0 0,-9 4-342 0 0,-1-1 0 0 0,0 1 0 0 0,1-1 0 0 0,-1 1 0 0 0,0-1 0 0 0,1 1-1 0 0,-1 0 1 0 0,0-1 0 0 0,0 1 0 0 0,0 0 0 0 0,0 0 0 0 0,0 0 0 0 0,0 0 0 0 0,0 0-1 0 0,0 0 1 0 0,0 0 0 0 0,0 0 0 0 0,0 0 0 0 0,-1 1 0 0 0,1-1 0 0 0,0 0 0 0 0,-1 0 0 0 0,1 1-1 0 0,-1-1 1 0 0,0 1 0 0 0,1-1 0 0 0,-1 0 0 0 0,0 1 0 0 0,0-1 0 0 0,0 1 0 0 0,0 1 0 0 0,1 51 1357 0 0,-1-48-1224 0 0,-3 30 543 0 0,1-28-401 0 0,1 0 0 0 0,0 0 1 0 0,1 0-1 0 0,-1 0 0 0 0,1 0 0 0 0,1 0 0 0 0,0 0 1 0 0,0 1-1 0 0,1-1 0 0 0,0 0 0 0 0,4 10 0 0 0,-6-17-354 0 0,1 0-1 0 0,0 0 1 0 0,0 0-1 0 0,-1-1 1 0 0,1 1-1 0 0,0 0 1 0 0,0 0-1 0 0,0-1 1 0 0,0 1-1 0 0,0-1 1 0 0,0 1-1 0 0,0-1 1 0 0,0 1-1 0 0,0-1 1 0 0,1 1-1 0 0,-1-1 1 0 0,0 0-1 0 0,0 0 1 0 0,0 0-1 0 0,0 0 1 0 0,1 0-1 0 0,-1 0 1 0 0,0 0-1 0 0,0 0 1 0 0,0 0-1 0 0,0 0 1 0 0,0-1-1 0 0,1 1 1 0 0,-1 0-1 0 0,0-1 1 0 0,0 1-1 0 0,0-1 1 0 0,0 1-1 0 0,0-1 1 0 0,0 0-1 0 0,0 1 1 0 0,1-2-1 0 0,36-27 805 0 0,-37 29-832 0 0,102-100-2521 0 0,-85 83 1633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5.8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61 303 3225 0 0,'-7'-19'1795'0'0,"-1"2"0"0"0,-1-1 0 0 0,0 1 0 0 0,-18-25 4297 0 0,54 76-4089 0 0,-5 14-1274 0 0,30 99 0 0 0,-37-96-605 0 0,2-2-1 0 0,32 63 0 0 0,-42-98-115 0 0,2 0-1 0 0,-1-1 1 0 0,1 0-1 0 0,1 0 1 0 0,1-1 0 0 0,-1-1-1 0 0,2 1 1 0 0,0-2-1 0 0,0 0 1 0 0,1 0-1 0 0,26 15 1 0 0,-36-23 45 0 0,0 0 0 0 0,1-1 0 0 0,-1 1 0 0 0,0-1 0 0 0,0 0 0 0 0,1 0-1 0 0,-1 0 1 0 0,1 0 0 0 0,-1-1 0 0 0,1 1 0 0 0,-1-1 0 0 0,1 0 0 0 0,-1 0 0 0 0,1 0 0 0 0,0 0 0 0 0,-1-1 0 0 0,6-1 0 0 0,-6 1-2 0 0,0-1 1 0 0,0 0-1 0 0,0 0 1 0 0,0 0 0 0 0,0-1-1 0 0,-1 1 1 0 0,1 0 0 0 0,-1-1-1 0 0,1 0 1 0 0,-1 0-1 0 0,0 1 1 0 0,0-1 0 0 0,-1 0-1 0 0,1-1 1 0 0,0 1 0 0 0,-1 0-1 0 0,2-7 1 0 0,3-10 52 0 0,0 1 1 0 0,-2-2-1 0 0,-1 1 1 0 0,2-29-1 0 0,-4-87-5 0 0,-1 58-85 0 0,8-61 53 0 0,1-41-419 0 0,-10 174 224 0 0,0-1 0 0 0,0 0 0 0 0,0 0 0 0 0,-1 1 0 0 0,-4-14-1 0 0,-3-1-4018 0 0,5 12 502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6.1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6449 0 0,'2'9'9372'0'0,"5"13"-6077"0"0,10 44-1388 0 0,-3 45-703 0 0,-11-75-1518 0 0,1-1 1 0 0,2 0-1 0 0,1 0 1 0 0,16 46-1 0 0,-9-56-1808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6.5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0 166 2304 0 0,'2'-8'211'0'0,"-1"1"0"0"0,1-1 0 0 0,1 1 0 0 0,-1-1 0 0 0,1 1 0 0 0,1 0-1 0 0,-1 0 1 0 0,1 0 0 0 0,0 0 0 0 0,1 1 0 0 0,0 0 0 0 0,5-6-1 0 0,-3 4 783 0 0,1 1 0 0 0,-1 0 0 0 0,1 0 0 0 0,1 1-1 0 0,-1 0 1 0 0,1 1 0 0 0,0 0 0 0 0,16-7-1 0 0,-23 11-917 0 0,0 0 0 0 0,0 0 0 0 0,-1 1 1 0 0,1-1-1 0 0,0 1 0 0 0,0-1 0 0 0,0 1 0 0 0,0 0 0 0 0,0-1 0 0 0,0 1 0 0 0,0 0 0 0 0,0 0 0 0 0,0 1 0 0 0,0-1 0 0 0,0 0 0 0 0,0 1 0 0 0,-1-1 0 0 0,1 1 0 0 0,0-1 0 0 0,0 1 0 0 0,0 0 0 0 0,-1 0 0 0 0,1 0 1 0 0,0 0-1 0 0,-1 0 0 0 0,1 0 0 0 0,-1 1 0 0 0,1-1 0 0 0,-1 0 0 0 0,1 1 0 0 0,-1-1 0 0 0,0 1 0 0 0,0-1 0 0 0,0 1 0 0 0,0 0 0 0 0,0 0 0 0 0,0-1 0 0 0,0 1 0 0 0,-1 0 0 0 0,1 0 0 0 0,-1 0 0 0 0,1 0 0 0 0,-1 3 1 0 0,2 5-58 0 0,-1-1 0 0 0,0 1 1 0 0,0 0-1 0 0,-1 0 1 0 0,-1-1-1 0 0,1 1 1 0 0,-4 14-1 0 0,-5 8 221 0 0,-2-2 0 0 0,0 1 0 0 0,-19 32 0 0 0,1 1 2458 0 0,29-64-2672 0 0,0 0 0 0 0,-1 1 0 0 0,1-1 0 0 0,0 0 0 0 0,0 0 0 0 0,0 1 0 0 0,0-1 0 0 0,0 0 0 0 0,0 1 0 0 0,0-1 0 0 0,0 0 0 0 0,-1 0 0 0 0,1 1 0 0 0,0-1 0 0 0,0 0 0 0 0,0 1 1 0 0,0-1-1 0 0,1 0 0 0 0,-1 1 0 0 0,0-1 0 0 0,0 0 0 0 0,0 0 0 0 0,0 1 0 0 0,0-1 0 0 0,0 0 0 0 0,0 1 0 0 0,1-1 0 0 0,-1 0 0 0 0,0 0 0 0 0,0 1 0 0 0,0-1 0 0 0,0 0 0 0 0,1 0 0 0 0,-1 0 0 0 0,0 1 0 0 0,0-1 0 0 0,1 0 0 0 0,-1 0 0 0 0,0 0 0 0 0,0 0 0 0 0,1 1 0 0 0,17-1 331 0 0,19-9-236 0 0,-37 9-117 0 0,45-15-334 0 0,59-16-371 0 0,-87 27-1999 0 0,0 2-1 0 0,22-2 1 0 0,-22 4-3117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6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4145 0 0,'2'4'15176'0'0,"7"12"-11930"0"0,-5-9-3252 0 0,-1 0 1 0 0,0 0-1 0 0,-1 0 1 0 0,3 10-1 0 0,-1 17 371 0 0,-1 67 0 0 0,-4-64-2556 0 0,7 55 0 0 0,-2-73-4733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7.0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3225 0 0,'14'-10'581'0'0,"0"1"1"0"0,0 0 0 0 0,1 1-1 0 0,0 1 1 0 0,1 0-1 0 0,-1 1 1 0 0,1 1 0 0 0,24-5-1 0 0,-38 10-820 0 0,0 0 0 0 0,0 1 0 0 0,0-1 0 0 0,0 0 0 0 0,0 1 1 0 0,0-1-1 0 0,0 1 0 0 0,0 0 0 0 0,0 0 0 0 0,0-1 0 0 0,0 1 0 0 0,0 0 0 0 0,-1 1 0 0 0,1-1 0 0 0,0 0 0 0 0,-1 0 0 0 0,3 3 0 0 0,-1 2 146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7.2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69 2304 0 0,'29'-17'4409'0'0,"-17"11"-3768"0"0,-2-1-574 0 0,0 1 0 0 0,0 0 0 0 0,1 1 0 0 0,0 0 0 0 0,0 0 0 0 0,0 1 0 0 0,16-3 0 0 0,-17 7-67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7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38 253 5065 0 0,'-9'-13'1888'0'0,"3"6"-429"0"0,1-1 1 0 0,0 0 0 0 0,1 0-1 0 0,-4-9 1 0 0,30 87-1009 0 0,-5-15 874 0 0,2 0 0 0 0,49 98-1 0 0,-59-137-1128 0 0,0-1 0 0 0,1 0 0 0 0,1-1 0 0 0,0 0 0 0 0,1-1 0 0 0,1 0 0 0 0,-1-1 0 0 0,2 0 0 0 0,0-1 1 0 0,0-1-1 0 0,1 0 0 0 0,1-1 0 0 0,31 14 0 0 0,-41-21-169 0 0,1 1 0 0 0,0-1 0 0 0,0-1 0 0 0,0 1 0 0 0,1-1 1 0 0,-1 0-1 0 0,0-1 0 0 0,0 0 0 0 0,1 0 0 0 0,-1 0 1 0 0,0-1-1 0 0,0 0 0 0 0,0-1 0 0 0,0 0 0 0 0,0 0 1 0 0,8-3-1 0 0,-9 2-2 0 0,-1 1 1 0 0,0-1 0 0 0,0-1-1 0 0,0 1 1 0 0,0-1 0 0 0,-1 0 0 0 0,1 0-1 0 0,-1 0 1 0 0,0 0 0 0 0,0-1-1 0 0,0 0 1 0 0,-1 0 0 0 0,0 0 0 0 0,0 0-1 0 0,0 0 1 0 0,0-1 0 0 0,-1 1-1 0 0,0-1 1 0 0,2-10 0 0 0,0-6 56 0 0,0-1 0 0 0,-2 0 1 0 0,-1 0-1 0 0,-2-25 0 0 0,-13-94 117 0 0,5 70-132 0 0,4 11-38 0 0,3 31-103 0 0,-1-1 0 0 0,-1 1 0 0 0,-1 0 0 0 0,-11-30 0 0 0,11 47-447 0 0,5 13 461 0 0,0 0 0 0 0,0 0 0 0 0,0-1 0 0 0,-1 1 0 0 0,1 0 0 0 0,0 0 1 0 0,0-1-1 0 0,0 1 0 0 0,0 0 0 0 0,0 0 0 0 0,0-1 0 0 0,-1 1 0 0 0,1 0 1 0 0,0 0-1 0 0,0 0 0 0 0,0 0 0 0 0,-1-1 0 0 0,1 1 0 0 0,0 0 0 0 0,0 0 1 0 0,-1 0-1 0 0,1 0 0 0 0,0 0 0 0 0,0-1 0 0 0,-1 1 0 0 0,1 0 0 0 0,0 0 0 0 0,0 0 1 0 0,-1 0-1 0 0,1 0 0 0 0,0 0 0 0 0,0 0 0 0 0,-1 0 0 0 0,1 0 0 0 0,0 0 1 0 0,0 0-1 0 0,-1 0 0 0 0,1 0 0 0 0,0 0 0 0 0,-1 0 0 0 0,1 0 0 0 0,0 1 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8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0 920 0 0,'3'4'2591'0'0,"-4"0"-2820"0"0,1-3 283 0 0,0 1 35 0 0,-1 1 0 0 0,0-1 0 0 0,1 0 0 0 0,-1 0 0 0 0,0 0 0 0 0,0 0 0 0 0,0 0-1 0 0,0 0 1 0 0,0 0 0 0 0,-3 3 0 0 0,5-6 92 0 0,-1 1 0 0 0,1 0 0 0 0,0-1 0 0 0,-1 1 0 0 0,1 0-1 0 0,0 0 1 0 0,0-1 0 0 0,-1 1 0 0 0,1 0 0 0 0,0 0 0 0 0,0 0 0 0 0,0 0-1 0 0,-1 0 1 0 0,1 0 0 0 0,0 0 0 0 0,0 0 0 0 0,0 0 0 0 0,-1 0 0 0 0,1 1 0 0 0,0-1-1 0 0,0 0 1 0 0,-1 0 0 0 0,1 1 0 0 0,0-1 0 0 0,-1 1 0 0 0,1-1 0 0 0,0 0-1 0 0,-1 1 1 0 0,1-1 0 0 0,-1 1 0 0 0,1 0 0 0 0,0-1 0 0 0,-1 1 0 0 0,1-1-1 0 0,-1 1 1 0 0,0 0 0 0 0,1-1 0 0 0,-1 1 0 0 0,0 0 0 0 0,1 1 0 0 0,22 37 2640 0 0,-18-29-1417 0 0,9 18-100 0 0,-1 0-1 0 0,18 59 0 0 0,-19-51-928 0 0,18 42 0 0 0,-25-69-246 0 0,0 0-1 0 0,1 0 0 0 0,-1-1 1 0 0,2 1-1 0 0,-1-1 1 0 0,1-1-1 0 0,0 1 1 0 0,13 10-1 0 0,-15-15-246 0 0,0 1 0 0 0,1-1 0 0 0,-1 0 0 0 0,0-1 0 0 0,1 1 0 0 0,11 3 0 0 0,-13-5-480 0 0,0-1 0 0 0,1 1 0 0 0,-1 0 0 0 0,1-1-1 0 0,0 0 1 0 0,-1 0 0 0 0,1 0 0 0 0,-1-1-1 0 0,10-2 1 0 0,4-2-5835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8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5529 0 0,'6'67'9452'0'0,"11"-1"-4308"0"0,7-1-4278 0 0,4-5-4249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9.1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1 148 8290 0 0,'2'-3'318'0'0,"1"1"0"0"0,0 0 0 0 0,0 0 0 0 0,0 1 0 0 0,0-1 0 0 0,0 0 1 0 0,0 1-1 0 0,1 0 0 0 0,4-1 0 0 0,-3-1-17 0 0,202-75 7001 0 0,-136 55-8748 0 0,-1 3-3601 0 0,-45 14-380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39.8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1 107 5529 0 0,'0'-19'4077'0'0,"1"19"-3891"0"0,-1 0 1 0 0,1 0-1 0 0,-1 0 0 0 0,1-1 0 0 0,0 1 49 0 0,0 0 0 0 0,0-1 0 0 0,0 1 0 0 0,0 0 0 0 0,0 0 0 0 0,0 0 0 0 0,0 0 0 0 0,0 0 0 0 0,0 0 0 0 0,0 0 0 0 0,0 0 0 0 0,0 0 0 0 0,-1 0 0 0 0,1 1 0 0 0,0-1 0 0 0,0 0 0 0 0,0 1 0 0 0,0-1 0 0 0,0 0 0 0 0,0 1 0 0 0,-1-1 0 0 0,1 1-1 0 0,0 0 1 0 0,0-1 0 0 0,-1 1 0 0 0,1 0 0 0 0,0-1 0 0 0,-1 1 0 0 0,1 0 0 0 0,8 17 214 0 0,-2-1 0 0 0,0 1-1 0 0,-1 0 1 0 0,-1 0-1 0 0,4 27 1 0 0,5 15-213 0 0,-5-24-208 0 0,3-1 0 0 0,28 63 0 0 0,-36-89-8 0 0,1-1-1 0 0,-1 0 1 0 0,1 0 0 0 0,0-1 0 0 0,1 0-1 0 0,0 0 1 0 0,0 0 0 0 0,1 0 0 0 0,-1-1 0 0 0,1 0-1 0 0,1-1 1 0 0,-1 1 0 0 0,1-1 0 0 0,0-1-1 0 0,0 0 1 0 0,0 0 0 0 0,13 4 0 0 0,-19-7-16 0 0,1 0 1 0 0,-1-1-1 0 0,1 1 1 0 0,0-1-1 0 0,-1 1 1 0 0,1-1-1 0 0,0 0 1 0 0,-1 0-1 0 0,1 0 0 0 0,-1-1 1 0 0,1 1-1 0 0,0 0 1 0 0,-1-1-1 0 0,1 0 1 0 0,-1 0-1 0 0,1 1 1 0 0,-1-2-1 0 0,1 1 1 0 0,-1 0-1 0 0,0 0 1 0 0,1-1-1 0 0,-1 1 0 0 0,0-1 1 0 0,3-3-1 0 0,-1 0 4 0 0,-1 0-1 0 0,0 0 0 0 0,0 0 1 0 0,-1 0-1 0 0,0-1 0 0 0,0 1 1 0 0,0-1-1 0 0,0 1 0 0 0,-1-1 1 0 0,1-8-1 0 0,17-187 14 0 0,-17 144-155 0 0,3 0-1 0 0,2 1 0 0 0,16-60 0 0 0,-23 115 141 0 0,0 1 0 0 0,0 0 0 0 0,0 0 0 0 0,0 0-1 0 0,0 0 1 0 0,0 0 0 0 0,0-1 0 0 0,0 1 0 0 0,0 0-1 0 0,0 0 1 0 0,0 0 0 0 0,1 0 0 0 0,-1-1 0 0 0,0 1-1 0 0,0 0 1 0 0,0 0 0 0 0,0 0 0 0 0,0 0-1 0 0,0 0 1 0 0,0 0 0 0 0,0-1 0 0 0,1 1 0 0 0,-1 0-1 0 0,0 0 1 0 0,0 0 0 0 0,0 0 0 0 0,0 0 0 0 0,0 0-1 0 0,1 0 1 0 0,-1 0 0 0 0,0 0 0 0 0,0 0 0 0 0,0 0-1 0 0,0 0 1 0 0,1 0 0 0 0,-1 0 0 0 0,0 0 0 0 0,0 0-1 0 0,0 0 1 0 0,0 0 0 0 0,0 0 0 0 0,1 0-1 0 0,-1 0 1 0 0,0 0 0 0 0,0 0 0 0 0,0 0 0 0 0,0 0-1 0 0,1 0 1 0 0,-1 0 0 0 0,0 0 0 0 0,0 0 0 0 0,0 0-1 0 0,0 1 1 0 0,10 10 213 0 0,4 15 58 0 0,115 264 507 0 0,-115-260-1997 0 0,21 34 1 0 0,-25-46-5933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5:40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64 8754 0 0,'0'0'65'0'0,"0"-1"0"0"0,-1 1 0 0 0,1 0 0 0 0,-1-1 0 0 0,1 1 0 0 0,0-1 0 0 0,0 1 0 0 0,-1-1 0 0 0,1 1 0 0 0,0-1 0 0 0,0 1 0 0 0,0-1 0 0 0,-1 1 0 0 0,1-1 0 0 0,0 1 0 0 0,0-1 0 0 0,0 1 0 0 0,0-1-1 0 0,0 1 1 0 0,0-1 0 0 0,0 0 0 0 0,0 1 0 0 0,0-1 0 0 0,1 1 0 0 0,-1-1 0 0 0,0 1 0 0 0,0-1 0 0 0,0 1 0 0 0,0-1 0 0 0,1 1 0 0 0,-1-1 0 0 0,17-15 2012 0 0,23-5 1618 0 0,-34 19-3419 0 0,0 0 0 0 0,0 0 1 0 0,-1 1-1 0 0,1-1 0 0 0,0 2 1 0 0,0-1-1 0 0,1 1 0 0 0,-1-1 1 0 0,0 2-1 0 0,0-1 0 0 0,8 2 1 0 0,-12-1-275 0 0,0 0 0 0 0,0-1 1 0 0,1 1-1 0 0,-2 0 1 0 0,1 0-1 0 0,0 1 0 0 0,0-1 1 0 0,0 0-1 0 0,0 1 1 0 0,-1-1-1 0 0,1 1 1 0 0,-1-1-1 0 0,1 1 0 0 0,-1 0 1 0 0,0 0-1 0 0,1-1 1 0 0,-1 1-1 0 0,0 0 1 0 0,0 0-1 0 0,-1 0 0 0 0,1 0 1 0 0,0 1-1 0 0,-1-1 1 0 0,1 0-1 0 0,-1 0 1 0 0,1 0-1 0 0,-1 0 0 0 0,0 1 1 0 0,0-1-1 0 0,0 0 1 0 0,0 0-1 0 0,-1 1 1 0 0,0 2-1 0 0,-8 56-18 0 0,5-44 66 0 0,2 1 0 0 0,0-1 0 0 0,0 0 1 0 0,3 33-1 0 0,-1-49 9 0 0,0 1 1 0 0,0 0 0 0 0,1-1-1 0 0,-1 1 1 0 0,0-1 0 0 0,1 1 0 0 0,0-1-1 0 0,-1 1 1 0 0,1-1 0 0 0,0 1-1 0 0,0-1 1 0 0,0 0 0 0 0,0 1-1 0 0,0-1 1 0 0,0 0 0 0 0,0 0 0 0 0,0 0-1 0 0,1 0 1 0 0,-1 0 0 0 0,0 0-1 0 0,2 1 1 0 0,0-1 3 0 0,0 0 0 0 0,0 0 0 0 0,0 0 0 0 0,0 0 0 0 0,0-1 0 0 0,0 1 0 0 0,0-1 0 0 0,0 0 0 0 0,0 0 0 0 0,5 0 0 0 0,8-3 38 0 0,0 0 0 0 0,-1-1 0 0 0,25-9 0 0 0,-26 8-48 0 0,210-78-2516 0 0,-194 76-854 0 0,-18 6 1607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4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100 533 3225 0 0,'-9'-15'648'0'0,"-1"1"0"0"0,-1 0 0 0 0,0 0 0 0 0,-1 1 0 0 0,0 1 1 0 0,-15-13-1 0 0,20 14 1068 0 0,15 6-497 0 0,-6 5-1130 0 0,0 0 0 0 0,0 0 1 0 0,0 0-1 0 0,0 0 0 0 0,-1 1 1 0 0,1-1-1 0 0,0 0 1 0 0,0 1-1 0 0,0-1 0 0 0,0 1 1 0 0,0 0-1 0 0,2 1 1 0 0,25 20 975 0 0,0 2 1 0 0,26 29 0 0 0,-31-28-553 0 0,1-2 0 0 0,51 37-1 0 0,-27-27-337 0 0,-25-15-123 0 0,0-2 1 0 0,1-1 0 0 0,1 0-1 0 0,0-2 1 0 0,1-1-1 0 0,31 9 1 0 0,-56-20-20 0 0,0-1 0 0 0,0 1 0 0 0,1-1 1 0 0,-1 0-1 0 0,0 0 0 0 0,0 1 0 0 0,0-1 0 0 0,0 0 0 0 0,0-1 0 0 0,0 1 1 0 0,0 0-1 0 0,0-1 0 0 0,0 1 0 0 0,0-1 0 0 0,0 0 0 0 0,0 1 1 0 0,0-1-1 0 0,0 0 0 0 0,0 0 0 0 0,0 0 0 0 0,-1-1 0 0 0,3-1 0 0 0,-2 1 76 0 0,1-1 0 0 0,-2 0-1 0 0,1 0 1 0 0,0 0-1 0 0,0 0 1 0 0,-1 0 0 0 0,0 0-1 0 0,1 0 1 0 0,-1 0-1 0 0,0-1 1 0 0,-1 1 0 0 0,1-6-1 0 0,1-7 308 0 0,-2 0-1 0 0,0 0 1 0 0,-1 0-1 0 0,-5-29 1 0 0,-61-234 760 0 0,1-1-1092 0 0,65 276-145 0 0,0 0-77 0 0,0 0-1 0 0,1-1 1 0 0,-1 1-1 0 0,1 0 1 0 0,0 0-1 0 0,0 0 1 0 0,1-5 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5.0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50 133 456 0 0,'-3'-11'617'0'0,"1"0"-1"0"0,0-1 1 0 0,0 1-1 0 0,1-15 1 0 0,1 15 357 0 0,-1-1 0 0 0,0 1 0 0 0,-1 0 0 0 0,-8-6 4079 0 0,-2 64-3006 0 0,9-26-1816 0 0,-1-1-88 0 0,1 0 0 0 0,1 1 0 0 0,1-1 1 0 0,2 36-1 0 0,-1-51-141 0 0,1-1 1 0 0,0 1 0 0 0,0-1 0 0 0,0 1-1 0 0,0-1 1 0 0,1 1 0 0 0,0-1-1 0 0,0 0 1 0 0,0 0 0 0 0,0 0 0 0 0,0 0-1 0 0,1 0 1 0 0,0 0 0 0 0,0-1 0 0 0,0 0-1 0 0,0 1 1 0 0,1-1 0 0 0,-1 0-1 0 0,1 0 1 0 0,0-1 0 0 0,0 1 0 0 0,0-1-1 0 0,0 0 1 0 0,0 0 0 0 0,0 0 0 0 0,8 2-1 0 0,2-1-1 0 0,0-1-1 0 0,1 0 1 0 0,-1-1-1 0 0,21-1 1 0 0,-26-1-7 0 0,1 0 1 0 0,-1 1-1 0 0,0 0 1 0 0,1 1-1 0 0,-1 0 1 0 0,0 1-1 0 0,0 0 1 0 0,0 0-1 0 0,0 1 1 0 0,0 0-1 0 0,-1 0 1 0 0,16 9-1 0 0,-23-11 12 0 0,1 1-1 0 0,0 0 1 0 0,-1 0-1 0 0,0 0 1 0 0,1 0 0 0 0,-1 0-1 0 0,0 0 1 0 0,0 0-1 0 0,0 0 1 0 0,0 1 0 0 0,-1-1-1 0 0,1 0 1 0 0,-1 1 0 0 0,1-1-1 0 0,-1 0 1 0 0,0 1-1 0 0,0-1 1 0 0,0 0 0 0 0,0 1-1 0 0,0-1 1 0 0,0 0-1 0 0,-1 1 1 0 0,1-1 0 0 0,-1 0-1 0 0,0 1 1 0 0,0-1-1 0 0,-1 3 1 0 0,-3 10 136 0 0,-2 0 0 0 0,-14 25 0 0 0,17-33-74 0 0,0 2-64 0 0,-24 35 214 0 0,27-42-244 0 0,-1 0 0 0 0,1 0 0 0 0,-1-1 0 0 0,1 1 1 0 0,-1 0-1 0 0,0-1 0 0 0,0 1 0 0 0,1-1 0 0 0,-1 1 0 0 0,0-1 0 0 0,0 0 0 0 0,-1 0 1 0 0,1 0-1 0 0,0 0 0 0 0,0 0 0 0 0,0-1 0 0 0,-1 1 0 0 0,-2 0 0 0 0,-6-6-1975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5.2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 4609 0 0,'13'5'9253'0'0,"0"-9"-6206"0"0,12-16-5012 0 0,-17 13 1911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5.3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0 174 6913 0 0,'4'-4'305'0'0,"-1"1"63"0"0,0-1-296 0 0,-1 0-72 0 0,0 3 0 0 0,0-2 0 0 0,2-2-352 0 0,3-3-81 0 0,4-7-15 0 0,3-4-8 0 0,1 0 456 0 0,-1 2 96 0 0,-2 0 24 0 0,0-1 0 0 0,-2 2-120 0 0,0-4 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6.0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5 427 6913 0 0,'-1'-5'660'0'0,"-1"0"0"0"0,2 0 0 0 0,-1 0-1 0 0,0 0 1 0 0,1-1 0 0 0,0 1 0 0 0,1 0-1 0 0,-1 0 1 0 0,3-10 0 0 0,-3 15-596 0 0,1 0 1 0 0,-1 0 0 0 0,1 0-1 0 0,-1 0 1 0 0,0 0-1 0 0,1 0 1 0 0,-1 0 0 0 0,1 0-1 0 0,-1 0 1 0 0,1 0-1 0 0,-1 0 1 0 0,1 0 0 0 0,-1 0-1 0 0,1 0 1 0 0,-1 0-1 0 0,1 0 1 0 0,-1 1 0 0 0,0-1-1 0 0,1 0 1 0 0,-1 0-1 0 0,1 1 1 0 0,-1-1-1 0 0,0 0 1 0 0,1 0 0 0 0,-1 1-1 0 0,0-1 1 0 0,1 0-1 0 0,-1 1 1 0 0,0-1 0 0 0,1 1-1 0 0,-1-1 1 0 0,0 0-1 0 0,0 1 1 0 0,1 0 0 0 0,13 18 511 0 0,-11-15-362 0 0,15 19 1 0 0,1-1 0 0 0,1 0-1 0 0,1-2 1 0 0,1 0-1 0 0,45 31 1 0 0,-48-39-92 0 0,0 0 0 0 0,0-2 0 0 0,1 0 0 0 0,0-2 0 0 0,0 0-1 0 0,1-1 1 0 0,0-1 0 0 0,35 5 0 0 0,-49-10-101 0 0,0 0-1 0 0,-1-1 1 0 0,1 0-1 0 0,0 0 1 0 0,0 0-1 0 0,-1-1 1 0 0,1 0-1 0 0,-1-1 1 0 0,1 1-1 0 0,-1-1 1 0 0,1 0 0 0 0,8-5-1 0 0,-11 4 0 0 0,0 1-1 0 0,-1-1 1 0 0,1 0 0 0 0,0 0-1 0 0,-1-1 1 0 0,0 1 0 0 0,0 0-1 0 0,0-1 1 0 0,0 0-1 0 0,-1 0 1 0 0,1 0 0 0 0,-1 0-1 0 0,0 0 1 0 0,0-1 0 0 0,-1 1-1 0 0,1 0 1 0 0,-1-1 0 0 0,1-7-1 0 0,2-12 157 0 0,-2-1 1 0 0,-1 1-1 0 0,-1-1 0 0 0,0 1 0 0 0,-6-26 0 0 0,-26-125 244 0 0,20 122-244 0 0,8 35-135 0 0,-10-47 80 0 0,12 60-96 0 0,0-1 1 0 0,0 1 0 0 0,0 0-1 0 0,0 0 1 0 0,-1 0 0 0 0,0 0-1 0 0,0 0 1 0 0,-6-7 0 0 0,8 11-19 0 0,1 1 1 0 0,-1-1-1 0 0,1 0 1 0 0,-1 1-1 0 0,1-1 1 0 0,-1 0-1 0 0,0 1 1 0 0,1-1-1 0 0,-1 1 1 0 0,0-1-1 0 0,1 1 1 0 0,-1-1-1 0 0,0 1 1 0 0,1 0-1 0 0,-1-1 1 0 0,0 1-1 0 0,0 0 1 0 0,1 0-1 0 0,-1 0 1 0 0,0-1-1 0 0,0 1 1 0 0,0 0-1 0 0,0 0 1 0 0,0 1 3 0 0,1-1 0 0 0,0 1 0 0 0,-1 0 1 0 0,1-1-1 0 0,0 1 0 0 0,0 0 1 0 0,-1-1-1 0 0,1 1 0 0 0,0 0 1 0 0,0 0-1 0 0,0-1 0 0 0,0 1 0 0 0,0 0 1 0 0,0-1-1 0 0,0 1 0 0 0,0 0 1 0 0,0 0-1 0 0,0-1 0 0 0,1 2 1 0 0,13 40 174 0 0,3-10-180 0 0,2 0-1 0 0,1-1 1 0 0,1-1 0 0 0,2-1-1 0 0,1-1 1 0 0,1-1 0 0 0,2-2-1 0 0,0 0 1 0 0,2-2 0 0 0,62 40-1 0 0,-16-22-2014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6.3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2761 0 0,'3'-12'13498'0'0,"9"26"-12752"0"0,-1 1-1 0 0,0 0 0 0 0,17 32 0 0 0,-18-28-144 0 0,2-1 0 0 0,-1 0 0 0 0,22 25 1 0 0,-22-33-2096 0 0,-1 1 0 0 0,1-1 1 0 0,15 9-1 0 0,-10-8-5238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6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1 278 5985 0 0,'5'-7'490'0'0,"0"-1"1"0"0,0 1-1 0 0,1 1 0 0 0,14-13 0 0 0,1-3 479 0 0,27-34 1721 0 0,-23 24-976 0 0,2 2 0 0 0,49-45 0 0 0,-56 64-1395 0 0,-20 11-371 0 0,1-1-1 0 0,-1 1 1 0 0,0 0-1 0 0,0-1 1 0 0,1 1-1 0 0,-1 0 1 0 0,0 0 0 0 0,1-1-1 0 0,-1 1 1 0 0,1 0-1 0 0,-1 0 1 0 0,0 0 0 0 0,1-1-1 0 0,-1 1 1 0 0,1 0-1 0 0,-1 0 1 0 0,1 0-1 0 0,-1 0 1 0 0,0 0 0 0 0,1 0-1 0 0,-1 0 1 0 0,1 0-1 0 0,-1 0 1 0 0,1 0-1 0 0,-1 0 1 0 0,0 0 0 0 0,1 0-1 0 0,-1 1 1 0 0,1-1-1 0 0,-1 0 1 0 0,1 0-1 0 0,-1 0 1 0 0,0 0 0 0 0,1 1-1 0 0,-1-1 1 0 0,0 0-1 0 0,1 1 1 0 0,-1-1 0 0 0,0 0-1 0 0,1 0 1 0 0,-1 1-1 0 0,0-1 1 0 0,0 0-1 0 0,1 1 1 0 0,-1 0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7.4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24 229 456 0 0,'-1'-1'140'0'0,"1"1"-1"0"0,-1 0 1 0 0,1 0 0 0 0,0-1-1 0 0,-1 1 1 0 0,1 0-1 0 0,-1 0 1 0 0,1 0 0 0 0,-1 0-1 0 0,1-1 1 0 0,0 1-1 0 0,-1 0 1 0 0,1 0 0 0 0,-1 0-1 0 0,1 0 1 0 0,-1 0-1 0 0,1 0 1 0 0,-1 0 0 0 0,1 0-1 0 0,-1 1 1 0 0,1-1-1 0 0,-1 0 1 0 0,1 0 0 0 0,0 0-1 0 0,-1 0 1 0 0,1 0-1 0 0,-1 1 1 0 0,1-1 0 0 0,0 0-1 0 0,-1 0 1 0 0,1 1-1 0 0,-1-1 1 0 0,1 0 0 0 0,0 1-1 0 0,0-1 1 0 0,-1 0-1 0 0,1 1 1 0 0,0-1 0 0 0,-1 1-1 0 0,1-1 1 0 0,0 0-1 0 0,0 1 1 0 0,0 0 0 0 0,-7 31 2393 0 0,7-17-1841 0 0,1 0-1 0 0,3 24 0 0 0,-2-29-530 0 0,1 0-1 0 0,0 0 1 0 0,0 0-1 0 0,1 0 1 0 0,1 0-1 0 0,0-1 1 0 0,0 1-1 0 0,1-1 1 0 0,0-1-1 0 0,0 1 1 0 0,1-1-1 0 0,0 0 1 0 0,0-1-1 0 0,10 8 0 0 0,-5-6-20 0 0,1 0 0 0 0,0-1 0 0 0,0 0 0 0 0,0-1-1 0 0,1-1 1 0 0,1 0 0 0 0,-1-1 0 0 0,1 0-1 0 0,18 3 1 0 0,-28-7-84 0 0,-1-1 0 0 0,1 1 0 0 0,0-1 0 0 0,0 0 1 0 0,-1 0-1 0 0,1 0 0 0 0,0 0 0 0 0,0-1 0 0 0,-1 0 0 0 0,1 0 0 0 0,0 0 0 0 0,-1 0 0 0 0,1-1 0 0 0,-1 0 0 0 0,0 0 0 0 0,0 0 0 0 0,1-1 0 0 0,-1 1 0 0 0,-1-1 1 0 0,1 0-1 0 0,0 0 0 0 0,-1 0 0 0 0,1-1 0 0 0,-1 1 0 0 0,0-1 0 0 0,0 0 0 0 0,-1 1 0 0 0,1-2 0 0 0,-1 1 0 0 0,1 0 0 0 0,-1 0 0 0 0,-1-1 0 0 0,3-7 1 0 0,-1 2 128 0 0,0 0 1 0 0,0-1-1 0 0,-1 1 1 0 0,-1-1-1 0 0,0 0 1 0 0,0 1-1 0 0,-1-1 1 0 0,-1 0-1 0 0,0 0 1 0 0,0 1-1 0 0,-1-1 1 0 0,0 1-1 0 0,-1-1 1 0 0,-4-11-1 0 0,-6-6 192 0 0,-1 1 0 0 0,0 1-1 0 0,-2 1 1 0 0,-1 0 0 0 0,-39-43 0 0 0,48 59-439 0 0,-1 0 0 0 0,0 0 1 0 0,-1 1-1 0 0,0 0 0 0 0,0 1 1 0 0,-1 0-1 0 0,0 1 0 0 0,0 0 1 0 0,-1 0-1 0 0,1 1 0 0 0,-1 1 1 0 0,0 0-1 0 0,-1 1 0 0 0,1 0 1 0 0,0 0-1 0 0,-20 0 0 0 0,13 4-5028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7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0 157 10138 0 0,'1'-5'11'0'0,"0"0"-1"0"0,0 0 0 0 0,0 0 1 0 0,1 0-1 0 0,-1 1 1 0 0,1-1-1 0 0,0 1 1 0 0,5-8-1 0 0,-1 0 142 0 0,-4 6-225 0 0,0 1 0 0 0,0-1 0 0 0,1 1 1 0 0,0-1-1 0 0,0 1 0 0 0,0 0 1 0 0,0 0-1 0 0,1 0 0 0 0,0 0 0 0 0,0 1 1 0 0,0 0-1 0 0,1-1 0 0 0,0 2 1 0 0,-1-1-1 0 0,1 0 0 0 0,1 1 0 0 0,-1 0 1 0 0,10-4-1 0 0,-4 2 73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7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48 3681 0 0,'6'-7'160'0'0,"-3"3"40"0"0,1-2-200 0 0,0 1 0 0 0,-3 1 0 0 0,2 0 0 0 0,1-3 0 0 0,1-3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8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42 323 10594 0 0,'-2'0'111'0'0,"1"-1"0"0"0,-1 1 0 0 0,0-1 0 0 0,1 1-1 0 0,-1-1 1 0 0,1 0 0 0 0,-1 1 0 0 0,1-1 0 0 0,-1 0 0 0 0,1 0 0 0 0,-1 0-1 0 0,1 0 1 0 0,0 0 0 0 0,0-1 0 0 0,-3-1 0 0 0,-11-10 4663 0 0,46 39-1501 0 0,1 0-3181 0 0,0-8 42 0 0,1-2-1 0 0,63 21 1 0 0,-22-9-38 0 0,-69-26-99 0 0,1 1 0 0 0,0-1 0 0 0,-1-1 0 0 0,1 1-1 0 0,0-1 1 0 0,0 0 0 0 0,0 0 0 0 0,-1-1 0 0 0,11 0-1 0 0,-14 0 3 0 0,0-1 0 0 0,1 1 0 0 0,-1-1 0 0 0,0 0 0 0 0,0 0 0 0 0,0 0-1 0 0,0 0 1 0 0,0 0 0 0 0,0 0 0 0 0,0-1 0 0 0,-1 1 0 0 0,1 0 0 0 0,0-1-1 0 0,-1 0 1 0 0,1 1 0 0 0,-1-1 0 0 0,1 0 0 0 0,-1 0 0 0 0,0 0 0 0 0,0 0-1 0 0,0 0 1 0 0,0 0 0 0 0,0 0 0 0 0,0 0 0 0 0,-1 0 0 0 0,1 0 0 0 0,0-4-1 0 0,1-5-15 0 0,-1 1-1 0 0,0-1 1 0 0,-1 0-1 0 0,0 1 0 0 0,0-1 1 0 0,-1 0-1 0 0,0 1 1 0 0,-1-1-1 0 0,-6-19 1 0 0,-6-8-127 0 0,-23-48 1 0 0,7 16 69 0 0,17 40 103 0 0,-11-33 116 0 0,59 87 1080 0 0,53 53-1030 0 0,-70-58-138 0 0,1-2 0 0 0,1 0 0 0 0,0-1 0 0 0,1-1 0 0 0,1-1 0 0 0,30 15 0 0 0,-33-21-91 0 0,-4 0-175 0 0,1-1 1 0 0,0-1-1 0 0,0-1 0 0 0,0 0 1 0 0,30 4-1 0 0,-45-9-50 0 0,1 0 0 0 0,-1 0-1 0 0,1 0 1 0 0,-1-1 0 0 0,1 1 0 0 0,-1 0 0 0 0,0 0-1 0 0,1-1 1 0 0,-1 1 0 0 0,0-1 0 0 0,1 0-1 0 0,2-1 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08.8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1376 0 0,'7'0'16369'0'0,"58"61"-12636"0"0,33 42-2490 0 0,-55-64-2130 0 0,-36-35 130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15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1687 434 4145 0 0,'2'-10'205'0'0,"2"-9"134"0"0,-1 0 0 0 0,0-1 0 0 0,0-22 0 0 0,-4 35-192 0 0,1-1 1 0 0,-1 1-1 0 0,-1-1 0 0 0,1 1 0 0 0,-1-1 0 0 0,-1 1 0 0 0,1 0 1 0 0,-1 0-1 0 0,-1 0 0 0 0,1 0 0 0 0,-7-9 0 0 0,1 3 205 0 0,0 1 1 0 0,-1 0-1 0 0,-1 1 0 0 0,0 0 0 0 0,-1 0 0 0 0,0 1 0 0 0,0 1 0 0 0,-20-12 1 0 0,12 10-27 0 0,0 1 0 0 0,-1 1 1 0 0,0 1-1 0 0,-1 1 0 0 0,-27-6 1 0 0,1 5 3 0 0,0 2 0 0 0,0 3 0 0 0,0 1 0 0 0,-88 9 0 0 0,90-1-182 0 0,1 2 1 0 0,0 1-1 0 0,0 3 1 0 0,1 2-1 0 0,-54 24 1 0 0,3 8-203 0 0,-106 67 1 0 0,165-89 44 0 0,1 2 1 0 0,1 1 0 0 0,2 1-1 0 0,1 2 1 0 0,1 1 0 0 0,1 2-1 0 0,2 1 1 0 0,1 1-1 0 0,2 1 1 0 0,2 1 0 0 0,1 1-1 0 0,2 1 1 0 0,1 0-1 0 0,2 2 1 0 0,3 0 0 0 0,-13 56-1 0 0,21-61-17 0 0,1 0 0 0 0,1 0 0 0 0,2 0 0 0 0,6 60 0 0 0,4-29 15 0 0,26 103 0 0 0,-25-139-8 0 0,1 0 0 0 0,1-1 0 0 0,1-1 0 0 0,2 0 0 0 0,1-1-1 0 0,1-1 1 0 0,25 31 0 0 0,-11-21-32 0 0,2 0 0 0 0,1-3 0 0 0,1-1 0 0 0,46 33 0 0 0,-46-42 143 0 0,0-1 0 0 0,2-2 0 0 0,0-1-1 0 0,2-2 1 0 0,69 23 0 0 0,-51-25-173 0 0,1-3 0 0 0,0-2 0 0 0,93 5 0 0 0,-41-12 43 0 0,212-20 1 0 0,-289 13 43 0 0,183-28 222 0 0,-187 24-180 0 0,0 0 0 0 0,-1-3-1 0 0,0 0 1 0 0,-1-1 0 0 0,36-21-1 0 0,-29 11 31 0 0,-1-1-1 0 0,-2-2 0 0 0,0 0 1 0 0,-2-3-1 0 0,0 0 0 0 0,-2-2 1 0 0,-1 0-1 0 0,-2-2 0 0 0,28-45 1 0 0,-36 49 95 0 0,-2-1 0 0 0,0 0 0 0 0,-2-1 0 0 0,-1 0 0 0 0,-2-1 1 0 0,0 0-1 0 0,-2-1 0 0 0,-2 0 0 0 0,-1 0 0 0 0,-1 0 0 0 0,-1 0 1 0 0,-4-38-1 0 0,-4 12 230 0 0,-3 1 1 0 0,-2 0-1 0 0,-24-69 1 0 0,-71-156 62 0 0,82 225-341 0 0,-2 1 0 0 0,-3 1-1 0 0,-1 1 1 0 0,-3 2 0 0 0,-58-68 0 0 0,69 95-22 0 0,0 1 0 0 0,-1 1 0 0 0,-1 1 0 0 0,-1 1 0 0 0,-1 1 0 0 0,-1 1 0 0 0,0 2 0 0 0,-1 0 0 0 0,-1 2 1 0 0,-1 1-1 0 0,0 2 0 0 0,-33-9 0 0 0,51 17-489 0 0,-70-13 1036 0 0,73 15-2281 0 0,-1 0 1 0 0,1 1-1 0 0,-17 2 0 0 0,2 2-5217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21:46:24.5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23 7926,'0'1'0,"0"0"0,0 0 0,0 0 0,-1 0 0,1 0 0,0-1 0,-1 1 0,1 0 0,-1 0 0,1 0 0,-1 0 0,0-1 0,0 1 0,1 0 0,-1 0 0,0-1 0,0 1 0,0 0 0,0-1 0,0 1 0,0 0 0,-1-1 0,1 1 0,0-1 0,0 1 0,-1-1 0,1 1 0,0-1 0,-1 0 0,1 1 0,-1-1 0,1 0 0,-1 0 0,1 1 0,-1-1 0,1 0 0,-1 0 0,1 0 0,-1 0 0,1 0 0,-1 0 0,1 0 0,-1 0 0,1 0 0,-1-1 0,1 1 0,-1 0 0,1 0 0,0-1 0,-1 1 0,1 0 0,-1-1 0,1 1 0,0-1 0,0 1 0,-1-1 0,1 1 0,0-1 0,0 0 0,0 1 0,0-1 0,0 0 0,0 1 0,0-1 0,0 0 0,1 0 0,-1 1 0,0-1 0,1 0 0,-1 0 0,0 0 0,1 0 0,0 1 0,-1-1 0,1 0 0,0 0 0,0 0 0,0 0 0,0 0 0,0 0 0,0 0 0,0 1 0,0-1 0,0 0 0,1 0 0,-1 0 0,0 0 0,1 0 0,0 0 0,-1 1 0,1-1 0,0 0 0,-1 0 0,1 1 0,0-1 0,0 0 0,0 0 0,0 1 0,0-1 0,0 0 0,0 1 0,0-1 0,1 1 0,-1-1 0,0 1 0,0-1 0,1 1 0,-1-1 0,1 1 0,-1 0 0,0 0 0,1-1 0,-1 1 0,1 0 0,-1 0 0,1 0 0,-1-1 0,1 1 0,-1 0 0,1 0 0,-1 0 0,1 1 0,-1-1 0,1 0 0,-1 0 0,1 0 0,-1 1 0,1-1 0,-1 0 0,1 0 0,-1 1 0,0-1 0,1 1 0,-1-1 0,0 1 0,0-1 0,1 1 0,-1-1 0,0 1 0,0 0 0,0-1 0,0 1 0,0 0 0,0 0 0,-1-1 0,1 1 0,0 0 0,0 0 0,-1-1 0,1 1 0,-1 0 0,1 0 0,-1 0 0,0 0 0,1 0 0,-1 0 0,0-1 0,0 1 0,0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5.5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88 1376 0 0,'-1'-2'175'0'0,"0"-1"0"0"0,0 1 0 0 0,1-1 0 0 0,-1 1 0 0 0,1-1 0 0 0,-1 1-1 0 0,1-1 1 0 0,0 1 0 0 0,0-1 0 0 0,0 0 0 0 0,0 1 0 0 0,1-1 0 0 0,-1 1 0 0 0,1-1-1 0 0,-1 1 1 0 0,1-1 0 0 0,0 1 0 0 0,0 0 0 0 0,0-1 0 0 0,0 1 0 0 0,1 0 0 0 0,-1 0-1 0 0,0 0 1 0 0,1 0 0 0 0,0 0 0 0 0,-1 0 0 0 0,1 0 0 0 0,0 0 0 0 0,0 0 0 0 0,0 1-1 0 0,0-1 1 0 0,0 1 0 0 0,1 0 0 0 0,-1 0 0 0 0,0 0 0 0 0,1 0 0 0 0,-1 0 0 0 0,0 0-1 0 0,6-1 1 0 0,-1 0 45 0 0,0 1-1 0 0,0 0 0 0 0,0 0 0 0 0,0 0 1 0 0,1 1-1 0 0,-1 0 0 0 0,0 0 1 0 0,0 1-1 0 0,1 0 0 0 0,-1 0 0 0 0,0 1 1 0 0,0 0-1 0 0,8 3 0 0 0,-1 3 57 0 0,-1 0 0 0 0,0 1-1 0 0,0 0 1 0 0,-1 1 0 0 0,18 19 0 0 0,50 64 547 0 0,110 181 372 0 0,-173-248-1122 0 0,22 38 123 0 0,-3 0-1 0 0,39 99 1 0 0,29 148-159 0 0,104 556 281 0 0,-87-341 43 0 0,-17 46 1376 0 0,-65-326 292 0 0,-36-233-2002 0 0,9 67-304 0 0,4-1 0 0 0,3 0 0 0 0,33 85 0 0 0,-40-135-3951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5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78 367 3225 0 0,'-15'-44'420'0'0,"-18"-89"1"0"0,7 23 4352 0 0,26 107-4494 0 0,-1 0 1 0 0,0 0-1 0 0,1 0 0 0 0,-1 0 0 0 0,1-1 0 0 0,0 1 0 0 0,0 0 0 0 0,0 0 1 0 0,1-7-1 0 0,0 10-234 0 0,-1 0 0 0 0,0-1 1 0 0,0 1-1 0 0,0 0 0 0 0,0-1 0 0 0,0 1 0 0 0,0 0 1 0 0,1 0-1 0 0,-1-1 0 0 0,0 1 0 0 0,0 0 1 0 0,0 0-1 0 0,1-1 0 0 0,-1 1 0 0 0,0 0 1 0 0,0 0-1 0 0,0 0 0 0 0,1-1 0 0 0,-1 1 1 0 0,0 0-1 0 0,1 0 0 0 0,-1 0 0 0 0,0 0 1 0 0,0 0-1 0 0,1 0 0 0 0,-1-1 0 0 0,0 1 1 0 0,1 0-1 0 0,-1 0 0 0 0,0 0 0 0 0,1 0 1 0 0,-1 0-1 0 0,0 0 0 0 0,1 0 0 0 0,17 14 539 0 0,4 15 397 0 0,33 54 0 0 0,10 15-249 0 0,-57-88-663 0 0,1 0 1 0 0,0-1 0 0 0,0 0-1 0 0,1 0 1 0 0,0-1 0 0 0,0-1-1 0 0,1 0 1 0 0,19 10 0 0 0,-27-16-35 0 0,0 1-1 0 0,1-1 1 0 0,-1 0 0 0 0,1 0 0 0 0,-1-1 0 0 0,1 1 0 0 0,-1-1 0 0 0,1 1 0 0 0,-1-1 0 0 0,1 0 0 0 0,0 0 0 0 0,-1-1 0 0 0,1 1 0 0 0,6-3 0 0 0,-7 2 26 0 0,0-1 0 0 0,1 0 0 0 0,-1 0 0 0 0,0 0 0 0 0,0 0 0 0 0,0 0 0 0 0,-1-1 0 0 0,1 1 0 0 0,-1-1 0 0 0,1 0 0 0 0,-1 0 0 0 0,0 0 0 0 0,0 0 0 0 0,0 0 0 0 0,0-1 0 0 0,0 1 0 0 0,1-5 0 0 0,2-9 230 0 0,0 0-1 0 0,-1 0 1 0 0,-1-1-1 0 0,-1 1 0 0 0,0-1 1 0 0,-1 0-1 0 0,-1 0 1 0 0,-3-25-1 0 0,1 15-996 0 0,2-1 0 0 0,3-29 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6.5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19 3225 0 0,'-21'-10'2271'0'0,"20"9"-1826"0"0,-1 0 0 0 0,1 0 1 0 0,0 1-1 0 0,0-1 0 0 0,-1 0 0 0 0,1 0 1 0 0,-1 1-1 0 0,1-1 0 0 0,-1 1 0 0 0,1-1 1 0 0,-1 1-1 0 0,1 0 0 0 0,-1-1 0 0 0,0 1 1 0 0,-2 0-1 0 0,11 25 3218 0 0,16 18-2937 0 0,2 0 0 0 0,2-2 0 0 0,39 46 0 0 0,-60-79-646 0 0,1-1 0 0 0,1-1 0 0 0,-1 1 0 0 0,1-1 0 0 0,0-1 0 0 0,0 1 0 0 0,1-1 1 0 0,-1-1-1 0 0,1 0 0 0 0,0 0 0 0 0,13 3 0 0 0,-19-6-69 0 0,0 0 0 0 0,0 0 0 0 0,0-1 0 0 0,0 1 0 0 0,1-1 0 0 0,-1 0 0 0 0,0 0 0 0 0,0 0 0 0 0,0 0 0 0 0,0 0 1 0 0,0-1-1 0 0,0 0 0 0 0,0 1 0 0 0,0-1 0 0 0,0 0 0 0 0,0 0 0 0 0,0-1 0 0 0,0 1 0 0 0,0-1 0 0 0,-1 1 0 0 0,1-1 0 0 0,0 0 0 0 0,-1 0 0 0 0,0 0 0 0 0,1 0 0 0 0,-1-1 0 0 0,0 1 0 0 0,0-1 1 0 0,0 1-1 0 0,-1-1 0 0 0,1 1 0 0 0,-1-1 0 0 0,1 0 0 0 0,-1 0 0 0 0,0 0 0 0 0,0 0 0 0 0,0 0 0 0 0,0-5 0 0 0,4-21-1862 0 0,-4 10-4898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6.7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11 6449 0 0,'-45'-7'3412'0'0,"27"4"-898"0"0,15 3-2561 0 0,10 4-2591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7.4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4 2761 0 0,'-9'-4'11953'0'0,"46"121"-9810"0"0,11 40-1367 0 0,-46-147-765 0 0,6 28 112 0 0,-8-37-121 0 0,1 1 0 0 0,-1 0 0 0 0,1-1 0 0 0,-1 1 0 0 0,1-1 0 0 0,0 1 0 0 0,-1-1 0 0 0,1 0 0 0 0,0 1 0 0 0,0-1 0 0 0,0 0 1 0 0,0 1-1 0 0,0-1 0 0 0,0 0 0 0 0,1 0 0 0 0,-1 0 0 0 0,2 1 0 0 0,-2-2-3 0 0,0 0-1 0 0,0 0 1 0 0,1 0 0 0 0,-1 0 0 0 0,0 0 0 0 0,0-1 0 0 0,0 1 0 0 0,1 0-1 0 0,-1-1 1 0 0,0 1 0 0 0,0 0 0 0 0,0-1 0 0 0,0 0 0 0 0,0 1-1 0 0,0-1 1 0 0,0 0 0 0 0,0 1 0 0 0,0-1 0 0 0,0 0 0 0 0,0 0-1 0 0,0 0 1 0 0,1-1 0 0 0,20-28-38 0 0,-16 21 33 0 0,-2 4 6 0 0,29-34 0 0 0,-31 37 0 0 0,0-1 0 0 0,1 1 0 0 0,-1 0 0 0 0,1 0 0 0 0,0 0 0 0 0,0 0 0 0 0,0 0 0 0 0,0 1 0 0 0,0-1 0 0 0,0 1 0 0 0,0 0 0 0 0,4-1 0 0 0,-6 2 0 0 0,0 0 0 0 0,0 0 0 0 0,0 1 0 0 0,0-1 0 0 0,0 0 1 0 0,0 0-1 0 0,0 1 0 0 0,0-1 0 0 0,0 1 0 0 0,0-1 0 0 0,0 1 0 0 0,0-1 0 0 0,-1 1 0 0 0,1-1 1 0 0,0 1-1 0 0,0 0 0 0 0,-1 0 0 0 0,1-1 0 0 0,0 1 0 0 0,-1 0 0 0 0,1 0 0 0 0,0 0 1 0 0,-1 0-1 0 0,1 0 0 0 0,-1 0 0 0 0,0 0 0 0 0,1 0 0 0 0,-1 0 0 0 0,0 0 0 0 0,1 0 1 0 0,-1 0-1 0 0,0 0 0 0 0,0 0 0 0 0,0 0 0 0 0,0 1 0 0 0,1 39-22 0 0,-4-16-649 0 0,-1-1-1 0 0,-1 1 0 0 0,-1-1 0 0 0,-1 0 0 0 0,-15 31 0 0 0,22-54 542 0 0,0-1 0 0 0,0 1 1 0 0,0-1-1 0 0,0 0 0 0 0,-1 1 0 0 0,1-1 1 0 0,0 1-1 0 0,0-1 0 0 0,0 0 0 0 0,-1 1 0 0 0,1-1 1 0 0,0 0-1 0 0,-1 1 0 0 0,1-1 0 0 0,0 0 1 0 0,-1 1-1 0 0,1-1 0 0 0,0 0 0 0 0,-1 0 0 0 0,1 1 1 0 0,-1-1-1 0 0,1 0 0 0 0,0 0 0 0 0,-1 0 1 0 0,0 1-1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7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44 3225 0 0,'9'-5'11058'0'0,"27"-19"-11874"0"0,-19 14-1105 0 0,-9 5 929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7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1 158 5985 0 0,'0'2'648'0'0,"1"-3"-648"0"0,0 0 0 0 0,1-2 368 0 0,-1-2 57 0 0,3-5 15 0 0,1-2 0 0 0,3-4-184 0 0,-1-1-32 0 0,0-1 0 0 0,1 1-8 0 0,1 1-1200 0 0,1 1-232 0 0,-2 0-57 0 0,0 2-7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8.2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 2304 0 0,'-30'0'18315'0'0,"45"18"-18030"0"0,82 87 453 0 0,-82-91-713 0 0,1-1 0 0 0,1 0 0 0 0,0-1 0 0 0,0-1 1 0 0,21 10-1 0 0,-32-18-13 0 0,0 0 1 0 0,0-1-1 0 0,0 1 1 0 0,0-1-1 0 0,0-1 1 0 0,0 1-1 0 0,1-1 1 0 0,-1 0 0 0 0,11 0-1 0 0,-14-2-16 0 0,-1 1 0 0 0,0-1 1 0 0,1 1-1 0 0,-1-1 0 0 0,0 0 0 0 0,0 0 0 0 0,1 0 0 0 0,-1 0 1 0 0,0 0-1 0 0,0 0 0 0 0,0-1 0 0 0,0 1 0 0 0,-1 0 1 0 0,1-1-1 0 0,0 0 0 0 0,-1 1 0 0 0,1-1 0 0 0,-1 0 0 0 0,1 0 1 0 0,-1 0-1 0 0,0 0 0 0 0,0 0 0 0 0,0 0 0 0 0,0-1 0 0 0,0 1 1 0 0,0 0-1 0 0,0 0 0 0 0,-1-1 0 0 0,1-2 0 0 0,1-8-754 0 0,0-1 0 0 0,0-23-1 0 0,-2 33 338 0 0,1-17-6499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8.4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15 9218 0 0,'-4'0'521'0'0,"0"0"0"0"0,0 0-1 0 0,0 0 1 0 0,0-1 0 0 0,1 1 0 0 0,-1-1-1 0 0,0 0 1 0 0,1 0 0 0 0,-1-1 0 0 0,0 1 0 0 0,1-1-1 0 0,0 1 1 0 0,-4-4 0 0 0,9 5-1133 0 0,1 0 0 0 0,-1 0 0 0 0,1 0 1 0 0,-1 1-1 0 0,1-1 0 0 0,-1 1 0 0 0,1-1 0 0 0,-1 1 1 0 0,0 0-1 0 0,1 0 0 0 0,2 1 0 0 0,4 3-1810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28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0 5529 0 0,'-1'1'202'0'0,"1"-1"1"0"0,-1 0-1 0 0,1 1 0 0 0,-1-1 1 0 0,1 1-1 0 0,-1-1 0 0 0,1 1 0 0 0,-1 0 1 0 0,1-1-1 0 0,-1 1 0 0 0,1-1 0 0 0,0 1 1 0 0,-1 0-1 0 0,1-1 0 0 0,0 1 1 0 0,-1 0-1 0 0,1-1 0 0 0,0 1 0 0 0,0 0 1 0 0,0 0-1 0 0,0-1 0 0 0,0 1 0 0 0,0 0 1 0 0,0 0-1 0 0,0-1 0 0 0,0 1 1 0 0,0 1-1 0 0,16 10 5251 0 0,-1-2-5566 0 0,0 2 437 0 0,-1 1 0 0 0,0 0 0 0 0,-1 1 0 0 0,0 1 0 0 0,-1 0 0 0 0,18 31 0 0 0,47 108 2871 0 0,-36-66-2458 0 0,-41-88-782 0 0,0 1 1 0 0,0-1-1 0 0,0 1 1 0 0,0-1-1 0 0,0 1 1 0 0,0-1-1 0 0,1 0 0 0 0,-1 1 1 0 0,0-1-1 0 0,0 1 1 0 0,1-1-1 0 0,-1 0 1 0 0,0 1-1 0 0,1-1 0 0 0,-1 0 1 0 0,0 1-1 0 0,1-1 1 0 0,-1 0-1 0 0,0 0 1 0 0,1 1-1 0 0,-1-1 1 0 0,1 0-1 0 0,-1 0 0 0 0,0 0 1 0 0,1 0-1 0 0,-1 1 1 0 0,1-1-1 0 0,-1 0 1 0 0,1 0-1 0 0,-1 0 1 0 0,1 0-1 0 0,-1 0 0 0 0,1 0 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0.1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49 2761 0 0,'-3'-13'672'0'0,"11"10"333"0"0,23 12 1047 0 0,-11-3-1438 0 0,-20-6-600 0 0,1 0 1 0 0,-1 0-1 0 0,0 0 0 0 0,1 0 0 0 0,-1 0 0 0 0,1 0 1 0 0,-1 0-1 0 0,1 0 0 0 0,-1-1 0 0 0,0 1 0 0 0,1 0 1 0 0,-1 0-1 0 0,0 0 0 0 0,1-1 0 0 0,-1 1 1 0 0,1 0-1 0 0,-1 0 0 0 0,0-1 0 0 0,0 1 0 0 0,1 0 1 0 0,-1 0-1 0 0,0-1 0 0 0,1 1 0 0 0,-1 0 0 0 0,0-1 1 0 0,0 1-1 0 0,0-1 0 0 0,1 1 0 0 0,-1 0 0 0 0,0-1 1 0 0,0 1-1 0 0,0-1 0 0 0,-8-11 1015 0 0,-26-12 1460 0 0,28 21-1940 0 0,6 3-523 0 0,0 0 1 0 0,0 0-1 0 0,0 0 1 0 0,-1-1-1 0 0,1 1 0 0 0,0 0 1 0 0,0 0-1 0 0,0 0 1 0 0,0 0-1 0 0,-1 0 1 0 0,1 0-1 0 0,0 0 1 0 0,0 0-1 0 0,0 0 0 0 0,-1 0 1 0 0,1 0-1 0 0,0 0 1 0 0,0 1-1 0 0,0-1 1 0 0,0 0-1 0 0,-1 0 0 0 0,1 0 1 0 0,0 0-1 0 0,0 0 1 0 0,0 0-1 0 0,0 0 1 0 0,0 0-1 0 0,-1 0 1 0 0,1 1-1 0 0,0-1 0 0 0,0 0 1 0 0,0 0-1 0 0,0 0 1 0 0,0 0-1 0 0,0 0 1 0 0,0 1-1 0 0,-1-1 0 0 0,1 0 1 0 0,0 0-1 0 0,0 0 1 0 0,0 0-1 0 0,0 1 1 0 0,0-1-1 0 0,0 0 1 0 0,0 0-1 0 0,0 0 0 0 0,0 1 1 0 0,0-1-1 0 0,0 0 1 0 0,0 0-1 0 0,0 0 1 0 0,0 0-1 0 0,0 1 0 0 0,0-1 1 0 0,1 19 420 0 0,1 0-338 0 0,0-15 29 0 0,-2-5 168 0 0,-4-10 2818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0.6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78 6913 0 0,'-1'0'20'0'0,"1"0"0"0"0,-1 1-1 0 0,0-1 1 0 0,0 0-1 0 0,0 0 1 0 0,1 1 0 0 0,-1-1-1 0 0,0 0 1 0 0,0 1-1 0 0,1-1 1 0 0,-1 1 0 0 0,0-1-1 0 0,1 1 1 0 0,-1-1-1 0 0,0 1 1 0 0,1 0-1 0 0,-1-1 1 0 0,1 1 0 0 0,-1 0-1 0 0,1-1 1 0 0,0 1-1 0 0,-1 0 1 0 0,1 0 0 0 0,0-1-1 0 0,-1 1 1 0 0,1 0-1 0 0,0 0 1 0 0,0-1-1 0 0,-1 1 1 0 0,1 0 0 0 0,0 0-1 0 0,0 0 1 0 0,0 0-1 0 0,0-1 1 0 0,0 1 0 0 0,1 0-1 0 0,-1 0 1 0 0,0 0-1 0 0,0 0 1 0 0,0-1 0 0 0,1 1-1 0 0,-1 0 1 0 0,0 0-1 0 0,1 1 1 0 0,0-1 117 0 0,0 0 1 0 0,0 1-1 0 0,1-1 1 0 0,-1 0-1 0 0,0 1 0 0 0,0-1 1 0 0,1 0-1 0 0,-1 0 1 0 0,1 0-1 0 0,-1 0 1 0 0,1 0-1 0 0,-1-1 0 0 0,1 1 1 0 0,-1 0-1 0 0,1-1 1 0 0,0 1-1 0 0,-1-1 1 0 0,1 1-1 0 0,0-1 0 0 0,-1 0 1 0 0,1 0-1 0 0,3 0 1 0 0,-3 0-23 0 0,0 0 1 0 0,0 0-1 0 0,0-1 1 0 0,1 1-1 0 0,-1-1 1 0 0,0 0-1 0 0,0 1 1 0 0,0-1-1 0 0,0 0 1 0 0,0 0-1 0 0,-1 0 0 0 0,1 0 1 0 0,0-1-1 0 0,0 1 1 0 0,-1 0-1 0 0,1-1 1 0 0,-1 0-1 0 0,1 1 1 0 0,-1-1-1 0 0,0 0 1 0 0,1 1-1 0 0,-1-1 1 0 0,0 0-1 0 0,0 0 1 0 0,0 0-1 0 0,0 0 1 0 0,-1 0-1 0 0,1 0 1 0 0,-1 0-1 0 0,1 0 1 0 0,0-4-1 0 0,-1 3-18 0 0,0 0-1 0 0,0-1 0 0 0,0 1 1 0 0,0 0-1 0 0,-1 0 1 0 0,1-1-1 0 0,-1 1 0 0 0,0 0 1 0 0,0 0-1 0 0,0 0 1 0 0,0 0-1 0 0,0 0 0 0 0,-1 0 1 0 0,1 0-1 0 0,-1 0 1 0 0,0 1-1 0 0,0-1 0 0 0,0 1 1 0 0,0-1-1 0 0,-3-2 1 0 0,3 4-74 0 0,0-1 1 0 0,0 1-1 0 0,0-1 1 0 0,0 1 0 0 0,-1 0-1 0 0,1 0 1 0 0,0 0 0 0 0,-1 0-1 0 0,1 0 1 0 0,-1 0-1 0 0,1 1 1 0 0,-1-1 0 0 0,1 1-1 0 0,-1 0 1 0 0,1 0 0 0 0,-1 0-1 0 0,1 0 1 0 0,-1 0-1 0 0,1 0 1 0 0,-5 2 0 0 0,5-2-91 0 0,1 1 0 0 0,0 0-1 0 0,-1-1 1 0 0,1 1 0 0 0,0 0 0 0 0,0 0 0 0 0,0 0 0 0 0,0 0 0 0 0,0 0 0 0 0,0 0 0 0 0,0 0 0 0 0,0 1 0 0 0,0-1 0 0 0,1 0 0 0 0,-1 0-1 0 0,0 1 1 0 0,1-1 0 0 0,-1 0 0 0 0,1 1 0 0 0,-1-1 0 0 0,1 1 0 0 0,0-1 0 0 0,0 0 0 0 0,0 1 0 0 0,-1-1 0 0 0,1 1 0 0 0,1-1 0 0 0,-1 1-1 0 0,0-1 1 0 0,0 1 0 0 0,0-1 0 0 0,1 0 0 0 0,-1 1 0 0 0,1-1 0 0 0,-1 0 0 0 0,2 3 0 0 0,-2-3 42 0 0,1-1 1 0 0,-1 1-1 0 0,0-1 0 0 0,1 1 1 0 0,-1-1-1 0 0,1 1 1 0 0,-1-1-1 0 0,1 1 0 0 0,-1-1 1 0 0,1 1-1 0 0,-1-1 1 0 0,1 0-1 0 0,0 1 0 0 0,-1-1 1 0 0,1 0-1 0 0,-1 0 1 0 0,1 1-1 0 0,0-1 1 0 0,-1 0-1 0 0,1 0 0 0 0,0 0 1 0 0,-1 0-1 0 0,1 0 1 0 0,0 0-1 0 0,-1 0 0 0 0,1 0 1 0 0,0 0-1 0 0,-1 0 1 0 0,1 0-1 0 0,0 0 0 0 0,-1 0 1 0 0,1-1-1 0 0,0 1 1 0 0,7-2-75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2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 51 3473 0 0,'-36'-22'663'0'0,"28"17"227"0"0,0 0 1 0 0,1 0-1 0 0,-6-8 4433 0 0,29 25-4988 0 0,43 74 1193 0 0,-43-60-1124 0 0,1 0 0 0 0,29 32 0 0 0,-39-51-394 0 0,-1 0 0 0 0,2-1 1 0 0,-1 0-1 0 0,1 0 1 0 0,0 0-1 0 0,0-1 1 0 0,1 0-1 0 0,-1-1 1 0 0,1 0-1 0 0,0 0 0 0 0,17 4 1 0 0,-24-7-73 0 0,0-1-1 0 0,1 1 1 0 0,-1-1 0 0 0,0 0-1 0 0,0 0 1 0 0,0 0 0 0 0,0 0-1 0 0,0 0 1 0 0,0 0 0 0 0,1-1 0 0 0,-1 1-1 0 0,0-1 1 0 0,0 1 0 0 0,0-1-1 0 0,0 0 1 0 0,0 0 0 0 0,0 0-1 0 0,-1 0 1 0 0,1 0 0 0 0,0 0-1 0 0,0 0 1 0 0,-1-1 0 0 0,1 1 0 0 0,-1-1-1 0 0,1 1 1 0 0,-1-1 0 0 0,1 1-1 0 0,-1-1 1 0 0,0 0 0 0 0,0 0-1 0 0,0 0 1 0 0,0 0 0 0 0,0 0-1 0 0,0 0 1 0 0,0-3 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2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42 3225 0 0,'-1'-1'258'0'0,"1"0"0"0"0,-1 0 0 0 0,0 0 0 0 0,0 0 0 0 0,0 0 0 0 0,1 0 1 0 0,-1 0-1 0 0,0-1 0 0 0,1 1 0 0 0,-1 0 0 0 0,1 0 0 0 0,0 0 0 0 0,-1-1 1 0 0,1 1-1 0 0,0 0 0 0 0,0-1 0 0 0,0 1 0 0 0,0 0 0 0 0,0-1 0 0 0,0 1 0 0 0,0 0 1 0 0,0-1-1 0 0,0 1 0 0 0,1 0 0 0 0,-1 0 0 0 0,1-3 0 0 0,-1 4-195 0 0,1-1-1 0 0,-1 1 1 0 0,0 0 0 0 0,1-1-1 0 0,-1 1 1 0 0,0-1 0 0 0,1 1-1 0 0,-1 0 1 0 0,1-1-1 0 0,-1 1 1 0 0,1 0 0 0 0,-1-1-1 0 0,0 1 1 0 0,1 0-1 0 0,-1 0 1 0 0,1-1 0 0 0,0 1-1 0 0,-1 0 1 0 0,1 0 0 0 0,-1 0-1 0 0,1 0 1 0 0,-1 0-1 0 0,1 0 1 0 0,0 0 0 0 0,0 0-138 0 0,1 0 1 0 0,-1 1 0 0 0,0-1 0 0 0,1 0 0 0 0,-1 1-1 0 0,0 0 1 0 0,0-1 0 0 0,1 1 0 0 0,-1 0-1 0 0,0-1 1 0 0,0 1 0 0 0,0 0 0 0 0,0 0-1 0 0,1 2 1 0 0,27 36-1384 0 0,-24-30 1472 0 0,6 9-14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1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6449 0 0,'0'-3'4131'0'0,"8"10"-1939"0"0,9 18-638 0 0,-4-3-695 0 0,1 0 0 0 0,1-1 0 0 0,21 24 0 0 0,-11-17-2249 0 0,48 39 0 0 0,-57-54-4078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3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10 125 6913 0 0,'0'-1'87'0'0,"-1"1"0"0"0,1 0-1 0 0,-1 0 1 0 0,0-1-1 0 0,1 1 1 0 0,-1-1-1 0 0,1 1 1 0 0,-1 0 0 0 0,1-1-1 0 0,0 1 1 0 0,-1-1-1 0 0,1 1 1 0 0,-1-1-1 0 0,1 1 1 0 0,0-1-1 0 0,-1 0 1 0 0,1 1 0 0 0,0-1-1 0 0,0 1 1 0 0,0-1-1 0 0,-1 0 1 0 0,1 1-1 0 0,0-1 1 0 0,0 0 0 0 0,0 1-1 0 0,0-2 1 0 0,3-22 1663 0 0,15-20-887 0 0,-16 41-1178 0 0,0 0 0 0 0,0 0 0 0 0,0 0 1 0 0,0 0-1 0 0,0 1 0 0 0,1-1 0 0 0,-1 1 0 0 0,1-1 1 0 0,-1 1-1 0 0,1 0 0 0 0,0 0 0 0 0,0 0 0 0 0,0 1 1 0 0,0-1-1 0 0,0 1 0 0 0,0-1 0 0 0,6 0 0 0 0,-3 1 215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4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55 3225 0 0,'-5'3'136'0'0,"4"-2"40"0"0,0-1-176 0 0,2 0-88 0 0,2-2-48 0 0,1-1-16 0 0,1-2 0 0 0,3-3 152 0 0,0-5 0 0 0,0 0 0 0 0,-1-2 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3.9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70 5985 0 0,'-7'-31'1597'0'0,"7"26"-593"0"0,-1-1 0 0 0,0 1 1 0 0,0 0-1 0 0,-1 0 1 0 0,-2-8-1 0 0,10 29 934 0 0,-1-1 1 0 0,5 21-1 0 0,11 32-2268 0 0,-15-56 317 0 0,0-1-1 0 0,0 0 0 0 0,1 0 1 0 0,0 0-1 0 0,1-1 0 0 0,17 17 1 0 0,-21-23 12 0 0,0 0 1 0 0,1 0-1 0 0,-1 0 1 0 0,1 0-1 0 0,0-1 1 0 0,0 0-1 0 0,0 0 0 0 0,1-1 1 0 0,-1 1-1 0 0,0-1 1 0 0,1 0-1 0 0,0-1 1 0 0,-1 1-1 0 0,1-1 1 0 0,0 0-1 0 0,0 0 1 0 0,6-1-1 0 0,-8-1-36 0 0,0 0 1 0 0,0 0-1 0 0,0 0 0 0 0,0-1 0 0 0,0 0 0 0 0,-1 0 1 0 0,1 0-1 0 0,-1 0 0 0 0,1 0 0 0 0,-1 0 1 0 0,0-1-1 0 0,0 0 0 0 0,0 0 0 0 0,0 0 1 0 0,3-5-1 0 0,6-8-1123 0 0,18-31 1 0 0,-28 45 992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4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34 10594 0 0,'-39'-24'5890'0'0,"39"24"-5852"0"0,0 0 1 0 0,0-1 0 0 0,0 1 0 0 0,0 0 0 0 0,0 0 0 0 0,0-1 0 0 0,0 1-1 0 0,0 0 1 0 0,1-1 0 0 0,-1 1 0 0 0,0 0 0 0 0,0 0 0 0 0,0-1 0 0 0,0 1-1 0 0,0 0 1 0 0,1 0 0 0 0,-1 0 0 0 0,0-1 0 0 0,0 1 0 0 0,0 0 0 0 0,1 0 0 0 0,-1 0-1 0 0,0-1 1 0 0,0 1 0 0 0,1 0 0 0 0,-1 0 0 0 0,0 0 0 0 0,0 0 0 0 0,1 0-1 0 0,-1 0 1 0 0,0 0 0 0 0,0-1 0 0 0,1 1 0 0 0,-1 0 0 0 0,0 0 0 0 0,1 0-1 0 0,-1 0 1 0 0,16-3-1082 0 0,-12 3 131 0 0,1 1 1 0 0,-1 0-1 0 0,1 0 0 0 0,-1 0 1 0 0,0 1-1 0 0,6 1 1 0 0,7 7-2888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5.2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13 127 456 0 0,'-1'-2'189'0'0,"0"0"0"0"0,-1 0-1 0 0,1 0 1 0 0,0 0 0 0 0,0 0-1 0 0,0-1 1 0 0,0 1 0 0 0,0 0 0 0 0,0 0-1 0 0,1-1 1 0 0,-1 1 0 0 0,1 0 0 0 0,0-1-1 0 0,-1 1 1 0 0,1-1 0 0 0,0 1-1 0 0,1-4 1 0 0,-1 1 273 0 0,1 1-1 0 0,0 0 0 0 0,0 0 1 0 0,0 0-1 0 0,0 0 1 0 0,1 1-1 0 0,-1-1 0 0 0,1 0 1 0 0,3-5-1 0 0,-3 6-241 0 0,0 0-1 0 0,0 1 0 0 0,0-1 1 0 0,0 1-1 0 0,1-1 1 0 0,-1 1-1 0 0,1 0 0 0 0,-1 0 1 0 0,1 0-1 0 0,0 0 1 0 0,-1 0-1 0 0,1 0 0 0 0,0 1 1 0 0,0 0-1 0 0,1-1 1 0 0,-1 1-1 0 0,0 0 0 0 0,0 1 1 0 0,4-2-1 0 0,-4 3-153 0 0,1-1 0 0 0,-1 1 1 0 0,0-1-1 0 0,0 1 0 0 0,0 0 0 0 0,0 0 0 0 0,0 0 0 0 0,0 1 1 0 0,0-1-1 0 0,0 1 0 0 0,0-1 0 0 0,0 1 0 0 0,-1 0 0 0 0,1 0 0 0 0,-1 1 1 0 0,1-1-1 0 0,-1 0 0 0 0,0 1 0 0 0,0-1 0 0 0,2 4 0 0 0,3 4-33 0 0,-1-1-1 0 0,-1 1 1 0 0,1 1-1 0 0,-1-1 1 0 0,-1 1-1 0 0,4 14 0 0 0,13 70-122 0 0,-14-57 56 0 0,-7-38 78 0 0,0 0 0 0 0,0 1-1 0 0,0-1 1 0 0,0 1 0 0 0,0-1-1 0 0,0 0 1 0 0,0 1 0 0 0,1-1 0 0 0,-1 1-1 0 0,0-1 1 0 0,0 0 0 0 0,0 1 0 0 0,0-1-1 0 0,0 0 1 0 0,1 1 0 0 0,-1-1-1 0 0,0 0 1 0 0,0 1 0 0 0,1-1 0 0 0,-1 0-1 0 0,0 0 1 0 0,0 1 0 0 0,1-1 0 0 0,-1 0-1 0 0,0 0 1 0 0,1 1 0 0 0,-1-1-1 0 0,0 0 1 0 0,1 0 0 0 0,-1 0 0 0 0,1 0-1 0 0,-1 1 1 0 0,0-1 0 0 0,1 0 0 0 0,-1 0-1 0 0,0 0 1 0 0,1 0 0 0 0,-1 0-1 0 0,1 0 1 0 0,15-12 1192 0 0,11-25 195 0 0,-26 36-1366 0 0,-1 0-67 0 0,14-21 432 0 0,28-34 0 0 0,-12 26-6222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7.1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0 155 920 0 0,'9'1'1585'0'0,"0"0"-1"0"0,0 1 1 0 0,0 0 0 0 0,14 5-1 0 0,-13-3-1192 0 0,0-1-1 0 0,0 0 1 0 0,1-1 0 0 0,17 2-1 0 0,-25-4-350 0 0,0 0-1 0 0,0 0 1 0 0,0-1-1 0 0,0 1 0 0 0,0-1 1 0 0,-1 1-1 0 0,1-1 1 0 0,0 0-1 0 0,0 0 0 0 0,0 0 1 0 0,-1-1-1 0 0,1 1 1 0 0,0-1-1 0 0,-1 1 1 0 0,1-1-1 0 0,-1 0 0 0 0,0 0 1 0 0,0 0-1 0 0,1 0 1 0 0,-1 0-1 0 0,1-3 0 0 0,-1 2 115 0 0,-1 0-1 0 0,0 0 0 0 0,0 0 0 0 0,0 0 1 0 0,0 0-1 0 0,0 0 0 0 0,-1-1 0 0 0,1 1 0 0 0,-1 0 1 0 0,0 0-1 0 0,0 0 0 0 0,0-1 0 0 0,-1 1 1 0 0,1 0-1 0 0,-1 0 0 0 0,-1-6 0 0 0,2 7-130 0 0,-1 1 1 0 0,1 0-1 0 0,0-1 0 0 0,-1 1 1 0 0,1 0-1 0 0,-1-1 0 0 0,1 1 0 0 0,-1 0 1 0 0,0-1-1 0 0,1 1 0 0 0,-1 0 1 0 0,0 0-1 0 0,0 0 0 0 0,0 0 0 0 0,0 0 1 0 0,0 0-1 0 0,0 0 0 0 0,0 0 0 0 0,0 0 1 0 0,0 0-1 0 0,-1 1 0 0 0,1-1 1 0 0,0 0-1 0 0,0 1 0 0 0,-1-1 0 0 0,1 1 1 0 0,-1-1-1 0 0,1 1 0 0 0,0 0 1 0 0,-1 0-1 0 0,1-1 0 0 0,-1 1 0 0 0,1 0 1 0 0,0 0-1 0 0,-1 0 0 0 0,1 1 0 0 0,-1-1 1 0 0,1 0-1 0 0,-2 1 0 0 0,1 0-60 0 0,1 0 0 0 0,-1 0-1 0 0,1 0 1 0 0,-1 0-1 0 0,1 0 1 0 0,0 0 0 0 0,-1 0-1 0 0,1 1 1 0 0,0-1-1 0 0,0 0 1 0 0,0 1 0 0 0,0-1-1 0 0,0 1 1 0 0,0-1 0 0 0,0 1-1 0 0,0 0 1 0 0,1-1-1 0 0,-1 1 1 0 0,0 0 0 0 0,1 0-1 0 0,0-1 1 0 0,-1 1 0 0 0,1 0-1 0 0,0 0 1 0 0,0 0-1 0 0,0-1 1 0 0,0 1 0 0 0,0 0-1 0 0,1 0 1 0 0,0 2-1 0 0,-1-1-35 0 0,1 0 0 0 0,-1 1 0 0 0,1-1 0 0 0,0 0 0 0 0,0 0 0 0 0,1 0 0 0 0,-1 0 0 0 0,1 0 0 0 0,-1 0 0 0 0,1 0 0 0 0,0 0 0 0 0,0-1 0 0 0,0 1 0 0 0,0-1 0 0 0,1 1 0 0 0,2 1 0 0 0,-2-2 116 0 0,1 0 1 0 0,-1-1-1 0 0,1 1 0 0 0,0-1 1 0 0,0 1-1 0 0,-1-1 1 0 0,1-1-1 0 0,0 1 1 0 0,0 0-1 0 0,0-1 0 0 0,0 0 1 0 0,0 0-1 0 0,0 0 1 0 0,0 0-1 0 0,0-1 0 0 0,0 1 1 0 0,0-1-1 0 0,0 0 1 0 0,0-1-1 0 0,-1 1 1 0 0,1 0-1 0 0,0-1 0 0 0,-1 0 1 0 0,1 0-1 0 0,-1 0 1 0 0,0 0-1 0 0,1-1 0 0 0,-1 1 1 0 0,0-1-1 0 0,0 0 1 0 0,-1 0-1 0 0,1 0 1 0 0,-1 0-1 0 0,4-6 0 0 0,-4 6 54 0 0,1 0-1 0 0,-1 0 0 0 0,0-1 0 0 0,-1 1 0 0 0,1-1 1 0 0,-1 1-1 0 0,1-1 0 0 0,-1 1 0 0 0,0-1 1 0 0,0 0-1 0 0,-1 0 0 0 0,1 0 0 0 0,-1 1 0 0 0,0-1 1 0 0,0 0-1 0 0,0 0 0 0 0,0 0 0 0 0,-1 0 1 0 0,1 1-1 0 0,-1-1 0 0 0,0 0 0 0 0,0 0 0 0 0,-1 1 1 0 0,1-1-1 0 0,-1 1 0 0 0,1-1 0 0 0,-1 1 1 0 0,0 0-1 0 0,-1 0 0 0 0,1 0 0 0 0,0 0 0 0 0,-1 0 1 0 0,0 0-1 0 0,0 0 0 0 0,0 1 0 0 0,-3-3 1 0 0,5 5-82 0 0,1-1 1 0 0,-1 0-1 0 0,1 1 1 0 0,-1 0 0 0 0,0-1-1 0 0,1 1 1 0 0,-1-1-1 0 0,0 1 1 0 0,0 0 0 0 0,1-1-1 0 0,-1 1 1 0 0,0 0-1 0 0,1 0 1 0 0,-1 0 0 0 0,0-1-1 0 0,0 1 1 0 0,0 0-1 0 0,1 0 1 0 0,-1 0 0 0 0,0 0-1 0 0,0 0 1 0 0,1 0-1 0 0,-1 1 1 0 0,0-1 0 0 0,0 0-1 0 0,1 0 1 0 0,-1 1-1 0 0,0-1 1 0 0,0 0 0 0 0,1 1-1 0 0,-1-1 1 0 0,0 0-1 0 0,0 1 1 0 0,0 1 5 0 0,0 0-1 0 0,0-1 1 0 0,0 1 0 0 0,1 0 0 0 0,-1-1-1 0 0,0 1 1 0 0,1 0 0 0 0,-1 0 0 0 0,1 0-1 0 0,0 0 1 0 0,-1-1 0 0 0,1 1 0 0 0,0 3-1 0 0,0-1-39 0 0,0 0 0 0 0,0 0-1 0 0,1 0 1 0 0,-1 0 0 0 0,1 0-1 0 0,0 0 1 0 0,0 0-1 0 0,0 0 1 0 0,0-1 0 0 0,1 1-1 0 0,-1 0 1 0 0,1-1 0 0 0,0 1-1 0 0,3 3 1 0 0,26 4-2253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8.0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7370 0 0,'-2'3'4979'0'0,"11"17"-3456"0"0,17 25-1129 0 0,11 9-95 0 0,2-1 0 0 0,73 73 0 0 0,-105-120-230 0 0,0 0-1 0 0,0-1 1 0 0,1 0-1 0 0,-1 0 1 0 0,1-1-1 0 0,1 0 1 0 0,-1 0-1 0 0,0-1 1 0 0,1 0 0 0 0,0 0-1 0 0,0-1 1 0 0,-1 0-1 0 0,1-1 1 0 0,1 0-1 0 0,11 0 1 0 0,-15-1 24 0 0,0 0 1 0 0,0-1 0 0 0,0 1 0 0 0,0-1-1 0 0,-1 0 1 0 0,1-1 0 0 0,0 0-1 0 0,-1 1 1 0 0,1-2 0 0 0,-1 1 0 0 0,0-1-1 0 0,1 0 1 0 0,-1 0 0 0 0,0 0-1 0 0,-1-1 1 0 0,1 1 0 0 0,-1-1 0 0 0,0 0-1 0 0,1-1 1 0 0,-2 1 0 0 0,1-1-1 0 0,-1 1 1 0 0,1-1 0 0 0,3-9 0 0 0,-1 0-128 0 0,0-1 1 0 0,-1 1 0 0 0,-1-1-1 0 0,4-25 1 0 0,-5-29-2972 0 0,-4 47-2648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8.2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7 6913 0 0,'-6'0'609'0'0,"2"0"-481"0"0,1 0-128 0 0,2-1 0 0 0,-1 1 128 0 0,2-1-128 0 0,0-1 96 0 0,2 1 184 0 0,-1 0 32 0 0,3 1 328 0 0,23 12-4065 0 0,-22-8 2153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8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87 2304 0 0,'-1'-1'150'0'0,"0"-1"0"0"0,1 1 0 0 0,-1 0 0 0 0,1 0 0 0 0,-1-1 0 0 0,1 1 0 0 0,-1 0-1 0 0,1-1 1 0 0,0 1 0 0 0,-1 0 0 0 0,1-1 0 0 0,0 1 0 0 0,0 0 0 0 0,0-1 0 0 0,0 1-1 0 0,0-1 1 0 0,0 1 0 0 0,1 0 0 0 0,-1-1 0 0 0,0 1 0 0 0,1 0 0 0 0,-1-1-1 0 0,1 1 1 0 0,0 0 0 0 0,0-2 0 0 0,20-29 3867 0 0,-19 31-3863 0 0,-1-1-1 0 0,1 0 0 0 0,0 1 1 0 0,0-1-1 0 0,0 1 1 0 0,0 0-1 0 0,0 0 0 0 0,0-1 1 0 0,0 1-1 0 0,0 0 1 0 0,0 1-1 0 0,0-1 0 0 0,1 0 1 0 0,-1 1-1 0 0,0-1 1 0 0,1 1-1 0 0,-1 0 0 0 0,0-1 1 0 0,1 1-1 0 0,-1 0 1 0 0,4 1-1 0 0,-2 0-36 0 0,-1 0 1 0 0,1 1-1 0 0,0-1 0 0 0,-1 1 0 0 0,1 0 0 0 0,-1 0 1 0 0,1 0-1 0 0,-1 1 0 0 0,0-1 0 0 0,0 1 1 0 0,4 4-1 0 0,6 7 146 0 0,-2 0 1 0 0,0 2-1 0 0,-1-1 0 0 0,10 20 1 0 0,-9-9 90 0 0,-9-20-157 0 0,0 0-1 0 0,1 0 1 0 0,0-1-1 0 0,0 1 1 0 0,0 0-1 0 0,0-1 1 0 0,1 0-1 0 0,0 0 0 0 0,8 8 1 0 0,-11-12-135 0 0,0-1 0 0 0,0 0 0 0 0,1 0 0 0 0,-1 1 0 0 0,0-1 0 0 0,0 0 0 0 0,0 0 0 0 0,1 0 0 0 0,-1-1 0 0 0,0 1 1 0 0,0 0-1 0 0,0 0 0 0 0,0-1 0 0 0,1 1 0 0 0,-1 0 0 0 0,0-1 0 0 0,0 1 0 0 0,0-1 0 0 0,0 0 0 0 0,0 1 0 0 0,0-1 0 0 0,0 0 0 0 0,0 1 0 0 0,0-1 0 0 0,0 0 0 0 0,-1 0 0 0 0,1 0 0 0 0,1-1 0 0 0,25-34 355 0 0,-22 28-241 0 0,15-21-572 0 0,21-44-1 0 0,-23 38-2788 0 0,-9 20-3119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1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3 116 3681 0 0,'0'0'258'0'0,"0"-1"1"0"0,-1 0-1 0 0,1 0 1 0 0,0 0-1 0 0,-1 0 0 0 0,1 0 1 0 0,0 0-1 0 0,0 0 1 0 0,0 1-1 0 0,0-1 1 0 0,0 0-1 0 0,0 0 1 0 0,0 0-1 0 0,0 0 0 0 0,0 0 1 0 0,1 0-1 0 0,-1 0 1 0 0,0 0-1 0 0,0 0 1 0 0,1-1-1 0 0,6-22 2180 0 0,-3 15-2963 0 0,1 1-1 0 0,-1 0 0 0 0,1 0 1 0 0,11-14-1 0 0,-15 21 439 0 0,0 0 1 0 0,0-1-1 0 0,0 1 1 0 0,0 0-1 0 0,1 0 0 0 0,-1 0 1 0 0,0 0-1 0 0,0 0 1 0 0,1 0-1 0 0,-1 0 1 0 0,1 0-1 0 0,-1 1 0 0 0,1-1 1 0 0,-1 0-1 0 0,1 1 1 0 0,-1 0-1 0 0,1-1 1 0 0,0 1-1 0 0,-1 0 0 0 0,1 0 1 0 0,0-1-1 0 0,-1 1 1 0 0,1 0-1 0 0,-1 1 1 0 0,1-1-1 0 0,0 0 0 0 0,-1 0 1 0 0,1 1-1 0 0,-1-1 1 0 0,1 1-1 0 0,-1-1 1 0 0,1 1-1 0 0,-1 0 0 0 0,1 0 1 0 0,2 1-1 0 0,4 5 87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3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1 110 456 0 0,'7'-10'9946'0'0,"12"-17"-8155"0"0,28-37-2646 0 0,-40 55 855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6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5065 0 0,'10'11'10482'0'0,"65"63"-8341"0"0,-43-48-1869 0 0,48 32 1 0 0,-67-50-223 0 0,0-1 1 0 0,0 0-1 0 0,1 0 0 0 0,0-2 1 0 0,0 1-1 0 0,1-2 1 0 0,17 4-1 0 0,-29-8-145 0 0,0 1 1 0 0,-1-1-1 0 0,1 0 0 0 0,0 0 1 0 0,0 0-1 0 0,-1 0 1 0 0,1 0-1 0 0,0 0 0 0 0,0-1 1 0 0,-1 1-1 0 0,1-1 0 0 0,-1 0 1 0 0,1 0-1 0 0,0 0 1 0 0,-1 0-1 0 0,0-1 0 0 0,1 1 1 0 0,-1 0-1 0 0,0-1 0 0 0,1 0 1 0 0,-1 1-1 0 0,2-3 1 0 0,-1 0-291 0 0,-1 0 1 0 0,1-1 0 0 0,-1 1 0 0 0,1 0 0 0 0,-1-1 0 0 0,-1 0 0 0 0,1 1 0 0 0,-1-1 0 0 0,1 0 0 0 0,-1 0 0 0 0,0-6 0 0 0,2-4-4738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39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9 3681 0 0,'-26'-9'9678'0'0,"39"10"-10317"0"0,21 4-4546 0 0,-21-4 3251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40.3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6 2761 0 0,'-3'-1'285'0'0,"0"0"0"0"0,1 0 0 0 0,-1 0 1 0 0,0 1-1 0 0,0-1 0 0 0,0 1 1 0 0,0-1-1 0 0,0 1 0 0 0,0 0 0 0 0,0 0 1 0 0,0 1-1 0 0,1-1 0 0 0,-1 1 1 0 0,0-1-1 0 0,0 1 0 0 0,0 0 0 0 0,0 0 1 0 0,1 0-1 0 0,-1 0 0 0 0,0 0 1 0 0,1 1-1 0 0,-1-1 0 0 0,1 1 1 0 0,0 0-1 0 0,-1 0 0 0 0,1 0 0 0 0,0 0 1 0 0,0 0-1 0 0,-3 4 0 0 0,3-2-164 0 0,0 0 0 0 0,0-1 0 0 0,1 1 0 0 0,-1 0 0 0 0,1 1 0 0 0,0-1 0 0 0,0 0 0 0 0,0 0 0 0 0,1 1-1 0 0,-1-1 1 0 0,1 0 0 0 0,0 0 0 0 0,0 1 0 0 0,1-1 0 0 0,-1 0 0 0 0,1 1 0 0 0,0-1 0 0 0,0 0 0 0 0,3 8 0 0 0,-2-9-88 0 0,-1-1 0 0 0,1 1 0 0 0,-1 0 0 0 0,1-1 0 0 0,0 1 0 0 0,0-1 0 0 0,0 0 0 0 0,0 1 0 0 0,0-1 0 0 0,0 0 0 0 0,1 0 0 0 0,-1 0 0 0 0,1-1 0 0 0,-1 1 0 0 0,5 1 1 0 0,47 15 370 0 0,-46-17-254 0 0,-1 1 0 0 0,1 0 1 0 0,-1 0-1 0 0,0 1 0 0 0,1 0 0 0 0,-1 0 1 0 0,12 9-1 0 0,-16-9-38 0 0,0-1 1 0 0,-1 1 0 0 0,0 0 0 0 0,0 0-1 0 0,0 0 1 0 0,0 0 0 0 0,0 0 0 0 0,-1 0-1 0 0,1 0 1 0 0,-1 1 0 0 0,0-1 0 0 0,0 1-1 0 0,0-1 1 0 0,0 1 0 0 0,-1-1 0 0 0,1 1-1 0 0,-1 0 1 0 0,0-1 0 0 0,0 1 0 0 0,-1-1-1 0 0,1 1 1 0 0,-1-1 0 0 0,1 1 0 0 0,-1-1-1 0 0,-2 5 1 0 0,-3 12 360 0 0,-1-1 0 0 0,-1-1 0 0 0,-15 26 0 0 0,9-18-355 0 0,-5 9-1644 0 0,10-19-5383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6:4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1979 262 3225 0 0,'4'-18'99'0'0,"-1"8"-79"0"0,-1 1 1 0 0,0 0 0 0 0,-1 0 0 0 0,0-1 0 0 0,0 1-1 0 0,-1-1 1 0 0,0 1 0 0 0,0 0 0 0 0,-4-15-1 0 0,4 23 0 0 0,-1 0 0 0 0,0 0 0 0 0,1-1-1 0 0,-1 1 1 0 0,0 0 0 0 0,0 0-1 0 0,0 0 1 0 0,0 0 0 0 0,0 0-1 0 0,0 0 1 0 0,-1 1 0 0 0,1-1-1 0 0,0 0 1 0 0,0 0 0 0 0,0 1 0 0 0,-1-1-1 0 0,1 1 1 0 0,-2-1 0 0 0,-32-6 592 0 0,2 0 108 0 0,-37-27 2278 0 0,53 24-2051 0 0,-1 1 0 0 0,0 1 0 0 0,0 1 0 0 0,-1 0 0 0 0,1 1 0 0 0,-2 1 0 0 0,-31-4-1 0 0,25 8-597 0 0,-1 2-1 0 0,1 0 1 0 0,-49 10 0 0 0,-77 27 34 0 0,135-33-326 0 0,-29 10 101 0 0,0 1-1 0 0,1 3 0 0 0,-67 38 0 0 0,-118 89 439 0 0,213-135-564 0 0,-26 20-16 0 0,2 2 1 0 0,0 2 0 0 0,-65 75-1 0 0,-85 137 35 0 0,158-198-107 0 0,2 0 0 0 0,3 3 0 0 0,-30 73 0 0 0,25-37-68 0 0,-28 123 0 0 0,-35 204-96 0 0,31 3 184 0 0,60 18 16 0 0,9-275 16 0 0,-1-31 17 0 0,5 1 0 0 0,7-1-1 0 0,4-1 1 0 0,40 134 0 0 0,-38-197-13 0 0,3-1 0 0 0,2-2 0 0 0,3-1 0 0 0,3-1 0 0 0,3-1 0 0 0,50 65 0 0 0,-18-27 0 0 0,-37-51 0 0 0,3-1 0 0 0,1-2 0 0 0,58 57 0 0 0,-59-73 9 0 0,1-1 0 0 0,1-2 0 0 0,1-1 0 0 0,1-2 1 0 0,1-2-1 0 0,63 25 0 0 0,-45-24-12 0 0,0-1 0 0 0,2-4 0 0 0,0-1-1 0 0,0-4 1 0 0,120 9 0 0 0,-87-19-112 0 0,1-4 0 0 0,-1-4 0 0 0,0-3 0 0 0,-1-5 0 0 0,104-31-1 0 0,118-27 0 0 0,-139 36-78 0 0,-152 32 189 0 0,0-1 0 0 0,-1 0 0 0 0,0-1-1 0 0,0-1 1 0 0,-1-2 0 0 0,0 1 0 0 0,0-2 0 0 0,-1-1 0 0 0,-1 0 0 0 0,0-1 0 0 0,0-1 0 0 0,-1 0 0 0 0,-1-1 0 0 0,25-32 0 0 0,50-86 144 0 0,2-1 2 0 0,-55 81-141 0 0,-1-1 0 0 0,-3-1 0 0 0,39-91 0 0 0,51-187 0 0 0,-104 274 18 0 0,75-270 252 0 0,-73 226-262 0 0,-3 23 328 0 0,13-150 0 0 0,-31 196-315 0 0,-1 0 0 0 0,-1 0 0 0 0,-9-39 0 0 0,-30-100 478 0 0,-3-23 86 0 0,12 36-234 0 0,-62-179 0 0 0,69 256-154 0 0,-75-208-296 0 0,95 280 101 0 0,-65-152 332 0 0,55 134-258 0 0,-1 0 0 0 0,-1 1 0 0 0,-29-35 1 0 0,2 8-17 0 0,21 25 27 0 0,0 1 0 0 0,-2 2 0 0 0,-1 0 0 0 0,-38-30 1 0 0,36 33-29 0 0,1-1 0 0 0,1-2 0 0 0,2 0 0 0 0,-30-44 0 0 0,15 20-66 0 0,6 8-4 0 0,-2 2 0 0 0,-1 1 1 0 0,-3 2-1 0 0,0 2 0 0 0,-55-39 1 0 0,72 59 99 0 0,-28-27 0 0 0,33 27 35 0 0,-1 1 1 0 0,-22-15-1 0 0,33 26-100 0 0,-1 0-1 0 0,1 0 1 0 0,-1 0-1 0 0,0 1 1 0 0,0 0-1 0 0,0 1 1 0 0,0 0-1 0 0,-1 0 1 0 0,-14-1 0 0 0,-45 1 132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7:02.6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2386 313 5529 0 0,'-36'-11'1300'0'0,"-59"-25"-1"0"0,68 23-658 0 0,-1 2-1 0 0,-1 1 1 0 0,-55-12-1 0 0,36 17-195 0 0,0 1 0 0 0,0 3 1 0 0,0 2-1 0 0,-84 12 0 0 0,-186 57 841 0 0,284-60-1180 0 0,1 2 0 0 0,0 2 0 0 0,0 0 0 0 0,1 2 0 0 0,1 2 0 0 0,-35 25 1 0 0,-27 22-52 0 0,29-23-67 0 0,2 3 0 0 0,2 3 0 0 0,-74 75 1 0 0,-116 165-109 0 0,180-206 106 0 0,29-30 10 0 0,2 3-1 0 0,2 0 0 0 0,3 3 1 0 0,3 1-1 0 0,2 1 1 0 0,-25 74-1 0 0,1 29-11 0 0,-38 200 0 0 0,77-291 16 0 0,2 0 0 0 0,-2 86 0 0 0,13-113 0 0 0,3-1 0 0 0,1 1 0 0 0,2-1 0 0 0,20 80 0 0 0,-6-57 86 0 0,3 0-1 0 0,44 90 0 0 0,-44-114-29 0 0,2-1 0 0 0,2-1 0 0 0,1-1 0 0 0,46 51 0 0 0,-42-57-2 0 0,1-2 0 0 0,2-1-1 0 0,0-1 1 0 0,2-2 0 0 0,2-2-1 0 0,0-1 1 0 0,1-3 0 0 0,2 0 0 0 0,0-3-1 0 0,1-1 1 0 0,0-2 0 0 0,2-3-1 0 0,0-1 1 0 0,68 10 0 0 0,-47-15-22 0 0,0-2 0 0 0,0-4 0 0 0,1-2 0 0 0,-1-3 0 0 0,0-3 0 0 0,0-3 0 0 0,-1-3 0 0 0,-1-2 0 0 0,0-3 0 0 0,-1-3 0 0 0,-1-3 0 0 0,-1-2 0 0 0,64-39 0 0 0,-47 19 122 0 0,-3-4-1 0 0,92-79 1 0 0,-145 110-142 0 0,311-290 761 0 0,-256 230-556 0 0,-3-3 1 0 0,69-103 0 0 0,130-240-146 0 0,-248 380-36 0 0,-1 0-1 0 0,-3-2 1 0 0,-1 0 0 0 0,-2-2 0 0 0,-3 0-1 0 0,-2 0 1 0 0,7-60 0 0 0,-3-44 190 0 0,-5-159 0 0 0,-5 76-128 0 0,-3 168-113 0 0,-2 1 0 0 0,-4-1 0 0 0,-3 1 0 0 0,-21-103 0 0 0,20 141 75 0 0,-1 0 0 0 0,-2 1 1 0 0,-1-1-1 0 0,-1 2 0 0 0,-1 0 0 0 0,-1 0 1 0 0,-1 1-1 0 0,-2 1 0 0 0,-1 1 1 0 0,0 0-1 0 0,-2 1 0 0 0,-35-31 0 0 0,37 39-23 0 0,0 0 1 0 0,0 2-1 0 0,-1 0 0 0 0,-1 2 0 0 0,0 0 0 0 0,0 1 1 0 0,-1 1-1 0 0,-1 0 0 0 0,1 2 0 0 0,-1 1 0 0 0,-1 0 0 0 0,1 2 1 0 0,-1 1-1 0 0,1 0 0 0 0,-1 2 0 0 0,-30 2 0 0 0,-5 3-37 0 0,1 4 0 0 0,0 2 0 0 0,0 2 0 0 0,-101 36 0 0 0,136-39-636 0 0,-1 1-1 0 0,1 1 1 0 0,1 1 0 0 0,0 1-1 0 0,1 1 1 0 0,1 1-1 0 0,-28 25 1 0 0,-84 62-6362 0 0,6-6 2277 0 0,113-86 4432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7:11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938 160 5065 0 0,'-23'-7'616'0'0,"0"2"0"0"0,0 0-1 0 0,0 2 1 0 0,-1 0 0 0 0,-25 2 0 0 0,1 2-349 0 0,-71 11 0 0 0,99-8-339 0 0,0 1-1 0 0,1 1 1 0 0,0 1 0 0 0,0 1-1 0 0,0 0 1 0 0,1 2 0 0 0,0 0-1 0 0,1 1 1 0 0,0 0-1 0 0,1 2 1 0 0,-22 21 0 0 0,-1 5 97 0 0,1 1 0 0 0,-63 91-1 0 0,75-91 47 0 0,2 0-1 0 0,2 1 0 0 0,2 2 0 0 0,2 0 0 0 0,1 1 1 0 0,2 1-1 0 0,3 0 0 0 0,1 1 0 0 0,3 0 0 0 0,1 0 0 0 0,2 1 1 0 0,3 0-1 0 0,1 0 0 0 0,3 0 0 0 0,11 72 0 0 0,-8-97 1 0 0,1-1 0 0 0,1 1 0 0 0,1-1 0 0 0,1-1 0 0 0,0 0 0 0 0,2 0 0 0 0,0-1 0 0 0,1 0 0 0 0,29 33 0 0 0,11 6 203 0 0,87 74 0 0 0,-120-115-209 0 0,24 19 93 0 0,1-2-1 0 0,2-2 1 0 0,1-3-1 0 0,1-1 1 0 0,2-3 0 0 0,0-1-1 0 0,102 31 1 0 0,-43-19-332 0 0,-2 5 0 0 0,-2 4 1 0 0,-2 6-1 0 0,107 69 0 0 0,-133-76 189 0 0,146 60-1 0 0,-142-70-11 0 0,-59-23 0 0 0,0 1 0 0 0,-1 1 0 0 0,-1 0 0 0 0,0 2 0 0 0,0 0-1 0 0,-2 1 1 0 0,18 20 0 0 0,106 140 35 0 0,-49-57-27 0 0,-68-88 51 0 0,-1 2 0 0 0,-1 0 0 0 0,-2 1 0 0 0,-1 2 1 0 0,-2 0-1 0 0,-2 0 0 0 0,20 65 0 0 0,87 350 850 0 0,103 312 984 0 0,-185-652-1748 0 0,-5 2 0 0 0,30 153 0 0 0,-31 8-65 0 0,10 54 222 0 0,-9-169 45 0 0,23 129-270 0 0,-34-153 453 0 0,83 255 1 0 0,-90-334-536 0 0,41 112-12 0 0,-46-140 15 0 0,0 1 1 0 0,2-2-1 0 0,31 44 0 0 0,-13-30-46 0 0,2-1-1 0 0,72 63 1 0 0,95 51-232 0 0,-121-105-68 0 0,161 71 1 0 0,-189-98 199 0 0,2-2-1 0 0,1-3 0 0 0,0-2 0 0 0,93 12 1 0 0,236-3-127 0 0,-334-24 191 0 0,-1-3 0 0 0,0-2 0 0 0,0-2 1 0 0,0-2-1 0 0,-1-2 0 0 0,0-3 0 0 0,-1-2 0 0 0,76-35 0 0 0,-24-1-128 0 0,-1-3 0 0 0,118-90 0 0 0,-158 102 422 0 0,137-103 107 0 0,-143 102-427 0 0,74-77 0 0 0,89-133 191 0 0,-170 194-162 0 0,-3-3-1 0 0,48-93 1 0 0,-83 138 51 0 0,0-1 0 0 0,0 0-1 0 0,-2 0 1 0 0,-1 0 0 0 0,0 0-1 0 0,-1-1 1 0 0,-1 0 0 0 0,-1 0-1 0 0,-1 0 1 0 0,0 0 0 0 0,-2 0-1 0 0,0 0 1 0 0,-2 0 0 0 0,0 1 0 0 0,-1-1-1 0 0,-1 0 1 0 0,0 1 0 0 0,-2 0-1 0 0,0 1 1 0 0,-1-1 0 0 0,-1 1-1 0 0,-1 1 1 0 0,0 0 0 0 0,-2 0-1 0 0,1 1 1 0 0,-2 0 0 0 0,0 1-1 0 0,-19-16 1 0 0,-363-326 3326 0 0,335 306-2926 0 0,-129-82 0 0 0,47 37 20 0 0,-140-101 486 0 0,-21-16 482 0 0,230 164-1109 0 0,-90-45 0 0 0,-46-29-78 0 0,-9-47-226 0 0,93 68 16 0 0,-240-226 35 0 0,198 169 13 0 0,121 113 71 0 0,2-1-1 0 0,2-3 1 0 0,2-1 0 0 0,3-2-1 0 0,1-1 1 0 0,4-2 0 0 0,-29-66-1 0 0,-12-32-90 0 0,-83-186-37 0 0,-44-230 66 0 0,163 461-153 0 0,-4 2 0 0 0,-73-133 0 0 0,31 69 40 0 0,-10-74 40 0 0,33 75 0 0 0,33 112 66 0 0,-3 0-1 0 0,-2 2 0 0 0,-3 1 1 0 0,-1 2-1 0 0,-53-58 0 0 0,-188-201 433 0 0,256 288-445 0 0,0 2-1 0 0,-1 0 1 0 0,-1 2 0 0 0,-1 0 0 0 0,-1 1-1 0 0,0 2 1 0 0,-2 1 0 0 0,0 0 0 0 0,0 2 0 0 0,-2 2-1 0 0,-48-16 1 0 0,-17-2-370 0 0,29 8 463 0 0,-1 3 0 0 0,-110-17 0 0 0,159 35-7 0 0,1 0 0 0 0,-1 1 0 0 0,0 1 0 0 0,1 1-1 0 0,-1 0 1 0 0,1 1 0 0 0,0 1 0 0 0,-27 9-1 0 0,-2 6-42 0 0,-69 39 1 0 0,9-2-136 0 0,90-50-252 0 0,0-1-1 0 0,-1 0 1 0 0,-24 4-1 0 0,27-7-1102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29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100 149 5065 0 0,'-14'-14'969'0'0,"1"-1"0"0"0,0 0 0 0 0,1-1 0 0 0,1 0-1 0 0,0 0 1 0 0,1-2 0 0 0,-5-20 2281 0 0,15 38-3213 0 0,10 6 903 0 0,10 12-270 0 0,17 29 383 0 0,51 87 0 0 0,-4-4-502 0 0,101 146-1369 0 0,-164-240-3142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29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27 300 6913 0 0,'-5'-10'524'0'0,"1"0"-1"0"0,0-1 1 0 0,0 0-1 0 0,-3-21 1 0 0,6 28-247 0 0,1 0 0 0 0,-1 0 0 0 0,1 1 0 0 0,0-1 0 0 0,0 0 0 0 0,0 0 0 0 0,0 0 0 0 0,1 0 0 0 0,0 0 0 0 0,-1 0 0 0 0,2 0 0 0 0,-1 1 0 0 0,0-1 1 0 0,1 0-1 0 0,-1 1 0 0 0,1-1 0 0 0,4-5 0 0 0,-5 8-218 0 0,0 0 1 0 0,1 0 0 0 0,-1 0-1 0 0,0 1 1 0 0,1-1-1 0 0,-1 0 1 0 0,0 0-1 0 0,1 1 1 0 0,-1-1 0 0 0,1 1-1 0 0,0 0 1 0 0,-1-1-1 0 0,1 1 1 0 0,-1 0-1 0 0,1 0 1 0 0,-1 0 0 0 0,1 0-1 0 0,0 0 1 0 0,-1 0-1 0 0,1 0 1 0 0,-1 1 0 0 0,1-1-1 0 0,-1 0 1 0 0,1 1-1 0 0,-1 0 1 0 0,1-1-1 0 0,1 2 1 0 0,41 25 683 0 0,-37-23-588 0 0,36 30 624 0 0,40 38 1 0 0,29 23-304 0 0,-106-91-463 0 0,0 0 1 0 0,1 0 0 0 0,0-1 0 0 0,-1 1-1 0 0,1-2 1 0 0,0 1 0 0 0,0-1 0 0 0,13 2-1 0 0,-18-3 14 0 0,-1-1 0 0 0,0 0 0 0 0,0 0 1 0 0,1 0-1 0 0,-1 0 0 0 0,0 0 0 0 0,0 0 0 0 0,1 0 0 0 0,-1-1 0 0 0,0 1 0 0 0,0 0 0 0 0,1-1 0 0 0,-1 1 0 0 0,0-1 0 0 0,0 1 0 0 0,0-1 0 0 0,0 1 0 0 0,0-1 0 0 0,0 0 0 0 0,0 0 0 0 0,0 0 0 0 0,1 0 0 0 0,-1-1 54 0 0,0 0 1 0 0,-1 0-1 0 0,1 0 1 0 0,-1 0-1 0 0,1 0 1 0 0,-1 0-1 0 0,0 0 0 0 0,0 0 1 0 0,0 0-1 0 0,0 0 1 0 0,0 0-1 0 0,0 0 1 0 0,0 0-1 0 0,-1 0 0 0 0,1 0 1 0 0,-1 0-1 0 0,1 0 1 0 0,-1 1-1 0 0,-1-3 1 0 0,-11-29 396 0 0,-23-40 1 0 0,22 47-617 0 0,1 0-1 0 0,-16-52 1 0 0,23 59-912 0 0,2 0-1 0 0,0 0 1 0 0,-1-28-1 0 0,5 26-5524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29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15 105 2304 0 0,'-2'-2'514'0'0,"1"0"-1"0"0,-1 1 0 0 0,1-1 0 0 0,0 0 0 0 0,-1 0 0 0 0,1 0 1 0 0,0-1-1 0 0,0 1 0 0 0,0 0 0 0 0,0-3 0 0 0,0 0 1430 0 0,7 22-229 0 0,-3-11-1493 0 0,0 1 0 0 0,0-1 0 0 0,0 1 0 0 0,1-1 0 0 0,0 0 0 0 0,0 0 0 0 0,0-1 0 0 0,1 1 0 0 0,0-1 0 0 0,0 0 0 0 0,0 0 0 0 0,1-1 0 0 0,0 1-1 0 0,0-1 1 0 0,9 5 0 0 0,-12-7-194 0 0,1-1-1 0 0,0 1 0 0 0,0 0 0 0 0,0-1 0 0 0,0 0 0 0 0,0 0 1 0 0,0 0-1 0 0,0-1 0 0 0,0 1 0 0 0,0-1 0 0 0,0 0 1 0 0,0 0-1 0 0,0 0 0 0 0,0 0 0 0 0,1-1 0 0 0,-1 0 1 0 0,0 0-1 0 0,0 0 0 0 0,0 0 0 0 0,-1-1 0 0 0,1 1 0 0 0,0-1 1 0 0,-1 0-1 0 0,1 0 0 0 0,-1-1 0 0 0,1 1 0 0 0,-1-1 1 0 0,4-3-1 0 0,-5 4 43 0 0,0-1 0 0 0,0 0 1 0 0,0 1-1 0 0,0-1 0 0 0,0 0 1 0 0,0 0-1 0 0,-1 0 0 0 0,0 0 0 0 0,0 0 1 0 0,1 0-1 0 0,-2-1 0 0 0,1 1 1 0 0,0 0-1 0 0,-1 0 0 0 0,1-1 1 0 0,-1 1-1 0 0,0 0 0 0 0,0-1 0 0 0,-1 1 1 0 0,1 0-1 0 0,0-1 0 0 0,-1 1 1 0 0,0 0-1 0 0,0 0 0 0 0,0-1 0 0 0,0 1 1 0 0,-1 0-1 0 0,1 0 0 0 0,-1 0 1 0 0,0 1-1 0 0,1-1 0 0 0,-1 0 1 0 0,-4-3-1 0 0,2 1-264 0 0,0 0 1 0 0,0 0 0 0 0,-1 0-1 0 0,0 1 1 0 0,0 0-1 0 0,0 0 1 0 0,-1 0-1 0 0,1 0 1 0 0,-1 1-1 0 0,0 0 1 0 0,0 0-1 0 0,0 1 1 0 0,0-1 0 0 0,0 1-1 0 0,-1 1 1 0 0,-7-2-1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0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148 258 5065 0 0,'-3'0'283'0'0,"1"0"0"0"0,-1 1 0 0 0,1-1 0 0 0,-1 1 0 0 0,1-1 0 0 0,-1 1 1 0 0,1 0-1 0 0,-1 0 0 0 0,1 0 0 0 0,0 0 0 0 0,-1 0 0 0 0,1 0 0 0 0,0 1 0 0 0,0-1 0 0 0,0 1 0 0 0,0 0 0 0 0,-3 3 0 0 0,1-1 8 0 0,1 1 1 0 0,0 0-1 0 0,0 0 0 0 0,0 0 0 0 0,0 0 1 0 0,1 1-1 0 0,-3 8 0 0 0,1 1-15 0 0,0 0 1 0 0,2 0-1 0 0,0 0 1 0 0,0 1-1 0 0,1 18 0 0 0,2-28-214 0 0,-1 0 0 0 0,1 0-1 0 0,0 0 1 0 0,1 0 0 0 0,-1 0-1 0 0,1 0 1 0 0,0-1 0 0 0,1 1 0 0 0,-1-1-1 0 0,1 0 1 0 0,4 6 0 0 0,-6-10-83 0 0,0 1 1 0 0,0-1 0 0 0,0 1 0 0 0,0-1 0 0 0,1 0 0 0 0,-1 0 0 0 0,0 0 0 0 0,1 1-1 0 0,-1-1 1 0 0,1-1 0 0 0,-1 1 0 0 0,1 0 0 0 0,0 0 0 0 0,-1 0 0 0 0,1-1-1 0 0,0 1 1 0 0,0-1 0 0 0,0 0 0 0 0,-1 1 0 0 0,1-1 0 0 0,0 0 0 0 0,0 0-1 0 0,0 0 1 0 0,-1 0 0 0 0,1 0 0 0 0,0-1 0 0 0,0 1 0 0 0,0 0 0 0 0,-1-1-1 0 0,1 1 1 0 0,0-1 0 0 0,-1 0 0 0 0,1 0 0 0 0,0 0 0 0 0,-1 1 0 0 0,1-1-1 0 0,-1-1 1 0 0,1 1 0 0 0,1-2 0 0 0,1-1-169 0 0,0 0 0 0 0,0-1 0 0 0,0 1 0 0 0,-1-1 0 0 0,0 0 0 0 0,0 0 0 0 0,0 0 0 0 0,-1 0 0 0 0,1-1 1 0 0,-1 1-1 0 0,-1-1 0 0 0,1 1 0 0 0,-1-1 0 0 0,2-9 0 0 0,-1-3-175 0 0,0 0 0 0 0,-2 0 1 0 0,-1-25-1 0 0,-1 25 289 0 0,-1 0-1 0 0,-1 0 1 0 0,0 0-1 0 0,-2 0 1 0 0,0 1-1 0 0,-1 0 1 0 0,-12-22-1 0 0,3 11 523 0 0,-2 0-1 0 0,0 1 0 0 0,-28-31 1 0 0,43 55-171 0 0,1 0 20 0 0,0 0-1 0 0,0 1 0 0 0,-1-1 1 0 0,1 1-1 0 0,0 0 1 0 0,-1-1-1 0 0,0 1 1 0 0,1 0-1 0 0,-1 0 1 0 0,0 1-1 0 0,0-1 1 0 0,0 1-1 0 0,-9 2 4056 0 0,25 24-3264 0 0,25 34-506 0 0,2-2 0 0 0,64 69-1 0 0,36 21-3299 0 0,-117-123-4352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0.7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114 278 9674 0 0,'2'0'202'0'0,"0"0"0"0"0,-1-1 0 0 0,1 1 0 0 0,-1 0-1 0 0,1-1 1 0 0,-1 0 0 0 0,1 1 0 0 0,-1-1 0 0 0,0 0 0 0 0,1 0 0 0 0,-1 0 0 0 0,0 0-1 0 0,1 0 1 0 0,-1 0 0 0 0,0 0 0 0 0,0 0 0 0 0,0 0 0 0 0,0-1 0 0 0,0 1 0 0 0,0 0-1 0 0,0-1 1 0 0,-1 1 0 0 0,1-1 0 0 0,0 1 0 0 0,-1-1 0 0 0,1 1 0 0 0,-1-1 0 0 0,1 1-1 0 0,-1-1 1 0 0,0 1 0 0 0,0-3 0 0 0,2-5 126 0 0,-2 1 0 0 0,1-1 0 0 0,-1 1 0 0 0,-1-13 0 0 0,-1 8-133 0 0,0-1-1 0 0,-1 1 0 0 0,0 0 0 0 0,-1 0 1 0 0,0 0-1 0 0,-11-20 0 0 0,12 28-149 0 0,0 0 0 0 0,1 0-1 0 0,-2 0 1 0 0,1 0 0 0 0,-1 1 0 0 0,1-1 0 0 0,-1 1-1 0 0,0 0 1 0 0,-1 0 0 0 0,1 0 0 0 0,-1 1 0 0 0,1-1-1 0 0,-1 1 1 0 0,0 0 0 0 0,-1 1 0 0 0,1-1-1 0 0,-10-2 1 0 0,14 4-41 0 0,0 1-1 0 0,0 0 0 0 0,0 0 1 0 0,0-1-1 0 0,0 1 0 0 0,0 0 0 0 0,0 0 1 0 0,0 0-1 0 0,0 0 0 0 0,0 0 1 0 0,0 0-1 0 0,0 1 0 0 0,0-1 1 0 0,0 0-1 0 0,0 0 0 0 0,0 1 1 0 0,0-1-1 0 0,0 1 0 0 0,0-1 1 0 0,1 0-1 0 0,-1 1 0 0 0,0 0 1 0 0,0-1-1 0 0,0 1 0 0 0,1 0 0 0 0,-2 0 1 0 0,1 1-13 0 0,0 0 1 0 0,0 0-1 0 0,1-1 1 0 0,-1 1-1 0 0,1 0 1 0 0,-1 0-1 0 0,1 0 1 0 0,0 0-1 0 0,0 0 1 0 0,-1 0-1 0 0,1 0 1 0 0,1 0-1 0 0,-1 1 0 0 0,2 9-125 0 0,0 0 0 0 0,1 0 0 0 0,6 16 1 0 0,-8-25 90 0 0,2 5 17 0 0,1 1-1 0 0,0-1 1 0 0,1 0-1 0 0,0 0 1 0 0,0 0-1 0 0,0 0 1 0 0,1-1 0 0 0,0 0-1 0 0,1 0 1 0 0,0-1-1 0 0,0 0 1 0 0,0 0-1 0 0,1 0 1 0 0,-1-1-1 0 0,1 0 1 0 0,1-1 0 0 0,-1 0-1 0 0,15 5 1 0 0,-8-4 18 0 0,-1-1-1 0 0,1 0 1 0 0,0-1 0 0 0,1-1 0 0 0,-1 0 0 0 0,0-2 0 0 0,0 1-1 0 0,1-2 1 0 0,-1 0 0 0 0,28-6 0 0 0,-41 7-153 0 0,0-1 0 0 0,1 0 0 0 0,-1 1 0 0 0,1-1 0 0 0,-1 0 0 0 0,0 0 0 0 0,0-1 0 0 0,1 1 0 0 0,-1 0-1 0 0,0-1 1 0 0,0 0 0 0 0,0 1 0 0 0,-1-1 0 0 0,1 0 0 0 0,0 0 0 0 0,1-2 0 0 0,3-7-790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0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9 920 0 0,'0'-9'13827'0'0,"1"14"-12269"0"0,9 27-710 0 0,1 0 0 0 0,1 0 0 0 0,28 48 0 0 0,63 90 2571 0 0,-83-138-3282 0 0,5 9-839 0 0,-1 1 0 0 0,33 83 0 0 0,-41-81-65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1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73 10594 0 0,'-40'-50'2038'0'0,"26"27"2276"0"0,26 52-807 0 0,4 26-2962 0 0,-4-15-348 0 0,-6-18-354 0 0,71 199 405 0 0,-58-176-3605 0 0,28 50-1 0 0,-37-77-2171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2.3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6 462 3681 0 0,'-1'-5'622'0'0,"-1"0"0"0"0,1 1 0 0 0,0-1 0 0 0,1 1-1 0 0,-1-1 1 0 0,1 0 0 0 0,0 0 0 0 0,0 1 0 0 0,1-1 0 0 0,-1 0 0 0 0,1 1 0 0 0,0-1 0 0 0,0 0 0 0 0,4-8 0 0 0,-4 11-489 0 0,0 1 1 0 0,0-1 0 0 0,0 0 0 0 0,0 0-1 0 0,0 1 1 0 0,0-1 0 0 0,0 1 0 0 0,1-1-1 0 0,-1 1 1 0 0,0 0 0 0 0,1-1 0 0 0,0 1-1 0 0,-1 0 1 0 0,1 0 0 0 0,0 0 0 0 0,-1 0-1 0 0,1 0 1 0 0,0 0 0 0 0,0 1 0 0 0,0-1-1 0 0,0 1 1 0 0,0-1 0 0 0,-1 1 0 0 0,1-1-1 0 0,0 1 1 0 0,0 0 0 0 0,0 0-1 0 0,0 0 1 0 0,0 0 0 0 0,0 1 0 0 0,0-1-1 0 0,0 0 1 0 0,0 1 0 0 0,0 0 0 0 0,0-1-1 0 0,0 1 1 0 0,3 1 0 0 0,17 10 247 0 0,-1 0 1 0 0,0 1-1 0 0,38 31 0 0 0,-41-29-95 0 0,1-1-1 0 0,0 0 1 0 0,1-2-1 0 0,36 18 0 0 0,5-11-188 0 0,-57-18-85 0 0,0 0 0 0 0,1 0 0 0 0,-1-1 0 0 0,0 1 0 0 0,0-1 1 0 0,1 0-1 0 0,-1 0 0 0 0,0-1 0 0 0,1 1 0 0 0,-1-1 0 0 0,0 0 0 0 0,7-2 0 0 0,-10 2 12 0 0,0 0-1 0 0,0 0 1 0 0,0 0 0 0 0,0 0 0 0 0,-1 0-1 0 0,1 0 1 0 0,0 0 0 0 0,0-1-1 0 0,-1 1 1 0 0,1 0 0 0 0,-1 0 0 0 0,1-1-1 0 0,-1 1 1 0 0,0 0 0 0 0,1-1 0 0 0,-1 1-1 0 0,0-1 1 0 0,0 1 0 0 0,0 0-1 0 0,0-1 1 0 0,0 1 0 0 0,0 0 0 0 0,0-1-1 0 0,-1 1 1 0 0,1 0 0 0 0,0-1 0 0 0,-2-1-1 0 0,-12-42 594 0 0,11 37-530 0 0,-39-91 199 0 0,19 45-77 0 0,-17-57 0 0 0,35 94-863 0 0,1 0 1 0 0,1-1-1 0 0,0 0 1 0 0,1 1 0 0 0,1-1-1 0 0,1 0 1 0 0,3-30 0 0 0,0 31-6056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2.7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84 1376 0 0,'-21'-23'11035'0'0,"17"38"-9731"0"0,4-4-1217 0 0,0 0 0 0 0,0-1 0 0 0,1 1 0 0 0,1 0 0 0 0,-1-1 0 0 0,2 1 0 0 0,0-1 0 0 0,0 0 0 0 0,0 0 0 0 0,2 0 0 0 0,-1 0 0 0 0,1 0 0 0 0,11 14 0 0 0,-13-19-56 0 0,0 0 0 0 0,0-1 0 0 0,1 0-1 0 0,0 1 1 0 0,0-1 0 0 0,0-1 0 0 0,0 1 0 0 0,1 0-1 0 0,0-1 1 0 0,-1 0 0 0 0,1 0 0 0 0,0-1-1 0 0,0 1 1 0 0,1-1 0 0 0,-1 0 0 0 0,0 0 0 0 0,1-1-1 0 0,-1 0 1 0 0,1 0 0 0 0,0 0 0 0 0,-1 0 0 0 0,1-1-1 0 0,0 0 1 0 0,-1 0 0 0 0,1-1 0 0 0,0 0 0 0 0,6-1-1 0 0,-9 1 0 0 0,-1 0 1 0 0,1 0-1 0 0,-1 1 0 0 0,0-2 0 0 0,1 1 0 0 0,-1 0 0 0 0,0 0 0 0 0,0-1 0 0 0,0 1 0 0 0,0-1 0 0 0,0 0 1 0 0,0 1-1 0 0,0-1 0 0 0,-1 0 0 0 0,1 0 0 0 0,-1 0 0 0 0,1-1 0 0 0,-1 1 0 0 0,2-3 0 0 0,-2 1 104 0 0,1-1 0 0 0,-1 1 0 0 0,0-1-1 0 0,0 0 1 0 0,-1 1 0 0 0,1-1 0 0 0,-1 0-1 0 0,0 1 1 0 0,-1-9 0 0 0,-2-3 211 0 0,0 0 1 0 0,-1 1 0 0 0,-1 0-1 0 0,0 0 1 0 0,-8-16-1 0 0,9 23-274 0 0,0 1-1 0 0,0 0 0 0 0,-1 0 0 0 0,0 0 1 0 0,0 0-1 0 0,0 1 0 0 0,-1 0 0 0 0,0 0 1 0 0,0 1-1 0 0,-7-5 0 0 0,8 7-196 0 0,1 0 0 0 0,-1 0 0 0 0,0 1 0 0 0,0 0 0 0 0,0 0 0 0 0,0 0-1 0 0,-6 0 1 0 0,7 1-356 0 0,-1 0-1 0 0,1 1 0 0 0,-1 0 0 0 0,1 0 0 0 0,-1 0 1 0 0,1 0-1 0 0,-1 1 0 0 0,1 0 0 0 0,-6 1 0 0 0,-1 2-1306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3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218 262 7834 0 0,'-8'-2'406'0'0,"0"1"0"0"0,0 0 0 0 0,0 1 1 0 0,0 0-1 0 0,0 0 0 0 0,0 0 0 0 0,0 1 0 0 0,0 0 1 0 0,1 1-1 0 0,-1 0 0 0 0,0 0 0 0 0,1 0 1 0 0,-1 1-1 0 0,1 0 0 0 0,0 1 0 0 0,0 0 0 0 0,0 0 1 0 0,0 0-1 0 0,-10 10 0 0 0,12-9-310 0 0,1 0 0 0 0,0 0 0 0 0,0 1-1 0 0,0 0 1 0 0,0 0 0 0 0,1 0 0 0 0,0 0 0 0 0,1 0 0 0 0,-1 0 0 0 0,1 1-1 0 0,0 0 1 0 0,1-1 0 0 0,0 1 0 0 0,0 0 0 0 0,0 0 0 0 0,1-1 0 0 0,0 1-1 0 0,1 10 1 0 0,-1-11-88 0 0,1 1-1 0 0,0-1 1 0 0,0 0-1 0 0,1 1 1 0 0,-1-1-1 0 0,1 0 1 0 0,1 0-1 0 0,-1 0 1 0 0,1 0-1 0 0,0-1 1 0 0,1 1-1 0 0,-1-1 1 0 0,1 0-1 0 0,0 0 1 0 0,0 0-1 0 0,0 0 1 0 0,1-1-1 0 0,0 1 1 0 0,10 6-1 0 0,-14-10-31 0 0,1 0 0 0 0,0-1 0 0 0,-1 1 0 0 0,1 0 0 0 0,0 0 0 0 0,0-1-1 0 0,0 1 1 0 0,0-1 0 0 0,-1 0 0 0 0,1 1 0 0 0,0-1 0 0 0,0 0 0 0 0,0 0 0 0 0,0 0 0 0 0,0 0-1 0 0,0-1 1 0 0,0 1 0 0 0,0 0 0 0 0,-1-1 0 0 0,1 1 0 0 0,3-2 0 0 0,-2 0-32 0 0,-1 0 0 0 0,1 0 0 0 0,0 0 0 0 0,0 0 0 0 0,-1 0 0 0 0,0-1 0 0 0,1 1 0 0 0,-1-1 0 0 0,0 0 0 0 0,0 0 0 0 0,2-3 0 0 0,1-5-86 0 0,0 0 0 0 0,0 0 0 0 0,-1 0 0 0 0,0-1 0 0 0,3-20 0 0 0,-6 20 72 0 0,0-1 0 0 0,0 0 0 0 0,-2 0-1 0 0,1 0 1 0 0,-2 0 0 0 0,0 0 0 0 0,0 0-1 0 0,-1 0 1 0 0,-1 1 0 0 0,-9-24 0 0 0,-7-6-7 0 0,-44-68 0 0 0,25 47 691 0 0,3 9 2756 0 0,57 127 54 0 0,-1-29-3434 0 0,1-1 1 0 0,2-2 0 0 0,2 0-1 0 0,2-2 1 0 0,2-1 0 0 0,1-1-1 0 0,55 53 1 0 0,-63-69-1705 0 0,0 0 0 0 0,30 43 0 0 0,-32-35 1202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3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97 244 3225 0 0,'1'0'316'0'0,"0"-1"0"0"0,0 1 0 0 0,0-1 0 0 0,0 1 0 0 0,0-1 0 0 0,-1 0 0 0 0,1 1 0 0 0,0-1 0 0 0,0 0 0 0 0,0 0 0 0 0,0 1 0 0 0,-1-1 0 0 0,1 0 0 0 0,0 0 0 0 0,-1 0 0 0 0,1 0-1 0 0,-1 0 1 0 0,1 0 0 0 0,-1 0 0 0 0,0 0 0 0 0,1 0 0 0 0,-1 0 0 0 0,0 0 0 0 0,0 0 0 0 0,1-1 0 0 0,-1 0 0 0 0,0-1-702 0 0,4-9 848 0 0,-2 1 0 0 0,0-1-1 0 0,0 0 1 0 0,-1 0-1 0 0,0 0 1 0 0,-1 0 0 0 0,-3-22-1 0 0,3 29-309 0 0,-1-1 1 0 0,0 1-1 0 0,0 0 0 0 0,0 0 0 0 0,-1 0 1 0 0,1 0-1 0 0,-1 1 0 0 0,0-1 0 0 0,-1 0 1 0 0,1 1-1 0 0,-1-1 0 0 0,0 1 0 0 0,0 0 0 0 0,-1 0 1 0 0,1 0-1 0 0,-1 0 0 0 0,1 1 0 0 0,-1-1 1 0 0,-9-4-1 0 0,12 7-149 0 0,0 0-1 0 0,-1 1 1 0 0,1-1 0 0 0,0 1-1 0 0,-1-1 1 0 0,1 1 0 0 0,0-1-1 0 0,-1 1 1 0 0,1 0 0 0 0,-1 0-1 0 0,1 0 1 0 0,-1 0 0 0 0,1 0-1 0 0,0 0 1 0 0,-1 0 0 0 0,1 0-1 0 0,-1 0 1 0 0,1 1 0 0 0,0-1-1 0 0,-1 1 1 0 0,1-1 0 0 0,0 1-1 0 0,-3 1 1 0 0,2 0 8 0 0,0-1 0 0 0,0 1 1 0 0,0 0-1 0 0,0 0 0 0 0,1 1 0 0 0,-1-1 0 0 0,1 0 1 0 0,-1 1-1 0 0,1-1 0 0 0,0 1 0 0 0,-2 4 0 0 0,0 1 8 0 0,1 1-1 0 0,0 0 0 0 0,0 0 1 0 0,1 0-1 0 0,0 0 0 0 0,1 16 1 0 0,1-19-16 0 0,-1-1 0 0 0,1 1 0 0 0,0-1 0 0 0,1 1 0 0 0,0-1 0 0 0,-1 0 0 0 0,1 0 0 0 0,1 0 0 0 0,-1 0 0 0 0,1 0 0 0 0,0 0 0 0 0,0-1 0 0 0,1 1 0 0 0,-1-1 0 0 0,1 0 0 0 0,0 0 0 0 0,0 0 0 0 0,0-1 0 0 0,0 0 0 0 0,1 1 0 0 0,0-1 0 0 0,-1-1 0 0 0,1 1 0 0 0,0-1 0 0 0,0 0 1 0 0,1 0-1 0 0,-1 0 0 0 0,0-1 0 0 0,7 2 0 0 0,-2-1-126 0 0,0-1 1 0 0,0 0 0 0 0,0-1 0 0 0,0 0 0 0 0,0 0-1 0 0,0-1 1 0 0,0-1 0 0 0,0 1 0 0 0,0-1 0 0 0,0-1-1 0 0,-1 0 1 0 0,1-1 0 0 0,-1 1 0 0 0,0-2-1 0 0,14-8 1 0 0,-6 1-821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4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9 125 5065 0 0,'-1'-4'407'0'0,"-1"0"0"0"0,1 0 0 0 0,-1 0 0 0 0,1 0 0 0 0,1-1 1 0 0,-1 1-1 0 0,0 0 0 0 0,1-1 0 0 0,0 1 0 0 0,0 0 0 0 0,0-1 0 0 0,1 1 0 0 0,1-9 0 0 0,-1 10-58 0 0,0 0 0 0 0,-1-1 0 0 0,1 1 0 0 0,1 0 0 0 0,-1 0 0 0 0,0 0 0 0 0,1-1 0 0 0,-1 1 0 0 0,1 1 0 0 0,0-1 0 0 0,0 0 0 0 0,0 0 1 0 0,0 1-1 0 0,1-1 0 0 0,-1 1 0 0 0,1 0 0 0 0,-1 0 0 0 0,5-3 0 0 0,-5 5-281 0 0,-1 0 1 0 0,0 0-1 0 0,0 0 1 0 0,1 0-1 0 0,-1 0 1 0 0,0 0-1 0 0,1 0 1 0 0,-1 0-1 0 0,0 1 1 0 0,0-1-1 0 0,0 0 1 0 0,1 1-1 0 0,-1-1 1 0 0,0 1-1 0 0,0 0 1 0 0,0-1-1 0 0,0 1 1 0 0,0 0-1 0 0,0 0 1 0 0,0-1-1 0 0,0 1 1 0 0,0 0-1 0 0,0 0 1 0 0,0 0-1 0 0,-1 0 1 0 0,1 0-1 0 0,0 0 1 0 0,-1 0-1 0 0,1 1 1 0 0,0-1-1 0 0,-1 0 1 0 0,1 2-1 0 0,17 41 406 0 0,-18-43-440 0 0,26 101 40 0 0,-20-73-87 0 0,1 0 1 0 0,2 0 0 0 0,22 51-1 0 0,-30-78 28 0 0,-1 0 0 0 0,1-1-1 0 0,0 1 1 0 0,0-1-1 0 0,0 1 1 0 0,0-1 0 0 0,0 1-1 0 0,0-1 1 0 0,0 0-1 0 0,1 1 1 0 0,-1-1 0 0 0,0 0-1 0 0,1 0 1 0 0,-1 0-1 0 0,1 0 1 0 0,-1 0 0 0 0,1 0-1 0 0,-1-1 1 0 0,1 1-1 0 0,0 0 1 0 0,-1-1 0 0 0,1 1-1 0 0,2-1 1 0 0,-1 0 38 0 0,-1 0-1 0 0,1-1 1 0 0,-1 1 0 0 0,0-1 0 0 0,1 0 0 0 0,-1 0 0 0 0,0 0-1 0 0,0 0 1 0 0,1 0 0 0 0,-1 0 0 0 0,0-1 0 0 0,0 1-1 0 0,0-1 1 0 0,3-2 0 0 0,6-9 286 0 0,0 1-1 0 0,-1-1 1 0 0,16-29-1 0 0,-22 37-310 0 0,127-195-1208 0 0,-116 181 179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6.1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38 6913 0 0,'-3'-29'4131'0'0,"7"21"-1325"0"0,5 20-1171 0 0,97 243 938 0 0,-49-110-1651 0 0,21 33-4591 0 0,-70-155-1992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6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2 174 10138 0 0,'-1'-6'367'0'0,"1"-1"-1"0"0,0 1 0 0 0,0 0 1 0 0,1-1-1 0 0,0 1 0 0 0,0-1 1 0 0,1 1-1 0 0,-1 0 1 0 0,6-11-1 0 0,-6 15-280 0 0,-1 0 0 0 0,1 1 0 0 0,0-1 0 0 0,0 1 0 0 0,0-1-1 0 0,0 1 1 0 0,1-1 0 0 0,-1 1 0 0 0,0-1 0 0 0,0 1 0 0 0,1 0 0 0 0,-1 0 0 0 0,1 0 0 0 0,0 0 0 0 0,-1 0-1 0 0,1 0 1 0 0,-1 0 0 0 0,1 1 0 0 0,0-1 0 0 0,0 0 0 0 0,0 1 0 0 0,-1-1 0 0 0,1 1 0 0 0,0 0 0 0 0,0 0-1 0 0,0 0 1 0 0,0 0 0 0 0,0 0 0 0 0,-1 0 0 0 0,1 0 0 0 0,0 0 0 0 0,0 1 0 0 0,0-1 0 0 0,-1 1 0 0 0,1 0-1 0 0,0-1 1 0 0,2 3 0 0 0,11 5 77 0 0,0 1 0 0 0,-1 0-1 0 0,0 1 1 0 0,-1 1 0 0 0,23 22-1 0 0,-20-17-45 0 0,1 0 0 0 0,28 18 0 0 0,-21-19 8 0 0,0-2 1 0 0,31 13-1 0 0,-44-21-11 0 0,0-2 0 0 0,0 1 0 0 0,0-1 0 0 0,0-1 1 0 0,1 0-1 0 0,-1 0 0 0 0,1-1 0 0 0,11-1 0 0 0,-22 0-77 0 0,0 0 0 0 0,-1 0 0 0 0,1 0 0 0 0,-1 0 0 0 0,1 0 0 0 0,0 0 0 0 0,-1 0 0 0 0,1 0 0 0 0,0-1 0 0 0,-1 1 0 0 0,1 0 0 0 0,-1 0 0 0 0,1-1 0 0 0,-1 1 0 0 0,1 0 0 0 0,-1-1 0 0 0,1 1-1 0 0,-1-1 1 0 0,1 1 0 0 0,-1-1 0 0 0,1 1 0 0 0,-1-1 0 0 0,0 1 0 0 0,1-1 0 0 0,-1 1 0 0 0,0-1 0 0 0,1 1 0 0 0,-1-1 0 0 0,0-1 0 0 0,-2-21 633 0 0,-25-30-41 0 0,22 44-494 0 0,-23-38 14 0 0,-18-36-648 0 0,42 74-646 0 0,0-1 0 0 0,1 1 1 0 0,-5-21-1 0 0,6 13-5335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6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81 920 0 0,'2'1'424'0'0,"-1"0"-1"0"0,0 0 0 0 0,0 1 1 0 0,0-1-1 0 0,0 0 1 0 0,0 1-1 0 0,0-1 0 0 0,-1 1 1 0 0,1-1-1 0 0,0 1 0 0 0,-1-1 1 0 0,1 1-1 0 0,-1 0 1 0 0,1-1-1 0 0,-1 1 0 0 0,0 3 1 0 0,1-2 357 0 0,6 27 1847 0 0,-2-10-1732 0 0,0 0 0 0 0,1 0 0 0 0,1 0 0 0 0,15 27 0 0 0,-20-42-828 0 0,0-1 0 0 0,1 0 0 0 0,0 0 0 0 0,0 0 0 0 0,0-1 0 0 0,0 1 1 0 0,0-1-1 0 0,1 1 0 0 0,0-1 0 0 0,-1 0 0 0 0,1-1 0 0 0,1 1 1 0 0,-1-1-1 0 0,0 1 0 0 0,0-1 0 0 0,1 0 0 0 0,-1-1 0 0 0,1 1 1 0 0,0-1-1 0 0,-1 0 0 0 0,1 0 0 0 0,0-1 0 0 0,0 1 0 0 0,9-1 0 0 0,-12 0-8 0 0,1-1 0 0 0,0 1 0 0 0,-1 0 0 0 0,1-1 0 0 0,0 1 0 0 0,-1-1-1 0 0,1 0 1 0 0,-1 0 0 0 0,0 0 0 0 0,1 0 0 0 0,-1-1 0 0 0,0 1-1 0 0,1-1 1 0 0,-1 1 0 0 0,0-1 0 0 0,0 0 0 0 0,0 1 0 0 0,-1-1-1 0 0,4-4 1 0 0,-2 2 38 0 0,-1-1 0 0 0,0 1 0 0 0,0-1 0 0 0,0 1 0 0 0,0-1 0 0 0,-1 0 0 0 0,0 0-1 0 0,0 0 1 0 0,1-10 0 0 0,-2 3 84 0 0,0-1 1 0 0,0 1-1 0 0,-1 0 0 0 0,-1-1 1 0 0,0 1-1 0 0,-1 0 0 0 0,-7-21 1 0 0,5 23-85 0 0,0 0 0 0 0,-1 1 0 0 0,0 0 0 0 0,0 0 0 0 0,-1 0 0 0 0,0 0 1 0 0,-1 1-1 0 0,-15-13 0 0 0,19 18-180 0 0,-1-1 0 0 0,1 1 0 0 0,-1 0-1 0 0,1 0 1 0 0,-1 0 0 0 0,0 0 0 0 0,0 1 0 0 0,-1 0 0 0 0,1 0 0 0 0,0 0 0 0 0,-1 1 0 0 0,1 0-1 0 0,-1 0 1 0 0,1 0 0 0 0,-1 0 0 0 0,1 1 0 0 0,-1 0 0 0 0,1 1 0 0 0,-8 0 0 0 0,4 3-1903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100 250 10594 0 0,'-2'-2'164'0'0,"1"1"0"0"0,-1-1 0 0 0,1 1 0 0 0,-1 0 1 0 0,0-1-1 0 0,1 1 0 0 0,-1 0 0 0 0,0 0 0 0 0,0 0 0 0 0,0 0 0 0 0,0 1 0 0 0,0-1 0 0 0,0 1 0 0 0,0-1 0 0 0,0 1 0 0 0,0-1 0 0 0,0 1 0 0 0,0 0 0 0 0,0 0 0 0 0,0 0 0 0 0,0 0 0 0 0,0 1 0 0 0,0-1 0 0 0,0 0 1 0 0,0 1-1 0 0,0-1 0 0 0,0 1 0 0 0,0 0 0 0 0,0 0 0 0 0,0 0 0 0 0,0 0 0 0 0,0 0 0 0 0,1 0 0 0 0,-1 0 0 0 0,0 1 0 0 0,1-1 0 0 0,-1 0 0 0 0,1 1 0 0 0,0 0 0 0 0,-1-1 0 0 0,1 1 0 0 0,-2 2 0 0 0,0 2-34 0 0,0 0-1 0 0,1-1 0 0 0,-1 1 1 0 0,1 0-1 0 0,0 0 0 0 0,0 1 1 0 0,1-1-1 0 0,0 0 0 0 0,0 0 1 0 0,1 1-1 0 0,-1-1 0 0 0,2 13 0 0 0,1-9-120 0 0,1 1-1 0 0,0-1 0 0 0,1 0 0 0 0,0 0 0 0 0,0 0 0 0 0,1 0 0 0 0,0-1 0 0 0,1 0 0 0 0,7 9 0 0 0,-11-14-6 0 0,0 0 1 0 0,1-1-1 0 0,0 1 0 0 0,0-1 0 0 0,0 0 1 0 0,0 0-1 0 0,0 0 0 0 0,1-1 0 0 0,-1 1 0 0 0,1-1 1 0 0,0 0-1 0 0,0 1 0 0 0,0-2 0 0 0,0 1 0 0 0,0 0 1 0 0,0-1-1 0 0,0 0 0 0 0,1 0 0 0 0,-1 0 0 0 0,0-1 1 0 0,1 1-1 0 0,-1-1 0 0 0,0 0 0 0 0,8-1 0 0 0,-9 0-39 0 0,1-1 0 0 0,-1 0-1 0 0,0 1 1 0 0,0-1 0 0 0,-1-1-1 0 0,1 1 1 0 0,0 0 0 0 0,-1 0 0 0 0,1-1-1 0 0,-1 0 1 0 0,0 1 0 0 0,0-1-1 0 0,0 0 1 0 0,0 0 0 0 0,0 0-1 0 0,-1 0 1 0 0,1-1 0 0 0,-1 1-1 0 0,0 0 1 0 0,0 0 0 0 0,1-5-1 0 0,2-8-188 0 0,-1-1 0 0 0,-1 1 0 0 0,1-18 0 0 0,-3 14 179 0 0,0 0 0 0 0,-2 1 0 0 0,-1-1 0 0 0,0 1 0 0 0,-1 0 0 0 0,-1 0 0 0 0,-1 0 0 0 0,-1 1 0 0 0,0 0 0 0 0,-2 0-1 0 0,0 1 1 0 0,0 0 0 0 0,-2 0 0 0 0,0 1 0 0 0,-1 1 0 0 0,-1 0 0 0 0,0 0 0 0 0,-20-16 0 0 0,22 23 1708 0 0,18 18 704 0 0,5 7-1875 0 0,40 78 270 0 0,-35-58-741 0 0,3-2 0 0 0,0 0 0 0 0,3-1 0 0 0,1-1 1 0 0,30 32-1 0 0,-31-42-1290 0 0,0-1-3684 0 0,2 1-1926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7.8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42 311 10138 0 0,'-8'5'2841'0'0,"8"-16"760"0"0,1 6-2737 0 0,4-18-55 0 0,13-103 789 0 0,-16 111-1589 0 0,-1-1-1 0 0,-1 0 0 0 0,-1 1 0 0 0,0-1 0 0 0,-1 1 0 0 0,-5-18 0 0 0,7 32-27 0 0,0 0-1 0 0,0 0 0 0 0,0 0 0 0 0,0 0 1 0 0,-1 0-1 0 0,1 0 0 0 0,0 0 1 0 0,-1 0-1 0 0,1 0 0 0 0,-1 0 0 0 0,1 0 1 0 0,-1 0-1 0 0,1 0 0 0 0,-1 0 0 0 0,0 0 1 0 0,0 0-1 0 0,1 1 0 0 0,-1-1 1 0 0,0 0-1 0 0,0 1 0 0 0,0-1 0 0 0,0 0 1 0 0,0 1-1 0 0,0-1 0 0 0,0 1 1 0 0,0-1-1 0 0,0 1 0 0 0,0 0 0 0 0,0 0 1 0 0,0-1-1 0 0,0 1 0 0 0,0 0 1 0 0,0 0-1 0 0,0 0 0 0 0,-2 0 0 0 0,2 1-44 0 0,0-1 0 0 0,-1 1-1 0 0,1 0 1 0 0,0 0-1 0 0,-1 0 1 0 0,1-1-1 0 0,0 2 1 0 0,0-1 0 0 0,0 0-1 0 0,0 0 1 0 0,0 0-1 0 0,0 0 1 0 0,0 1-1 0 0,1-1 1 0 0,-1 0 0 0 0,0 1-1 0 0,1-1 1 0 0,-1 0-1 0 0,1 1 1 0 0,-1-1-1 0 0,1 1 1 0 0,0-1 0 0 0,-1 1-1 0 0,1 2 1 0 0,-1 4 81 0 0,0 0 0 0 0,1 1 1 0 0,0-1-1 0 0,0 0 0 0 0,1 0 1 0 0,0 0-1 0 0,1 0 0 0 0,-1 0 1 0 0,2 0-1 0 0,-1 0 0 0 0,1 0 1 0 0,0-1-1 0 0,1 1 0 0 0,-1-1 1 0 0,1 0-1 0 0,1 0 0 0 0,0 0 1 0 0,0-1-1 0 0,0 1 1 0 0,0-1-1 0 0,1 0 0 0 0,0-1 1 0 0,1 0-1 0 0,-1 0 0 0 0,1 0 1 0 0,0-1-1 0 0,0 0 0 0 0,0 0 1 0 0,11 4-1 0 0,30 8-1831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38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55 3225 0 0,'0'0'218'0'0,"-1"0"1"0"0,0 0 0 0 0,0 0 0 0 0,1 0-1 0 0,-1 0 1 0 0,0 0 0 0 0,1-1 0 0 0,-1 1-1 0 0,0 0 1 0 0,1 0 0 0 0,-1-1 0 0 0,0 1-1 0 0,1 0 1 0 0,-1-1 0 0 0,0 1 0 0 0,1-1-1 0 0,-1 1 1 0 0,1-1 0 0 0,-1 1 0 0 0,1-1-1 0 0,-1 1 1 0 0,1-1 0 0 0,-1 1 0 0 0,1-1-1 0 0,0 0 1 0 0,-1 1 0 0 0,1-1 0 0 0,0 0-1 0 0,0 1 1 0 0,-1-1 0 0 0,1-1 0 0 0,0 1 26 0 0,1-1 1 0 0,-1 1 0 0 0,1 0-1 0 0,0 0 1 0 0,-1-1 0 0 0,1 1 0 0 0,0 0-1 0 0,0 0 1 0 0,0 0 0 0 0,0 0-1 0 0,0 0 1 0 0,0 0 0 0 0,0 0 0 0 0,0 0-1 0 0,2 0 1 0 0,1-2 157 0 0,1 0 1 0 0,-1 0-1 0 0,1 1 0 0 0,0-1 1 0 0,0 1-1 0 0,0 0 1 0 0,0 1-1 0 0,8-2 0 0 0,-11 3-364 0 0,1 0-1 0 0,-1 0 1 0 0,1 0-1 0 0,-1 1 1 0 0,1-1-1 0 0,-1 1 1 0 0,1 0-1 0 0,-1 0 1 0 0,1-1-1 0 0,-1 2 1 0 0,0-1-1 0 0,0 0 1 0 0,1 0-1 0 0,-1 1 1 0 0,0-1-1 0 0,0 1 1 0 0,0 0-1 0 0,-1 0 1 0 0,1-1-1 0 0,0 1 1 0 0,-1 0-1 0 0,1 0 1 0 0,1 3-1 0 0,2 5-161 0 0,-1 0 0 0 0,0 1 0 0 0,0-1 0 0 0,3 15 0 0 0,-6-18 20 0 0,1 1 0 0 0,0-1-1 0 0,0 0 1 0 0,1-1 0 0 0,0 1 0 0 0,0 0 0 0 0,0-1 0 0 0,9 12-1 0 0,-9-16 113 0 0,1 0 0 0 0,0-1 0 0 0,-1 1-1 0 0,1-1 1 0 0,0 0 0 0 0,0 0 0 0 0,0 0-1 0 0,0 0 1 0 0,0 0 0 0 0,0-1 0 0 0,0 0-1 0 0,0 0 1 0 0,0 0 0 0 0,0 0 0 0 0,0-1-1 0 0,6-1 1 0 0,-3 1 19 0 0,-1 0 0 0 0,0 1 0 0 0,1 0 1 0 0,-1 0-1 0 0,10 2 0 0 0,-13-2 35 0 0,0 1 1 0 0,0 0 0 0 0,0 0-1 0 0,0 0 1 0 0,0 1-1 0 0,0-1 1 0 0,0 1 0 0 0,-1-1-1 0 0,1 1 1 0 0,-1 0-1 0 0,1 0 1 0 0,-1 0 0 0 0,0 0-1 0 0,1 1 1 0 0,-1-1-1 0 0,0 0 1 0 0,-1 1 0 0 0,1 0-1 0 0,2 5 1 0 0,-2-4 108 0 0,-1 1 1 0 0,0 0 0 0 0,0 0-1 0 0,0-1 1 0 0,-1 1-1 0 0,1 0 1 0 0,-1 0-1 0 0,0 0 1 0 0,-1 0-1 0 0,1 0 1 0 0,-3 7 0 0 0,-2 7 179 0 0,-1-1-1 0 0,0 0 1 0 0,-2-1 0 0 0,0 0 0 0 0,-15 23 0 0 0,12-23-405 0 0,1 0-67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2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7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9674 0 0,'35'57'1504'0'0,"-19"-13"-930"0"0,-2 1 0 0 0,16 92 0 0 0,-1 98-328 0 0,-24-187-259 0 0,36 425 71 0 0,42 335-62 0 0,-49-583 130 0 0,78 581 1514 0 0,-48-252-336 0 0,161 1595 460 0 0,-101 318 2060 0 0,-118-1689-3318 0 0,-6-522-428 0 0,4-84-217 0 0,-3-141-42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8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84 10138 0 0,'-3'-13'478'0'0,"-6"-30"1756"0"0,9 41-1717 0 0,0-1 1 0 0,1 1-1 0 0,-1-1 1 0 0,0 1-1 0 0,1 0 0 0 0,-1-1 1 0 0,1 1-1 0 0,0 0 0 0 0,1-4 1 0 0,-2 6-429 0 0,1 0 1 0 0,-1 0 0 0 0,1 0-1 0 0,-1 0 1 0 0,1 0 0 0 0,-1 0-1 0 0,1 0 1 0 0,-1 0-1 0 0,1 0 1 0 0,-1 1 0 0 0,0-1-1 0 0,1 0 1 0 0,-1 0-1 0 0,1 0 1 0 0,-1 1 0 0 0,1-1-1 0 0,-1 0 1 0 0,0 0-1 0 0,1 1 1 0 0,-1-1 0 0 0,0 0-1 0 0,1 1 1 0 0,-1-1-1 0 0,0 0 1 0 0,1 1 0 0 0,-1-1-1 0 0,0 1 1 0 0,0-1-1 0 0,1 0 1 0 0,-1 2 0 0 0,12 13 104 0 0,4 13 89 0 0,-1 1 0 0 0,-1 0-1 0 0,-1 1 1 0 0,11 43-1 0 0,22 127 0 0 0,-31-124-300 0 0,32 98 1 0 0,-4-76-2707 0 0,-40-94 1428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8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94 150 456 0 0,'11'-23'1949'0'0,"25"-42"0"0"0,0 3 5010 0 0,-55 94-1667 0 0,-4 2-3698 0 0,-19 31-918 0 0,19-24-423 0 0,10-19-33 0 0,1 0 0 0 0,0 0 0 0 0,2 1 0 0 0,-11 36 0 0 0,21-58-174 0 0,-1 0 1 0 0,1 0-1 0 0,0 1 0 0 0,0-1 0 0 0,0 0 0 0 0,-1 0 0 0 0,1 0 0 0 0,0 1 0 0 0,1-1 0 0 0,-1 0 0 0 0,0 0 1 0 0,0 1-1 0 0,1-1 0 0 0,-1 0 0 0 0,0 0 0 0 0,1 0 0 0 0,-1 0 0 0 0,1 1 0 0 0,-1-1 0 0 0,1 0 0 0 0,0 0 1 0 0,0 0-1 0 0,-1 0 0 0 0,1 0 0 0 0,0-1 0 0 0,0 1 0 0 0,0 0 0 0 0,0 0 0 0 0,0 0 0 0 0,0-1 0 0 0,0 1 1 0 0,0-1-1 0 0,0 1 0 0 0,0-1 0 0 0,1 1 0 0 0,-1-1 0 0 0,0 1 0 0 0,0-1 0 0 0,0 0 0 0 0,1 0 1 0 0,-1 0-1 0 0,0 0 0 0 0,0 0 0 0 0,1 0 0 0 0,0 0 0 0 0,10 0 205 0 0,-1-1-1 0 0,0 0 1 0 0,22-4-1 0 0,-24 3-79 0 0,96-13-836 0 0,-60 14-5934 0 0,-28 2-385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8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35 5985 0 0,'-2'-2'467'0'0,"1"-1"0"0"0,-1 1 0 0 0,1 0 1 0 0,-1-1-1 0 0,0 1 0 0 0,0 0 0 0 0,0 0 0 0 0,0 0 0 0 0,-1 1 0 0 0,1-1 0 0 0,0 0 0 0 0,-1 1 0 0 0,1 0 0 0 0,-1-1 0 0 0,0 1 0 0 0,1 0 0 0 0,-1 0 0 0 0,0 0 0 0 0,0 1 1 0 0,0-1-1 0 0,1 1 0 0 0,-6-1 0 0 0,6 1-301 0 0,-1 0 0 0 0,0 0 0 0 0,0 1 0 0 0,1-1 0 0 0,-1 0 0 0 0,0 1 0 0 0,0 0 0 0 0,1-1 0 0 0,-1 1 1 0 0,1 0-1 0 0,-1 1 0 0 0,1-1 0 0 0,-1 0 0 0 0,1 1 0 0 0,-1-1 0 0 0,1 1 0 0 0,0 0 0 0 0,0 0 0 0 0,0 0 0 0 0,0 0 0 0 0,0 0 1 0 0,1 0-1 0 0,-3 3 0 0 0,-2 7-59 0 0,-1 0 0 0 0,2 1-1 0 0,0 0 1 0 0,0 0 0 0 0,1 0 0 0 0,1 1 0 0 0,0-1 0 0 0,1 1 0 0 0,0 0 0 0 0,1 23-1 0 0,1-31-103 0 0,1-1 0 0 0,-1 1-1 0 0,1-1 1 0 0,0 1-1 0 0,1-1 1 0 0,-1 1 0 0 0,1-1-1 0 0,0 0 1 0 0,0 1-1 0 0,1-1 1 0 0,0 0 0 0 0,-1-1-1 0 0,2 1 1 0 0,-1 0-1 0 0,0-1 1 0 0,1 0 0 0 0,0 0-1 0 0,0 0 1 0 0,0 0-1 0 0,1-1 1 0 0,-1 1 0 0 0,1-1-1 0 0,0 0 1 0 0,0 0-1 0 0,0-1 1 0 0,0 0-1 0 0,0 0 1 0 0,9 2 0 0 0,0 0 67 0 0,1-1 1 0 0,0-1 0 0 0,0-1-1 0 0,0 0 1 0 0,0-1-1 0 0,0 0 1 0 0,0-2 0 0 0,-1 1-1 0 0,28-8 1 0 0,-34 7-131 0 0,-1 0 0 0 0,0 0 1 0 0,0 0-1 0 0,-1-1 0 0 0,1 0 0 0 0,0-1 0 0 0,-1 1 1 0 0,0-1-1 0 0,0 0 0 0 0,0-1 0 0 0,0 0 0 0 0,-1 1 0 0 0,0-2 1 0 0,0 1-1 0 0,0-1 0 0 0,0 0 0 0 0,-1 0 0 0 0,0 0 1 0 0,0 0-1 0 0,-1-1 0 0 0,5-11 0 0 0,-6 11-2156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49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68 6449 0 0,'-3'-6'544'0'0,"1"1"0"0"0,0-1-1 0 0,0 1 1 0 0,0-1 0 0 0,-1-7 0 0 0,3 13-323 0 0,0-1 1 0 0,0 0 0 0 0,-1 0 0 0 0,1 0-1 0 0,0 0 1 0 0,0 0 0 0 0,0 1 0 0 0,0-1 0 0 0,0 0-1 0 0,0 0 1 0 0,0 0 0 0 0,1 0 0 0 0,-1 1 0 0 0,0-1-1 0 0,0 0 1 0 0,1 0 0 0 0,-1 0 0 0 0,0 1 0 0 0,1-1-1 0 0,-1 0 1 0 0,1 0 0 0 0,-1 1 0 0 0,1-1 0 0 0,-1 0-1 0 0,1 1 1 0 0,-1-1 0 0 0,1 0 0 0 0,0 1-1 0 0,-1-1 1 0 0,1 1 0 0 0,0 0 0 0 0,0-1 0 0 0,-1 1-1 0 0,1-1 1 0 0,0 1 0 0 0,0 0 0 0 0,0 0 0 0 0,-1-1-1 0 0,1 1 1 0 0,0 0 0 0 0,0 0 0 0 0,0 0 0 0 0,0 0-1 0 0,1 0 423 0 0,18 48 2335 0 0,-13-7-2970 0 0,3 0 0 0 0,1 0 0 0 0,2-1 1 0 0,2-1-1 0 0,1 0 0 0 0,26 43 0 0 0,-39-77-7 0 0,0-1 0 0 0,0 1 0 0 0,1 0-1 0 0,-1-1 1 0 0,1 0 0 0 0,0 0 0 0 0,1 0 0 0 0,-1 0 0 0 0,7 3 0 0 0,-9-5-1 0 0,0-1 0 0 0,0 0 1 0 0,0-1-1 0 0,1 1 1 0 0,-1 0-1 0 0,0-1 0 0 0,0 1 1 0 0,1-1-1 0 0,-1 0 0 0 0,0 0 1 0 0,1 0-1 0 0,-1 0 1 0 0,0 0-1 0 0,1 0 0 0 0,-1 0 1 0 0,0-1-1 0 0,1 1 1 0 0,-1-1-1 0 0,0 0 0 0 0,0 0 1 0 0,0 0-1 0 0,0 0 1 0 0,0 0-1 0 0,4-3 0 0 0,113-90-1904 0 0,-100 80-5745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0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73 4145 0 0,'11'-21'893'0'0,"7"-30"15154"0"0,-19 51-15978 0 0,1 0 0 0 0,-1 1-1 0 0,0-1 1 0 0,1 1 0 0 0,-1-1 0 0 0,1 1 0 0 0,-1-1 0 0 0,1 1 0 0 0,-1 0 0 0 0,1-1-1 0 0,0 1 1 0 0,-1-1 0 0 0,1 1 0 0 0,0 0 0 0 0,-1 0 0 0 0,1-1 0 0 0,0 1-1 0 0,0 0 1 0 0,-1-1 0 0 0,1 1 0 0 0,0 0 0 0 0,0 0 0 0 0,1 19-13 0 0,1 0 0 0 0,1-1 0 0 0,0 0 0 0 0,2 0 0 0 0,7 21 0 0 0,4 21 19 0 0,20 165-17 0 0,4 16-63 0 0,150 637 16 0 0,-114-506 58 0 0,114 923-69 0 0,-110-685-6 0 0,-24-230 85 0 0,-15 47 149 0 0,-12-105-30 0 0,20 247 46 0 0,1 12-356 0 0,-6-17 261 0 0,-22-244-177 0 0,-22-316 28 0 0,34 849 304 0 0,-26-101 585 0 0,-5-680-858 0 0,-5 14-80 0 0,-4-1 1 0 0,-29 148-1 0 0,11-87-414 0 0,22-134 456 0 0,1-1-15 0 0,-1-1-1 0 0,0 0 1 0 0,0 1-1 0 0,-2-1 1 0 0,1-1-1 0 0,-8 16 1 0 0,7-21-1657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7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72 282 4145 0 0,'-26'-65'3777'0'0,"18"45"-2134"0"0,0 0-1 0 0,-11-20 0 0 0,19 68 3847 0 0,9 117-4828 0 0,-4-79-469 0 0,7 66-7 0 0,-9-112-173 0 0,1 0 0 0 0,1 1 0 0 0,1-2 0 0 0,11 26 0 0 0,-15-41-165 0 0,-1 0-1 0 0,1 0 1 0 0,0-1 0 0 0,1 1-1 0 0,-1 0 1 0 0,1-1 0 0 0,0 0-1 0 0,-1 1 1 0 0,1-1 0 0 0,6 4-1 0 0,-24-44-8524 0 0,9 22 7318 0 0,-44-129-3112 0 0,41 106 5225 0 0,1 0 0 0 0,1 0 0 0 0,-2-76 0 0 0,9 102-180 0 0,1-1 0 0 0,0 1 0 0 0,1-1 0 0 0,0 1 0 0 0,1-1 1 0 0,7-20-1 0 0,-6 24 477 0 0,0 0 0 0 0,0 1 0 0 0,1-1 0 0 0,1 1 0 0 0,9-12 1 0 0,-14 19-950 0 0,0 1 1 0 0,0-1 0 0 0,-1 1 0 0 0,1-1 0 0 0,0 1 0 0 0,0 0 0 0 0,0-1 0 0 0,0 1 0 0 0,0 0 0 0 0,0 0-1 0 0,0-1 1 0 0,0 1 0 0 0,0 0 0 0 0,-1 0 0 0 0,1 0 0 0 0,0 0 0 0 0,0 0 0 0 0,0 0 0 0 0,0 0 0 0 0,0 1-1 0 0,0-1 1 0 0,0 0 0 0 0,0 0 0 0 0,0 1 0 0 0,0-1 0 0 0,0 1 0 0 0,-1-1 0 0 0,1 1 0 0 0,0-1 0 0 0,0 1-1 0 0,-1-1 1 0 0,1 1 0 0 0,0 0 0 0 0,0-1 0 0 0,-1 1 0 0 0,2 1 0 0 0,29 34 254 0 0,-24-27-147 0 0,42 49-22 0 0,54 60-117 0 0,-92-107-62 0 0,1-1 0 0 0,1 0 0 0 0,-1-1 0 0 0,2 0 0 0 0,-1 0 1 0 0,1-2-1 0 0,25 11 0 0 0,-35-17 3 0 0,0 1 0 0 0,0-1 0 0 0,1 0 0 0 0,-1 0 0 0 0,0 0 0 0 0,1-1 0 0 0,-1 1 1 0 0,1-1-1 0 0,-1 0 0 0 0,1 0 0 0 0,-1-1 0 0 0,1 1 0 0 0,-1-1 0 0 0,0 0 0 0 0,1 0 1 0 0,-1-1-1 0 0,0 1 0 0 0,0-1 0 0 0,0 0 0 0 0,0 0 0 0 0,0 0 0 0 0,0-1 0 0 0,3-2 1 0 0,-3 1 38 0 0,0 0 1 0 0,-1 0-1 0 0,1-1 1 0 0,-1 1 0 0 0,0-1-1 0 0,0 0 1 0 0,-1 1-1 0 0,1-1 1 0 0,-1 0-1 0 0,0-1 1 0 0,0 1 0 0 0,-1 0-1 0 0,0-1 1 0 0,0 1-1 0 0,0 0 1 0 0,0-1 0 0 0,-1 1-1 0 0,-1-9 1 0 0,-1-9-15 0 0,-2-1-1 0 0,0 1 1 0 0,-2 0 0 0 0,0 1 0 0 0,-13-30-1 0 0,-6-19-1444 0 0,24 68 742 0 0,0-1-1 0 0,1 1 1 0 0,-1-1 0 0 0,1 1-1 0 0,0-1 1 0 0,0 1 0 0 0,1-8-1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8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1376 0 0,'8'-6'12592'0'0,"0"16"-12221"0"0,0 2-1 0 0,-1-1 0 0 0,0 1 0 0 0,0 1 0 0 0,8 23 0 0 0,20 76 2350 0 0,-19-55-2177 0 0,10 24-1523 0 0,-17-57-112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8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8290 0 0,'-2'7'3561'0'0,"8"12"-2653"0"0,-5-16-480 0 0,68 266 3405 0 0,-46-167-3541 0 0,63 175 0 0 0,-11-115-468 0 0,-14-62-2761 0 0,-42-73-2392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9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0 406 5529 0 0,'1'-3'52'0'0,"-1"0"0"0"0,1-1 0 0 0,0 1 0 0 0,-1 0 0 0 0,2-1 0 0 0,-1 1 0 0 0,0 0 0 0 0,1 0 0 0 0,-1 0 0 0 0,1 0 0 0 0,0 0 0 0 0,0 0 0 0 0,0 0 0 0 0,0 1 0 0 0,5-5 0 0 0,46-35 301 0 0,-30 26-211 0 0,195-140 1807 0 0,-187 137-1366 0 0,1 2 1 0 0,0 1 0 0 0,2 1-1 0 0,0 2 1 0 0,49-12 0 0 0,-38 15-230 0 0,0 1 0 0 0,1 2 1 0 0,-1 3-1 0 0,1 1 1 0 0,73 5-1 0 0,-100 0-244 0 0,-1 1 0 0 0,1 0 0 0 0,-1 1 1 0 0,0 1-1 0 0,-1 1 0 0 0,1 1 0 0 0,-1 0 0 0 0,0 1 0 0 0,-1 1 0 0 0,0 1 0 0 0,0 0 0 0 0,-1 1 0 0 0,0 0 1 0 0,-1 1-1 0 0,0 1 0 0 0,18 23 0 0 0,-18-18 15 0 0,-2 1-1 0 0,0 0 1 0 0,-2 1 0 0 0,17 40 0 0 0,21 90 436 0 0,-31-92-502 0 0,58 231-340 0 0,-74-283 335 0 0,0 1 1 0 0,0-1-1 0 0,-1 0 1 0 0,0 1-1 0 0,0-1 1 0 0,0 1-1 0 0,-1-1 1 0 0,0 0-1 0 0,0 1 1 0 0,-1-1-1 0 0,1 0 1 0 0,-1 0-1 0 0,-1 0 1 0 0,-4 10-1 0 0,1-7 146 0 0,0-1 0 0 0,0 1 0 0 0,-1-1 0 0 0,0 0 0 0 0,0-1 0 0 0,-1 1 1 0 0,0-2-1 0 0,-11 9 0 0 0,-6 0 239 0 0,-1 0 0 0 0,0-2 0 0 0,-1 0 0 0 0,0-2-1 0 0,-43 11 1 0 0,-132 25-338 0 0,-52 16-472 0 0,130-17-1711 0 0,74-22-3770 0 0,26-9-333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8:59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7 6913 0 0,'-16'-6'5008'0'0,"16"19"-2929"0"0,0-7-2224 0 0,37 273 3438 0 0,-18-157-2964 0 0,-3 6-1621 0 0,-10-72-2282 0 0,-4-34-1203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0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2 218 10138 0 0,'-1'-1'90'0'0,"1"0"-1"0"0,0 0 1 0 0,0 0-1 0 0,-1 0 1 0 0,1 0-1 0 0,0 0 1 0 0,0 0 0 0 0,0 0-1 0 0,0 0 1 0 0,0 0-1 0 0,0 0 1 0 0,1 0-1 0 0,-1 0 1 0 0,0 0-1 0 0,0 0 1 0 0,1 0-1 0 0,-1 0 1 0 0,1 1-1 0 0,-1-1 1 0 0,1 0 0 0 0,-1 0-1 0 0,1 0 1 0 0,-1 0-1 0 0,1 1 1 0 0,0-1-1 0 0,1-1 1 0 0,-1 2 5 0 0,0 0 1 0 0,0-1 0 0 0,0 1-1 0 0,0 0 1 0 0,1 0 0 0 0,-1 0-1 0 0,0 1 1 0 0,0-1 0 0 0,0 0-1 0 0,0 0 1 0 0,0 1 0 0 0,0-1-1 0 0,0 0 1 0 0,1 1 0 0 0,-1-1-1 0 0,0 1 1 0 0,0-1 0 0 0,0 1-1 0 0,-1 0 1 0 0,1 0 0 0 0,0-1-1 0 0,0 1 1 0 0,0 0 0 0 0,1 1-1 0 0,116 129 2775 0 0,-83-89-2663 0 0,64 60 0 0 0,-95-99-200 0 0,0 0 1 0 0,0 0-1 0 0,0 0 0 0 0,0-1 1 0 0,0 1-1 0 0,1-1 1 0 0,-1 0-1 0 0,8 2 1 0 0,-11-3 9 0 0,1-1 0 0 0,-1 0-1 0 0,0 0 1 0 0,0 0 0 0 0,0 0 0 0 0,0 0 0 0 0,0 0 0 0 0,1 0-1 0 0,-1 0 1 0 0,0 0 0 0 0,0 0 0 0 0,0-1 0 0 0,0 1 0 0 0,0 0 0 0 0,0-1-1 0 0,0 1 1 0 0,0-1 0 0 0,0 1 0 0 0,0-1 0 0 0,0 0 0 0 0,0 1-1 0 0,0-1 1 0 0,0 0 0 0 0,0 0 0 0 0,-1 0 0 0 0,1 1 0 0 0,0-1 0 0 0,0 0-1 0 0,-1 0 1 0 0,1 0 0 0 0,-1 0 0 0 0,1 0 0 0 0,-1 0 0 0 0,1 0-1 0 0,-1 0 1 0 0,0-1 0 0 0,1 1 0 0 0,-1 0 0 0 0,0 0 0 0 0,0 0 0 0 0,0-2-1 0 0,3-29 405 0 0,-2-1 0 0 0,-1 1-1 0 0,-1 0 1 0 0,-2 0-1 0 0,-10-48 1 0 0,5 29-1099 0 0,-2-51 1 0 0,9 84-78 0 0,1 8-139 0 0,-1 0 0 0 0,2 1-1 0 0,1-15 1 0 0,0 14-665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0.6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0 134 5529 0 0,'1'-4'189'0'0,"0"-1"0"0"0,0 1 0 0 0,0 0 0 0 0,1-1 0 0 0,-1 1 0 0 0,1 0 0 0 0,0 0-1 0 0,0 0 1 0 0,1 0 0 0 0,-1 0 0 0 0,1 0 0 0 0,0 1 0 0 0,0-1 0 0 0,0 1 0 0 0,0 0 0 0 0,4-3 0 0 0,7-6 1505 0 0,-1 2 0 0 0,29-18 0 0 0,-39 26-1498 0 0,0 1 1 0 0,0-1-1 0 0,1 0 1 0 0,-1 1-1 0 0,1-1 1 0 0,-1 1-1 0 0,0 0 1 0 0,1 0-1 0 0,0 1 1 0 0,-1-1-1 0 0,1 1 1 0 0,0 0-1 0 0,-1 0 1 0 0,1 0-1 0 0,-1 0 1 0 0,1 0-1 0 0,0 1 1 0 0,-1 0-1 0 0,1-1 1 0 0,4 3-1 0 0,-4-1-110 0 0,-1 0-1 0 0,0 1 0 0 0,1-1 1 0 0,-1 1-1 0 0,0-1 0 0 0,-1 1 1 0 0,1 0-1 0 0,0 0 0 0 0,-1 0 1 0 0,0 0-1 0 0,0 1 0 0 0,0-1 1 0 0,0 1-1 0 0,0-1 0 0 0,-1 1 1 0 0,1 0-1 0 0,-1-1 0 0 0,1 9 1 0 0,3 16 65 0 0,-4-22-20 0 0,0 1 0 0 0,0-1 0 0 0,0 1 0 0 0,1-1 0 0 0,0 0 0 0 0,0 1 0 0 0,5 7 0 0 0,-6-12-101 0 0,0-1 0 0 0,0 0 0 0 0,1 1 0 0 0,-1-1 0 0 0,0 0 0 0 0,1 0-1 0 0,-1 0 1 0 0,1 0 0 0 0,0 0 0 0 0,-1 0 0 0 0,1 0 0 0 0,0-1 0 0 0,-1 1 0 0 0,1-1 0 0 0,0 1-1 0 0,0-1 1 0 0,-1 0 0 0 0,1 1 0 0 0,0-1 0 0 0,0 0 0 0 0,0 0 0 0 0,0 0 0 0 0,-1 0 0 0 0,1-1 0 0 0,0 1-1 0 0,0 0 1 0 0,0-1 0 0 0,-1 0 0 0 0,1 1 0 0 0,0-1 0 0 0,-1 0 0 0 0,3-1 0 0 0,5-2-242 0 0,-1 0 0 0 0,1-1-1 0 0,-1 0 1 0 0,14-12 0 0 0,12-12-3348 0 0,-28 23 2337 0 0,7-6-423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1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0 239 10594 0 0,'25'-7'-337'0'0,"78"-28"1793"0"0,183-36 0 0 0,112 14 680 0 0,-204 26-2080 0 0,63-5-2155 0 0,-251 35 2095 0 0,0 1 0 0 0,1-1 1 0 0,-1 2-1 0 0,0-1 1 0 0,0 1-1 0 0,1 0 1 0 0,9 3-1 0 0,-13-3 47 0 0,-1 0 1 0 0,0 0-1 0 0,-1 0 0 0 0,1 0 0 0 0,0 1 1 0 0,0-1-1 0 0,0 1 0 0 0,-1-1 0 0 0,1 1 0 0 0,-1 0 1 0 0,1-1-1 0 0,-1 1 0 0 0,0 0 0 0 0,0 0 1 0 0,1 0-1 0 0,-2 0 0 0 0,1 0 0 0 0,0 0 0 0 0,0 1 1 0 0,0-1-1 0 0,-1 0 0 0 0,0 0 0 0 0,1 0 0 0 0,-1 4 1 0 0,5 88 2584 0 0,1 10-1295 0 0,98 519 992 0 0,-95-573-2289 0 0,-3-17-36 0 0,0 1 0 0 0,-3-1 0 0 0,0 1 0 0 0,-3 45 0 0 0,-1-70 0 0 0,0 0 0 0 0,-1 0 0 0 0,0 0 0 0 0,0 0 0 0 0,0-1 0 0 0,-1 1 0 0 0,-1-1 0 0 0,1 0 0 0 0,-1 0 0 0 0,-1 0 0 0 0,0-1 0 0 0,0 1 0 0 0,0-1 0 0 0,-1 0 0 0 0,0-1 0 0 0,0 1 0 0 0,0-1 0 0 0,-1 0 0 0 0,0-1 0 0 0,-1 1 0 0 0,-11 6 0 0 0,-12 2-234 0 0,-1-2-1 0 0,1 0 0 0 0,-2-2 1 0 0,0-2-1 0 0,-45 7 0 0 0,45-10-765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1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29 9674 0 0,'-14'-17'948'0'0,"-1"5"4250"0"0,18 26-4449 0 0,24 91 364 0 0,63 225 221 0 0,-62-243-468 0 0,68 142 0 0 0,-89-212-654 0 0,2-1-1 0 0,0 0 0 0 0,1-1 1 0 0,15 17-1 0 0,-22-28-191 0 0,0-1-1 0 0,0 0 1 0 0,0 0 0 0 0,0 0 0 0 0,1 0 0 0 0,0 0 0 0 0,-1-1-1 0 0,1 0 1 0 0,0 1 0 0 0,0-1 0 0 0,0-1 0 0 0,1 1 0 0 0,-1-1-1 0 0,0 0 1 0 0,1 0 0 0 0,-1 0 0 0 0,0 0 0 0 0,1-1-1 0 0,-1 1 1 0 0,1-1 0 0 0,-1-1 0 0 0,9 0 0 0 0,-2-2-17 0 0,0 0 0 0 0,0-1 1 0 0,0 0-1 0 0,-1-1 1 0 0,0 0-1 0 0,0-1 0 0 0,0 0 1 0 0,9-8-1 0 0,72-66-680 0 0,-36 30-1301 0 0,-14 15-5127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2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 2761 0 0,'-3'0'248'0'0,"2"0"-248"0"0,0 0 0 0 0,-1 0 0 0 0,2 1-272 0 0,0-2 152 0 0,3-2 120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2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7370 0 0,'-16'9'7370'0'0,"15"-7"-7035"0"0,-8 24 2333 0 0,5 32-2279 0 0,4-51 226 0 0,1 51-64 0 0,3 0 0 0 0,2-1 0 0 0,3 1 0 0 0,2-2 0 0 0,27 82 0 0 0,-36-131-793 0 0,1 0 0 0 0,-1 0 0 0 0,1 0 0 0 0,1 0 0 0 0,-1 0 0 0 0,1-1 0 0 0,1 1 0 0 0,6 8 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2.9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0 158 7370 0 0,'1'-2'345'0'0,"0"-1"0"0"0,0 1 0 0 0,0-1 0 0 0,0 1 0 0 0,1 0 0 0 0,-1 0 1 0 0,1-1-1 0 0,-1 1 0 0 0,1 0 0 0 0,0 0 0 0 0,-1 1 0 0 0,1-1 0 0 0,0 0 1 0 0,0 1-1 0 0,3-3 0 0 0,-3 4-137 0 0,0-1 1 0 0,0 1 0 0 0,0 0-1 0 0,0-1 1 0 0,0 1-1 0 0,0 0 1 0 0,0 0-1 0 0,0 0 1 0 0,0 0-1 0 0,-1 1 1 0 0,1-1-1 0 0,0 1 1 0 0,0-1-1 0 0,0 1 1 0 0,0-1 0 0 0,0 1-1 0 0,0 0 1 0 0,-1 0-1 0 0,1 0 1 0 0,0 0-1 0 0,1 2 1 0 0,26 16 383 0 0,-2 2 0 0 0,0 0 0 0 0,33 36 0 0 0,62 82-218 0 0,-121-137-373 0 0,-1-2 2 0 0,1 1 0 0 0,-1-1 0 0 0,0 1 0 0 0,0-1 0 0 0,1 1 0 0 0,-1-1 0 0 0,0 0-1 0 0,1 1 1 0 0,-1-1 0 0 0,1 1 0 0 0,-1-1 0 0 0,0 0 0 0 0,1 1 0 0 0,-1-1 0 0 0,1 0 0 0 0,-1 1 0 0 0,1-1 0 0 0,-1 0 0 0 0,1 0 0 0 0,-1 0 0 0 0,1 1 0 0 0,0-1 0 0 0,-1 0-1 0 0,1 0 1 0 0,-1 0 0 0 0,1 0 0 0 0,-1 0 0 0 0,1 0 0 0 0,0 0 0 0 0,-1 0 0 0 0,1 0 0 0 0,0-1 16 0 0,0 0 0 0 0,-1 0 0 0 0,1 0 0 0 0,0 0 0 0 0,-1 0 0 0 0,1 0 0 0 0,-1 0 0 0 0,0 0 0 0 0,1 0 0 0 0,-1 0 0 0 0,0 0 0 0 0,1 0 0 0 0,-1 0 0 0 0,0-2 0 0 0,0-50 576 0 0,-1 49-555 0 0,-10-113 734 0 0,1 9-1404 0 0,8 35-2712 0 0,3 46-3303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3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39 104 3569 0 0,'-13'-19'338'0'0,"9"13"-333"0"0,0 1 0 0 0,0-1 0 0 0,1 0 0 0 0,-4-10 0 0 0,6 14-13 0 0,0 0 0 0 0,1-1 0 0 0,-1 1 0 0 0,1 0 0 0 0,-1-1 0 0 0,1 1 0 0 0,0-1 0 0 0,0 1 0 0 0,1-1 0 0 0,-1 1 0 0 0,0 0 0 0 0,1-1 0 0 0,-1 1 0 0 0,8-4 3189 0 0,-5 4-2292 0 0,0 1-675 0 0,-1 1 0 0 0,1-1 1 0 0,0 0-1 0 0,0 1 0 0 0,0-1 1 0 0,-1 1-1 0 0,1 0 0 0 0,0 0 1 0 0,0 0-1 0 0,0 0 0 0 0,0 0 1 0 0,0 1-1 0 0,-1-1 0 0 0,1 1 1 0 0,0 0-1 0 0,0 0 0 0 0,-1 0 1 0 0,1 0-1 0 0,-1 0 0 0 0,1 1 1 0 0,-1-1-1 0 0,1 1 0 0 0,-1 0 1 0 0,0-1-1 0 0,0 1 0 0 0,0 0 1 0 0,0 0-1 0 0,0 1 0 0 0,0-1 1 0 0,0 0-1 0 0,-1 0 0 0 0,1 1 1 0 0,-1-1-1 0 0,0 1 0 0 0,1 0 1 0 0,-1-1-1 0 0,-1 1 0 0 0,1 0 1 0 0,0 0-1 0 0,-1-1 0 0 0,1 6 1 0 0,4 69 843 0 0,-5-58-1032 0 0,1 0 0 0 0,6 36 0 0 0,-7-54-26 0 0,0 0 0 0 0,0 0 0 0 0,1 0 0 0 0,-1 0 0 0 0,1 0-1 0 0,-1 1 1 0 0,1-1 0 0 0,-1 0 0 0 0,1 0 0 0 0,-1 0 0 0 0,1 0 0 0 0,0 0 0 0 0,0-1 0 0 0,-1 1 0 0 0,1 0 0 0 0,0 0 0 0 0,0 0 0 0 0,0-1 0 0 0,0 1 0 0 0,0 0 0 0 0,0-1 0 0 0,0 1-1 0 0,0-1 1 0 0,0 1 0 0 0,0-1 0 0 0,0 0 0 0 0,1 1 0 0 0,-1-1 0 0 0,0 0 0 0 0,1 0 0 0 0,4 0-1 0 0,0 0 1 0 0,1-1-1 0 0,-1 0 1 0 0,0 0-1 0 0,6-2 0 0 0,-8 2 1 0 0,1-1 0 0 0,-1 1 0 0 0,0 1-1 0 0,1-1 1 0 0,-1 0 0 0 0,1 1 0 0 0,-1 0-1 0 0,1 0 1 0 0,6 1 0 0 0,-8 0 21 0 0,-1 1 0 0 0,1-1 0 0 0,0 0 0 0 0,0 1 0 0 0,-1 0 0 0 0,1-1 0 0 0,-1 1 0 0 0,1 0 0 0 0,-1 0 0 0 0,0 0 0 0 0,0 1-1 0 0,0-1 1 0 0,0 1 0 0 0,0-1 0 0 0,0 1 0 0 0,-1-1 0 0 0,1 1 0 0 0,-1 0 0 0 0,0 0 0 0 0,0 0 0 0 0,0 0 0 0 0,0 0 0 0 0,0 0 0 0 0,-1 0 0 0 0,1 0 0 0 0,-1 0 0 0 0,0 0 0 0 0,0 5 0 0 0,-1 1 20 0 0,1 0 0 0 0,-2 0 0 0 0,1 0 0 0 0,-1 0-1 0 0,0-1 1 0 0,-1 1 0 0 0,0-1 0 0 0,-7 14 0 0 0,1-2-2135 0 0,6-9 331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4.5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0 369 9674 0 0,'45'-12'45'0'0,"168"-58"1530"0"0,372-70 0 0 0,-503 125-1258 0 0,551-104-2843 0 0,-629 118 2509 0 0,9-2 107 0 0,1 0 0 0 0,0 1 0 0 0,0 0 0 0 0,0 1 0 0 0,25 1-1 0 0,-38 1 35 0 0,0-1 0 0 0,0 1 0 0 0,0 0 0 0 0,1-1 0 0 0,-1 1 0 0 0,0 0 0 0 0,0 0 0 0 0,0 0-1 0 0,0 0 1 0 0,0 0 0 0 0,-1 0 0 0 0,1 0 0 0 0,0 0 0 0 0,0 0 0 0 0,-1 0 0 0 0,1 0 0 0 0,0 0-1 0 0,-1 1 1 0 0,1-1 0 0 0,-1 0 0 0 0,0 0 0 0 0,1 1 0 0 0,-1-1 0 0 0,0 0 0 0 0,0 1 0 0 0,0 2 0 0 0,1 43 2303 0 0,-1-35-1997 0 0,3 81 1107 0 0,17 113-1 0 0,32 91-893 0 0,-4-22-563 0 0,-46-264-97 0 0,4 26 52 0 0,-1 1 1 0 0,-2 0-1 0 0,-4 70 1 0 0,1-98 35 0 0,-2 0 0 0 0,1-1 1 0 0,-1 1-1 0 0,-1 0 1 0 0,0 0-1 0 0,0-1 0 0 0,-1 0 1 0 0,0 0-1 0 0,-1 0 0 0 0,0 0 1 0 0,0 0-1 0 0,-1-1 0 0 0,0 0 1 0 0,0-1-1 0 0,-1 1 0 0 0,0-1 1 0 0,0 0-1 0 0,-1-1 1 0 0,-14 10-1 0 0,-16 6 42 0 0,-1-2 1 0 0,-1-1-1 0 0,-72 21 1 0 0,-134 23-211 0 0,160-43 39 0 0,-182 35-505 0 0,-281 20 0 0 0,530-73 641 0 0,0-1 1 0 0,0 0-1 0 0,-36-4 0 0 0,47 1-356 0 0,0 1 0 0 0,0-1-1 0 0,1-1 1 0 0,-13-4-1 0 0,13 3-813 0 0,1 0-1 0 0,-1 0 1 0 0,1 0-1 0 0,-1-1 1 0 0,-7-7-1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04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0,'1'18'687'0'0,"1"0"0"0"0,1 0 0 0 0,6 23-1 0 0,2 8-20 0 0,113 495 3776 0 0,-94-427-4574 0 0,-15-57-221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2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70 7834 0 0,'-4'-70'9392'0'0,"4"96"-9128"0"0,2-1 0 0 0,0 1-1 0 0,2-1 1 0 0,1 0-1 0 0,1 0 1 0 0,1-1-1 0 0,1 0 1 0 0,12 26 0 0 0,-12-34-106 0 0,1 0 1 0 0,0 0-1 0 0,1-1 1 0 0,1 0 0 0 0,0-1-1 0 0,1 0 1 0 0,0-1 0 0 0,2 0-1 0 0,-1-1 1 0 0,1 0-1 0 0,1-1 1 0 0,17 10 0 0 0,-24-17-248 0 0,0 0 1 0 0,1 0 0 0 0,-1 0-1 0 0,1-1 1 0 0,15 3 0 0 0,-21-5-40 0 0,1 0 0 0 0,-1-1 0 0 0,0 0 0 0 0,0 0 0 0 0,0 0 0 0 0,0 0 0 0 0,0 0 0 0 0,0-1 0 0 0,0 1 0 0 0,0-1 0 0 0,0 0 0 0 0,0 0 0 0 0,0 0 0 0 0,0 0 1 0 0,0 0-1 0 0,-1-1 0 0 0,1 1 0 0 0,0-1 0 0 0,-1 0 0 0 0,5-3 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3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83 5985 0 0,'-58'-29'1800'0'0,"-2"-2"5980"0"0,60 31-7692 0 0,-1 0 0 0 0,1-1 1 0 0,0 1-1 0 0,-1 0 0 0 0,1 0 0 0 0,-1-1 1 0 0,1 1-1 0 0,0 0 0 0 0,-1 0 1 0 0,1-1-1 0 0,0 1 0 0 0,-1 0 0 0 0,1-1 1 0 0,0 1-1 0 0,0 0 0 0 0,-1-1 1 0 0,1 1-1 0 0,0-1 0 0 0,0 1 1 0 0,-1-1-1 0 0,1 1 0 0 0,0 0 0 0 0,0-1 1 0 0,0 1-1 0 0,0-1 0 0 0,0 1 1 0 0,0-1-1 0 0,0 1 0 0 0,0-1 0 0 0,0 1 1 0 0,0 0-1 0 0,0-1 0 0 0,0 1 1 0 0,0-1-1 0 0,0 1 0 0 0,0-1 0 0 0,1 1 1 0 0,-1-1-1 0 0,0 1 0 0 0,0 0 1 0 0,0-1-1 0 0,1 1 0 0 0,-1-1 1 0 0,1 1-1 0 0,-1-1-213 0 0,1 1 0 0 0,-1-1 0 0 0,1 1 0 0 0,0-1 0 0 0,0 1 0 0 0,-1-1 0 0 0,1 1 0 0 0,0 0 0 0 0,0-1 0 0 0,-1 1 0 0 0,1 0 0 0 0,0 0 1 0 0,0-1-1 0 0,0 1 0 0 0,0 0 0 0 0,-1 0 0 0 0,1 0 0 0 0,0 0 0 0 0,0 0 0 0 0,0 0 0 0 0,0 1 0 0 0,-1-1 0 0 0,1 0 0 0 0,1 1 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3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1 6449 0 0,'-11'11'1231'0'0,"1"1"0"0"0,0 0 0 0 0,-9 16 0 0 0,15-23-1005 0 0,1 1 0 0 0,0 0 0 0 0,0 0 0 0 0,0 0 0 0 0,1 0 0 0 0,0 1 0 0 0,0-1 0 0 0,1 1 0 0 0,-1-1 0 0 0,1 8 0 0 0,1-11-126 0 0,1-1 0 0 0,-1 1 0 0 0,1 0 0 0 0,0 0 1 0 0,0 0-1 0 0,0-1 0 0 0,0 1 0 0 0,0 0 0 0 0,1-1 0 0 0,-1 1 0 0 0,1-1 0 0 0,0 0 0 0 0,0 1 1 0 0,0-1-1 0 0,0 0 0 0 0,0 0 0 0 0,0 0 0 0 0,0 0 0 0 0,1-1 0 0 0,-1 1 0 0 0,1-1 0 0 0,-1 1 1 0 0,1-1-1 0 0,0 0 0 0 0,-1 0 0 0 0,6 1 0 0 0,10 4 97 0 0,-1-1 0 0 0,1-2 0 0 0,20 3 0 0 0,-25-4-207 0 0,-9-2 12 0 0,0 1 1 0 0,-1-1-1 0 0,1 1 1 0 0,0 0 0 0 0,-1 0-1 0 0,1 1 1 0 0,-1-1-1 0 0,1 0 1 0 0,-1 1-1 0 0,0 0 1 0 0,0 0 0 0 0,1 0-1 0 0,-1 0 1 0 0,0 1-1 0 0,-1-1 1 0 0,1 1-1 0 0,2 3 1 0 0,-3-3 38 0 0,0 0 1 0 0,-1 1-1 0 0,0-1 1 0 0,0 1-1 0 0,0-1 1 0 0,0 1-1 0 0,0 0 0 0 0,-1-1 1 0 0,1 1-1 0 0,-1-1 1 0 0,0 1-1 0 0,0 0 1 0 0,0-1-1 0 0,-1 1 1 0 0,1 0-1 0 0,-1-1 0 0 0,-2 7 1 0 0,0 1 124 0 0,-1-1-1 0 0,0 1 1 0 0,0-1 0 0 0,-1 0 0 0 0,0-1-1 0 0,-13 18 1 0 0,-9 5-4132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3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66 6913 0 0,'2'-3'800'0'0,"1"0"-1"0"0,-1 0 0 0 0,1 0 0 0 0,0 0 0 0 0,0 0 0 0 0,1 1 0 0 0,-1-1 0 0 0,0 1 0 0 0,1 0 0 0 0,0 0 0 0 0,4-2 0 0 0,-1 0 245 0 0,-1 1-1077 0 0,28-16 1571 0 0,-9 13-7295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4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6449 0 0,'51'-28'5951'0'0,"-18"3"-4753"0"0,6-4-2257 0 0,-5-3-3352 0 0,-25 20 2820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4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27 5985 0 0,'-7'-27'12111'0'0,"5"42"-10420"0"0,3 7-1418 0 0,0 0 0 0 0,2 0-1 0 0,1 0 1 0 0,0-1 0 0 0,2 0 0 0 0,10 29 0 0 0,-10-36-276 0 0,0 0 1 0 0,0-1-1 0 0,2 0 1 0 0,-1 0-1 0 0,2 0 0 0 0,0-1 1 0 0,0 0-1 0 0,1 0 1 0 0,1-1-1 0 0,12 10 1 0 0,-21-19-130 0 0,1 1 0 0 0,0-1 1 0 0,0 0-1 0 0,0 0 1 0 0,0 0-1 0 0,0 0 1 0 0,1 0-1 0 0,-1-1 0 0 0,1 0 1 0 0,-1 1-1 0 0,1-1 1 0 0,-1-1-1 0 0,1 1 1 0 0,-1 0-1 0 0,1-1 0 0 0,0 0 1 0 0,-1 0-1 0 0,1 0 1 0 0,0 0-1 0 0,-1 0 1 0 0,1-1-1 0 0,0 0 0 0 0,-1 1 1 0 0,1-1-1 0 0,-1-1 1 0 0,1 1-1 0 0,-1 0 1 0 0,0-1-1 0 0,0 0 0 0 0,1 0 1 0 0,-1 0-1 0 0,0 0 1 0 0,-1 0-1 0 0,1-1 1 0 0,0 1-1 0 0,-1-1 0 0 0,1 0 1 0 0,-1 1-1 0 0,0-1 1 0 0,4-6-1 0 0,28-47-3517 0 0,-24 37 2370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4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10594 0 0,'15'-27'3049'0'0,"5"13"-4364"0"0,16 10-5507 0 0,-36 4 6764 0 0,8 0-1845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5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5065 0 0,'6'7'9567'0'0,"6"8"-7283"0"0,-4-2-1711 0 0,-1-1 1 0 0,-1 1-1 0 0,0 1 0 0 0,-1-1 1 0 0,0 1-1 0 0,-1-1 1 0 0,4 29-1 0 0,2 1-25 0 0,31 103 81 0 0,-20-84-6980 0 0,-13-41-664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7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6913 0 0,'-1'1'252'0'0,"1"-1"-1"0"0,-1 1 0 0 0,0 0 0 0 0,1 0 1 0 0,-1 0-1 0 0,1-1 0 0 0,-1 1 0 0 0,1 0 1 0 0,-1 0-1 0 0,1 0 0 0 0,0 0 0 0 0,0 0 1 0 0,-1 0-1 0 0,1 0 0 0 0,0 0 0 0 0,0 0 1 0 0,0 0-1 0 0,0 0 0 0 0,0 0 0 0 0,0 0 1 0 0,0 1-1 0 0,1 24 1615 0 0,0 15-683 0 0,3 0-1 0 0,2 0 1 0 0,1-1 0 0 0,2 1 0 0 0,24 64-1 0 0,-31-100-1160 0 0,0 0-1 0 0,1 0 1 0 0,0 0 0 0 0,1 0-1 0 0,-1 0 1 0 0,1-1-1 0 0,-1 0 1 0 0,1 1 0 0 0,1-1-1 0 0,6 5 1 0 0,-10-8-64 0 0,1 0 0 0 0,-1 0 0 0 0,1 0 0 0 0,0-1 0 0 0,-1 1 0 0 0,1 0 0 0 0,0-1 0 0 0,0 1 0 0 0,-1-1 0 0 0,1 1 1 0 0,0-1-1 0 0,0 0 0 0 0,0 0 0 0 0,0 0 0 0 0,-1 0 0 0 0,1 0 0 0 0,0 0 0 0 0,0 0 0 0 0,0-1 0 0 0,0 1 0 0 0,-1-1 0 0 0,1 1 0 0 0,0-1 0 0 0,0 0 0 0 0,-1 1 0 0 0,1-1 0 0 0,-1 0 0 0 0,1 0 1 0 0,0 0-1 0 0,-1-1 0 0 0,0 1 0 0 0,1 0 0 0 0,-1 0 0 0 0,0-1 0 0 0,2-2 0 0 0,16-26-1926 0 0,-12 11 953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7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7 12155 0 0,'-2'0'264'0'0,"0"2"56"0"0,-2-1 648 0 0,5-1-712 0 0,0-1 272 0 0,20-7-4201 0 0,-13 8 2313 0 0,0 2 1080 0 0,0 5 280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8.3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 3225 0 0,'4'-25'13923'0'0,"6"36"-12732"0"0,0 14-528 0 0,-1 1 1 0 0,9 44 0 0 0,-11-40-970 0 0,17 46 1 0 0,-16-56-474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8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0 111 5529 0 0,'3'-1'488'0'0,"0"-2"-392"0"0,1 2-96 0 0,-3 0 0 0 0,2-1 456 0 0,1 0 73 0 0,3-2 15 0 0,2-3 0 0 0,4-4-400 0 0,3 1-80 0 0,0-2-64 0 0,1 1 96 0 0,-4 0-1144 0 0,2 2-225 0 0,-1 2-39 0 0,0 0-16 0 0,-1 1 1048 0 0,1 0 216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8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66 3225 0 0,'-2'6'288'0'0,"-1"-4"-288"0"0,2 0 0 0 0,1-1 520 0 0,1-1 56 0 0,0-1 0 0 0,2-1 8 0 0,1-2-360 0 0,4-2-64 0 0,1-4-24 0 0,3-2 0 0 0,2 2-136 0 0,-2-5 0 0 0,-1-1 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9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6913 0 0,'8'-15'7979'0'0,"-7"14"-7681"0"0,0 1-195 0 0,-1 0 0 0 0,1 0 0 0 0,-1 0 0 0 0,1 0 0 0 0,-1 0 1 0 0,1 0-1 0 0,-1 0 0 0 0,0 0 0 0 0,1 0 0 0 0,-1 0 0 0 0,1 1 0 0 0,-1-1 1 0 0,1 0-1 0 0,-1 0 0 0 0,0 0 0 0 0,1 0 0 0 0,-1 1 0 0 0,0-1 1 0 0,1 0-1 0 0,-1 0 0 0 0,0 1 0 0 0,1-1 0 0 0,-1 0 0 0 0,0 1 0 0 0,1-1 1 0 0,-1 0-1 0 0,0 1 0 0 0,0-1 0 0 0,1 1 0 0 0,-1-1 0 0 0,0 0 0 0 0,0 1 1 0 0,0-1-1 0 0,0 1 0 0 0,0-1 0 0 0,1 1 0 0 0,-1-1 0 0 0,0 0 1 0 0,0 1-1 0 0,0 0 0 0 0,5 26 428 0 0,2 0 0 0 0,1-1 1 0 0,1 0-1 0 0,1 0 0 0 0,23 40 0 0 0,-27-56-538 0 0,0 1 0 0 0,1-2 0 0 0,0 1 0 0 0,0-1 0 0 0,1 0 0 0 0,0-1 0 0 0,1 0 0 0 0,0 0-1 0 0,0-1 1 0 0,1 0 0 0 0,0-1 0 0 0,0 0 0 0 0,1 0 0 0 0,-1-1 0 0 0,21 7 0 0 0,-27-11-119 0 0,0-1 0 0 0,0 1 0 0 0,1 0 0 0 0,-1-1 0 0 0,0 0 0 0 0,0 0 0 0 0,1 0 0 0 0,-1 0 0 0 0,0-1 0 0 0,6-1 1 0 0,9-9-6221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19.5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11 2304 0 0,'-12'-2'-144'0'0,"-2"2"3579"0"0,-14-4 6312 0 0,29 3-9946 0 0,0 1 1 0 0,0-1-1 0 0,0 1 0 0 0,0-1 1 0 0,0 1-1 0 0,1-1 1 0 0,-1 1-1 0 0,0 0 0 0 0,0 0 1 0 0,1-1-1 0 0,-1 1 1 0 0,0 0-1 0 0,1 0 0 0 0,0 0 1 0 0,13 12-1377 0 0,-8-1 1445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0.0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 6913 0 0,'3'-4'441'0'0,"0"-1"0"0"0,0 1 0 0 0,1 0-1 0 0,-1 1 1 0 0,1-1 0 0 0,0 1-1 0 0,0-1 1 0 0,0 1 0 0 0,0 0-1 0 0,6-3 1 0 0,-7 4-243 0 0,0 0 0 0 0,1 1 0 0 0,-1-1 0 0 0,0 1 0 0 0,1 0-1 0 0,-1-1 1 0 0,1 1 0 0 0,-1 1 0 0 0,1-1 0 0 0,-1 1 0 0 0,1-1 0 0 0,-1 1 0 0 0,1 0-1 0 0,0 0 1 0 0,4 1 0 0 0,-5 1-172 0 0,1-1 0 0 0,-1 1-1 0 0,0 0 1 0 0,0 0 0 0 0,0 0-1 0 0,-1 1 1 0 0,1-1 0 0 0,0 1-1 0 0,-1 0 1 0 0,1-1 0 0 0,-1 1-1 0 0,0 0 1 0 0,0 0 0 0 0,0 0-1 0 0,-1 1 1 0 0,1-1 0 0 0,-1 0-1 0 0,1 1 1 0 0,-1-1 0 0 0,1 5-1 0 0,1 6 65 0 0,0 1 0 0 0,0-1 0 0 0,0 25 0 0 0,-6 15 790 0 0,1-43-380 0 0,1 0 0 0 0,1 1-1 0 0,0-1 1 0 0,0 1 0 0 0,4 21-1 0 0,-4-32-446 0 0,0 0 1 0 0,1 0-1 0 0,-1 0 0 0 0,0 0 0 0 0,1-1 0 0 0,-1 1 0 0 0,0 0 1 0 0,1 0-1 0 0,-1 0 0 0 0,1 0 0 0 0,-1-1 0 0 0,1 1 0 0 0,-1 0 1 0 0,1-1-1 0 0,0 1 0 0 0,-1 0 0 0 0,1-1 0 0 0,0 1 1 0 0,0-1-1 0 0,-1 1 0 0 0,1-1 0 0 0,0 1 0 0 0,0-1 0 0 0,0 0 1 0 0,1 1-1 0 0,0-1-5 0 0,-1 0 0 0 0,1 0 0 0 0,-1 0 1 0 0,1 0-1 0 0,0-1 0 0 0,-1 1 0 0 0,1-1 1 0 0,-1 1-1 0 0,1-1 0 0 0,-1 1 0 0 0,1-1 0 0 0,-1 0 1 0 0,3-1-1 0 0,5-4 50 0 0,-1-1 0 0 0,1-1 0 0 0,10-11 0 0 0,-13 14-15 0 0,75-76-2149 0 0,-60 59-5198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2.6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1 5529 0 0,'-1'0'160'0'0,"-1"0"1"0"0,1 1-1 0 0,0-1 0 0 0,0 0 0 0 0,0 1 0 0 0,0-1 1 0 0,0 1-1 0 0,0 0 0 0 0,0-1 0 0 0,0 1 0 0 0,0 0 1 0 0,0 0-1 0 0,1 0 0 0 0,-1-1 0 0 0,0 1 0 0 0,0 0 1 0 0,1 0-1 0 0,-1 0 0 0 0,1 0 0 0 0,-1 0 0 0 0,1 0 1 0 0,-1 0-1 0 0,1 1 0 0 0,-1-1 0 0 0,1 0 0 0 0,0 0 1 0 0,0 0-1 0 0,0 0 0 0 0,0 0 0 0 0,0 1 0 0 0,0-1 1 0 0,0 0-1 0 0,0 0 0 0 0,0 0 0 0 0,1 2 0 0 0,4 50 1056 0 0,-4-47-849 0 0,4 19 86 0 0,1-1 1 0 0,1 1-1 0 0,1-1 1 0 0,18 37-1 0 0,-21-51-301 0 0,0 0 0 0 0,1 0 1 0 0,0-1-1 0 0,1 1 0 0 0,-1-2 0 0 0,2 1 0 0 0,-1-1 0 0 0,1 0 0 0 0,1 0 0 0 0,0-1 0 0 0,0 0 1 0 0,16 9-1 0 0,-22-14-356 0 0,1-1 0 0 0,-1 1 1 0 0,0-1-1 0 0,1 0 0 0 0,-1 0 1 0 0,1 0-1 0 0,-1-1 0 0 0,1 1 1 0 0,-1-1-1 0 0,1 0 0 0 0,-1 0 1 0 0,1 0-1 0 0,0 0 1 0 0,-1-1-1 0 0,1 1 0 0 0,3-2 1 0 0,7-6-4865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2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60 9218 0 0,'-1'-1'158'0'0,"-1"-1"1"0"0,1 1-1 0 0,-1-1 1 0 0,1 1-1 0 0,-1-1 1 0 0,1 0-1 0 0,0 0 0 0 0,0 0 1 0 0,0 0-1 0 0,0 0 1 0 0,0 0-1 0 0,1 0 0 0 0,-1 0 1 0 0,0 0-1 0 0,1 0 1 0 0,0 0-1 0 0,-1 0 1 0 0,1-4-1 0 0,1 5-172 0 0,-1-1 1 0 0,1 1-1 0 0,-1 0 1 0 0,1 0-1 0 0,0 0 1 0 0,-1 0-1 0 0,1 0 1 0 0,0 0-1 0 0,0 0 1 0 0,0 0-1 0 0,0 0 0 0 0,0 0 1 0 0,0 0-1 0 0,0 0 1 0 0,0 1-1 0 0,0-1 1 0 0,1 1-1 0 0,-1-1 1 0 0,0 0-1 0 0,0 1 1 0 0,0 0-1 0 0,1-1 0 0 0,-1 1 1 0 0,0 0-1 0 0,1 0 1 0 0,-1 0-1 0 0,0-1 1 0 0,1 1-1 0 0,-1 1 1 0 0,0-1-1 0 0,3 0 1 0 0,17 3-561 0 0,-10 0 555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3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 5529 0 0,'0'-1'178'0'0,"0"-1"1"0"0,0 1-1 0 0,0-1 0 0 0,1 0 0 0 0,-1 1 0 0 0,1-1 1 0 0,-1 1-1 0 0,1-1 0 0 0,-1 1 0 0 0,1-1 0 0 0,0 1 1 0 0,-1-1-1 0 0,1 1 0 0 0,0 0 0 0 0,0 0 0 0 0,0-1 1 0 0,0 1-1 0 0,1 0 0 0 0,-1 0 0 0 0,0 0 0 0 0,0 0 1 0 0,1 0-1 0 0,-1 0 0 0 0,0 0 0 0 0,1 1 0 0 0,-1-1 1 0 0,1 0-1 0 0,-1 1 0 0 0,1-1 0 0 0,-1 1 0 0 0,1 0 1 0 0,0-1-1 0 0,-1 1 0 0 0,1 0 0 0 0,-1 0 0 0 0,1 0 0 0 0,0 0 1 0 0,-1 0-1 0 0,1 0 0 0 0,2 1 0 0 0,0 0-78 0 0,1-1-1 0 0,-1 1 1 0 0,1 0-1 0 0,-1 0 0 0 0,0 0 1 0 0,1 1-1 0 0,-1-1 1 0 0,0 1-1 0 0,0 0 0 0 0,0 1 1 0 0,0-1-1 0 0,-1 0 1 0 0,6 5-1 0 0,-4 0-105 0 0,0-1-1 0 0,0 1 1 0 0,-1 0-1 0 0,0 1 1 0 0,0-1 0 0 0,-1 1-1 0 0,1 0 1 0 0,2 12-1 0 0,-1 4-416 0 0,4 38 0 0 0,0 4 208 0 0,-9-66 251 0 0,0 0-1 0 0,0 1 1 0 0,0-1 0 0 0,0 0-1 0 0,0 1 1 0 0,0-1 0 0 0,0 0-1 0 0,0 1 1 0 0,0-1 0 0 0,0 0-1 0 0,1 1 1 0 0,-1-1-1 0 0,0 0 1 0 0,0 0 0 0 0,0 1-1 0 0,1-1 1 0 0,-1 0 0 0 0,0 0-1 0 0,0 1 1 0 0,1-1 0 0 0,-1 0-1 0 0,0 0 1 0 0,0 1 0 0 0,1-1-1 0 0,-1 0 1 0 0,0 0-1 0 0,1 0 1 0 0,-1 0 0 0 0,0 0-1 0 0,1 0 1 0 0,-1 1 0 0 0,0-1-1 0 0,1 0 1 0 0,-1 0 0 0 0,1 0-1 0 0,12-8 1046 0 0,15-21 234 0 0,-23 24-1204 0 0,13-16-697 0 0,35-28 0 0 0,-35 34-5090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47 6449 0 0,'-9'1'4772'0'0,"15"-10"-2867"0"0,18-13-2770 0 0,11 7-431 0 0,-26 13 1229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72 3681 0 0,'9'-8'5330'0'0,"61"-48"-6171"0"0,-60 49 841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6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1840 0 0,'-1'0'486'0'0,"-1"0"0"0"0,1 1 0 0 0,-13 9 5831 0 0,13-9-5832 0 0,0 1 1 0 0,0-1 0 0 0,-1 2 0 0 0,1 0 1 0 0,1 0 0 0 0,-1 0 0 0 0,0 0 0 0 0,1 0 0 0 0,-1 0-1 0 0,1 0 1 0 0,0 0 0 0 0,0 0 0 0 0,0 3 0 0 0,3 10 212 0 0,0-1-1 0 0,0 0 1 0 0,7 16-1 0 0,-3-8 535 0 0,12 61-185 0 0,24 76-3121 0 0,-37-145-187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4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 5529 0 0,'-6'0'488'0'0,"-4"-1"2009"0"0,12 2-2497 0 0,-1 2-192 0 0,3 2-8 0 0,7 14 0 0 0,-2-6 200 0 0,2 4 0 0 0,1 2 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25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23 3225 0 0,'0'-1'206'0'0,"1"0"1"0"0,-1 0-1 0 0,0 1 1 0 0,0-1 0 0 0,0 0-1 0 0,0 1 1 0 0,0-1-1 0 0,0 0 1 0 0,0 0-1 0 0,-1 1 1 0 0,1-1-1 0 0,0 0 1 0 0,0 0 0 0 0,0 1-1 0 0,-1-1 1 0 0,1 0-1 0 0,0 1 1 0 0,-1-1-1 0 0,1 0 1 0 0,-1 1 0 0 0,1-1-1 0 0,-1 1 1 0 0,1-1-1 0 0,-1 1 1 0 0,1-1-1 0 0,-1 1 1 0 0,1-1 0 0 0,-1 1-1 0 0,0-1 1 0 0,1 1-1 0 0,-1 0 1 0 0,0-1-1 0 0,1 1 1 0 0,-1 0 0 0 0,0 0-1 0 0,0-1 1 0 0,1 1-1 0 0,-1 0 1 0 0,0 0-1 0 0,0 0 1 0 0,1 0 0 0 0,-1 0-1 0 0,0 0 1 0 0,0 0-1 0 0,0 0 1 0 0,-1 1 22 0 0,0 0 0 0 0,0-1 0 0 0,0 1 0 0 0,0 0 0 0 0,0 0 0 0 0,1 0 0 0 0,-1 0 0 0 0,0 0 0 0 0,1 0 0 0 0,-1 0 0 0 0,1 1 0 0 0,-1-1 0 0 0,1 1 0 0 0,0-1 0 0 0,-1 1 0 0 0,0 2 0 0 0,-3 4 3 0 0,1 1 0 0 0,0-1 0 0 0,1 1 0 0 0,0 0 1 0 0,0 0-1 0 0,1 0 0 0 0,-2 16 0 0 0,4-21-223 0 0,0 0 0 0 0,0 0-1 0 0,0 0 1 0 0,0 0 0 0 0,1 0 0 0 0,-1 0-1 0 0,1-1 1 0 0,0 1 0 0 0,0 0-1 0 0,1 0 1 0 0,-1-1 0 0 0,1 1-1 0 0,0 0 1 0 0,-1-1 0 0 0,2 0-1 0 0,-1 1 1 0 0,0-1 0 0 0,1 0 0 0 0,-1 0-1 0 0,6 4 1 0 0,43 26-69 0 0,-41-27 31 0 0,1 0 0 0 0,-1 0 0 0 0,0 1 0 0 0,-1 1 0 0 0,1-1 0 0 0,11 14 0 0 0,-20-19 35 0 0,1 1-1 0 0,-1-1 1 0 0,1 1 0 0 0,-1 0 0 0 0,0 0 0 0 0,0-1-1 0 0,0 1 1 0 0,0 0 0 0 0,0 0 0 0 0,0 0-1 0 0,-1 0 1 0 0,0 0 0 0 0,0 0 0 0 0,0 0 0 0 0,0 0-1 0 0,0 0 1 0 0,0 0 0 0 0,-1 0 0 0 0,1 0-1 0 0,-1 0 1 0 0,0 0 0 0 0,0 0 0 0 0,0-1 0 0 0,0 1-1 0 0,-1 0 1 0 0,1-1 0 0 0,-1 1 0 0 0,1-1-1 0 0,-1 1 1 0 0,-4 3 0 0 0,3-1 111 0 0,-1-1-1 0 0,0 1 1 0 0,0-1-1 0 0,0 0 1 0 0,-1-1 0 0 0,1 1-1 0 0,-1-1 1 0 0,0 0-1 0 0,0 0 1 0 0,0 0-1 0 0,0 0 1 0 0,0-1 0 0 0,-1 0-1 0 0,1 0 1 0 0,-1-1-1 0 0,1 0 1 0 0,-1 0 0 0 0,-7 1-1 0 0,8-2-294 0 0,0 0 0 0 0,0 0 0 0 0,0-1 0 0 0,0 0 0 0 0,0 0-1 0 0,1 0 1 0 0,-1 0 0 0 0,-6-4 0 0 0,-5-3-6711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34.9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740 182 1376 0 0,'-51'27'913'0'0,"1"3"-1"0"0,1 1 1 0 0,1 3-1 0 0,-48 45 1 0 0,64-48-552 0 0,2 1 1 0 0,1 2 0 0 0,2 1 0 0 0,-45 75-1 0 0,30-32 407 0 0,-48 123-1 0 0,64-131-761 0 0,2 1-1 0 0,4 0 1 0 0,3 2-1 0 0,4 0 1 0 0,2 0 0 0 0,4 1-1 0 0,3 0 1 0 0,3 1 0 0 0,3-1-1 0 0,4 0 1 0 0,2 0-1 0 0,4-1 1 0 0,22 72 0 0 0,9-7 440 0 0,5-1 1 0 0,7-3 0 0 0,124 221 0 0 0,-136-289-297 0 0,96 115 1 0 0,69 43 90 0 0,-177-194-255 0 0,1-1 0 0 0,1-1 0 0 0,1-2 0 0 0,2-2 0 0 0,1-1 0 0 0,0-2 0 0 0,55 23-1 0 0,-38-23-44 0 0,2-3-1 0 0,0-2 0 0 0,0-2 0 0 0,115 11 0 0 0,-85-19 392 0 0,0-3 0 0 0,0-4-1 0 0,-1-4 1 0 0,1-3 0 0 0,-1-5 0 0 0,137-37-1 0 0,-186 38-202 0 0,-2-2-1 0 0,1-1 0 0 0,-2-2 1 0 0,0 0-1 0 0,35-27 0 0 0,-6-2 205 0 0,82-78-1 0 0,-68 50 17 0 0,-4-3 0 0 0,97-133 0 0 0,-130 153-219 0 0,-2-3 0 0 0,-2 0 0 0 0,-3-2 0 0 0,44-124 0 0 0,-60 129-226 0 0,-3-1 0 0 0,-2 0 0 0 0,-2-1 1 0 0,-4 0-1 0 0,-1 0 0 0 0,-7-75 0 0 0,-6 19-12 0 0,-6 0 0 0 0,-35-138 0 0 0,9 92 1646 0 0,-88-222 1 0 0,92 294-1293 0 0,-4 2 1 0 0,-4 1 0 0 0,-105-149-1 0 0,124 201-267 0 0,-1 1 0 0 0,-2 2-1 0 0,-1 1 1 0 0,-2 1 0 0 0,0 2 0 0 0,-2 1-1 0 0,-1 1 1 0 0,-1 2 0 0 0,0 2 0 0 0,-2 1-1 0 0,-1 2 1 0 0,0 2 0 0 0,-1 1-1 0 0,-1 2 1 0 0,0 2 0 0 0,0 2 0 0 0,-1 2-1 0 0,-76-4 1 0 0,50 10 34 0 0,1 3-1 0 0,0 3 1 0 0,0 3 0 0 0,0 2-1 0 0,-76 24 1 0 0,124-28-159 0 0,2 1 0 0 0,-1 0 0 0 0,-27 17-1 0 0,32-16-1814 0 0,1 0-1 0 0,-21 20 1 0 0,7-2-3648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36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1561 155 8290 0 0,'-43'-27'935'0'0,"-2"3"0"0"0,-1 2 0 0 0,-1 2 0 0 0,-68-20 0 0 0,91 34-1065 0 0,1 1 0 0 0,-1 0-1 0 0,0 2 1 0 0,0 1 0 0 0,0 1 0 0 0,0 1 0 0 0,0 1-1 0 0,0 1 1 0 0,0 1 0 0 0,0 1 0 0 0,-34 11-1 0 0,-14 10-595 0 0,1 3 0 0 0,-105 57-1 0 0,140-64 909 0 0,1 2 0 0 0,2 1-1 0 0,0 1 1 0 0,1 2-1 0 0,2 1 1 0 0,-39 46-1 0 0,29-24 3 0 0,2 2 0 0 0,3 1-1 0 0,2 2 1 0 0,2 2 0 0 0,2 0-1 0 0,3 2 1 0 0,3 1 0 0 0,3 0-1 0 0,2 2 1 0 0,-14 85 0 0 0,17-36-438 0 0,4 1 0 0 0,6 0 0 0 0,15 205-1 0 0,5-221 322 0 0,4 0-1 0 0,4 0 1 0 0,60 154-1 0 0,-61-199 109 0 0,1 0 0 0 0,2-2 0 0 0,3-1 0 0 0,2-1 1 0 0,1-1-1 0 0,3-2 0 0 0,2-2 0 0 0,62 60 0 0 0,-69-78-160 0 0,1-1 0 0 0,1-1-1 0 0,1-1 1 0 0,1-2 0 0 0,0-2-1 0 0,2-1 1 0 0,0-1 0 0 0,63 17-1 0 0,-50-21-150 0 0,0-2-1 0 0,0-2 0 0 0,1-2 0 0 0,-1-2 0 0 0,1-2 0 0 0,66-8 1 0 0,-60 1 186 0 0,-1-3 1 0 0,83-24 0 0 0,-101 22 168 0 0,-1-3-1 0 0,-1 0 1 0 0,0-3 0 0 0,54-34-1 0 0,-32 10 117 0 0,-1-2 1 0 0,-2-2-1 0 0,-2-3 0 0 0,-2-2 0 0 0,-3-2 0 0 0,52-73 0 0 0,-53 59-126 0 0,-3-3-1 0 0,-3-1 0 0 0,-3-2 0 0 0,-4-1 1 0 0,29-93-1 0 0,-48 121-143 0 0,-3-1 0 0 0,-1 1 0 0 0,-2-2 0 0 0,-2 1 0 0 0,-3-91 0 0 0,-7 72 350 0 0,-3 1 0 0 0,-2 1 0 0 0,-33-111-1 0 0,-64-149 1285 0 0,80 256-1394 0 0,-3 1 0 0 0,-64-107 0 0 0,77 149-264 0 0,0 0-1 0 0,-2 1 0 0 0,0 1 0 0 0,-2 1 1 0 0,0 1-1 0 0,-34-24 0 0 0,22 21 6 0 0,-2 1 1 0 0,0 2-1 0 0,-1 2 0 0 0,-42-15 1 0 0,-51-10-561 0 0,-152-31 1 0 0,96 28-43 0 0,110 30-862 0 0,44 14 690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0.0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163 4115 6913 0 0,'-8'-1'269'0'0,"0"-1"0"0"0,1 1 0 0 0,-1-1 0 0 0,1 0 0 0 0,-1-1 0 0 0,1 0 0 0 0,0 0-1 0 0,0 0 1 0 0,0-1 0 0 0,1 0 0 0 0,-1-1 0 0 0,1 1 0 0 0,0-1 0 0 0,0 0 0 0 0,-7-8-1 0 0,8 6-256 0 0,0 1 0 0 0,0-1 0 0 0,1 0 0 0 0,0-1 0 0 0,1 1 0 0 0,-1-1 0 0 0,1 1 0 0 0,1-1 0 0 0,-1 0 0 0 0,1 0 0 0 0,1 0 0 0 0,-1 0 0 0 0,2 0-1 0 0,-1-12 1 0 0,1-12-27 0 0,2 1 0 0 0,1-1 0 0 0,2 1 0 0 0,1 0 0 0 0,1 0-1 0 0,1 1 1 0 0,2 0 0 0 0,2 1 0 0 0,0 0 0 0 0,2 0 0 0 0,1 1-1 0 0,1 1 1 0 0,1 1 0 0 0,1 0 0 0 0,2 2 0 0 0,1 0 0 0 0,0 1 0 0 0,35-28-1 0 0,256-193-229 0 0,-214 171-356 0 0,153-89-1 0 0,-20 21-213 0 0,136-74 214 0 0,131-7 473 0 0,-86 41 128 0 0,17-7 0 0 0,590-226 0 0 0,-405 186-3 0 0,10 26 13 0 0,-544 177-7 0 0,1005-261 61 0 0,-530 164 41 0 0,656-130-84 0 0,1348-100-85 0 0,-987 293 545 0 0,1 119 853 0 0,-1449-53-1235 0 0,960 67 287 0 0,-12 92-62 0 0,-269 61-192 0 0,-18 57 19 0 0,-419-138 276 0 0,582 323 0 0 0,-797-372-331 0 0,143 119 1 0 0,-173-123-82 0 0,304 264 18 0 0,-258-210-13 0 0,261 279 779 0 0,-240-229 125 0 0,-167-175-845 0 0,72 77 743 0 0,-80-83-706 0 0,0 1 0 0 0,-1 0 0 0 0,-1 1-1 0 0,13 26 1 0 0,-18-27-1151 0 0,-2-2-4139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0.7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 1 10594 0 0,'0'0'819'0'0,"32"7"795"0"0,-23-5-1320 0 0,0 0 0 0 0,0-1 1 0 0,0 0-1 0 0,0 0 1 0 0,0-1-1 0 0,-1 0 0 0 0,12-1 1 0 0,-9 0 74 0 0,-1 0 0 0 0,1 1-1 0 0,0 1 1 0 0,20 3 0 0 0,-16 1-207 0 0,0 0 0 0 0,-1 2 0 0 0,1-1 0 0 0,-1 2 0 0 0,-1 0 0 0 0,17 12 0 0 0,70 64 866 0 0,-99-84-1022 0 0,0 1 1 0 0,-1-1-1 0 0,1 0 0 0 0,0 1 0 0 0,-1 0 0 0 0,1-1 1 0 0,0 1-1 0 0,-1-1 0 0 0,1 1 0 0 0,-1 0 1 0 0,1-1-1 0 0,-1 1 0 0 0,1 0 0 0 0,-1 0 0 0 0,0-1 1 0 0,1 1-1 0 0,-1 0 0 0 0,0 0 0 0 0,0 0 0 0 0,1-1 1 0 0,-1 1-1 0 0,0 0 0 0 0,0 0 0 0 0,0 0 1 0 0,0 0-1 0 0,0-1 0 0 0,0 1 0 0 0,0 0 0 0 0,0 0 1 0 0,-1 0-1 0 0,1 0 0 0 0,0-1 0 0 0,0 1 0 0 0,-1 1 1 0 0,-2 1 41 0 0,1-1 1 0 0,-1 0 0 0 0,1 1 0 0 0,-1-1-1 0 0,0 0 1 0 0,0 0 0 0 0,-4 2 0 0 0,-7 4 73 0 0,-444 293-541 0 0,415-273-6637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1.9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203 36 6913 0 0,'-3'-3'152'0'0,"1"0"0"0"0,-1 0-1 0 0,0 0 1 0 0,0 1-1 0 0,0-1 1 0 0,0 1-1 0 0,0 0 1 0 0,-1 0-1 0 0,1 0 1 0 0,-1 0-1 0 0,1 1 1 0 0,-1 0-1 0 0,0-1 1 0 0,0 1-1 0 0,1 0 1 0 0,-1 1-1 0 0,0-1 1 0 0,0 1-1 0 0,0 0 1 0 0,0 0 0 0 0,0 0-1 0 0,0 0 1 0 0,0 1-1 0 0,0-1 1 0 0,1 1-1 0 0,-1 0 1 0 0,0 0-1 0 0,-4 2 1 0 0,2 0 24 0 0,1 0 1 0 0,-1 0 0 0 0,1 1 0 0 0,0-1-1 0 0,-1 1 1 0 0,2 0 0 0 0,-1 1 0 0 0,0-1-1 0 0,1 1 1 0 0,0 0 0 0 0,0 0 0 0 0,1 0-1 0 0,-1 0 1 0 0,1 1 0 0 0,0 0 0 0 0,1-1-1 0 0,-1 1 1 0 0,1 0 0 0 0,0 0 0 0 0,0 1-1 0 0,0 6 1 0 0,-2 10 36 0 0,0 0 0 0 0,2 1-1 0 0,1-1 1 0 0,2 32-1 0 0,1-31-141 0 0,1-2-1 0 0,1 1 0 0 0,0 0 1 0 0,2-1-1 0 0,1 1 0 0 0,0-2 1 0 0,2 1-1 0 0,0-1 0 0 0,2 0 1 0 0,21 31-1 0 0,-25-42-61 0 0,0 0 0 0 0,0-1 0 0 0,2 0-1 0 0,-1 0 1 0 0,1 0 0 0 0,0-1 0 0 0,1-1 0 0 0,0 0 0 0 0,0 0-1 0 0,0 0 1 0 0,1-2 0 0 0,0 1 0 0 0,0-1 0 0 0,1-1 0 0 0,-1 0 0 0 0,1-1-1 0 0,0 0 1 0 0,0 0 0 0 0,0-2 0 0 0,0 1 0 0 0,21-1 0 0 0,-24-2 16 0 0,-1 0 0 0 0,0 0 0 0 0,0 0 0 0 0,0-1 1 0 0,0 0-1 0 0,0-1 0 0 0,-1 1 0 0 0,1-2 0 0 0,-1 1 1 0 0,1-1-1 0 0,-1 0 0 0 0,0 0 0 0 0,-1-1 0 0 0,10-8 1 0 0,-8 5 37 0 0,-1 0 1 0 0,0 0-1 0 0,-1-1 1 0 0,0 0 0 0 0,0 0-1 0 0,-1-1 1 0 0,0 1-1 0 0,-1-1 1 0 0,7-20-1 0 0,-6 7 113 0 0,0 0 0 0 0,-1 0 0 0 0,-2 0 0 0 0,0-1 0 0 0,-1 1 0 0 0,-2-1 0 0 0,0 1-1 0 0,-2 0 1 0 0,-7-35 0 0 0,4 37-81 0 0,0 0 0 0 0,-1 0 0 0 0,-1 1 0 0 0,-1 0-1 0 0,-12-18 1 0 0,17 29-94 0 0,-2 1-1 0 0,1 0 0 0 0,-1 0 0 0 0,-1 1 1 0 0,1 0-1 0 0,-1 0 0 0 0,-1 0 1 0 0,1 1-1 0 0,-1 0 0 0 0,0 0 1 0 0,0 1-1 0 0,-1 0 0 0 0,-13-5 1 0 0,19 8-147 0 0,0 2 0 0 0,0-1 0 0 0,-1 0-1 0 0,1 1 1 0 0,0-1 0 0 0,0 1 0 0 0,0 0 0 0 0,-1 0 0 0 0,1 0 0 0 0,0 0 0 0 0,0 1 0 0 0,0-1 0 0 0,-1 1 0 0 0,1 0 0 0 0,0 0 0 0 0,0 0 0 0 0,0 0 0 0 0,0 1 0 0 0,-3 1 0 0 0,0 1 0 0 0,1 0 0 0 0,0 1 0 0 0,-1-1 0 0 0,2 1 0 0 0,-1 0 0 0 0,0 1 0 0 0,1-1 0 0 0,-4 7 0 0 0,-4 10 146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2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75 7370 0 0,'-18'-44'1874'0'0,"1"14"6728"0"0,17 30-8547 0 0,-3 11 1220 0 0,2 14-536 0 0,2 10-329 0 0,1 26 29 0 0,17 107 0 0 0,-16-151-452 0 0,1-1 0 0 0,1 1 0 0 0,0 0 0 0 0,1-1 0 0 0,1 0 1 0 0,0-1-1 0 0,1 1 0 0 0,1-1 0 0 0,1-1 0 0 0,0 0 0 0 0,12 14 0 0 0,-19-25-82 0 0,0 0-1 0 0,0 0 0 0 0,1 0 0 0 0,-1 0 0 0 0,1-1 0 0 0,0 1 0 0 0,0-1 0 0 0,-1 0 0 0 0,1 0 0 0 0,1-1 0 0 0,-1 1 0 0 0,0-1 0 0 0,0 1 0 0 0,1-1 1 0 0,5 0-1 0 0,-7-1-17 0 0,0 0 1 0 0,0 0 0 0 0,-1-1 0 0 0,1 1-1 0 0,0-1 1 0 0,-1 0 0 0 0,1 0 0 0 0,0 0 0 0 0,-1 0-1 0 0,1 0 1 0 0,-1 0 0 0 0,1-1 0 0 0,-1 1-1 0 0,0-1 1 0 0,0 0 0 0 0,0 0 0 0 0,0 0-1 0 0,0 0 1 0 0,0 0 0 0 0,0 0 0 0 0,0 0-1 0 0,-1 0 1 0 0,1-1 0 0 0,-1 1 0 0 0,2-5 0 0 0,26-60-673 0 0,-17 35 717 0 0,18-31 0 0 0,-25 55 201 0 0,-1 0-1 0 0,1 1 1 0 0,1-1 0 0 0,0 1-1 0 0,0 0 1 0 0,0 0 0 0 0,0 1-1 0 0,14-10 1 0 0,-18 15-35 0 0,0-1-1 0 0,0 1 1 0 0,0 0 0 0 0,0 0-1 0 0,0 0 1 0 0,0 0-1 0 0,1 0 1 0 0,-1 0 0 0 0,0 1-1 0 0,0-1 1 0 0,1 1 0 0 0,-1-1-1 0 0,0 1 1 0 0,1 0 0 0 0,-1 0-1 0 0,1 0 1 0 0,-1 0 0 0 0,0 1-1 0 0,1-1 1 0 0,-1 1 0 0 0,0-1-1 0 0,0 1 1 0 0,1 0-1 0 0,-1 0 1 0 0,0 0 0 0 0,0 0-1 0 0,0 0 1 0 0,0 0 0 0 0,0 0-1 0 0,2 3 1 0 0,4 4-35 0 0,0 0 1 0 0,0 1-1 0 0,-1 0 0 0 0,0 0 1 0 0,6 13-1 0 0,16 19-5687 0 0,-16-26-674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3.0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1 117 5065 0 0,'0'-1'195'0'0,"0"0"0"0"0,0-1-1 0 0,0 1 1 0 0,0 0 0 0 0,0-1 0 0 0,1 1-1 0 0,-1 0 1 0 0,1 0 0 0 0,-1-1 0 0 0,1 1 0 0 0,-1 0-1 0 0,1 0 1 0 0,0 0 0 0 0,-1 0 0 0 0,1 0-1 0 0,0 0 1 0 0,0 0 0 0 0,0 0 0 0 0,0 0-1 0 0,0 0 1 0 0,1-1 0 0 0,-1 2-34 0 0,0 1-1 0 0,-1-1 1 0 0,1 0 0 0 0,0 0-1 0 0,0 0 1 0 0,0 1 0 0 0,0-1-1 0 0,-1 0 1 0 0,1 1 0 0 0,0-1 0 0 0,0 1-1 0 0,-1-1 1 0 0,1 1 0 0 0,0-1-1 0 0,-1 1 1 0 0,1 0 0 0 0,-1-1-1 0 0,1 1 1 0 0,-1 0 0 0 0,1-1 0 0 0,-1 1-1 0 0,1 1 1 0 0,6 10 782 0 0,-1 0 0 0 0,9 21 1 0 0,-15-30-1081 0 0,4 5 179 0 0,-1-1 0 0 0,1 1 0 0 0,1-1-1 0 0,4 8 1 0 0,-8-14-44 0 0,0 0 0 0 0,0 1-1 0 0,-1-1 1 0 0,1 0 0 0 0,0 0 0 0 0,0 0-1 0 0,0 0 1 0 0,0 0 0 0 0,0 0-1 0 0,0 0 1 0 0,1 0 0 0 0,-1 0 0 0 0,0 0-1 0 0,0-1 1 0 0,1 1 0 0 0,-1 0 0 0 0,0-1-1 0 0,1 1 1 0 0,-1-1 0 0 0,0 0-1 0 0,1 1 1 0 0,-1-1 0 0 0,1 0 0 0 0,-1 0-1 0 0,1 0 1 0 0,-1 0 0 0 0,1 0-1 0 0,-1 0 1 0 0,0 0 0 0 0,1-1 0 0 0,2 0-1 0 0,-1-2-11 0 0,0 0 0 0 0,0-1-1 0 0,0 0 1 0 0,0 0 0 0 0,-1 1 0 0 0,1-1-1 0 0,-1-1 1 0 0,0 1 0 0 0,2-7-1 0 0,3-5-106 0 0,3-3 46 0 0,1 1 0 0 0,15-20 0 0 0,-22 33 147 0 0,1-1-1 0 0,0 0 1 0 0,0 1 0 0 0,0 0 0 0 0,1 0-1 0 0,0 1 1 0 0,-1 0 0 0 0,2 0 0 0 0,12-7-1 0 0,-18 11-1 0 0,1 0-1 0 0,-1 0 0 0 0,1-1 1 0 0,0 1-1 0 0,-1 0 0 0 0,1 0 0 0 0,0 0 1 0 0,-1 1-1 0 0,1-1 0 0 0,-1 0 0 0 0,1 1 1 0 0,-1-1-1 0 0,1 1 0 0 0,-1-1 1 0 0,1 1-1 0 0,-1 0 0 0 0,1-1 0 0 0,-1 1 1 0 0,1 0-1 0 0,-1 0 0 0 0,0 0 0 0 0,0 0 1 0 0,0 0-1 0 0,1 0 0 0 0,-1 1 1 0 0,0-1-1 0 0,0 0 0 0 0,0 1 0 0 0,-1-1 1 0 0,1 0-1 0 0,0 1 0 0 0,-1-1 1 0 0,2 3-1 0 0,3 7 249 0 0,1 2 1 0 0,-2-1-1 0 0,4 14 1 0 0,-5-16-338 0 0,-2-7-33 0 0,-1 0 0 0 0,1-1 1 0 0,0 1-1 0 0,0 0 0 0 0,1-1 0 0 0,-1 1 1 0 0,0 0-1 0 0,1-1 0 0 0,0 0 1 0 0,-1 1-1 0 0,1-1 0 0 0,0 0 1 0 0,0 0-1 0 0,0 0 0 0 0,3 2 1 0 0,-3-4 24 0 0,-1 0-1 0 0,0 1 1 0 0,1-1 0 0 0,-1 0 0 0 0,1 0 0 0 0,-1 0-1 0 0,1 0 1 0 0,-1 0 0 0 0,1 0 0 0 0,-1 0 0 0 0,1-1-1 0 0,-1 1 1 0 0,1-1 0 0 0,-1 1 0 0 0,1-1 0 0 0,-1 1-1 0 0,0-1 1 0 0,1 0 0 0 0,-1 0 0 0 0,0 1 0 0 0,0-1 0 0 0,0 0-1 0 0,0 0 1 0 0,1 0 0 0 0,-1 0 0 0 0,0-1 0 0 0,-1 1-1 0 0,1 0 1 0 0,0 0 0 0 0,1-2 0 0 0,33-52-105 0 0,4-6-121 0 0,-36 58 243 0 0,0-1-1 0 0,1 0 1 0 0,-1 1 0 0 0,1 0-1 0 0,-1 0 1 0 0,1 0-1 0 0,0 0 1 0 0,0 1 0 0 0,0-1-1 0 0,0 1 1 0 0,9-3-1 0 0,-12 5 22 0 0,0 0 0 0 0,0 0 0 0 0,0 0 0 0 0,0 0 1 0 0,0 0-1 0 0,1 0 0 0 0,-1 0 0 0 0,0 1 0 0 0,0-1 0 0 0,0 0 0 0 0,0 1 0 0 0,0-1 0 0 0,0 1 0 0 0,0-1 0 0 0,0 1 0 0 0,0-1 0 0 0,0 1 0 0 0,0 0 0 0 0,0-1 0 0 0,0 1 0 0 0,-1 0 0 0 0,1 0 0 0 0,0 0 0 0 0,-1 0 0 0 0,1 0 0 0 0,0 0 0 0 0,-1 0 0 0 0,1 0 0 0 0,-1 0 0 0 0,1 0 0 0 0,0 1 0 0 0,14 44 841 0 0,-11-32-630 0 0,1-3-89 0 0,0 1-1 0 0,1-1 0 0 0,0 0 1 0 0,0 0-1 0 0,1-1 1 0 0,14 17-1 0 0,11 7-4133 0 0,-22-22 1235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4.1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 7370 0 0,'7'-4'7613'0'0,"-7"4"-7427"0"0,6 10 2635 0 0,2 20-1980 0 0,-8-29-749 0 0,17 85 1508 0 0,-11-50-2972 0 0,1 0-3771 0 0,-3-16-887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4.5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112 19 4609 0 0,'0'0'97'0'0,"0"-1"-1"0"0,0 0 1 0 0,0 0-1 0 0,0 1 1 0 0,0-1-1 0 0,0 0 1 0 0,0 0-1 0 0,-1 1 1 0 0,1-1-1 0 0,0 0 1 0 0,-1 1-1 0 0,1-1 1 0 0,0 0-1 0 0,-1 1 1 0 0,1-1-1 0 0,0 1 1 0 0,-1-1-1 0 0,1 0 1 0 0,-1 1-1 0 0,0-1 1 0 0,1 1-1 0 0,-1 0 1 0 0,1-1-1 0 0,-1 1 1 0 0,0-1-1 0 0,1 1 1 0 0,-1 0 0 0 0,0-1-1 0 0,-26 0 3058 0 0,19 2-2257 0 0,0 0-1 0 0,0 2 1 0 0,0-1 0 0 0,-11 5 0 0 0,18-6-841 0 0,-1-1 0 0 0,1 1 0 0 0,0-1 0 0 0,0 1-1 0 0,0-1 1 0 0,0 1 0 0 0,0 0 0 0 0,0-1 0 0 0,0 1 0 0 0,0 0 0 0 0,0 0 0 0 0,0 0 0 0 0,0 0 0 0 0,0 0 0 0 0,0 0-1 0 0,1 0 1 0 0,-1 0 0 0 0,0 0 0 0 0,1 0 0 0 0,-1 0 0 0 0,1 0 0 0 0,-1 1 0 0 0,1-1 0 0 0,0 0 0 0 0,-1 0 0 0 0,1 1-1 0 0,0-1 1 0 0,0 0 0 0 0,0 0 0 0 0,0 1 0 0 0,0-1 0 0 0,0 0 0 0 0,0 0 0 0 0,1 1 0 0 0,-1-1 0 0 0,0 0 0 0 0,1 0 0 0 0,-1 1-1 0 0,1-1 1 0 0,-1 0 0 0 0,1 0 0 0 0,-1 0 0 0 0,1 0 0 0 0,0 0 0 0 0,0 0 0 0 0,-1 0 0 0 0,1 0 0 0 0,1 1 0 0 0,6 7-113 0 0,1-1 0 0 0,0 0 0 0 0,0-1 0 0 0,13 9 0 0 0,-10-8 114 0 0,-5-3-162 0 0,0 0 1 0 0,0 1-1 0 0,-1 0 0 0 0,0 0 0 0 0,0 0 0 0 0,9 13 0 0 0,-14-17 101 0 0,0 0 0 0 0,0 0-1 0 0,0 0 1 0 0,0 0 0 0 0,0 1 0 0 0,0-1 0 0 0,-1 0 0 0 0,1 0 0 0 0,-1 1-1 0 0,1-1 1 0 0,-1 0 0 0 0,0 1 0 0 0,0-1 0 0 0,0 0 0 0 0,-1 1 0 0 0,1-1-1 0 0,0 0 1 0 0,-1 1 0 0 0,1-1 0 0 0,-1 0 0 0 0,0 0 0 0 0,0 1 0 0 0,0-1-1 0 0,0 0 1 0 0,0 0 0 0 0,0 0 0 0 0,-1 0 0 0 0,1 0 0 0 0,-3 2 0 0 0,-3 4-75 0 0,0-1 0 0 0,0-1 0 0 0,-1 1 0 0 0,-9 5 0 0 0,-5 1-4670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4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 10138 0 0,'0'-1'165'0'0,"1"0"0"0"0,-1 0 0 0 0,0 0 0 0 0,0 0 0 0 0,1 0 0 0 0,-1 0 0 0 0,0 0 0 0 0,1 0 0 0 0,-1 0 0 0 0,1 0 0 0 0,0 0 0 0 0,-1 1 0 0 0,1-1 0 0 0,-1 0 0 0 0,1 0 0 0 0,0 1 0 0 0,0-1 0 0 0,1-1 0 0 0,-1 3-52 0 0,-1-1 1 0 0,1 0-1 0 0,-1 0 0 0 0,1 0 1 0 0,-1 1-1 0 0,0-1 0 0 0,1 0 0 0 0,-1 1 1 0 0,1-1-1 0 0,-1 1 0 0 0,0-1 1 0 0,1 0-1 0 0,-1 1 0 0 0,0-1 1 0 0,1 1-1 0 0,-1-1 0 0 0,0 1 0 0 0,0-1 1 0 0,1 1-1 0 0,-1-1 0 0 0,0 1 1 0 0,0-1-1 0 0,0 1 0 0 0,0 0 1 0 0,11 49 3197 0 0,-10-42-3241 0 0,62 410 2488 0 0,-52-357-4336 0 0,-6-30 91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5.3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84 40 4609 0 0,'-4'-14'131'0'0,"-3"-5"7994"0"0,3 13-7109 0 0,-5 6 2865 0 0,-4 14-3919 0 0,6-4 132 0 0,1 1 0 0 0,1 1 1 0 0,0-1-1 0 0,0 1 0 0 0,1 0 0 0 0,0 0 0 0 0,1 0 1 0 0,-3 22-1 0 0,6-29-68 0 0,-1 0-1 0 0,1 0 1 0 0,-1 0-1 0 0,2 0 1 0 0,-1 0-1 0 0,0-1 1 0 0,1 1-1 0 0,0 0 1 0 0,0 0-1 0 0,0 0 1 0 0,1-1 0 0 0,0 1-1 0 0,0-1 1 0 0,0 1-1 0 0,0-1 1 0 0,0 0-1 0 0,1 0 1 0 0,0 0-1 0 0,0 0 1 0 0,0 0-1 0 0,1 0 1 0 0,-1-1-1 0 0,1 0 1 0 0,0 0 0 0 0,4 4-1 0 0,-6-6-47 0 0,0 0-1 0 0,0 0 1 0 0,0 0-1 0 0,0 0 1 0 0,0 0-1 0 0,0-1 1 0 0,0 1-1 0 0,0-1 1 0 0,0 1 0 0 0,0-1-1 0 0,1 0 1 0 0,-1 1-1 0 0,0-1 1 0 0,0 0-1 0 0,0-1 1 0 0,1 1-1 0 0,-1 0 1 0 0,0-1-1 0 0,0 1 1 0 0,0-1 0 0 0,3-1-1 0 0,-2 1-60 0 0,0-1 0 0 0,-1 0 0 0 0,1 0 1 0 0,0 0-1 0 0,-1-1 0 0 0,0 1 0 0 0,0-1 0 0 0,0 1 0 0 0,0-1 0 0 0,0 0 0 0 0,0 0 0 0 0,2-5 0 0 0,1-4-163 0 0,0 0-1 0 0,-1-1 1 0 0,-1 0-1 0 0,0 0 0 0 0,2-23 1 0 0,2-48 2598 0 0,-7 84-2325 0 0,0 0-1 0 0,0 0 0 0 0,0 0 0 0 0,0 0 1 0 0,0-1-1 0 0,0 1 0 0 0,0 0 0 0 0,0 0 0 0 0,0 0 1 0 0,0 0-1 0 0,0 0 0 0 0,0 0 0 0 0,0 0 1 0 0,0-1-1 0 0,0 1 0 0 0,0 0 0 0 0,0 0 1 0 0,0 0-1 0 0,0 0 0 0 0,0 0 0 0 0,0 0 1 0 0,0 0-1 0 0,0 0 0 0 0,0-1 0 0 0,1 1 1 0 0,-1 0-1 0 0,0 0 0 0 0,0 0 0 0 0,0 0 1 0 0,0 0-1 0 0,0 0 0 0 0,0 0 0 0 0,0 0 1 0 0,0 0-1 0 0,0 0 0 0 0,1 0 0 0 0,-1 0 0 0 0,0 0 1 0 0,0 0-1 0 0,0 0 0 0 0,0 0 0 0 0,0 0 1 0 0,0 0-1 0 0,0 0 0 0 0,1 0 0 0 0,-1 0 1 0 0,0 0-1 0 0,0 0 0 0 0,0 0 0 0 0,0 0 1 0 0,0 0-1 0 0,0 0 0 0 0,0 0 0 0 0,0 0 1 0 0,1 0-1 0 0,-1 0 0 0 0,0 0 0 0 0,0 0 1 0 0,0 0-1 0 0,7 9 566 0 0,5 12-321 0 0,-12-21-212 0 0,12 24 45 0 0,1-2 1 0 0,16 22 0 0 0,17 8-3681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5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92 3681 0 0,'1'-5'-48'0'0,"8"-25"1166"0"0,-9 28-755 0 0,1 1 0 0 0,-1 0 0 0 0,0-1 0 0 0,0 1 0 0 0,1 0 0 0 0,-1-1 1 0 0,0 1-1 0 0,-1-1 0 0 0,1 1 0 0 0,0 0 0 0 0,0-1 0 0 0,0 1 1 0 0,-1 0-1 0 0,1-1 0 0 0,-1 1 0 0 0,1 0 0 0 0,-1 0 0 0 0,-1-3 0 0 0,2 4-222 0 0,-1 1-1 0 0,0-1 0 0 0,1 0 1 0 0,-1 0-1 0 0,1 0 0 0 0,-1 0 1 0 0,1 0-1 0 0,-1 1 0 0 0,1-1 1 0 0,-1 0-1 0 0,1 0 0 0 0,-1 1 1 0 0,1-1-1 0 0,-1 0 0 0 0,1 1 1 0 0,-1-1-1 0 0,1 0 0 0 0,0 1 1 0 0,-1-1-1 0 0,1 1 0 0 0,0-1 1 0 0,-1 1-1 0 0,1-1 0 0 0,0 1 1 0 0,0-1-1 0 0,-1 1 0 0 0,1-1 1 0 0,0 1-1 0 0,0-1 0 0 0,0 1 0 0 0,0-1 1 0 0,0 1-1 0 0,0 1 0 0 0,-10 23 707 0 0,10-24-623 0 0,-2 6-121 0 0,1 0 0 0 0,0 0 0 0 0,0-1 0 0 0,1 1 0 0 0,0 0 0 0 0,0 0 0 0 0,1 0 0 0 0,0-1 1 0 0,0 1-1 0 0,0 0 0 0 0,1-1 0 0 0,0 1 0 0 0,0-1 0 0 0,1 1 0 0 0,0-1 0 0 0,5 8 0 0 0,-4-6-84 0 0,1 0 0 0 0,1 0-1 0 0,-1 0 1 0 0,1-1 0 0 0,1 1-1 0 0,-1-2 1 0 0,1 1 0 0 0,0-1-1 0 0,1 0 1 0 0,0 0 0 0 0,9 5-1 0 0,-16-10-30 0 0,0-1 0 0 0,0 0-1 0 0,0 1 1 0 0,0-1 0 0 0,0 0 0 0 0,0 1-1 0 0,0-1 1 0 0,0 0 0 0 0,0 0 0 0 0,0 0-1 0 0,0 0 1 0 0,0 0 0 0 0,0 0 0 0 0,0 0-1 0 0,0-1 1 0 0,0 1 0 0 0,0 0 0 0 0,0 0-1 0 0,0-1 1 0 0,0 1 0 0 0,0-1 0 0 0,0 1-1 0 0,-1-1 1 0 0,1 1 0 0 0,0-1-1 0 0,0 1 1 0 0,0-1 0 0 0,-1 0 0 0 0,1 1-1 0 0,0-1 1 0 0,-1 0 0 0 0,1 0 0 0 0,-1 0-1 0 0,1 1 1 0 0,0-1 0 0 0,-1 0 0 0 0,0 0-1 0 0,1 0 1 0 0,-1 0 0 0 0,0 0 0 0 0,1 0-1 0 0,-1 0 1 0 0,0 0 0 0 0,0 0 0 0 0,0-1-1 0 0,3-9-190 0 0,-1-1-1 0 0,-1 1 0 0 0,1-15 1 0 0,-1 10 101 0 0,-1 14 102 0 0,0 1 0 0 0,0-1 0 0 0,1 0 0 0 0,-1 0 0 0 0,0 1 0 0 0,1-1 0 0 0,-1 0 0 0 0,1 0 0 0 0,-1 1 0 0 0,1-1 0 0 0,0 0 0 0 0,0 1 0 0 0,0-1 0 0 0,0 1 0 0 0,0-1 0 0 0,0 1 0 0 0,0 0 0 0 0,0-1 0 0 0,1 1 0 0 0,-1 0 0 0 0,2-2 0 0 0,-1 3 0 0 0,0 0 0 0 0,-1 0 0 0 0,1 0 0 0 0,0 0 0 0 0,0 0 0 0 0,-1 0 0 0 0,1 0 0 0 0,0 1 0 0 0,0-1 0 0 0,-1 0 0 0 0,1 1 0 0 0,-1-1 0 0 0,1 1 0 0 0,0 0 0 0 0,-1 0 0 0 0,1 0 0 0 0,-1 0 0 0 0,1 0 0 0 0,-1 0 0 0 0,0 0 0 0 0,1 0 0 0 0,0 2 0 0 0,25 21 34 0 0,-19-17 11 0 0,0 0 1 0 0,1 0-1 0 0,-1 0 1 0 0,20 10 0 0 0,-24-16-34 0 0,0 1 1 0 0,0-1 0 0 0,0 0 0 0 0,0 0 0 0 0,0 0 0 0 0,0 0-1 0 0,0-1 1 0 0,1 0 0 0 0,-1 0 0 0 0,0 0 0 0 0,0 0 0 0 0,0 0 0 0 0,1-1-1 0 0,-1 0 1 0 0,0 0 0 0 0,7-3 0 0 0,-4 1 90 0 0,-1 0 0 0 0,0 0 0 0 0,0-1 1 0 0,0 0-1 0 0,-1 0 0 0 0,1-1 0 0 0,-1 1 0 0 0,0-1 0 0 0,0 0 0 0 0,-1-1 1 0 0,0 1-1 0 0,0-1 0 0 0,0 0 0 0 0,0 0 0 0 0,-1 0 0 0 0,0 0 0 0 0,0-1 1 0 0,-1 1-1 0 0,1-1 0 0 0,-2 0 0 0 0,3-10 0 0 0,-3 10-303 0 0,0 1 0 0 0,-1-1-1 0 0,1 1 1 0 0,-1-1 0 0 0,-1 1 0 0 0,1-1-1 0 0,-1 1 1 0 0,0-1 0 0 0,-1 1-1 0 0,0-1 1 0 0,0 1 0 0 0,0 0 0 0 0,0 0-1 0 0,-7-10 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49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47 365 4609 0 0,'-47'-105'11377'0'0,"72"146"-8651"0"0,-11-18-2466 0 0,5 10-200 0 0,13 23 336 0 0,49 64-1 0 0,-69-105-331 0 0,0 0 0 0 0,1-1-1 0 0,0-1 1 0 0,1 0 0 0 0,0-1-1 0 0,1 0 1 0 0,1-1 0 0 0,32 17-1 0 0,-46-27-32 0 0,1 0-1 0 0,0 1 0 0 0,-1-1 0 0 0,1 0 0 0 0,0 0 0 0 0,0 0 0 0 0,0-1 1 0 0,0 1-1 0 0,0-1 0 0 0,0 0 0 0 0,0 1 0 0 0,0-1 0 0 0,0-1 0 0 0,0 1 1 0 0,0 0-1 0 0,0-1 0 0 0,0 1 0 0 0,-1-1 0 0 0,1 0 0 0 0,0 0 1 0 0,0 0-1 0 0,0 0 0 0 0,-1-1 0 0 0,1 1 0 0 0,-1-1 0 0 0,1 0 0 0 0,2-2 1 0 0,-1 0 40 0 0,0-1 0 0 0,-1 0 0 0 0,0 0 0 0 0,1 0 0 0 0,-2 0 0 0 0,1 0 0 0 0,0-1 0 0 0,-1 0 0 0 0,0 1 0 0 0,-1-1 1 0 0,1 0-1 0 0,0-11 0 0 0,21-156 324 0 0,-9 55-1061 0 0,30-116 1 0 0,-43 229 505 0 0,8-24-831 0 0,-9 28 795 0 0,0 0-1 0 0,0 0 1 0 0,1-1-1 0 0,-1 1 0 0 0,1 0 1 0 0,-1 0-1 0 0,1 0 1 0 0,0 0-1 0 0,-1 0 0 0 0,1 0 1 0 0,0 1-1 0 0,-1-1 0 0 0,1 0 1 0 0,0 0-1 0 0,0 0 1 0 0,0 1-1 0 0,0-1 0 0 0,0 0 1 0 0,1 0-1 0 0,-1 2 151 0 0,-1-1 1 0 0,1 0-1 0 0,0 1 0 0 0,0-1 1 0 0,-1 0-1 0 0,1 1 0 0 0,-1-1 1 0 0,1 1-1 0 0,0-1 0 0 0,-1 1 1 0 0,1-1-1 0 0,-1 1 0 0 0,1 0 1 0 0,-1-1-1 0 0,1 1 0 0 0,-1 0 1 0 0,0-1-1 0 0,1 1 0 0 0,-1 0 1 0 0,0 0-1 0 0,1-1 0 0 0,-1 1 1 0 0,0 0-1 0 0,0 0 0 0 0,0-1 1 0 0,0 1-1 0 0,0 0 0 0 0,0 0 1 0 0,0 0-1 0 0,3 26-535 0 0,-3-27 581 0 0,0 23 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0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48 5985 0 0,'-1'-4'1114'0'0,"0"-1"-1"0"0,1 1 1 0 0,-1-1 0 0 0,1 0-1 0 0,0 1 1 0 0,1-1-1 0 0,-1 1 1 0 0,2-8-1 0 0,3 23 2662 0 0,5 15-2890 0 0,27 168 1253 0 0,-26-123-2432 0 0,2-2 0 0 0,45 130 0 0 0,-54-190-1291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1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3 278 2761 0 0,'-1'-9'311'0'0,"0"0"0"0"0,1 0 0 0 0,-1 0 1 0 0,1 0-1 0 0,1 0 0 0 0,0 0 0 0 0,0 1 1 0 0,1-1-1 0 0,0 0 0 0 0,1 1 0 0 0,0-1 0 0 0,0 1 1 0 0,0 0-1 0 0,1 0 0 0 0,1 0 0 0 0,8-13 1 0 0,-5 9 495 0 0,1 1 0 0 0,0 0 0 0 0,0 0 0 0 0,1 1 1 0 0,1 1-1 0 0,-1-1 0 0 0,2 2 0 0 0,-1-1 0 0 0,24-12 0 0 0,-33 21-719 0 0,-1-1-1 0 0,1 0 0 0 0,-1 0 0 0 0,1 0 0 0 0,0 1 1 0 0,-1-1-1 0 0,1 1 0 0 0,0 0 0 0 0,0-1 0 0 0,-1 1 1 0 0,1 0-1 0 0,0 0 0 0 0,0 0 0 0 0,-1 0 0 0 0,1 0 1 0 0,0 0-1 0 0,0 1 0 0 0,-1-1 0 0 0,1 0 0 0 0,0 1 1 0 0,-1 0-1 0 0,4 1 0 0 0,-3-1-8 0 0,-1 1 0 0 0,1-1 1 0 0,-1 1-1 0 0,0 0 0 0 0,1-1 0 0 0,-1 1 0 0 0,0 0 1 0 0,0 0-1 0 0,0 0 0 0 0,0 0 0 0 0,0 0 0 0 0,-1 0 1 0 0,1 0-1 0 0,-1 0 0 0 0,1 4 0 0 0,0 5 97 0 0,0 0 0 0 0,-1 0 0 0 0,0 0 0 0 0,-1 0 0 0 0,-4 21 0 0 0,-4 3 8 0 0,-23 52 0 0 0,19-56 99 0 0,2 0 0 0 0,-8 37 0 0 0,19-67-259 0 0,0 0 1 0 0,-1 0 0 0 0,1 0-1 0 0,0 0 1 0 0,0 1 0 0 0,-1-1-1 0 0,1 0 1 0 0,0 0 0 0 0,0 0 0 0 0,1 0-1 0 0,-1 1 1 0 0,0-1 0 0 0,0 0-1 0 0,1 0 1 0 0,-1 0 0 0 0,0 0-1 0 0,1 0 1 0 0,-1 0 0 0 0,1 0-1 0 0,-1 1 1 0 0,1-2 0 0 0,0 1-1 0 0,-1 0 1 0 0,1 0 0 0 0,0 0 0 0 0,0 0-1 0 0,0 0 1 0 0,0 0 0 0 0,-1-1-1 0 0,1 1 1 0 0,0 0 0 0 0,0-1-1 0 0,1 1 1 0 0,-1-1 0 0 0,0 1-1 0 0,0-1 1 0 0,0 0 0 0 0,0 1-1 0 0,0-1 1 0 0,0 0 0 0 0,0 0 0 0 0,1 0-1 0 0,-1 0 1 0 0,0 0 0 0 0,0 0-1 0 0,0 0 1 0 0,3 0 0 0 0,8-1-42 0 0,0-1 0 0 0,0 0 0 0 0,22-8 0 0 0,-14 5-75 0 0,79-23-4086 0 0,-79 24 2618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1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20 5529 0 0,'1'0'488'0'0,"-1"-1"-392"0"0,1-1-96 0 0,1 2 0 0 0,-1-1 0 0 0,0 0 0 0 0,3-1 64 0 0,2 0-64 0 0,2-2 0 0 0,1 0 0 0 0,0 1 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2.1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34 4145 0 0,'8'-34'16563'0'0,"-7"56"-16218"0"0,1 0 0 0 0,2-1-1 0 0,-1 1 1 0 0,12 34-1 0 0,1-2-477 0 0,29 119 736 0 0,-38-138-2580 0 0,3 45 0 0 0,-10-60-4967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2.6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67 6449 0 0,'-7'1'577'0'0,"5"-1"-465"0"0,0 0-112 0 0,2-1 0 0 0,3-2 1128 0 0,1 2-512 0 0,0-3 8 0 0,4 1-208 0 0,3-3-32 0 0,4-2-16 0 0,-1-1 0 0 0,2 1-1248 0 0,0 2-248 0 0,1-1-56 0 0,-3 2-1 0 0,0 2 929 0 0,-4-1 184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2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42 4609 0 0,'0'5'3481'0'0,"4"-6"-2401"0"0,3-1-336 0 0,2-2-64 0 0,5 0-8 0 0,3-2-7 0 0,2-1-1322 0 0,0 0-263 0 0,2-1-48 0 0,-2 0-16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3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33 5065 0 0,'-8'-33'10735'0'0,"6"51"-7859"0"0,1-14-2909 0 0,-3 36 704 0 0,3 1 0 0 0,0-1 0 0 0,9 62 0 0 0,-5-83-691 0 0,0 0 1 0 0,1-1-1 0 0,2 1 0 0 0,-1-1 0 0 0,2 0 1 0 0,1-1-1 0 0,0 1 0 0 0,1-1 1 0 0,18 25-1 0 0,-1-15-2474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4.0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19 13827 0 0,'-9'-3'608'0'0,"2"2"128"0"0,3 0-584 0 0,2-1-152 0 0,2 1 0 0 0,1-2-952 0 0,2 1 592 0 0,1-1 184 0 0,2 2 40 0 0,2-1 8 0 0,1 2 0 0 0,1 2 128 0 0,0-1-64 0 0,-1 3 64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4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3225 0 0,'14'-4'14647'0'0,"-3"21"-10808"0"0,-5-3-4443 0 0,-1 14 851 0 0,-2 1-1 0 0,0-1 0 0 0,-3 57 1 0 0,0 3-2541 0 0,2-48-4862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6.3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5 9674 0 0,'-3'-3'3625'0'0,"3"2"-3241"0"0,-3 2 576 0 0,-7 23-5265 0 0,7-16 4081 0 0,-1-1 224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6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9674 0 0,'14'43'5853'0'0,"-4"-12"-4614"0"0,38 149 2075 0 0,-1-2-6657 0 0,-41-161 1889 0 0,-1-1-210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7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20 344 3225 0 0,'-5'-18'468'0'0,"0"-1"1"0"0,2 0-1 0 0,0-1 0 0 0,1 1 1 0 0,1 0-1 0 0,0-1 1 0 0,2 1-1 0 0,0 0 0 0 0,1-1 1 0 0,1 1-1 0 0,1 0 1 0 0,8-25-1 0 0,-10 40-243 0 0,0 0 1 0 0,0-1-1 0 0,1 1 0 0 0,-1 0 1 0 0,1 0-1 0 0,0 0 0 0 0,0 1 1 0 0,1-1-1 0 0,-1 1 0 0 0,1-1 1 0 0,-1 1-1 0 0,1 0 0 0 0,0 1 1 0 0,0-1-1 0 0,0 1 0 0 0,1 0 1 0 0,-1 0-1 0 0,1 0 1 0 0,-1 0-1 0 0,1 1 0 0 0,-1-1 1 0 0,1 1-1 0 0,0 1 0 0 0,0-1 1 0 0,-1 1-1 0 0,1-1 0 0 0,0 1 1 0 0,0 1-1 0 0,0-1 0 0 0,0 1 1 0 0,-1 0-1 0 0,1 0 0 0 0,0 0 1 0 0,7 4-1 0 0,-10-4-211 0 0,0 0-1 0 0,0 0 1 0 0,0 0 0 0 0,0 0-1 0 0,-1 1 1 0 0,1-1 0 0 0,0 1-1 0 0,-1-1 1 0 0,1 1-1 0 0,-1-1 1 0 0,0 1 0 0 0,1 0-1 0 0,-1 0 1 0 0,0 0 0 0 0,0 0-1 0 0,0 0 1 0 0,0 0 0 0 0,-1 0-1 0 0,1 0 1 0 0,0 2 0 0 0,-1 1-39 0 0,1 0-1 0 0,-1-1 1 0 0,0 1 0 0 0,0-1 0 0 0,-1 1 0 0 0,1-1 0 0 0,-1 1 0 0 0,0-1 0 0 0,-2 6 0 0 0,-3 6-44 0 0,-1-1 0 0 0,0 0 0 0 0,-1 0 0 0 0,-12 16 0 0 0,-7 7 108 0 0,-32 50 848 0 0,53-77-505 0 0,0 1-1 0 0,1-1 1 0 0,0 1-1 0 0,0 0 1 0 0,2 0-1 0 0,-4 13 0 0 0,7-24-341 0 0,0 1-1 0 0,0-1 0 0 0,0 0 0 0 0,-1 1 0 0 0,1-1 0 0 0,1 0 0 0 0,-1 1 0 0 0,0-1 0 0 0,0 0 1 0 0,0 1-1 0 0,1-1 0 0 0,-1 0 0 0 0,1 1 0 0 0,-1-1 0 0 0,1 0 0 0 0,-1 1 0 0 0,1-1 0 0 0,0 0 1 0 0,-1 0-1 0 0,1 0 0 0 0,0 0 0 0 0,1 1 0 0 0,0 0 1 0 0,0-1 1 0 0,0 1-1 0 0,1-1 1 0 0,-1 0-1 0 0,0 0 1 0 0,1 0-1 0 0,-1 0 1 0 0,1 0-1 0 0,-1-1 1 0 0,1 1-1 0 0,2 0 1 0 0,10 0 45 0 0,0-1 1 0 0,-1 0-1 0 0,23-4 1 0 0,-19 3-1 0 0,17-1-633 0 0,48 4 0 0 0,-5 7-4606 0 0,-61-6 3649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49:57.3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14 3225 0 0,'-25'-13'16769'0'0,"26"30"-16136"0"0,6 39 652 0 0,14 56 1 0 0,-16-91-1657 0 0,1 0 0 0 0,2-1 0 0 0,0 0 0 0 0,1 0 0 0 0,22 34 0 0 0,-19-35-7158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4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52 4145 0 0,'-5'-10'2286'0'0,"0"-1"1"0"0,-16-19 9624 0 0,21 50-11090 0 0,5 12-781 0 0,2 0 0 0 0,0-1 0 0 0,3 0-1 0 0,23 55 1 0 0,-24-66-19 0 0,2 1-1 0 0,1-1 1 0 0,0-1-1 0 0,1 0 0 0 0,1 0 1 0 0,1-2-1 0 0,24 24 1 0 0,-30-34-47 0 0,-1 0 0 0 0,1-1 0 0 0,0 0 0 0 0,0 0 0 0 0,0-1 0 0 0,1 0 0 0 0,0-1 0 0 0,0 0 0 0 0,14 4 0 0 0,-20-8 15 0 0,0 1-1 0 0,-1 0 1 0 0,1-1-1 0 0,0 0 1 0 0,0 0 0 0 0,-1 0-1 0 0,1 0 1 0 0,0 0-1 0 0,0-1 1 0 0,-1 0 0 0 0,1 0-1 0 0,0 0 1 0 0,-1 0-1 0 0,1 0 1 0 0,-1-1 0 0 0,0 1-1 0 0,1-1 1 0 0,-1 0-1 0 0,0 0 1 0 0,0-1 0 0 0,0 1-1 0 0,0 0 1 0 0,0-1 0 0 0,-1 0-1 0 0,1 0 1 0 0,-1 1-1 0 0,0-2 1 0 0,0 1 0 0 0,3-5-1 0 0,2-7-79 0 0,0 0 0 0 0,-1-1 0 0 0,-1 0 0 0 0,0 0-1 0 0,-1 0 1 0 0,-1-1 0 0 0,-1 1 0 0 0,1-21 0 0 0,-2-14-279 0 0,-7-71 1 0 0,-1 70 1210 0 0,5 47-246 0 0,5 32-289 0 0,1 12-288 0 0,1 1 1 0 0,3-1-1 0 0,1-1 1 0 0,2 1-1 0 0,2-2 1 0 0,1 0-1 0 0,19 36 1 0 0,-10-30-2540 0 0,-11-21-4401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4.3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8754 0 0,'3'1'6011'0'0,"4"8"-3000"0"0,6 15-1430 0 0,10 90-55 0 0,-3-15-4253 0 0,-14-75-3867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4.7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81 4609 0 0,'-6'-5'7886'0'0,"29"-2"-6675"0"0,21-10 575 0 0,2 3 0 0 0,59-13 0 0 0,-77 23-2903 0 0,0 0 0 0 0,53 2 0 0 0,-62 3-4642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6.0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 7546 0 0,'2'0'888'0'0,"3"7"257"0"0,3 9 386 0 0,-2 8-944 0 0,-3-8-340 0 0,0-1-1 0 0,1 1 1 0 0,1-1-1 0 0,0 0 1 0 0,2-1 0 0 0,-1 1-1 0 0,2-1 1 0 0,0 0-1 0 0,15 19 1 0 0,-17-26-211 0 0,42 44 259 0 0,-44-49-361 0 0,-1 1 0 0 0,0 0 0 0 0,1-1 0 0 0,0 1 0 0 0,-1-1 0 0 0,1 0 0 0 0,0-1 0 0 0,0 1 0 0 0,0 0 0 0 0,0-1 0 0 0,0 0 0 0 0,1 0 0 0 0,6 0 0 0 0,-8-1 14 0 0,0-1 0 0 0,0 1 0 0 0,0-1 0 0 0,0 0 1 0 0,0 0-1 0 0,0-1 0 0 0,0 1 0 0 0,-1 0 0 0 0,1-1 0 0 0,0 0 1 0 0,-1 0-1 0 0,1 0 0 0 0,-1 0 0 0 0,0 0 0 0 0,1 0 1 0 0,-1 0-1 0 0,0-1 0 0 0,0 1 0 0 0,-1-1 0 0 0,1 0 1 0 0,-1 1-1 0 0,1-1 0 0 0,0-3 0 0 0,4-6-55 0 0,-1-1 0 0 0,0 0 0 0 0,5-24 1 0 0,-6 12 179 0 0,-1 0 1 0 0,-1 0 0 0 0,-2-39 0 0 0,3 24 3454 0 0,-3 40-3490 0 0,7 12 921 0 0,6 13-122 0 0,4 15-150 0 0,-3-4-913 0 0,1-1 0 0 0,2 0 0 0 0,1-2 0 0 0,27 38 0 0 0,-29-51-5949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6.6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19 920 0 0,'0'0'67'0'0,"0"0"0"0"0,-1 0-1 0 0,1 0 1 0 0,0-1 0 0 0,0 1 0 0 0,0 0-1 0 0,-1 0 1 0 0,1 0 0 0 0,0 0 0 0 0,0 0-1 0 0,0 0 1 0 0,0 0 0 0 0,-1-1 0 0 0,1 1-1 0 0,0 0 1 0 0,0 0 0 0 0,0 0 0 0 0,0 0-1 0 0,0-1 1 0 0,-1 1 0 0 0,1 0 0 0 0,0 0-1 0 0,0 0 1 0 0,0-1 0 0 0,0 1 0 0 0,0 0-1 0 0,0 0 1 0 0,0 0 0 0 0,0-1 0 0 0,0 1-1 0 0,0 0 1 0 0,0 0 0 0 0,0 0 0 0 0,0-1-1 0 0,0 1 1 0 0,0 0 0 0 0,0 0 0 0 0,0-1-1 0 0,0 1 1 0 0,0 0 0 0 0,0 0 0 0 0,0 0-1 0 0,1-1 1 0 0,-1 1 0 0 0,0 0 0 0 0,0 0-1 0 0,0 0 1 0 0,0 0 0 0 0,0-1-1 0 0,0 1 1 0 0,1 0 0 0 0,-1 0 0 0 0,0 0-1 0 0,0 0 1 0 0,0 0 0 0 0,0-1 0 0 0,1 1-1 0 0,-1 0 1 0 0,0 0 0 0 0,18-1 6875 0 0,-7 1-4383 0 0,-3-2-2249 0 0,-1 0 0 0 0,1 1 0 0 0,-1-1 0 0 0,1 2 0 0 0,-1-1 0 0 0,1 1 0 0 0,0 0 0 0 0,-1 1 0 0 0,14 2 0 0 0,-18-2-285 0 0,1 0 1 0 0,-1 1-1 0 0,0-1 0 0 0,0 1 1 0 0,1 0-1 0 0,-1 0 0 0 0,0 0 0 0 0,-1 0 1 0 0,1 1-1 0 0,0-1 0 0 0,-1 1 1 0 0,1-1-1 0 0,-1 1 0 0 0,0 0 0 0 0,0 0 1 0 0,0 0-1 0 0,0 0 0 0 0,0 1 1 0 0,-1-1-1 0 0,0 0 0 0 0,1 1 1 0 0,0 5-1 0 0,1 5 57 0 0,0 0 0 0 0,-1 0 1 0 0,-1 1-1 0 0,-1-1 0 0 0,0 0 0 0 0,0 0 1 0 0,-5 25-1 0 0,0 6 616 0 0,5-44-631 0 0,0 0 0 0 0,-1 0 0 0 0,1 1 0 0 0,0-1 0 0 0,0 0 0 0 0,0 0 0 0 0,0 0 0 0 0,1 0 0 0 0,-1 0 0 0 0,0 0 0 0 0,0 0 0 0 0,1 1 0 0 0,-1-1 0 0 0,0 0 0 0 0,1 0 0 0 0,-1 0 0 0 0,1 0 0 0 0,-1 0 0 0 0,1-1 0 0 0,1 3 0 0 0,-1-3-37 0 0,0 1 0 0 0,-1-1 1 0 0,1 0-1 0 0,0 0 0 0 0,0 1 0 0 0,0-1 1 0 0,0 0-1 0 0,0 0 0 0 0,-1 0 0 0 0,1 0 1 0 0,0 0-1 0 0,0 0 0 0 0,0 0 0 0 0,0 0 0 0 0,0 0 1 0 0,-1-1-1 0 0,1 1 0 0 0,0 0 0 0 0,0-1 1 0 0,1 1-1 0 0,7-5-22 0 0,-1 0 0 0 0,0 0 1 0 0,15-12-1 0 0,-13 9-66 0 0,5-2-588 0 0,-1-1-225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7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29 7370 0 0,'8'0'971'0'0,"0"-2"0"0"0,0 1 0 0 0,0-1 1 0 0,14-6-1 0 0,-11 4-1077 0 0,-1 1-1 0 0,1 0 1 0 0,14-2-1 0 0,-23 5-118 0 0,0-1 0 0 0,1 1 0 0 0,-1 0-1 0 0,1 0 1 0 0,-1 1 0 0 0,1-1-1 0 0,-1 0 1 0 0,1 1 0 0 0,-1-1 0 0 0,0 1-1 0 0,1 0 1 0 0,-1 0 0 0 0,0 0 0 0 0,1 0-1 0 0,-1 0 1 0 0,0 1 0 0 0,0-1-1 0 0,0 0 1 0 0,2 3 0 0 0,-2-1 292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7.5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57 5985 0 0,'27'-12'4196'0'0,"41"-12"-2594"0"0,2 8-6151 0 0,-69 16 4435 0 0,15-4-1389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7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4 6913 0 0,'-23'-4'5921'0'0,"23"32"-1541"0"0,0-22-4858 0 0,4 28 869 0 0,1 1 1 0 0,2-1 0 0 0,13 37 0 0 0,-13-49-178 0 0,1-1 0 0 0,1-1 1 0 0,1 0-1 0 0,0 0 0 0 0,27 35 0 0 0,-35-52-384 0 0,0 0 0 0 0,1-1 0 0 0,-1 1 1 0 0,1-1-1 0 0,-1 0 0 0 0,1 0 0 0 0,0 0 0 0 0,0 0 0 0 0,6 3 0 0 0,-8-5 75 0 0,1 1-1 0 0,-1-1 1 0 0,1 1-1 0 0,-1-1 1 0 0,1 0-1 0 0,-1 0 1 0 0,1 0-1 0 0,-1 0 1 0 0,1 0-1 0 0,0 0 1 0 0,-1 0 0 0 0,1 0-1 0 0,-1 0 1 0 0,1-1-1 0 0,-1 1 1 0 0,1-1-1 0 0,-1 1 1 0 0,0-1-1 0 0,1 0 1 0 0,-1 1-1 0 0,1-1 1 0 0,-1 0-1 0 0,2-2 1 0 0,5-5-1116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8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0 6449 0 0,'-1'0'577'0'0,"-1"0"-465"0"0,6 4 1224 0 0,-2-1-600 0 0,-1 0 8 0 0,2 1-440 0 0,1 0-88 0 0,0 1-24 0 0,0 0 0 0 0,0 2-1280 0 0,0-2-264 0 0,-3 2-57 0 0,0-2 1 0 0,1-2 1104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8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11979 0 0,'7'22'6663'0'0,"0"34"-4777"0"0,20 146-2399 0 0,-25-187-289 0 0,1 8-6152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8.7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11979 0 0,'3'2'380'0'0,"1"0"1"0"0,-1 0 0 0 0,0 1 0 0 0,0-1 0 0 0,-1 1 0 0 0,1-1 0 0 0,0 1 0 0 0,-1 0-1 0 0,0 0 1 0 0,1 0 0 0 0,-1 1 0 0 0,2 4 0 0 0,1 2 45 0 0,-1 0 1 0 0,-1 0-1 0 0,1 1 1 0 0,1 12-1 0 0,2 19-35 0 0,1 62 0 0 0,-6-77-81 0 0,-2-24-341 0 0,11 106-320 0 0,-8-96-644 0 0,0 0 0 0 0,1-1 0 0 0,7 19 1 0 0,-3-16-4861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09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0 159 2304 0 0,'2'-7'281'0'0,"0"0"0"0"0,0 0 0 0 0,1 0 0 0 0,0 0 0 0 0,0 1 0 0 0,0-1 0 0 0,1 1 0 0 0,0 0 0 0 0,1 0 0 0 0,-1 0 0 0 0,11-9 0 0 0,-4 4 202 0 0,1 0 0 0 0,0 1-1 0 0,1 1 1 0 0,20-13 0 0 0,-31 21-399 0 0,-1 0 1 0 0,1 0 0 0 0,0 0 0 0 0,-1 1-1 0 0,1-1 1 0 0,0 0 0 0 0,0 1 0 0 0,0-1-1 0 0,0 1 1 0 0,-1-1 0 0 0,1 1-1 0 0,0 0 1 0 0,0 0 0 0 0,0 0 0 0 0,0 0-1 0 0,0 0 1 0 0,0 0 0 0 0,3 1-1 0 0,-3 0 17 0 0,-1 0 0 0 0,0 0-1 0 0,0 0 1 0 0,0 0 0 0 0,0 0 0 0 0,0 0-1 0 0,0 0 1 0 0,0 0 0 0 0,0 0-1 0 0,0 0 1 0 0,0 0 0 0 0,0 1-1 0 0,-1-1 1 0 0,1 0 0 0 0,-1 0-1 0 0,1 1 1 0 0,-1-1 0 0 0,1 1-1 0 0,-1 1 1 0 0,2 5 206 0 0,-2-1 1 0 0,1 1-1 0 0,-1 0 0 0 0,0 0 0 0 0,-1 0 1 0 0,0 0-1 0 0,-3 12 0 0 0,-21 54 689 0 0,-2 4-329 0 0,25-71-448 0 0,0 1-1 0 0,1 0 0 0 0,0 0 1 0 0,0-1-1 0 0,1 1 0 0 0,0 0 1 0 0,2 15-1 0 0,-1-21-112 0 0,-1 1 0 0 0,1-1 0 0 0,-1 0 0 0 0,1 0 1 0 0,0 0-1 0 0,0 0 0 0 0,0 0 0 0 0,0 0 0 0 0,0 0 0 0 0,0 0 0 0 0,0-1 0 0 0,1 1 0 0 0,-1 0 0 0 0,1-1 0 0 0,-1 1 1 0 0,1-1-1 0 0,0 0 0 0 0,0 1 0 0 0,-1-1 0 0 0,1 0 0 0 0,0 0 0 0 0,0 0 0 0 0,0 0 0 0 0,0 0 0 0 0,0-1 0 0 0,0 1 0 0 0,0 0 1 0 0,1-1-1 0 0,-1 0 0 0 0,0 1 0 0 0,0-1 0 0 0,0 0 0 0 0,3-1 0 0 0,9 0-15 0 0,-1 0-1 0 0,1-1 1 0 0,-1-1 0 0 0,19-6 0 0 0,2 0-592 0 0,-7 6-958 0 0,-9 2-3743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16.7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93 269 3225 0 0,'-5'-1'423'0'0,"-1"0"-1"0"0,0 1 1 0 0,0-1 0 0 0,0 1 0 0 0,0 0 0 0 0,1 1 0 0 0,-12 1-1 0 0,-14 1 3429 0 0,31-3-3818 0 0,0 0 0 0 0,0 0 1 0 0,-1 0-1 0 0,1 0 0 0 0,0 0 0 0 0,0 0 0 0 0,0 0 0 0 0,-1 0 0 0 0,1 0 0 0 0,0 0 0 0 0,0 0 1 0 0,0-1-1 0 0,-1 1 0 0 0,1 0 0 0 0,0 0 0 0 0,0 0 0 0 0,0 0 0 0 0,0 0 0 0 0,-1-1 1 0 0,1 1-1 0 0,0 0 0 0 0,0 0 0 0 0,0 0 0 0 0,0 0 0 0 0,0-1 0 0 0,-1 1 0 0 0,1 0 0 0 0,0 0 1 0 0,0 0-1 0 0,0-1 0 0 0,0 1 0 0 0,0 0 0 0 0,0 0 0 0 0,0-1 0 0 0,0 1 0 0 0,0 0 0 0 0,0-1 1 0 0,3-12 2407 0 0,11-19 2294 0 0,-11 25-4200 0 0,6-13-568 0 0,0 2-89 0 0,-1 0 0 0 0,0-1 0 0 0,-2 0 1 0 0,0-1-1 0 0,-1 0 0 0 0,-1 1 0 0 0,2-27 0 0 0,-4 32 871 0 0,1 33 440 0 0,-1-6-928 0 0,10 141 827 0 0,-2-12-830 0 0,-7-121-201 0 0,1-1 0 0 0,1 0 0 0 0,1 0-1 0 0,1 0 1 0 0,9 19 0 0 0,20 20 163 0 0,-28-47-504 0 0,1 1 0 0 0,-2-1 0 0 0,0 1 0 0 0,-1 1 0 0 0,5 13 0 0 0,-10-25-217 0 0,0 1 1 0 0,-1-1-1 0 0,0 1 0 0 0,1-1 1 0 0,-1 0-1 0 0,0 1 0 0 0,0-1 1 0 0,0 1-1 0 0,0-1 0 0 0,-1 1 1 0 0,1-1-1 0 0,-1 1 0 0 0,1-1 1 0 0,-3 4-1 0 0,-1 1-224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16.8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0 105 6449 0 0,'9'-12'6445'0'0,"-8"11"-6087"0"0,30-21 3584 0 0,-23 17-3445 0 0,53-28 2097 0 0,-20 11-3884 0 0,-23 13-5478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6.0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0,'2'2'54'0'0,"0"1"-1"0"0,1-1 0 0 0,-1 1 0 0 0,1-1 0 0 0,0 0 0 0 0,0 0 0 0 0,0 0 0 0 0,0-1 0 0 0,0 1 0 0 0,0-1 0 0 0,0 1 0 0 0,6 0 0 0 0,2 3 35 0 0,77 35 1163 0 0,141 44 0 0 0,-110-44-954 0 0,140 42-379 0 0,-42-15 540 0 0,-62-14-390 0 0,521 162-54 0 0,502 134 30 0 0,-935-280-622 0 0,411 63 1 0 0,262-27-1103 0 0,-559-69 1629 0 0,268 32 790 0 0,904 84 1538 0 0,167-83-2085 0 0,-418-60-1038 0 0,-726-9 620 0 0,727-21 226 0 0,-1184 18-16 0 0,1817-86-2503 0 0,-1076 4 4419 0 0,-728 73-1097 0 0,330-46 4760 0 0,-412 54-5536 0 0,0-2 0 0 0,-1 0 0 0 0,0-2 0 0 0,-1-1 0 0 0,1-1 0 0 0,-2-1 0 0 0,1-1 0 0 0,-2-1 0 0 0,1-1 0 0 0,38-32 0 0 0,-57 42-159 0 0,0 0-1 0 0,0-1 1 0 0,-1 0-1 0 0,1 0 1 0 0,-1 0 0 0 0,0 0-1 0 0,0 0 1 0 0,-1-1-1 0 0,1 1 1 0 0,-1-1-1 0 0,-1 0 1 0 0,1 0-1 0 0,-1 0 1 0 0,0 0 0 0 0,0 0-1 0 0,0 0 1 0 0,-1-6-1 0 0,0 8-117 0 0,-1-1 0 0 0,1 1 0 0 0,-1 0 0 0 0,0 0 0 0 0,0 0-1 0 0,0 0 1 0 0,0 0 0 0 0,-1 0 0 0 0,1 0 0 0 0,-1 1 0 0 0,0-1 0 0 0,0 1 0 0 0,-1-1-1 0 0,1 1 1 0 0,-1-1 0 0 0,0 1 0 0 0,0 0 0 0 0,0 1 0 0 0,0-1 0 0 0,0 0 0 0 0,0 1-1 0 0,-1-1 1 0 0,1 1 0 0 0,-1 0 0 0 0,-4-1 0 0 0,-9-4 59 0 0,-3-2 177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6.6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 8754 0 0,'-14'-1'3049'0'0,"12"11"-1665"0"0,16 20-986 0 0,-9-23-228 0 0,18 43 192 0 0,32 58-235 0 0,-49-98-124 0 0,0-1 0 0 0,1 0-1 0 0,0 0 1 0 0,0-1 0 0 0,1 0-1 0 0,0 0 1 0 0,0-1 0 0 0,14 10-1 0 0,-10-11-95 0 0,-11-6 133 0 0,0 0 0 0 0,0 1 1 0 0,-1-1-1 0 0,1 0 0 0 0,0 0 0 0 0,-1 0 1 0 0,1 1-1 0 0,-1-1 0 0 0,1 0 0 0 0,0 1 0 0 0,-1-1 1 0 0,1 0-1 0 0,-1 1 0 0 0,1-1 0 0 0,-1 1 1 0 0,1-1-1 0 0,-1 1 0 0 0,1-1 0 0 0,-1 1 0 0 0,1 0 1 0 0,-1-1-1 0 0,0 1 0 0 0,1-1 0 0 0,-1 1 1 0 0,0 0-1 0 0,1-1 0 0 0,-1 1 0 0 0,0 0 1 0 0,0-1-1 0 0,0 1 0 0 0,0 0 0 0 0,0-1 0 0 0,0 1 1 0 0,0 0-1 0 0,0 0 0 0 0,0-1 0 0 0,0 1 1 0 0,0 0-1 0 0,0-1 0 0 0,0 1 0 0 0,-1 0 1 0 0,1-1-1 0 0,0 1 0 0 0,0 0 0 0 0,-1-1 0 0 0,1 1 1 0 0,0-1-1 0 0,-1 1 0 0 0,1 0 0 0 0,-1-1 1 0 0,1 1-1 0 0,-1-1 0 0 0,1 1 0 0 0,-2 0 0 0 0,-139 237 2671 0 0,64-102-4269 0 0,45-82-4732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8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12 504 7370 0 0,'-3'-6'369'0'0,"1"0"1"0"0,1 0 0 0 0,-1 0 0 0 0,1-1-1 0 0,0 1 1 0 0,0-1 0 0 0,1 1 0 0 0,0-1-1 0 0,0 1 1 0 0,1-1 0 0 0,-1 1 0 0 0,1 0-1 0 0,1-1 1 0 0,-1 1 0 0 0,1 0 0 0 0,0 0-1 0 0,1 0 1 0 0,-1 0 0 0 0,1 0 0 0 0,0 0-1 0 0,6-6 1 0 0,-7 8-220 0 0,1 0 1 0 0,0 1-1 0 0,0 0 1 0 0,0 0-1 0 0,1-1 1 0 0,-1 2-1 0 0,1-1 0 0 0,0 0 1 0 0,0 1-1 0 0,-1 0 1 0 0,2 0-1 0 0,-1 0 0 0 0,0 0 1 0 0,0 1-1 0 0,1-1 1 0 0,-1 1-1 0 0,0 0 1 0 0,1 1-1 0 0,-1-1 0 0 0,1 1 1 0 0,-1 0-1 0 0,1 0 1 0 0,0 0-1 0 0,-1 0 0 0 0,1 1 1 0 0,-1 0-1 0 0,0 0 1 0 0,1 0-1 0 0,-1 0 1 0 0,8 5-1 0 0,-1-1-1 0 0,0 1 0 0 0,-1 1 0 0 0,0 0 0 0 0,0 1 0 0 0,-1-1 0 0 0,0 2 0 0 0,0-1 1 0 0,14 21-1 0 0,5 9 0 0 0,22 42 1 0 0,-18-27-4 0 0,-21-36-139 0 0,3 5-5 0 0,23 28-1 0 0,-34-45 0 0 0,1-1 0 0 0,0 1 0 0 0,0-1 0 0 0,1 0 0 0 0,0 0 0 0 0,-1-1 0 0 0,1 0 0 0 0,0 1 0 0 0,1-2 0 0 0,-1 1-1 0 0,11 3 1 0 0,-14-5 12 0 0,1-1 0 0 0,-1 1-1 0 0,0-1 1 0 0,1 0-1 0 0,-1 0 1 0 0,1 0-1 0 0,-1 0 1 0 0,0 0 0 0 0,1-1-1 0 0,-1 1 1 0 0,1-1-1 0 0,-1 0 1 0 0,0 0-1 0 0,0 1 1 0 0,0-1 0 0 0,1-1-1 0 0,1 0 1 0 0,0-1 19 0 0,1-1 1 0 0,-1 1-1 0 0,0-1 0 0 0,0 0 1 0 0,-1 0-1 0 0,1 0 1 0 0,3-6-1 0 0,2-5 47 0 0,-1 0 1 0 0,0-1-1 0 0,10-28 0 0 0,10-51-53 0 0,15-100 0 0 0,9-29-3297 0 0,-42 188 1120 0 0,0 0-4279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8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 14283 0 0,'2'-10'1411'0'0,"-2"10"-1343"0"0,0 0 0 0 0,0 0 0 0 0,0 0 1 0 0,1 0-1 0 0,-1 0 0 0 0,0 0 0 0 0,0 0 1 0 0,1 0-1 0 0,-1 0 0 0 0,0 0 0 0 0,0 0 1 0 0,0 0-1 0 0,1 0 0 0 0,-1 0 0 0 0,0 0 0 0 0,0 0 1 0 0,0 1-1 0 0,1-1 0 0 0,-1 0 0 0 0,0 0 1 0 0,0 0-1 0 0,0 0 0 0 0,1 0 0 0 0,-1 0 1 0 0,0 1-1 0 0,0-1 0 0 0,0 0 0 0 0,0 0 0 0 0,0 0 1 0 0,1 0-1 0 0,-1 1 0 0 0,0-1 0 0 0,0 0 1 0 0,0 0-1 0 0,0 0 0 0 0,0 1 0 0 0,0-1 0 0 0,0 0 1 0 0,0 0-1 0 0,0 1 0 0 0,0-1 0 0 0,0 0 1 0 0,0 0-1 0 0,0 0 0 0 0,0 1 0 0 0,0-1 1 0 0,0 0-1 0 0,0 0 0 0 0,0 0 0 0 0,0 1 0 0 0,5 29 673 0 0,-2 0-1 0 0,-1 1 0 0 0,-3 35 0 0 0,5 55-801 0 0,-3-107-81 0 0,1 0 1 0 0,1 0-1 0 0,0 0 0 0 0,1 0 0 0 0,1-1 0 0 0,7 18 1 0 0,-10-28-254 0 0,-1-1 1 0 0,0 1 0 0 0,1-1 0 0 0,-1 1 0 0 0,1-1 0 0 0,0 0-1 0 0,0 0 1 0 0,0 0 0 0 0,0 0 0 0 0,4 4 0 0 0,1-5-1228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8.7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5 188 3225 0 0,'-1'-4'57'0'0,"0"-1"0"0"0,0 1 1 0 0,0-1-1 0 0,1 0 0 0 0,-1 1 1 0 0,1-1-1 0 0,1 1 0 0 0,-1-1 1 0 0,0 0-1 0 0,1 1 0 0 0,0-1 0 0 0,0 1 1 0 0,3-6-1 0 0,0 0 594 0 0,1 0 0 0 0,0 0 0 0 0,1 1 0 0 0,10-14 0 0 0,-12 18-278 0 0,0 0 0 0 0,1 0 0 0 0,-1 0 0 0 0,1 1 0 0 0,0-1 0 0 0,0 1 0 0 0,1 1 0 0 0,-1-1 0 0 0,1 1 0 0 0,12-6 0 0 0,-15 8-247 0 0,-1 0 0 0 0,1 0 0 0 0,-1 1 0 0 0,1-1 0 0 0,0 1 0 0 0,-1 0 0 0 0,1 0 0 0 0,0 0 0 0 0,-1 0 0 0 0,1 0 0 0 0,0 0 0 0 0,-1 1-1 0 0,1-1 1 0 0,0 1 0 0 0,-1 0 0 0 0,1 0 0 0 0,-1 0 0 0 0,1 0 0 0 0,-1 0 0 0 0,0 0 0 0 0,1 1 0 0 0,-1-1 0 0 0,0 1 0 0 0,0 0 0 0 0,0-1 0 0 0,0 1-1 0 0,0 0 1 0 0,0 0 0 0 0,2 4 0 0 0,0 1 22 0 0,1 0 0 0 0,-2 0 0 0 0,1 0 0 0 0,-1 0 0 0 0,0 1 0 0 0,0-1 0 0 0,-1 1 0 0 0,0 0 0 0 0,0 0 0 0 0,-1 0 0 0 0,0 0 0 0 0,0 0 0 0 0,-1 0 0 0 0,0 0 0 0 0,-1 0 0 0 0,-1 9 0 0 0,0-3 170 0 0,-2 1 1 0 0,0 0 0 0 0,0-1-1 0 0,-1 0 1 0 0,-1 0 0 0 0,-1 0 0 0 0,-13 21-1 0 0,18-33-235 0 0,1-1 0 0 0,0 1-1 0 0,1 0 1 0 0,-1-1-1 0 0,0 1 1 0 0,0 0 0 0 0,1-1-1 0 0,-1 1 1 0 0,1 0 0 0 0,-1 0-1 0 0,1 2 1 0 0,0-4-51 0 0,0 1-1 0 0,0-1 1 0 0,0 1 0 0 0,0-1 0 0 0,0 1 0 0 0,0-1-1 0 0,1 0 1 0 0,-1 1 0 0 0,0-1 0 0 0,0 1 0 0 0,0-1-1 0 0,1 0 1 0 0,-1 1 0 0 0,0-1 0 0 0,0 0-1 0 0,1 1 1 0 0,-1-1 0 0 0,0 0 0 0 0,1 0 0 0 0,-1 1-1 0 0,0-1 1 0 0,1 0 0 0 0,-1 0 0 0 0,1 0-1 0 0,-1 1 1 0 0,0-1 0 0 0,1 0 0 0 0,-1 0 0 0 0,1 0-1 0 0,5 0 85 0 0,-1 1-1 0 0,0-2 1 0 0,1 1 0 0 0,-1 0-1 0 0,0-1 1 0 0,6-2-1 0 0,-5 2-188 0 0,16-3 50 0 0,0 0 0 0 0,37 0 0 0 0,-9 10-1635 0 0,-43-4 596 0 0,0 1 0 0 0,1 0 0 0 0,-1 0 1 0 0,13 7-1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9.3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89 5529 0 0,'2'-4'431'0'0,"0"0"0"0"0,0 1-1 0 0,0 0 1 0 0,0-1 0 0 0,1 1-1 0 0,0 0 1 0 0,-1 0 0 0 0,1 1-1 0 0,0-1 1 0 0,6-4 0 0 0,38-23 2331 0 0,-40 27-2271 0 0,-4 0-252 0 0,0 1 0 0 0,1 0-1 0 0,0 1 1 0 0,-1-1 0 0 0,1 1-1 0 0,0-1 1 0 0,0 1 0 0 0,0 0 0 0 0,0 0-1 0 0,0 1 1 0 0,0-1 0 0 0,0 1-1 0 0,0 0 1 0 0,4 1 0 0 0,-5-1-157 0 0,-1 1 1 0 0,0 0-1 0 0,0 0 1 0 0,0 0-1 0 0,0 0 1 0 0,-1 0-1 0 0,1 0 1 0 0,0 0-1 0 0,0 1 1 0 0,-1-1-1 0 0,1 1 1 0 0,0-1-1 0 0,-1 1 1 0 0,0 0-1 0 0,1-1 1 0 0,-1 1-1 0 0,0 0 1 0 0,0 0-1 0 0,0 0 1 0 0,0 0-1 0 0,0 0 1 0 0,-1 0-1 0 0,1 0 1 0 0,0 0-1 0 0,-1 1 1 0 0,0-1-1 0 0,1 3 1 0 0,0 7-1 0 0,-1 1 0 0 0,0 0-1 0 0,0 0 1 0 0,-1 0 0 0 0,-1-1 0 0 0,0 1 0 0 0,-1-1 0 0 0,0 1 0 0 0,-7 15 0 0 0,4-10 290 0 0,1 1 0 0 0,-5 35 0 0 0,10-53-334 0 0,0-1 0 0 0,-1 1 0 0 0,1 0 0 0 0,0-1 0 0 0,0 1 0 0 0,0 0 0 0 0,0-1 0 0 0,0 1 1 0 0,1-1-1 0 0,-1 1 0 0 0,0 0 0 0 0,0-1 0 0 0,0 1 0 0 0,0-1 0 0 0,1 1 0 0 0,-1 0 0 0 0,0-1 0 0 0,1 1 0 0 0,-1-1 0 0 0,0 1 0 0 0,1-1 0 0 0,-1 1 0 0 0,0-1 1 0 0,1 1-1 0 0,-1-1 0 0 0,1 0 0 0 0,-1 1 0 0 0,1-1 0 0 0,0 1 0 0 0,1-1-4 0 0,-1 1 0 0 0,1-1 0 0 0,0 0 0 0 0,-1 0 0 0 0,1 0 0 0 0,-1 0 0 0 0,1 0-1 0 0,-1 0 1 0 0,1 0 0 0 0,0 0 0 0 0,2-2 0 0 0,45-18-53 0 0,-43 16 84 0 0,39-17-788 0 0,-28 13 38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9.6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14 10594 0 0,'-10'1'3867'0'0,"20"-5"-2165"0"0,21-5-1782 0 0,-29 9-236 0 0,1-1 0 0 0,-1 1-1 0 0,0 0 1 0 0,0 0 0 0 0,0 0-1 0 0,1 0 1 0 0,-1 0 0 0 0,0 1-1 0 0,0-1 1 0 0,1 0-1 0 0,-1 1 1 0 0,0 0 0 0 0,0 0-1 0 0,0 0 1 0 0,0 0 0 0 0,0 0-1 0 0,2 1 1 0 0,-4 1 201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29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62 5529 0 0,'48'-22'5931'0'0,"28"-13"-7722"0"0,-65 31 1572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0.3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7370 0 0,'10'24'5065'0'0,"-1"28"-2703"0"0,-7-37-1645 0 0,5 29 849 0 0,2 0 0 0 0,25 70 0 0 0,-25-88-1318 0 0,2-1-1 0 0,1-1 1 0 0,1 0 0 0 0,1 0-1 0 0,28 35 1 0 0,-40-58-703 0 0,4 7 430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0.5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 5985 0 0,'5'-1'3091'0'0,"12"-1"-692"0"0,-15 2-2436 0 0,-1 0 1 0 0,1 0-1 0 0,0 0 1 0 0,0 1-1 0 0,0-1 1 0 0,-1 0-1 0 0,1 1 1 0 0,0-1-1 0 0,0 1 0 0 0,-1 0 1 0 0,1-1-1 0 0,0 1 1 0 0,-1 0-1 0 0,1 0 1 0 0,-1 0-1 0 0,1 0 1 0 0,1 2-1 0 0,-1 0-385 0 0,1 0-1 0 0,-1 1 1 0 0,1-1 0 0 0,-1 1-1 0 0,0 0 1 0 0,0 0 0 0 0,-1-1-1 0 0,1 1 1 0 0,-1 0 0 0 0,0 0-1 0 0,0 0 1 0 0,1 8-1 0 0,1 12-1382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1.4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68 3225 0 0,'-1'0'235'0'0,"0"-1"1"0"0,1 0 0 0 0,-1 1-1 0 0,1-1 1 0 0,-1 0 0 0 0,0 0 0 0 0,1 1-1 0 0,-1-1 1 0 0,1 0 0 0 0,0 0-1 0 0,-1 0 1 0 0,1 0 0 0 0,0 1-1 0 0,0-1 1 0 0,-1 0 0 0 0,1 0-1 0 0,0 0 1 0 0,0 0 0 0 0,0 0-1 0 0,0 0 1 0 0,0 0 0 0 0,0 0 0 0 0,0 0-1 0 0,0 1 1 0 0,1-1 0 0 0,-1 0-1 0 0,1-1 1 0 0,0 0 172 0 0,0 0-1 0 0,0 0 1 0 0,1 0 0 0 0,-1 0-1 0 0,1 0 1 0 0,-1 1-1 0 0,1-1 1 0 0,0 0 0 0 0,-1 1-1 0 0,5-3 1 0 0,-1 1 73 0 0,0 0-1 0 0,0 1 1 0 0,0-1 0 0 0,1 1 0 0 0,-1 0-1 0 0,1 0 1 0 0,-1 1 0 0 0,11-2 0 0 0,-14 3-413 0 0,1 0 1 0 0,-1 0-1 0 0,1 0 1 0 0,0 0-1 0 0,-1 1 0 0 0,1-1 1 0 0,-1 1-1 0 0,0 0 1 0 0,1-1-1 0 0,-1 1 1 0 0,1 0-1 0 0,-1 0 1 0 0,0 1-1 0 0,0-1 1 0 0,0 0-1 0 0,0 1 1 0 0,0-1-1 0 0,0 1 0 0 0,0 0 1 0 0,0 0-1 0 0,2 3 1 0 0,-2-2-67 0 0,-1 0 0 0 0,1 1 0 0 0,-1-1 1 0 0,0 1-1 0 0,0-1 0 0 0,0 1 0 0 0,0 0 0 0 0,-1 0 1 0 0,1-1-1 0 0,-1 1 0 0 0,0 0 0 0 0,0 0 0 0 0,0-1 0 0 0,-2 5 1 0 0,0 6-83 0 0,-2 0 0 0 0,0 0 0 0 0,-7 17 0 0 0,7-20 68 0 0,0 0 1 0 0,0 0-1 0 0,1 0 0 0 0,0 1 0 0 0,1-1 0 0 0,-1 14 0 0 0,3-24 52 0 0,0 0-1 0 0,0-1 1 0 0,0 1 0 0 0,0 0 0 0 0,1 0 0 0 0,-1 0-1 0 0,0 0 1 0 0,0 0 0 0 0,0 0 0 0 0,1 0-1 0 0,-1 0 1 0 0,0 0 0 0 0,1 0 0 0 0,-1 0-1 0 0,1-1 1 0 0,-1 1 0 0 0,1 0 0 0 0,0 0 0 0 0,-1-1-1 0 0,1 1 1 0 0,0 0 0 0 0,-1 0 0 0 0,1-1-1 0 0,0 1 1 0 0,0-1 0 0 0,1 1 0 0 0,0 0 8 0 0,0 0 0 0 0,0-1 0 0 0,0 0 1 0 0,0 1-1 0 0,0-1 0 0 0,0 0 0 0 0,1 0 0 0 0,-1 0 1 0 0,0 0-1 0 0,0-1 0 0 0,4 0 0 0 0,6-2 39 0 0,0-1 0 0 0,-1-1-1 0 0,15-7 1 0 0,-22 10-67 0 0,43-20-2068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1.7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 10138 0 0,'2'29'4356'0'0,"1"29"-1242"0"0,-7 88 0 0 0,0-87-4094 0 0,7 87-1 0 0,-1-134-488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2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4 252 3681 0 0,'-1'-10'184'0'0,"-1"-1"1"0"0,2 1 0 0 0,-1 0-1 0 0,2-1 1 0 0,1-11 0 0 0,-1 12 425 0 0,1-1 0 0 0,0 1 0 0 0,1 0 0 0 0,0-1 0 0 0,1 1 0 0 0,0 1 0 0 0,1-1 0 0 0,-1 1 0 0 0,2-1 0 0 0,0 1 0 0 0,0 1 0 0 0,0-1 0 0 0,1 1 0 0 0,13-12 0 0 0,-17 18-285 0 0,1-1 0 0 0,0 0 0 0 0,-1 1 0 0 0,1 0 0 0 0,0 0 0 0 0,1 0 0 0 0,-1 1 0 0 0,0-1 0 0 0,0 1 0 0 0,1 0 0 0 0,-1 0 0 0 0,0 1 0 0 0,1-1 0 0 0,6 1 0 0 0,-9 0-259 0 0,0 0 0 0 0,0 0 1 0 0,0 1-1 0 0,0-1 0 0 0,0 1 0 0 0,0-1 1 0 0,0 1-1 0 0,-1 0 0 0 0,1-1 0 0 0,0 1 1 0 0,0 0-1 0 0,-1 0 0 0 0,1 1 0 0 0,-1-1 1 0 0,1 0-1 0 0,-1 0 0 0 0,1 1 0 0 0,-1-1 1 0 0,0 1-1 0 0,1-1 0 0 0,-1 1 0 0 0,0 0 1 0 0,0-1-1 0 0,0 1 0 0 0,-1 0 0 0 0,1 0 1 0 0,0-1-1 0 0,-1 1 0 0 0,1 0 0 0 0,-1 0 1 0 0,1 0-1 0 0,-1 0 0 0 0,0 0 0 0 0,0 3 1 0 0,0 10-75 0 0,-2-1 0 0 0,1 1 1 0 0,-2-1-1 0 0,0 0 1 0 0,0 0-1 0 0,-1 0 1 0 0,-10 20-1 0 0,7-18 0 0 0,2 0-1 0 0,0 1 1 0 0,0-1-1 0 0,-3 30 1 0 0,8-45 33 0 0,0 1 0 0 0,0-1 0 0 0,0 0 0 0 0,0 1 1 0 0,0-1-1 0 0,0 0 0 0 0,0 1 0 0 0,0-1 0 0 0,0 0 0 0 0,1 0 0 0 0,-1 1 1 0 0,0-1-1 0 0,1 0 0 0 0,-1 0 0 0 0,1 1 0 0 0,0-1 0 0 0,-1 0 1 0 0,1 0-1 0 0,0 0 0 0 0,0 0 0 0 0,0 0 0 0 0,-1 0 0 0 0,1 0 0 0 0,0 0 1 0 0,0 0-1 0 0,1-1 0 0 0,-1 1 0 0 0,0 0 0 0 0,0-1 0 0 0,0 1 0 0 0,0-1 1 0 0,1 1-1 0 0,-1-1 0 0 0,0 1 0 0 0,0-1 0 0 0,1 0 0 0 0,-1 0 1 0 0,0 1-1 0 0,1-1 0 0 0,-1 0 0 0 0,3-1 0 0 0,6 1 96 0 0,1-1 0 0 0,-1-1 0 0 0,1 0 0 0 0,14-5 0 0 0,3 0-198 0 0,-16 5-239 0 0,0 1 1 0 0,0 1-1 0 0,22 2 0 0 0,12 4-3362 0 0,-23-2-2873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2.7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49 1376 0 0,'-9'-17'8468'0'0,"9"16"-7998"0"0,0 0 0 0 0,0 0 1 0 0,0 0-1 0 0,1-2 1 0 0,-1 1-188 0 0,1 1 0 0 0,-1 0 0 0 0,1 0 1 0 0,-1 0-1 0 0,1 0 0 0 0,0-1 1 0 0,0 1-1 0 0,0 0 0 0 0,-1 0 1 0 0,1 0-1 0 0,0 0 0 0 0,0 1 1 0 0,0-1-1 0 0,0 0 0 0 0,0 0 0 0 0,2 0 1 0 0,-1 0-203 0 0,-1 0 1 0 0,1 0 0 0 0,-1 0-1 0 0,1 1 1 0 0,0-1 0 0 0,0 1-1 0 0,-1-1 1 0 0,1 1 0 0 0,0 0-1 0 0,0-1 1 0 0,-1 1 0 0 0,1 0-1 0 0,0 0 1 0 0,0 0 0 0 0,0 1-1 0 0,-1-1 1 0 0,1 0 0 0 0,0 1-1 0 0,0-1 1 0 0,-1 1 0 0 0,1-1-1 0 0,0 1 1 0 0,-1 0 0 0 0,1 0-1 0 0,-1 0 1 0 0,1 0 0 0 0,-1 0-1 0 0,3 2 1 0 0,-1 1 10 0 0,1 1 0 0 0,-1 0-1 0 0,0 0 1 0 0,-1 0 0 0 0,1 1-1 0 0,-1-1 1 0 0,0 1 0 0 0,0-1-1 0 0,-1 1 1 0 0,2 11 0 0 0,2 65-124 0 0,-3-24 167 0 0,-2-54-56 0 0,0-1 0 0 0,0 0 0 0 0,1 0 0 0 0,-1 0 0 0 0,1 0 0 0 0,0 0 0 0 0,0 0 0 0 0,0 0 0 0 0,0 0 0 0 0,3 4 0 0 0,-3-6-30 0 0,0 0 1 0 0,0-1 0 0 0,1 1-1 0 0,-1-1 1 0 0,0 1 0 0 0,0-1-1 0 0,1 0 1 0 0,-1 1-1 0 0,0-1 1 0 0,1 0 0 0 0,-1 0-1 0 0,0 0 1 0 0,1 0 0 0 0,-1 0-1 0 0,0 0 1 0 0,1 0 0 0 0,-1-1-1 0 0,0 1 1 0 0,1 0-1 0 0,-1-1 1 0 0,0 1 0 0 0,0-1-1 0 0,1 1 1 0 0,-1-1 0 0 0,0 0-1 0 0,2-1 1 0 0,72-37 690 0 0,-23 11-2106 0 0,-15 11-4241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5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26 123 3225 0 0,'-20'-74'3949'0'0,"14"26"6621"0"0,14 86-7982 0 0,-1 3-2527 0 0,42 184 433 0 0,-43-203-455 0 0,2 0 0 0 0,1-1-1 0 0,0 0 1 0 0,1 0 0 0 0,2-1-1 0 0,0 0 1 0 0,27 33 0 0 0,-34-48-56 0 0,-1 0 0 0 0,1 0 1 0 0,0-1-1 0 0,0 0 1 0 0,1 0-1 0 0,-1 0 1 0 0,1 0-1 0 0,0-1 0 0 0,0 0 1 0 0,0 0-1 0 0,0-1 1 0 0,1 0-1 0 0,6 2 0 0 0,-9-3 4 0 0,0-1-1 0 0,0 0 1 0 0,0 1-1 0 0,0-2 1 0 0,0 1-1 0 0,0 0 1 0 0,1-1-1 0 0,-1 0 0 0 0,0 0 1 0 0,-1 0-1 0 0,1 0 1 0 0,0-1-1 0 0,0 1 1 0 0,0-1-1 0 0,-1 0 0 0 0,1 0 1 0 0,-1-1-1 0 0,0 1 1 0 0,1-1-1 0 0,-1 1 1 0 0,0-1-1 0 0,3-4 0 0 0,2-2-56 0 0,-1 0-1 0 0,-1 0 0 0 0,1-1 1 0 0,-1 0-1 0 0,-1 0 0 0 0,0-1 0 0 0,0 1 1 0 0,-1-1-1 0 0,-1 0 0 0 0,5-22 0 0 0,-3-2-40 0 0,-2-1-1 0 0,-1-42 0 0 0,-3 46 72 0 0,2 0 1 0 0,2 0-1 0 0,6-34 0 0 0,-8 64 54 0 0,-1 0-1 0 0,0 0 0 0 0,1 0 1 0 0,-1 0-1 0 0,1 0 1 0 0,0 0-1 0 0,0 1 1 0 0,-1-1-1 0 0,1 0 0 0 0,0 0 1 0 0,0 1-1 0 0,1-1 1 0 0,-1 1-1 0 0,0-1 1 0 0,2-1-1 0 0,-2 3 11 0 0,-1 0 1 0 0,0 0-1 0 0,1 0 1 0 0,-1 0-1 0 0,1-1 1 0 0,-1 1-1 0 0,0 0 1 0 0,1 0-1 0 0,-1 0 1 0 0,1 0-1 0 0,-1 0 1 0 0,0 0-1 0 0,1 1 0 0 0,-1-1 1 0 0,1 0-1 0 0,-1 0 1 0 0,0 0-1 0 0,1 0 1 0 0,-1 0-1 0 0,0 1 1 0 0,1-1-1 0 0,-1 0 1 0 0,0 0-1 0 0,1 0 0 0 0,0 1 1 0 0,10 16 750 0 0,98 226 944 0 0,-99-222-1829 0 0,-2-5 178 0 0,0 0 0 0 0,17 22 0 0 0,-23-34-183 0 0,1 0 1 0 0,0-1-1 0 0,0 0 0 0 0,1 1 0 0 0,-1-1 1 0 0,1 0-1 0 0,-1-1 0 0 0,1 1 0 0 0,0-1 1 0 0,0 0-1 0 0,0 1 0 0 0,0-2 0 0 0,0 1 1 0 0,1 0-1 0 0,4 0 0 0 0,7 0-1328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5.7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35 109 6913 0 0,'-2'0'256'0'0,"0"0"0"0"0,0-1 0 0 0,1 0 0 0 0,-1 1 0 0 0,0-1 0 0 0,0 0 0 0 0,1 0-1 0 0,-1 0 1 0 0,1 0 0 0 0,-1 0 0 0 0,1 0 0 0 0,-1-1 0 0 0,1 1 0 0 0,0 0 0 0 0,0-1-1 0 0,-1 1 1 0 0,1-1 0 0 0,0 1 0 0 0,0-1 0 0 0,1 1 0 0 0,-1-1 0 0 0,0 0 0 0 0,0 0-1 0 0,1 1 1 0 0,-1-1 0 0 0,1 0 0 0 0,0 0 0 0 0,-1 0 0 0 0,1 0 0 0 0,0 1 0 0 0,0-1-1 0 0,0 0 1 0 0,0 0 0 0 0,1 0 0 0 0,-1 0 0 0 0,0 0 0 0 0,1 1 0 0 0,-1-1 0 0 0,1 0-1 0 0,0 0 1 0 0,-1 1 0 0 0,1-1 0 0 0,0 0 0 0 0,0 1 0 0 0,0-1 0 0 0,0 1 0 0 0,1-1-1 0 0,-1 1 1 0 0,0 0 0 0 0,0-1 0 0 0,3 0 0 0 0,3-3-15 0 0,0 0 0 0 0,1 1 0 0 0,-1 0 0 0 0,1 1 0 0 0,0-1-1 0 0,14-2 1 0 0,-20 5-221 0 0,1 1 0 0 0,-1 0 0 0 0,1-1 0 0 0,-1 1 0 0 0,1 0 0 0 0,-1 1 0 0 0,1-1 0 0 0,-1 0 0 0 0,1 1 0 0 0,-1-1 0 0 0,0 1 0 0 0,1 0 0 0 0,-1 0 0 0 0,0 0 0 0 0,0 0 0 0 0,1 0 0 0 0,-1 0 0 0 0,0 1 0 0 0,0-1 0 0 0,0 1 0 0 0,0-1 0 0 0,-1 1 0 0 0,1 0 0 0 0,0 0 0 0 0,-1 0 0 0 0,1 0 0 0 0,1 4 0 0 0,2 3-25 0 0,-1 1 0 0 0,0 0 0 0 0,0 0 0 0 0,-1 1 0 0 0,0-1 0 0 0,-1 1 0 0 0,0-1 0 0 0,-1 1 0 0 0,0 0 0 0 0,-1 11 0 0 0,0-9 3 0 0,0-1 0 0 0,1 1 0 0 0,1-1 0 0 0,0 0 1 0 0,1 1-1 0 0,7 19 0 0 0,-9-31 5 0 0,-1 0 1 0 0,1 0-1 0 0,0 0 0 0 0,-1 0 1 0 0,1-1-1 0 0,0 1 0 0 0,0 0 1 0 0,0 0-1 0 0,-1 0 0 0 0,1-1 1 0 0,0 1-1 0 0,0 0 0 0 0,0-1 1 0 0,0 1-1 0 0,0-1 0 0 0,0 1 1 0 0,0-1-1 0 0,0 0 1 0 0,1 1-1 0 0,-1-1 0 0 0,0 0 1 0 0,0 0-1 0 0,0 0 0 0 0,0 0 1 0 0,0 0-1 0 0,1 0 0 0 0,-1 0 1 0 0,0 0-1 0 0,0 0 0 0 0,0-1 1 0 0,0 1-1 0 0,0 0 0 0 0,0-1 1 0 0,0 1-1 0 0,0 0 1 0 0,0-1-1 0 0,0 0 0 0 0,0 1 1 0 0,0-1-1 0 0,0 0 0 0 0,1 0 1 0 0,8-5 34 0 0,-1-1 1 0 0,0 0-1 0 0,10-10 1 0 0,-12 11-30 0 0,17-15-1537 0 0,38-25 1 0 0,-44 36-5620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5.9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85 5529 0 0,'-6'0'6232'0'0,"20"-7"-2276"0"0,-8 4-4989 0 0,132-62 5478 0 0,-120 56-4810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8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22 125 7370 0 0,'2'-7'8521'0'0,"-8"16"-6713"0"0,-6 22-1398 0 0,9-11-157 0 0,1 0 0 0 0,1-1 0 0 0,1 1 0 0 0,1 0 0 0 0,0 0 0 0 0,8 35 0 0 0,-7-44-240 0 0,1 0-1 0 0,0 0 1 0 0,0-1 0 0 0,1 1 0 0 0,1-1-1 0 0,0 0 1 0 0,0 0 0 0 0,1 0-1 0 0,1 0 1 0 0,-1-1 0 0 0,1 0-1 0 0,1-1 1 0 0,11 11 0 0 0,-16-17-4 0 0,0 1 1 0 0,0-1-1 0 0,0 0 1 0 0,1 0-1 0 0,-1 0 0 0 0,1-1 1 0 0,0 1-1 0 0,-1-1 1 0 0,1 0-1 0 0,0 0 1 0 0,0 0-1 0 0,0 0 1 0 0,0-1-1 0 0,0 0 1 0 0,-1 1-1 0 0,1-1 1 0 0,0-1-1 0 0,0 1 1 0 0,0-1-1 0 0,0 1 1 0 0,0-1-1 0 0,0 0 1 0 0,0 0-1 0 0,-1-1 1 0 0,1 1-1 0 0,-1-1 1 0 0,1 0-1 0 0,-1 0 0 0 0,1 0 1 0 0,-1 0-1 0 0,0-1 1 0 0,0 1-1 0 0,4-5 1 0 0,-1 1 35 0 0,-1 0 1 0 0,0 0-1 0 0,0-1 1 0 0,0 1 0 0 0,0-1-1 0 0,-1 0 1 0 0,-1-1-1 0 0,1 1 1 0 0,-1-1-1 0 0,0 1 1 0 0,-1-1-1 0 0,0 0 1 0 0,0 0-1 0 0,0 0 1 0 0,0-13 0 0 0,-3 2-2 0 0,-1 0 0 0 0,-1-1 0 0 0,-1 1 0 0 0,0 0 0 0 0,-1 1 0 0 0,-14-33 0 0 0,-3 3-278 0 0,-34-57-1 0 0,40 82-1362 0 0,12 19 330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30 8754 0 0,'15'-5'7477'0'0,"16"-3"-4689"0"0,6 0-4000 0 0,-5 2-3314 0 0,-17 4-1177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4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39 8754 0 0,'4'0'360'0'0,"-1"0"-1"0"0,1 0 1 0 0,-1 0 0 0 0,1 0 0 0 0,-1 0-1 0 0,1-1 1 0 0,-1 0 0 0 0,1 0 0 0 0,-1 0-1 0 0,5-2 1 0 0,2 0 17 0 0,40-7-808 0 0,-1-4-5515 0 0,-34 9 3852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7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2761 0 0,'2'3'853'0'0,"0"0"1"0"0,0 0 0 0 0,0-1-1 0 0,0 1 1 0 0,0 1 0 0 0,-1-1 0 0 0,0 0-1 0 0,0 0 1 0 0,0 1 0 0 0,0-1-1 0 0,0 0 1 0 0,0 1 0 0 0,-1 3 0 0 0,1 52 2634 0 0,-1-25-1966 0 0,2-4-1183 0 0,2 0 1 0 0,0 0 0 0 0,2 0-1 0 0,15 41 1 0 0,-17-58-242 0 0,1-2 0 0 0,0 1 1 0 0,0 0-1 0 0,1-1 0 0 0,1 0 1 0 0,0-1-1 0 0,1 1 0 0 0,0-1 0 0 0,0-1 1 0 0,1 0-1 0 0,0 0 0 0 0,1 0 1 0 0,12 8-1 0 0,-19-15-329 0 0,1 0 0 0 0,-1 0 0 0 0,1 0 0 0 0,-1-1 0 0 0,1 1 0 0 0,0-1 0 0 0,0 1 0 0 0,-1-1 0 0 0,1-1 0 0 0,0 1 0 0 0,0 0 1 0 0,0-1-1 0 0,0 0 0 0 0,0 0 0 0 0,0 0 0 0 0,0-1 0 0 0,0 1 0 0 0,0-1 0 0 0,0 0 0 0 0,0 0 0 0 0,0 0 0 0 0,-1 0 0 0 0,1-1 0 0 0,0 0 0 0 0,-1 1 0 0 0,0-1 0 0 0,1-1 0 0 0,5-4 0 0 0,7-8-6690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39.9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28 7370 0 0,'4'-15'6956'0'0,"-4"14"-6768"0"0,1 1 0 0 0,-1 0 0 0 0,1 0 0 0 0,0-1 0 0 0,1 0-94 0 0,-1 0 0 0 0,1 0 1 0 0,-1 0-1 0 0,1 0 0 0 0,-1 0 1 0 0,1 0-1 0 0,0 0 0 0 0,0 1 0 0 0,0-1 1 0 0,-1 1-1 0 0,1-1 0 0 0,3 0 1 0 0,-3 2-259 0 0,1 0 0 0 0,-1 0 0 0 0,1 0 0 0 0,-1 0 0 0 0,0 0 0 0 0,0 0 0 0 0,0 1 0 0 0,1-1 0 0 0,-1 1 0 0 0,-1-1 0 0 0,1 1 0 0 0,0 0 0 0 0,0 0 0 0 0,-1 0 0 0 0,1 0 0 0 0,-1 0 0 0 0,2 3 0 0 0,5 5 147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0.3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53 3681 0 0,'0'0'63'0'0,"0"0"-1"0"0,0 0 1 0 0,-1 0 0 0 0,1 0 0 0 0,0 0 0 0 0,-1 0 0 0 0,1 0-1 0 0,0 0 1 0 0,0 0 0 0 0,-1 0 0 0 0,1 0 0 0 0,0 0 0 0 0,-1 0-1 0 0,1-1 1 0 0,0 1 0 0 0,0 0 0 0 0,-1 0 0 0 0,1 0 0 0 0,0 0-1 0 0,0 0 1 0 0,-1-1 0 0 0,1 1 0 0 0,0 0 0 0 0,0 0-1 0 0,-1 0 1 0 0,1-1 0 0 0,0 1 0 0 0,0 0 0 0 0,0 0 0 0 0,0-1-1 0 0,-1 1 1 0 0,7-11 4922 0 0,-5 10-4827 0 0,1 0 0 0 0,-1 1 0 0 0,0-1 1 0 0,1 0-1 0 0,-1 0 0 0 0,0 0 1 0 0,1 0-1 0 0,-1 0 0 0 0,0-1 0 0 0,0 1 1 0 0,1-2-1 0 0,-1 2 104 0 0,3-2-83 0 0,-1 1-1 0 0,1-1 1 0 0,-1 1-1 0 0,1 0 0 0 0,0 0 1 0 0,0 1-1 0 0,0-1 1 0 0,0 1-1 0 0,0 0 1 0 0,0 0-1 0 0,0 0 0 0 0,1 0 1 0 0,-1 1-1 0 0,0 0 1 0 0,0 0-1 0 0,1 0 0 0 0,-1 0 1 0 0,0 1-1 0 0,0-1 1 0 0,1 1-1 0 0,-1 0 1 0 0,7 3-1 0 0,-8-2-44 0 0,0-1-1 0 0,0 1 1 0 0,0-1-1 0 0,0 1 1 0 0,0 0 0 0 0,-1 0-1 0 0,1 1 1 0 0,-1-1-1 0 0,1 1 1 0 0,-1-1 0 0 0,0 1-1 0 0,0 0 1 0 0,0-1-1 0 0,0 1 1 0 0,0 0 0 0 0,-1 0-1 0 0,1 1 1 0 0,-1-1 0 0 0,0 0-1 0 0,0 0 1 0 0,0 1-1 0 0,-1-1 1 0 0,1 0 0 0 0,-1 1-1 0 0,1-1 1 0 0,-1 7-1 0 0,-7 19 128 0 0,6-24-141 0 0,-1 0 0 0 0,1-1 0 0 0,0 1 0 0 0,0 0 0 0 0,1 0 0 0 0,-1 10 0 0 0,2-14-107 0 0,-1 0 1 0 0,0 0-1 0 0,1 0 1 0 0,-1 0-1 0 0,0 0 1 0 0,1 0-1 0 0,0 0 1 0 0,-1 0 0 0 0,1-1-1 0 0,-1 1 1 0 0,1 0-1 0 0,0 0 1 0 0,0 0-1 0 0,-1-1 1 0 0,1 1-1 0 0,0 0 1 0 0,0-1-1 0 0,0 1 1 0 0,0 0-1 0 0,0-1 1 0 0,0 0-1 0 0,0 1 1 0 0,0-1-1 0 0,0 1 1 0 0,0-1-1 0 0,0 0 1 0 0,0 0-1 0 0,0 0 1 0 0,0 0-1 0 0,0 1 1 0 0,0-1-1 0 0,0-1 1 0 0,1 1-1 0 0,-1 0 1 0 0,0 0-1 0 0,2-1 1 0 0,14-2-437 0 0,-1 0 1 0 0,1-1-1 0 0,-1-1 0 0 0,0-1 1 0 0,0 0-1 0 0,17-10 1 0 0,-15 7-6566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0.67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0 9218 0 0,'0'0'150'0'0,"0"1"-1"0"0,0-1 1 0 0,-1 1-1 0 0,1-1 1 0 0,0 1 0 0 0,0-1-1 0 0,0 0 1 0 0,0 1 0 0 0,0-1-1 0 0,0 1 1 0 0,0-1 0 0 0,0 1-1 0 0,0-1 1 0 0,0 1-1 0 0,0-1 1 0 0,0 1 0 0 0,0-1-1 0 0,0 0 1 0 0,0 1 0 0 0,1-1-1 0 0,-1 1 1 0 0,0-1-1 0 0,0 0 1 0 0,0 1 0 0 0,1-1-1 0 0,-1 1 1 0 0,0-1 0 0 0,0 0-1 0 0,1 1 1 0 0,12 24 2390 0 0,-5-10-1015 0 0,-1 2-282 0 0,0 1 1 0 0,8 36-1 0 0,3 84 153 0 0,-1-1-1585 0 0,-11-114-858 0 0,0-11-2586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1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36 3249 0 0,'6'-4'212'0'0,"0"-1"0"0"0,0 2 0 0 0,0-1-1 0 0,0 1 1 0 0,1 0 0 0 0,-1 0 0 0 0,13-3 0 0 0,-15 4 152 0 0,-1 2 0 0 0,1-1-1 0 0,-1 0 1 0 0,1 1 0 0 0,0-1-1 0 0,-1 1 1 0 0,1 0 0 0 0,0 0-1 0 0,-1 1 1 0 0,1-1 0 0 0,0 1-1 0 0,-1-1 1 0 0,1 1 0 0 0,-1 1-1 0 0,1-1 1 0 0,-1 0 0 0 0,4 3-1 0 0,-6-3-243 0 0,0 0 0 0 0,0 0-1 0 0,0 0 1 0 0,0 0 0 0 0,0 0-1 0 0,0 1 1 0 0,0-1 0 0 0,0 1-1 0 0,-1-1 1 0 0,1 0-1 0 0,0 1 1 0 0,-1-1 0 0 0,1 1-1 0 0,-1-1 1 0 0,0 1 0 0 0,1 0-1 0 0,-1-1 1 0 0,0 1 0 0 0,0-1-1 0 0,0 1 1 0 0,0 0 0 0 0,0-1-1 0 0,-1 1 1 0 0,1-1-1 0 0,0 1 1 0 0,-1-1 0 0 0,0 3-1 0 0,-19 46 258 0 0,14-39-303 0 0,-20 33-39 0 0,21-37 150 0 0,0-1-1 0 0,1 1 1 0 0,0 1-1 0 0,0-1 1 0 0,0 1-1 0 0,1-1 1 0 0,0 1-1 0 0,1 0 1 0 0,-1 0-1 0 0,-1 14 1 0 0,5-21-91 0 0,-1 1-1 0 0,0-1 1 0 0,1 0 0 0 0,-1 0 0 0 0,1 0 0 0 0,-1 1-1 0 0,1-1 1 0 0,-1 0 0 0 0,1 0 0 0 0,0 0 0 0 0,0 0 0 0 0,-1 0-1 0 0,1 0 1 0 0,0 0 0 0 0,0 0 0 0 0,0 0 0 0 0,0-1 0 0 0,0 1-1 0 0,0 0 1 0 0,1-1 0 0 0,-1 1 0 0 0,0 0 0 0 0,0-1 0 0 0,0 0-1 0 0,1 1 1 0 0,-1-1 0 0 0,0 0 0 0 0,0 1 0 0 0,1-1 0 0 0,-1 0-1 0 0,0 0 1 0 0,0 0 0 0 0,1 0 0 0 0,-1 0 0 0 0,2-1-1 0 0,6 1 138 0 0,-1 0-1 0 0,1-1 1 0 0,14-3-1 0 0,7-3-1113 0 0,-1 1-1 0 0,44-2 0 0 0,-57 8-652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1.3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60 3945 0 0,'1'-2'214'0'0,"0"-1"0"0"0,0 0 0 0 0,0 1 0 0 0,0-1 0 0 0,0 1 0 0 0,1-1 1 0 0,-1 1-1 0 0,1 0 0 0 0,-1-1 0 0 0,1 1 0 0 0,0 0 0 0 0,0 0 0 0 0,0 0 0 0 0,0 0 0 0 0,3-1 0 0 0,-3 0 396 0 0,1 1-1 0 0,0 0 0 0 0,0 0 0 0 0,0 0 0 0 0,0 0 0 0 0,0 0 1 0 0,0 1-1 0 0,0 0 0 0 0,1-1 0 0 0,-1 1 0 0 0,6-1 0 0 0,-8 2-520 0 0,0 1-1 0 0,0-1 0 0 0,0 0 0 0 0,0 1 0 0 0,-1-1 0 0 0,1 1 1 0 0,0-1-1 0 0,0 1 0 0 0,0 0 0 0 0,0-1 0 0 0,0 1 1 0 0,-1 0-1 0 0,1-1 0 0 0,0 1 0 0 0,0 0 0 0 0,-1 0 0 0 0,1 0 1 0 0,-1 0-1 0 0,1 0 0 0 0,-1-1 0 0 0,1 1 0 0 0,-1 0 0 0 0,0 0 1 0 0,1 0-1 0 0,-1 0 0 0 0,0 0 0 0 0,0 1 0 0 0,1-1 0 0 0,-1 1 1 0 0,3 37 162 0 0,-3-32-88 0 0,-1 40 103 0 0,1 26 494 0 0,0-69-534 0 0,0 1 0 0 0,1-1 0 0 0,0 1-1 0 0,0-1 1 0 0,0 1 0 0 0,1-1 0 0 0,-1 1 0 0 0,1-1 0 0 0,0 0-1 0 0,0 0 1 0 0,1 0 0 0 0,2 4 0 0 0,-3-7-177 0 0,0 1 0 0 0,-1-1 1 0 0,1 0-1 0 0,0 0 0 0 0,-1 0 0 0 0,1 0 1 0 0,0-1-1 0 0,0 1 0 0 0,0 0 0 0 0,0-1 0 0 0,0 1 1 0 0,0-1-1 0 0,0 0 0 0 0,0 0 0 0 0,0 0 1 0 0,0 0-1 0 0,0 0 0 0 0,0 0 0 0 0,0 0 1 0 0,0 0-1 0 0,0-1 0 0 0,0 1 0 0 0,0-1 0 0 0,0 0 1 0 0,2-1-1 0 0,8-3-60 0 0,1 0 0 0 0,18-12-1 0 0,-22 12 81 0 0,47-31-1880 0 0,-37 22-5792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2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72 5529 0 0,'-1'0'137'0'0,"1"0"-1"0"0,-1 0 1 0 0,0 0-1 0 0,1 0 1 0 0,-1 0-1 0 0,0 0 1 0 0,0 0-1 0 0,1 1 1 0 0,-1-1 0 0 0,1 0-1 0 0,-1 0 1 0 0,0 1-1 0 0,1-1 1 0 0,-1 0-1 0 0,0 0 1 0 0,1 1-1 0 0,-1-1 1 0 0,1 1-1 0 0,-1-1 1 0 0,1 1-1 0 0,-1-1 1 0 0,1 1-1 0 0,-1-1 1 0 0,1 1-1 0 0,0-1 1 0 0,-1 1 0 0 0,1-1-1 0 0,-1 1 1 0 0,1 0-1 0 0,0-1 1 0 0,0 1-1 0 0,0 0 1 0 0,-1-1-1 0 0,1 1 1 0 0,0 0-1 0 0,0-1 1 0 0,0 1-1 0 0,0 0 1 0 0,0-1-1 0 0,0 2 1 0 0,-2 27 1549 0 0,3-17-1434 0 0,1-1-1 0 0,1 0 0 0 0,0 0 1 0 0,0 0-1 0 0,1 0 0 0 0,0-1 1 0 0,1 0-1 0 0,0 1 0 0 0,12 16 1 0 0,-7-13-17 0 0,0 0 1 0 0,1 0-1 0 0,1-2 1 0 0,0 1-1 0 0,25 18 1 0 0,-34-28-239 0 0,0-1 0 0 0,1 0 1 0 0,-1 0-1 0 0,1-1 1 0 0,0 1-1 0 0,-1-1 1 0 0,1 0-1 0 0,0 0 0 0 0,0 0 1 0 0,0 0-1 0 0,0-1 1 0 0,0 1-1 0 0,-1-1 0 0 0,1 0 1 0 0,0 0-1 0 0,0 0 1 0 0,0-1-1 0 0,0 0 1 0 0,0 0-1 0 0,0 0 0 0 0,0 0 1 0 0,-1 0-1 0 0,1-1 1 0 0,0 1-1 0 0,-1-1 1 0 0,0 0-1 0 0,1 0 0 0 0,5-5 1 0 0,7-6-74 0 0,0-1 0 0 0,-1 0 0 0 0,-1-1 0 0 0,16-22 0 0 0,-18 24 65 0 0,1-5 206 0 0,0 0-1 0 0,-1-1 1 0 0,-1 0-1 0 0,0-1 1 0 0,-2 0 0 0 0,0 0-1 0 0,-1-1 1 0 0,-1 0-1 0 0,6-35 1 0 0,0 88 3351 0 0,2 2-3291 0 0,13 53-59 0 0,9 21-370 0 0,-30-91-835 0 0,1-1 0 0 0,11 18 0 0 0,-7-16-5924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2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25 39 1840 0 0,'-24'-23'11340'0'0,"40"13"-9928"0"0,-14 9-1300 0 0,0 0-1 0 0,1 1 0 0 0,-1-1 0 0 0,0 0 0 0 0,1 1 1 0 0,-1-1-1 0 0,0 1 0 0 0,1 0 0 0 0,-1-1 0 0 0,0 1 0 0 0,1 1 1 0 0,-1-1-1 0 0,1 0 0 0 0,-1 0 0 0 0,0 1 0 0 0,1-1 1 0 0,-1 1-1 0 0,0 0 0 0 0,0 0 0 0 0,1 0 0 0 0,2 2 0 0 0,-2-1-55 0 0,0 1 0 0 0,0 0 0 0 0,0 0 0 0 0,-1 0 0 0 0,1 0 0 0 0,-1 0 0 0 0,0 1 0 0 0,0-1 0 0 0,0 1 0 0 0,0-1-1 0 0,-1 1 1 0 0,2 3 0 0 0,2 12 170 0 0,-1-1-1 0 0,0 1 1 0 0,-2 0 0 0 0,1 22-1 0 0,-4-23 247 0 0,1-13-149 0 0,-1 1 1 0 0,1 0 0 0 0,1 0-1 0 0,-1 0 1 0 0,2 6 0 0 0,-2-12-298 0 0,0 1 1 0 0,0 0 0 0 0,1 0-1 0 0,-1-1 1 0 0,0 1 0 0 0,1 0 0 0 0,-1-1-1 0 0,0 1 1 0 0,1 0 0 0 0,-1-1-1 0 0,1 1 1 0 0,-1-1 0 0 0,1 1 0 0 0,-1-1-1 0 0,1 1 1 0 0,-1-1 0 0 0,1 1-1 0 0,0-1 1 0 0,-1 1 0 0 0,1-1 0 0 0,0 0-1 0 0,-1 1 1 0 0,1-1 0 0 0,0 0-1 0 0,0 0 1 0 0,-1 1 0 0 0,1-1 0 0 0,0 0-1 0 0,0 0 1 0 0,-1 0 0 0 0,1 0-1 0 0,0 0 1 0 0,0 0 0 0 0,-1 0 0 0 0,1 0-1 0 0,0-1 1 0 0,0 1 0 0 0,-1 0-1 0 0,1 0 1 0 0,0-1 0 0 0,-1 1 0 0 0,1 0-1 0 0,0-1 1 0 0,0 0 0 0 0,88-27-5321 0 0,-59 20 998 0 0,47-20 0 0 0,-60 19 1490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4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1 7370 0 0,'-1'0'262'0'0,"-2"3"1309"0"0,2-2-1309 0 0,1-1 0 0 0,-1 1 0 0 0,1 0 0 0 0,0-1 0 0 0,-1 1 0 0 0,1 0 0 0 0,0 0 0 0 0,-1-1 0 0 0,1 1 0 0 0,0 0-1 0 0,0 0 1 0 0,0 0 0 0 0,-1-1 0 0 0,1 1 0 0 0,0 1 0 0 0,1-1-98 0 0,-1-1 0 0 0,1 1-1 0 0,-1-1 1 0 0,1 1 0 0 0,-1-1-1 0 0,1 0 1 0 0,-1 1 0 0 0,1-1-1 0 0,0 1 1 0 0,-1-1 0 0 0,1 0 0 0 0,-1 0-1 0 0,1 0 1 0 0,0 1 0 0 0,-1-1-1 0 0,1 0 1 0 0,0 0 0 0 0,-1 0-1 0 0,1 0 1 0 0,0 0 0 0 0,0 0 0 0 0,49-5-1867 0 0,-39 4-2330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 4897 0 0,'0'1'-46'0'0,"6"27"11048"0"0,9-32-11812 0 0,-9 3 725 0 0,0-1 0 0 0,0-1-1 0 0,-1 1 1 0 0,1-1-1 0 0,-1 0 1 0 0,1 0 0 0 0,-1 0-1 0 0,5-5 1 0 0,-2-1 85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3.9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0 8290 0 0,'-5'8'7306'0'0,"3"5"-3504"0"0,5 19-1912 0 0,-1-17-1143 0 0,-1 52-516 0 0,0-16 101 0 0,8 57 1 0 0,-8-95-297 0 0,2 1 0 0 0,0-1 0 0 0,1 0 1 0 0,0 0-1 0 0,0 0 0 0 0,2 0 0 0 0,0-1 1 0 0,0 0-1 0 0,9 13 0 0 0,-13-22-86 0 0,0 0-1 0 0,-1-1 1 0 0,1 1 0 0 0,0-1-1 0 0,0 0 1 0 0,1 1 0 0 0,-1-1-1 0 0,0 0 1 0 0,1 0 0 0 0,-1-1-1 0 0,1 1 1 0 0,0 0 0 0 0,-1-1-1 0 0,1 1 1 0 0,0-1 0 0 0,0 0-1 0 0,0 0 1 0 0,0 0 0 0 0,0-1-1 0 0,0 1 1 0 0,0-1 0 0 0,0 0-1 0 0,1 1 1 0 0,-1-1 0 0 0,0-1 0 0 0,0 1-1 0 0,0 0 1 0 0,0-1 0 0 0,0 1-1 0 0,0-1 1 0 0,0 0 0 0 0,0 0-1 0 0,0 0 1 0 0,0-1 0 0 0,3-1-1 0 0,2-3-315 0 0,0 1 1 0 0,-1-1-1 0 0,0-1 0 0 0,0 1 0 0 0,0-1 0 0 0,-1 0 0 0 0,0-1 1 0 0,0 1-1 0 0,-1-1 0 0 0,7-14 0 0 0,0-2-6129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4.1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69 30 1840 0 0,'-10'-7'-422'0'0,"-14"-7"3734"0"0,22 13-2543 0 0,-1 0 1 0 0,1-1-1 0 0,0 1 1 0 0,0 1-1 0 0,-1-1 1 0 0,1 0-1 0 0,-17 0 7243 0 0,34 0-9305 0 0,-4 1-573 0 0,-3 0 668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4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13 1840 0 0,'12'-7'9388'0'0,"33"1"-3247"0"0,-43 7-6078 0 0,0-1 1 0 0,-1 0-1 0 0,1 0 1 0 0,0 1-1 0 0,0-1 0 0 0,-1 1 1 0 0,1-1-1 0 0,-1 1 0 0 0,1 0 1 0 0,0 0-1 0 0,-1 0 0 0 0,1 0 1 0 0,-1 0-1 0 0,0 0 1 0 0,1 0-1 0 0,-1 0 0 0 0,0 0 1 0 0,0 1-1 0 0,0-1 0 0 0,0 0 1 0 0,0 1-1 0 0,0-1 1 0 0,0 1-1 0 0,0-1 0 0 0,0 1 1 0 0,-1 0-1 0 0,1-1 0 0 0,-1 1 1 0 0,1 0-1 0 0,-1-1 0 0 0,1 4 1 0 0,1 8-141 0 0,-1 0-1 0 0,0-1 1 0 0,-2 21 0 0 0,1-8 266 0 0,0-19-77 0 0,0-1 0 0 0,1 0 0 0 0,0 0 0 0 0,0 0 0 0 0,0 0 0 0 0,0 0 0 0 0,1 0 0 0 0,0-1 0 0 0,3 9 0 0 0,-3-12-78 0 0,-1 1 0 0 0,0-1 0 0 0,1 1 0 0 0,-1-1 0 0 0,1 0 0 0 0,-1 0 0 0 0,1 1 0 0 0,0-1 0 0 0,-1 0 0 0 0,1 0 0 0 0,0 0 0 0 0,0-1 0 0 0,0 1 0 0 0,0 0 0 0 0,0-1 0 0 0,0 1 0 0 0,0-1 0 0 0,0 0 0 0 0,0 0 1 0 0,0 0-1 0 0,0 0 0 0 0,0 0 0 0 0,0 0 0 0 0,0 0 0 0 0,0 0 0 0 0,0-1 0 0 0,2 0 0 0 0,14-4-131 0 0,0-1-1 0 0,0 0 1 0 0,-1-2-1 0 0,30-16 1 0 0,-17 6-498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4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1 10594 0 0,'-3'3'332'0'0,"1"1"-1"0"0,0-1 1 0 0,0 1-1 0 0,0 0 1 0 0,0 0-1 0 0,0-1 1 0 0,1 1-1 0 0,0 0 0 0 0,0 1 1 0 0,0-1-1 0 0,0 0 1 0 0,1 0-1 0 0,-1 0 1 0 0,1 0-1 0 0,0 1 1 0 0,1-1-1 0 0,-1 0 1 0 0,1 0-1 0 0,0 4 1 0 0,12 83 3726 0 0,-5-45-3267 0 0,1 48 1 0 0,-9-77-2567 0 0,-1-1 0 0 0,0 1 0 0 0,-5 25 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5.1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1 108 2304 0 0,'-1'-3'84'0'0,"1"-1"0"0"0,0 0 0 0 0,0 1 0 0 0,1-1 0 0 0,-1 1 0 0 0,1-1-1 0 0,0-3 1 0 0,1 3 361 0 0,0 0 0 0 0,0 0 0 0 0,0 0 0 0 0,0 1 0 0 0,1-1 0 0 0,-1 1 0 0 0,1 0 0 0 0,0-1 0 0 0,0 1 0 0 0,0 0 0 0 0,0 1 0 0 0,0-1 0 0 0,1 1 0 0 0,0-1 0 0 0,4-1 0 0 0,-3 1 69 0 0,1-1 0 0 0,0 2 0 0 0,0-1-1 0 0,0 1 1 0 0,0 0 0 0 0,1 0 0 0 0,-1 1-1 0 0,0 0 1 0 0,1 0 0 0 0,-1 0 0 0 0,1 1-1 0 0,-1 0 1 0 0,9 1 0 0 0,-12-1-425 0 0,0 1 1 0 0,-1-1 0 0 0,1 1-1 0 0,-1 0 1 0 0,1 0-1 0 0,-1 0 1 0 0,1 0-1 0 0,-1 0 1 0 0,1 1-1 0 0,-1-1 1 0 0,0 1-1 0 0,0 0 1 0 0,0-1-1 0 0,0 1 1 0 0,0 0 0 0 0,0 0-1 0 0,0 0 1 0 0,-1 1-1 0 0,1-1 1 0 0,-1 0-1 0 0,0 1 1 0 0,1-1-1 0 0,-1 1 1 0 0,0-1-1 0 0,0 1 1 0 0,-1-1 0 0 0,1 1-1 0 0,0 0 1 0 0,-1-1-1 0 0,0 1 1 0 0,1 0-1 0 0,-1-1 1 0 0,-1 6-1 0 0,0 7-20 0 0,-1 1 0 0 0,-1-1 0 0 0,0 0-1 0 0,-1 0 1 0 0,-11 29 0 0 0,9-31 163 0 0,1 0 0 0 0,1 1 0 0 0,0 0 0 0 0,1 0 0 0 0,0 0 0 0 0,1 0 0 0 0,0 18 0 0 0,2-28-186 0 0,1-1-1 0 0,-1 0 1 0 0,1 0 0 0 0,-1 1 0 0 0,1-1-1 0 0,0 0 1 0 0,0 0 0 0 0,1 0 0 0 0,-1 0-1 0 0,1 0 1 0 0,-1 0 0 0 0,1 0 0 0 0,0 0-1 0 0,0-1 1 0 0,0 1 0 0 0,5 3-1 0 0,-3-3-12 0 0,0 0 1 0 0,0 0-1 0 0,1 0 0 0 0,-1-1 0 0 0,1 1 0 0 0,0-1 0 0 0,0-1 0 0 0,-1 1 0 0 0,11 1 0 0 0,0 0-347 0 0,1-2 1 0 0,-1 0-1 0 0,0-1 0 0 0,1-1 1 0 0,-1 0-1 0 0,18-4 1 0 0,-18 2-1777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1:50:45.4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 5065 0 0,'48'-9'5895'0'0,"-44"8"-5583"0"0,-1 0 0 0 0,0 1 0 0 0,1 0 1 0 0,-1 0-1 0 0,1 0 0 0 0,-1 0 0 0 0,1 1 1 0 0,-1-1-1 0 0,1 1 0 0 0,-1 0 0 0 0,0 0 1 0 0,1 0-1 0 0,-1 1 0 0 0,0-1 0 0 0,0 1 1 0 0,0-1-1 0 0,0 1 0 0 0,0 0 0 0 0,0 0 1 0 0,-1 0-1 0 0,1 1 0 0 0,0-1 0 0 0,-1 1 1 0 0,0 0-1 0 0,3 4 0 0 0,-1-1-216 0 0,-1 1-1 0 0,0 0 1 0 0,0 0-1 0 0,-1 1 1 0 0,0-1 0 0 0,0 1-1 0 0,0-1 1 0 0,-1 1-1 0 0,-1-1 1 0 0,1 14 0 0 0,-2 13 378 0 0,-1-23-255 0 0,2 0 1 0 0,0 1-1 0 0,0-1 0 0 0,1 1 1 0 0,0-1-1 0 0,4 14 0 0 0,-5-24-191 0 0,1 0 0 0 0,-1 1-1 0 0,1-1 1 0 0,0 0-1 0 0,-1 0 1 0 0,1 0-1 0 0,0 0 1 0 0,-1 0-1 0 0,1 0 1 0 0,0 0 0 0 0,0 0-1 0 0,0 0 1 0 0,0 0-1 0 0,0 0 1 0 0,0-1-1 0 0,0 1 1 0 0,0 0-1 0 0,0-1 1 0 0,1 1 0 0 0,-1-1-1 0 0,0 1 1 0 0,0-1-1 0 0,2 1 1 0 0,0-1-5 0 0,1 0 0 0 0,-1 0 1 0 0,0 0-1 0 0,0 0 0 0 0,0 0 0 0 0,0-1 1 0 0,0 1-1 0 0,0-1 0 0 0,5-2 0 0 0,4-3-35 0 0,0 1-1 0 0,0-2 1 0 0,15-11 0 0 0,6-6-111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23.6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51 1840 0 0,'-30'-29'1966'0'0,"29"28"-1534"0"0,0 0 0 0 0,0-1-1 0 0,0 1 1 0 0,0 0 0 0 0,0-1-1 0 0,0 0 1 0 0,0 1 0 0 0,0-1-1 0 0,1 1 1 0 0,-1-1 0 0 0,1 0-1 0 0,-1-2 1 0 0,24 19 4883 0 0,-20-13-5309 0 0,29 32 1016 0 0,-2 1 0 0 0,-1 1 0 0 0,25 44 0 0 0,17 21-445 0 0,-18-40-206 0 0,2-2 0 0 0,100 81 0 0 0,-43-41-84 0 0,119 128 640 0 0,-214-208-767 0 0,-1 0-1 0 0,-1 1 0 0 0,17 28 0 0 0,-11-14-434 0 0,-21-34 270 0 0,0 0 0 0 0,0 0 1 0 0,0 0-1 0 0,0 0 0 0 0,0 0 1 0 0,-1 0-1 0 0,1 0 0 0 0,0 0 0 0 0,0 0 1 0 0,0 0-1 0 0,0 0 0 0 0,0 0 1 0 0,0 0-1 0 0,0 0 0 0 0,0 0 1 0 0,-1 0-1 0 0,1 0 0 0 0,0 0 1 0 0,0 0-1 0 0,0 0 0 0 0,0 1 1 0 0,0-1-1 0 0,0 0 0 0 0,0 0 0 0 0,0 0 1 0 0,0 0-1 0 0,0 0 0 0 0,0 0 1 0 0,0 0-1 0 0,0 0 0 0 0,-1 0 1 0 0,1 1-1 0 0,0-1 0 0 0,0 0 1 0 0,0 0-1 0 0,0 0 0 0 0,0 0 0 0 0,0 0 1 0 0,0 0-1 0 0,0 0 0 0 0,0 1 1 0 0,0-1-1 0 0,0 0 0 0 0,0 0 1 0 0,0 0-1 0 0,1 0 0 0 0,-1 0 1 0 0,0 0-1 0 0,0 0 0 0 0,0 1 0 0 0,0-1 1 0 0,0 0-1 0 0,0 0 0 0 0,0 0 1 0 0,0 0-1 0 0,0 0 0 0 0,0 0 1 0 0,0 0-1 0 0,0 0 0 0 0,0 0 1 0 0,1 0-1 0 0,-1 0 0 0 0,0 1 0 0 0,0-1 1 0 0,0 0-1 0 0,0 0 0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29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69 3225 0 0,'-30'-15'23'0'0,"11"4"1104"0"0,-1 1 0 0 0,0 1-1 0 0,0 1 1 0 0,-30-7 0 0 0,51 15-1059 0 0,-1 0-1 0 0,0 0 1 0 0,0 1 0 0 0,1-1-1 0 0,-1 0 1 0 0,0 1 0 0 0,0-1 0 0 0,0 0-1 0 0,0 1 1 0 0,1-1 0 0 0,-1 0-1 0 0,0 1 1 0 0,0-1 0 0 0,0 0-1 0 0,0 1 1 0 0,0-1 0 0 0,0 1 0 0 0,0-1-1 0 0,0 0 1 0 0,0 1 0 0 0,0-1-1 0 0,0 0 1 0 0,0 1 0 0 0,0-1 0 0 0,0 1-1 0 0,0-1 1 0 0,-1 0 0 0 0,1 1-1 0 0,0-1 1 0 0,0 0 0 0 0,0 1-1 0 0,-1-1 1 0 0,1 0 0 0 0,0 1 0 0 0,0-1-1 0 0,-1 0 1 0 0,1 0 0 0 0,0 1-1 0 0,0-1 1 0 0,-1 0 0 0 0,1 0 0 0 0,0 0-1 0 0,-1 1 1 0 0,1-1 0 0 0,0 0-1 0 0,-1 0 1 0 0,1 0 0 0 0,0 0-1 0 0,-1 0 1 0 0,1 0 0 0 0,-1 1 0 0 0,1-1-1 0 0,0 0 1 0 0,-1 0 0 0 0,1 0-1 0 0,0 0 1 0 0,-1 0 0 0 0,1-1 0 0 0,-1 1-1 0 0,1 0 1 0 0,0 0 0 0 0,-1 0-1 0 0,1 0 1 0 0,0 0 0 0 0,-1 0-1 0 0,1-1 1 0 0,0 1 0 0 0,-1 0 0 0 0,23 30 711 0 0,-15-22-605 0 0,6 11 132 0 0,150 205 2483 0 0,-125-177-2420 0 0,3-1-1 0 0,70 60 0 0 0,44 38 70 0 0,-103-94-310 0 0,167 154 294 0 0,-97-97 169 0 0,-123-104-1656 0 0,-7-4-521 0 0,-9-3-1175 0 0,5-1 1202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0.3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119 663 3225 0 0,'-13'-1'296'0'0,"0"0"1"0"0,1 1 0 0 0,-1 0 0 0 0,0 1-1 0 0,0 1 1 0 0,-22 5 0 0 0,29-6 629 0 0,19 4 3719 0 0,20 13-3460 0 0,-24-12-536 0 0,20 13 765 0 0,54 45 1 0 0,-64-48-1173 0 0,1 0 0 0 0,1 0 0 0 0,0-2 0 0 0,0-1 0 0 0,37 17 0 0 0,-51-28-207 0 0,0 1 0 0 0,0-1 0 0 0,0 0 0 0 0,0-1 0 0 0,0 0 0 0 0,0 0 0 0 0,1 0 0 0 0,-1-1 0 0 0,0 0 0 0 0,0-1 0 0 0,0 0 0 0 0,1 0 0 0 0,-1 0 0 0 0,0-1 0 0 0,0 0 0 0 0,0 0 0 0 0,0-1 0 0 0,6-3 0 0 0,-4 0 138 0 0,0 0 0 0 0,0 0 0 0 0,-1-1 0 0 0,0 0 0 0 0,-1 0 0 0 0,1 0 0 0 0,-1-1 0 0 0,-1-1 0 0 0,0 1 0 0 0,0-1 0 0 0,9-17 1 0 0,-4 2 25 0 0,-2 0 1 0 0,0-1 0 0 0,-1 0 0 0 0,-2 0 0 0 0,0-1-1 0 0,2-28 1 0 0,2-160 1322 0 0,-9 174-1463 0 0,-1-17-195 0 0,-2 0 0 0 0,-2 0 0 0 0,-19-85 0 0 0,21 136-460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1.2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87 4145 0 0,'-19'-44'1013'0'0,"2"2"4251"0"0,18 73-1205 0 0,-1-8-3602 0 0,14 594 2025 0 0,-13-553-2856 0 0,0 11-3069 0 0,-17 148 1 0 0,13-207-950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1.3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6177 0 0,'0'0'0'0'0,"0"1"0"0"0,-1-1 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1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23 120 1376 0 0,'0'-1'22'0'0,"-20"-52"1118"0"0,18 17 6700 0 0,12 43-6715 0 0,7 8-213 0 0,4 9 198 0 0,-1 1 0 0 0,19 29 0 0 0,-18-22-460 0 0,34 37 0 0 0,-47-61-609 0 0,-1 0-1 0 0,1-1 1 0 0,0 0 0 0 0,1-1-1 0 0,0 1 1 0 0,0-2 0 0 0,0 1-1 0 0,1-1 1 0 0,12 4 0 0 0,-19-7-26 0 0,0-1 0 0 0,1 0 1 0 0,-1 0-1 0 0,1 0 0 0 0,-1-1 1 0 0,1 1-1 0 0,-1-1 0 0 0,1 0 1 0 0,-1 0-1 0 0,1 0 0 0 0,-1-1 0 0 0,1 1 1 0 0,-1-1-1 0 0,1 1 0 0 0,-1-1 1 0 0,0 0-1 0 0,1-1 0 0 0,3-1 1 0 0,-3 0 30 0 0,0 1 0 0 0,-1-1 0 0 0,1 0 0 0 0,-1-1 0 0 0,0 1 0 0 0,0 0 0 0 0,0-1 0 0 0,0 0 0 0 0,-1 1 0 0 0,1-1 0 0 0,-1 0 0 0 0,2-6 0 0 0,3-10 127 0 0,-1 0 0 0 0,-1-1-1 0 0,-1 1 1 0 0,3-38-1 0 0,-7 57-172 0 0,4-26-1367 0 0,13-52 0 0 0,-10 54-4637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2.2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34 3225 0 0,'-27'5'-56'0'0,"24"-4"455"0"0,-1 0-1 0 0,1 0 1 0 0,-1-1 0 0 0,1 1 0 0 0,-1-1-1 0 0,0 0 1 0 0,-9-2 1164 0 0,13 2-1513 0 0,0 0 1 0 0,0 0-1 0 0,0 0 1 0 0,0 0 0 0 0,0 0-1 0 0,0 0 1 0 0,0-1-1 0 0,0 1 1 0 0,0 0 0 0 0,0 0-1 0 0,0 0 1 0 0,0 0-1 0 0,0 0 1 0 0,0 0 0 0 0,0-1-1 0 0,0 1 1 0 0,0 0-1 0 0,0 0 1 0 0,0 0 0 0 0,0 0-1 0 0,0 0 1 0 0,0 0-1 0 0,0-1 1 0 0,0 1 0 0 0,0 0-1 0 0,7-9 1116 0 0,10-4 424 0 0,-2 9-992 0 0,0 0 0 0 0,-1 1 0 0 0,1 1 0 0 0,1 0 0 0 0,-1 1 0 0 0,21 1 0 0 0,92 12 624 0 0,-113-10-1062 0 0,152 27 438 0 0,-1 1-588 0 0,-134-26-447 0 0,1-2 1 0 0,0-1 0 0 0,34-3 0 0 0,-53 0-1231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2.6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18 1376 0 0,'-11'1'247'0'0,"0"0"0"0"0,0-1 0 0 0,0 0 1 0 0,0-1-1 0 0,-12-2 0 0 0,15 1 756 0 0,0 1 0 0 0,1-2 0 0 0,-1 1 0 0 0,-10-5 0 0 0,59 31 5993 0 0,26 26-3950 0 0,33 21-2411 0 0,-80-59-623 0 0,-9-6 29 0 0,0 1 0 0 0,0 0 0 0 0,-1 0 1 0 0,0 1-1 0 0,11 11 0 0 0,-19-17 12 0 0,0 1 1 0 0,1 0-1 0 0,-2 0 1 0 0,1 0-1 0 0,0 0 1 0 0,0 0-1 0 0,-1 0 1 0 0,0 0-1 0 0,1 1 1 0 0,-1-1-1 0 0,-1 1 1 0 0,1-1-1 0 0,0 0 1 0 0,-1 1-1 0 0,0-1 1 0 0,1 1-1 0 0,-1-1 1 0 0,-1 1-1 0 0,1 0 1 0 0,-1-1-1 0 0,1 0 1 0 0,-1 1-1 0 0,-2 4 1 0 0,-5 14 221 0 0,-1 0 1 0 0,-1-1 0 0 0,-1 0 0 0 0,-1-1 0 0 0,-20 28-1 0 0,-82 86-1228 0 0,99-119 522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3.8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102 170 4145 0 0,'-15'-19'974'0'0,"2"-2"0"0"0,-20-36 0 0 0,2 2 1506 0 0,22 38-281 0 0,15 21 379 0 0,19 27-692 0 0,121 241 969 0 0,-60-102-2109 0 0,-36-81-486 0 0,4-2 1 0 0,87 107-1 0 0,156 210 511 0 0,-266-348-1562 0 0,-20-31-5007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4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3 396 4145 0 0,'-2'-6'1948'0'0,"12"9"-661"0"0,15 9 318 0 0,26 22 502 0 0,-7-2-449 0 0,95 48 0 0 0,-125-73-1408 0 0,0-1 1 0 0,1 0-1 0 0,0-2 0 0 0,-1 1 1 0 0,1-2-1 0 0,0 0 0 0 0,1-1 0 0 0,-1 0 1 0 0,0-1-1 0 0,1-1 0 0 0,26-3 1 0 0,-35 2-74 0 0,0-1 1 0 0,0 0 0 0 0,-1 0-1 0 0,1-1 1 0 0,0 0 0 0 0,-1 0-1 0 0,1 0 1 0 0,-1-1 0 0 0,0 0-1 0 0,0 0 1 0 0,8-8 0 0 0,-6 4 36 0 0,1-1 1 0 0,-2 0 0 0 0,0-1-1 0 0,0 1 1 0 0,0-1 0 0 0,6-16-1 0 0,0-3 78 0 0,-2-1-1 0 0,-1-1 1 0 0,-1 0-1 0 0,6-41 0 0 0,-3-34-72 0 0,-10 71-410 0 0,15-68-1 0 0,-13 89-979 0 0,2 2-3992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4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58 194 5985 0 0,'-18'-53'1827'0'0,"6"24"-221"0"0,3-1 0 0 0,-9-51 2353 0 0,18 81-3903 0 0,0-1 0 0 0,0 1 0 0 0,0 0 0 0 0,0 0 0 0 0,0 0 0 0 0,1 0 0 0 0,-1 0 0 0 0,0 0 0 0 0,0 0 0 0 0,0 0 0 0 0,0 0 0 0 0,0 0-1 0 0,1 0 1 0 0,-1 0 0 0 0,0 0 0 0 0,0 0 0 0 0,0 0 0 0 0,0 0 0 0 0,1 1 0 0 0,11 7 1207 0 0,10 17-568 0 0,83 116 312 0 0,11 14-94 0 0,21-9-5440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5.1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70 6913 0 0,'0'1'-6'0'0,"1"0"0"0"0,0 0 0 0 0,-1 0 0 0 0,1 0-1 0 0,-1 0 1 0 0,1 0 0 0 0,0 0 0 0 0,0 0 0 0 0,0 0-1 0 0,-1-1 1 0 0,1 1 0 0 0,0 0 0 0 0,0 0 0 0 0,0-1-1 0 0,0 1 1 0 0,0-1 0 0 0,0 1 0 0 0,1-1 0 0 0,-1 1-1 0 0,0-1 1 0 0,0 0 0 0 0,0 1 0 0 0,2-1 0 0 0,-2 1 83 0 0,0-1 0 0 0,0 0 0 0 0,0 1-1 0 0,1-1 1 0 0,-1 0 0 0 0,0 0 0 0 0,0 0 0 0 0,0 0 0 0 0,0 0 0 0 0,1 0 0 0 0,-1 0 0 0 0,0 0 0 0 0,0 0 0 0 0,0-1 0 0 0,0 1 0 0 0,1 0 0 0 0,-1-1-1 0 0,0 1 1 0 0,0-1 0 0 0,0 1 0 0 0,0-1 0 0 0,0 0 0 0 0,0 1 0 0 0,0-1 0 0 0,0 0 0 0 0,1-1 0 0 0,10-22-74 0 0,-10 18-41 0 0,1 0 1 0 0,0 0 0 0 0,1 1-1 0 0,-1-1 1 0 0,1 1 0 0 0,0 0-1 0 0,6-6 1 0 0,-3 5 37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5.5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0 200 8754 0 0,'2'-7'114'0'0,"-1"-1"1"0"0,1 1-1 0 0,1 0 1 0 0,0 0-1 0 0,0 0 0 0 0,0 0 1 0 0,0 1-1 0 0,1-1 1 0 0,6-6-1 0 0,3-8 278 0 0,-9 12-420 0 0,1 1 1 0 0,0 0-1 0 0,0 1 0 0 0,0-1 1 0 0,1 1-1 0 0,1 0 0 0 0,-1 0 1 0 0,1 1-1 0 0,0 0 0 0 0,0 0 1 0 0,1 1-1 0 0,11-7 0 0 0,-4 6 28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5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7 8754 0 0,'-13'-6'920'0'0,"9"11"1122"0"0,10 20 1076 0 0,-4-19-3301 0 0,3 8 401 0 0,0 1 1 0 0,1-1-1 0 0,1 0 0 0 0,1 0 0 0 0,0-1 1 0 0,0 0-1 0 0,1 0 0 0 0,1-1 0 0 0,0 0 0 0 0,19 16 1 0 0,-22-21-112 0 0,1-1 1 0 0,0 0-1 0 0,0 0 1 0 0,0-1 0 0 0,1 0-1 0 0,0 0 1 0 0,0-1-1 0 0,0 0 1 0 0,1-1-1 0 0,-1 0 1 0 0,1 0 0 0 0,0-1-1 0 0,-1 0 1 0 0,1-1-1 0 0,0 0 1 0 0,0-1-1 0 0,13-1 1 0 0,-20 1-301 0 0,0 0 0 0 0,0-1 0 0 0,0 0 1 0 0,0 0-1 0 0,-1 0 0 0 0,1 0 0 0 0,0 0 0 0 0,0-1 0 0 0,-1 1 0 0 0,1-1 0 0 0,-1 0 1 0 0,1 1-1 0 0,-1-1 0 0 0,0 0 0 0 0,0-1 0 0 0,0 1 0 0 0,0 0 0 0 0,0-1 0 0 0,0 1 1 0 0,-1-1-1 0 0,1 1 0 0 0,-1-1 0 0 0,3-5 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0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1 206 4609 0 0,'14'-20'1678'0'0,"-1"-2"-1"0"0,19-40 1 0 0,5-24-4856 0 0,-30 70 2099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3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7 4145 0 0,'-1'-3'2394'0'0,"-1"14"-737"0"0,0 19 493 0 0,3-23-1981 0 0,0 0 1 0 0,0-1-1 0 0,1 1 0 0 0,0 0 0 0 0,1-1 1 0 0,-1 0-1 0 0,1 1 0 0 0,0-1 0 0 0,1 0 1 0 0,-1 0-1 0 0,1-1 0 0 0,0 1 0 0 0,1-1 1 0 0,-1 0-1 0 0,1 0 0 0 0,0 0 0 0 0,0-1 1 0 0,1 0-1 0 0,0 0 0 0 0,-1 0 0 0 0,1 0 1 0 0,0-1-1 0 0,1 0 0 0 0,-1-1 0 0 0,0 1 1 0 0,1-1-1 0 0,0 0 0 0 0,-1-1 0 0 0,1 0 1 0 0,0 0-1 0 0,0 0 0 0 0,7-1 0 0 0,-12 0-141 0 0,0 1 0 0 0,0-1 0 0 0,-1-1 0 0 0,1 1 0 0 0,0 0 0 0 0,-1 0 0 0 0,1-1 0 0 0,0 1 0 0 0,-1-1 0 0 0,1 1 0 0 0,0-1 0 0 0,-1 0 0 0 0,1 1 0 0 0,-1-1 0 0 0,1 0-1 0 0,-1 0 1 0 0,0 0 0 0 0,1 0 0 0 0,-1-1 0 0 0,0 1 0 0 0,0 0 0 0 0,0 0 0 0 0,0-1 0 0 0,0 1 0 0 0,0-1 0 0 0,0 1 0 0 0,0-1 0 0 0,0 1 0 0 0,-1-1 0 0 0,1 1 0 0 0,-1-1 0 0 0,1 0-1 0 0,-1 1 1 0 0,0-1 0 0 0,1 0 0 0 0,-1 1 0 0 0,0-1 0 0 0,0 0 0 0 0,0 0 0 0 0,-1-2 0 0 0,0-1 28 0 0,0 0 0 0 0,0-1-1 0 0,0 1 1 0 0,-1 0 0 0 0,0 0 0 0 0,0 0 0 0 0,-1 1-1 0 0,1-1 1 0 0,-1 0 0 0 0,0 1 0 0 0,-6-8-1 0 0,0 3-93 0 0,0 1 0 0 0,0 0 0 0 0,-1 1 0 0 0,-11-7 0 0 0,-23-8-2854 0 0,31 16-2490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5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7370 0 0,'5'6'8081'0'0,"21"35"-5828"0"0,41 92-363 0 0,20 34-1669 0 0,-72-144-1263 0 0,1 0 0 0 0,27 30 0 0 0,-27-37-5069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6.7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10 311 8754 0 0,'-1'-3'94'0'0,"-1"0"0"0"0,1 0 0 0 0,0 0 0 0 0,0-1 0 0 0,0 1 0 0 0,0 0 0 0 0,1 0 0 0 0,-1-1 0 0 0,1 1 0 0 0,0 0 0 0 0,0-1 1 0 0,0 1-1 0 0,0-1 0 0 0,1 1 0 0 0,-1 0 0 0 0,1 0 0 0 0,2-6 0 0 0,2-9 281 0 0,2 1 0 0 0,7-17 0 0 0,-6 18-251 0 0,-1 0-86 0 0,0 1 1 0 0,1-1-1 0 0,1 2 1 0 0,0-1-1 0 0,1 1 1 0 0,1 1 0 0 0,0 0-1 0 0,24-22 1 0 0,-22 24-39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8.3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63 3225 0 0,'-18'-26'1390'0'0,"14"21"-467"0"0,0 0-1 0 0,1 0 0 0 0,0 0 1 0 0,-5-11-1 0 0,16 56 3317 0 0,-3 29-3501 0 0,-2-26-188 0 0,19 788 3532 0 0,-13-442-2686 0 0,-2-227-1378 0 0,-6-150-150 0 0,-1 35 319 0 0,0-45-276 0 0,0 1 0 0 0,0 0 0 0 0,-1 0 0 0 0,1-1 0 0 0,-1 1 0 0 0,0 0 0 0 0,0-1 0 0 0,0 1 1 0 0,0-1-1 0 0,0 1 0 0 0,0-1 0 0 0,-1 1 0 0 0,-2 2 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8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18 2304 0 0,'-1'-1'63'0'0,"0"1"0"0"0,0-1 0 0 0,0 1 0 0 0,0 0 0 0 0,0-1 0 0 0,0 1-1 0 0,0 0 1 0 0,0 0 0 0 0,0 0 0 0 0,0 0 0 0 0,0 0 0 0 0,0 0-1 0 0,0 0 1 0 0,0 0 0 0 0,-1 0 0 0 0,1 0 0 0 0,0 1 0 0 0,0-1-1 0 0,0 0 1 0 0,0 1 0 0 0,0-1 0 0 0,1 1 0 0 0,-1-1 0 0 0,0 1-1 0 0,0-1 1 0 0,0 1 0 0 0,0 0 0 0 0,0-1 0 0 0,1 1 0 0 0,-1 0-1 0 0,0 0 1 0 0,1 0 0 0 0,-1-1 0 0 0,1 1 0 0 0,-1 0 0 0 0,1 0-1 0 0,-1 0 1 0 0,1 0 0 0 0,-1 0 0 0 0,1 0 0 0 0,0 0 0 0 0,0 0-1 0 0,-1 0 1 0 0,1 1 0 0 0,-1 2 177 0 0,0 0 1 0 0,0 0-1 0 0,1 0 1 0 0,0 0-1 0 0,-1-1 0 0 0,1 1 1 0 0,0 0-1 0 0,1 0 0 0 0,-1 0 1 0 0,1 0-1 0 0,1 6 0 0 0,2-1 60 0 0,0-1-1 0 0,0 0 1 0 0,0 0-1 0 0,1 0 1 0 0,1 0-1 0 0,-1-1 0 0 0,1 0 1 0 0,0 0-1 0 0,1-1 1 0 0,0 1-1 0 0,0-1 1 0 0,0-1-1 0 0,9 6 1 0 0,-11-8-146 0 0,1 0 1 0 0,-1-1 0 0 0,0 0 0 0 0,1 0 0 0 0,-1-1 0 0 0,1 1 0 0 0,0-1 0 0 0,-1 0 0 0 0,1-1 0 0 0,0 0 0 0 0,-1 0 0 0 0,1 0 0 0 0,0 0 0 0 0,0-1 0 0 0,-1 0 0 0 0,1 0 0 0 0,0 0 0 0 0,-1-1 0 0 0,1 0 0 0 0,-1 0 0 0 0,0 0 0 0 0,6-4 0 0 0,-3 1 56 0 0,1-1 1 0 0,-1 0 0 0 0,0 0-1 0 0,0-1 1 0 0,-1 1-1 0 0,0-2 1 0 0,0 1 0 0 0,-1-1-1 0 0,7-11 1 0 0,16-30-320 0 0,-5-2-3307 0 0,-16 35 1450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9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0 259 920 0 0,'23'3'4067'0'0,"29"2"-3002"0"0,-30-7-331 0 0,0-1 0 0 0,0-1 0 0 0,-1-1 0 0 0,25-9 0 0 0,85-38 2007 0 0,3-1-289 0 0,-17 21-9 0 0,151-22 1 0 0,-215 48-2263 0 0,1 3 1 0 0,0 1-1 0 0,61 8 1 0 0,-64-2-31 0 0,-1-3 0 0 0,1-1 0 0 0,92-14 1 0 0,-103 4-1197 0 0,-38 9 919 0 0,1 0 0 0 0,-1 0 0 0 0,0 0 0 0 0,1 0 0 0 0,-1 0 0 0 0,0-1 0 0 0,0 1 0 0 0,0 0 0 0 0,0-1 0 0 0,0 0 0 0 0,0 1 0 0 0,-1-1 0 0 0,4-4 0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39.8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24 3225 0 0,'-16'-4'336'0'0,"-8"-3"1670"0"0,12 1 2645 0 0,12 6-4520 0 0,1-1 0 0 0,-1 1 0 0 0,0 0 0 0 0,0-1 0 0 0,0 1 0 0 0,1 0 0 0 0,-1-1 0 0 0,0 1 0 0 0,1-1 262 0 0,-1 1-262 0 0,0 0 0 0 0,1-1 0 0 0,-1 1 0 0 0,1 0 0 0 0,-1 0 0 0 0,0-1 0 0 0,1 1 0 0 0,-1 0 0 0 0,0 0 0 0 0,1 0 0 0 0,-1 0 0 0 0,1 0 0 0 0,-1 0 0 0 0,0 0 0 0 0,1 0 0 0 0,-1-1 0 0 0,1 1 0 0 0,-1 1 0 0 0,0-1 0 0 0,1 0 0 0 0,-1 0 0 0 0,1 0 0 0 0,-1 0 0 0 0,0 0 0 0 0,1 0 0 0 0,-1 0-1 0 0,1 0 1 0 0,-1 1 0 0 0,0-1 0 0 0,1 0 0 0 0,-1 0 0 0 0,0 1 0 0 0,1-1 262 0 0,0 1-262 0 0,-1-1 0 0 0,0 1 0 0 0,19 15 357 0 0,-1 0 0 0 0,-1 1-1 0 0,27 36 1 0 0,-28-32-264 0 0,1-2 0 0 0,1 1 0 0 0,40 32 1 0 0,29 0-112 0 0,-14-9 943 0 0,-75-40-918 0 0,0 0 0 0 0,-1 0 0 0 0,1-1 0 0 0,-1 1 0 0 0,0-1 0 0 0,1 0 0 0 0,-1 0 0 0 0,0 0 0 0 0,-5 2 1 0 0,7-3-89 0 0,-73 46 518 0 0,-50 34-2687 0 0,105-66-5369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2.2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13 3225 0 0,'-11'-6'1218'0'0,"-7"-1"2761"0"0,17 8-3904 0 0,1 0 0 0 0,-1-1 0 0 0,1 1 0 0 0,-1 0 1 0 0,1-1-1 0 0,0 1 0 0 0,-1 0 0 0 0,1 0 0 0 0,0 0 1 0 0,-1-1-1 0 0,1 1 0 0 0,0 0 0 0 0,0 0 1 0 0,0 0-1 0 0,0 0 0 0 0,0-1 0 0 0,0 1 0 0 0,0 0 1 0 0,0 0-1 0 0,0 0 0 0 0,0 0 0 0 0,1-1 1 0 0,-1 1-1 0 0,0 0 0 0 0,1 0 0 0 0,-1 0 0 0 0,1 1 1 0 0,5 24 476 0 0,1 0 0 0 0,1-1 1 0 0,1 0-1 0 0,1 0 0 0 0,25 42 1 0 0,-27-53-267 0 0,2-1 0 0 0,0 0 1 0 0,0 0-1 0 0,1-1 0 0 0,1-1 1 0 0,0 0-1 0 0,0 0 1 0 0,1-1-1 0 0,1-1 0 0 0,25 14 1 0 0,-25-16-9 0 0,6 4 432 0 0,41 14 0 0 0,-56-23-689 0 0,0-1 0 0 0,-1 0 0 0 0,1 0 0 0 0,0 0 0 0 0,0 0 0 0 0,0-1 0 0 0,0 1 0 0 0,0-1 0 0 0,0-1 0 0 0,0 1 0 0 0,0-1 0 0 0,0 0 0 0 0,0 0 0 0 0,8-2 0 0 0,-10 0-312 0 0,0 1 0 0 0,1-1-1 0 0,-1 0 1 0 0,0 0 0 0 0,0 0-1 0 0,-1 0 1 0 0,1-1 0 0 0,-1 1-1 0 0,1-1 1 0 0,-1 1-1 0 0,0-1 1 0 0,-1 0 0 0 0,1 0-1 0 0,0 0 1 0 0,-1 0 0 0 0,0 0-1 0 0,0 0 1 0 0,0-6 0 0 0,1-7-4745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2.4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4 6449 0 0,'-8'-2'288'0'0,"3"0"57"0"0,3 2-281 0 0,0 0-64 0 0,4 0-193 0 0,0 2-63 0 0,3 0 0 0 0,1 4-8 0 0,1 2-600 0 0,1 1-128 0 0,1 6-16 0 0,-1 1-9 0 0,0 3 801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2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58 6913 0 0,'-4'-31'918'0'0,"4"30"-733"0"0,0-1-1 0 0,0 1 0 0 0,0 0 0 0 0,0-1 1 0 0,0 1-1 0 0,1 0 0 0 0,-1 0 1 0 0,0-1-1 0 0,1 1 0 0 0,-1 0 0 0 0,1 0 1 0 0,-1 0-1 0 0,1-1 0 0 0,0 1 1 0 0,-1 0-1 0 0,1 0 0 0 0,0 0 0 0 0,0 0 1 0 0,0 0-1 0 0,2-1 0 0 0,-2 2-45 0 0,-1 0 0 0 0,1 0 0 0 0,0 0 0 0 0,0 0 0 0 0,0 1 0 0 0,0-1 0 0 0,-1 0 0 0 0,1 0 0 0 0,0 1 0 0 0,0-1 1 0 0,-1 1-1 0 0,1-1 0 0 0,0 1 0 0 0,-1-1 0 0 0,1 1 0 0 0,0-1 0 0 0,-1 1 0 0 0,1-1 0 0 0,-1 1 0 0 0,1 0 0 0 0,-1-1 0 0 0,1 1 0 0 0,-1 0 0 0 0,0-1 0 0 0,1 1 0 0 0,-1 1 0 0 0,15 24 734 0 0,-14-24-635 0 0,13 24-36 0 0,1 0-1 0 0,1-1 1 0 0,1-1 0 0 0,1-1-1 0 0,29 30 1 0 0,-46-52-262 0 0,3 2-292 0 0,-1 0-1 0 0,0 0 1 0 0,0 1-1 0 0,0-1 1 0 0,-1 1-1 0 0,1 0 0 0 0,-1 0 1 0 0,4 6-1 0 0,-5-4-875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3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1 203 1840 0 0,'1'-14'551'0'0,"1"0"-1"0"0,1 0 0 0 0,0 0 1 0 0,1 0-1 0 0,0 1 0 0 0,1 0 0 0 0,1 0 1 0 0,0 0-1 0 0,1 0 0 0 0,11-15 1 0 0,-16 25-378 0 0,-1 0 1 0 0,2 1 0 0 0,-1-1 0 0 0,0 0-1 0 0,1 1 1 0 0,-1-1 0 0 0,1 1-1 0 0,-1 0 1 0 0,1 0 0 0 0,0 0 0 0 0,0 0-1 0 0,0 0 1 0 0,1 1 0 0 0,-1-1 0 0 0,0 1-1 0 0,0 0 1 0 0,1 0 0 0 0,-1 0-1 0 0,7 0 1 0 0,-7 1-69 0 0,0 1 0 0 0,0-1 1 0 0,0 1-1 0 0,0 0 0 0 0,0 0 0 0 0,0 0 0 0 0,-1 0 0 0 0,1 0 1 0 0,0 1-1 0 0,-1 0 0 0 0,1-1 0 0 0,-1 1 0 0 0,1 0 0 0 0,-1 0 1 0 0,0 0-1 0 0,0 0 0 0 0,0 1 0 0 0,0-1 0 0 0,0 1 0 0 0,-1-1 1 0 0,1 1-1 0 0,2 5 0 0 0,2 5 207 0 0,-1 1-1 0 0,-1 0 1 0 0,0 0 0 0 0,0 0 0 0 0,-2 0-1 0 0,0 1 1 0 0,0 0 0 0 0,-1 19-1 0 0,0-10 1011 0 0,7 43 0 0 0,-8-67-1301 0 0,1 1-1 0 0,-1-1 0 0 0,0 1 1 0 0,0-1-1 0 0,0 1 1 0 0,0-1-1 0 0,0 0 0 0 0,0 1 1 0 0,1-1-1 0 0,-1 1 1 0 0,0-1-1 0 0,0 1 1 0 0,1-1-1 0 0,-1 0 0 0 0,0 1 1 0 0,0-1-1 0 0,1 0 1 0 0,-1 1-1 0 0,0-1 1 0 0,1 0-1 0 0,-1 0 0 0 0,1 1 1 0 0,-1-1-1 0 0,0 0 1 0 0,1 0-1 0 0,-1 1 1 0 0,1-1-1 0 0,-1 0 0 0 0,1 0 1 0 0,-1 0-1 0 0,0 0 1 0 0,1 0-1 0 0,-1 0 1 0 0,2 0-1 0 0,16-9 85 0 0,13-20-615 0 0,9-22-3050 0 0,-16 15-3597 0 0,28-57 0 0 0,-52 92 7362 0 0,1 0-1 0 0,-1 0 0 0 0,1 0 1 0 0,0 0-1 0 0,0 0 0 0 0,-1 0 1 0 0,1 0-1 0 0,0 0 0 0 0,0 1 1 0 0,0-1-1 0 0,0 0 0 0 0,0 0 1 0 0,0 1-1 0 0,0-1 0 0 0,0 1 1 0 0,0-1-1 0 0,0 1 1 0 0,0 0-1 0 0,0-1 0 0 0,0 1 1 0 0,0 0-1 0 0,0 0 0 0 0,1-1 1 0 0,1 1-1 0 0,1 1 394 0 0,0-1 1 0 0,-1 1-1 0 0,1-1 1 0 0,0 1-1 0 0,-1 0 1 0 0,1 1-1 0 0,-1-1 0 0 0,5 3 1 0 0,2 1 506 0 0,0 1 0 0 0,-1 0 0 0 0,1 1 0 0 0,14 14 0 0 0,29 39-538 0 0,-36-38-2612 0 0,-2 1-1 0 0,17 33 1 0 0,-25-42 1997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4.3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16 5985 0 0,'-1'-15'14907'0'0,"1"17"-14906"0"0,-1 1-1 0 0,0 0 0 0 0,1 0 0 0 0,0 0 0 0 0,0 0 0 0 0,0 0 0 0 0,0 0 0 0 0,0 0 0 0 0,0 0 0 0 0,1 0 0 0 0,-1 0 0 0 0,1-1 0 0 0,0 1 0 0 0,0 0 0 0 0,0 0 0 0 0,0-1 0 0 0,0 1 0 0 0,2 2 0 0 0,35 63 7 0 0,-27-50-7 0 0,-1 0 0 0 0,7 13 0 0 0,1-1 0 0 0,2 0 0 0 0,0-2 0 0 0,27 28 0 0 0,-41-50 0 0 0,0 0 0 0 0,0 0 0 0 0,1 0 0 0 0,-1-1 0 0 0,1 0 0 0 0,0-1 0 0 0,1 0 0 0 0,-1 0 0 0 0,1 0 0 0 0,0-1 0 0 0,0 0 0 0 0,0 0 0 0 0,0-1 0 0 0,0 0 0 0 0,0-1 0 0 0,1 0 0 0 0,-1 0 0 0 0,1-1 0 0 0,-1 0 0 0 0,0 0 0 0 0,1-1 0 0 0,14-2 0 0 0,-19 1-351 0 0,1 1-1 0 0,0 0 0 0 0,0-1 0 0 0,-1 0 0 0 0,1 0 1 0 0,-1-1-1 0 0,1 1 0 0 0,-1-1 0 0 0,0 0 1 0 0,0 0-1 0 0,0 0 0 0 0,-1-1 0 0 0,1 1 0 0 0,-1-1 1 0 0,1 0-1 0 0,-1 0 0 0 0,-1 0 0 0 0,5-6 0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4.5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16 5065 0 0,'-15'-16'2460'0'0,"16"16"-2430"0"0,0 1-1 0 0,0-1 0 0 0,-1 0 0 0 0,1 1 0 0 0,0-1 0 0 0,0 0 1 0 0,-1 1-1 0 0,1-1 0 0 0,0 1 0 0 0,-1-1 0 0 0,1 1 1 0 0,-1-1-1 0 0,1 1 0 0 0,0 0 0 0 0,-1-1 0 0 0,0 1 0 0 0,1 0 1 0 0,-1-1-1 0 0,1 1 0 0 0,-1 0 0 0 0,0-1 0 0 0,1 1 1 0 0,-1 1-1 0 0,27 38-317 0 0,-18-22 288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4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12 10138 0 0,'-4'-12'1234'0'0,"11"19"582"0"0,10 16-73 0 0,-8 0-1106 0 0,0 0 0 0 0,8 32 0 0 0,-11-32-601 0 0,1 0 1 0 0,13 27-1 0 0,-16-42-393 0 0,0-1 1 0 0,0 0 0 0 0,1-1-1 0 0,0 1 1 0 0,0-1 0 0 0,1 1-1 0 0,-1-2 1 0 0,1 1 0 0 0,0-1-1 0 0,12 8 1 0 0,-8-6-1526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5.2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1 129 920 0 0,'2'-10'494'0'0,"0"0"-1"0"0,1 1 0 0 0,0-1 1 0 0,1 1-1 0 0,0 0 1 0 0,6-10-1 0 0,-8 15 11 0 0,1 0 0 0 0,-1 0-1 0 0,1 1 1 0 0,-1-1 0 0 0,1 1 0 0 0,0 0 0 0 0,0 0 0 0 0,1 0-1 0 0,-1 0 1 0 0,0 0 0 0 0,1 1 0 0 0,0-1 0 0 0,0 1-1 0 0,0 0 1 0 0,0 0 0 0 0,6-2 0 0 0,-9 4-368 0 0,0 0 0 0 0,0 0-1 0 0,1 0 1 0 0,-1 0 0 0 0,0 0 0 0 0,0 0 0 0 0,0 0 0 0 0,0 0 0 0 0,0 0 0 0 0,0 0 0 0 0,0 0 0 0 0,0 1-1 0 0,0-1 1 0 0,0 0 0 0 0,0 1 0 0 0,0-1 0 0 0,0 1 0 0 0,-1-1 0 0 0,1 1 0 0 0,0-1 0 0 0,0 1 0 0 0,0 0-1 0 0,0 0 1 0 0,1 1 0 0 0,-1 0-5 0 0,0 0 0 0 0,1 1 0 0 0,-1-1-1 0 0,0 1 1 0 0,0-1 0 0 0,0 1 0 0 0,0 0 0 0 0,-1-1 0 0 0,1 5-1 0 0,1 6 53 0 0,-2 0 0 0 0,0-1 0 0 0,-1 15 0 0 0,1-25-99 0 0,-3 19 241 0 0,-2 29 360 0 0,5-48-622 0 0,0 1-1 0 0,0-1 1 0 0,0 1-1 0 0,0-1 0 0 0,1 1 1 0 0,-1-1-1 0 0,1 0 1 0 0,-1 1-1 0 0,1-1 1 0 0,0 0-1 0 0,0 1 1 0 0,0-1-1 0 0,0 0 1 0 0,0 0-1 0 0,3 3 1 0 0,-3-4-21 0 0,1 0 1 0 0,0 0-1 0 0,0 0 0 0 0,0-1 1 0 0,-1 1-1 0 0,1 0 1 0 0,0-1-1 0 0,0 1 0 0 0,0-1 1 0 0,0 1-1 0 0,0-1 1 0 0,0 0-1 0 0,0 0 0 0 0,0 0 1 0 0,0 0-1 0 0,0-1 1 0 0,0 1-1 0 0,0 0 0 0 0,0-1 1 0 0,0 1-1 0 0,0-1 1 0 0,3-1-1 0 0,44-20 9 0 0,-45 19 3 0 0,50-27-301 0 0,1 0-1315 0 0,-17 10-2452 0 0,-23 14-1887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45.9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5065 0 0,'3'-12'1121'0'0,"1"1"-1"0"0,0 0 1 0 0,7-15-1 0 0,-10 24-802 0 0,1-1 0 0 0,-1 0 0 0 0,0 1 0 0 0,1-1 0 0 0,0 1 0 0 0,0 0 0 0 0,0 0 0 0 0,0-1 0 0 0,0 1 0 0 0,0 0 0 0 0,0 1 0 0 0,1-1 0 0 0,-1 0 0 0 0,0 1 0 0 0,1-1 0 0 0,0 1 0 0 0,-1 0 0 0 0,1 0 0 0 0,3-1 0 0 0,-4 2-246 0 0,-1 0 1 0 0,1 0-1 0 0,0 0 0 0 0,-1 1 0 0 0,1-1 0 0 0,0 0 0 0 0,-1 1 0 0 0,1-1 0 0 0,0 1 0 0 0,-1 0 0 0 0,1 0 0 0 0,-1-1 0 0 0,0 1 0 0 0,1 0 0 0 0,-1 0 0 0 0,0 1 0 0 0,1-1 1 0 0,-1 0-1 0 0,0 0 0 0 0,0 0 0 0 0,0 1 0 0 0,0-1 0 0 0,0 1 0 0 0,0-1 0 0 0,0 1 0 0 0,-1-1 0 0 0,1 1 0 0 0,0-1 0 0 0,-1 1 0 0 0,1 2 0 0 0,2 7 40 0 0,0-1-1 0 0,0 1 1 0 0,0 13-1 0 0,-3-23-71 0 0,3 45 291 0 0,-4-37-289 0 0,1 0 1 0 0,0 0-1 0 0,1-1 1 0 0,0 1-1 0 0,1 0 1 0 0,0 0-1 0 0,0-1 1 0 0,6 15-1 0 0,-7-21-42 0 0,0-1 0 0 0,0 0 0 0 0,0 0 0 0 0,0 0 0 0 0,0 0 0 0 0,0 0 0 0 0,0 0 0 0 0,0 0 1 0 0,1 0-1 0 0,-1 0 0 0 0,0-1 0 0 0,0 1 0 0 0,1 0 0 0 0,-1-1 0 0 0,1 1 0 0 0,-1-1 0 0 0,1 1 0 0 0,-1-1 0 0 0,1 0 0 0 0,-1 0 0 0 0,1 0 0 0 0,-1 1 0 0 0,1-2 0 0 0,-1 1 0 0 0,1 0 0 0 0,-1 0 0 0 0,3-1 0 0 0,48-16 63 0 0,-24 7 49 0 0,-25 10-94 0 0,-1-1 0 0 0,1 0 0 0 0,0 1 0 0 0,0-1 0 0 0,-1 1 0 0 0,1 0-1 0 0,0 0 1 0 0,0 0 0 0 0,0 0 0 0 0,-1 0 0 0 0,1 1 0 0 0,0-1 0 0 0,0 1 0 0 0,-1 0 0 0 0,1 0 0 0 0,3 1-1 0 0,-5 0-2 0 0,1-1-1 0 0,-1 1 0 0 0,0-1 1 0 0,1 1-1 0 0,-1 0 0 0 0,0-1 1 0 0,0 1-1 0 0,0 0 0 0 0,0 0 1 0 0,-1 0-1 0 0,1-1 0 0 0,0 1 1 0 0,-1 0-1 0 0,0 0 0 0 0,1 0 1 0 0,-1 0-1 0 0,0 0 0 0 0,0 0 1 0 0,0 0-1 0 0,0 1 0 0 0,0-1 1 0 0,0 0-1 0 0,-1 2 0 0 0,-1 4 25 0 0,1 1 0 0 0,-1-1 1 0 0,0 0-1 0 0,-5 10 0 0 0,-7 13-5532 0 0,3-9-884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1.3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96 3225 0 0,'-1'-9'627'0'0,"0"0"0"0"0,0 0 0 0 0,-1 0 1 0 0,0 0-1 0 0,-1 0 0 0 0,0 0 0 0 0,0 1 1 0 0,-9-17-1 0 0,9 61 2402 0 0,20 218-1095 0 0,-2-89-1212 0 0,41 476 94 0 0,-56-636-820 0 0,4 58-646 0 0,-4-57 552 0 0,0-1 0 0 0,0 1-1 0 0,-1-1 1 0 0,0 0 0 0 0,0 1 0 0 0,0-1 0 0 0,-1 0-1 0 0,0 0 1 0 0,-3 8 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1.7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36 132 2304 0 0,'-20'-46'375'0'0,"4"9"5497"0"0,29 63-2500 0 0,48 99-1356 0 0,-59-120-2008 0 0,14 32 242 0 0,1-2 0 0 0,43 67 1 0 0,-54-93-215 0 0,0-1-1 0 0,1 1 1 0 0,1-1 0 0 0,-1-1 0 0 0,1 1 0 0 0,0-1 0 0 0,1-1 0 0 0,0 0-1 0 0,0 0 1 0 0,0 0 0 0 0,0-1 0 0 0,1-1 0 0 0,0 0 0 0 0,0 0 0 0 0,1 0-1 0 0,11 1 1 0 0,-17-5 11 0 0,1 0-1 0 0,0 0 0 0 0,0 0 1 0 0,-1-1-1 0 0,1 0 0 0 0,0 0 1 0 0,-1 0-1 0 0,1-1 1 0 0,-1 0-1 0 0,0 0 0 0 0,1 0 1 0 0,-1-1-1 0 0,0 0 0 0 0,0 0 1 0 0,-1 0-1 0 0,1 0 1 0 0,-1-1-1 0 0,1 0 0 0 0,-1 0 1 0 0,4-5-1 0 0,10-11 350 0 0,-1-1 1 0 0,27-42-1 0 0,-41 57-374 0 0,65-113 835 0 0,7-12-1016 0 0,-61 111-873 0 0,0 0 0 0 0,18-17 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2.8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123 65 3225 0 0,'1'-49'855'0'0,"-1"33"4796"0"0,-21 268-1327 0 0,-34 124-3368 0 0,35-247-332 0 0,6 0 0 0 0,3 207 1 0 0,11-329-1585 0 0,-2-19-3163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3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35 4145 0 0,'-13'-31'4224'0'0,"12"31"-4189"0"0,1 0 1 0 0,0 0-1 0 0,0 0 1 0 0,0 0-1 0 0,0 0 1 0 0,0 0-1 0 0,0-1 1 0 0,0 1-1 0 0,0 0 1 0 0,0 0-1 0 0,0 0 1 0 0,0 0-1 0 0,0 0 1 0 0,0 0-1 0 0,0 0 1 0 0,0 0-1 0 0,0-1 0 0 0,0 1 1 0 0,0 0-1 0 0,0 0 1 0 0,0 0-1 0 0,1-1 462 0 0,-1 1-462 0 0,0 0 1 0 0,0 0-1 0 0,0 0 1 0 0,0 0-1 0 0,1 0 1 0 0,-1 0-1 0 0,0 0 1 0 0,0 0-1 0 0,0-1 1 0 0,0 1-1 0 0,0 0 1 0 0,0 0-1 0 0,0 0 0 0 0,0 0 1 0 0,1 0-1 0 0,-1 0 1 0 0,0 0-1 0 0,0 0 1 0 0,0 1-1 0 0,0-1 1 0 0,0 0-1 0 0,0 0 1 0 0,0 0-1 0 0,0 0 1 0 0,0 0-1 0 0,1 0 1 0 0,11 15 1163 0 0,5 10-252 0 0,20 46 1 0 0,9 16-390 0 0,-40-77-490 0 0,1-1 1 0 0,0 0-1 0 0,0 0 1 0 0,1-1-1 0 0,0 0 1 0 0,13 10-1 0 0,-19-16-24 0 0,1 0 1 0 0,0-1-1 0 0,-1 1 0 0 0,1-1 1 0 0,0 1-1 0 0,0-1 0 0 0,-1 0 1 0 0,1 0-1 0 0,0 0 0 0 0,0-1 1 0 0,0 1-1 0 0,0-1 0 0 0,0 1 0 0 0,0-1 1 0 0,1 0-1 0 0,-1 0 0 0 0,0 0 1 0 0,0-1-1 0 0,0 1 0 0 0,0-1 1 0 0,0 0-1 0 0,0 0 0 0 0,-1 0 1 0 0,1 0-1 0 0,0 0 0 0 0,0 0 1 0 0,0-1-1 0 0,-1 0 0 0 0,1 1 0 0 0,-1-1 1 0 0,4-3-1 0 0,6-7 171 0 0,0 0 0 0 0,-1-1 0 0 0,0 0 0 0 0,14-24 0 0 0,-4 7-103 0 0,15-16-540 0 0,-16 19-185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3.8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0 168 4145 0 0,'11'-9'531'0'0,"0"1"1"0"0,0 0 0 0 0,0 0-1 0 0,1 1 1 0 0,1 0-1 0 0,-1 2 1 0 0,1-1 0 0 0,0 1-1 0 0,0 1 1 0 0,24-5-1 0 0,3 2 406 0 0,-1 2-1 0 0,58-1 0 0 0,297-4 3211 0 0,-284 7-3946 0 0,109-5 378 0 0,-170 3-471 0 0,0-2 0 0 0,70-19 0 0 0,-104 21-464 0 0,-11 4 139 0 0,-1-1 1 0 0,1 1-1 0 0,0-1 1 0 0,0 1 0 0 0,0 1-1 0 0,0-1 1 0 0,0 0-1 0 0,0 1 1 0 0,6 0-1 0 0,-8 1-615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7:54.4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118 49 1824 0 0,'-49'-24'1001'0'0,"18"7"711"0"0,-7 10 10299 0 0,38 7-11874 0 0,6 16 1675 0 0,12 16-1713 0 0,14 16-37 0 0,-1-3 77 0 0,41 49 0 0 0,-59-80-118 0 0,0 0-1 0 0,1-1 1 0 0,0-1-1 0 0,1-1 1 0 0,0 0-1 0 0,1 0 1 0 0,21 9-1 0 0,31 17-20 0 0,-68-36 3 0 0,0 0 0 0 0,1-1 0 0 0,-1 1 0 0 0,0 0 0 0 0,0 0 0 0 0,0 0-1 0 0,0 0 1 0 0,1-1 0 0 0,-1 1 0 0 0,0 0 0 0 0,-1 0 0 0 0,1 0 0 0 0,0 0 0 0 0,0 0 0 0 0,0 0 0 0 0,0-1-1 0 0,-1 1 1 0 0,1 0 0 0 0,0 0 0 0 0,-1 0 0 0 0,1-1 0 0 0,-1 1 0 0 0,1 0 0 0 0,-1 0 0 0 0,1-1 0 0 0,-1 1 0 0 0,0 0-1 0 0,-16 22 144 0 0,1-7 225 0 0,-2 0 1 0 0,0 0-1 0 0,-32 20 0 0 0,-27 21 46 0 0,70-50-714 0 0,-1 1-1 0 0,1 0 0 0 0,0 0 1 0 0,0 0-1 0 0,1 1 0 0 0,-9 16 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5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14 2761 0 0,'-8'-2'1415'0'0,"-21"-7"1556"0"0,28 8-2708 0 0,0 1 1 0 0,0-1-1 0 0,0 1 1 0 0,0 0-1 0 0,0 0 1 0 0,0 0-1 0 0,0 0 1 0 0,-1 0-1 0 0,1 0 1 0 0,0 0-1 0 0,0 0 1 0 0,0 0-1 0 0,0 0 1 0 0,0 1-1 0 0,0-1 1 0 0,0 0-1 0 0,-1 1 1 0 0,0 0-1 0 0,2-1-122 0 0,0 0 0 0 0,0 1-1 0 0,0-1 1 0 0,0 1 0 0 0,-1-1 0 0 0,1 0-1 0 0,0 1 1 0 0,0-1 0 0 0,0 1-1 0 0,0-1 1 0 0,0 0 0 0 0,0 1 0 0 0,0-1-1 0 0,0 1 1 0 0,0-1 0 0 0,0 0-1 0 0,0 1 1 0 0,1-1 0 0 0,-1 1-1 0 0,0-1 1 0 0,0 0 0 0 0,0 1 0 0 0,0-1-1 0 0,1 0 1 0 0,-1 1 0 0 0,13 16 949 0 0,-12-15-1094 0 0,93 126 1389 0 0,182 190 0 0 0,-270-311-1378 0 0,5 4 143 0 0,0 0 0 0 0,-1 1 0 0 0,0 0 0 0 0,-1 1 0 0 0,9 17-1 0 0,-16-27-117 0 0,0 1 0 0 0,-1-1-1 0 0,0 1 1 0 0,1-1 0 0 0,-2 1-1 0 0,1 0 1 0 0,0 0 0 0 0,-1-1-1 0 0,1 1 1 0 0,-1 0 0 0 0,0 0-1 0 0,0 0 1 0 0,-1-1-1 0 0,1 1 1 0 0,-1 0 0 0 0,0 0-1 0 0,0-1 1 0 0,0 1 0 0 0,0 0-1 0 0,-1-1 1 0 0,0 0 0 0 0,1 1-1 0 0,-1-1 1 0 0,0 0 0 0 0,-1 0-1 0 0,1 0 1 0 0,-3 3 0 0 0,-34 34 614 0 0,-72 58 0 0 0,-7 5-298 0 0,102-86-248 0 0,-10 8-130 0 0,0 2-1 0 0,-34 47 0 0 0,60-73-31 0 0,0-1 1 0 0,0 0-1 0 0,-1 1 0 0 0,1-1 1 0 0,0 0-1 0 0,0 0 0 0 0,0 1 1 0 0,0-1-1 0 0,0 0 1 0 0,-1 1-1 0 0,1-1 0 0 0,0 0 1 0 0,0 1-1 0 0,0-1 0 0 0,0 0 1 0 0,0 1-1 0 0,0-1 1 0 0,0 0-1 0 0,0 1 0 0 0,0-1 1 0 0,0 0-1 0 0,0 1 0 0 0,1-1 1 0 0,-1 0-1 0 0,0 1 0 0 0,0-1 1 0 0,0 0-1 0 0,0 1 1 0 0,0-1-1 0 0,1 0 0 0 0,-1 1 1 0 0,0-1-1 0 0,0 0 0 0 0,0 0 1 0 0,1 1-1 0 0,-1-1 0 0 0,0 0 1 0 0,0 0-1 0 0,1 0 1 0 0,-1 1-1 0 0,0-1 0 0 0,1 0 1 0 0,-1 0-1 0 0,0 0 0 0 0,1 0 1 0 0,-1 0-1 0 0,0 0 0 0 0,1 1 1 0 0,-1-1-1 0 0,1 0 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5.7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140 500 2304 0 0,'-54'-96'4611'0'0,"-23"-37"2733"0"0,68 120-4674 0 0,15 24-876 0 0,12 18-934 0 0,-2-7-794 0 0,0-2 1 0 0,1 0-1 0 0,1-1 1 0 0,1 0-1 0 0,0-2 1 0 0,2 0-1 0 0,28 17 1 0 0,-33-24-37 0 0,0-1-1 0 0,1 0 1 0 0,0-1 0 0 0,1-1 0 0 0,-1-1 0 0 0,1-1 0 0 0,1 0 0 0 0,-1-1-1 0 0,1-1 1 0 0,33 1 0 0 0,-44-4 40 0 0,0 0-1 0 0,1-1 1 0 0,-1 0 0 0 0,0-1 0 0 0,0 0-1 0 0,1 0 1 0 0,-1-1 0 0 0,-1 0-1 0 0,1 0 1 0 0,0-1 0 0 0,-1 1 0 0 0,13-10-1 0 0,-10 5 73 0 0,-1-1 0 0 0,0 1-1 0 0,0-2 1 0 0,-1 1 0 0 0,0-1-1 0 0,0 0 1 0 0,10-19 0 0 0,-2-5 119 0 0,-1-1 0 0 0,-2 0 0 0 0,-1-1 1 0 0,11-60-1 0 0,-20 77-318 0 0,2 0-1 0 0,0 0 1 0 0,1 1 0 0 0,1-1-1 0 0,0 2 1 0 0,20-34 0 0 0,-22 44-358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6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59 8290 0 0,'-1'0'4'0'0,"-36"-31"2347"0"0,35 28-1748 0 0,0 1 0 0 0,1 0-1 0 0,-1 0 1 0 0,1-1 0 0 0,-1 1 0 0 0,1-1 0 0 0,0 1-1 0 0,-1-1 1 0 0,1-2 0 0 0,30 36 2790 0 0,17 34-3243 0 0,46 89 0 0 0,-63-100-324 0 0,2-2 0 0 0,3-1 0 0 0,62 73 0 0 0,-68-96-525 0 0,24 27-599 0 0,-26-13-4986 0 0,-21-29 1368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6.9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35 296 3225 0 0,'-7'-17'869'0'0,"1"1"0"0"0,1-1-1 0 0,0 1 1 0 0,2-2 0 0 0,-1 1 0 0 0,2 0 0 0 0,1 0 0 0 0,0-1 0 0 0,1 1 0 0 0,4-31 0 0 0,-3 43-578 0 0,0 0 1 0 0,0 0 0 0 0,1 0-1 0 0,0 0 1 0 0,0 0 0 0 0,0 0-1 0 0,0 1 1 0 0,1-1 0 0 0,0 1-1 0 0,0-1 1 0 0,0 1 0 0 0,7-6-1 0 0,-9 8-236 0 0,1 1 0 0 0,-1 0 0 0 0,1 0-1 0 0,-1 0 1 0 0,1 1 0 0 0,-1-1 0 0 0,1 0 0 0 0,0 1-1 0 0,-1-1 1 0 0,1 0 0 0 0,0 1 0 0 0,-1 0 0 0 0,1-1-1 0 0,0 1 1 0 0,-1 0 0 0 0,1 0 0 0 0,0 0 0 0 0,0 0 0 0 0,-1 0-1 0 0,1 1 1 0 0,0-1 0 0 0,0 0 0 0 0,-1 1 0 0 0,1 0-1 0 0,-1-1 1 0 0,1 1 0 0 0,0 0 0 0 0,-1-1 0 0 0,1 1-1 0 0,-1 0 1 0 0,1 0 0 0 0,-1 0 0 0 0,0 1 0 0 0,0-1-1 0 0,1 0 1 0 0,-1 0 0 0 0,0 1 0 0 0,0-1 0 0 0,0 1 0 0 0,1 2-1 0 0,11 16-73 0 0,-1 0 1 0 0,-1 2-1 0 0,0-1 0 0 0,-2 1 0 0 0,-1 1 0 0 0,11 44 0 0 0,15 41 344 0 0,-29-94-96 0 0,1-1 0 0 0,1 0 0 0 0,0-1 0 0 0,0 0 0 0 0,17 20 0 0 0,-23-30-198 0 0,0 0-1 0 0,1-1 0 0 0,0 1 0 0 0,-1-1 1 0 0,1 1-1 0 0,0-1 0 0 0,-1 0 0 0 0,1 1 0 0 0,0-1 1 0 0,0 0-1 0 0,0 0 0 0 0,0 0 0 0 0,0-1 1 0 0,0 1-1 0 0,0 0 0 0 0,1-1 0 0 0,-1 1 1 0 0,0-1-1 0 0,0 0 0 0 0,0 0 0 0 0,1 0 0 0 0,-1 0 1 0 0,0 0-1 0 0,0 0 0 0 0,0-1 0 0 0,1 1 1 0 0,-1-1-1 0 0,0 1 0 0 0,0-1 0 0 0,0 0 1 0 0,0 0-1 0 0,0 0 0 0 0,0 0 0 0 0,0 0 0 0 0,0 0 1 0 0,3-3-1 0 0,6-6-596 0 0,-1 1 0 0 0,0-2 0 0 0,0 1 0 0 0,13-21 0 0 0,-5 8-1557 0 0,44-49-4429 0 0,-49 58 5176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7.1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19 2761 0 0,'23'-13'70'0'0,"-21"12"413"0"0,1 0 0 0 0,0 0 1 0 0,-1 1-1 0 0,1-1 0 0 0,0 0 1 0 0,-1 1-1 0 0,1-1 0 0 0,0 1 0 0 0,4 0 1 0 0,-5 1-154 0 0,1-1 0 0 0,-1 1 1 0 0,1 0-1 0 0,-1 0 1 0 0,1 0-1 0 0,-1 0 0 0 0,1 0 1 0 0,-1 0-1 0 0,0 1 0 0 0,0-1 1 0 0,0 1-1 0 0,0 0 0 0 0,0 0 1 0 0,0-1-1 0 0,0 1 1 0 0,0 1-1 0 0,-1-1 0 0 0,1 0 1 0 0,1 4-1 0 0,23 37 1076 0 0,24 59 0 0 0,-11-20-2438 0 0,-15-34-809 0 0,-10-21 890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7.4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66 119 6913 0 0,'15'29'4489'0'0,"-8"-9"-4071"0"0,0-2 0 0 0,2 1-1 0 0,0-1 1 0 0,1 0 0 0 0,15 20-1 0 0,-22-34-337 0 0,1 1 0 0 0,-1-1 0 0 0,1-1 0 0 0,-1 1 0 0 0,1-1 0 0 0,0 1 0 0 0,1-1 0 0 0,-1 0 0 0 0,0 0 0 0 0,1-1 0 0 0,0 1 0 0 0,-1-1 1 0 0,1 0-1 0 0,0-1 0 0 0,0 1 0 0 0,0-1 0 0 0,1 0 0 0 0,-1 0 0 0 0,0 0 0 0 0,0-1 0 0 0,0 0 0 0 0,1 0 0 0 0,-1 0 0 0 0,0-1 0 0 0,10-2 0 0 0,-12 3 53 0 0,-1-1 1 0 0,1 1 0 0 0,-1-1 0 0 0,1 0-1 0 0,-1 0 1 0 0,0 0 0 0 0,1 0-1 0 0,-1-1 1 0 0,0 1 0 0 0,0-1 0 0 0,0 1-1 0 0,0-1 1 0 0,0 0 0 0 0,0 1-1 0 0,-1-1 1 0 0,1 0 0 0 0,-1 0 0 0 0,1 0-1 0 0,-1-1 1 0 0,0 1 0 0 0,2-3-1 0 0,-2 1 40 0 0,0 0-1 0 0,0 0 1 0 0,-1 0-1 0 0,1 0 1 0 0,-1-1-1 0 0,0 1 0 0 0,0 0 1 0 0,0 0-1 0 0,-1 0 1 0 0,0 0-1 0 0,-2-8 1 0 0,-1-1 41 0 0,0 1 1 0 0,-1 0-1 0 0,-1 1 1 0 0,0-1-1 0 0,0 1 1 0 0,-1 0-1 0 0,-14-15 1 0 0,6 10-144 0 0,-1 0 1 0 0,0 1-1 0 0,-24-16 1 0 0,30 24-266 0 0,0 1 1 0 0,0 0-1 0 0,-1 0 0 0 0,0 1 1 0 0,0 0-1 0 0,0 1 0 0 0,-21-4 1 0 0,30 7 6 0 0,-1 1 0 0 0,1-1 1 0 0,-1 1-1 0 0,1 0 1 0 0,0 0-1 0 0,-1 1 1 0 0,1-1-1 0 0,-1 0 1 0 0,1 1-1 0 0,-1-1 1 0 0,1 1-1 0 0,0 0 0 0 0,0 0 1 0 0,-1 0-1 0 0,1 0 1 0 0,0 0-1 0 0,0 0 1 0 0,0 1-1 0 0,0-1 1 0 0,0 1-1 0 0,0 0 0 0 0,0-1 1 0 0,1 1-1 0 0,-1 0 1 0 0,-2 3-1 0 0,-5 13-1348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39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 3225 0 0,'0'-3'288'0'0,"0"2"-288"0"0,1 0 0 0 0,0 1 152 0 0,1-2-24 0 0,1 0-8 0 0,-1-1 0 0 0,2 0-288 0 0,3 1-56 0 0,-2 0-16 0 0,1 2 0 0 0,2 2 240 0 0,-2-1-72 0 0,2-1 72 0 0,-1 0 0 0 0,-2 1-64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43.0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458 125 3225 0 0,'-46'-22'14144'0'0,"44"22"-13715"0"0,-20-34 2416 0 0,15 22-2784 0 0,-19-25-130 0 0,25 35 111 0 0,-1 1 1 0 0,1-1-1 0 0,-1 0 1 0 0,1 1-1 0 0,-1 0 1 0 0,0-1-1 0 0,0 1 1 0 0,1 0-1 0 0,-1 0 0 0 0,0 0 1 0 0,0 0-1 0 0,0 0 1 0 0,0 0-1 0 0,0 1 1 0 0,0-1-1 0 0,-5 0 1 0 0,7 1 37 0 0,-1 1 2 0 0,0-1 178 0 0,2 4-194 0 0,15 24-96 0 0,2 0 0 0 0,1-1-1 0 0,1-1 1 0 0,1-1 0 0 0,26 24 0 0 0,-31-32 31 0 0,-13-13 16 0 0,1 0 1 0 0,-1 1 0 0 0,0-1-1 0 0,0 1 1 0 0,0-1 0 0 0,0 1-1 0 0,-1 0 1 0 0,0 0 0 0 0,0 0-1 0 0,0 0 1 0 0,-1 0 0 0 0,1 1-1 0 0,-1-1 1 0 0,0 11 0 0 0,-1-13-8 0 0,0 0 1 0 0,0 0-1 0 0,-1 1 1 0 0,1-1-1 0 0,-1 0 1 0 0,0 0-1 0 0,0 0 1 0 0,0 0-1 0 0,-1 0 1 0 0,1-1-1 0 0,-1 1 0 0 0,1 0 1 0 0,-1-1-1 0 0,0 1 1 0 0,0-1-1 0 0,0 1 1 0 0,0-1-1 0 0,-1 0 1 0 0,1 0-1 0 0,0 0 1 0 0,-1 0-1 0 0,0 0 1 0 0,1-1-1 0 0,-1 1 1 0 0,0-1-1 0 0,-5 2 1 0 0,-51 17 373 0 0,38-14-64 0 0,-40 18 0 0 0,45-16-312 0 0,-13 7 77 0 0,-1-1 1 0 0,-51 16-1 0 0,59-25-150 0 0,1 2 1 0 0,0 0-1 0 0,1 1 0 0 0,0 1 1 0 0,-37 22-1 0 0,57-31 14 0 0,0 1 0 0 0,-1-1 0 0 0,1 0 0 0 0,0 1 0 0 0,0-1 0 0 0,0 1 0 0 0,-1-1 0 0 0,1 0 0 0 0,0 1 0 0 0,0-1-1 0 0,0 1 1 0 0,0-1 0 0 0,0 0 0 0 0,0 1 0 0 0,0-1 0 0 0,0 1 0 0 0,0-1 0 0 0,0 0 0 0 0,0 1 0 0 0,0-1 0 0 0,0 1 0 0 0,0-1 0 0 0,0 1 0 0 0,0-1 0 0 0,0 0 0 0 0,1 1 0 0 0,-1-1 0 0 0,0 0 0 0 0,0 1 0 0 0,0-1 0 0 0,1 1 0 0 0,-1-1 0 0 0,0 0 0 0 0,0 1-1 0 0,1-1 1 0 0,-1 0 0 0 0,0 0 0 0 0,1 1 0 0 0,-1-1 0 0 0,0 0 0 0 0,1 0 0 0 0,-1 0 0 0 0,1 1 0 0 0,6 3-1356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8:59.2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1141 2761 0 0,'-68'70'1691'0'0,"50"-50"-604"0"0,-1-1 0 0 0,-29 24 1 0 0,99-96 2819 0 0,-3 7-3423 0 0,174-156 837 0 0,116-104 1620 0 0,-102 85-1860 0 0,-12 5 313 0 0,-19 18-1587 0 0,-205 197 178 0 0,8-7-607 0 0,1 1 0 0 0,-1 0 0 0 0,1 0 1 0 0,1 1-1 0 0,15-8 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0.5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118 163 2593 0 0,'-1'14'301'0'0,"-3"-21"-296"0"0,-6-16-15 0 0,-5 0 893 0 0,-1 0 1 0 0,-1 1 0 0 0,-29-28 0 0 0,46 50-742 0 0,-1 0 0 0 0,0-1 0 0 0,1 1-1 0 0,-1-1 1 0 0,1 1 0 0 0,-1 0 0 0 0,1-1 0 0 0,0 1 0 0 0,-1-1-1 0 0,1 1 1 0 0,-1-1 0 0 0,1 0 0 0 0,0 1 0 0 0,-1-1 0 0 0,1 1 0 0 0,0-1-1 0 0,0 0 1 0 0,0 1 0 0 0,-1-1 0 0 0,1 1 0 0 0,0-1 0 0 0,0 0-1 0 0,0 1 1 0 0,0-1 0 0 0,0 0 0 0 0,0 1 0 0 0,0-1 0 0 0,0 0-1 0 0,0 1 1 0 0,0-1 0 0 0,1 0 0 0 0,-1 1 0 0 0,0-1 0 0 0,0 1 0 0 0,1-1-1 0 0,-1 0 1 0 0,0 1 0 0 0,1-1 0 0 0,-1 1 0 0 0,0-1 0 0 0,1 0-1 0 0,1 0 39 0 0,-1 1 0 0 0,0-1-1 0 0,0 1 1 0 0,0-1-1 0 0,1 1 1 0 0,-1-1-1 0 0,0 1 1 0 0,1 0 0 0 0,-1 0-1 0 0,0-1 1 0 0,1 1-1 0 0,-1 0 1 0 0,0 0-1 0 0,1 1 1 0 0,-1-1-1 0 0,0 0 1 0 0,1 0 0 0 0,-1 0-1 0 0,3 2 1 0 0,5 2-60 0 0,0 0 0 0 0,-1 1 1 0 0,1 0-1 0 0,-1 0 0 0 0,0 1 1 0 0,0 0-1 0 0,11 13 0 0 0,47 56 99 0 0,-50-56-132 0 0,37 45 55 0 0,72 65-1 0 0,-97-104-150 0 0,0-2 0 0 0,2-1 0 0 0,0-1 0 0 0,2-2 0 0 0,37 18 0 0 0,-26-19 1 0 0,-27-12-3 0 0,1 1 0 0 0,-1 0 0 0 0,-1 1 1 0 0,21 15-1 0 0,-35-23-72 0 0,-1 1-1 0 0,1 0 1 0 0,0-1 0 0 0,0 1 0 0 0,-1 0 0 0 0,1 0 0 0 0,-1 0 0 0 0,1-1-1 0 0,-1 1 1 0 0,1 0 0 0 0,-1 0 0 0 0,1 0 0 0 0,-1 0 0 0 0,0 0-1 0 0,1 0 1 0 0,-1 0 0 0 0,0 0 0 0 0,0 0 0 0 0,0 2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0.9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3 379 1376 0 0,'0'0'86'0'0,"-1"0"-1"0"0,1-1 1 0 0,0 1 0 0 0,0 0-1 0 0,-1-1 1 0 0,1 1-1 0 0,0 0 1 0 0,0-1 0 0 0,0 1-1 0 0,0 0 1 0 0,0-1-1 0 0,-1 1 1 0 0,1 0 0 0 0,0-1-1 0 0,0 1 1 0 0,0 0-1 0 0,0-1 1 0 0,0 1 0 0 0,0 0-1 0 0,0-1 1 0 0,0 1-1 0 0,0-1 1 0 0,0 1-1 0 0,0 0 1 0 0,1-1 0 0 0,-1 1-1 0 0,0 0 1 0 0,0-1-1 0 0,0 1 1 0 0,0 0 0 0 0,1-1-1 0 0,-1 1 1 0 0,0 0-1 0 0,0-1 1 0 0,0 1 0 0 0,1 0-1 0 0,-1 0 1 0 0,0-1-1 0 0,1 1 1 0 0,-1 0 0 0 0,1 0-1 0 0,20-5 1926 0 0,24 7 809 0 0,42 23 265 0 0,-54-14-2488 0 0,0-2 0 0 0,40 6 0 0 0,-64-13-425 0 0,1-1-1 0 0,0-1 0 0 0,-1 0 0 0 0,1 0 1 0 0,-1-1-1 0 0,1 0 0 0 0,0-1 1 0 0,-1 0-1 0 0,0 0 0 0 0,1-1 0 0 0,-1 0 1 0 0,11-6-1 0 0,-15 6-12 0 0,0 0 0 0 0,-1-1 1 0 0,1 1-1 0 0,-1-1 0 0 0,0 0 0 0 0,0-1 1 0 0,0 1-1 0 0,0-1 0 0 0,-1 1 0 0 0,0-1 0 0 0,0 0 1 0 0,0 0-1 0 0,-1 0 0 0 0,1-1 0 0 0,-1 1 1 0 0,-1-1-1 0 0,1 1 0 0 0,-1-1 0 0 0,2-9 1 0 0,-1-12 203 0 0,0 1 1 0 0,-2 0-1 0 0,-3-30 0 0 0,1 16-289 0 0,1 6-174 0 0,0-57-3432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2.0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89 315 2569 0 0,'-5'-9'0'0'0,"1"0"0"0"0,0 0 0 0 0,1-1 0 0 0,0 0 0 0 0,-3-11 0 0 0,-4-15 0 0 0,-43-138 137 0 0,65 138 9660 0 0,-8 59-9326 0 0,1-5-86 0 0,14 57 2177 0 0,-2-123-6115 0 0,-14 41 2707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2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1 456 0 0,'-8'10'633'0'0,"0"1"0"0"0,0 0-1 0 0,1 1 1 0 0,1-1 0 0 0,0 1 0 0 0,0 1-1 0 0,1-1 1 0 0,1 1 0 0 0,0 0 0 0 0,1 0-1 0 0,1 0 1 0 0,-3 23 0 0 0,5-34-566 0 0,0-1 0 0 0,0 0 0 0 0,0 0 0 0 0,0 1 0 0 0,0-1 1 0 0,0 0-1 0 0,0 0 0 0 0,1 0 0 0 0,-1 1 0 0 0,0-1 0 0 0,1 0 0 0 0,-1 0 0 0 0,1 0 0 0 0,0 0 0 0 0,-1 0 1 0 0,1 1-1 0 0,0-1 0 0 0,-1 0 0 0 0,1-1 0 0 0,0 1 0 0 0,0 0 0 0 0,0 0 0 0 0,0 0 0 0 0,1 1 1 0 0,0-2 7 0 0,0 1 1 0 0,0-1 0 0 0,0 1-1 0 0,0-1 1 0 0,0 0-1 0 0,0 1 1 0 0,0-1 0 0 0,0 0-1 0 0,0 0 1 0 0,0-1 0 0 0,0 1-1 0 0,0 0 1 0 0,0-1 0 0 0,1 0-1 0 0,10-3 266 0 0,0-1 1 0 0,0-1-1 0 0,19-12 0 0 0,-23 13-85 0 0,17-11 188 0 0,-21 12-417 0 0,1 0 0 0 0,-1 0 0 0 0,1 1 0 0 0,0 0 0 0 0,0 0 0 0 0,0 0 0 0 0,1 1 0 0 0,-1 0 0 0 0,0 0 0 0 0,1 0 0 0 0,11-1 0 0 0,-16 4-32 0 0,-1 0 1 0 0,1-1-1 0 0,0 1 0 0 0,-1 0 1 0 0,1 0-1 0 0,-1-1 0 0 0,0 1 1 0 0,1 0-1 0 0,-1 1 0 0 0,0-1 1 0 0,1 0-1 0 0,-1 0 1 0 0,0 0-1 0 0,0 1 0 0 0,0-1 1 0 0,0 1-1 0 0,0-1 0 0 0,-1 1 1 0 0,1-1-1 0 0,0 1 0 0 0,-1-1 1 0 0,1 1-1 0 0,-1 0 0 0 0,1-1 1 0 0,-1 1-1 0 0,0 0 0 0 0,1-1 1 0 0,-1 1-1 0 0,0 2 0 0 0,1 58-186 0 0,-2-52 162 0 0,-5 49 29 0 0,3-47 83 0 0,2-1-1 0 0,-1 1 0 0 0,1 0 1 0 0,1 0-1 0 0,0-1 0 0 0,1 1 1 0 0,0 0-1 0 0,4 18 0 0 0,-4-28-71 0 0,0 1-1 0 0,1-1 0 0 0,-1 0 0 0 0,0 0 0 0 0,1 0 1 0 0,0 0-1 0 0,-1 0 0 0 0,1 0 0 0 0,0-1 1 0 0,0 1-1 0 0,0-1 0 0 0,0 1 0 0 0,0-1 0 0 0,0 1 1 0 0,0-1-1 0 0,0 0 0 0 0,1 0 0 0 0,-1 0 1 0 0,0 0-1 0 0,1-1 0 0 0,-1 1 0 0 0,1-1 0 0 0,-1 1 1 0 0,1-1-1 0 0,-1 0 0 0 0,1 0 0 0 0,-1 0 1 0 0,1 0-1 0 0,3-1 0 0 0,9-1 25 0 0,0 0-1 0 0,0-1 1 0 0,23-8 0 0 0,-27 7-11 0 0,38-13 57 0 0,-34 11-95 0 0,-1 1-1 0 0,1 0 0 0 0,0 1 0 0 0,27-3 0 0 0,-37 7 22 0 0,-1-1 1 0 0,1 2-1 0 0,-1-1 0 0 0,1 0 1 0 0,0 1-1 0 0,-1 0 1 0 0,1 0-1 0 0,-1 0 0 0 0,0 1 1 0 0,1 0-1 0 0,-1-1 1 0 0,0 2-1 0 0,0-1 1 0 0,0 0-1 0 0,0 1 0 0 0,-1-1 1 0 0,1 1-1 0 0,-1 0 1 0 0,1 1-1 0 0,3 4 1 0 0,4 6 303 0 0,-1 1 1 0 0,-1 1 0 0 0,0-1 0 0 0,-1 1-1 0 0,5 17 1 0 0,-6-15 24 0 0,1-1 0 0 0,0 0 1 0 0,2-1-1 0 0,16 25 0 0 0,-2-14-354 0 0,15 21-38 0 0,-17-11-5950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3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112 396 456 0 0,'-24'8'-33'0'0,"13"-4"418"0"0,-1 0 0 0 0,1-1 0 0 0,0 0 0 0 0,-21 1 1 0 0,31-4-351 0 0,1 0 1 0 0,0 0 0 0 0,-1 0-1 0 0,1 0 1 0 0,-1 0 0 0 0,1 0 0 0 0,0 0-1 0 0,-1 0 1 0 0,1 0 0 0 0,-1-1 0 0 0,1 1-1 0 0,0 0 1 0 0,-1 0 0 0 0,1 0 0 0 0,0-1-1 0 0,-1 1 1 0 0,1 0 0 0 0,0-1 0 0 0,-1 1-1 0 0,1 0 1 0 0,0 0 0 0 0,-1-1 0 0 0,1 1-1 0 0,0-1 1 0 0,0 1 0 0 0,0 0 0 0 0,-1-1-1 0 0,1 1 1 0 0,0 0 0 0 0,0-1 0 0 0,0 1-1 0 0,0-1 1 0 0,0 1 0 0 0,0-1 0 0 0,0 1-1 0 0,0 0 1 0 0,0-1 0 0 0,0 1 0 0 0,0-1-1 0 0,0 1 1 0 0,0-1 0 0 0,0 1 0 0 0,0 0-1 0 0,0-1 1 0 0,0 1 0 0 0,1-1 0 0 0,-1 1-1 0 0,0 0 1 0 0,0-1 0 0 0,0 1 0 0 0,1 0-1 0 0,-1-1 1 0 0,15-24 1251 0 0,-14 22-1128 0 0,28-41 880 0 0,2 2 0 0 0,1 2 0 0 0,3 0 0 0 0,1 3 0 0 0,72-60 0 0 0,-45 55-45 0 0,-58 39-819 0 0,0 1 0 0 0,0-1 0 0 0,1 1 1 0 0,-1 0-1 0 0,1 0 0 0 0,-1 1 0 0 0,1 0 0 0 0,-1 0 0 0 0,1 0 0 0 0,11 0 0 0 0,-16 2-117 0 0,0-1-1 0 0,1 1 0 0 0,-1-1 0 0 0,0 1 1 0 0,1-1-1 0 0,-1 1 0 0 0,0 0 1 0 0,0 0-1 0 0,0 0 0 0 0,0 0 1 0 0,0 0-1 0 0,0 0 0 0 0,0 0 1 0 0,0 0-1 0 0,0 0 0 0 0,0 0 1 0 0,0 0-1 0 0,0 1 0 0 0,-1-1 1 0 0,1 0-1 0 0,-1 0 0 0 0,1 1 1 0 0,-1-1-1 0 0,1 1 0 0 0,-1 1 1 0 0,8 44 246 0 0,-6-32-209 0 0,-2-11-102 0 0,2 9 12 0 0,0 1 0 0 0,1-1 0 0 0,1 0 0 0 0,0 0 0 0 0,7 15 0 0 0,-10-25-18 0 0,0-1 0 0 0,0 0 0 0 0,0 0 0 0 0,1 0 0 0 0,-1 0 0 0 0,1 0 0 0 0,-1 0-1 0 0,1 0 1 0 0,0-1 0 0 0,-1 1 0 0 0,1 0 0 0 0,0-1 0 0 0,0 0 0 0 0,0 1 0 0 0,0-1 0 0 0,1 0 0 0 0,-1 0 0 0 0,0 0 0 0 0,0 0 0 0 0,1-1 0 0 0,-1 1 0 0 0,0 0-1 0 0,1-1 1 0 0,-1 0 0 0 0,1 1 0 0 0,-1-1 0 0 0,1 0 0 0 0,-1-1 0 0 0,0 1 0 0 0,1 0 0 0 0,-1-1 0 0 0,1 1 0 0 0,-1-1 0 0 0,0 1 0 0 0,1-1 0 0 0,-1 0 0 0 0,3-2-1 0 0,8-4 2 0 0,1-1-1 0 0,-1-1 0 0 0,-1 0 0 0 0,0-1 1 0 0,0 0-1 0 0,-1-1 0 0 0,0 0 0 0 0,14-20 1 0 0,-14 18 103 0 0,-1 0 0 0 0,1 1 1 0 0,1 0-1 0 0,1 1 1 0 0,-1 1-1 0 0,1 0 0 0 0,17-9 1 0 0,-29 18-85 0 0,0 0 1 0 0,0 1 0 0 0,0-1-1 0 0,1 1 1 0 0,-1-1 0 0 0,0 1 0 0 0,0 0-1 0 0,1 0 1 0 0,-1-1 0 0 0,0 1-1 0 0,1 0 1 0 0,-1 0 0 0 0,0 0-1 0 0,0 0 1 0 0,1 1 0 0 0,-1-1 0 0 0,0 0-1 0 0,0 1 1 0 0,1-1 0 0 0,-1 0-1 0 0,0 1 1 0 0,0-1 0 0 0,0 1-1 0 0,1 0 1 0 0,-1-1 0 0 0,0 1 0 0 0,0 0-1 0 0,0 0 1 0 0,0 0 0 0 0,0 0-1 0 0,-1 0 1 0 0,1-1 0 0 0,0 2-1 0 0,0-1 1 0 0,1 2 0 0 0,2 5 76 0 0,0 1 0 0 0,0-1 0 0 0,-1 1 0 0 0,4 12 0 0 0,4 12 43 0 0,-9-30-138 0 0,0 1 0 0 0,0-1 0 0 0,1 1 0 0 0,-1-1 0 0 0,0 1 0 0 0,1-1 0 0 0,0 0 0 0 0,0 0 1 0 0,0-1-1 0 0,0 1 0 0 0,1-1 0 0 0,-1 1 0 0 0,1-1 0 0 0,-1 0 0 0 0,1 0 0 0 0,0 0 0 0 0,-1-1 0 0 0,1 0 0 0 0,0 1 0 0 0,0-1 1 0 0,0-1-1 0 0,0 1 0 0 0,1 0 0 0 0,-1-1 0 0 0,0 0 0 0 0,6 0 0 0 0,-1-2-15 0 0,-1 1 0 0 0,1-1 0 0 0,-1-1 0 0 0,1 1 1 0 0,-1-1-1 0 0,0-1 0 0 0,0 0 0 0 0,0 0 0 0 0,0 0 0 0 0,-1-1 0 0 0,9-7 0 0 0,24-22-123 0 0,-14 12 13 0 0,32-22 0 0 0,-51 39 125 0 0,1 0 1 0 0,-1 1-1 0 0,1 0 1 0 0,0 1-1 0 0,1 0 1 0 0,-1 0-1 0 0,0 0 1 0 0,1 1-1 0 0,12-2 1 0 0,-15 4 63 0 0,0 1 1 0 0,0-1 0 0 0,0 1 0 0 0,0 0 0 0 0,0 1 0 0 0,0-1 0 0 0,0 1 0 0 0,0 0 0 0 0,-1 1-1 0 0,1-1 1 0 0,-1 1 0 0 0,0 0 0 0 0,0 0 0 0 0,0 1 0 0 0,7 6 0 0 0,8 8 345 0 0,-1 1 0 0 0,21 28 0 0 0,-8-10-59 0 0,-20-24-468 0 0,2 0 1 0 0,0 0-1 0 0,0-1 1 0 0,1-1-1 0 0,0 0 1 0 0,1-1-1 0 0,22 10 1 0 0,-26-16-872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4.3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61 5529 0 0,'7'-14'245'0'0,"-5"10"82"0"0,-1 0 1 0 0,1 0-1 0 0,1 0 1 0 0,-1 0-1 0 0,0 0 1 0 0,1 0-1 0 0,0 1 1 0 0,0-1 0 0 0,0 1-1 0 0,5-4 1 0 0,-8 6-283 0 0,0 1 0 0 0,0 0 1 0 0,0 0-1 0 0,1 0 1 0 0,-1 0-1 0 0,0 0 1 0 0,0 0-1 0 0,0 0 0 0 0,0 0 1 0 0,1 0-1 0 0,-1 0 1 0 0,0 0-1 0 0,0 0 0 0 0,0 0 1 0 0,0 0-1 0 0,1 0 1 0 0,-1 0-1 0 0,0 0 0 0 0,0 0 1 0 0,0 0-1 0 0,0 0 1 0 0,1 0-1 0 0,-1 0 1 0 0,0 0-1 0 0,0 0 0 0 0,0 1 1 0 0,0-1-1 0 0,0 0 1 0 0,1 0-1 0 0,-1 0 0 0 0,0 0 1 0 0,0 0-1 0 0,0 0 1 0 0,0 1-1 0 0,0-1 0 0 0,0 0 1 0 0,0 0-1 0 0,1 0 1 0 0,-1 0-1 0 0,0 0 1 0 0,0 1-1 0 0,0-1 0 0 0,0 0 1 0 0,1 12 825 0 0,-3 11-190 0 0,-4 15-410 0 0,0-11 103 0 0,2-1 0 0 0,1 2 0 0 0,1-1-1 0 0,3 51 1 0 0,0-75-388 0 0,-1-1 1 0 0,0 1-1 0 0,1-1 0 0 0,-1 0 0 0 0,1 1 1 0 0,0-1-1 0 0,0 1 0 0 0,0-1 0 0 0,0 0 0 0 0,0 0 1 0 0,1 0-1 0 0,-1 0 0 0 0,1 0 0 0 0,-1 0 0 0 0,1 0 1 0 0,0 0-1 0 0,-1 0 0 0 0,1-1 0 0 0,0 1 0 0 0,0-1 1 0 0,4 3-1 0 0,-3-3-42 0 0,1 1 0 0 0,1-1 0 0 0,-1 0 0 0 0,0 0 0 0 0,0-1 0 0 0,0 1 1 0 0,0-1-1 0 0,1 1 0 0 0,-1-2 0 0 0,0 1 0 0 0,8-1 0 0 0,-2-1-45 0 0,0-1 0 0 0,0 1 0 0 0,0-1 0 0 0,0-1 0 0 0,-1 0 0 0 0,0-1 0 0 0,1 1 0 0 0,-1-2 0 0 0,15-11 0 0 0,-8 6 47 0 0,-16 11 56 0 0,0 0 1 0 0,1 0-1 0 0,-1 0 0 0 0,0 0 0 0 0,0 0 1 0 0,1 0-1 0 0,-1 0 0 0 0,0 0 0 0 0,1 0 1 0 0,-1 0-1 0 0,0 0 0 0 0,0 0 0 0 0,1 0 1 0 0,-1 0-1 0 0,0 0 0 0 0,0 0 0 0 0,1 0 1 0 0,-1 0-1 0 0,0 1 0 0 0,0-1 0 0 0,1 0 1 0 0,-1 0-1 0 0,0 0 0 0 0,0 0 0 0 0,1 0 1 0 0,-1 1-1 0 0,0-1 0 0 0,0 0 0 0 0,0 0 1 0 0,1 0-1 0 0,-1 1 0 0 0,0-1 0 0 0,1 3 29 0 0,-1 0 0 0 0,1 0 0 0 0,-1 0-1 0 0,0 0 1 0 0,0 0 0 0 0,0 0 0 0 0,0 0-1 0 0,0 0 1 0 0,-1 4 0 0 0,-23 99 800 0 0,17-81-694 0 0,1 1 1 0 0,1 0-1 0 0,1 0 0 0 0,-1 27 1 0 0,5-31-117 0 0,1 0 1 0 0,1-1-1 0 0,9 40 1 0 0,-9-54-25 0 0,0 0 0 0 0,1 0 0 0 0,0 0 1 0 0,0 0-1 0 0,0 0 0 0 0,7 9 0 0 0,-7-13-11 0 0,-1 0 0 0 0,0 0-1 0 0,1-1 1 0 0,0 1 0 0 0,-1-1-1 0 0,1 0 1 0 0,0 0 0 0 0,0 0-1 0 0,0 0 1 0 0,1 0 0 0 0,-1 0-1 0 0,0-1 1 0 0,1 0 0 0 0,3 2-1 0 0,-1-2-49 0 0,0-1-1 0 0,0 1 0 0 0,0-1 0 0 0,0 0 0 0 0,-1-1 0 0 0,1 1 0 0 0,0-1 0 0 0,0 0 0 0 0,-1-1 0 0 0,1 1 1 0 0,0-1-1 0 0,-1 0 0 0 0,0-1 0 0 0,8-4 0 0 0,8-5-121 0 0,0-2 0 0 0,21-17 0 0 0,-22 15 148 0 0,23-18 12 0 0,-28 21 7 0 0,0 0 1 0 0,1 1 0 0 0,1 1-1 0 0,0 1 1 0 0,21-10 0 0 0,-37 19 17 0 0,0 1 0 0 0,-1 0 1 0 0,1 0-1 0 0,-1 0 0 0 0,1 0 1 0 0,-1 0-1 0 0,1 0 0 0 0,-1 0 1 0 0,1 0-1 0 0,-1 0 0 0 0,1 0 1 0 0,-1 0-1 0 0,1 0 0 0 0,0 0 1 0 0,-1 0-1 0 0,1 0 0 0 0,-1 0 1 0 0,1 1-1 0 0,-1-1 0 0 0,1 0 1 0 0,-1 0-1 0 0,1 1 0 0 0,-1-1 1 0 0,0 0-1 0 0,1 1 0 0 0,-1-1 1 0 0,1 0-1 0 0,-1 1 0 0 0,0-1 1 0 0,1 1-1 0 0,-1-1 0 0 0,0 1 1 0 0,1-1-1 0 0,-1 1 0 0 0,0-1 1 0 0,0 1-1 0 0,1-1 0 0 0,-1 1 1 0 0,0-1-1 0 0,0 1 0 0 0,0-1 1 0 0,0 1-1 0 0,0-1 0 0 0,0 1 1 0 0,0-1-1 0 0,0 1 0 0 0,0 0 1 0 0,0-1-1 0 0,0 1 0 0 0,0-1 1 0 0,0 1-1 0 0,-1 0 0 0 0,-4 37-23 0 0,4-33 33 0 0,-19 74 600 0 0,-6 32 314 0 0,24-99-822 0 0,1 1-1 0 0,0-1 0 0 0,1 0 0 0 0,0 0 1 0 0,1 1-1 0 0,4 21 0 0 0,-4-28-116 0 0,1 0 0 0 0,0 0-1 0 0,0 0 1 0 0,1 0 0 0 0,0 0 0 0 0,0-1 0 0 0,1 1-1 0 0,-1-1 1 0 0,7 8 0 0 0,-8-11-143 0 0,-1-1 0 0 0,1 1 1 0 0,0 0-1 0 0,0-1 0 0 0,0 1 0 0 0,0-1 0 0 0,0 1 0 0 0,0-1 1 0 0,0 0-1 0 0,1 0 0 0 0,-1 0 0 0 0,0 0 0 0 0,1-1 1 0 0,-1 1-1 0 0,0-1 0 0 0,1 1 0 0 0,-1-1 0 0 0,1 0 0 0 0,-1 0 1 0 0,1 0-1 0 0,-1 0 0 0 0,0 0 0 0 0,1 0 0 0 0,-1-1 0 0 0,1 1 1 0 0,-1-1-1 0 0,4-1 0 0 0,5-4-952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4.6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 2056 0 0,'0'1'200'0'0,"0"-2"-200"0"0,1 0 0 0 0,0-1 0 0 0,-1 0 0 0 0,2-4 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5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2 167 5065 0 0,'-1'-5'4418'0'0,"8"5"-1765"0"0,13 3-944 0 0,-18-3-1768 0 0,7 5 385 0 0,-1 0 1 0 0,0 1-1 0 0,-1 0 1 0 0,0 0-1 0 0,0 1 0 0 0,0 0 1 0 0,0 0-1 0 0,-1 0 1 0 0,0 1-1 0 0,7 13 1 0 0,-3-6-14 0 0,11 15-138 0 0,-8-9 70 0 0,1-1 0 0 0,22 23 0 0 0,-32-39-219 0 0,-1 0 0 0 0,1 0 0 0 0,0-1 0 0 0,0 0 1 0 0,1 1-1 0 0,-1-2 0 0 0,1 1 0 0 0,-1 0 0 0 0,1-1 0 0 0,0 0 0 0 0,0 0 0 0 0,0 0 1 0 0,0-1-1 0 0,0 1 0 0 0,0-1 0 0 0,8 0 0 0 0,-10-1-31 0 0,0-1-1 0 0,0 1 1 0 0,0-1 0 0 0,0 0-1 0 0,0 0 1 0 0,0 0 0 0 0,0 0-1 0 0,0-1 1 0 0,0 1-1 0 0,-1-1 1 0 0,1 0 0 0 0,0 0-1 0 0,-1 1 1 0 0,0-2 0 0 0,1 1-1 0 0,-1 0 1 0 0,0 0 0 0 0,0-1-1 0 0,0 1 1 0 0,0-1-1 0 0,-1 0 1 0 0,3-3 0 0 0,3-9-70 0 0,0 0 1 0 0,10-32-1 0 0,-12 34 37 0 0,19-70-276 0 0,-18 57 172 0 0,1 1-1 0 0,1 0 1 0 0,2 0 0 0 0,0 1 0 0 0,21-35 0 0 0,-30 57 154 0 0,0 1 1 0 0,0-1-1 0 0,0 1 1 0 0,-1 0-1 0 0,2-1 1 0 0,-1 1-1 0 0,0 0 1 0 0,0 0-1 0 0,0 0 1 0 0,0 0-1 0 0,1 0 1 0 0,-1 0-1 0 0,1 0 0 0 0,-1 0 1 0 0,0 0-1 0 0,1 1 1 0 0,-1-1-1 0 0,1 1 1 0 0,0-1-1 0 0,-1 1 1 0 0,1-1-1 0 0,-1 1 1 0 0,1 0-1 0 0,0 0 1 0 0,-1 0-1 0 0,1 0 1 0 0,0 0-1 0 0,-1 0 1 0 0,1 0-1 0 0,-1 1 1 0 0,1-1-1 0 0,0 1 1 0 0,-1-1-1 0 0,1 1 1 0 0,-1-1-1 0 0,1 1 1 0 0,-1 0-1 0 0,3 1 1 0 0,4 5 112 0 0,0-1 1 0 0,0 2 0 0 0,0-1 0 0 0,-1 1 0 0 0,7 10 0 0 0,8 6 21 0 0,-12-13-167 0 0,3 3 32 0 0,1-1 1 0 0,16 12-1 0 0,-27-23-57 0 0,0 1 0 0 0,0-1 1 0 0,0 0-1 0 0,1 0 0 0 0,-1-1 0 0 0,0 1 1 0 0,1-1-1 0 0,-1 1 0 0 0,1-1 0 0 0,0 0 0 0 0,-1-1 1 0 0,1 1-1 0 0,0-1 0 0 0,-1 1 0 0 0,1-1 0 0 0,0 0 1 0 0,4-1-1 0 0,-5 1 17 0 0,-1-1 0 0 0,1 0 1 0 0,0 0-1 0 0,0 0 0 0 0,-1-1 1 0 0,1 1-1 0 0,-1-1 0 0 0,1 1 1 0 0,-1-1-1 0 0,0 0 0 0 0,0 0 1 0 0,1 0-1 0 0,-1 0 0 0 0,-1 0 1 0 0,4-5-1 0 0,0-1 58 0 0,-1 0-1 0 0,0 0 1 0 0,5-15 0 0 0,11-21 502 0 0,-20 44-521 0 0,0 0 1 0 0,1-1 0 0 0,-1 1-1 0 0,1 0 1 0 0,-1 0-1 0 0,0-1 1 0 0,1 1-1 0 0,-1 0 1 0 0,1 0 0 0 0,-1 0-1 0 0,1 0 1 0 0,-1-1-1 0 0,1 1 1 0 0,-1 0 0 0 0,1 0-1 0 0,-1 0 1 0 0,1 0-1 0 0,-1 0 1 0 0,1 0-1 0 0,-1 0 1 0 0,1 0 0 0 0,-1 1-1 0 0,1-1 1 0 0,-1 0-1 0 0,1 0 1 0 0,-1 0-1 0 0,0 0 1 0 0,1 1 0 0 0,-1-1-1 0 0,1 0 1 0 0,0 1-1 0 0,20 12 233 0 0,-6-3-69 0 0,-9-8-118 0 0,0 0-1 0 0,0 0 1 0 0,0-1-1 0 0,1 1 0 0 0,-1-1 1 0 0,0 0-1 0 0,1-1 1 0 0,-1 0-1 0 0,1 0 0 0 0,-1 0 1 0 0,1-1-1 0 0,-1 0 1 0 0,1 0-1 0 0,11-4 0 0 0,26-16-2489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5.8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7 7370 0 0,'3'-7'6785'0'0,"-6"12"-6089"0"0,-18 31-104 0 0,2 1-1 0 0,1 1 0 0 0,2 1 0 0 0,-17 61 1 0 0,32-96-596 0 0,1 0 0 0 0,-1 0 0 0 0,0 1 0 0 0,1-1-1 0 0,0 0 1 0 0,0 0 0 0 0,0 0 0 0 0,0 0 0 0 0,1 0 0 0 0,0 0 0 0 0,0 0 0 0 0,0 0 0 0 0,0 0 0 0 0,4 7 0 0 0,-4-9-26 0 0,0 0 1 0 0,1 0-1 0 0,-1-1 1 0 0,1 1 0 0 0,0-1-1 0 0,0 1 1 0 0,-1-1-1 0 0,1 0 1 0 0,0 0-1 0 0,0 0 1 0 0,0 0-1 0 0,0 0 1 0 0,0 0 0 0 0,1 0-1 0 0,-1-1 1 0 0,0 1-1 0 0,0-1 1 0 0,0 1-1 0 0,1-1 1 0 0,-1 0-1 0 0,0 0 1 0 0,0 0 0 0 0,1 0-1 0 0,-1-1 1 0 0,0 1-1 0 0,0 0 1 0 0,0-1-1 0 0,3-1 1 0 0,11-2-107 0 0,0-2 1 0 0,-1 0-1 0 0,0-1 1 0 0,19-11-1 0 0,-19 9-45 0 0,1 1 0 0 0,0 1 0 0 0,26-8 0 0 0,-41 14 165 0 0,0 1 1 0 0,0-1-1 0 0,0 1 0 0 0,0 0 0 0 0,0 0 0 0 0,0 0 0 0 0,0 0 1 0 0,0-1-1 0 0,0 2 0 0 0,0-1 0 0 0,0 0 0 0 0,0 0 0 0 0,0 0 1 0 0,0 0-1 0 0,0 1 0 0 0,0-1 0 0 0,0 0 0 0 0,0 1 0 0 0,0-1 1 0 0,0 1-1 0 0,0-1 0 0 0,0 1 0 0 0,0-1 0 0 0,0 1 1 0 0,0 0-1 0 0,0-1 0 0 0,0 2 0 0 0,0 0 10 0 0,0 0 0 0 0,0 0-1 0 0,0 0 1 0 0,0 1 0 0 0,0-1 0 0 0,-1 0-1 0 0,1 0 1 0 0,-1 1 0 0 0,0-1 0 0 0,0 0-1 0 0,1 0 1 0 0,-2 4 0 0 0,0 7 85 0 0,0 0 1 0 0,-2 1-1 0 0,-4 16 1 0 0,7-29-70 0 0,-17 52 575 0 0,11-36-278 0 0,0 1-1 0 0,1-1 1 0 0,1 1 0 0 0,0 0-1 0 0,2 0 1 0 0,-1 22 0 0 0,3-39-271 0 0,0 1 1 0 0,0-1-1 0 0,0 0 1 0 0,1 1 0 0 0,-1-1-1 0 0,0 1 1 0 0,1-1 0 0 0,-1 0-1 0 0,1 1 1 0 0,0-1 0 0 0,-1 0-1 0 0,1 0 1 0 0,0 0 0 0 0,0 1-1 0 0,0-1 1 0 0,0 0 0 0 0,0 0-1 0 0,0 0 1 0 0,0 0 0 0 0,0 0-1 0 0,0-1 1 0 0,2 2-1 0 0,0 0-30 0 0,1-1-1 0 0,-1 0 1 0 0,0 0-1 0 0,0 0 0 0 0,1 0 1 0 0,-1-1-1 0 0,1 1 0 0 0,-1-1 1 0 0,5 0-1 0 0,5-1-328 0 0,-1-1 0 0 0,1 0 1 0 0,-1 0-1 0 0,14-5 0 0 0,-22 5-69 0 0,-3 2 171 0 0,0-1 1 0 0,1 0 0 0 0,-1 1 0 0 0,1-1 0 0 0,-1 1 0 0 0,0-1-1 0 0,1 1 1 0 0,-1 0 0 0 0,1 0 0 0 0,-1-1 0 0 0,1 1 0 0 0,-1 0 0 0 0,1 0-1 0 0,-1 1 1 0 0,1-1 0 0 0,-1 0 0 0 0,1 0 0 0 0,-1 1 0 0 0,3 0-1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7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29 2304 0 0,'-50'-17'3049'0'0,"10"6"11873"0"0,43 12-14770 0 0,0 1 0 0 0,0 1 0 0 0,0-1 0 0 0,0 0 0 0 0,-1 1 0 0 0,1 0 0 0 0,-1-1 0 0 0,5 7 0 0 0,146 183 639 0 0,-81-108-762 0 0,-47-55 43 0 0,57 47-1 0 0,-10-10 99 0 0,-64-59-153 0 0,-1 1 0 0 0,-1 0 0 0 0,1 0 0 0 0,-1 1 0 0 0,-1-1 0 0 0,0 1 0 0 0,6 14 0 0 0,-9-18-1014 0 0,0 0 1 0 0,-1 0-1 0 0,0 0 0 0 0,0 0 1 0 0,-1 0-1 0 0,1 6 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7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20 225 1376 0 0,'-19'16'6263'0'0,"21"-13"-4968"0"0,-1-2-1036 0 0,-1-1 0 0 0,1 1 0 0 0,0-1-1 0 0,-1 1 1 0 0,1-1 0 0 0,0 0 0 0 0,-1 1 0 0 0,1-1 0 0 0,0 0 0 0 0,0 0 0 0 0,-1 1 0 0 0,1-1 0 0 0,0 0 0 0 0,0 0 0 0 0,0 0 0 0 0,-1 0 0 0 0,1 0 0 0 0,0 0 0 0 0,0 0 0 0 0,0 0 0 0 0,-1 0 0 0 0,1 0 0 0 0,1-1 0 0 0,65 4 2582 0 0,-40-1-2078 0 0,52-3 0 0 0,-28-2-76 0 0,-33 3-548 0 0,0-1 0 0 0,0-1 0 0 0,0 0-1 0 0,-1-2 1 0 0,0 0 0 0 0,21-7 0 0 0,-34 9-70 0 0,-1 0 1 0 0,1 0-1 0 0,0 0 0 0 0,-1 0 1 0 0,0-1-1 0 0,1 1 0 0 0,-1-1 0 0 0,0 0 1 0 0,0 0-1 0 0,-1 0 0 0 0,1-1 1 0 0,-1 1-1 0 0,1 0 0 0 0,-1-1 0 0 0,0 0 1 0 0,0 1-1 0 0,-1-1 0 0 0,1 0 1 0 0,-1 0-1 0 0,0 0 0 0 0,0 0 1 0 0,0 0-1 0 0,-1 0 0 0 0,1-1 0 0 0,-1 1 1 0 0,0 0-1 0 0,0 0 0 0 0,-1-6 0 0 0,-2-8-472 0 0,0 1 0 0 0,-1 0-1 0 0,-1-1 1 0 0,-1 2 0 0 0,-8-20-1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8.3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744 1138 2304 0 0,'-417'382'4771'0'0,"356"-316"-4570"0"0,-73 73 136 0 0,38-54 3140 0 0,90-80-3302 0 0,-21 15 2696 0 0,27-20-2851 0 0,1 0-1 0 0,-1 0 1 0 0,0 0-1 0 0,0 0 1 0 0,0 0 0 0 0,0 0-1 0 0,0 0 1 0 0,0-1 0 0 0,0 1-1 0 0,0 0 1 0 0,0 0-1 0 0,0 0 1 0 0,0 0 0 0 0,0 0-1 0 0,0 0 1 0 0,0 0-1 0 0,0 0 1 0 0,0 0 0 0 0,0 0-1 0 0,0 0 1 0 0,0-1 0 0 0,0 1-1 0 0,0 0 1 0 0,0 0-1 0 0,0 0 1 0 0,0 0 0 0 0,0 0-1 0 0,0 0 1 0 0,0 0-1 0 0,0 0 1 0 0,-1 0 0 0 0,1 0-1 0 0,0 0 1 0 0,0 0 0 0 0,0-1-1 0 0,0 1 1 0 0,0 0-1 0 0,0 0 1 0 0,0 0 0 0 0,0 0-1 0 0,0 0 1 0 0,0 0 0 0 0,0 0-1 0 0,0 0 1 0 0,0 0-1 0 0,-1 0 1 0 0,1 0 0 0 0,0 0-1 0 0,0 0 1 0 0,0 0-1 0 0,0 0 1 0 0,0 0 0 0 0,0 0-1 0 0,0 0 1 0 0,0 0 0 0 0,0 0-1 0 0,0 0 1 0 0,-1 0-1 0 0,1 0 1 0 0,0 0 0 0 0,0 0-1 0 0,0 0 1 0 0,0 0 0 0 0,11-18-6 0 0,29-33-153 0 0,2 3 0 0 0,2 1 0 0 0,78-65 0 0 0,32-32 60 0 0,-25 14 2120 0 0,196-153-1 0 0,-154 158 147 0 0,52-44-1525 0 0,-167 118-522 0 0,71-83 0 0 0,-79 79 133 0 0,97-84 0 0 0,-68 79-190 0 0,139-124-696 0 0,-157 131-903 0 0,-16 24-4213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9.8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24 197 1376 0 0,'-7'-75'3024'0'0,"4"41"592"0"0,-10-54 1777 0 0,35 134-2532 0 0,-21-43-2797 0 0,8 24 446 0 0,2-1 0 0 0,1 0 0 0 0,21 35 0 0 0,-28-54-524 0 0,0 0 1 0 0,0-1-1 0 0,0 1 1 0 0,1-1-1 0 0,0-1 0 0 0,0 1 1 0 0,9 5-1 0 0,-11-8-88 0 0,0-1 0 0 0,0 0 0 0 0,1 0 0 0 0,-1 0 0 0 0,0-1-1 0 0,1 0 1 0 0,-1 1 0 0 0,0-1 0 0 0,1-1 0 0 0,0 1 0 0 0,-1-1-1 0 0,1 1 1 0 0,-1-2 0 0 0,6 1 0 0 0,-7-1-111 0 0,0 0 0 0 0,0 0 0 0 0,0 0-1 0 0,0 0 1 0 0,0 0 0 0 0,-1 0 0 0 0,1-1 0 0 0,0 0 0 0 0,-1 1 0 0 0,1-1-1 0 0,-1 0 1 0 0,0 0 0 0 0,0 0 0 0 0,0-1 0 0 0,4-4 0 0 0,1-6-867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09.9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6449 0 0,'-4'3'288'0'0,"2"-2"57"0"0,2 2-281 0 0,0-1-64 0 0,0-1 0 0 0,0 2 0 0 0,2-1-545 0 0,-1 2-119 0 0,2 3-24 0 0,-1 2-8 0 0,5 5 552 0 0,-2-1 144 0 0,2 2 0 0 0,1 1 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0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33 7370 0 0,'-1'-1'138'0'0,"0"1"0"0"0,0-1 0 0 0,1 1 1 0 0,-1-1-1 0 0,1 0 0 0 0,-1 1 0 0 0,1-1 1 0 0,-1 0-1 0 0,1 1 0 0 0,-1-1 1 0 0,1 0-1 0 0,-1 0 0 0 0,1 1 0 0 0,0-1 1 0 0,-1 0-1 0 0,1 0 0 0 0,0 0 1 0 0,0 1-1 0 0,0-1 0 0 0,0 0 0 0 0,0 0 1 0 0,0 0-1 0 0,0 0 0 0 0,0 1 0 0 0,0-1 1 0 0,0 0-1 0 0,0 0 0 0 0,0 0 1 0 0,0 0-1 0 0,1 1 0 0 0,-1-1 0 0 0,0 0 1 0 0,1 0-1 0 0,-1 1 0 0 0,1-2 0 0 0,0 1 4 0 0,0 1-1 0 0,0-1 0 0 0,0 1 0 0 0,0-1 0 0 0,0 1 1 0 0,0 0-1 0 0,-1-1 0 0 0,1 1 0 0 0,0 0 1 0 0,0 0-1 0 0,0 0 0 0 0,0 0 0 0 0,0 0 0 0 0,0 0 1 0 0,0 0-1 0 0,0 0 0 0 0,0 0 0 0 0,0 0 0 0 0,0 0 1 0 0,0 1-1 0 0,0-1 0 0 0,0 0 0 0 0,0 1 1 0 0,-1-1-1 0 0,1 1 0 0 0,0-1 0 0 0,0 1 0 0 0,0-1 1 0 0,-1 1-1 0 0,1 0 0 0 0,1 0 0 0 0,7 8 94 0 0,0 0-1 0 0,-1 0 1 0 0,0 0-1 0 0,-1 1 1 0 0,0 0-1 0 0,7 13 0 0 0,31 71-3473 0 0,-32-65 859 0 0,-5-10-2458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0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8 220 4145 0 0,'0'0'42'0'0,"-1"0"0"0"0,1 0 1 0 0,0 0-1 0 0,-1 0 0 0 0,1 0 1 0 0,0-1-1 0 0,-1 1 0 0 0,1 0 1 0 0,0 0-1 0 0,-1 0 0 0 0,1 0 1 0 0,0 0-1 0 0,0-1 0 0 0,-1 1 0 0 0,1 0 1 0 0,0 0-1 0 0,0-1 0 0 0,-1 1 1 0 0,1 0-1 0 0,0 0 0 0 0,0-1 1 0 0,0 1-1 0 0,0 0 0 0 0,-1 0 1 0 0,1-1-1 0 0,0 1 0 0 0,0 0 0 0 0,0-1 1 0 0,0 1-1 0 0,0 0 0 0 0,0-1 1 0 0,0 1-1 0 0,0 0 0 0 0,0-1 1 0 0,0 1-1 0 0,0 0 0 0 0,0-1 1 0 0,0 1-1 0 0,0-1 0 0 0,10-15 1367 0 0,26-17 380 0 0,-28 26-1553 0 0,15-13-217 0 0,2 1-1 0 0,33-21 0 0 0,-41 30-1326 0 0,0 0 1 0 0,1 2 0 0 0,0 0-1 0 0,33-9 1 0 0,-50 16 1248 0 0,1 1 0 0 0,-1-1-1 0 0,0 1 1 0 0,1 0 0 0 0,-1-1 0 0 0,1 1 0 0 0,-1 0 0 0 0,0 0 0 0 0,1 0 0 0 0,-1 0 0 0 0,1 0 0 0 0,-1 0 0 0 0,1 0 0 0 0,-1 0 0 0 0,0 1 0 0 0,1-1 0 0 0,-1 0 0 0 0,1 1 0 0 0,-1-1 0 0 0,0 1 0 0 0,3 1 0 0 0,-4-1 206 0 0,1 1 1 0 0,-1-1-1 0 0,1 1 1 0 0,-1-1-1 0 0,0 1 1 0 0,0-1-1 0 0,0 0 0 0 0,0 1 1 0 0,0-1-1 0 0,0 1 1 0 0,0-1-1 0 0,0 1 1 0 0,0-1-1 0 0,-1 1 1 0 0,1-1-1 0 0,-1 1 1 0 0,1-1-1 0 0,-1 0 0 0 0,1 1 1 0 0,-2 1-1 0 0,-2 6 605 0 0,0 0-1 0 0,1 1 1 0 0,1-1 0 0 0,0 1-1 0 0,0 0 1 0 0,0 0-1 0 0,1 0 1 0 0,1 12-1 0 0,0-20-714 0 0,0 1 0 0 0,1-1 0 0 0,-1 1 0 0 0,1-1 0 0 0,0 1 0 0 0,0-1 0 0 0,0 1 0 0 0,0-1 1 0 0,0 1-1 0 0,0-1 0 0 0,0 0 0 0 0,1 0 0 0 0,-1 0 0 0 0,1 0 0 0 0,0 0 0 0 0,0 0 0 0 0,0 0 0 0 0,-1 0 0 0 0,2-1 0 0 0,-1 1 0 0 0,0-1 0 0 0,0 0 0 0 0,0 1 0 0 0,1-1 0 0 0,-1 0 0 0 0,0 0 0 0 0,1 0 0 0 0,-1-1 0 0 0,1 1 0 0 0,0-1 0 0 0,-1 1 0 0 0,1-1 0 0 0,-1 0 0 0 0,1 0 0 0 0,-1 0 0 0 0,5-1 0 0 0,-2 1 26 0 0,-1 0 1 0 0,1 0-1 0 0,0-1 0 0 0,-1 0 1 0 0,0 0-1 0 0,1 0 0 0 0,-1 0 1 0 0,0-1-1 0 0,1 1 0 0 0,-1-1 1 0 0,0 0-1 0 0,0-1 0 0 0,0 1 1 0 0,-1-1-1 0 0,1 0 0 0 0,-1 0 1 0 0,1 0-1 0 0,-1 0 0 0 0,0 0 1 0 0,0-1-1 0 0,0 1 0 0 0,-1-1 1 0 0,1 0-1 0 0,-1 0 0 0 0,0 0 1 0 0,0 0-1 0 0,0 0 0 0 0,-1-1 1 0 0,1 1-1 0 0,-1 0 0 0 0,0-1 1 0 0,-1 1-1 0 0,1-1 0 0 0,-1 1 1 0 0,1-1-1 0 0,-1 1 0 0 0,-1-1 1 0 0,1 1-1 0 0,-1-1 0 0 0,1 1 1 0 0,-1-1-1 0 0,-2-5 0 0 0,0 5-20 0 0,1-1-1 0 0,-1 1 1 0 0,0-1-1 0 0,0 1 0 0 0,0 0 1 0 0,-1 0-1 0 0,0 1 1 0 0,0-1-1 0 0,-4-3 1 0 0,5 6-277 0 0,1 0 0 0 0,0 0 1 0 0,-1 1-1 0 0,0-1 0 0 0,1 1 0 0 0,-1 0 1 0 0,0 0-1 0 0,0 0 0 0 0,0 0 1 0 0,1 0-1 0 0,-1 0 0 0 0,-6 0 0 0 0,-3 1-4521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1.0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10594 0 0,'12'44'5427'0'0,"-10"-31"-4290"0"0,8 29-353 0 0,2 1-1 0 0,25 58 1 0 0,-19-63-3542 0 0,24 40-1 0 0,-33-62-2479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1.1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1 258 7370 0 0,'0'-9'311'0'0,"0"0"0"0"0,1 1 0 0 0,0-1 0 0 0,1 0 0 0 0,0 1 1 0 0,0 0-1 0 0,0-1 0 0 0,1 1 0 0 0,1 0 0 0 0,-1 0 0 0 0,1 0 1 0 0,1 1-1 0 0,6-10 0 0 0,-1 3-38 0 0,1 0 0 0 0,0 1 1 0 0,1 0-1 0 0,0 0 0 0 0,25-17 1 0 0,14 0-1180 0 0,-37 25 889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1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66 110 3225 0 0,'-15'-38'829'0'0,"10"26"-299"0"0,0 0 0 0 0,-35-36 11269 0 0,62 90-11263 0 0,59 70 652 0 0,-73-102-1367 0 0,0-1 1 0 0,1 0 0 0 0,0 0 0 0 0,1-1 0 0 0,-1 0 0 0 0,2-1-1 0 0,-1 0 1 0 0,23 10 0 0 0,-18-12-4023 0 0,0-3-1325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2.1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38 6913 0 0,'-2'-1'223'0'0,"1"-1"0"0"0,0 1 0 0 0,-1 0 0 0 0,1-1 0 0 0,0 1 0 0 0,0-1 0 0 0,0 1 0 0 0,0-1 0 0 0,0 0 0 0 0,0 1-1 0 0,1-1 1 0 0,-2-2 0 0 0,2 4-172 0 0,0-1-1 0 0,0 1 1 0 0,-1 0-1 0 0,1-1 1 0 0,0 1-1 0 0,0 0 1 0 0,-1-1 0 0 0,1 1-1 0 0,0 0 1 0 0,0-1-1 0 0,0 1 1 0 0,0 0-1 0 0,0-1 1 0 0,0 1-1 0 0,0-1 1 0 0,0 1-1 0 0,0 0 1 0 0,0-1-1 0 0,0 1 1 0 0,0-1 0 0 0,0 1-1 0 0,0 0 1 0 0,0-1-1 0 0,0 1 1 0 0,0 0-1 0 0,0-1 1 0 0,0 1-1 0 0,1-1 1 0 0,-1 1-1 0 0,0 0 1 0 0,0-1-1 0 0,0 1 1 0 0,1 0 0 0 0,-1 0-1 0 0,0-1 1 0 0,0 1-1 0 0,1 0 1 0 0,-1-1-1 0 0,0 1 1 0 0,1 0-1 0 0,-1 0 1 0 0,0 0-1 0 0,1-1 1 0 0,-1 1-1 0 0,0 0 1 0 0,1 0 0 0 0,-1 0-1 0 0,0 0 1 0 0,1 0-1 0 0,-1 0 1 0 0,1 0-1 0 0,-1-1 1 0 0,0 1-1 0 0,1 0 1 0 0,0 1-1 0 0,23 12-5387 0 0,-16-5 3586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2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 8754 0 0,'-10'5'6014'0'0,"9"-3"-5753"0"0,7 7 2210 0 0,29 15-2549 0 0,-16-13 1129 0 0,57 53-391 0 0,-20-16-5000 0 0,-43-37-1171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2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22 277 4145 0 0,'-1'0'105'0'0,"0"0"0"0"0,0-1 0 0 0,0 1 0 0 0,-1-1 0 0 0,1 0 0 0 0,0 1-1 0 0,0-1 1 0 0,0 0 0 0 0,0 0 0 0 0,0 1 0 0 0,0-1 0 0 0,0 0 0 0 0,1 0 0 0 0,-1 0 0 0 0,0 0 0 0 0,0 0 0 0 0,1 0 0 0 0,-1 0 0 0 0,1-1 0 0 0,-1 1 0 0 0,1 0 0 0 0,-1 0 0 0 0,1 0 0 0 0,0-1-1 0 0,-1 1 1 0 0,1-2 0 0 0,0-1 60 0 0,1 1-1 0 0,-1 0 0 0 0,1 0 0 0 0,0 0 1 0 0,0 0-1 0 0,0 0 0 0 0,0 0 0 0 0,0 0 1 0 0,1 0-1 0 0,2-4 0 0 0,6-8 244 0 0,1 2 1 0 0,0-1-1 0 0,14-11 0 0 0,-23 22-361 0 0,43-39-338 0 0,65-49-1 0 0,-97 81 292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3.0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26 4145 0 0,'-15'-1'6689'0'0,"15"1"-6474"0"0,-1 16 3141 0 0,14 17-1839 0 0,-10-28-1442 0 0,1 0 0 0 0,-1-1-1 0 0,1 0 1 0 0,0 0 0 0 0,0 0-1 0 0,1 0 1 0 0,-1-1 0 0 0,1 0 0 0 0,0 0-1 0 0,-1 0 1 0 0,1 0 0 0 0,1-1 0 0 0,-1 1-1 0 0,0-1 1 0 0,0-1 0 0 0,1 1-1 0 0,-1-1 1 0 0,1 0 0 0 0,0 0 0 0 0,-1-1-1 0 0,1 1 1 0 0,0-1 0 0 0,-1-1 0 0 0,1 1-1 0 0,0-1 1 0 0,-1 0 0 0 0,1 0-1 0 0,-1 0 1 0 0,7-3 0 0 0,-11 3-105 0 0,0 1 1 0 0,0 0-1 0 0,0-1 0 0 0,0 1 1 0 0,-1-1-1 0 0,1 1 1 0 0,0-1-1 0 0,0 1 0 0 0,-1-1 1 0 0,1 1-1 0 0,0-1 0 0 0,-1 0 1 0 0,1 1-1 0 0,0-1 1 0 0,-1 0-1 0 0,1 1 0 0 0,-1-1 1 0 0,0 0-1 0 0,1 0 0 0 0,-1 0 1 0 0,1 1-1 0 0,-1-1 1 0 0,0 0-1 0 0,0 0 0 0 0,1 0 1 0 0,-1 0-1 0 0,0 0 0 0 0,0 0 1 0 0,0-1-1 0 0,-1-1 18 0 0,0 1 1 0 0,1 0-1 0 0,-1 0 0 0 0,0 0 0 0 0,0 0 0 0 0,0 0 1 0 0,-1 0-1 0 0,1 0 0 0 0,0 0 0 0 0,-1 0 1 0 0,-2-2-1 0 0,-4-4-20 0 0,0 1 1 0 0,0 0-1 0 0,-1 1 0 0 0,-10-6 1 0 0,-37-17-1358 0 0,43 24 605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3.2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9674 0 0,'1'5'618'0'0,"1"1"-1"0"0,-1-1 1 0 0,1 0-1 0 0,0 1 1 0 0,0-1-1 0 0,1 0 1 0 0,-1 0-1 0 0,1 0 1 0 0,4 4-1 0 0,7 15 610 0 0,2 11-335 0 0,35 69 852 0 0,-41-89-3759 0 0,0 0 0 0 0,16 18 0 0 0,-12-17-3866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09:13.4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1 266 6913 0 0,'1'-2'609'0'0,"2"0"-481"0"0,-1-2-128 0 0,2 0 0 0 0,0 1 464 0 0,2-4 72 0 0,5-1 8 0 0,6-8 8 0 0,6-7 48 0 0,5-4 8 0 0,4-2 0 0 0,1 0 1 0 0,0 0-1522 0 0,-3 1-303 0 0,-3 0-56 0 0,-7 1-8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3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55 316 456 0 0,'-10'-26'992'0'0,"9"22"-734"0"0,0 0 1 0 0,0 1 0 0 0,-1-1 0 0 0,1 0 0 0 0,-1 1 0 0 0,0-1 0 0 0,0 1 0 0 0,0-1 0 0 0,-1 1 0 0 0,1 0 0 0 0,-1 0 0 0 0,0 0 0 0 0,1 0-1 0 0,-1 0 1 0 0,-1 1 0 0 0,-7 0 3735 0 0,11 3-3926 0 0,3 13 1084 0 0,3 8-1091 0 0,35 110 1352 0 0,-21-62-461 0 0,3-1 0 0 0,41 85 0 0 0,-54-134-775 0 0,2 0 1 0 0,24 32-1 0 0,-32-47-101 0 0,0 0 0 0 0,0 0 0 0 0,0-1 1 0 0,1 1-1 0 0,0-1 0 0 0,0 0 0 0 0,0-1 0 0 0,0 1 1 0 0,0-1-1 0 0,1 0 0 0 0,-1 0 0 0 0,1-1 0 0 0,0 1 1 0 0,0-1-1 0 0,7 1 0 0 0,-9-3-1 0 0,0 0 1 0 0,-1-1-1 0 0,1 1 1 0 0,-1-1-1 0 0,1 0 1 0 0,0 0-1 0 0,-1 0 1 0 0,0-1-1 0 0,1 1 1 0 0,-1-1-1 0 0,0 0 1 0 0,0 0-1 0 0,0 0 1 0 0,0 0-1 0 0,0 0 1 0 0,0-1-1 0 0,-1 1 0 0 0,1-1 1 0 0,-1 0-1 0 0,1 0 1 0 0,1-3-1 0 0,4-5 71 0 0,-1 0-1 0 0,0-1 0 0 0,-1 1 1 0 0,7-19-1 0 0,-5 6-89 0 0,-1 1 0 0 0,-1-2 0 0 0,5-47-1 0 0,-2-79 210 0 0,-6 66-205 0 0,0 16-206 0 0,-2 19-215 0 0,2 1-1 0 0,3 0 1 0 0,16-69 0 0 0,-22 117 312 0 0,0 0 0 0 0,0 1 0 0 0,0-1 0 0 0,0 0 0 0 0,0 1 0 0 0,0-1 0 0 0,0 1 0 0 0,0-1 0 0 0,1 0 0 0 0,-1 1 0 0 0,0-1 0 0 0,0 1-1 0 0,0-1 1 0 0,1 1 0 0 0,-1-1 0 0 0,0 1 0 0 0,1-1 0 0 0,-1 1 0 0 0,1-1 0 0 0,-1 1 0 0 0,0-1 0 0 0,1 1 0 0 0,-1 0 0 0 0,1-1 0 0 0,-1 1 0 0 0,1 0 0 0 0,0-1 0 0 0,-1 1 0 0 0,1 0-1 0 0,-1 0 1 0 0,1-1 0 0 0,-1 1 0 0 0,1 0 0 0 0,0 0 0 0 0,-1 0 0 0 0,1 0 0 0 0,-1 0 0 0 0,1 0 0 0 0,0 0 0 0 0,-1 0 0 0 0,1 0 0 0 0,0 0 0 0 0,-1 0 0 0 0,1 0 0 0 0,-1 0 0 0 0,1 1-1 0 0,-1-1 1 0 0,1 0 0 0 0,0 0 0 0 0,-1 1 0 0 0,1-1 0 0 0,-1 0 0 0 0,1 1 0 0 0,-1-1 0 0 0,1 1 0 0 0,-1-1 0 0 0,0 0 0 0 0,1 1 0 0 0,-1-1 0 0 0,1 2 0 0 0,6 6-1209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3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34 9218 0 0,'0'-1'24'0'0,"0"1"-1"0"0,-1 0 1 0 0,1 0 0 0 0,0 0-1 0 0,-1 0 1 0 0,1 0 0 0 0,0 0-1 0 0,0-1 1 0 0,-1 1 0 0 0,1 0-1 0 0,0 0 1 0 0,0-1 0 0 0,-1 1-1 0 0,1 0 1 0 0,0 0 0 0 0,0-1-1 0 0,0 1 1 0 0,-1 0-1 0 0,1 0 1 0 0,0-1 0 0 0,0 1-1 0 0,0 0 1 0 0,0-1 0 0 0,0 1-1 0 0,0 0 1 0 0,0-1 0 0 0,0 1-1 0 0,0 0 1 0 0,0-1 0 0 0,0 1-1 0 0,0 0 1 0 0,0-1 0 0 0,0 1-1 0 0,0 0 1 0 0,0 0 0 0 0,0-1-1 0 0,0 1 1 0 0,0 0 0 0 0,0-1-1 0 0,0 1 1 0 0,0 0 0 0 0,1-1-1 0 0,-1 1 1 0 0,0 0 0 0 0,0-1-1 0 0,19-8 348 0 0,28-1-118 0 0,-41 9-558 0 0,0 1 1 0 0,1 0-1 0 0,-1 0 0 0 0,0 0 0 0 0,1 1 0 0 0,11 2 0 0 0,-14-1-430 0 0,1-1 0 0 0,-1 1 0 0 0,0 0 0 0 0,1 0-1 0 0,-1 0 1 0 0,4 4 0 0 0,-2-1 214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6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0 152 8290 0 0,'1'-1'3'0'0,"-1"1"-1"0"0,0-1 1 0 0,1 0 0 0 0,-1 0 0 0 0,0 0-1 0 0,1 0 1 0 0,-1 1 0 0 0,1-1 0 0 0,-1 0-1 0 0,1 1 1 0 0,0-1 0 0 0,-1 0 0 0 0,1 1-1 0 0,0-1 1 0 0,0 1 0 0 0,-1-1 0 0 0,1 1-1 0 0,0-1 1 0 0,0 1 0 0 0,0-1 0 0 0,-1 1 0 0 0,3 0-1 0 0,36-22-676 0 0,-10 6 393 0 0,2-5 169 0 0,-4 3 177 0 0,32-17-1 0 0,-51 31-40 0 0,1 0 0 0 0,0 1 0 0 0,-1-1 0 0 0,1 2-1 0 0,0-1 1 0 0,1 1 0 0 0,-1 1 0 0 0,15-1 0 0 0,-11 3-550 0 0,1 3-2041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5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53 103 5529 0 0,'-4'-6'428'0'0,"0"0"1"0"0,0 0-1 0 0,1 0 0 0 0,0-1 0 0 0,1 1 0 0 0,-4-12 1 0 0,4 11 415 0 0,0-1 0 0 0,-1 1 0 0 0,0-1 0 0 0,-7-9 0 0 0,3 57 1212 0 0,27 228-58 0 0,-3-75-1210 0 0,-4-85-1361 0 0,-4-41-1077 0 0,-5 0-3823 0 0,-4-44 1181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1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47 2304 0 0,'-2'-3'-316'0'0,"-12"-24"4414"0"0,14 26-3865 0 0,-1 0-1 0 0,0-1 1 0 0,1 1-1 0 0,-1 0 1 0 0,0 0-1 0 0,0 0 1 0 0,0 0 0 0 0,1 0-1 0 0,-1 0 1 0 0,0 0-1 0 0,-1 0 1 0 0,1 1-1 0 0,0-1 1 0 0,0 0-1 0 0,0 1 1 0 0,-2-2-1 0 0,2 3-160 0 0,0-1 0 0 0,1 0-1 0 0,-1 1 1 0 0,0-1 0 0 0,0 1-1 0 0,1-1 1 0 0,-1 1-1 0 0,0 0 1 0 0,1-1 0 0 0,-1 1-1 0 0,1 0 1 0 0,-1-1 0 0 0,1 1-1 0 0,-1 0 1 0 0,1 0-1 0 0,-1-1 1 0 0,1 1 0 0 0,0 0-1 0 0,-1 0 1 0 0,1 0-1 0 0,0-1 1 0 0,0 1 0 0 0,0 0-1 0 0,-1 2 1 0 0,-3 24 256 0 0,4-25-254 0 0,-8 91 1246 0 0,5 0 0 0 0,10 108-1 0 0,-7 57-3584 0 0,-3-214-2819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9 102 3681 0 0,'-1'-2'173'0'0,"-1"0"0"0"0,1-1 0 0 0,0 1 0 0 0,1-1 0 0 0,-1 0 1 0 0,0 1-1 0 0,1-1 0 0 0,-1 0 0 0 0,1 1 0 0 0,0-1 0 0 0,0 0 0 0 0,0 0 0 0 0,0 1 1 0 0,0-1-1 0 0,1 0 0 0 0,0 1 0 0 0,-1-1 0 0 0,1 0 0 0 0,0 1 0 0 0,0-1 0 0 0,2-2 1 0 0,-2 2-89 0 0,0 0 1 0 0,0 0 0 0 0,0 0 0 0 0,0 1 0 0 0,1-1 0 0 0,0 0 0 0 0,-1 1 0 0 0,1-1-1 0 0,0 1 1 0 0,0 0 0 0 0,0 0 0 0 0,1 0 0 0 0,2-2 0 0 0,-4 3-30 0 0,1 1 1 0 0,-1-1 0 0 0,1 0-1 0 0,-1 1 1 0 0,1 0 0 0 0,0-1-1 0 0,-1 1 1 0 0,1 0-1 0 0,-1 0 1 0 0,1 0 0 0 0,0 0-1 0 0,-1 0 1 0 0,1 0 0 0 0,0 1-1 0 0,-1-1 1 0 0,1 0-1 0 0,-1 1 1 0 0,1 0 0 0 0,-1-1-1 0 0,1 1 1 0 0,-1 0 0 0 0,1-1-1 0 0,-1 1 1 0 0,2 2-1 0 0,6 2 78 0 0,-1 0-1 0 0,0 1 0 0 0,0 1 0 0 0,0-1 0 0 0,-1 1 0 0 0,0 0 0 0 0,-1 1 0 0 0,11 15 0 0 0,-14-19-159 0 0,-1 1 0 0 0,1 0-1 0 0,-1 0 1 0 0,-1 0 0 0 0,1 1 0 0 0,0-1 0 0 0,-1 0 0 0 0,0 1 0 0 0,-1-1-1 0 0,1 1 1 0 0,-1-1 0 0 0,0 1 0 0 0,0-1 0 0 0,-1 0 0 0 0,0 1 0 0 0,0-1-1 0 0,-3 10 1 0 0,-1 1-143 0 0,-1 0 0 0 0,0 0-1 0 0,-2-1 1 0 0,1 0-1 0 0,-20 26 1 0 0,26-41 235 0 0,0 1-1 0 0,1 0 1 0 0,-1 0-1 0 0,0-1 1 0 0,0 1-1 0 0,1 0 1 0 0,-1 0-1 0 0,1 0 0 0 0,-1 0 1 0 0,1 0-1 0 0,-1 0 1 0 0,1 0-1 0 0,-1 0 1 0 0,1 0-1 0 0,0 0 1 0 0,0 0-1 0 0,-1 0 1 0 0,1 0-1 0 0,0 0 1 0 0,0 0-1 0 0,0 1 1 0 0,0-1-1 0 0,0 0 1 0 0,1 0-1 0 0,-1 0 1 0 0,0 0-1 0 0,0 0 1 0 0,1 2-1 0 0,1-2 5 0 0,-1 0-1 0 0,0 0 1 0 0,1 0-1 0 0,-1 0 1 0 0,1 0-1 0 0,-1 0 1 0 0,1 0-1 0 0,0 0 1 0 0,-1-1-1 0 0,1 1 1 0 0,0-1-1 0 0,0 1 1 0 0,-1-1-1 0 0,1 0 1 0 0,2 1-1 0 0,10 0 389 0 0,-1-1 0 0 0,0 0 0 0 0,20-3-1 0 0,38-14 1375 0 0,-58 13-1537 0 0,0 0 0 0 0,0 1 0 0 0,0 1 0 0 0,1 0-1 0 0,-1 0 1 0 0,22 1 0 0 0,-25 4-1141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5.7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214 21 8290 0 0,'3'-9'1098'0'0,"1"-1"201"0"0,-4 9-777 0 0,-1 3-177 0 0,0-1-62 0 0,-2 4-89 0 0,-163 231 1185 0 0,117-172 950 0 0,49-63-2308 0 0,0-1-1 0 0,0 0 0 0 0,0 1 1 0 0,0-1-1 0 0,0 0 1 0 0,0 1-1 0 0,0-1 0 0 0,0 1 1 0 0,0-1-1 0 0,0 0 0 0 0,0 1 1 0 0,0-1-1 0 0,0 0 1 0 0,0 1-1 0 0,0-1 0 0 0,0 0 1 0 0,1 1-1 0 0,-1-1 0 0 0,0 0 1 0 0,0 1-1 0 0,0-1 0 0 0,1 0 1 0 0,-1 0-1 0 0,0 1 1 0 0,0-1-1 0 0,1 0 0 0 0,-1 0 1 0 0,0 1-1 0 0,1-1 0 0 0,-1 0 1 0 0,0 0-1 0 0,1 0 1 0 0,-1 1-1 0 0,0-1 0 0 0,1 0 1 0 0,-1 0-1 0 0,0 0 0 0 0,1 0 1 0 0,-1 0-1 0 0,0 0 1 0 0,1 0-1 0 0,0 0 0 0 0,23 7-7 0 0,-17-6 48 0 0,37 12-287 0 0,-25-9 160 0 0,-1 1 1 0 0,0 1-1 0 0,0 1 1 0 0,21 11 0 0 0,-33-15 59 0 0,-1 1 0 0 0,0-1 1 0 0,-1 1-1 0 0,1 0 1 0 0,-1 0-1 0 0,1 0 1 0 0,-1 1-1 0 0,-1 0 1 0 0,1 0-1 0 0,0 0 0 0 0,-1 0 1 0 0,0 0-1 0 0,-1 0 1 0 0,1 1-1 0 0,-1 0 1 0 0,0-1-1 0 0,3 13 0 0 0,-4-12 18 0 0,0 0 1 0 0,-1 0-1 0 0,1 0 0 0 0,-1 0 0 0 0,0 1 0 0 0,-1-1 0 0 0,0 0 0 0 0,1 0 0 0 0,-2 0 0 0 0,1 0 0 0 0,-1 0 0 0 0,0 0 0 0 0,0 0 0 0 0,-1 0 0 0 0,0-1 0 0 0,0 1 0 0 0,0-1 0 0 0,0 0 0 0 0,-1 0 0 0 0,-5 5 0 0 0,-8 8 467 0 0,-1-2-1 0 0,-1 0 0 0 0,-40 26 0 0 0,36-27-827 0 0,1 1-1 0 0,-21 21 1 0 0,35-22-2229 0 0,7-10 1262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4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6913 0 0,'1'-14'5372'0'0,"2"28"-4223"0"0,1 34-1103 0 0,-6 66 616 0 0,-1 25-313 0 0,8-47-4823 0 0,-3-74 162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0 155 11979 0 0,'7'-6'537'0'0,"0"2"1"0"0,1-1 0 0 0,-1 1 0 0 0,10-5-1 0 0,-6 3-481 0 0,29-13-230 0 0,0 1 0 0 0,2 2-1 0 0,45-12 1 0 0,5 3-3406 0 0,-77 21 1956 0 0,-1 1-1 0 0,1 0 0 0 0,0 1 0 0 0,27-1 1 0 0,0 11 744 0 0,-34-6 1037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411 49 5329 0 0,'-1'-3'79'0'0,"0"0"0"0"0,0 1 0 0 0,0-1 0 0 0,0 0 0 0 0,0 1 0 0 0,0-1 0 0 0,-1 1 0 0 0,1 0 0 0 0,-1-1 0 0 0,0 1 0 0 0,1 0 0 0 0,-1 0 0 0 0,0 0 0 0 0,0 0 0 0 0,-1 0 0 0 0,1 1-1 0 0,0-1 1 0 0,-1 1 0 0 0,1-1 0 0 0,-3 0 0 0 0,2 1 24 0 0,0 1-1 0 0,0-1 0 0 0,0 1 0 0 0,0 0 1 0 0,0 0-1 0 0,0 0 0 0 0,0 0 1 0 0,0 1-1 0 0,0-1 0 0 0,0 1 0 0 0,0 0 1 0 0,0 0-1 0 0,0 0 0 0 0,0 0 1 0 0,-4 2-1 0 0,-4 4 188 0 0,-1 1 0 0 0,2 0-1 0 0,-1 0 1 0 0,1 1 0 0 0,0 0 0 0 0,1 1 0 0 0,-10 12-1 0 0,-15 22 1225 0 0,-50 91 0 0 0,82-132-1497 0 0,1 0 1 0 0,0 0-1 0 0,0 1 1 0 0,0-1 0 0 0,0 1-1 0 0,0-1 1 0 0,1 0 0 0 0,0 1-1 0 0,0-1 1 0 0,0 1-1 0 0,0-1 1 0 0,0 1 0 0 0,0-1-1 0 0,1 1 1 0 0,0-1 0 0 0,0 1-1 0 0,0-1 1 0 0,0 0-1 0 0,0 1 1 0 0,1-1 0 0 0,-1 0-1 0 0,1 0 1 0 0,0 0-1 0 0,0 0 1 0 0,0-1 0 0 0,4 5-1 0 0,8 8-103 0 0,0-1 0 0 0,0-1 0 0 0,28 19 0 0 0,-9-6-283 0 0,-26-20 363 0 0,0 1 0 0 0,0 0-1 0 0,-1 1 1 0 0,0 0-1 0 0,-1 0 1 0 0,1 0 0 0 0,-1 1-1 0 0,-1-1 1 0 0,0 1 0 0 0,0 0-1 0 0,-1 0 1 0 0,0 1-1 0 0,3 15 1 0 0,-5-19 53 0 0,0 0 0 0 0,-1 0 1 0 0,1 0-1 0 0,-1 0 0 0 0,-1 0 0 0 0,1 0 0 0 0,-1-1 0 0 0,0 1 1 0 0,0 0-1 0 0,-1 0 0 0 0,1-1 0 0 0,-1 1 0 0 0,0-1 0 0 0,-1 1 1 0 0,0-1-1 0 0,0 0 0 0 0,0 0 0 0 0,0 0 0 0 0,-1 0 0 0 0,1-1 1 0 0,-1 1-1 0 0,0-1 0 0 0,-8 6 0 0 0,0-1-1 0 0,0 0-1 0 0,-1-1 0 0 0,1 0 1 0 0,-1-1-1 0 0,-1-1 0 0 0,1 0 1 0 0,-1-1-1 0 0,0 0 0 0 0,-1-1 1 0 0,1-1-1 0 0,-1 0 0 0 0,0-1 1 0 0,1 0-1 0 0,-25-2 0 0 0,14 0-2375 0 0,13 0-2513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6 130 3681 0 0,'-1'-2'25'0'0,"0"0"1"0"0,0 1 0 0 0,1-1 0 0 0,-1 0-1 0 0,1 0 1 0 0,-1-1 0 0 0,1 1-1 0 0,0 0 1 0 0,0 0 0 0 0,0 0-1 0 0,0 0 1 0 0,0 0 0 0 0,0 0 0 0 0,0 0-1 0 0,1 0 1 0 0,-1 0 0 0 0,1 0-1 0 0,0 0 1 0 0,-1 0 0 0 0,1 0-1 0 0,0 0 1 0 0,0 0 0 0 0,0 0 0 0 0,2-2-1 0 0,0-2 75 0 0,1 1-1 0 0,-1-1 0 0 0,1 0 1 0 0,0 1-1 0 0,1 0 1 0 0,-1 0-1 0 0,6-4 0 0 0,-4 5 107 0 0,0 0 0 0 0,-1 1 0 0 0,2 0 0 0 0,-1 0 0 0 0,0 0 0 0 0,0 1 0 0 0,1 0 0 0 0,-1 0 0 0 0,1 1 0 0 0,0-1 0 0 0,0 2 0 0 0,-1-1 0 0 0,9 1-1 0 0,-13 0-129 0 0,1 0-1 0 0,0 0 1 0 0,-1 1-1 0 0,1-1 0 0 0,-1 1 1 0 0,1 0-1 0 0,0 0 0 0 0,-1 0 1 0 0,0 0-1 0 0,1 0 0 0 0,-1 0 1 0 0,0 1-1 0 0,1-1 0 0 0,-1 1 1 0 0,0 0-1 0 0,0-1 1 0 0,0 1-1 0 0,-1 0 0 0 0,1 0 1 0 0,0 0-1 0 0,-1 1 0 0 0,1-1 1 0 0,-1 0-1 0 0,0 1 0 0 0,1-1 1 0 0,-1 0-1 0 0,0 1 0 0 0,-1-1 1 0 0,1 1-1 0 0,0 0 1 0 0,-1-1-1 0 0,1 1 0 0 0,-1 0 1 0 0,0-1-1 0 0,0 4 0 0 0,-1 33 232 0 0,-2 0 0 0 0,-2 0-1 0 0,-1 0 1 0 0,-2-1 0 0 0,-20 59 0 0 0,19-73 598 0 0,6-19-468 0 0,1 0 0 0 0,0 0 0 0 0,1 0 1 0 0,-1 0-1 0 0,1 0 0 0 0,0 0 0 0 0,0 7 0 0 0,1-11-422 0 0,0-1 0 0 0,0 0-1 0 0,1 1 1 0 0,-1-1 0 0 0,0 0 0 0 0,1 1 0 0 0,-1-1 0 0 0,0 0-1 0 0,1 0 1 0 0,-1 1 0 0 0,0-1 0 0 0,1 0 0 0 0,-1 0 0 0 0,1 0-1 0 0,-1 1 1 0 0,0-1 0 0 0,1 0 0 0 0,-1 0 0 0 0,1 0 0 0 0,-1 0 0 0 0,0 0-1 0 0,1 0 1 0 0,-1 0 0 0 0,1 0 0 0 0,-1 0 0 0 0,1 0 0 0 0,-1 0-1 0 0,0 0 1 0 0,1 0 0 0 0,-1 0 0 0 0,1 0 0 0 0,-1-1 0 0 0,0 1-1 0 0,1 0 1 0 0,-1 0 0 0 0,1-1 0 0 0,20-5-408 0 0,-17 5 370 0 0,72-31-2172 0 0,-58 25 1367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1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5 108 10594 0 0,'0'0'44'0'0,"-1"-1"-1"0"0,1 1 1 0 0,0 0-1 0 0,-1-1 1 0 0,1 1-1 0 0,0-1 0 0 0,-1 1 1 0 0,1-1-1 0 0,0 1 1 0 0,0-1-1 0 0,-1 1 1 0 0,1-1-1 0 0,0 1 1 0 0,0-1-1 0 0,0 1 0 0 0,0-1 1 0 0,0 1-1 0 0,0-1 1 0 0,0 0-1 0 0,0 1 1 0 0,0-1-1 0 0,0 1 1 0 0,0-1-1 0 0,0 1 0 0 0,0-1 1 0 0,1 1-1 0 0,-1-1 1 0 0,0 1-1 0 0,1-1 1 0 0,14-16 184 0 0,31-11-1013 0 0,-39 24 693 0 0,4-3-399 0 0,1 1 1 0 0,-1 1-1 0 0,1 0 1 0 0,0 0-1 0 0,0 1 0 0 0,0 1 1 0 0,0 0-1 0 0,1 1 0 0 0,15-1 1 0 0,-19 4 436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4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28 141 10594 0 0,'-12'1'532'0'0,"-3"-2"1028"0"0,15 1-1504 0 0,0 0-1 0 0,0-1 1 0 0,-1 1-1 0 0,1 0 1 0 0,0-1-1 0 0,0 1 1 0 0,0 0-1 0 0,0-1 1 0 0,0 1-1 0 0,0-1 1 0 0,0 1 0 0 0,0 0-1 0 0,0-1 1 0 0,0 1-1 0 0,0 0 1 0 0,0-1-1 0 0,0 1 1 0 0,1-1-1 0 0,-1 1 1 0 0,0 0-1 0 0,0-1 1 0 0,0 1-1 0 0,0 0 1 0 0,1-1-1 0 0,-1 1 1 0 0,0 0 0 0 0,0 0-1 0 0,1-1 1 0 0,-1 1-1 0 0,0 0 1 0 0,1 0-1 0 0,-1-1 1 0 0,0 1-1 0 0,0 0 1 0 0,1 0-1 0 0,-1 0 1 0 0,1-1-1 0 0,9-8-259 0 0,0 0-1 0 0,1 0 0 0 0,0 1 0 0 0,0 0 1 0 0,1 1-1 0 0,0 0 0 0 0,0 1 0 0 0,16-6 1 0 0,8-1-2064 0 0,64-15 1 0 0,-34 19-1979 0 0,-56 6 4138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9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 1 7834 0 0,'-1'3'324'0'0,"-1"0"1"0"0,1 0-1 0 0,0 0 1 0 0,1 1-1 0 0,-1-1 1 0 0,0 0-1 0 0,1 6 1 0 0,-2 2-298 0 0,-21 73 754 0 0,-8 43 611 0 0,28-112-928 0 0,2-1 1 0 0,-1 0-1 0 0,2 1 0 0 0,0-1 0 0 0,0 1 0 0 0,5 23 0 0 0,-3-30-206 0 0,0 0 0 0 0,1 0-1 0 0,-1 0 1 0 0,2 0-1 0 0,-1-1 1 0 0,1 0 0 0 0,0 0-1 0 0,10 13 1 0 0,-13-18-260 0 0,1 0 0 0 0,-1 0 0 0 0,1-1 0 0 0,0 1 0 0 0,-1-1 0 0 0,1 1 0 0 0,0-1 0 0 0,0 0 1 0 0,0 0-1 0 0,0 0 0 0 0,0 0 0 0 0,0 0 0 0 0,1 0 0 0 0,-1 0 0 0 0,0-1 0 0 0,0 1 0 0 0,1-1 0 0 0,-1 0 1 0 0,0 0-1 0 0,1 1 0 0 0,-1-1 0 0 0,0-1 0 0 0,1 1 0 0 0,-1 0 0 0 0,0-1 0 0 0,0 1 0 0 0,1-1 0 0 0,-1 1 1 0 0,0-1-1 0 0,0 0 0 0 0,0 0 0 0 0,0 0 0 0 0,0 0 0 0 0,0-1 0 0 0,3-2 0 0 0,6-4-799 0 0,-1 0-1 0 0,0-1 1 0 0,0-1-1 0 0,13-17 1 0 0,-10 9-4399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32 13827 0 0,'-6'-7'608'0'0,"5"3"128"0"0,1 1-584 0 0,0 1-152 0 0,1 0 0 0 0,1 0 0 0 0,0 1-136 0 0,1-1-56 0 0,3-2-16 0 0,1 1 0 0 0,1 1-592 0 0,-1 4-128 0 0,-1 0-16 0 0,-1 3-9 0 0,0 2 745 0 0,-1-2 208 0 0,-1 0-80 0 0,1-1 80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1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34 2761 0 0,'1'-3'266'0'0,"15"-28"12016"0"0,-18 91-11461 0 0,2 0 1 0 0,3 0 0 0 0,14 80 0 0 0,-14-117-878 0 0,-2-10-266 0 0,1 0 0 0 0,0 0 0 0 0,1 0 0 0 0,0-1 0 0 0,1 1 0 0 0,0-1-1 0 0,8 15 1 0 0,-9-23-902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2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 6913 0 0,'-1'3'42'0'0,"1"0"-1"0"0,-1 1 1 0 0,0-1-1 0 0,1 0 1 0 0,0 1-1 0 0,0-1 0 0 0,0 1 1 0 0,0-1-1 0 0,1 7 1 0 0,0 7 638 0 0,-13 95 2890 0 0,5-60-2067 0 0,3 0-1 0 0,2 79 1 0 0,8 16-1876 0 0,-5-50-3171 0 0,-1-77 2305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26 216 4145 0 0,'-3'-4'94'0'0,"1"1"1"0"0,-1-1-1 0 0,0 0 0 0 0,1 0 1 0 0,0 0-1 0 0,0 0 0 0 0,0 0 1 0 0,1-1-1 0 0,-1 1 1 0 0,1-1-1 0 0,0 1 0 0 0,0-1 1 0 0,1 1-1 0 0,0-1 0 0 0,-1 1 1 0 0,1-1-1 0 0,1 0 1 0 0,-1 1-1 0 0,1-1 0 0 0,-1 1 1 0 0,1-1-1 0 0,3-7 0 0 0,-1 6-4 0 0,-1 1 0 0 0,1 0 0 0 0,0 0 0 0 0,0 1 0 0 0,1-1 0 0 0,0 1 0 0 0,-1 0 0 0 0,1-1 0 0 0,1 2 0 0 0,-1-1 0 0 0,0 0 0 0 0,1 1 0 0 0,0 0 0 0 0,0 0 0 0 0,0 0 0 0 0,0 1-1 0 0,0 0 1 0 0,8-3 0 0 0,19-5 644 0 0,50-9 0 0 0,-74 17-644 0 0,1 1-1 0 0,-1 0 1 0 0,0 1-1 0 0,0 0 1 0 0,0 0 0 0 0,1 0-1 0 0,-1 1 1 0 0,0 0 0 0 0,0 1-1 0 0,0 0 1 0 0,0 0-1 0 0,9 5 1 0 0,-13-5-94 0 0,-1 0 0 0 0,0 0 0 0 0,0 0-1 0 0,0 1 1 0 0,0-1 0 0 0,0 1 0 0 0,-1 0 0 0 0,1 0 0 0 0,-1 0 0 0 0,1 0-1 0 0,-1 0 1 0 0,0 0 0 0 0,-1 1 0 0 0,1-1 0 0 0,1 6 0 0 0,0-2-34 0 0,-2 0 0 0 0,1 0 1 0 0,-1 1-1 0 0,0-1 0 0 0,-1 0 1 0 0,0 1-1 0 0,-1 12 0 0 0,0-7 21 0 0,-1 0-1 0 0,-1 0 1 0 0,0-1 0 0 0,-1 1-1 0 0,-1-1 1 0 0,1 0 0 0 0,-2-1-1 0 0,0 1 1 0 0,-7 10-1 0 0,2-6 136 0 0,-1-1-1 0 0,-1 0 0 0 0,0-1 0 0 0,-1 0 1 0 0,-1-2-1 0 0,0 1 0 0 0,0-2 0 0 0,-1 0 1 0 0,-1-1-1 0 0,0 0 0 0 0,-18 6 0 0 0,29-15 39 0 0,11-4-58 0 0,11-5 321 0 0,131-12 2519 0 0,-131 19-2652 0 0,0 1 0 0 0,1 0 0 0 0,-1 1 0 0 0,0 1 1 0 0,0 1-1 0 0,32 9 0 0 0,-39-8-464 0 0,-1 0 1 0 0,1 1-1 0 0,-1 0 1 0 0,0 1-1 0 0,14 11 1 0 0,10 8-3718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5065 0 0,'1'0'122'0'0,"1"-1"0"0"0,-1 1-1 0 0,1 0 1 0 0,0 0 0 0 0,-1 0 0 0 0,1 0 0 0 0,0 0-1 0 0,-1 0 1 0 0,1 1 0 0 0,-1-1 0 0 0,1 0-1 0 0,0 1 1 0 0,-1-1 0 0 0,1 1 0 0 0,-1 0 0 0 0,1-1-1 0 0,-1 1 1 0 0,2 1 0 0 0,-1 1 155 0 0,0-1 0 0 0,0 1 0 0 0,-1 0 0 0 0,1-1 1 0 0,-1 1-1 0 0,0 0 0 0 0,0 0 0 0 0,0 0 0 0 0,0 0 0 0 0,0 1 0 0 0,-1-1 1 0 0,1 0-1 0 0,-1 0 0 0 0,0 0 0 0 0,0 0 0 0 0,0 4 0 0 0,-9 61 2198 0 0,3-33-1387 0 0,-3 147 1739 0 0,8-60-5058 0 0,1-89-3664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45 11522 0 0,'-2'-2'387'0'0,"0"-1"0"0"0,0 0-1 0 0,0 0 1 0 0,0 0 0 0 0,0 0-1 0 0,1 0 1 0 0,0 0 0 0 0,-2-4-1 0 0,3 7-383 0 0,0-1 1 0 0,0 1-1 0 0,-1 0 0 0 0,1-1 0 0 0,0 1 1 0 0,0 0-1 0 0,0-1 0 0 0,0 1 0 0 0,0-1 1 0 0,0 1-1 0 0,-1 0 0 0 0,1-1 0 0 0,0 1 1 0 0,0-1-1 0 0,0 1 0 0 0,0 0 0 0 0,1-1 1 0 0,-1 1-1 0 0,0-1 0 0 0,0 1 0 0 0,0 0 1 0 0,0-1-1 0 0,0 1 0 0 0,0-1 0 0 0,1 1 1 0 0,-1 0-1 0 0,0-1 0 0 0,0 1 0 0 0,0 0 1 0 0,1-1-1 0 0,-1 1 0 0 0,0 0 0 0 0,1-1 1 0 0,-1 1-1 0 0,0 0 0 0 0,1 0 0 0 0,-1 0 1 0 0,0-1-1 0 0,1 1 0 0 0,-1 0 0 0 0,0 0 1 0 0,1 0-1 0 0,-1 0 0 0 0,1-1 0 0 0,-1 1 1 0 0,0 0-1 0 0,1 0 0 0 0,-1 0 0 0 0,1 0 1 0 0,-1 0-1 0 0,0 0 0 0 0,1 0 0 0 0,-1 0 1 0 0,1 0-1 0 0,-1 0 0 0 0,0 1 0 0 0,1-1 1 0 0,-1 0-1 0 0,1 0 0 0 0,-1 0 0 0 0,0 0 1 0 0,1 0-1 0 0,-1 1 0 0 0,0-1 0 0 0,1 0 1 0 0,-1 0-1 0 0,1 1 0 0 0,0 0-305 0 0,0 0-1 0 0,0 0 1 0 0,0 0-1 0 0,1 1 0 0 0,-1-1 1 0 0,0 0-1 0 0,-1 0 1 0 0,1 1-1 0 0,0-1 1 0 0,0 0-1 0 0,-1 1 0 0 0,1-1 1 0 0,0 1-1 0 0,-1-1 1 0 0,0 1-1 0 0,1-1 1 0 0,-1 1-1 0 0,0 0 1 0 0,0-1-1 0 0,0 1 0 0 0,0-1 1 0 0,0 1-1 0 0,0 1 1 0 0,0 8-3155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 10594 0 0,'0'-5'3392'0'0,"0"5"-3323"0"0,21-1-1196 0 0,-19 1 1038 0 0,0 0-1 0 0,0 0 1 0 0,0 0-1 0 0,0 0 1 0 0,0 1-1 0 0,0-1 1 0 0,0 0-1 0 0,0 1 0 0 0,0 0 1 0 0,0-1-1 0 0,0 1 1 0 0,0 0-1 0 0,0 0 1 0 0,-1 0-1 0 0,1 0 1 0 0,0 1-1 0 0,-1-1 1 0 0,1 0-1 0 0,-1 1 1 0 0,1-1-1 0 0,-1 1 1 0 0,2 1-1 0 0,-3 0 79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9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0 9218 0 0,'-4'2'290'0'0,"0"-1"0"0"0,0 1 0 0 0,1 0 1 0 0,-1 0-1 0 0,1 0 0 0 0,0 1 0 0 0,-1-1 0 0 0,1 1 0 0 0,0-1 0 0 0,-4 7 0 0 0,3-3-667 0 0,1 0 0 0 0,0 1 0 0 0,0-1-1 0 0,-4 14 1 0 0,4-10-977 0 0,-16 45 1183 0 0,12-39 159 0 0</inkml:trace>
  <inkml:trace contextRef="#ctx0" brushRef="#br0" timeOffset="1">39 584 10594 0 0,'-3'1'472'0'0,"-1"-1"96"0"0,3 2-455 0 0,-1-2-113 0 0,4 2 64 0 0,-2 0-64 0 0,0-1 0 0 0,0 1-385 0 0,-7 26-1303 0 0,1-18 1688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5.2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318 55 6449 0 0,'1'-18'1284'0'0,"0"16"-1081"0"0,-1-1 1 0 0,0 0 0 0 0,0 0-1 0 0,0 0 1 0 0,0 0 0 0 0,0 1-1 0 0,0-1 1 0 0,-1 0 0 0 0,0-3-1 0 0,1 5-163 0 0,-1 1-1 0 0,1-1 0 0 0,0 1 0 0 0,0 0 0 0 0,-1-1 0 0 0,1 1 1 0 0,0 0-1 0 0,-1 0 0 0 0,1-1 0 0 0,0 1 0 0 0,-1 0 1 0 0,1 0-1 0 0,0-1 0 0 0,-1 1 0 0 0,1 0 0 0 0,-1 0 0 0 0,1 0 1 0 0,0 0-1 0 0,-1 0 0 0 0,1 0 0 0 0,-1-1 0 0 0,1 1 0 0 0,0 0 1 0 0,-1 0-1 0 0,1 0 0 0 0,-1 1 0 0 0,-21 7 1274 0 0,9 2-809 0 0,-1 0 0 0 0,1 0 0 0 0,1 1 0 0 0,0 1-1 0 0,0 0 1 0 0,-17 26 0 0 0,-53 90 745 0 0,69-104-913 0 0,6-14-265 0 0,4-5-22 0 0,-1 0-1 0 0,1 1 1 0 0,0-1 0 0 0,1 1 0 0 0,-1-1 0 0 0,1 1 0 0 0,0 0-1 0 0,1 0 1 0 0,-1 0 0 0 0,0 7 0 0 0,3-13-60 0 0,-1 1 0 0 0,0-1 0 0 0,1 1 0 0 0,-1 0 0 0 0,0-1 0 0 0,1 1 0 0 0,-1-1 0 0 0,1 1 0 0 0,-1-1 0 0 0,1 0 0 0 0,-1 1 0 0 0,1-1 0 0 0,-1 0 0 0 0,1 1 0 0 0,-1-1 0 0 0,1 0 0 0 0,-1 1 0 0 0,1-1 0 0 0,0 0 0 0 0,-1 0 0 0 0,1 0 0 0 0,0 0 0 0 0,-1 1 0 0 0,1-1 0 0 0,-1 0 0 0 0,2 0 0 0 0,24 2-525 0 0,-16-1 329 0 0,13 3 174 0 0,0 0 1 0 0,-1 2-1 0 0,0 0 0 0 0,0 2 1 0 0,-1 1-1 0 0,0 0 1 0 0,0 1-1 0 0,-1 2 1 0 0,0 0-1 0 0,-1 1 1 0 0,-1 0-1 0 0,0 2 1 0 0,0 0-1 0 0,20 25 0 0 0,-36-38 40 0 0,-1 0-1 0 0,1 0 0 0 0,-1 1 1 0 0,0-1-1 0 0,0 0 0 0 0,0 0 1 0 0,0 1-1 0 0,0-1 0 0 0,0 1 1 0 0,-1-1-1 0 0,1 1 0 0 0,-1-1 1 0 0,1 1-1 0 0,-1-1 0 0 0,0 1 1 0 0,0 0-1 0 0,-1 2 0 0 0,0 1 54 0 0,0-1-1 0 0,0 0 0 0 0,-1 0 1 0 0,0 0-1 0 0,0 0 0 0 0,0 0 1 0 0,-1-1-1 0 0,-3 6 0 0 0,-1 0 99 0 0,-1 0-1 0 0,0 0 1 0 0,-1 0 0 0 0,0-1-1 0 0,-1 0 1 0 0,-12 9 0 0 0,-7-1 146 0 0,0-2 0 0 0,-1 0 0 0 0,-1-2 0 0 0,0-1 1 0 0,-34 8-1 0 0,-3 2-1831 0 0,3 3-3280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0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96 5529 0 0,'-4'-13'1117'0'0,"2"4"-562"0"0,-1 1-1 0 0,0-1 1 0 0,0 1 0 0 0,-1 0-1 0 0,0 0 1 0 0,-6-8-1 0 0,9 14-502 0 0,-1 1-1 0 0,1 0 1 0 0,0-1-1 0 0,-1 1 1 0 0,1 0-1 0 0,0 0 0 0 0,-1 0 1 0 0,1 0-1 0 0,-1 0 1 0 0,0 0-1 0 0,1 0 1 0 0,-1 1-1 0 0,0-1 0 0 0,1 1 1 0 0,-1-1-1 0 0,0 1 1 0 0,0 0-1 0 0,0-1 1 0 0,1 1-1 0 0,-1 0 0 0 0,0 0 1 0 0,0 0-1 0 0,0 1 1 0 0,1-1-1 0 0,-1 0 1 0 0,0 1-1 0 0,0-1 0 0 0,1 1 1 0 0,-1-1-1 0 0,0 1 1 0 0,1 0-1 0 0,-1 0 1 0 0,0 0-1 0 0,1 0 0 0 0,-1 0 1 0 0,1 0-1 0 0,-2 1 1 0 0,-5 5 243 0 0,-1 0 0 0 0,1 1 0 0 0,0 0 0 0 0,0 0 1 0 0,1 0-1 0 0,1 1 0 0 0,-1 0 0 0 0,-7 15 1 0 0,-36 84 1048 0 0,41-87-1243 0 0,2-4-52 0 0,1-1 0 0 0,0 1 0 0 0,2 1 1 0 0,0-1-1 0 0,1 1 0 0 0,0-1 0 0 0,2 1 0 0 0,0 0 0 0 0,1 0 0 0 0,3 28 1 0 0,-1-36-29 0 0,0-1 0 0 0,0 1 0 0 0,1 0 0 0 0,0-1 0 0 0,1 0 0 0 0,0 0 0 0 0,0 0 1 0 0,1 0-1 0 0,0-1 0 0 0,1 1 0 0 0,0-1 0 0 0,0-1 0 0 0,1 1 0 0 0,-1-1 0 0 0,2 0 1 0 0,-1-1-1 0 0,1 1 0 0 0,0-2 0 0 0,0 1 0 0 0,14 6 0 0 0,-16-9-2 0 0,0 0 1 0 0,0 0-1 0 0,1-1 1 0 0,-1 0-1 0 0,1 0 0 0 0,-1-1 1 0 0,1 0-1 0 0,-1 0 1 0 0,1-1-1 0 0,0 1 0 0 0,-1-1 1 0 0,1-1-1 0 0,0 1 1 0 0,8-3-1 0 0,-11 2 3 0 0,-1 0 0 0 0,1-1 0 0 0,-1 1 1 0 0,1-1-1 0 0,-1 0 0 0 0,0 0 0 0 0,0 0 0 0 0,0 0 0 0 0,0-1 0 0 0,0 1 0 0 0,0-1 0 0 0,-1 0 1 0 0,1 1-1 0 0,-1-1 0 0 0,0-1 0 0 0,1 1 0 0 0,-2 0 0 0 0,1 0 0 0 0,0-1 0 0 0,-1 1 1 0 0,1-1-1 0 0,-1 1 0 0 0,0-1 0 0 0,0 0 0 0 0,0 0 0 0 0,0-5 0 0 0,-1 2-33 0 0,1 0-1 0 0,-1 1 1 0 0,-1-1-1 0 0,1 1 1 0 0,-1-1-1 0 0,0 0 1 0 0,-1 1-1 0 0,1-1 1 0 0,-1 1 0 0 0,0 0-1 0 0,-1 0 1 0 0,0 0-1 0 0,0 0 1 0 0,0 0-1 0 0,-5-6 1 0 0,6 9-38 0 0,0 1 0 0 0,0-1 1 0 0,0 1-1 0 0,-1 0 0 0 0,1 0 1 0 0,0 0-1 0 0,-1 0 0 0 0,0 0 1 0 0,1 0-1 0 0,-1 1 1 0 0,0-1-1 0 0,0 1 0 0 0,0 0 1 0 0,0 0-1 0 0,0 0 0 0 0,0 0 1 0 0,0 0-1 0 0,0 1 0 0 0,0-1 1 0 0,0 1-1 0 0,-1 0 0 0 0,1 0 1 0 0,0 0-1 0 0,0 1 0 0 0,0-1 1 0 0,0 1-1 0 0,-1-1 0 0 0,1 1 1 0 0,0 0-1 0 0,0 0 1 0 0,0 1-1 0 0,1-1 0 0 0,-4 2 1 0 0,-14 9-945 0 0,0 0 0 0 0,1 1 0 0 0,0 1 0 0 0,1 0 1 0 0,1 2-1 0 0,-20 21 0 0 0,21-17-2700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8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37 100 5985 0 0,'-28'-3'1730'0'0,"20"0"502"0"0,18-2-1067 0 0,194-30 3217 0 0,-80 16-3531 0 0,-87 11-1166 0 0,52-19 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2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419 61 6913 0 0,'-2'-23'1042'0'0,"2"20"-929"0"0,0 0 0 0 0,0-1 0 0 0,0 1 0 0 0,0 0 0 0 0,-1 0 0 0 0,0 0 0 0 0,1 0 0 0 0,-2-3 0 0 0,1 5-91 0 0,1 1 1 0 0,0-1-1 0 0,0 1 1 0 0,-1 0 0 0 0,1-1-1 0 0,0 1 1 0 0,-1-1 0 0 0,1 1-1 0 0,0 0 1 0 0,-1 0-1 0 0,1-1 1 0 0,-1 1 0 0 0,1 0-1 0 0,0 0 1 0 0,-1-1 0 0 0,1 1-1 0 0,-1 0 1 0 0,1 0 0 0 0,-1 0-1 0 0,1 0 1 0 0,-1 0-1 0 0,1 0 1 0 0,-1 0 0 0 0,-18 6 620 0 0,2 8 110 0 0,1-1-1 0 0,0 2 0 0 0,1 0 1 0 0,1 1-1 0 0,0 1 0 0 0,-19 31 1 0 0,10-17-423 0 0,2-3-66 0 0,-39 55 555 0 0,53-71-606 0 0,0 0 0 0 0,1 0 0 0 0,0 0 0 0 0,1 1 0 0 0,-5 15 0 0 0,10-26-218 0 0,0 0 1 0 0,0 1 0 0 0,0-1-1 0 0,0 0 1 0 0,0 0 0 0 0,0 0-1 0 0,1 0 1 0 0,-1 1-1 0 0,1-1 1 0 0,-1 0 0 0 0,1 0-1 0 0,0 0 1 0 0,0 0-1 0 0,0 0 1 0 0,0 0 0 0 0,0 0-1 0 0,0-1 1 0 0,1 1-1 0 0,-1 0 1 0 0,1 0 0 0 0,-1-1-1 0 0,1 1 1 0 0,-1-1 0 0 0,1 0-1 0 0,0 1 1 0 0,4 1-1 0 0,6 4-219 0 0,0 0 0 0 0,1-1 1 0 0,15 6-1 0 0,-11-5 192 0 0,-4-1 18 0 0,0 0 1 0 0,0 1-1 0 0,0 0 0 0 0,20 17 0 0 0,-31-22 35 0 0,1 0 0 0 0,0 0 0 0 0,-1 1 0 0 0,1 0 0 0 0,-1-1 0 0 0,0 1 0 0 0,0 0 0 0 0,0 0 0 0 0,0 0 0 0 0,-1 0 0 0 0,1 1 0 0 0,-1-1 0 0 0,0 0 0 0 0,0 1 0 0 0,0-1 0 0 0,0 0 1 0 0,0 1-1 0 0,-1-1 0 0 0,0 1 0 0 0,0-1 0 0 0,0 1 0 0 0,0 0 0 0 0,0-1 0 0 0,-1 1 0 0 0,0 3 0 0 0,-4 8 17 0 0,-1 0 1 0 0,0 0 0 0 0,-1 0-1 0 0,0-1 1 0 0,-1 0-1 0 0,-1 0 1 0 0,-1-1 0 0 0,1 0-1 0 0,-2-1 1 0 0,0 0-1 0 0,0-1 1 0 0,-1 0 0 0 0,-1-1-1 0 0,0 0 1 0 0,0-1 0 0 0,-1 0-1 0 0,-18 8 1 0 0,18-10-407 0 0,0-1 1 0 0,-1-1-1 0 0,0 0 1 0 0,-1-1-1 0 0,1 0 1 0 0,-22 1-1 0 0,28-3-818 0 0,2-1-207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8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311 0 11979 0 0,'2'3'121'0'0,"1"1"1"0"0,-1-1-1 0 0,0 1 1 0 0,0-1 0 0 0,0 1-1 0 0,0 0 1 0 0,-1-1 0 0 0,1 1-1 0 0,0 7 1 0 0,-1-2-189 0 0,0 0 0 0 0,-1 0 1 0 0,0 0-1 0 0,0 1 0 0 0,-1-1 1 0 0,0 0-1 0 0,-1 0 0 0 0,0 0 1 0 0,-1 0-1 0 0,1 0 0 0 0,-2 0 1 0 0,-4 10-1 0 0,-8 12-72 0 0,-35 53 1 0 0,44-73 445 0 0,-1-2 0 0 0,0 1 0 0 0,0-1 0 0 0,-1 0 0 0 0,0 0 1 0 0,-1-1-1 0 0,-11 7 0 0 0,17-12-312 0 0,0 0 0 0 0,0-1 0 0 0,-1 1 0 0 0,1-1 0 0 0,-1 0 0 0 0,1 0-1 0 0,-1-1 1 0 0,0 0 0 0 0,0 1 0 0 0,0-2 0 0 0,1 1 0 0 0,-1 0 0 0 0,0-1 0 0 0,0 0 0 0 0,0 0 0 0 0,0-1 0 0 0,0 1 0 0 0,0-1 0 0 0,0 0 0 0 0,-8-3 0 0 0,9 2-73 0 0,0-1-1 0 0,0 0 1 0 0,0 0 0 0 0,1 0 0 0 0,-1 0-1 0 0,1 0 1 0 0,0-1 0 0 0,0 0 0 0 0,0 1 0 0 0,1-1-1 0 0,-1 0 1 0 0,1 0 0 0 0,0-1 0 0 0,0 1-1 0 0,0 0 1 0 0,1-1 0 0 0,-1 1 0 0 0,1-1 0 0 0,0 1-1 0 0,0-1 1 0 0,1 0 0 0 0,0-7 0 0 0,-2-8-30 0 0,2-1 0 0 0,1 0 0 0 0,5-35 0 0 0,-5 51 111 0 0,0 0 0 0 0,0 0 1 0 0,1 1-1 0 0,-1-1 0 0 0,1 0 1 0 0,0 1-1 0 0,1 0 0 0 0,-1-1 0 0 0,1 1 1 0 0,0 0-1 0 0,0 0 0 0 0,0 0 1 0 0,0 0-1 0 0,0 1 0 0 0,1 0 1 0 0,0-1-1 0 0,0 1 0 0 0,0 0 1 0 0,0 1-1 0 0,0-1 0 0 0,1 1 1 0 0,-1 0-1 0 0,1 0 0 0 0,-1 0 1 0 0,1 0-1 0 0,0 1 0 0 0,0 0 1 0 0,0 0-1 0 0,0 0 0 0 0,-1 1 0 0 0,7 0 1 0 0,-4-1 48 0 0,0 1 1 0 0,-1 1 0 0 0,1-1-1 0 0,0 1 1 0 0,0 0-1 0 0,-1 1 1 0 0,1 0 0 0 0,-1 0-1 0 0,1 0 1 0 0,-1 1 0 0 0,0 0-1 0 0,0 0 1 0 0,0 0-1 0 0,0 1 1 0 0,-1 0 0 0 0,1 0-1 0 0,-1 0 1 0 0,0 1-1 0 0,0 0 1 0 0,-1 0 0 0 0,1 0-1 0 0,4 8 1 0 0,-2 1 90 0 0,-2 0 1 0 0,1 0-1 0 0,-2 0 1 0 0,0 1-1 0 0,-1 0 1 0 0,0-1 0 0 0,-1 1-1 0 0,-1 0 1 0 0,0 0-1 0 0,-1 0 1 0 0,0 0-1 0 0,-2 0 1 0 0,0 0-1 0 0,-5 21 1 0 0,-3 6-545 0 0,-2-2 0 0 0,-2 0 0 0 0,-36 73 0 0 0,45-106-736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9362 0 0,'5'-1'100'0'0,"-1"0"0"0"0,1-1 0 0 0,-1 1 0 0 0,0-1 0 0 0,0 0 0 0 0,1-1 0 0 0,-1 1 0 0 0,-1-1 0 0 0,7-4 0 0 0,7-5-68 0 0,-14 10-27 0 0,18-10-469 0 0,-1 0 0 0 0,2 2-1 0 0,-1 0 1 0 0,31-9 0 0 0,-45 17-2437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79 8754 0 0,'-11'11'2969'0'0,"42"-31"173"0"0,-18 11-4060 0 0,7 0 17 0 0,1 1 0 0 0,-1 1 0 0 0,1 0-1 0 0,0 2 1 0 0,1 1 0 0 0,-1 0 0 0 0,26 0 0 0 0,17-4 511 0 0,-43 3 379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4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 8754 0 0,'-1'0'57'0'0,"1"0"1"0"0,-1 0-1 0 0,1 0 0 0 0,-1 0 1 0 0,0 0-1 0 0,1 0 0 0 0,-1 0 1 0 0,0 0-1 0 0,1 0 0 0 0,-1 1 1 0 0,1-1-1 0 0,-1 0 0 0 0,0 0 1 0 0,1 1-1 0 0,-1-1 1 0 0,1 0-1 0 0,-1 1 0 0 0,1-1 1 0 0,-1 1-1 0 0,1-1 0 0 0,-1 0 1 0 0,1 1-1 0 0,0-1 0 0 0,-1 1 1 0 0,1 0-1 0 0,-1-1 0 0 0,1 2 1 0 0,-13 14 200 0 0,7-4 156 0 0,-1 1-1 0 0,1 0 1 0 0,1 0-1 0 0,1 1 1 0 0,-1 0 0 0 0,-1 15-1 0 0,-10 86 1932 0 0,14-90-1864 0 0,0 1 0 0 0,2-1 0 0 0,2 1 0 0 0,0-1 0 0 0,9 40 0 0 0,-8-52-305 0 0,0 0-1 0 0,1 0 1 0 0,1 0 0 0 0,0 0-1 0 0,1 0 1 0 0,1-1 0 0 0,0 0 0 0 0,0-1-1 0 0,1 0 1 0 0,0 0 0 0 0,20 19-1 0 0,-26-28-213 0 0,0 0-1 0 0,0-1 1 0 0,0 1-1 0 0,1-1 1 0 0,-1 1-1 0 0,0-1 1 0 0,1 0-1 0 0,-1 0 1 0 0,1 0-1 0 0,-1-1 0 0 0,1 1 1 0 0,-1-1-1 0 0,1 1 1 0 0,0-1-1 0 0,-1 0 1 0 0,5 0-1 0 0,-4 0-213 0 0,-1 0-1 0 0,0-1 1 0 0,0 1-1 0 0,1-1 1 0 0,-1 0 0 0 0,0 0-1 0 0,0 0 1 0 0,0 0-1 0 0,0 0 1 0 0,0 0-1 0 0,0 0 1 0 0,2-2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23 2761 0 0,'-3'-20'8455'0'0,"3"19"-8126"0"0,10-1 751 0 0,-9 2-1184 0 0,3 7-1999 0 0,-3-4 1940 0 0,0 0-1 0 0,0 0 1 0 0,0-1 0 0 0,0 1 0 0 0,0 0 0 0 0,-1 0-1 0 0,1 0 1 0 0,-1 0 0 0 0,0 0 0 0 0,0 0 0 0 0,0 0-1 0 0,0 0 1 0 0,-1 0 0 0 0,0 5 0 0 0,-2-1 163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4.7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 6913 0 0,'-6'-2'2311'0'0,"-3"8"1372"0"0,3 4-3111 0 0,0 0 0 0 0,1 1 0 0 0,0-1 1 0 0,1 1-1 0 0,0 0 0 0 0,1 0 0 0 0,0 1 1 0 0,1-1-1 0 0,-2 22 0 0 0,1 6-304 0 0,3 66-1 0 0,8-42-3296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12 139 2304 0 0,'5'35'-1080'0'0,"-12"11"1945"0"0,3-25 526 0 0,1 0 0 0 0,1 1 1 0 0,2 33-1 0 0,0-50-1214 0 0,0 0 1 0 0,1 0-1 0 0,0 0 0 0 0,0 0 1 0 0,0 0-1 0 0,1 0 0 0 0,-1-1 1 0 0,1 1-1 0 0,0 0 0 0 0,1-1 1 0 0,-1 0-1 0 0,1 1 1 0 0,0-1-1 0 0,0 0 0 0 0,0-1 1 0 0,0 1-1 0 0,1 0 0 0 0,0-1 1 0 0,-1 0-1 0 0,8 5 0 0 0,-8-7-165 0 0,1 1 0 0 0,-1-1 0 0 0,0 0 0 0 0,1 0 0 0 0,-1-1 0 0 0,1 1 0 0 0,-1-1 0 0 0,1 1 0 0 0,-1-1 0 0 0,1 0 0 0 0,0 0 0 0 0,-1-1 0 0 0,1 1 0 0 0,-1-1 0 0 0,1 0 0 0 0,-1 0 0 0 0,0 0 0 0 0,1 0 0 0 0,-1 0 0 0 0,0-1 0 0 0,0 0 0 0 0,0 0 0 0 0,0 1 0 0 0,4-5 0 0 0,7-4 80 0 0,-1 0 0 0 0,0-2-1 0 0,18-20 1 0 0,-14 14-215 0 0,-1-1 0 0 0,-1-1 1 0 0,-1 0-1 0 0,-1-1 0 0 0,-1-1 0 0 0,19-44 0 0 0,-29 60-2 0 0,-1-1 0 0 0,0 1 0 0 0,0 0 0 0 0,0-1 0 0 0,-1 0-1 0 0,0 1 1 0 0,0-1 0 0 0,-1 1 0 0 0,1-1 0 0 0,-2 1 0 0 0,1 0 0 0 0,-5-13 0 0 0,5 14 55 0 0,-1 0 0 0 0,0 0 0 0 0,-1 1 0 0 0,1-1 0 0 0,-1 1 0 0 0,0-1 0 0 0,0 1 0 0 0,0 0 0 0 0,-1 0 0 0 0,1 0 0 0 0,-1 1 0 0 0,0-1 1 0 0,0 1-1 0 0,-1 0 0 0 0,1 0 0 0 0,-8-3 0 0 0,0 2-322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5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9 14283 0 0,'-1'0'-21'0'0,"1"-1"0"0"0,0 1 0 0 0,-1-1 0 0 0,1 1 0 0 0,0-1 0 0 0,-1 1 0 0 0,1-1 0 0 0,-1 1 0 0 0,1-1 0 0 0,0 1 0 0 0,-1 0 0 0 0,1-1 0 0 0,-1 1 0 0 0,1 0 0 0 0,-1-1 0 0 0,0 1 0 0 0,1 0 0 0 0,-1 0 0 0 0,1 0-1 0 0,-1-1 1 0 0,1 1 0 0 0,-1 0 0 0 0,0 0 0 0 0,1 0 0 0 0,-1 0 0 0 0,0 0 0 0 0,1 15-1656 0 0,1 5 2098 0 0,-3 83 1429 0 0,2 74 336 0 0,2-145-1909 0 0,1-1 1 0 0,2 0-1 0 0,13 48 0 0 0,-11-48-179 0 0,-6-24-392 0 0,0 0-1 0 0,1 0 1 0 0,0-1 0 0 0,0 1 0 0 0,0 0-1 0 0,6 9 1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5 262 6913 0 0,'-2'-7'-203'0'0,"1"1"0"0"0,0-1-1 0 0,1 0 1 0 0,0 0 0 0 0,0 1-1 0 0,0-1 1 0 0,1 0 0 0 0,0 0-1 0 0,0 1 1 0 0,1-1-1 0 0,0 1 1 0 0,0-1 0 0 0,0 1-1 0 0,1-1 1 0 0,0 1 0 0 0,7-10-1 0 0,-3 4-114 0 0,0 0 1 0 0,2 1-1 0 0,-1 0 0 0 0,1 1 0 0 0,1 0 0 0 0,0 0 0 0 0,17-12 1 0 0,-20 17 770 0 0,1 0 0 0 0,0 0 1 0 0,0 0-1 0 0,1 1 0 0 0,-1 1 1 0 0,1 0-1 0 0,0 0 0 0 0,0 0 1 0 0,0 1-1 0 0,13-1 0 0 0,-18 2-317 0 0,0 1-1 0 0,-1 1 0 0 0,1-1 1 0 0,0 0-1 0 0,-1 1 0 0 0,1 0 0 0 0,-1 0 1 0 0,1 0-1 0 0,-1 0 0 0 0,1 0 1 0 0,-1 1-1 0 0,0 0 0 0 0,0 0 1 0 0,1-1-1 0 0,-1 2 0 0 0,0-1 1 0 0,-1 0-1 0 0,1 1 0 0 0,0-1 0 0 0,-1 1 1 0 0,0 0-1 0 0,1 0 0 0 0,-1 0 1 0 0,0 0-1 0 0,0 0 0 0 0,-1 0 1 0 0,1 0-1 0 0,-1 1 0 0 0,2 4 0 0 0,0 0-119 0 0,-1 1-1 0 0,0 0 0 0 0,0 0 0 0 0,-1 1 0 0 0,0-1 0 0 0,-1 0 1 0 0,0 0-1 0 0,0 0 0 0 0,-1 1 0 0 0,0-1 0 0 0,-1 0 0 0 0,0 0 1 0 0,0 0-1 0 0,-1 0 0 0 0,0-1 0 0 0,0 1 0 0 0,-7 11 0 0 0,-8 10 888 0 0,-1 0-1 0 0,-1-1 1 0 0,-27 30-1 0 0,39-49-384 0 0,6-8-443 0 0,0 0-1 0 0,1 0 0 0 0,-1 0 1 0 0,1 0-1 0 0,-1 0 0 0 0,1 0 1 0 0,0 1-1 0 0,0-1 0 0 0,0 0 1 0 0,0 1-1 0 0,0-1 0 0 0,1 0 1 0 0,-1 1-1 0 0,1-1 0 0 0,0 1 0 0 0,-1-1 1 0 0,1 1-1 0 0,0-1 0 0 0,0 1 1 0 0,1-1-1 0 0,-1 1 0 0 0,0-1 1 0 0,1 1-1 0 0,0-1 0 0 0,-1 1 1 0 0,1-1-1 0 0,0 0 0 0 0,3 5 1 0 0,-1-3 13 0 0,0 0 1 0 0,1 0-1 0 0,0 0 1 0 0,-1-1-1 0 0,1 1 1 0 0,1-1-1 0 0,-1 0 1 0 0,0 0-1 0 0,1-1 1 0 0,0 1-1 0 0,-1-1 0 0 0,1 0 1 0 0,6 2-1 0 0,2-1 29 0 0,0-1-1 0 0,0 0 1 0 0,1 0-1 0 0,-1-1 1 0 0,0-1-1 0 0,0 0 1 0 0,0-1-1 0 0,1-1 1 0 0,15-3-1 0 0,-5 1-1582 0 0,36-1-1 0 0,-46 5 532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0,'10'28'7341'0'0,"0"1"-5110"0"0,-7-20-2289 0 0,0 1 0 0 0,-1-1 1 0 0,-1 1-1 0 0,1 0 0 0 0,-1 15 1 0 0,-17 164 1420 0 0,0 1 94 0 0,16-172-5134 0 0,0-2-1300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9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76 5529 0 0,'1'-4'-6'0'0,"0"1"1"0"0,1 0-1 0 0,0 0 0 0 0,0-1 1 0 0,0 1-1 0 0,0 0 0 0 0,0 1 1 0 0,0-1-1 0 0,6-5 0 0 0,13-17 4508 0 0,-23 34-2300 0 0,-9 20-564 0 0,10-26-1692 0 0,-6 16 231 0 0,1 1-1 0 0,1-1 1 0 0,1 1 0 0 0,1 0-1 0 0,0 0 1 0 0,1 37-1 0 0,2-47-131 0 0,1-1 0 0 0,-1 1 0 0 0,2-1 0 0 0,-1 1 0 0 0,1-1 0 0 0,1 0-1 0 0,0 0 1 0 0,0 0 0 0 0,1 0 0 0 0,0-1 0 0 0,0 1 0 0 0,1-1 0 0 0,0 0 0 0 0,1 0 0 0 0,0-1-1 0 0,8 9 1 0 0,-12-14-49 0 0,-1-1-1 0 0,1 1 1 0 0,0-1-1 0 0,-1 0 1 0 0,1 0-1 0 0,0 0 1 0 0,0 0-1 0 0,0 0 1 0 0,0 0-1 0 0,0 0 1 0 0,0-1-1 0 0,0 1 1 0 0,0-1-1 0 0,1 1 1 0 0,-1-1-1 0 0,0 0 1 0 0,0 0-1 0 0,0 0 1 0 0,0 0-1 0 0,1 0 1 0 0,1-1-1 0 0,0 0 51 0 0,0-1 0 0 0,0 1 0 0 0,0-1 0 0 0,0 0 0 0 0,0 0 0 0 0,-1 0 0 0 0,1-1 0 0 0,-1 1 0 0 0,0-1 0 0 0,5-4 0 0 0,-1-1 130 0 0,0 1 0 0 0,-1-1-1 0 0,0-1 1 0 0,0 1 0 0 0,-1-1 0 0 0,0 0-1 0 0,-1 0 1 0 0,6-15 0 0 0,-8 13-34 0 0,0 1 0 0 0,0-1 0 0 0,-1 0 0 0 0,-1 0 0 0 0,0 0 0 0 0,0 0 0 0 0,-1 0 0 0 0,0 1 0 0 0,-1-1 0 0 0,0 0 0 0 0,-1 1 0 0 0,0-1 0 0 0,-8-17 0 0 0,7 20-240 0 0,0 1 0 0 0,0-1 0 0 0,0 1 0 0 0,-1 0 0 0 0,0 0 0 0 0,-1 0 0 0 0,1 1 1 0 0,-1 0-1 0 0,0 0 0 0 0,-1 0 0 0 0,0 1 0 0 0,0 0 0 0 0,0 0 0 0 0,0 1 0 0 0,-1 0 0 0 0,1 0 1 0 0,-1 1-1 0 0,-9-3 0 0 0,-2 2-6392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3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461 615 2761 0 0,'5'-100'463'0'0,"-3"76"92"0"0,0 0 1 0 0,-2-1-1 0 0,-5-44 0 0 0,5 68-524 0 0,0 0 0 0 0,0 0 0 0 0,0 0 0 0 0,0 0 0 0 0,0 0 0 0 0,0 0 0 0 0,0 0 0 0 0,-1 0 0 0 0,1-1 0 0 0,0 1 0 0 0,-1 0 0 0 0,1 0 0 0 0,-1 0 0 0 0,1 0 0 0 0,-1 1 0 0 0,1-1 0 0 0,-1 0 0 0 0,0 0 0 0 0,1 0 0 0 0,-1 0 0 0 0,0 1 0 0 0,0-1 0 0 0,0 0 0 0 0,0 1 0 0 0,0-1 0 0 0,0 0 0 0 0,0 1 0 0 0,1-1 0 0 0,-2 1 0 0 0,1 0 0 0 0,0-1 0 0 0,0 1 0 0 0,0 0 0 0 0,0 0 0 0 0,0-1 0 0 0,0 1 0 0 0,0 0 0 0 0,0 0 0 0 0,0 0 0 0 0,0 0 0 0 0,0 0 0 0 0,-1 1 0 0 0,1-1 0 0 0,0 0 0 0 0,0 0 0 0 0,0 1 0 0 0,0-1 0 0 0,0 1 0 0 0,0-1 0 0 0,0 1 0 0 0,0-1 0 0 0,0 1 0 0 0,1 0 0 0 0,-3 1 0 0 0,-4 3 52 0 0,-1 1 0 0 0,1 0 0 0 0,0 1-1 0 0,-12 13 1 0 0,-62 97-717 0 0,56-79 40 0 0,-41 51-1 0 0,56-78 556 0 0,-1 1-1 0 0,-1-2 1 0 0,1 1-1 0 0,-1-2 1 0 0,-1 0-1 0 0,0 0 0 0 0,0-1 1 0 0,-16 7-1 0 0,26-14 139 0 0,1 0-1 0 0,-1 0 1 0 0,0 0-1 0 0,1 0 1 0 0,-1 0 0 0 0,0-1-1 0 0,0 1 1 0 0,1-1-1 0 0,-1 0 1 0 0,-5 0-1 0 0,8 0-71 0 0,-1 0-1 0 0,1 0 0 0 0,0 0 0 0 0,-1 0 1 0 0,1-1-1 0 0,-1 1 0 0 0,1 0 1 0 0,0 0-1 0 0,-1 0 0 0 0,1-1 1 0 0,0 1-1 0 0,-1 0 0 0 0,1 0 0 0 0,0-1 1 0 0,-1 1-1 0 0,1 0 0 0 0,0-1 1 0 0,0 1-1 0 0,-1 0 0 0 0,1-1 0 0 0,0 1 1 0 0,0-1-1 0 0,0 1 0 0 0,0 0 1 0 0,-1-1-1 0 0,1 1 0 0 0,0-1 0 0 0,5-20 264 0 0,21-27-601 0 0,3 2-1 0 0,63-82 1 0 0,86-74-795 0 0,1-1 668 0 0,-162 181 323 0 0,-9 11 20 0 0,-1 1-1 0 0,1 0 1 0 0,1 1-1 0 0,16-14 1 0 0,-23 26 270 0 0,-4 11 11 0 0,-7 13 190 0 0,-32 61 940 0 0,-92 145 0 0 0,57-108-815 0 0,-56 82-319 0 0,115-185-273 0 0,-2 0 1 0 0,0-2-1 0 0,-1 0 1 0 0,-1-1-1 0 0,0-1 1 0 0,-40 25-1 0 0,56-40 75 0 0,-19 11-118 0 0,23-13 150 0 0,1-1 0 0 0,-1 1 0 0 0,0-1 0 0 0,1 1 0 0 0,-1-1 0 0 0,0 0 0 0 0,1 1 0 0 0,-1-1 0 0 0,0 0-1 0 0,1 0 1 0 0,-1 0 0 0 0,0 1 0 0 0,1-1 0 0 0,-1 0 0 0 0,0 0 0 0 0,0 0 0 0 0,1 0 0 0 0,-1 0 0 0 0,0 0 0 0 0,0 0-1 0 0,1 0 1 0 0,-1-1 0 0 0,0 1 0 0 0,1 0 0 0 0,-2-1 0 0 0,2-1 56 0 0,1-1 0 0 0,0 1-1 0 0,-1 0 1 0 0,1-1 0 0 0,0 1-1 0 0,0 0 1 0 0,0 0 0 0 0,1 0 0 0 0,-1 0-1 0 0,0 0 1 0 0,1 0 0 0 0,0 0 0 0 0,-1 0-1 0 0,4-2 1 0 0,-3 2 11 0 0,58-61-430 0 0,97-76 0 0 0,-76 71 161 0 0,-68 56 186 0 0,6-6 0 0 0,0 2 0 0 0,1 0 0 0 0,1 1 0 0 0,1 0 0 0 0,44-21 0 0 0,-64 35-1 0 0,0 0 0 0 0,-1 1 1 0 0,1-1-1 0 0,0 0 0 0 0,0 1 0 0 0,-1 0 1 0 0,1-1-1 0 0,0 1 0 0 0,0 0 1 0 0,0 0-1 0 0,-1 0 0 0 0,1 0 0 0 0,0 0 1 0 0,0 0-1 0 0,0 0 0 0 0,0 1 1 0 0,-1-1-1 0 0,1 1 0 0 0,0-1 0 0 0,0 1 1 0 0,-1 0-1 0 0,1 0 0 0 0,-1 0 1 0 0,1-1-1 0 0,2 4 0 0 0,-2-2-1 0 0,-1 0 0 0 0,0 0 1 0 0,0 0-1 0 0,0 1 0 0 0,0-1 0 0 0,0 0 0 0 0,0 1 1 0 0,0-1-1 0 0,-1 1 0 0 0,1-1 0 0 0,-1 1 0 0 0,0-1 0 0 0,0 1 1 0 0,0-1-1 0 0,0 1 0 0 0,0-1 0 0 0,0 1 0 0 0,-2 3 0 0 0,-2 17-19 0 0,-2-1 0 0 0,0 1 0 0 0,-1-1 0 0 0,-2-1 0 0 0,-16 32 0 0 0,-66 95 617 0 0,-6 11 452 0 0,97-159-1025 0 0,-1 1 1 0 0,0 0-1 0 0,1 0 0 0 0,-1 0 1 0 0,1 0-1 0 0,-1 0 0 0 0,1 0 1 0 0,0 0-1 0 0,-1 0 0 0 0,1 0 1 0 0,0 0-1 0 0,0 0 0 0 0,0 0 0 0 0,0 0 1 0 0,0 0-1 0 0,0 0 0 0 0,0 0 1 0 0,0 2-1 0 0,1-3-11 0 0,-1 0 1 0 0,1 1-1 0 0,-1-1 1 0 0,1 0-1 0 0,0 0 1 0 0,-1 0-1 0 0,1 0 1 0 0,-1 0-1 0 0,1 0 0 0 0,-1 0 1 0 0,1 0-1 0 0,0 0 1 0 0,-1 0-1 0 0,1 0 1 0 0,-1-1-1 0 0,1 1 1 0 0,-1 0-1 0 0,1 0 0 0 0,-1-1 1 0 0,1 1-1 0 0,-1 0 1 0 0,1 0-1 0 0,0-1 1 0 0,39-28 50 0 0,-36 26-126 0 0,343-257-1474 0 0,-271 204 915 0 0,-42 29 163 0 0,66-39 0 0 0,-99 65 454 0 0,0 0 1 0 0,1 0-1 0 0,-1 0 1 0 0,0 0-1 0 0,0 1 0 0 0,1-1 1 0 0,-1 0-1 0 0,1 1 0 0 0,-1-1 1 0 0,0 1-1 0 0,1 0 1 0 0,-1-1-1 0 0,1 1 0 0 0,-1 0 1 0 0,1 0-1 0 0,-1 0 1 0 0,1 0-1 0 0,-1 0 0 0 0,1 0 1 0 0,-1 1-1 0 0,1-1 1 0 0,-1 0-1 0 0,1 1 0 0 0,-1-1 1 0 0,1 1-1 0 0,-1-1 1 0 0,0 1-1 0 0,2 1 0 0 0,-2 0 22 0 0,0 0-1 0 0,0 0 0 0 0,0 0 0 0 0,0 0 0 0 0,-1 0 1 0 0,1 0-1 0 0,-1 0 0 0 0,1 0 0 0 0,-1 0 0 0 0,0 0 1 0 0,0 0-1 0 0,0 0 0 0 0,0 1 0 0 0,0-1 1 0 0,0 0-1 0 0,-1 0 0 0 0,1 0 0 0 0,-1 0 0 0 0,-1 3 1 0 0,-11 37 447 0 0,-2 0 0 0 0,-1-1 1 0 0,-3-1-1 0 0,-43 70 0 0 0,-117 139 832 0 0,129-183-1050 0 0,-46 50 82 0 0,54-68-43 0 0,-56 84 0 0 0,97-131-287 0 0,1-1 1 0 0,-1 0 0 0 0,1 1 0 0 0,-1-1 0 0 0,1 1 0 0 0,-1-1-1 0 0,1 1 1 0 0,0-1 0 0 0,-1 1 0 0 0,1 0 0 0 0,0-1-1 0 0,-1 1 1 0 0,1-1 0 0 0,0 1 0 0 0,0 0 0 0 0,0-1-1 0 0,0 1 1 0 0,-1 0 0 0 0,1-1 0 0 0,0 1 0 0 0,0 0 0 0 0,0-1-1 0 0,0 1 1 0 0,0 0 0 0 0,1-1 0 0 0,-1 1 0 0 0,0 0-1 0 0,16-8-501 0 0,22-24-811 0 0,35-44-394 0 0,-32 33 1888 0 0,57-48-1 0 0,-82 80 876 0 0,-20 20 215 0 0,-21 24-58 0 0,23-32-1321 0 0,-77 92 1000 0 0,-49 63 25 0 0,-70 145 401 0 0,197-301-1319 0 0,0 0-1 0 0,1 0 0 0 0,-1 0 0 0 0,0 0 0 0 0,1 0 0 0 0,-1 1 0 0 0,1-1 0 0 0,-1 0 0 0 0,1 0 1 0 0,0 1-1 0 0,-1-1 0 0 0,1 0 0 0 0,0 1 0 0 0,0-1 0 0 0,0 0 0 0 0,0 0 0 0 0,0 2 1 0 0,1-2-63 0 0,-1-1 1 0 0,1 1-1 0 0,-1-1 1 0 0,1 1-1 0 0,0-1 1 0 0,-1 1-1 0 0,1-1 1 0 0,0 1-1 0 0,0-1 1 0 0,-1 0-1 0 0,1 0 1 0 0,0 1 0 0 0,0-1-1 0 0,-1 0 1 0 0,1 0-1 0 0,0 0 1 0 0,0 0-1 0 0,0 0 1 0 0,-1 0-1 0 0,1 0 1 0 0,0 0-1 0 0,0 0 1 0 0,0 0-1 0 0,-1 0 1 0 0,1 0-1 0 0,0-1 1 0 0,0 1 0 0 0,-1 0-1 0 0,2-1 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4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671 42 3225 0 0,'0'-2'72'0'0,"0"0"-1"0"0,-1 0 1 0 0,1 0 0 0 0,-1 0 0 0 0,1 0 0 0 0,-1 0 0 0 0,0 0-1 0 0,0 1 1 0 0,0-1 0 0 0,0 0 0 0 0,0 0 0 0 0,0 1 0 0 0,-1-1 0 0 0,1 1-1 0 0,0-1 1 0 0,-1 1 0 0 0,1 0 0 0 0,-1-1 0 0 0,0 1 0 0 0,1 0-1 0 0,-1 0 1 0 0,0 0 0 0 0,0 0 0 0 0,0 0 0 0 0,0 1 0 0 0,1-1-1 0 0,-1 1 1 0 0,0-1 0 0 0,0 1 0 0 0,0-1 0 0 0,0 1 0 0 0,0 0 0 0 0,-1 0-1 0 0,1 0 1 0 0,0 0 0 0 0,0 1 0 0 0,0-1 0 0 0,-2 1 0 0 0,-4 1 160 0 0,1 0 1 0 0,0 0-1 0 0,0 1 1 0 0,0 0-1 0 0,0 0 1 0 0,1 1-1 0 0,-1-1 1 0 0,1 2-1 0 0,0-1 1 0 0,0 1-1 0 0,-8 8 1 0 0,-9 10 255 0 0,-26 34 0 0 0,37-42-394 0 0,-84 101 617 0 0,-196 257 1763 0 0,288-367-2435 0 0,-3 3 24 0 0,1 0 0 0 0,0 0 0 0 0,1 1 0 0 0,0-1 0 0 0,0 1 0 0 0,1 0 0 0 0,-5 20 0 0 0,9-30-65 0 0,0 0-1 0 0,0 0 1 0 0,0 0 0 0 0,0 0-1 0 0,0 1 1 0 0,0-1 0 0 0,0 0 0 0 0,0 0-1 0 0,0 0 1 0 0,0 0 0 0 0,0 1-1 0 0,0-1 1 0 0,0 0 0 0 0,0 0-1 0 0,0 0 1 0 0,0 0 0 0 0,0 1 0 0 0,0-1-1 0 0,0 0 1 0 0,0 0 0 0 0,0 0-1 0 0,0 0 1 0 0,1 0 0 0 0,-1 1 0 0 0,0-1-1 0 0,0 0 1 0 0,0 0 0 0 0,0 0-1 0 0,0 0 1 0 0,1 0 0 0 0,-1 0-1 0 0,0 0 1 0 0,0 0 0 0 0,0 0 0 0 0,0 0-1 0 0,0 1 1 0 0,1-1 0 0 0,-1 0-1 0 0,0 0 1 0 0,0 0 0 0 0,0 0-1 0 0,1 0 1 0 0,10-3-48 0 0,9-7-24 0 0,18-19-242 0 0,-1-1-1 0 0,41-44 1 0 0,23-19 480 0 0,-48 49 24 0 0,2 3 0 0 0,107-60 0 0 0,-157 98-214 0 0,1 1 0 0 0,0-1 0 0 0,0 1 0 0 0,0 0 1 0 0,0 0-1 0 0,1 0 0 0 0,-1 1 0 0 0,0 0 0 0 0,1 1 0 0 0,9-1 1 0 0,-13 2 2 0 0,-1-1 1 0 0,1 0 0 0 0,0 1 0 0 0,-1 0 0 0 0,1 0 0 0 0,-1 0 0 0 0,1 0-1 0 0,-1 0 1 0 0,0 0 0 0 0,1 1 0 0 0,-1-1 0 0 0,0 1 0 0 0,0-1 0 0 0,0 1-1 0 0,0 0 1 0 0,0 0 0 0 0,0 0 0 0 0,0 0 0 0 0,-1 0 0 0 0,1 0 0 0 0,-1 1-1 0 0,0-1 1 0 0,0 0 0 0 0,1 1 0 0 0,-1-1 0 0 0,-1 1 0 0 0,2 3 0 0 0,1 6 8 0 0,-1 1 1 0 0,0 0 0 0 0,-1 0 0 0 0,0 0 0 0 0,-1 0-1 0 0,0 0 1 0 0,-1 0 0 0 0,-6 24 0 0 0,-32 103 180 0 0,32-119-103 0 0,-24 65 213 0 0,15-44 229 0 0,-17 68-1 0 0,33-109-494 0 0,-1 0 1 0 0,1 0-1 0 0,0-1 1 0 0,0 1-1 0 0,0 0 0 0 0,-1 0 1 0 0,1 0-1 0 0,0 0 1 0 0,0 0-1 0 0,0 0 1 0 0,0 0-1 0 0,0 0 0 0 0,0-1 1 0 0,1 1-1 0 0,-1 0 1 0 0,0 0-1 0 0,0 0 0 0 0,1 0 1 0 0,-1 0-1 0 0,0-1 1 0 0,1 1-1 0 0,-1 0 1 0 0,1 0-1 0 0,-1 0 0 0 0,2 0 1 0 0,-1-1-14 0 0,-1 1 0 0 0,1-1 0 0 0,0 0 0 0 0,0 0 0 0 0,0 0-1 0 0,0 0 1 0 0,0 0 0 0 0,0 0 0 0 0,0 0 0 0 0,0 0 0 0 0,0 0 0 0 0,0 0 0 0 0,0-1 0 0 0,0 1 0 0 0,0 0 0 0 0,0-1 0 0 0,0 1 0 0 0,1-2 0 0 0,7-2-140 0 0,-1-1 1 0 0,0-1-1 0 0,10-9 1 0 0,149-153-1922 0 0,-37 32 1183 0 0,-66 74 403 0 0,-17 14-612 0 0,93-70 1 0 0,-139 117 1020 0 0,1-1 1 0 0,0 1-1 0 0,0 0 0 0 0,0 0 1 0 0,1 0-1 0 0,-1 0 1 0 0,0 0-1 0 0,0 0 0 0 0,1 0 1 0 0,-1 1-1 0 0,4-1 1 0 0,-5 1 53 0 0,-1 0 0 0 0,0 0 0 0 0,1 0 1 0 0,-1 0-1 0 0,0 0 0 0 0,1 0 0 0 0,-1 0 0 0 0,0 1 1 0 0,1-1-1 0 0,-1 0 0 0 0,0 0 0 0 0,1 0 0 0 0,-1 0 1 0 0,0 1-1 0 0,0-1 0 0 0,1 0 0 0 0,-1 0 0 0 0,0 1 1 0 0,0-1-1 0 0,0 0 0 0 0,1 0 0 0 0,-1 1 1 0 0,0-1-1 0 0,0 0 0 0 0,0 1 0 0 0,0-1 0 0 0,1 0 1 0 0,-1 0-1 0 0,0 1 0 0 0,-4 18-106 0 0,-12 15 460 0 0,-1-2-1 0 0,-2 0 1 0 0,-37 48-1 0 0,20-29 138 0 0,-61 77 1528 0 0,-128 131 0 0 0,33-42 367 0 0,186-210-2191 0 0,-8 9-266 0 0,24-34-1251 0 0,11-14 199 0 0,55-79-800 0 0,-63 95 1893 0 0,0 0-1 0 0,2 0 1 0 0,0 1 0 0 0,23-17-1 0 0,-37 31 61 0 0,0 0 0 0 0,0 0 0 0 0,0 0 0 0 0,0 0-1 0 0,0 1 1 0 0,1-1 0 0 0,-1 0 0 0 0,0 1 0 0 0,0-1 0 0 0,1 1 0 0 0,-1-1 0 0 0,0 1-1 0 0,1-1 1 0 0,-1 1 0 0 0,0 0 0 0 0,1 0 0 0 0,-1 0 0 0 0,3 0 0 0 0,-4 0 27 0 0,1 1 0 0 0,-1-1 1 0 0,1 1-1 0 0,-1-1 1 0 0,1 1-1 0 0,-1-1 1 0 0,1 1-1 0 0,-1-1 0 0 0,0 1 1 0 0,1-1-1 0 0,-1 1 1 0 0,0 0-1 0 0,0-1 1 0 0,0 1-1 0 0,1 0 0 0 0,-1-1 1 0 0,0 1-1 0 0,0 0 1 0 0,0-1-1 0 0,0 1 1 0 0,0 0-1 0 0,0-1 0 0 0,0 1 1 0 0,0 0-1 0 0,-1 1 1 0 0,-1 8 400 0 0,0 0 1 0 0,-1 0-1 0 0,-5 14 1 0 0,-66 144 1413 0 0,40-97-2010 0 0,-29 88 1 0 0,60-148-314 0 0,0 1 1 0 0,0 1 0 0 0,-1 16-1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5.4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853 17 6913 0 0,'-7'-3'14'0'0,"1"1"-1"0"0,-1-1 1 0 0,1 1-1 0 0,-1 0 1 0 0,0 1-1 0 0,0-1 0 0 0,0 1 1 0 0,0 1-1 0 0,0-1 1 0 0,0 1-1 0 0,-13 2 1 0 0,-8 1 130 0 0,-41 10 1 0 0,45-6 37 0 0,0 1 1 0 0,0 1-1 0 0,1 1 0 0 0,1 1 0 0 0,-1 1 1 0 0,2 1-1 0 0,0 1 0 0 0,0 1 0 0 0,2 0 1 0 0,-27 27-1 0 0,-13 21 481 0 0,-87 121 0 0 0,72-86-429 0 0,50-69-149 0 0,9-11 59 0 0,0 0-1 0 0,1 1 0 0 0,2 1 0 0 0,-16 30 1 0 0,27-49-124 0 0,0 0 0 0 0,1 1 0 0 0,-1-1 1 0 0,0 1-1 0 0,1-1 0 0 0,0 1 1 0 0,-1-1-1 0 0,1 1 0 0 0,0 0 1 0 0,-1-1-1 0 0,1 1 0 0 0,0-1 1 0 0,0 1-1 0 0,0-1 0 0 0,0 1 1 0 0,1 0-1 0 0,-1-1 0 0 0,0 1 1 0 0,1-1-1 0 0,0 3 0 0 0,0-3-25 0 0,0 0-1 0 0,0 0 0 0 0,0-1 0 0 0,0 1 1 0 0,0 0-1 0 0,0-1 0 0 0,0 1 1 0 0,0-1-1 0 0,0 1 0 0 0,0-1 1 0 0,0 0-1 0 0,0 1 0 0 0,1-1 0 0 0,-1 0 1 0 0,0 0-1 0 0,0 0 0 0 0,0 0 1 0 0,0 0-1 0 0,0 0 0 0 0,1 0 1 0 0,0 0-1 0 0,5-1-111 0 0,0-1-1 0 0,0 1 1 0 0,0-1 0 0 0,0-1 0 0 0,-1 1 0 0 0,1-1 0 0 0,10-6-1 0 0,36-31 145 0 0,-1-2-1 0 0,87-93 0 0 0,-11 9-1253 0 0,-97 97 741 0 0,-19 16 279 0 0,1 1 1 0 0,0 0-1 0 0,1 1 1 0 0,1 0-1 0 0,30-16 0 0 0,-44 27 200 0 0,-1-1 0 0 0,1 1 0 0 0,-1 0 0 0 0,1-1 0 0 0,-1 1 0 0 0,1 0 0 0 0,0 0 0 0 0,-1 0 0 0 0,1-1 0 0 0,0 1 0 0 0,-1 0 0 0 0,1 0 0 0 0,-1 0 0 0 0,1 0 0 0 0,0 0 0 0 0,-1 0 1 0 0,1 0-1 0 0,0 0 0 0 0,-1 1 0 0 0,1-1 0 0 0,-1 0 0 0 0,1 0 0 0 0,0 0 0 0 0,-1 1 0 0 0,1-1 0 0 0,-1 0 0 0 0,1 1 0 0 0,-1-1 0 0 0,1 0 0 0 0,-1 1 0 0 0,1-1 0 0 0,-1 1 0 0 0,1-1 0 0 0,-1 1 0 0 0,0-1 0 0 0,1 1 0 0 0,-1-1 0 0 0,0 1 0 0 0,1-1 0 0 0,-1 1 0 0 0,0-1 0 0 0,0 1 0 0 0,0 0 0 0 0,1-1 0 0 0,-1 1 0 0 0,0-1 0 0 0,0 1 0 0 0,0 0 0 0 0,0-1 0 0 0,0 1 0 0 0,0 0 0 0 0,0-1 0 0 0,0 1 0 0 0,0-1 0 0 0,0 1 0 0 0,-1 1 0 0 0,-7 40 353 0 0,7-39-336 0 0,-16 48 656 0 0,-3-2 1 0 0,-2 0 0 0 0,-33 55-1 0 0,15-29-117 0 0,7-13-64 0 0,11-24-80 0 0,2 1-1 0 0,1 1 0 0 0,2 1 0 0 0,-11 43 0 0 0,27-82-363 0 0,1 1 0 0 0,-1-1 0 0 0,0 0 0 0 0,1 0 1 0 0,0 0-1 0 0,-1 1 0 0 0,1-1 0 0 0,0 0 0 0 0,0 0 0 0 0,0 1 0 0 0,1-1 1 0 0,-1 0-1 0 0,0 0 0 0 0,1 0 0 0 0,0 1 0 0 0,-1-1 0 0 0,1 0 0 0 0,0 0 0 0 0,0 0 1 0 0,0 0-1 0 0,0 0 0 0 0,0 0 0 0 0,1-1 0 0 0,-1 1 0 0 0,3 2 0 0 0,-2-3-58 0 0,1 0 0 0 0,0 0 0 0 0,-1 0-1 0 0,1 0 1 0 0,0 0 0 0 0,0-1-1 0 0,-1 1 1 0 0,1-1 0 0 0,0 1 0 0 0,0-1-1 0 0,0 0 1 0 0,0-1 0 0 0,0 1 0 0 0,0 0-1 0 0,-1-1 1 0 0,1 1 0 0 0,0-1 0 0 0,0 0-1 0 0,3-2 1 0 0,25-8-620 0 0,-1-2-1 0 0,0-1 1 0 0,33-22 0 0 0,78-60-809 0 0,-139 94 1425 0 0,1 0 1 0 0,-1 1 0 0 0,1-1-1 0 0,0 0 1 0 0,-1 1 0 0 0,1 0-1 0 0,0-1 1 0 0,0 1-1 0 0,0 0 1 0 0,6-1 0 0 0,-9 2 20 0 0,1 0 0 0 0,0 0 0 0 0,-1 1-1 0 0,1-1 1 0 0,-1 0 0 0 0,1 0 0 0 0,-1 0 0 0 0,1 0 0 0 0,0 1 0 0 0,-1-1 0 0 0,1 0 0 0 0,-1 0 0 0 0,1 1 0 0 0,-1-1 0 0 0,1 0 0 0 0,-1 1-1 0 0,0-1 1 0 0,1 1 0 0 0,-1-1 0 0 0,1 1 0 0 0,-1-1 0 0 0,1 1 0 0 0,3 23 155 0 0,-5 0 192 0 0,-1-1 0 0 0,-1 0 0 0 0,-1 1 0 0 0,-13 40 0 0 0,-42 92 1956 0 0,36-101-1359 0 0,14-33-484 0 0,5-13-229 0 0,0-1-1 0 0,0 1 0 0 0,1 0 1 0 0,0 0-1 0 0,1 0 0 0 0,0 0 1 0 0,0 0-1 0 0,1 0 0 0 0,-1 17 1 0 0,3-25-197 0 0,-1 0 1 0 0,0 0 0 0 0,0 0 0 0 0,1 0 0 0 0,-1 0 0 0 0,0 0-1 0 0,1 0 1 0 0,-1 0 0 0 0,1 0 0 0 0,-1 0 0 0 0,1 0-1 0 0,0 0 1 0 0,-1 0 0 0 0,1 0 0 0 0,0-1 0 0 0,0 1 0 0 0,-1 0-1 0 0,1 0 1 0 0,0-1 0 0 0,0 1 0 0 0,0-1 0 0 0,0 1 0 0 0,0-1-1 0 0,0 1 1 0 0,0-1 0 0 0,1 1 0 0 0,1 0-28 0 0,1-1 0 0 0,-1 0 0 0 0,0 1 1 0 0,0-1-1 0 0,0 0 0 0 0,1-1 0 0 0,-1 1 1 0 0,0 0-1 0 0,4-2 0 0 0,5-1-503 0 0,1-2 1 0 0,-1 1 0 0 0,17-10-1 0 0,4-4-3825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6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349 134 5985 0 0,'-27'69'592'0'0,"-18"74"-1"0"0,17-53-412 0 0,14-46-63 0 0,-220 597 3943 0 0,249-667-3634 0 0,23-41-1010 0 0,106-250-1949 0 0,-23-11-1253 0 0,-42 111 2707 0 0,-74 201 1112 0 0,28-63 633 0 0,-30 72-583 0 0,1 0 1 0 0,0 1 0 0 0,0 0 0 0 0,0-1-1 0 0,1 2 1 0 0,0-1 0 0 0,0 0 0 0 0,11-8-1 0 0,-15 13-25 0 0,0 1-1 0 0,0-1 0 0 0,0 0 1 0 0,0 1-1 0 0,0-1 0 0 0,0 1 0 0 0,1-1 1 0 0,-1 1-1 0 0,0 0 0 0 0,0-1 1 0 0,1 1-1 0 0,-1 0 0 0 0,0 0 0 0 0,1 0 1 0 0,-1 0-1 0 0,0 0 0 0 0,0 0 0 0 0,1 0 1 0 0,-1 0-1 0 0,0 1 0 0 0,1-1 1 0 0,-1 0-1 0 0,0 1 0 0 0,0-1 0 0 0,0 1 1 0 0,1 0-1 0 0,-1-1 0 0 0,0 1 1 0 0,0 0-1 0 0,0-1 0 0 0,0 1 0 0 0,0 0 1 0 0,0 0-1 0 0,0 0 0 0 0,-1 0 0 0 0,1 0 1 0 0,0 0-1 0 0,0 0 0 0 0,0 2 1 0 0,3 4 249 0 0,0 0 1 0 0,0 1 0 0 0,0-1 0 0 0,3 15-1 0 0,3 14 166 0 0,-1 1-1 0 0,-2 0 1 0 0,-2 1 0 0 0,1 46-1 0 0,-10 155 733 0 0,-2-87-598 0 0,6-122-525 0 0,-2 0 48 0 0,6 51 0 0 0,-3-74-100 0 0,0-1 1 0 0,0 0 0 0 0,0 0-1 0 0,1 1 1 0 0,-1-1 0 0 0,2 0 0 0 0,-1-1-1 0 0,1 1 1 0 0,0 0 0 0 0,0-1-1 0 0,0 1 1 0 0,1-1 0 0 0,0 0-1 0 0,5 6 1 0 0,-6-9-51 0 0,-1 0 0 0 0,1 0 0 0 0,-1-1 0 0 0,1 1 0 0 0,0 0 0 0 0,0-1 0 0 0,0 0 0 0 0,0 1-1 0 0,0-1 1 0 0,0-1 0 0 0,0 1 0 0 0,0 0 0 0 0,0-1 0 0 0,0 1 0 0 0,0-1 0 0 0,0 0 0 0 0,5 0 0 0 0,-2-1-63 0 0,0-1 0 0 0,-1 1-1 0 0,1-1 1 0 0,-1 0 0 0 0,1 0 0 0 0,-1 0 0 0 0,0-1 0 0 0,10-6 0 0 0,2-4-291 0 0,-1-1 0 0 0,0 0-1 0 0,28-34 1 0 0,6-16 7 0 0,-4-2-1 0 0,62-116 0 0 0,-57 92 661 0 0,-48 85-233 0 0,2-4 111 0 0,0 0 0 0 0,0 1 0 0 0,0-1 0 0 0,1 1 0 0 0,0 0 0 0 0,1 1 0 0 0,0 0 0 0 0,0 0 0 0 0,16-12 0 0 0,-21 18-110 0 0,-1 0 1 0 0,0 1 0 0 0,0-1-1 0 0,0 1 1 0 0,1-1 0 0 0,-1 1-1 0 0,0 0 1 0 0,1-1 0 0 0,-1 1-1 0 0,0 0 1 0 0,1 0 0 0 0,-1 0-1 0 0,0 0 1 0 0,1 0 0 0 0,-1 0 0 0 0,0 0-1 0 0,1 1 1 0 0,-1-1 0 0 0,0 0-1 0 0,1 1 1 0 0,-1-1 0 0 0,0 1-1 0 0,0-1 1 0 0,3 2 0 0 0,-2 1-9 0 0,1-1 0 0 0,-1 0 0 0 0,0 0 0 0 0,0 1 0 0 0,0-1 0 0 0,0 1 0 0 0,-1 0 0 0 0,1 0 0 0 0,-1 0 0 0 0,2 3 0 0 0,2 8 62 0 0,0 1 0 0 0,-2-1-1 0 0,4 21 1 0 0,0 38 466 0 0,-6-51-336 0 0,1 1-1 0 0,1-1 0 0 0,1 0 0 0 0,10 31 1 0 0,-14-52-228 0 0,1 1 1 0 0,0 0 0 0 0,-1-1-1 0 0,1 1 1 0 0,0 0 0 0 0,0-1-1 0 0,0 1 1 0 0,0-1 0 0 0,0 1-1 0 0,1-1 1 0 0,-1 0 0 0 0,0 1-1 0 0,1-1 1 0 0,-1 0 0 0 0,1 0-1 0 0,-1 0 1 0 0,1 0 0 0 0,-1 0-1 0 0,1 0 1 0 0,0-1 0 0 0,-1 1-1 0 0,4 0 1 0 0,-2 0-105 0 0,0-1 1 0 0,0 0-1 0 0,1 0 1 0 0,-1 0-1 0 0,0-1 0 0 0,0 1 1 0 0,0-1-1 0 0,0 0 0 0 0,0 0 1 0 0,0 0-1 0 0,0 0 0 0 0,3-2 1 0 0,4-2-355 0 0,0-1 0 0 0,0 0 1 0 0,0-1-1 0 0,-1 0 0 0 0,0-1 1 0 0,9-10-1 0 0,22-15 1233 0 0,-33 26-791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6.9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360 0 6913 0 0,'-92'120'2341'0'0,"-130"220"-1"0"0,214-327-2099 0 0,-20 42 394 0 0,26-51-591 0 0,0-1-1 0 0,1 1 1 0 0,0 0-1 0 0,0 0 1 0 0,0 1 0 0 0,0-1-1 0 0,1 0 1 0 0,-1 0 0 0 0,1 0-1 0 0,0 1 1 0 0,1 4-1 0 0,-1-8-55 0 0,0 0 0 0 0,0 0 0 0 0,1 0 0 0 0,-1 0 0 0 0,0 0-1 0 0,1 0 1 0 0,-1 0 0 0 0,1 0 0 0 0,-1 0 0 0 0,1 0 0 0 0,-1 0 0 0 0,1 0-1 0 0,0 0 1 0 0,-1 0 0 0 0,1-1 0 0 0,0 1 0 0 0,0 0 0 0 0,0-1-1 0 0,-1 1 1 0 0,1 0 0 0 0,0-1 0 0 0,0 1 0 0 0,0-1 0 0 0,0 1-1 0 0,0-1 1 0 0,2 1 0 0 0,0-1-48 0 0,-1 0-1 0 0,1 0 1 0 0,0 0-1 0 0,0 0 1 0 0,-1 0-1 0 0,1 0 1 0 0,0-1-1 0 0,0 0 1 0 0,-1 1-1 0 0,4-3 1 0 0,5-1-296 0 0,0-1 1 0 0,-1-1 0 0 0,19-12-1 0 0,-4-2-182 0 0,37-39 0 0 0,-49 44 571 0 0,1 0 1 0 0,1 1-1 0 0,0 1 1 0 0,1 1 0 0 0,0 0-1 0 0,1 1 1 0 0,24-12-1 0 0,-40 22-16 0 0,1 1 0 0 0,-1-1 0 0 0,0 1 0 0 0,1-1 0 0 0,-1 1 0 0 0,1-1 1 0 0,-1 1-1 0 0,1 0 0 0 0,-1-1 0 0 0,1 1 0 0 0,-1 0 0 0 0,1 0 0 0 0,-1 0 0 0 0,1 0 0 0 0,-1 1 0 0 0,1-1 0 0 0,-1 0 0 0 0,1 1 0 0 0,-1-1 0 0 0,1 1 0 0 0,-1-1 1 0 0,0 1-1 0 0,1-1 0 0 0,1 3 0 0 0,-2-2 24 0 0,1 1 0 0 0,-1 0 1 0 0,0 0-1 0 0,0-1 0 0 0,0 1 0 0 0,0 0 1 0 0,0 0-1 0 0,0 0 0 0 0,-1 0 1 0 0,1 0-1 0 0,-1 1 0 0 0,1-1 1 0 0,-1 0-1 0 0,0 0 0 0 0,0 3 0 0 0,0 8 176 0 0,-1 0-1 0 0,0 0 0 0 0,-1-1 0 0 0,-6 21 1 0 0,-7 14 489 0 0,-30 62 0 0 0,9-24 102 0 0,35-84-791 0 0,1 1 1 0 0,-1-1-1 0 0,0 0 1 0 0,1 1-1 0 0,-1-1 0 0 0,1 0 1 0 0,0 1-1 0 0,-1-1 0 0 0,1 1 1 0 0,0-1-1 0 0,0 1 1 0 0,0-1-1 0 0,0 1 0 0 0,0-1 1 0 0,0 0-1 0 0,0 1 0 0 0,1-1 1 0 0,-1 1-1 0 0,0-1 0 0 0,1 1 1 0 0,0 1-1 0 0,0-2-11 0 0,0 0 0 0 0,0-1 0 0 0,0 1-1 0 0,0-1 1 0 0,0 1 0 0 0,0-1 0 0 0,1 1 0 0 0,-1-1 0 0 0,0 0-1 0 0,0 0 1 0 0,0 1 0 0 0,0-1 0 0 0,0 0 0 0 0,0 0-1 0 0,1 0 1 0 0,-1 0 0 0 0,0 0 0 0 0,0-1 0 0 0,0 1-1 0 0,2-1 1 0 0,9-2-58 0 0,-1-1 0 0 0,0 0 0 0 0,20-11 0 0 0,122-82-3227 0 0,-88 49-912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7.1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596 0 2761 0 0,'1'2'45'0'0,"1"0"1"0"0,-1 0 0 0 0,0 0-1 0 0,0 0 1 0 0,0 0 0 0 0,0 0-1 0 0,0 0 1 0 0,0 1 0 0 0,0-1-1 0 0,-1 0 1 0 0,1 0 0 0 0,-1 1-1 0 0,0-1 1 0 0,1 0-1 0 0,-1 1 1 0 0,0-1 0 0 0,-1 0-1 0 0,1 1 1 0 0,0-1 0 0 0,-2 4-1 0 0,-1 5 400 0 0,0 0 0 0 0,-2 0 0 0 0,-6 13 0 0 0,0 0-37 0 0,-33 70 1390 0 0,-5-2 0 0 0,-4-2 0 0 0,-3-2 1 0 0,-83 97-1 0 0,101-135-955 0 0,-38 69 1 0 0,48-69-1797 0 0,-33 83 0 0 0,54-113 870 0 0,-10 37 1 0 0,16-51-325 0 0,-1 0 1 0 0,1 0-1 0 0,1 0 1 0 0,-1 0 0 0 0,1 0-1 0 0,0 0 1 0 0,1 0-1 0 0,0 0 1 0 0,-1 0 0 0 0,2 1-1 0 0,1 5 1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7.9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202 155 6913 0 0,'-19'-117'1437'0'0,"19"117"-1410"0"0,0-1 0 0 0,0 1 1 0 0,0-1-1 0 0,0 1 0 0 0,0 0 1 0 0,0-1-1 0 0,0 1 0 0 0,0 0 1 0 0,0-1-1 0 0,0 1 0 0 0,0 0 1 0 0,-1-1-1 0 0,1 1 0 0 0,0 0 1 0 0,0-1-1 0 0,0 1 0 0 0,-1 0 1 0 0,1-1-1 0 0,0 1 0 0 0,0 0 1 0 0,-1-1-1 0 0,1 1 0 0 0,0 0 0 0 0,0 0 1 0 0,-1 0-1 0 0,1-1 0 0 0,0 1 1 0 0,-1 0-1 0 0,1 0 0 0 0,0 0 1 0 0,-1 0-1 0 0,1-1 0 0 0,-1 1 1 0 0,-8 10 394 0 0,-6 29-159 0 0,13-35-177 0 0,-113 345 834 0 0,107-327-848 0 0,1 1 0 0 0,1 0 0 0 0,2 0 0 0 0,0 1 0 0 0,-1 33 0 0 0,5-56-67 0 0,0 0-1 0 0,0 0 1 0 0,0 1 0 0 0,0-1-1 0 0,0 0 1 0 0,0 0-1 0 0,0 0 1 0 0,0 0-1 0 0,0 0 1 0 0,1 0-1 0 0,-1 0 1 0 0,1 0-1 0 0,-1 0 1 0 0,1 0-1 0 0,-1 0 1 0 0,1 0-1 0 0,-1 0 1 0 0,1 0-1 0 0,0 0 1 0 0,-1 0-1 0 0,1 0 1 0 0,0 0-1 0 0,0-1 1 0 0,0 1-1 0 0,0 0 1 0 0,0-1-1 0 0,2 2 1 0 0,-1-2-4 0 0,0 0 0 0 0,0 0-1 0 0,0 0 1 0 0,0 0 0 0 0,0 0 0 0 0,0 0 0 0 0,0 0 0 0 0,0-1-1 0 0,0 1 1 0 0,0-1 0 0 0,0 0 0 0 0,0 0 0 0 0,0 1 0 0 0,2-2-1 0 0,9-6-42 0 0,-1 0 0 0 0,1-1-1 0 0,12-11 1 0 0,-22 17 24 0 0,68-56-1335 0 0,-2-3 0 0 0,-4-4 0 0 0,-2-2 0 0 0,103-146 0 0 0,-159 203 1277 0 0,0-1 163 0 0,1 0 1 0 0,0 0 0 0 0,1 1-1 0 0,0 0 1 0 0,1 1 0 0 0,12-11-1 0 0,-21 21-28 0 0,-1-1 0 0 0,1 0 0 0 0,-1 1 0 0 0,1-1 0 0 0,-1 1 0 0 0,1 0 0 0 0,0-1-1 0 0,-1 1 1 0 0,1 0 0 0 0,0-1 0 0 0,0 1 0 0 0,-1 0 0 0 0,1 0 0 0 0,0-1 0 0 0,0 1-1 0 0,-1 0 1 0 0,1 0 0 0 0,0 0 0 0 0,0 0 0 0 0,-1 0 0 0 0,1 0 0 0 0,0 0 0 0 0,0 0-1 0 0,-1 0 1 0 0,1 1 0 0 0,0-1 0 0 0,0 0 0 0 0,-1 0 0 0 0,1 1 0 0 0,0-1 0 0 0,-1 0-1 0 0,2 2 1 0 0,0-1 47 0 0,-1 1 0 0 0,0 0 0 0 0,0 0 0 0 0,0 0 0 0 0,0 0 0 0 0,-1 0 0 0 0,1 0 0 0 0,0 0 0 0 0,-1 0 0 0 0,1 0 0 0 0,-1 0 0 0 0,0 2 0 0 0,1 11 403 0 0,0 0 1 0 0,-3 22 0 0 0,2-34-443 0 0,-6 38 911 0 0,-13 56-1 0 0,9-56-146 0 0,-4 52 0 0 0,13-90-792 0 0,1 1 0 0 0,0-1 0 0 0,0 1 0 0 0,0-1 0 0 0,0 1 0 0 0,1-1 0 0 0,-1 1 0 0 0,1-1 0 0 0,0 1 0 0 0,0-1 0 0 0,0 1 0 0 0,1-1 0 0 0,2 5-1 0 0,-3-7-52 0 0,0 0-1 0 0,0 0 0 0 0,0 0 0 0 0,0 0 0 0 0,0-1 1 0 0,1 1-1 0 0,-1 0 0 0 0,0 0 0 0 0,0-1 0 0 0,1 1 0 0 0,-1-1 1 0 0,1 1-1 0 0,-1-1 0 0 0,1 1 0 0 0,-1-1 0 0 0,0 0 1 0 0,1 0-1 0 0,-1 0 0 0 0,1 0 0 0 0,-1 0 0 0 0,1 0 0 0 0,-1 0 1 0 0,1 0-1 0 0,-1-1 0 0 0,1 1 0 0 0,-1-1 0 0 0,1 1 1 0 0,-1-1-1 0 0,0 1 0 0 0,1-1 0 0 0,-1 0 0 0 0,0 1 0 0 0,2-3 1 0 0,18-10-430 0 0,-1-1 0 0 0,-1 0 0 0 0,0-2 0 0 0,-1 0 0 0 0,-1-1 0 0 0,23-31 1 0 0,-17 22-346 0 0,51-47 1 0 0,-73 73 798 0 0,-1-1 1 0 0,1 0 0 0 0,0 1-1 0 0,-1-1 1 0 0,1 0-1 0 0,0 1 1 0 0,-1-1-1 0 0,1 1 1 0 0,0-1-1 0 0,0 1 1 0 0,-1-1-1 0 0,1 1 1 0 0,0 0 0 0 0,0-1-1 0 0,0 1 1 0 0,0 0-1 0 0,-1 0 1 0 0,1 0-1 0 0,0 0 1 0 0,0 0-1 0 0,0 0 1 0 0,0 0-1 0 0,0 0 1 0 0,0 0-1 0 0,-1 0 1 0 0,1 0 0 0 0,0 0-1 0 0,0 0 1 0 0,0 1-1 0 0,0-1 1 0 0,1 1-1 0 0,-1 0 42 0 0,0 1-1 0 0,0-1 0 0 0,0 1 1 0 0,-1 0-1 0 0,1-1 1 0 0,0 1-1 0 0,-1 0 0 0 0,1-1 1 0 0,-1 1-1 0 0,1 0 0 0 0,-1 0 1 0 0,0 0-1 0 0,0-1 1 0 0,1 3-1 0 0,-1 12 413 0 0,-1 0 1 0 0,-4 22-1 0 0,5-36-438 0 0,-14 72 917 0 0,-6 34 457 0 0,19-97-1264 0 0,0 0 0 0 0,1 1 0 0 0,0 0 0 0 0,1-1 0 0 0,0 1 0 0 0,1-1 0 0 0,3 12 1 0 0,-3-18-149 0 0,0 0 0 0 0,0-1 0 0 0,0 1 0 0 0,0-1 0 0 0,1 1 0 0 0,0-1 0 0 0,0 0 0 0 0,0 0 0 0 0,0 0 0 0 0,8 7 0 0 0,7 2-406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1:59.0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218 706 10594 0 0,'-10'-22'475'0'0,"1"-1"0"0"0,1 1 0 0 0,1-1 0 0 0,1-1 0 0 0,-5-39 0 0 0,3 16-323 0 0,-3-15 88 0 0,-10-44-22 0 0,14 119-701 0 0,0 13 210 0 0,-92 402-610 0 0,97-420 877 0 0,-1 4-3 0 0,0 0 0 0 0,1 0 0 0 0,0 0 1 0 0,1 0-1 0 0,0 0 0 0 0,1 0 0 0 0,2 15 1 0 0,-2-26 5 0 0,0 0 1 0 0,0 0 0 0 0,0 0-1 0 0,0-1 1 0 0,1 1 0 0 0,-1 0-1 0 0,0 0 1 0 0,1 0 0 0 0,-1 0-1 0 0,0-1 1 0 0,1 1 0 0 0,-1 0-1 0 0,1 0 1 0 0,-1-1 0 0 0,1 1-1 0 0,0 0 1 0 0,-1-1 0 0 0,1 1-1 0 0,0-1 1 0 0,-1 1 0 0 0,1 0-1 0 0,0-1 1 0 0,0 0 0 0 0,-1 1-1 0 0,1-1 1 0 0,0 1 0 0 0,0-1-1 0 0,0 0 1 0 0,1 1 0 0 0,0-2-11 0 0,0 1 0 0 0,0 0 0 0 0,0 0 0 0 0,0-1 1 0 0,0 1-1 0 0,0-1 0 0 0,0 0 0 0 0,0 0 1 0 0,0 0-1 0 0,0 0 0 0 0,0 0 0 0 0,2-1 1 0 0,6-6-106 0 0,1-1 1 0 0,17-18 0 0 0,-27 26 109 0 0,76-89-972 0 0,-3-2 1 0 0,-5-4 0 0 0,91-166 0 0 0,-149 243 812 0 0,58-96-569 0 0,-58 99 657 0 0,2-1-1 0 0,0 2 1 0 0,0 0 0 0 0,25-21 0 0 0,-36 34 101 0 0,0 0-1 0 0,1 0 1 0 0,-1 1 0 0 0,0-1 0 0 0,1 1 0 0 0,0-1 0 0 0,-1 1-1 0 0,1 0 1 0 0,0 0 0 0 0,0 0 0 0 0,0 0 0 0 0,-1 0 0 0 0,1 1 0 0 0,0-1-1 0 0,5 1 1 0 0,-6 0 6 0 0,0 1-1 0 0,0-1 0 0 0,-1 1 0 0 0,1 0 1 0 0,0 0-1 0 0,-1-1 0 0 0,1 1 1 0 0,0 1-1 0 0,-1-1 0 0 0,1 0 0 0 0,-1 0 1 0 0,0 0-1 0 0,1 1 0 0 0,-1-1 1 0 0,0 1-1 0 0,0-1 0 0 0,0 1 0 0 0,0-1 1 0 0,0 1-1 0 0,0 0 0 0 0,0-1 0 0 0,-1 1 1 0 0,1 0-1 0 0,-1 0 0 0 0,1 2 1 0 0,4 14 247 0 0,-1 0 1 0 0,0 0 0 0 0,-2 1 0 0 0,0-1-1 0 0,-2 29 1 0 0,-11 96 1361 0 0,5-87-873 0 0,4-41-522 0 0,1-8-66 0 0,0 0 0 0 0,0 0 1 0 0,1 0-1 0 0,0 0 1 0 0,0 0-1 0 0,0 0 1 0 0,1 0-1 0 0,0 0 0 0 0,3 7 1 0 0,-4-13-145 0 0,1 0 1 0 0,-1 0-1 0 0,1 0 1 0 0,0 0-1 0 0,-1-1 0 0 0,1 1 1 0 0,0 0-1 0 0,-1 0 1 0 0,1-1-1 0 0,0 1 1 0 0,0-1-1 0 0,0 1 0 0 0,-1-1 1 0 0,1 1-1 0 0,0-1 1 0 0,0 1-1 0 0,0-1 0 0 0,0 0 1 0 0,0 1-1 0 0,0-1 1 0 0,0 0-1 0 0,0 0 1 0 0,0 0-1 0 0,0 0 0 0 0,0 0 1 0 0,0 0-1 0 0,0 0 1 0 0,0 0-1 0 0,0 0 0 0 0,0 0 1 0 0,0-1-1 0 0,0 1 1 0 0,0 0-1 0 0,0-1 1 0 0,0 1-1 0 0,1-1 0 0 0,35-19 206 0 0,-36 19-245 0 0,27-20-282 0 0,0-1 1 0 0,-2-2-1 0 0,43-47 1 0 0,62-94-2281 0 0,-88 108 1361 0 0,-14 17 241 0 0,-17 22 531 0 0,0 2 0 0 0,1-1-1 0 0,1 2 1 0 0,0 0 0 0 0,21-18-1 0 0,-34 32 437 0 0,0 0 0 0 0,1 0 0 0 0,-1 0 0 0 0,0 0-1 0 0,0 0 1 0 0,0 0 0 0 0,1 1 0 0 0,-1-1-1 0 0,0 0 1 0 0,0 1 0 0 0,1-1 0 0 0,-1 1 0 0 0,1 0-1 0 0,-1-1 1 0 0,0 1 0 0 0,1 0 0 0 0,-1 0-1 0 0,1 0 1 0 0,-1 0 0 0 0,1 0 0 0 0,-1 0 0 0 0,1 0-1 0 0,-1 0 1 0 0,0 1 0 0 0,1-1 0 0 0,-1 1 0 0 0,1-1-1 0 0,-1 1 1 0 0,0-1 0 0 0,1 1 0 0 0,-1 0-1 0 0,0-1 1 0 0,0 1 0 0 0,0 0 0 0 0,0 0 0 0 0,1 0-1 0 0,-1 0 1 0 0,0 0 0 0 0,-1 0 0 0 0,1 0-1 0 0,0 1 1 0 0,0-1 0 0 0,0 0 0 0 0,-1 0 0 0 0,1 1-1 0 0,-1-1 1 0 0,1 0 0 0 0,-1 1 0 0 0,1 2 0 0 0,3 8 291 0 0,-1-1 0 0 0,-1 1 0 0 0,0 0 0 0 0,0 21 0 0 0,-3 13 634 0 0,-1 1 0 0 0,-3 0 0 0 0,-12 53 0 0 0,-7 60 1628 0 0,23-156-2433 0 0,1 1 0 0 0,0-1 0 0 0,0 1-1 0 0,0-1 1 0 0,0 1 0 0 0,1-1 0 0 0,0 1 0 0 0,0-1 0 0 0,0 0-1 0 0,0 1 1 0 0,1-1 0 0 0,-1 0 0 0 0,1 0 0 0 0,0 0 0 0 0,1 0 0 0 0,-1 0-1 0 0,3 3 1 0 0,-2-4-87 0 0,0-1 1 0 0,0 1-1 0 0,0-1 0 0 0,0 0 0 0 0,1 0 0 0 0,-1-1 0 0 0,0 1 1 0 0,1-1-1 0 0,-1 1 0 0 0,1-1 0 0 0,0 0 0 0 0,-1 0 1 0 0,1-1-1 0 0,0 1 0 0 0,0-1 0 0 0,-1 0 0 0 0,1 0 0 0 0,0 0 1 0 0,0 0-1 0 0,5-2 0 0 0,1 0-196 0 0,0 0 0 0 0,0 0 0 0 0,0-2 0 0 0,0 1 0 0 0,-1-1 0 0 0,1 0 0 0 0,-1-1-1 0 0,0 0 1 0 0,0-1 0 0 0,-1 0 0 0 0,12-10 0 0 0,5-8-754 0 0,0-1 0 0 0,22-31 0 0 0,-25 28-368 0 0,39-36-1 0 0,-59 62 1250 0 0,0 0 0 0 0,0 1 0 0 0,0-1 0 0 0,0 0 0 0 0,0 1 0 0 0,0 0 0 0 0,0-1 0 0 0,1 1 0 0 0,-1 0-1 0 0,0 0 1 0 0,1 1 0 0 0,-1-1 0 0 0,1 0 0 0 0,-1 1 0 0 0,1 0 0 0 0,3-1 0 0 0,-4 1 56 0 0,-1 1 1 0 0,0-1-1 0 0,1 1 0 0 0,-1-1 1 0 0,0 1-1 0 0,1 0 0 0 0,-1 0 1 0 0,0-1-1 0 0,0 1 0 0 0,1 0 0 0 0,-1 0 1 0 0,0 0-1 0 0,0 0 0 0 0,0 0 1 0 0,0 1-1 0 0,0-1 0 0 0,-1 0 1 0 0,1 0-1 0 0,0 1 0 0 0,-1-1 1 0 0,1 0-1 0 0,0 1 0 0 0,-1-1 1 0 0,0 1-1 0 0,1-1 0 0 0,-1 0 0 0 0,0 1 1 0 0,1 2-1 0 0,1 22 396 0 0,-1 0 1 0 0,0 0-1 0 0,-2 0 1 0 0,-1 0-1 0 0,-11 50 0 0 0,-2 26-657 0 0,13-63 81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0.0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47 369 12899 0 0,'-25'17'1339'0'0,"4"5"-1081"0"0,21-17-879 0 0,11-11 154 0 0,99-94-1076 0 0,-59 52 499 0 0,106-78 0 0 0,-117 100 580 0 0,57-37-623 0 0,-83 55 908 0 0,1 1 0 0 0,0 0 0 0 0,0 1 0 0 0,29-7 0 0 0,-42 12 192 0 0,-1 1 0 0 0,1-1 0 0 0,0 1 1 0 0,-1 0-1 0 0,1-1 0 0 0,0 1 0 0 0,-1 0 0 0 0,1 0 0 0 0,0 0 1 0 0,-1 1-1 0 0,1-1 0 0 0,-1 0 0 0 0,1 1 0 0 0,0-1 0 0 0,-1 1 0 0 0,1-1 1 0 0,-1 1-1 0 0,1-1 0 0 0,-1 1 0 0 0,3 2 0 0 0,-3-2 32 0 0,0 0-1 0 0,0 1 1 0 0,0-1-1 0 0,-1 0 1 0 0,1 1-1 0 0,0-1 1 0 0,-1 1-1 0 0,1-1 1 0 0,-1 1-1 0 0,1-1 0 0 0,-1 1 1 0 0,0-1-1 0 0,0 1 1 0 0,1-1-1 0 0,-1 1 1 0 0,0 0-1 0 0,-1 1 1 0 0,0 7 198 0 0,-1 0 0 0 0,0 0 0 0 0,-1 0 0 0 0,0 0 0 0 0,-6 11 0 0 0,-16 29 305 0 0,-2-1 0 0 0,-2-1-1 0 0,-37 44 1 0 0,-33 56 430 0 0,98-147-961 0 0,0 0 1 0 0,0 0-1 0 0,1 0 1 0 0,-1 0-1 0 0,0 0 1 0 0,1 0-1 0 0,-1 0 1 0 0,1 0-1 0 0,-1 1 1 0 0,1-1-1 0 0,0 0 1 0 0,-1 0-1 0 0,1 1 1 0 0,0-1-1 0 0,0 0 1 0 0,0 0-1 0 0,0 1 1 0 0,0-1-1 0 0,0 0 1 0 0,0 0-1 0 0,0 1 1 0 0,1 1-1 0 0,0-3-22 0 0,0 1 0 0 0,-1-1 0 0 0,1 1 0 0 0,0-1 0 0 0,0 1 0 0 0,0-1 0 0 0,0 0 0 0 0,0 1 0 0 0,0-1-1 0 0,0 0 1 0 0,0 0 0 0 0,0 0 0 0 0,0 0 0 0 0,-1 0 0 0 0,1 0 0 0 0,0 0 0 0 0,0 0 0 0 0,0 0 0 0 0,0 0 0 0 0,0 0 0 0 0,2-1-1 0 0,7-1-267 0 0,0-1 0 0 0,0-1 0 0 0,18-9 0 0 0,-1-3-578 0 0,0-1 0 0 0,-2-2 0 0 0,25-22-1 0 0,29-22-1720 0 0,-79 63 2554 0 0,1-1 0 0 0,-1 1 1 0 0,0-1-1 0 0,1 1 0 0 0,-1-1 0 0 0,1 1 0 0 0,-1 0 0 0 0,1-1 1 0 0,-1 1-1 0 0,1 0 0 0 0,0-1 0 0 0,-1 1 0 0 0,1 0 0 0 0,-1 0 1 0 0,1-1-1 0 0,0 1 0 0 0,-1 0 0 0 0,1 0 0 0 0,-1 0 0 0 0,1 0 1 0 0,0 0-1 0 0,-1 0 0 0 0,1 0 0 0 0,0 0 0 0 0,-1 0 0 0 0,1 0 1 0 0,0 1-1 0 0,-3 14 145 0 0,-21 29 612 0 0,21-40-705 0 0,-237 350 6868 0 0,238-354-6857 0 0,0 1 0 0 0,0 0-1 0 0,0 0 1 0 0,1 0 0 0 0,-1 0 0 0 0,0 0 0 0 0,0 0-1 0 0,1 0 1 0 0,-1 0 0 0 0,1 0 0 0 0,-1 0 0 0 0,1 0 0 0 0,-1 0-1 0 0,1 0 1 0 0,0 0 0 0 0,-1 1 0 0 0,1-1 0 0 0,0 0-1 0 0,0 0 1 0 0,0 0 0 0 0,0 1 0 0 0,0-1 0 0 0,0 0 0 0 0,0 0-1 0 0,0 0 1 0 0,1 0 0 0 0,-1 1 0 0 0,0-1 0 0 0,1 0-1 0 0,-1 0 1 0 0,2 2 0 0 0,0-2-1 0 0,-1 0 1 0 0,1 0-1 0 0,0 0 1 0 0,1 0-1 0 0,-1-1 0 0 0,0 1 1 0 0,0 0-1 0 0,0-1 0 0 0,0 1 1 0 0,0-1-1 0 0,1 0 1 0 0,-1 0-1 0 0,0 0 0 0 0,0 0 1 0 0,1 0-1 0 0,2-1 0 0 0,16-3-373 0 0,1-1-1 0 0,-1-1 0 0 0,-1-1 0 0 0,1 0 1 0 0,-1-2-1 0 0,0 0 0 0 0,19-13 0 0 0,47-21-1814 0 0,-84 42 2114 0 0,-1 0 0 0 0,1 0 0 0 0,-1 1 0 0 0,1-1 1 0 0,-1 1-1 0 0,1-1 0 0 0,0 1 0 0 0,0 0 0 0 0,-1-1 0 0 0,1 1 0 0 0,0 0 0 0 0,-1 0 0 0 0,1 0 1 0 0,0 0-1 0 0,0 0 0 0 0,-1 1 0 0 0,4 0 0 0 0,-4 0 46 0 0,-1-1-1 0 0,1 1 0 0 0,0-1 1 0 0,-1 1-1 0 0,1 0 1 0 0,-1 0-1 0 0,1-1 1 0 0,-1 1-1 0 0,0 0 1 0 0,1 0-1 0 0,-1 0 1 0 0,0-1-1 0 0,1 1 0 0 0,-1 0 1 0 0,0 0-1 0 0,0 0 1 0 0,0 0-1 0 0,0 0 1 0 0,0-1-1 0 0,0 1 1 0 0,0 0-1 0 0,0 0 1 0 0,0 0-1 0 0,0 1 0 0 0,-3 9 303 0 0,0-1 0 0 0,0 1 0 0 0,-1-1-1 0 0,-6 12 1 0 0,6-14-160 0 0,-59 119 2368 0 0,38-80-1664 0 0,2 0 1 0 0,-26 77-1 0 0,42-92-1424 0 0,5 1-3584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1.0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680 0 12443 0 0,'-10'3'339'0'0,"0"1"-1"0"0,0-1 1 0 0,0 2 0 0 0,1-1 0 0 0,0 1 0 0 0,0 1 0 0 0,0 0 0 0 0,-14 12 0 0 0,-9 6 66 0 0,-489 345 2317 0 0,493-344-2799 0 0,140-139-5294 0 0,-73 71 4882 0 0,62-53 1 0 0,-100 95 494 0 0,0 0 0 0 0,-1 1 0 0 0,1-1 0 0 0,0 0 1 0 0,0 1-1 0 0,0-1 0 0 0,0 0 0 0 0,0 1 0 0 0,0-1 1 0 0,0 1-1 0 0,0-1 0 0 0,0 1 0 0 0,0 0 0 0 0,0-1 1 0 0,1 1-1 0 0,0 0 0 0 0,-1 0 12 0 0,-1 0 0 0 0,0 1 0 0 0,0-1 0 0 0,1 0 0 0 0,-1 1-1 0 0,0-1 1 0 0,0 1 0 0 0,1-1 0 0 0,-1 0 0 0 0,0 1 0 0 0,0-1 0 0 0,0 1 0 0 0,0-1 0 0 0,0 0 0 0 0,0 1 0 0 0,0-1-1 0 0,0 1 1 0 0,0-1 0 0 0,0 0 0 0 0,0 1 0 0 0,0-1 0 0 0,0 1 0 0 0,0-1 0 0 0,0 1 0 0 0,0-1 0 0 0,0 0 0 0 0,0 1-1 0 0,-1 0 1 0 0,-15 42 832 0 0,13-36-924 0 0,-88 186 1290 0 0,-3 7 58 0 0,92-195-1216 0 0,-1 1 0 0 0,2-1 0 0 0,-1 1 1 0 0,0 0-1 0 0,1-1 0 0 0,0 1 0 0 0,0 12 1 0 0,1-17-47 0 0,0 0 0 0 0,0-1 0 0 0,0 1 0 0 0,0 0 0 0 0,1 0 0 0 0,-1 0 0 0 0,0 0 0 0 0,1 0 0 0 0,-1 0 0 0 0,0 0 1 0 0,1-1-1 0 0,-1 1 0 0 0,1 0 0 0 0,-1 0 0 0 0,1-1 0 0 0,0 1 0 0 0,-1 0 0 0 0,1-1 0 0 0,0 1 0 0 0,-1 0 0 0 0,3 0 1 0 0,-2 0-11 0 0,1-1 0 0 0,0 1 0 0 0,0-1 1 0 0,0 0-1 0 0,0 0 0 0 0,0 0 0 0 0,-1 0 1 0 0,1 0-1 0 0,0 0 0 0 0,0 0 1 0 0,0 0-1 0 0,0-1 0 0 0,0 1 0 0 0,0-1 1 0 0,2 0-1 0 0,15-7-115 0 0,1-2-1 0 0,-1 1 1 0 0,-1-2 0 0 0,0-1 0 0 0,18-14-1 0 0,34-21-104 0 0,-56 38 158 0 0,14-7-138 0 0,41-18 0 0 0,-63 31 163 0 0,1 0 1 0 0,0 1 0 0 0,0 0-1 0 0,0 0 1 0 0,0 0-1 0 0,0 1 1 0 0,0 0-1 0 0,0 1 1 0 0,0 0-1 0 0,1 0 1 0 0,-1 0 0 0 0,9 2-1 0 0,-12-1 50 0 0,0 1 0 0 0,1 0 0 0 0,-1 0 0 0 0,0 0 0 0 0,0 0 0 0 0,-1 0 0 0 0,1 1-1 0 0,0 0 1 0 0,-1 0 0 0 0,1 0 0 0 0,-1 0 0 0 0,0 0 0 0 0,0 1 0 0 0,0-1 0 0 0,-1 1 0 0 0,1 0 0 0 0,-1 0 0 0 0,0 0-1 0 0,0 0 1 0 0,0 0 0 0 0,1 6 0 0 0,3 10 395 0 0,-2 0 0 0 0,0 0 0 0 0,2 33-1 0 0,-1-5 606 0 0,-5-47-987 0 0,1 0 0 0 0,-1 0 0 0 0,0 0-1 0 0,1-1 1 0 0,-1 1 0 0 0,1 0 0 0 0,-1 0 0 0 0,1 0-1 0 0,0 0 1 0 0,-1 0 0 0 0,1-1 0 0 0,0 1 0 0 0,0 0 0 0 0,-1 0-1 0 0,1-1 1 0 0,0 1 0 0 0,0-1 0 0 0,0 1 0 0 0,0-1-1 0 0,0 1 1 0 0,0-1 0 0 0,0 0 0 0 0,0 1 0 0 0,0-1-1 0 0,0 0 1 0 0,0 0 0 0 0,0 1 0 0 0,0-1 0 0 0,0 0 0 0 0,0 0-1 0 0,0 0 1 0 0,0 0 0 0 0,0-1 0 0 0,0 1 0 0 0,0 0-1 0 0,0 0 1 0 0,0-1 0 0 0,0 1 0 0 0,0 0 0 0 0,0-1-1 0 0,1 0 1 0 0,42-18 107 0 0,-15 1-709 0 0,-2-1 0 0 0,27-23 0 0 0,-32 24-366 0 0,0 1 1 0 0,2 0-1 0 0,36-18 0 0 0,-60 34 923 0 0,1 1-1 0 0,0-1 1 0 0,0 1 0 0 0,-1-1 0 0 0,1 1-1 0 0,0 0 1 0 0,0-1 0 0 0,0 1 0 0 0,0 0-1 0 0,0 0 1 0 0,0 0 0 0 0,-1-1-1 0 0,1 1 1 0 0,0 0 0 0 0,0 0 0 0 0,0 0-1 0 0,0 1 1 0 0,0-1 0 0 0,0 0 0 0 0,0 0-1 0 0,-1 0 1 0 0,1 1 0 0 0,0-1-1 0 0,0 0 1 0 0,0 1 0 0 0,0 0 0 0 0,0 0 35 0 0,0 0 0 0 0,-1 0 1 0 0,1 0-1 0 0,-1 0 0 0 0,1 0 1 0 0,-1 0-1 0 0,1 0 0 0 0,-1 0 1 0 0,0 1-1 0 0,1-1 0 0 0,-1 0 1 0 0,0 0-1 0 0,0 1 0 0 0,0-1 1 0 0,0 0-1 0 0,0 2 0 0 0,-2 8 295 0 0,0 0-1 0 0,0 0 0 0 0,-5 13 0 0 0,5-19-222 0 0,-51 129 2688 0 0,38-103-2688 0 0,2 0 1 0 0,1 1 0 0 0,1 1 0 0 0,-10 53 0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2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22 308 9674 0 0,'-6'26'608'0'0,"0"0"1"0"0,2 0-1 0 0,1 1 0 0 0,1-1 1 0 0,2 35-1 0 0,0-51-598 0 0,1 0 0 0 0,0-1 0 0 0,1 1 0 0 0,0 0 0 0 0,0-1 0 0 0,6 15-1 0 0,-7-22-31 0 0,0 0 0 0 0,0 0 0 0 0,0 0 0 0 0,0 0 0 0 0,0-1 0 0 0,0 1 0 0 0,1 0 0 0 0,-1-1 0 0 0,1 1 0 0 0,-1 0 0 0 0,1-1-1 0 0,0 0 1 0 0,-1 1 0 0 0,1-1 0 0 0,0 0 0 0 0,0 0 0 0 0,0 0 0 0 0,0 0 0 0 0,0 0 0 0 0,0-1 0 0 0,0 1 0 0 0,1-1 0 0 0,-1 1 0 0 0,0-1-1 0 0,0 0 1 0 0,0 1 0 0 0,0-1 0 0 0,1-1 0 0 0,-1 1 0 0 0,0 0 0 0 0,0 0 0 0 0,0-1 0 0 0,5-1 0 0 0,7-2 1 0 0,0-2 0 0 0,-1 0 0 0 0,1-1 0 0 0,-1 0 0 0 0,0-1 1 0 0,-1 0-1 0 0,0-1 0 0 0,0-1 0 0 0,-1 0 0 0 0,11-12 0 0 0,15-19-80 0 0,41-60 0 0 0,-73 94 101 0 0,36-50-107 0 0,5-8-337 0 0,2 2 0 0 0,78-78 0 0 0,-120 135 425 0 0,0 1 0 0 0,0 0 1 0 0,1 0-1 0 0,12-7 0 0 0,-18 11 22 0 0,0 1-1 0 0,0-1 0 0 0,0 1 0 0 0,0-1 1 0 0,0 1-1 0 0,1-1 0 0 0,-1 1 1 0 0,0 0-1 0 0,0-1 0 0 0,0 1 1 0 0,1 0-1 0 0,-1 0 0 0 0,0 0 0 0 0,0 0 1 0 0,1 0-1 0 0,-1 0 0 0 0,0 0 1 0 0,0 1-1 0 0,1-1 0 0 0,-1 0 1 0 0,0 1-1 0 0,0-1 0 0 0,0 1 0 0 0,1-1 1 0 0,-1 1-1 0 0,0 0 0 0 0,0-1 1 0 0,0 1-1 0 0,0 0 0 0 0,0 0 1 0 0,0-1-1 0 0,-1 1 0 0 0,1 0 0 0 0,0 0 1 0 0,0 0-1 0 0,-1 0 0 0 0,1 0 1 0 0,0 1-1 0 0,0 0 0 0 0,4 10 103 0 0,0 1-1 0 0,-1 0 0 0 0,-1 0 1 0 0,0 0-1 0 0,0 0 1 0 0,-2 0-1 0 0,1 1 0 0 0,-2 15 1 0 0,-9 110 934 0 0,7-127-969 0 0,-32 192 852 0 0,1-17-196 0 0,32-183-660 0 0,1-1-1 0 0,0 1 1 0 0,-1-1 0 0 0,1 1-1 0 0,1-1 1 0 0,-1 1-1 0 0,0-1 1 0 0,1 1 0 0 0,0-1-1 0 0,0 1 1 0 0,0-1 0 0 0,2 4-1 0 0,-3-6-45 0 0,1 0 0 0 0,-1 0 0 0 0,1-1 0 0 0,-1 1 0 0 0,1-1 0 0 0,-1 1 0 0 0,1 0 0 0 0,0-1 0 0 0,-1 1 0 0 0,1-1 1 0 0,0 0-1 0 0,-1 1 0 0 0,1-1 0 0 0,0 1 0 0 0,0-1 0 0 0,0 0 0 0 0,-1 0 0 0 0,1 0 0 0 0,0 1 0 0 0,1-1 0 0 0,0 0-28 0 0,1 0 1 0 0,-1-1-1 0 0,0 1 1 0 0,0-1-1 0 0,0 1 0 0 0,0-1 1 0 0,0 0-1 0 0,0 1 1 0 0,0-1-1 0 0,0 0 1 0 0,3-2-1 0 0,7-5-233 0 0,0-1 0 0 0,0-1 1 0 0,-1 0-1 0 0,0 0 0 0 0,-1-1 0 0 0,17-24 1 0 0,47-80-564 0 0,-68 104 734 0 0,26-50-188 0 0,-22 41 164 0 0,0 1 0 0 0,1 0 0 0 0,1 0 0 0 0,15-18 0 0 0,-26 35 118 0 0,0 1 1 0 0,1-1 0 0 0,-1 1-1 0 0,0 0 1 0 0,0 0-1 0 0,1 0 1 0 0,-1 0 0 0 0,0 0-1 0 0,1 0 1 0 0,-1 0 0 0 0,1 0-1 0 0,-1 0 1 0 0,1 1 0 0 0,0-1-1 0 0,-1 0 1 0 0,1 1-1 0 0,0 0 1 0 0,-1-1 0 0 0,1 1-1 0 0,2 0 1 0 0,-3 0 33 0 0,1 1 0 0 0,-1-1 0 0 0,0 1 0 0 0,1-1 1 0 0,-1 1-1 0 0,0 0 0 0 0,0 0 0 0 0,0-1 0 0 0,1 1 0 0 0,-1 0 0 0 0,0 0 0 0 0,0 0 0 0 0,0 0 0 0 0,0 0 1 0 0,-1 0-1 0 0,1 1 0 0 0,0-1 0 0 0,0 0 0 0 0,0 2 0 0 0,2 5 216 0 0,0-1 0 0 0,0 1 0 0 0,-1 0 0 0 0,0 1 0 0 0,0-1-1 0 0,0 15 1 0 0,-6 61 993 0 0,2-65-940 0 0,1 0 0 0 0,0 1-1 0 0,4 33 1 0 0,-2-52-309 0 0,-1 0 0 0 0,0 0 0 0 0,0 0-1 0 0,0-1 1 0 0,0 1 0 0 0,0 0 0 0 0,1 0-1 0 0,-1 0 1 0 0,0 0 0 0 0,1-1 0 0 0,-1 1-1 0 0,1 0 1 0 0,-1 0 0 0 0,1-1 0 0 0,-1 1-1 0 0,1 0 1 0 0,0-1 0 0 0,-1 1 0 0 0,1 0-1 0 0,0-1 1 0 0,-1 1 0 0 0,1-1 0 0 0,0 1-1 0 0,0-1 1 0 0,-1 0 0 0 0,1 1 0 0 0,0-1-1 0 0,0 0 1 0 0,0 1 0 0 0,1-1 0 0 0,0 0 14 0 0,1 0 0 0 0,-1 0 0 0 0,1-1 1 0 0,-1 1-1 0 0,0-1 0 0 0,1 1 0 0 0,-1-1 1 0 0,1 0-1 0 0,-1 0 0 0 0,4-2 0 0 0,6-4-66 0 0,0 0-1 0 0,20-18 1 0 0,-18 11-336 0 0,-1 0 1 0 0,0-1 0 0 0,-1 0-1 0 0,-1-1 1 0 0,17-31-1 0 0,-12 21-1107 0 0,22-29-1 0 0,-38 55 1454 0 0,0 0 0 0 0,0-1 0 0 0,0 1 0 0 0,0 0 0 0 0,1 0 0 0 0,-1-1 0 0 0,0 1 0 0 0,0 0 0 0 0,0 0-1 0 0,0 0 1 0 0,1 0 0 0 0,-1-1 0 0 0,0 1 0 0 0,0 0 0 0 0,0 0 0 0 0,1 0 0 0 0,-1 0 0 0 0,0 0 0 0 0,0 0 0 0 0,1-1 0 0 0,-1 1 0 0 0,0 0 0 0 0,0 0 0 0 0,1 0 0 0 0,-1 0 0 0 0,0 0 0 0 0,0 0-1 0 0,1 0 1 0 0,-1 0 0 0 0,0 0 0 0 0,0 0 0 0 0,1 0 0 0 0,-1 0 0 0 0,0 0 0 0 0,0 0 0 0 0,1 1 0 0 0,3 9 2 0 0,-1 17 600 0 0,-3-25-600 0 0,0 41 1231 0 0,0-13-267 0 0,5 41 0 0 0,-5-64-849 0 0,1 0-1 0 0,1 0 1 0 0,-1 0 0 0 0,1-1-1 0 0,1 1 1 0 0,-1-1 0 0 0,1 1-1 0 0,0-1 1 0 0,1 0 0 0 0,-1 0-1 0 0,7 8 1 0 0,-7-12-202 0 0,-1 1 0 0 0,0-1 0 0 0,1 0-1 0 0,-1 0 1 0 0,1 0 0 0 0,0 0 0 0 0,0-1 0 0 0,0 1 0 0 0,0-1 0 0 0,3 2 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6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 1979 4609 0 0,'0'0'12'0'0,"-1"0"-1"0"0,1 0 1 0 0,0 0 0 0 0,0 0-1 0 0,0 0 1 0 0,-1 0 0 0 0,1 0-1 0 0,0 0 1 0 0,0 0 0 0 0,-1 0-1 0 0,1 0 1 0 0,0-1 0 0 0,0 1-1 0 0,-1 0 1 0 0,1 0 0 0 0,0 0-1 0 0,0 0 1 0 0,0 0 0 0 0,0-1 0 0 0,-1 1-1 0 0,1 0 1 0 0,0 0 0 0 0,0 0-1 0 0,0-1 1 0 0,0 1 0 0 0,0 0-1 0 0,0 0 1 0 0,-1-1 0 0 0,1 1-1 0 0,0 0 1 0 0,0 0 0 0 0,0-1-1 0 0,0 1 1 0 0,0 0 0 0 0,0 0-1 0 0,0-1 1 0 0,0 1 0 0 0,0 0-1 0 0,0 0 1 0 0,0-1 0 0 0,8-10 821 0 0,19-9 540 0 0,-25 18-1329 0 0,24-17 353 0 0,0 2 0 0 0,2 1 1 0 0,-1 1-1 0 0,2 1 1 0 0,43-15-1 0 0,37 1 318 0 0,2 5-1 0 0,116-9 0 0 0,-98 15-12 0 0,48-5-501 0 0,166-29 178 0 0,272-102 194 0 0,-578 143-550 0 0,454-109 925 0 0,-364 101-654 0 0,152-3-1 0 0,-272 20-272 0 0,241 6 260 0 0,-166-1-293 0 0,149-9-1 0 0,-188 1 25 0 0,-31 4 15 0 0,1 0 0 0 0,0-1 0 0 0,-1-1 0 0 0,1 0 0 0 0,-1-1 0 0 0,1 0 0 0 0,19-9 0 0 0,-31 11 29 0 0,0 1 0 0 0,0-1 0 0 0,-1 0 0 0 0,1 1 0 0 0,-1-1 0 0 0,1 0 0 0 0,-1 0-1 0 0,1 1 1 0 0,-1-1 0 0 0,1 0 0 0 0,-1 0 0 0 0,0 0 0 0 0,1 1 0 0 0,-1-1 0 0 0,0 0 0 0 0,0 0-1 0 0,1 0 1 0 0,-1 0 0 0 0,0 0 0 0 0,0 0 0 0 0,0 0 0 0 0,0 0 0 0 0,0 1 0 0 0,0-1 0 0 0,-1 0-1 0 0,1 0 1 0 0,0 0 0 0 0,0 0 0 0 0,-1 0 0 0 0,1 0 0 0 0,0 1 0 0 0,-2-2 0 0 0,-18-36 1033 0 0,9 17-1050 0 0,-96-332-3220 0 0,95 307 2860 0 0,-1-11 90 0 0,3 0-1 0 0,3 0 1 0 0,2-1 0 0 0,2 0-1 0 0,3 0 1 0 0,15-109 0 0 0,-12 150 358 0 0,-1 0 0 0 0,-1-1-1 0 0,0 0 1 0 0,-2 1 0 0 0,0-1 0 0 0,0 1 0 0 0,-2-1-1 0 0,0 1 1 0 0,-1 0 0 0 0,-1 0 0 0 0,-11-26 0 0 0,8 24 809 0 0,5 13-715 0 0,0 0 1 0 0,0 0-1 0 0,0 0 0 0 0,-1 0 0 0 0,-6-7 1 0 0,9 11-312 0 0,-1 1 0 0 0,0-1 0 0 0,1 1 0 0 0,-1-1 0 0 0,0 1 0 0 0,0 0 0 0 0,0 0 0 0 0,0 0 0 0 0,0 0 0 0 0,0 0 0 0 0,0 1 0 0 0,-1-1 0 0 0,1 1 0 0 0,0-1 0 0 0,0 1 0 0 0,-1 0 0 0 0,1 0 0 0 0,0 0 0 0 0,0 0 0 0 0,-4 0 0 0 0,-9 3-236 0 0,-1 0-1 0 0,1 0 0 0 0,1 2 0 0 0,-1 0 1 0 0,-18 9-1 0 0,-71 41 911 0 0,39-19-675 0 0,-55 27 483 0 0,-266 127 82 0 0,195-107-263 0 0,-220 86 35 0 0,-141 7-242 0 0,454-149-109 0 0,-219 49-90 0 0,147-53 227 0 0,-174 0 0 0 0,209-17-2492 0 0,-204 36 1 0 0,359-48 1095 0 0,0 0 1 0 0,24-12-1 0 0,38-12 516 0 0,45 2 552 0 0,133-10 0 0 0,-9 2 136 0 0,-183 24 179 0 0,57-10-29 0 0,-1-4 0 0 0,129-47 0 0 0,-234 66 50 0 0,341-139 1149 0 0,-202 71 1178 0 0,203-66 1 0 0,-330 130-1966 0 0,-20 6-254 0 0,0 1-1 0 0,-1 0 0 0 0,1 1 0 0 0,1 0 1 0 0,-1 1-1 0 0,0 0 0 0 0,20 0 1 0 0,-31 2-159 0 0,0 0-1 0 0,0 0 1 0 0,0 0 0 0 0,1 0 0 0 0,-1 0 0 0 0,0 0 0 0 0,0 0 0 0 0,0 0 0 0 0,1 0 0 0 0,-1 0 0 0 0,0 0 0 0 0,0 0 0 0 0,0 0 0 0 0,0 0 0 0 0,1 0 0 0 0,-1 0 0 0 0,0 0 0 0 0,0 0 0 0 0,0 1 0 0 0,0-1-1 0 0,1 0 1 0 0,-1 0 0 0 0,0 0 0 0 0,0 0 0 0 0,0 0 0 0 0,0 0 0 0 0,0 1 0 0 0,0-1 0 0 0,0 0 0 0 0,1 0 0 0 0,-1 0 0 0 0,0 0 0 0 0,0 1 0 0 0,0-1 0 0 0,0 0 0 0 0,0 0 0 0 0,0 0 0 0 0,0 1 0 0 0,0-1-1 0 0,0 0 1 0 0,0 0 0 0 0,0 0 0 0 0,0 1 0 0 0,0-1 0 0 0,0 0 0 0 0,0 0 0 0 0,0 0 0 0 0,0 0 0 0 0,0 1 0 0 0,-9 11-440 0 0,-14 7-183 0 0,-70 45 1081 0 0,-3-5 0 0 0,-128 58 1 0 0,70-39-116 0 0,-259 114-1237 0 0,181-89 223 0 0,99-44-406 0 0,-86 41-601 0 0,176-77 1500 0 0,1 2 1 0 0,-73 56 0 0 0,108-76 209 0 0,-31 30 334 0 0,35-33-329 0 0,1 0 0 0 0,0 1 0 0 0,0-1 1 0 0,0 1-1 0 0,0 0 0 0 0,0 0 0 0 0,1-1 1 0 0,-1 1-1 0 0,1 0 0 0 0,0 0 0 0 0,0 1 1 0 0,-1 4-1 0 0,2-7-22 0 0,0 0-1 0 0,1 1 1 0 0,-1-1-1 0 0,0 0 1 0 0,1 1-1 0 0,-1-1 1 0 0,1 0-1 0 0,-1 0 1 0 0,1 0 0 0 0,0 1-1 0 0,0-1 1 0 0,-1 0-1 0 0,1 0 1 0 0,0 0-1 0 0,0 0 1 0 0,0 0-1 0 0,0 0 1 0 0,0-1-1 0 0,0 1 1 0 0,0 0 0 0 0,0 0-1 0 0,1-1 1 0 0,-1 1-1 0 0,0-1 1 0 0,0 1-1 0 0,1-1 1 0 0,-1 1-1 0 0,0-1 1 0 0,1 0 0 0 0,-1 0-1 0 0,0 0 1 0 0,1 1-1 0 0,2-2 1 0 0,47 3 202 0 0,17-11 298 0 0,1-3 1 0 0,84-25-1 0 0,-62 14-144 0 0,621-208-27 0 0,-273 79-743 0 0,82-3 1578 0 0,-445 135-1059 0 0,374-84 202 0 0,-412 98-426 0 0,-16 2 173 0 0,0 0-1 0 0,1 2 0 0 0,-1 0 0 0 0,1 1 0 0 0,33 4 1 0 0,-56-3-71 0 0,1 0 1 0 0,-1 0 0 0 0,1 0-1 0 0,-1 0 1 0 0,1 0 0 0 0,-1 0 0 0 0,1 0-1 0 0,-1 0 1 0 0,1 1 0 0 0,-1-1-1 0 0,1 0 1 0 0,-1 0 0 0 0,0 0 0 0 0,1 1-1 0 0,-1-1 1 0 0,1 0 0 0 0,-1 0 0 0 0,0 1-1 0 0,1-1 1 0 0,-1 0 0 0 0,1 1-1 0 0,-1-1 1 0 0,0 0 0 0 0,0 1 0 0 0,1-1-1 0 0,-1 1 1 0 0,0-1 0 0 0,0 1-1 0 0,1-1 1 0 0,-1 0 0 0 0,0 1 0 0 0,0-1-1 0 0,0 1 1 0 0,0-1 0 0 0,0 1 0 0 0,1-1-1 0 0,-1 1 1 0 0,-13 18-42 0 0,-26 11 176 0 0,39-29-132 0 0,-37 22 77 0 0,-1-1 0 0 0,-58 23-1 0 0,-87 24 45 0 0,53-22-68 0 0,-490 215-621 0 0,130-67 653 0 0,386-156 18 0 0,-126 24-230 0 0,126-38 96 0 0,63-16-523 0 0,86-30-1606 0 0,260-84-87 0 0,-149 57 2252 0 0,123-31 284 0 0,35-11-561 0 0,26-49-86 0 0,-410 164 1895 0 0,25-10-1439 0 0,-151 64-192 0 0,-160 52-767 0 0,-723 218-1268 0 0,940-301 1578 0 0,-3 3 1223 0 0,-136 42 400 0 0,270-91-1112 0 0,-3 1-174 0 0,-1 0 1 0 0,1 0-1 0 0,0 1 1 0 0,0 1-1 0 0,0-1 1 0 0,-19 13-1 0 0,30-16 226 0 0,-1-1 0 0 0,1 0 0 0 0,0 0 0 0 0,-1 0 1 0 0,1 1-1 0 0,-1-1 0 0 0,1 0 0 0 0,0 0 0 0 0,-1 1 0 0 0,1-1 0 0 0,0 0 0 0 0,-1 1 0 0 0,1-1 0 0 0,0 1 0 0 0,-1-1 1 0 0,1 0-1 0 0,0 1 0 0 0,0-1 0 0 0,0 1 0 0 0,-1-1 0 0 0,1 0 0 0 0,0 1 0 0 0,0-1 0 0 0,0 1 0 0 0,0-1 0 0 0,0 1 0 0 0,0-1 1 0 0,0 1-1 0 0,0-1 0 0 0,0 1 0 0 0,0-1 0 0 0,0 1 0 0 0,0-1 0 0 0,0 0 0 0 0,0 1 0 0 0,0-1 0 0 0,0 1 0 0 0,1-1 0 0 0,-1 1 1 0 0,0-1-1 0 0,0 0 0 0 0,1 1 0 0 0,-1-1 0 0 0,0 1 0 0 0,0-1 0 0 0,1 0 0 0 0,-1 1 0 0 0,0-1 0 0 0,1 0 0 0 0,-1 0 0 0 0,1 1 1 0 0,0 0 3 0 0,0-1 1 0 0,0 0 0 0 0,0 1 0 0 0,0-1-1 0 0,0 0 1 0 0,0 1 0 0 0,0-1 0 0 0,0 0-1 0 0,0 0 1 0 0,0 0 0 0 0,0 0 0 0 0,0 0-1 0 0,1 0 1 0 0,-1 0 0 0 0,0 0 0 0 0,0 0 0 0 0,0-1-1 0 0,0 1 1 0 0,0 0 0 0 0,0-1 0 0 0,0 1-1 0 0,0-1 1 0 0,1 0 0 0 0,1-2 54 0 0,0 0 0 0 0,1-1 0 0 0,-2 1 0 0 0,1-1 0 0 0,0 1 0 0 0,-1-1 0 0 0,0 0 0 0 0,1 0 0 0 0,-2 0 0 0 0,1 0 0 0 0,0-1 0 0 0,-1 1 0 0 0,0 0 0 0 0,0-1 0 0 0,1-7 0 0 0,1-10 578 0 0,-1-41 0 0 0,-2 55-581 0 0,13-381 1247 0 0,-7 309-1181 0 0,-4 0 1 0 0,-4 0-1 0 0,-3-1 1 0 0,-4 2 0 0 0,-3-1-1 0 0,-24-83 1 0 0,34 156-46 0 0,-1 0 0 0 0,1 0 1 0 0,-1 0-1 0 0,-1 1 0 0 0,1-1 0 0 0,-1 1 1 0 0,-9-11-1 0 0,12 16-57 0 0,0 0 1 0 0,0 0-1 0 0,0 0 1 0 0,0 0-1 0 0,0 0 0 0 0,-1 0 1 0 0,1 0-1 0 0,0 0 1 0 0,0 1-1 0 0,-1-1 1 0 0,1 1-1 0 0,0-1 0 0 0,-1 1 1 0 0,1-1-1 0 0,-1 1 1 0 0,1 0-1 0 0,-1 0 0 0 0,-1 0 1 0 0,1 0-14 0 0,0 1 0 0 0,0-1 0 0 0,1 1 0 0 0,-1 0 0 0 0,0-1 0 0 0,1 1 0 0 0,-1 0 0 0 0,0 0 0 0 0,1 0 1 0 0,-1 1-1 0 0,1-1 0 0 0,0 0 0 0 0,-1 0 0 0 0,1 1 0 0 0,0-1 0 0 0,0 1 0 0 0,0-1 0 0 0,-2 3 0 0 0,-4 9-254 0 0,1 0 1 0 0,0 0-1 0 0,0 0 1 0 0,1 1-1 0 0,1 0 0 0 0,0 0 1 0 0,-2 14-1 0 0,3-3 32 0 0,0 0 0 0 0,1-1 0 0 0,2 33 1 0 0,7-11 583 0 0,1 0 0 0 0,3 0 0 0 0,1-1 0 0 0,21 49 0 0 0,-26-74-244 0 0,-3-7-70 0 0,0-1 0 0 0,1 0 0 0 0,0-1 0 0 0,0 1 0 0 0,11 14 0 0 0,-16-40-137 0 0,0 0 1 0 0,-3-21-1 0 0,0-70-563 0 0,3 74 177 0 0,-2 61-266 0 0,-1 0 0 0 0,-15 56 1 0 0,5-29 880 0 0,0 0 116 0 0,7-35 28 0 0,1 0 1 0 0,1 1-1 0 0,1 0 1 0 0,0 30-1 0 0,2-52-302 0 0,1 1 0 0 0,0-1 0 0 0,0 0 0 0 0,0 1 0 0 0,0-1 0 0 0,0 0 0 0 0,1 0 0 0 0,-1 1 0 0 0,0-1 0 0 0,0 0 0 0 0,1 1 0 0 0,-1-1 0 0 0,1 0 0 0 0,-1 0 0 0 0,1 0 0 0 0,0 0 0 0 0,-1 0-1 0 0,1 1 1 0 0,0-1 0 0 0,0 0 0 0 0,0-1 0 0 0,0 1 0 0 0,0 0 0 0 0,0 0 0 0 0,0 0 0 0 0,0 0 0 0 0,0-1 0 0 0,0 1 0 0 0,0-1 0 0 0,0 1 0 0 0,0-1 0 0 0,1 1 0 0 0,-1-1 0 0 0,0 1 0 0 0,1-1 0 0 0,-1 0 0 0 0,0 0 0 0 0,0 0 0 0 0,1 0-1 0 0,-1 0 1 0 0,0 0 0 0 0,1 0 0 0 0,-1 0 0 0 0,0 0 0 0 0,3-1 0 0 0,7-4-390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6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72 7834 0 0,'2'-13'344'0'0,"2"2"72"0"0,3 2-328 0 0,2 1-88 0 0,2 3 0 0 0,16-1-1536 0 0,1-1-321 0 0,18-6-63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1T22:12:07.9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 15 7370 0 0,'-11'-14'884'0'0,"3"13"195"0"0,7 3-996 0 0,0 0-1 0 0,-1 0 1 0 0,1 0-1 0 0,1 0 1 0 0,-1 0-1 0 0,0 0 1 0 0,0 0-1 0 0,1 1 1 0 0,-1-1-1 0 0,1 0 1 0 0,0 4 0 0 0,-36 309 51 0 0,35-301-141 0 0,-2 55 50 0 0,3-65-58 0 0,0 0-1 0 0,1 0 0 0 0,-1 0 1 0 0,1 0-1 0 0,0 0 0 0 0,0 0 1 0 0,0 0-1 0 0,0-1 1 0 0,1 1-1 0 0,-1 0 0 0 0,1-1 1 0 0,0 1-1 0 0,5 5 1 0 0,-6-8-11 0 0,1 0 0 0 0,0 0 0 0 0,0 0 0 0 0,-1-1 1 0 0,1 1-1 0 0,0-1 0 0 0,0 1 0 0 0,0-1 0 0 0,-1 0 1 0 0,1 0-1 0 0,0 1 0 0 0,0-2 0 0 0,0 1 0 0 0,0 0 1 0 0,0 0-1 0 0,0 0 0 0 0,-1-1 0 0 0,1 1 0 0 0,0-1 1 0 0,0 1-1 0 0,-1-1 0 0 0,1 0 0 0 0,0 0 1 0 0,-1 0-1 0 0,1 0 0 0 0,0 0 0 0 0,-1 0 0 0 0,2-2 1 0 0,44-35-437 0 0,5-16-565 0 0,85-117 0 0 0,-16 17-1593 0 0,-115 147 2549 0 0,0 1 0 0 0,1-1 1 0 0,0 2-1 0 0,0-1 1 0 0,0 1-1 0 0,0 0 1 0 0,16-8-1 0 0,-21 12 119 0 0,-1 1 1 0 0,1-1-1 0 0,0 1 0 0 0,0-1 1 0 0,-1 1-1 0 0,1-1 0 0 0,0 1 1 0 0,0 0-1 0 0,-1 0 0 0 0,1 0 1 0 0,0 0-1 0 0,0 0 0 0 0,-1 1 1 0 0,1-1-1 0 0,0 0 0 0 0,-1 1 1 0 0,1-1-1 0 0,2 2 0 0 0,-2-1 60 0 0,0 1 0 0 0,-1-1 0 0 0,1 1 1 0 0,-1 0-1 0 0,1-1 0 0 0,-1 1 0 0 0,0 0 0 0 0,1 0 0 0 0,-1 0 0 0 0,0 0 0 0 0,0 0 0 0 0,0 0 0 0 0,-1 0 0 0 0,1 0 0 0 0,-1 0 1 0 0,1 1-1 0 0,-1-1 0 0 0,1 4 0 0 0,1 22 740 0 0,-1 0 1 0 0,-1 1 0 0 0,-2-1-1 0 0,-5 31 1 0 0,3-31-347 0 0,2 1 1 0 0,0 0 0 0 0,4 52-1 0 0,-2-79-488 0 0,1-1 0 0 0,-1 1 1 0 0,0 0-1 0 0,0-1 0 0 0,1 1 0 0 0,-1-1 0 0 0,1 1 0 0 0,-1 0 0 0 0,1-1 1 0 0,0 1-1 0 0,0-1 0 0 0,0 0 0 0 0,0 1 0 0 0,0-1 0 0 0,0 0 1 0 0,0 1-1 0 0,0-1 0 0 0,0 0 0 0 0,2 1 0 0 0,-2-1-14 0 0,0-1 0 0 0,0 1 0 0 0,1-1 0 0 0,-1 0 0 0 0,0 1 0 0 0,1-1 0 0 0,-1 0 0 0 0,0 0 0 0 0,1 0 1 0 0,-1 0-1 0 0,0 0 0 0 0,1 0 0 0 0,-1 0 0 0 0,0-1 0 0 0,1 1 0 0 0,-1 0 0 0 0,0-1 0 0 0,2 0 0 0 0,3-2-83 0 0,0 0 1 0 0,0 0-1 0 0,-1-1 0 0 0,0 0 1 0 0,1 0-1 0 0,-1 0 0 0 0,8-10 1 0 0,6-11-143 0 0,-1 0 0 0 0,-2-1 1 0 0,0 0-1 0 0,-2-2 0 0 0,-1 0 0 0 0,-1 0 1 0 0,-1-1-1 0 0,-2 0 0 0 0,-1-1 1 0 0,-1 0-1 0 0,4-44 0 0 0,-15 89 481 0 0,-1-1 1 0 0,0 0-1 0 0,-10 19 0 0 0,-2 4 79 0 0,-16 47-352 0 0,-60 137-43 0 0,91-217 63 0 0,1 0 0 0 0,-1 0 0 0 0,1 1 0 0 0,0-1 0 0 0,0 0 1 0 0,1 0-1 0 0,-1 5 0 0 0,1-9-7 0 0,0 0 1 0 0,0 1 0 0 0,0-1 0 0 0,0 0-1 0 0,0 0 1 0 0,0 1 0 0 0,0-1-1 0 0,0 0 1 0 0,0 1 0 0 0,0-1 0 0 0,0 0-1 0 0,0 0 1 0 0,0 1 0 0 0,0-1 0 0 0,0 0-1 0 0,0 0 1 0 0,1 1 0 0 0,-1-1-1 0 0,0 0 1 0 0,0 0 0 0 0,0 1 0 0 0,0-1-1 0 0,1 0 1 0 0,-1 0 0 0 0,0 0 0 0 0,0 0-1 0 0,0 1 1 0 0,1-1 0 0 0,-1 0-1 0 0,0 0 1 0 0,0 0 0 0 0,1 0 0 0 0,-1 0-1 0 0,0 1 1 0 0,0-1 0 0 0,1 0 0 0 0,14-14-146 0 0,7-13 697 0 0,24-33 41 0 0,2 3-1 0 0,67-62 1 0 0,-96 101-629 0 0,39-31-303 0 0,-53 45 321 0 0,0 1 0 0 0,0 0 1 0 0,0 0-1 0 0,0 0 0 0 0,0 1 0 0 0,1 0 0 0 0,-1 0 0 0 0,1 0 0 0 0,-1 0 1 0 0,8 0-1 0 0,-12 2 23 0 0,0 0 0 0 0,-1 0 0 0 0,1 0 0 0 0,0 0 0 0 0,0 0 1 0 0,-1 0-1 0 0,1 0 0 0 0,0 0 0 0 0,-1 0 0 0 0,1 1 0 0 0,0-1 1 0 0,-1 0-1 0 0,1 0 0 0 0,0 1 0 0 0,-1-1 0 0 0,1 0 0 0 0,-1 1 0 0 0,1-1 1 0 0,-1 1-1 0 0,1-1 0 0 0,-1 1 0 0 0,1-1 0 0 0,-1 1 0 0 0,1-1 1 0 0,-1 1-1 0 0,1-1 0 0 0,-1 1 0 0 0,1 0 0 0 0,1 24 79 0 0,-15 30 91 0 0,12-49-153 0 0,-48 150 397 0 0,13-48 81 0 0,-38 200-1 0 0,73-300-487 0 0,-4 43 62 0 0,4-48-66 0 0,1 0-1 0 0,0 0 0 0 0,0-1 0 0 0,0 1 0 0 0,1 0 0 0 0,-1 0 0 0 0,1-1 0 0 0,0 1 0 0 0,-1 0 0 0 0,1-1 0 0 0,0 1 0 0 0,0-1 0 0 0,1 1 0 0 0,2 4 0 0 0,-3-7-1 0 0,-1 0-1 0 0,1 1 1 0 0,0-1-1 0 0,-1 0 1 0 0,1 1-1 0 0,0-1 1 0 0,-1 0-1 0 0,1 0 1 0 0,0 1-1 0 0,0-1 1 0 0,-1 0-1 0 0,1 0 1 0 0,0 0-1 0 0,0 0 1 0 0,0 0-1 0 0,-1 0 1 0 0,1 0-1 0 0,0-1 1 0 0,0 1-1 0 0,-1 0 1 0 0,1 0-1 0 0,0 0 1 0 0,-1-1-1 0 0,1 1 1 0 0,0 0-1 0 0,-1-1 1 0 0,1 1-1 0 0,0-1 1 0 0,-1 1-1 0 0,1-1 1 0 0,21-17 54 0 0,-20 15-55 0 0,39-38-374 0 0,-3-1-1 0 0,-1-2 1 0 0,-2-2-1 0 0,-2-1 1 0 0,51-100 0 0 0,-56 74-258 0 0,-20 50 607 0 0,17-38 0 0 0,-25 60 70 0 0,0 0 1 0 0,1 1 0 0 0,-1-1-1 0 0,0 0 1 0 0,1 0-1 0 0,-1 0 1 0 0,1 0-1 0 0,-1 1 1 0 0,1-1-1 0 0,-1 0 1 0 0,1 1 0 0 0,-1-1-1 0 0,1 0 1 0 0,0 1-1 0 0,-1-1 1 0 0,1 0-1 0 0,0 1 1 0 0,0-1-1 0 0,0 1 1 0 0,-1 0 0 0 0,1-1-1 0 0,0 1 1 0 0,0 0-1 0 0,0-1 1 0 0,0 1-1 0 0,0 0 1 0 0,-1 0-1 0 0,1 0 1 0 0,0 0 0 0 0,0 0-1 0 0,0 0 1 0 0,0 0-1 0 0,0 0 1 0 0,0 0-1 0 0,0 0 1 0 0,0 0-1 0 0,-1 0 1 0 0,1 1 0 0 0,0-1-1 0 0,0 0 1 0 0,0 1-1 0 0,0-1 1 0 0,-1 1-1 0 0,1-1 1 0 0,0 1-1 0 0,0-1 1 0 0,-1 1 0 0 0,1-1-1 0 0,0 1 1 0 0,-1 0-1 0 0,1-1 1 0 0,-1 1-1 0 0,1 0 1 0 0,-1 0-1 0 0,1 0 1 0 0,-1-1 0 0 0,1 2-1 0 0,4 5 382 0 0,-1 0-1 0 0,0 0 1 0 0,-1 1 0 0 0,1-1 0 0 0,2 10-1 0 0,11 47-1675 0 0,-6-24-4396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63" Type="http://schemas.openxmlformats.org/officeDocument/2006/relationships/customXml" Target="../ink/ink31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59" Type="http://schemas.openxmlformats.org/officeDocument/2006/relationships/customXml" Target="../ink/ink79.xml"/><Relationship Id="rId170" Type="http://schemas.openxmlformats.org/officeDocument/2006/relationships/image" Target="../media/image86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4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1.png"/><Relationship Id="rId181" Type="http://schemas.openxmlformats.org/officeDocument/2006/relationships/customXml" Target="../ink/ink90.xml"/><Relationship Id="rId216" Type="http://schemas.openxmlformats.org/officeDocument/2006/relationships/image" Target="../media/image109.png"/><Relationship Id="rId237" Type="http://schemas.openxmlformats.org/officeDocument/2006/relationships/customXml" Target="../ink/ink118.xml"/><Relationship Id="rId22" Type="http://schemas.openxmlformats.org/officeDocument/2006/relationships/image" Target="../media/image12.png"/><Relationship Id="rId43" Type="http://schemas.openxmlformats.org/officeDocument/2006/relationships/customXml" Target="../ink/ink21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71" Type="http://schemas.openxmlformats.org/officeDocument/2006/relationships/customXml" Target="../ink/ink85.xml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227" Type="http://schemas.openxmlformats.org/officeDocument/2006/relationships/customXml" Target="../ink/ink113.xml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5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5" Type="http://schemas.openxmlformats.org/officeDocument/2006/relationships/customXml" Target="../ink/ink37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61" Type="http://schemas.openxmlformats.org/officeDocument/2006/relationships/customXml" Target="../ink/ink80.xml"/><Relationship Id="rId182" Type="http://schemas.openxmlformats.org/officeDocument/2006/relationships/image" Target="../media/image92.png"/><Relationship Id="rId217" Type="http://schemas.openxmlformats.org/officeDocument/2006/relationships/customXml" Target="../ink/ink108.xml"/><Relationship Id="rId6" Type="http://schemas.openxmlformats.org/officeDocument/2006/relationships/image" Target="../media/image4.png"/><Relationship Id="rId238" Type="http://schemas.openxmlformats.org/officeDocument/2006/relationships/image" Target="../media/image120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3.png"/><Relationship Id="rId65" Type="http://schemas.openxmlformats.org/officeDocument/2006/relationships/customXml" Target="../ink/ink32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51" Type="http://schemas.openxmlformats.org/officeDocument/2006/relationships/customXml" Target="../ink/ink75.xml"/><Relationship Id="rId172" Type="http://schemas.openxmlformats.org/officeDocument/2006/relationships/image" Target="../media/image87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5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20" Type="http://schemas.openxmlformats.org/officeDocument/2006/relationships/image" Target="../media/image61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2.png"/><Relationship Id="rId183" Type="http://schemas.openxmlformats.org/officeDocument/2006/relationships/customXml" Target="../ink/ink91.xml"/><Relationship Id="rId218" Type="http://schemas.openxmlformats.org/officeDocument/2006/relationships/image" Target="../media/image110.png"/><Relationship Id="rId24" Type="http://schemas.openxmlformats.org/officeDocument/2006/relationships/image" Target="../media/image13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31" Type="http://schemas.openxmlformats.org/officeDocument/2006/relationships/customXml" Target="../ink/ink65.xml"/><Relationship Id="rId152" Type="http://schemas.openxmlformats.org/officeDocument/2006/relationships/image" Target="../media/image77.png"/><Relationship Id="rId173" Type="http://schemas.openxmlformats.org/officeDocument/2006/relationships/customXml" Target="../ink/ink86.xml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229" Type="http://schemas.openxmlformats.org/officeDocument/2006/relationships/customXml" Target="../ink/ink114.xml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163" Type="http://schemas.openxmlformats.org/officeDocument/2006/relationships/customXml" Target="../ink/ink81.xml"/><Relationship Id="rId184" Type="http://schemas.openxmlformats.org/officeDocument/2006/relationships/image" Target="../media/image93.png"/><Relationship Id="rId219" Type="http://schemas.openxmlformats.org/officeDocument/2006/relationships/customXml" Target="../ink/ink109.xml"/><Relationship Id="rId230" Type="http://schemas.openxmlformats.org/officeDocument/2006/relationships/image" Target="../media/image116.png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74" Type="http://schemas.openxmlformats.org/officeDocument/2006/relationships/image" Target="../media/image88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20" Type="http://schemas.openxmlformats.org/officeDocument/2006/relationships/image" Target="../media/image111.png"/><Relationship Id="rId225" Type="http://schemas.openxmlformats.org/officeDocument/2006/relationships/customXml" Target="../ink/ink112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164" Type="http://schemas.openxmlformats.org/officeDocument/2006/relationships/image" Target="../media/image83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80" Type="http://schemas.openxmlformats.org/officeDocument/2006/relationships/image" Target="../media/image91.png"/><Relationship Id="rId210" Type="http://schemas.openxmlformats.org/officeDocument/2006/relationships/image" Target="../media/image106.png"/><Relationship Id="rId215" Type="http://schemas.openxmlformats.org/officeDocument/2006/relationships/customXml" Target="../ink/ink107.xml"/><Relationship Id="rId236" Type="http://schemas.openxmlformats.org/officeDocument/2006/relationships/image" Target="../media/image119.png"/><Relationship Id="rId26" Type="http://schemas.openxmlformats.org/officeDocument/2006/relationships/image" Target="../media/image14.png"/><Relationship Id="rId231" Type="http://schemas.openxmlformats.org/officeDocument/2006/relationships/customXml" Target="../ink/ink115.xml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54" Type="http://schemas.openxmlformats.org/officeDocument/2006/relationships/image" Target="../media/image78.png"/><Relationship Id="rId175" Type="http://schemas.openxmlformats.org/officeDocument/2006/relationships/customXml" Target="../ink/ink87.xml"/><Relationship Id="rId196" Type="http://schemas.openxmlformats.org/officeDocument/2006/relationships/image" Target="../media/image99.png"/><Relationship Id="rId200" Type="http://schemas.openxmlformats.org/officeDocument/2006/relationships/image" Target="../media/image101.png"/><Relationship Id="rId16" Type="http://schemas.openxmlformats.org/officeDocument/2006/relationships/image" Target="../media/image9.png"/><Relationship Id="rId221" Type="http://schemas.openxmlformats.org/officeDocument/2006/relationships/customXml" Target="../ink/ink110.xml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65" Type="http://schemas.openxmlformats.org/officeDocument/2006/relationships/customXml" Target="../ink/ink82.xml"/><Relationship Id="rId186" Type="http://schemas.openxmlformats.org/officeDocument/2006/relationships/image" Target="../media/image94.png"/><Relationship Id="rId211" Type="http://schemas.openxmlformats.org/officeDocument/2006/relationships/customXml" Target="../ink/ink105.xml"/><Relationship Id="rId232" Type="http://schemas.openxmlformats.org/officeDocument/2006/relationships/image" Target="../media/image117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7.xml"/><Relationship Id="rId176" Type="http://schemas.openxmlformats.org/officeDocument/2006/relationships/image" Target="../media/image89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2.png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4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7.png"/><Relationship Id="rId233" Type="http://schemas.openxmlformats.org/officeDocument/2006/relationships/customXml" Target="../ink/ink116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60" Type="http://schemas.openxmlformats.org/officeDocument/2006/relationships/image" Target="../media/image31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9.png"/><Relationship Id="rId177" Type="http://schemas.openxmlformats.org/officeDocument/2006/relationships/customXml" Target="../ink/ink88.xml"/><Relationship Id="rId198" Type="http://schemas.openxmlformats.org/officeDocument/2006/relationships/image" Target="../media/image100.png"/><Relationship Id="rId202" Type="http://schemas.openxmlformats.org/officeDocument/2006/relationships/image" Target="../media/image102.png"/><Relationship Id="rId223" Type="http://schemas.openxmlformats.org/officeDocument/2006/relationships/customXml" Target="../ink/ink111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customXml" Target="../ink/ink62.xml"/><Relationship Id="rId146" Type="http://schemas.openxmlformats.org/officeDocument/2006/relationships/image" Target="../media/image74.png"/><Relationship Id="rId167" Type="http://schemas.openxmlformats.org/officeDocument/2006/relationships/customXml" Target="../ink/ink83.xml"/><Relationship Id="rId188" Type="http://schemas.openxmlformats.org/officeDocument/2006/relationships/image" Target="../media/image95.png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13" Type="http://schemas.openxmlformats.org/officeDocument/2006/relationships/customXml" Target="../ink/ink106.xml"/><Relationship Id="rId234" Type="http://schemas.openxmlformats.org/officeDocument/2006/relationships/image" Target="../media/image118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40" Type="http://schemas.openxmlformats.org/officeDocument/2006/relationships/image" Target="../media/image21.png"/><Relationship Id="rId115" Type="http://schemas.openxmlformats.org/officeDocument/2006/relationships/customXml" Target="../ink/ink57.xml"/><Relationship Id="rId136" Type="http://schemas.openxmlformats.org/officeDocument/2006/relationships/image" Target="../media/image69.png"/><Relationship Id="rId157" Type="http://schemas.openxmlformats.org/officeDocument/2006/relationships/customXml" Target="../ink/ink78.xml"/><Relationship Id="rId178" Type="http://schemas.openxmlformats.org/officeDocument/2006/relationships/image" Target="../media/image90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3.png"/><Relationship Id="rId30" Type="http://schemas.openxmlformats.org/officeDocument/2006/relationships/image" Target="../media/image16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168" Type="http://schemas.openxmlformats.org/officeDocument/2006/relationships/image" Target="../media/image8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8.png"/><Relationship Id="rId235" Type="http://schemas.openxmlformats.org/officeDocument/2006/relationships/customXml" Target="../ink/ink117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6.xml"/><Relationship Id="rId21" Type="http://schemas.openxmlformats.org/officeDocument/2006/relationships/customXml" Target="../ink/ink128.xml"/><Relationship Id="rId42" Type="http://schemas.openxmlformats.org/officeDocument/2006/relationships/image" Target="../media/image141.png"/><Relationship Id="rId63" Type="http://schemas.openxmlformats.org/officeDocument/2006/relationships/customXml" Target="../ink/ink149.xml"/><Relationship Id="rId84" Type="http://schemas.openxmlformats.org/officeDocument/2006/relationships/image" Target="../media/image162.png"/><Relationship Id="rId138" Type="http://schemas.openxmlformats.org/officeDocument/2006/relationships/image" Target="../media/image189.png"/><Relationship Id="rId159" Type="http://schemas.openxmlformats.org/officeDocument/2006/relationships/customXml" Target="../ink/ink197.xml"/><Relationship Id="rId170" Type="http://schemas.openxmlformats.org/officeDocument/2006/relationships/image" Target="../media/image205.png"/><Relationship Id="rId191" Type="http://schemas.openxmlformats.org/officeDocument/2006/relationships/customXml" Target="../ink/ink213.xml"/><Relationship Id="rId205" Type="http://schemas.openxmlformats.org/officeDocument/2006/relationships/customXml" Target="../ink/ink220.xml"/><Relationship Id="rId107" Type="http://schemas.openxmlformats.org/officeDocument/2006/relationships/customXml" Target="../ink/ink171.xml"/><Relationship Id="rId11" Type="http://schemas.openxmlformats.org/officeDocument/2006/relationships/customXml" Target="../ink/ink123.xml"/><Relationship Id="rId32" Type="http://schemas.openxmlformats.org/officeDocument/2006/relationships/image" Target="../media/image136.png"/><Relationship Id="rId53" Type="http://schemas.openxmlformats.org/officeDocument/2006/relationships/customXml" Target="../ink/ink144.xml"/><Relationship Id="rId74" Type="http://schemas.openxmlformats.org/officeDocument/2006/relationships/image" Target="../media/image157.png"/><Relationship Id="rId128" Type="http://schemas.openxmlformats.org/officeDocument/2006/relationships/image" Target="../media/image184.png"/><Relationship Id="rId149" Type="http://schemas.openxmlformats.org/officeDocument/2006/relationships/customXml" Target="../ink/ink192.xml"/><Relationship Id="rId5" Type="http://schemas.openxmlformats.org/officeDocument/2006/relationships/customXml" Target="../ink/ink120.xml"/><Relationship Id="rId95" Type="http://schemas.openxmlformats.org/officeDocument/2006/relationships/customXml" Target="../ink/ink165.xml"/><Relationship Id="rId160" Type="http://schemas.openxmlformats.org/officeDocument/2006/relationships/image" Target="../media/image200.png"/><Relationship Id="rId181" Type="http://schemas.openxmlformats.org/officeDocument/2006/relationships/customXml" Target="../ink/ink208.xml"/><Relationship Id="rId22" Type="http://schemas.openxmlformats.org/officeDocument/2006/relationships/image" Target="../media/image131.png"/><Relationship Id="rId43" Type="http://schemas.openxmlformats.org/officeDocument/2006/relationships/customXml" Target="../ink/ink139.xml"/><Relationship Id="rId64" Type="http://schemas.openxmlformats.org/officeDocument/2006/relationships/image" Target="../media/image152.png"/><Relationship Id="rId118" Type="http://schemas.openxmlformats.org/officeDocument/2006/relationships/image" Target="../media/image179.png"/><Relationship Id="rId139" Type="http://schemas.openxmlformats.org/officeDocument/2006/relationships/customXml" Target="../ink/ink187.xml"/><Relationship Id="rId85" Type="http://schemas.openxmlformats.org/officeDocument/2006/relationships/customXml" Target="../ink/ink160.xml"/><Relationship Id="rId150" Type="http://schemas.openxmlformats.org/officeDocument/2006/relationships/image" Target="../media/image195.png"/><Relationship Id="rId171" Type="http://schemas.openxmlformats.org/officeDocument/2006/relationships/customXml" Target="../ink/ink203.xml"/><Relationship Id="rId192" Type="http://schemas.openxmlformats.org/officeDocument/2006/relationships/image" Target="../media/image216.png"/><Relationship Id="rId206" Type="http://schemas.openxmlformats.org/officeDocument/2006/relationships/image" Target="../media/image223.png"/><Relationship Id="rId12" Type="http://schemas.openxmlformats.org/officeDocument/2006/relationships/image" Target="../media/image126.png"/><Relationship Id="rId33" Type="http://schemas.openxmlformats.org/officeDocument/2006/relationships/customXml" Target="../ink/ink134.xml"/><Relationship Id="rId108" Type="http://schemas.openxmlformats.org/officeDocument/2006/relationships/image" Target="../media/image174.png"/><Relationship Id="rId129" Type="http://schemas.openxmlformats.org/officeDocument/2006/relationships/customXml" Target="../ink/ink182.xml"/><Relationship Id="rId54" Type="http://schemas.openxmlformats.org/officeDocument/2006/relationships/image" Target="../media/image147.png"/><Relationship Id="rId75" Type="http://schemas.openxmlformats.org/officeDocument/2006/relationships/customXml" Target="../ink/ink155.xml"/><Relationship Id="rId96" Type="http://schemas.openxmlformats.org/officeDocument/2006/relationships/image" Target="../media/image168.png"/><Relationship Id="rId140" Type="http://schemas.openxmlformats.org/officeDocument/2006/relationships/image" Target="../media/image190.png"/><Relationship Id="rId161" Type="http://schemas.openxmlformats.org/officeDocument/2006/relationships/customXml" Target="../ink/ink198.xml"/><Relationship Id="rId182" Type="http://schemas.openxmlformats.org/officeDocument/2006/relationships/image" Target="../media/image211.png"/><Relationship Id="rId6" Type="http://schemas.openxmlformats.org/officeDocument/2006/relationships/image" Target="../media/image123.png"/><Relationship Id="rId23" Type="http://schemas.openxmlformats.org/officeDocument/2006/relationships/customXml" Target="../ink/ink129.xml"/><Relationship Id="rId119" Type="http://schemas.openxmlformats.org/officeDocument/2006/relationships/customXml" Target="../ink/ink177.xml"/><Relationship Id="rId44" Type="http://schemas.openxmlformats.org/officeDocument/2006/relationships/image" Target="../media/image142.png"/><Relationship Id="rId65" Type="http://schemas.openxmlformats.org/officeDocument/2006/relationships/customXml" Target="../ink/ink150.xml"/><Relationship Id="rId86" Type="http://schemas.openxmlformats.org/officeDocument/2006/relationships/image" Target="../media/image163.png"/><Relationship Id="rId130" Type="http://schemas.openxmlformats.org/officeDocument/2006/relationships/image" Target="../media/image185.png"/><Relationship Id="rId151" Type="http://schemas.openxmlformats.org/officeDocument/2006/relationships/customXml" Target="../ink/ink193.xml"/><Relationship Id="rId172" Type="http://schemas.openxmlformats.org/officeDocument/2006/relationships/image" Target="../media/image206.png"/><Relationship Id="rId193" Type="http://schemas.openxmlformats.org/officeDocument/2006/relationships/customXml" Target="../ink/ink214.xml"/><Relationship Id="rId13" Type="http://schemas.openxmlformats.org/officeDocument/2006/relationships/customXml" Target="../ink/ink124.xml"/><Relationship Id="rId109" Type="http://schemas.openxmlformats.org/officeDocument/2006/relationships/customXml" Target="../ink/ink172.xml"/><Relationship Id="rId34" Type="http://schemas.openxmlformats.org/officeDocument/2006/relationships/image" Target="../media/image137.png"/><Relationship Id="rId55" Type="http://schemas.openxmlformats.org/officeDocument/2006/relationships/customXml" Target="../ink/ink145.xml"/><Relationship Id="rId76" Type="http://schemas.openxmlformats.org/officeDocument/2006/relationships/image" Target="../media/image158.png"/><Relationship Id="rId97" Type="http://schemas.openxmlformats.org/officeDocument/2006/relationships/customXml" Target="../ink/ink166.xml"/><Relationship Id="rId120" Type="http://schemas.openxmlformats.org/officeDocument/2006/relationships/image" Target="../media/image180.png"/><Relationship Id="rId141" Type="http://schemas.openxmlformats.org/officeDocument/2006/relationships/customXml" Target="../ink/ink188.xml"/><Relationship Id="rId7" Type="http://schemas.openxmlformats.org/officeDocument/2006/relationships/customXml" Target="../ink/ink121.xml"/><Relationship Id="rId162" Type="http://schemas.openxmlformats.org/officeDocument/2006/relationships/image" Target="../media/image201.png"/><Relationship Id="rId183" Type="http://schemas.openxmlformats.org/officeDocument/2006/relationships/customXml" Target="../ink/ink209.xml"/><Relationship Id="rId24" Type="http://schemas.openxmlformats.org/officeDocument/2006/relationships/image" Target="../media/image132.png"/><Relationship Id="rId40" Type="http://schemas.openxmlformats.org/officeDocument/2006/relationships/image" Target="../media/image140.png"/><Relationship Id="rId45" Type="http://schemas.openxmlformats.org/officeDocument/2006/relationships/customXml" Target="../ink/ink140.xml"/><Relationship Id="rId66" Type="http://schemas.openxmlformats.org/officeDocument/2006/relationships/image" Target="../media/image153.png"/><Relationship Id="rId87" Type="http://schemas.openxmlformats.org/officeDocument/2006/relationships/customXml" Target="../ink/ink161.xml"/><Relationship Id="rId110" Type="http://schemas.openxmlformats.org/officeDocument/2006/relationships/image" Target="../media/image175.png"/><Relationship Id="rId115" Type="http://schemas.openxmlformats.org/officeDocument/2006/relationships/customXml" Target="../ink/ink175.xml"/><Relationship Id="rId131" Type="http://schemas.openxmlformats.org/officeDocument/2006/relationships/customXml" Target="../ink/ink183.xml"/><Relationship Id="rId136" Type="http://schemas.openxmlformats.org/officeDocument/2006/relationships/image" Target="../media/image188.png"/><Relationship Id="rId157" Type="http://schemas.openxmlformats.org/officeDocument/2006/relationships/customXml" Target="../ink/ink196.xml"/><Relationship Id="rId178" Type="http://schemas.openxmlformats.org/officeDocument/2006/relationships/image" Target="../media/image209.png"/><Relationship Id="rId61" Type="http://schemas.openxmlformats.org/officeDocument/2006/relationships/customXml" Target="../ink/ink148.xml"/><Relationship Id="rId82" Type="http://schemas.openxmlformats.org/officeDocument/2006/relationships/image" Target="../media/image161.png"/><Relationship Id="rId152" Type="http://schemas.openxmlformats.org/officeDocument/2006/relationships/image" Target="../media/image196.png"/><Relationship Id="rId173" Type="http://schemas.openxmlformats.org/officeDocument/2006/relationships/customXml" Target="../ink/ink204.xml"/><Relationship Id="rId194" Type="http://schemas.openxmlformats.org/officeDocument/2006/relationships/image" Target="../media/image217.png"/><Relationship Id="rId199" Type="http://schemas.openxmlformats.org/officeDocument/2006/relationships/customXml" Target="../ink/ink217.xml"/><Relationship Id="rId203" Type="http://schemas.openxmlformats.org/officeDocument/2006/relationships/customXml" Target="../ink/ink219.xml"/><Relationship Id="rId19" Type="http://schemas.openxmlformats.org/officeDocument/2006/relationships/customXml" Target="../ink/ink127.xml"/><Relationship Id="rId14" Type="http://schemas.openxmlformats.org/officeDocument/2006/relationships/image" Target="../media/image127.png"/><Relationship Id="rId30" Type="http://schemas.openxmlformats.org/officeDocument/2006/relationships/image" Target="../media/image135.png"/><Relationship Id="rId35" Type="http://schemas.openxmlformats.org/officeDocument/2006/relationships/customXml" Target="../ink/ink135.xml"/><Relationship Id="rId56" Type="http://schemas.openxmlformats.org/officeDocument/2006/relationships/image" Target="../media/image148.png"/><Relationship Id="rId77" Type="http://schemas.openxmlformats.org/officeDocument/2006/relationships/customXml" Target="../ink/ink156.xml"/><Relationship Id="rId100" Type="http://schemas.openxmlformats.org/officeDocument/2006/relationships/image" Target="../media/image170.png"/><Relationship Id="rId105" Type="http://schemas.openxmlformats.org/officeDocument/2006/relationships/customXml" Target="../ink/ink170.xml"/><Relationship Id="rId126" Type="http://schemas.openxmlformats.org/officeDocument/2006/relationships/image" Target="../media/image183.png"/><Relationship Id="rId147" Type="http://schemas.openxmlformats.org/officeDocument/2006/relationships/customXml" Target="../ink/ink191.xml"/><Relationship Id="rId168" Type="http://schemas.openxmlformats.org/officeDocument/2006/relationships/image" Target="../media/image204.png"/><Relationship Id="rId8" Type="http://schemas.openxmlformats.org/officeDocument/2006/relationships/image" Target="../media/image124.png"/><Relationship Id="rId51" Type="http://schemas.openxmlformats.org/officeDocument/2006/relationships/customXml" Target="../ink/ink143.xml"/><Relationship Id="rId72" Type="http://schemas.openxmlformats.org/officeDocument/2006/relationships/image" Target="../media/image156.png"/><Relationship Id="rId93" Type="http://schemas.openxmlformats.org/officeDocument/2006/relationships/customXml" Target="../ink/ink164.xml"/><Relationship Id="rId98" Type="http://schemas.openxmlformats.org/officeDocument/2006/relationships/image" Target="../media/image169.png"/><Relationship Id="rId121" Type="http://schemas.openxmlformats.org/officeDocument/2006/relationships/customXml" Target="../ink/ink178.xml"/><Relationship Id="rId142" Type="http://schemas.openxmlformats.org/officeDocument/2006/relationships/image" Target="../media/image191.png"/><Relationship Id="rId163" Type="http://schemas.openxmlformats.org/officeDocument/2006/relationships/customXml" Target="../ink/ink199.xml"/><Relationship Id="rId184" Type="http://schemas.openxmlformats.org/officeDocument/2006/relationships/image" Target="../media/image212.png"/><Relationship Id="rId189" Type="http://schemas.openxmlformats.org/officeDocument/2006/relationships/customXml" Target="../ink/ink212.xml"/><Relationship Id="rId3" Type="http://schemas.openxmlformats.org/officeDocument/2006/relationships/customXml" Target="../ink/ink119.xml"/><Relationship Id="rId25" Type="http://schemas.openxmlformats.org/officeDocument/2006/relationships/customXml" Target="../ink/ink130.xml"/><Relationship Id="rId46" Type="http://schemas.openxmlformats.org/officeDocument/2006/relationships/image" Target="../media/image143.png"/><Relationship Id="rId67" Type="http://schemas.openxmlformats.org/officeDocument/2006/relationships/customXml" Target="../ink/ink151.xml"/><Relationship Id="rId116" Type="http://schemas.openxmlformats.org/officeDocument/2006/relationships/image" Target="../media/image178.png"/><Relationship Id="rId137" Type="http://schemas.openxmlformats.org/officeDocument/2006/relationships/customXml" Target="../ink/ink186.xml"/><Relationship Id="rId158" Type="http://schemas.openxmlformats.org/officeDocument/2006/relationships/image" Target="../media/image199.png"/><Relationship Id="rId20" Type="http://schemas.openxmlformats.org/officeDocument/2006/relationships/image" Target="../media/image130.png"/><Relationship Id="rId41" Type="http://schemas.openxmlformats.org/officeDocument/2006/relationships/customXml" Target="../ink/ink138.xml"/><Relationship Id="rId62" Type="http://schemas.openxmlformats.org/officeDocument/2006/relationships/image" Target="../media/image151.png"/><Relationship Id="rId83" Type="http://schemas.openxmlformats.org/officeDocument/2006/relationships/customXml" Target="../ink/ink159.xml"/><Relationship Id="rId88" Type="http://schemas.openxmlformats.org/officeDocument/2006/relationships/image" Target="../media/image164.png"/><Relationship Id="rId111" Type="http://schemas.openxmlformats.org/officeDocument/2006/relationships/customXml" Target="../ink/ink173.xml"/><Relationship Id="rId132" Type="http://schemas.openxmlformats.org/officeDocument/2006/relationships/image" Target="../media/image186.png"/><Relationship Id="rId153" Type="http://schemas.openxmlformats.org/officeDocument/2006/relationships/customXml" Target="../ink/ink194.xml"/><Relationship Id="rId174" Type="http://schemas.openxmlformats.org/officeDocument/2006/relationships/image" Target="../media/image207.png"/><Relationship Id="rId179" Type="http://schemas.openxmlformats.org/officeDocument/2006/relationships/customXml" Target="../ink/ink207.xml"/><Relationship Id="rId195" Type="http://schemas.openxmlformats.org/officeDocument/2006/relationships/customXml" Target="../ink/ink215.xml"/><Relationship Id="rId190" Type="http://schemas.openxmlformats.org/officeDocument/2006/relationships/image" Target="../media/image215.png"/><Relationship Id="rId204" Type="http://schemas.openxmlformats.org/officeDocument/2006/relationships/image" Target="../media/image222.png"/><Relationship Id="rId15" Type="http://schemas.openxmlformats.org/officeDocument/2006/relationships/customXml" Target="../ink/ink125.xml"/><Relationship Id="rId36" Type="http://schemas.openxmlformats.org/officeDocument/2006/relationships/image" Target="../media/image138.png"/><Relationship Id="rId57" Type="http://schemas.openxmlformats.org/officeDocument/2006/relationships/customXml" Target="../ink/ink146.xml"/><Relationship Id="rId106" Type="http://schemas.openxmlformats.org/officeDocument/2006/relationships/image" Target="../media/image173.png"/><Relationship Id="rId127" Type="http://schemas.openxmlformats.org/officeDocument/2006/relationships/customXml" Target="../ink/ink181.xml"/><Relationship Id="rId10" Type="http://schemas.openxmlformats.org/officeDocument/2006/relationships/image" Target="../media/image125.png"/><Relationship Id="rId31" Type="http://schemas.openxmlformats.org/officeDocument/2006/relationships/customXml" Target="../ink/ink133.xml"/><Relationship Id="rId52" Type="http://schemas.openxmlformats.org/officeDocument/2006/relationships/image" Target="../media/image146.png"/><Relationship Id="rId73" Type="http://schemas.openxmlformats.org/officeDocument/2006/relationships/customXml" Target="../ink/ink154.xml"/><Relationship Id="rId78" Type="http://schemas.openxmlformats.org/officeDocument/2006/relationships/image" Target="../media/image159.png"/><Relationship Id="rId94" Type="http://schemas.openxmlformats.org/officeDocument/2006/relationships/image" Target="../media/image167.png"/><Relationship Id="rId99" Type="http://schemas.openxmlformats.org/officeDocument/2006/relationships/customXml" Target="../ink/ink167.xml"/><Relationship Id="rId101" Type="http://schemas.openxmlformats.org/officeDocument/2006/relationships/customXml" Target="../ink/ink168.xml"/><Relationship Id="rId122" Type="http://schemas.openxmlformats.org/officeDocument/2006/relationships/image" Target="../media/image181.png"/><Relationship Id="rId143" Type="http://schemas.openxmlformats.org/officeDocument/2006/relationships/customXml" Target="../ink/ink189.xml"/><Relationship Id="rId148" Type="http://schemas.openxmlformats.org/officeDocument/2006/relationships/image" Target="../media/image194.png"/><Relationship Id="rId164" Type="http://schemas.openxmlformats.org/officeDocument/2006/relationships/image" Target="../media/image202.png"/><Relationship Id="rId169" Type="http://schemas.openxmlformats.org/officeDocument/2006/relationships/customXml" Target="../ink/ink202.xml"/><Relationship Id="rId185" Type="http://schemas.openxmlformats.org/officeDocument/2006/relationships/customXml" Target="../ink/ink210.xml"/><Relationship Id="rId4" Type="http://schemas.openxmlformats.org/officeDocument/2006/relationships/image" Target="../media/image122.png"/><Relationship Id="rId9" Type="http://schemas.openxmlformats.org/officeDocument/2006/relationships/customXml" Target="../ink/ink122.xml"/><Relationship Id="rId180" Type="http://schemas.openxmlformats.org/officeDocument/2006/relationships/image" Target="../media/image210.png"/><Relationship Id="rId26" Type="http://schemas.openxmlformats.org/officeDocument/2006/relationships/image" Target="../media/image133.png"/><Relationship Id="rId47" Type="http://schemas.openxmlformats.org/officeDocument/2006/relationships/customXml" Target="../ink/ink141.xml"/><Relationship Id="rId68" Type="http://schemas.openxmlformats.org/officeDocument/2006/relationships/image" Target="../media/image154.png"/><Relationship Id="rId89" Type="http://schemas.openxmlformats.org/officeDocument/2006/relationships/customXml" Target="../ink/ink162.xml"/><Relationship Id="rId112" Type="http://schemas.openxmlformats.org/officeDocument/2006/relationships/image" Target="../media/image176.png"/><Relationship Id="rId133" Type="http://schemas.openxmlformats.org/officeDocument/2006/relationships/customXml" Target="../ink/ink184.xml"/><Relationship Id="rId154" Type="http://schemas.openxmlformats.org/officeDocument/2006/relationships/image" Target="../media/image197.png"/><Relationship Id="rId175" Type="http://schemas.openxmlformats.org/officeDocument/2006/relationships/customXml" Target="../ink/ink205.xml"/><Relationship Id="rId196" Type="http://schemas.openxmlformats.org/officeDocument/2006/relationships/image" Target="../media/image218.png"/><Relationship Id="rId200" Type="http://schemas.openxmlformats.org/officeDocument/2006/relationships/image" Target="../media/image220.png"/><Relationship Id="rId16" Type="http://schemas.openxmlformats.org/officeDocument/2006/relationships/image" Target="../media/image128.png"/><Relationship Id="rId37" Type="http://schemas.openxmlformats.org/officeDocument/2006/relationships/customXml" Target="../ink/ink136.xml"/><Relationship Id="rId58" Type="http://schemas.openxmlformats.org/officeDocument/2006/relationships/image" Target="../media/image149.png"/><Relationship Id="rId79" Type="http://schemas.openxmlformats.org/officeDocument/2006/relationships/customXml" Target="../ink/ink157.xml"/><Relationship Id="rId102" Type="http://schemas.openxmlformats.org/officeDocument/2006/relationships/image" Target="../media/image171.png"/><Relationship Id="rId123" Type="http://schemas.openxmlformats.org/officeDocument/2006/relationships/customXml" Target="../ink/ink179.xml"/><Relationship Id="rId144" Type="http://schemas.openxmlformats.org/officeDocument/2006/relationships/image" Target="../media/image192.png"/><Relationship Id="rId90" Type="http://schemas.openxmlformats.org/officeDocument/2006/relationships/image" Target="../media/image165.png"/><Relationship Id="rId165" Type="http://schemas.openxmlformats.org/officeDocument/2006/relationships/customXml" Target="../ink/ink200.xml"/><Relationship Id="rId186" Type="http://schemas.openxmlformats.org/officeDocument/2006/relationships/image" Target="../media/image213.png"/><Relationship Id="rId27" Type="http://schemas.openxmlformats.org/officeDocument/2006/relationships/customXml" Target="../ink/ink131.xml"/><Relationship Id="rId48" Type="http://schemas.openxmlformats.org/officeDocument/2006/relationships/image" Target="../media/image144.png"/><Relationship Id="rId69" Type="http://schemas.openxmlformats.org/officeDocument/2006/relationships/customXml" Target="../ink/ink152.xml"/><Relationship Id="rId113" Type="http://schemas.openxmlformats.org/officeDocument/2006/relationships/customXml" Target="../ink/ink174.xml"/><Relationship Id="rId134" Type="http://schemas.openxmlformats.org/officeDocument/2006/relationships/image" Target="../media/image187.png"/><Relationship Id="rId80" Type="http://schemas.openxmlformats.org/officeDocument/2006/relationships/image" Target="../media/image160.png"/><Relationship Id="rId155" Type="http://schemas.openxmlformats.org/officeDocument/2006/relationships/customXml" Target="../ink/ink195.xml"/><Relationship Id="rId176" Type="http://schemas.openxmlformats.org/officeDocument/2006/relationships/image" Target="../media/image208.png"/><Relationship Id="rId197" Type="http://schemas.openxmlformats.org/officeDocument/2006/relationships/customXml" Target="../ink/ink216.xml"/><Relationship Id="rId201" Type="http://schemas.openxmlformats.org/officeDocument/2006/relationships/customXml" Target="../ink/ink218.xml"/><Relationship Id="rId17" Type="http://schemas.openxmlformats.org/officeDocument/2006/relationships/customXml" Target="../ink/ink126.xml"/><Relationship Id="rId38" Type="http://schemas.openxmlformats.org/officeDocument/2006/relationships/image" Target="../media/image139.png"/><Relationship Id="rId59" Type="http://schemas.openxmlformats.org/officeDocument/2006/relationships/customXml" Target="../ink/ink147.xml"/><Relationship Id="rId103" Type="http://schemas.openxmlformats.org/officeDocument/2006/relationships/customXml" Target="../ink/ink169.xml"/><Relationship Id="rId124" Type="http://schemas.openxmlformats.org/officeDocument/2006/relationships/image" Target="../media/image182.png"/><Relationship Id="rId70" Type="http://schemas.openxmlformats.org/officeDocument/2006/relationships/image" Target="../media/image155.png"/><Relationship Id="rId91" Type="http://schemas.openxmlformats.org/officeDocument/2006/relationships/customXml" Target="../ink/ink163.xml"/><Relationship Id="rId145" Type="http://schemas.openxmlformats.org/officeDocument/2006/relationships/customXml" Target="../ink/ink190.xml"/><Relationship Id="rId166" Type="http://schemas.openxmlformats.org/officeDocument/2006/relationships/image" Target="../media/image203.png"/><Relationship Id="rId187" Type="http://schemas.openxmlformats.org/officeDocument/2006/relationships/customXml" Target="../ink/ink211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34.png"/><Relationship Id="rId49" Type="http://schemas.openxmlformats.org/officeDocument/2006/relationships/customXml" Target="../ink/ink142.xml"/><Relationship Id="rId114" Type="http://schemas.openxmlformats.org/officeDocument/2006/relationships/image" Target="../media/image177.png"/><Relationship Id="rId60" Type="http://schemas.openxmlformats.org/officeDocument/2006/relationships/image" Target="../media/image150.png"/><Relationship Id="rId81" Type="http://schemas.openxmlformats.org/officeDocument/2006/relationships/customXml" Target="../ink/ink158.xml"/><Relationship Id="rId135" Type="http://schemas.openxmlformats.org/officeDocument/2006/relationships/customXml" Target="../ink/ink185.xml"/><Relationship Id="rId156" Type="http://schemas.openxmlformats.org/officeDocument/2006/relationships/image" Target="../media/image198.png"/><Relationship Id="rId177" Type="http://schemas.openxmlformats.org/officeDocument/2006/relationships/customXml" Target="../ink/ink206.xml"/><Relationship Id="rId198" Type="http://schemas.openxmlformats.org/officeDocument/2006/relationships/image" Target="../media/image219.png"/><Relationship Id="rId202" Type="http://schemas.openxmlformats.org/officeDocument/2006/relationships/image" Target="../media/image221.png"/><Relationship Id="rId18" Type="http://schemas.openxmlformats.org/officeDocument/2006/relationships/image" Target="../media/image129.png"/><Relationship Id="rId39" Type="http://schemas.openxmlformats.org/officeDocument/2006/relationships/customXml" Target="../ink/ink137.xml"/><Relationship Id="rId50" Type="http://schemas.openxmlformats.org/officeDocument/2006/relationships/image" Target="../media/image145.png"/><Relationship Id="rId104" Type="http://schemas.openxmlformats.org/officeDocument/2006/relationships/image" Target="../media/image172.png"/><Relationship Id="rId125" Type="http://schemas.openxmlformats.org/officeDocument/2006/relationships/customXml" Target="../ink/ink180.xml"/><Relationship Id="rId146" Type="http://schemas.openxmlformats.org/officeDocument/2006/relationships/image" Target="../media/image193.png"/><Relationship Id="rId167" Type="http://schemas.openxmlformats.org/officeDocument/2006/relationships/customXml" Target="../ink/ink201.xml"/><Relationship Id="rId188" Type="http://schemas.openxmlformats.org/officeDocument/2006/relationships/image" Target="../media/image214.png"/><Relationship Id="rId71" Type="http://schemas.openxmlformats.org/officeDocument/2006/relationships/customXml" Target="../ink/ink153.xml"/><Relationship Id="rId92" Type="http://schemas.openxmlformats.org/officeDocument/2006/relationships/image" Target="../media/image166.png"/><Relationship Id="rId2" Type="http://schemas.openxmlformats.org/officeDocument/2006/relationships/image" Target="../media/image121.png"/><Relationship Id="rId29" Type="http://schemas.openxmlformats.org/officeDocument/2006/relationships/customXml" Target="../ink/ink13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2.xml"/><Relationship Id="rId21" Type="http://schemas.openxmlformats.org/officeDocument/2006/relationships/image" Target="../media/image234.png"/><Relationship Id="rId42" Type="http://schemas.openxmlformats.org/officeDocument/2006/relationships/customXml" Target="../ink/ink240.xml"/><Relationship Id="rId47" Type="http://schemas.openxmlformats.org/officeDocument/2006/relationships/image" Target="../media/image247.png"/><Relationship Id="rId63" Type="http://schemas.openxmlformats.org/officeDocument/2006/relationships/image" Target="../media/image255.png"/><Relationship Id="rId68" Type="http://schemas.openxmlformats.org/officeDocument/2006/relationships/customXml" Target="../ink/ink253.xml"/><Relationship Id="rId84" Type="http://schemas.openxmlformats.org/officeDocument/2006/relationships/customXml" Target="../ink/ink261.xml"/><Relationship Id="rId89" Type="http://schemas.openxmlformats.org/officeDocument/2006/relationships/image" Target="../media/image268.png"/><Relationship Id="rId16" Type="http://schemas.openxmlformats.org/officeDocument/2006/relationships/customXml" Target="../ink/ink227.xml"/><Relationship Id="rId11" Type="http://schemas.openxmlformats.org/officeDocument/2006/relationships/image" Target="../media/image229.png"/><Relationship Id="rId32" Type="http://schemas.openxmlformats.org/officeDocument/2006/relationships/customXml" Target="../ink/ink235.xml"/><Relationship Id="rId37" Type="http://schemas.openxmlformats.org/officeDocument/2006/relationships/image" Target="../media/image242.png"/><Relationship Id="rId53" Type="http://schemas.openxmlformats.org/officeDocument/2006/relationships/image" Target="../media/image250.png"/><Relationship Id="rId58" Type="http://schemas.openxmlformats.org/officeDocument/2006/relationships/customXml" Target="../ink/ink248.xml"/><Relationship Id="rId74" Type="http://schemas.openxmlformats.org/officeDocument/2006/relationships/customXml" Target="../ink/ink256.xml"/><Relationship Id="rId79" Type="http://schemas.openxmlformats.org/officeDocument/2006/relationships/image" Target="../media/image263.png"/><Relationship Id="rId5" Type="http://schemas.openxmlformats.org/officeDocument/2006/relationships/image" Target="../media/image226.png"/><Relationship Id="rId90" Type="http://schemas.openxmlformats.org/officeDocument/2006/relationships/customXml" Target="../ink/ink264.xml"/><Relationship Id="rId95" Type="http://schemas.openxmlformats.org/officeDocument/2006/relationships/image" Target="../media/image271.png"/><Relationship Id="rId22" Type="http://schemas.openxmlformats.org/officeDocument/2006/relationships/customXml" Target="../ink/ink230.xml"/><Relationship Id="rId27" Type="http://schemas.openxmlformats.org/officeDocument/2006/relationships/image" Target="../media/image237.png"/><Relationship Id="rId43" Type="http://schemas.openxmlformats.org/officeDocument/2006/relationships/image" Target="../media/image245.png"/><Relationship Id="rId48" Type="http://schemas.openxmlformats.org/officeDocument/2006/relationships/customXml" Target="../ink/ink243.xml"/><Relationship Id="rId64" Type="http://schemas.openxmlformats.org/officeDocument/2006/relationships/customXml" Target="../ink/ink251.xml"/><Relationship Id="rId69" Type="http://schemas.openxmlformats.org/officeDocument/2006/relationships/image" Target="../media/image258.png"/><Relationship Id="rId80" Type="http://schemas.openxmlformats.org/officeDocument/2006/relationships/customXml" Target="../ink/ink259.xml"/><Relationship Id="rId85" Type="http://schemas.openxmlformats.org/officeDocument/2006/relationships/image" Target="../media/image266.png"/><Relationship Id="rId3" Type="http://schemas.openxmlformats.org/officeDocument/2006/relationships/image" Target="../media/image225.png"/><Relationship Id="rId12" Type="http://schemas.openxmlformats.org/officeDocument/2006/relationships/customXml" Target="../ink/ink225.xml"/><Relationship Id="rId17" Type="http://schemas.openxmlformats.org/officeDocument/2006/relationships/image" Target="../media/image232.png"/><Relationship Id="rId25" Type="http://schemas.openxmlformats.org/officeDocument/2006/relationships/image" Target="../media/image236.png"/><Relationship Id="rId33" Type="http://schemas.openxmlformats.org/officeDocument/2006/relationships/image" Target="../media/image240.png"/><Relationship Id="rId38" Type="http://schemas.openxmlformats.org/officeDocument/2006/relationships/customXml" Target="../ink/ink238.xml"/><Relationship Id="rId46" Type="http://schemas.openxmlformats.org/officeDocument/2006/relationships/customXml" Target="../ink/ink242.xml"/><Relationship Id="rId59" Type="http://schemas.openxmlformats.org/officeDocument/2006/relationships/image" Target="../media/image253.png"/><Relationship Id="rId67" Type="http://schemas.openxmlformats.org/officeDocument/2006/relationships/image" Target="../media/image257.png"/><Relationship Id="rId20" Type="http://schemas.openxmlformats.org/officeDocument/2006/relationships/customXml" Target="../ink/ink229.xml"/><Relationship Id="rId41" Type="http://schemas.openxmlformats.org/officeDocument/2006/relationships/image" Target="../media/image244.png"/><Relationship Id="rId54" Type="http://schemas.openxmlformats.org/officeDocument/2006/relationships/customXml" Target="../ink/ink246.xml"/><Relationship Id="rId62" Type="http://schemas.openxmlformats.org/officeDocument/2006/relationships/customXml" Target="../ink/ink250.xml"/><Relationship Id="rId70" Type="http://schemas.openxmlformats.org/officeDocument/2006/relationships/customXml" Target="../ink/ink254.xml"/><Relationship Id="rId75" Type="http://schemas.openxmlformats.org/officeDocument/2006/relationships/image" Target="../media/image261.png"/><Relationship Id="rId83" Type="http://schemas.openxmlformats.org/officeDocument/2006/relationships/image" Target="../media/image265.png"/><Relationship Id="rId88" Type="http://schemas.openxmlformats.org/officeDocument/2006/relationships/customXml" Target="../ink/ink263.xml"/><Relationship Id="rId91" Type="http://schemas.openxmlformats.org/officeDocument/2006/relationships/image" Target="../media/image269.png"/><Relationship Id="rId96" Type="http://schemas.openxmlformats.org/officeDocument/2006/relationships/customXml" Target="../ink/ink2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2.xml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28" Type="http://schemas.openxmlformats.org/officeDocument/2006/relationships/customXml" Target="../ink/ink233.xml"/><Relationship Id="rId36" Type="http://schemas.openxmlformats.org/officeDocument/2006/relationships/customXml" Target="../ink/ink237.xml"/><Relationship Id="rId49" Type="http://schemas.openxmlformats.org/officeDocument/2006/relationships/image" Target="../media/image248.png"/><Relationship Id="rId57" Type="http://schemas.openxmlformats.org/officeDocument/2006/relationships/image" Target="../media/image252.png"/><Relationship Id="rId10" Type="http://schemas.openxmlformats.org/officeDocument/2006/relationships/customXml" Target="../ink/ink224.xml"/><Relationship Id="rId31" Type="http://schemas.openxmlformats.org/officeDocument/2006/relationships/image" Target="../media/image239.png"/><Relationship Id="rId44" Type="http://schemas.openxmlformats.org/officeDocument/2006/relationships/customXml" Target="../ink/ink241.xml"/><Relationship Id="rId52" Type="http://schemas.openxmlformats.org/officeDocument/2006/relationships/customXml" Target="../ink/ink245.xml"/><Relationship Id="rId60" Type="http://schemas.openxmlformats.org/officeDocument/2006/relationships/customXml" Target="../ink/ink249.xml"/><Relationship Id="rId65" Type="http://schemas.openxmlformats.org/officeDocument/2006/relationships/image" Target="../media/image256.png"/><Relationship Id="rId73" Type="http://schemas.openxmlformats.org/officeDocument/2006/relationships/image" Target="../media/image260.png"/><Relationship Id="rId78" Type="http://schemas.openxmlformats.org/officeDocument/2006/relationships/customXml" Target="../ink/ink258.xml"/><Relationship Id="rId81" Type="http://schemas.openxmlformats.org/officeDocument/2006/relationships/image" Target="../media/image264.png"/><Relationship Id="rId86" Type="http://schemas.openxmlformats.org/officeDocument/2006/relationships/customXml" Target="../ink/ink262.xml"/><Relationship Id="rId94" Type="http://schemas.openxmlformats.org/officeDocument/2006/relationships/customXml" Target="../ink/ink266.xml"/><Relationship Id="rId4" Type="http://schemas.openxmlformats.org/officeDocument/2006/relationships/customXml" Target="../ink/ink221.xml"/><Relationship Id="rId9" Type="http://schemas.openxmlformats.org/officeDocument/2006/relationships/image" Target="../media/image228.png"/><Relationship Id="rId13" Type="http://schemas.openxmlformats.org/officeDocument/2006/relationships/image" Target="../media/image230.png"/><Relationship Id="rId18" Type="http://schemas.openxmlformats.org/officeDocument/2006/relationships/customXml" Target="../ink/ink228.xml"/><Relationship Id="rId39" Type="http://schemas.openxmlformats.org/officeDocument/2006/relationships/image" Target="../media/image243.png"/><Relationship Id="rId34" Type="http://schemas.openxmlformats.org/officeDocument/2006/relationships/customXml" Target="../ink/ink236.xml"/><Relationship Id="rId50" Type="http://schemas.openxmlformats.org/officeDocument/2006/relationships/customXml" Target="../ink/ink244.xml"/><Relationship Id="rId55" Type="http://schemas.openxmlformats.org/officeDocument/2006/relationships/image" Target="../media/image251.png"/><Relationship Id="rId76" Type="http://schemas.openxmlformats.org/officeDocument/2006/relationships/customXml" Target="../ink/ink257.xml"/><Relationship Id="rId97" Type="http://schemas.openxmlformats.org/officeDocument/2006/relationships/image" Target="../media/image272.png"/><Relationship Id="rId7" Type="http://schemas.openxmlformats.org/officeDocument/2006/relationships/image" Target="../media/image227.png"/><Relationship Id="rId71" Type="http://schemas.openxmlformats.org/officeDocument/2006/relationships/image" Target="../media/image259.png"/><Relationship Id="rId92" Type="http://schemas.openxmlformats.org/officeDocument/2006/relationships/customXml" Target="../ink/ink265.xml"/><Relationship Id="rId2" Type="http://schemas.openxmlformats.org/officeDocument/2006/relationships/image" Target="../media/image224.png"/><Relationship Id="rId29" Type="http://schemas.openxmlformats.org/officeDocument/2006/relationships/image" Target="../media/image238.png"/><Relationship Id="rId24" Type="http://schemas.openxmlformats.org/officeDocument/2006/relationships/customXml" Target="../ink/ink231.xml"/><Relationship Id="rId40" Type="http://schemas.openxmlformats.org/officeDocument/2006/relationships/customXml" Target="../ink/ink239.xml"/><Relationship Id="rId45" Type="http://schemas.openxmlformats.org/officeDocument/2006/relationships/image" Target="../media/image246.png"/><Relationship Id="rId66" Type="http://schemas.openxmlformats.org/officeDocument/2006/relationships/customXml" Target="../ink/ink252.xml"/><Relationship Id="rId87" Type="http://schemas.openxmlformats.org/officeDocument/2006/relationships/image" Target="../media/image267.png"/><Relationship Id="rId61" Type="http://schemas.openxmlformats.org/officeDocument/2006/relationships/image" Target="../media/image254.png"/><Relationship Id="rId82" Type="http://schemas.openxmlformats.org/officeDocument/2006/relationships/customXml" Target="../ink/ink260.xml"/><Relationship Id="rId19" Type="http://schemas.openxmlformats.org/officeDocument/2006/relationships/image" Target="../media/image233.png"/><Relationship Id="rId14" Type="http://schemas.openxmlformats.org/officeDocument/2006/relationships/customXml" Target="../ink/ink226.xml"/><Relationship Id="rId30" Type="http://schemas.openxmlformats.org/officeDocument/2006/relationships/customXml" Target="../ink/ink234.xml"/><Relationship Id="rId35" Type="http://schemas.openxmlformats.org/officeDocument/2006/relationships/image" Target="../media/image241.png"/><Relationship Id="rId56" Type="http://schemas.openxmlformats.org/officeDocument/2006/relationships/customXml" Target="../ink/ink247.xml"/><Relationship Id="rId77" Type="http://schemas.openxmlformats.org/officeDocument/2006/relationships/image" Target="../media/image262.png"/><Relationship Id="rId8" Type="http://schemas.openxmlformats.org/officeDocument/2006/relationships/customXml" Target="../ink/ink223.xml"/><Relationship Id="rId51" Type="http://schemas.openxmlformats.org/officeDocument/2006/relationships/image" Target="../media/image249.png"/><Relationship Id="rId72" Type="http://schemas.openxmlformats.org/officeDocument/2006/relationships/customXml" Target="../ink/ink255.xml"/><Relationship Id="rId93" Type="http://schemas.openxmlformats.org/officeDocument/2006/relationships/image" Target="../media/image27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6.png"/><Relationship Id="rId21" Type="http://schemas.openxmlformats.org/officeDocument/2006/relationships/customXml" Target="../ink/ink277.xml"/><Relationship Id="rId42" Type="http://schemas.openxmlformats.org/officeDocument/2006/relationships/image" Target="../media/image294.png"/><Relationship Id="rId47" Type="http://schemas.openxmlformats.org/officeDocument/2006/relationships/customXml" Target="../ink/ink290.xml"/><Relationship Id="rId63" Type="http://schemas.openxmlformats.org/officeDocument/2006/relationships/customXml" Target="../ink/ink298.xml"/><Relationship Id="rId68" Type="http://schemas.openxmlformats.org/officeDocument/2006/relationships/image" Target="../media/image307.png"/><Relationship Id="rId16" Type="http://schemas.openxmlformats.org/officeDocument/2006/relationships/image" Target="../media/image281.png"/><Relationship Id="rId11" Type="http://schemas.openxmlformats.org/officeDocument/2006/relationships/customXml" Target="../ink/ink272.xml"/><Relationship Id="rId32" Type="http://schemas.openxmlformats.org/officeDocument/2006/relationships/image" Target="../media/image289.png"/><Relationship Id="rId37" Type="http://schemas.openxmlformats.org/officeDocument/2006/relationships/customXml" Target="../ink/ink285.xml"/><Relationship Id="rId53" Type="http://schemas.openxmlformats.org/officeDocument/2006/relationships/customXml" Target="../ink/ink293.xml"/><Relationship Id="rId58" Type="http://schemas.openxmlformats.org/officeDocument/2006/relationships/image" Target="../media/image302.png"/><Relationship Id="rId74" Type="http://schemas.openxmlformats.org/officeDocument/2006/relationships/image" Target="../media/image310.png"/><Relationship Id="rId79" Type="http://schemas.openxmlformats.org/officeDocument/2006/relationships/customXml" Target="../ink/ink306.xml"/><Relationship Id="rId5" Type="http://schemas.openxmlformats.org/officeDocument/2006/relationships/customXml" Target="../ink/ink269.xml"/><Relationship Id="rId61" Type="http://schemas.openxmlformats.org/officeDocument/2006/relationships/customXml" Target="../ink/ink297.xml"/><Relationship Id="rId82" Type="http://schemas.openxmlformats.org/officeDocument/2006/relationships/image" Target="../media/image314.png"/><Relationship Id="rId19" Type="http://schemas.openxmlformats.org/officeDocument/2006/relationships/customXml" Target="../ink/ink276.xml"/><Relationship Id="rId14" Type="http://schemas.openxmlformats.org/officeDocument/2006/relationships/image" Target="../media/image280.png"/><Relationship Id="rId22" Type="http://schemas.openxmlformats.org/officeDocument/2006/relationships/image" Target="../media/image284.png"/><Relationship Id="rId27" Type="http://schemas.openxmlformats.org/officeDocument/2006/relationships/customXml" Target="../ink/ink280.xml"/><Relationship Id="rId30" Type="http://schemas.openxmlformats.org/officeDocument/2006/relationships/image" Target="../media/image288.png"/><Relationship Id="rId35" Type="http://schemas.openxmlformats.org/officeDocument/2006/relationships/customXml" Target="../ink/ink284.xml"/><Relationship Id="rId43" Type="http://schemas.openxmlformats.org/officeDocument/2006/relationships/customXml" Target="../ink/ink288.xml"/><Relationship Id="rId48" Type="http://schemas.openxmlformats.org/officeDocument/2006/relationships/image" Target="../media/image297.png"/><Relationship Id="rId56" Type="http://schemas.openxmlformats.org/officeDocument/2006/relationships/image" Target="../media/image301.png"/><Relationship Id="rId64" Type="http://schemas.openxmlformats.org/officeDocument/2006/relationships/image" Target="../media/image305.png"/><Relationship Id="rId69" Type="http://schemas.openxmlformats.org/officeDocument/2006/relationships/customXml" Target="../ink/ink301.xml"/><Relationship Id="rId77" Type="http://schemas.openxmlformats.org/officeDocument/2006/relationships/customXml" Target="../ink/ink305.xml"/><Relationship Id="rId8" Type="http://schemas.openxmlformats.org/officeDocument/2006/relationships/image" Target="../media/image277.png"/><Relationship Id="rId51" Type="http://schemas.openxmlformats.org/officeDocument/2006/relationships/customXml" Target="../ink/ink292.xml"/><Relationship Id="rId72" Type="http://schemas.openxmlformats.org/officeDocument/2006/relationships/image" Target="../media/image309.png"/><Relationship Id="rId80" Type="http://schemas.openxmlformats.org/officeDocument/2006/relationships/image" Target="../media/image313.png"/><Relationship Id="rId3" Type="http://schemas.openxmlformats.org/officeDocument/2006/relationships/customXml" Target="../ink/ink268.xml"/><Relationship Id="rId12" Type="http://schemas.openxmlformats.org/officeDocument/2006/relationships/image" Target="../media/image279.png"/><Relationship Id="rId17" Type="http://schemas.openxmlformats.org/officeDocument/2006/relationships/customXml" Target="../ink/ink275.xml"/><Relationship Id="rId25" Type="http://schemas.openxmlformats.org/officeDocument/2006/relationships/customXml" Target="../ink/ink279.xml"/><Relationship Id="rId33" Type="http://schemas.openxmlformats.org/officeDocument/2006/relationships/customXml" Target="../ink/ink283.xml"/><Relationship Id="rId38" Type="http://schemas.openxmlformats.org/officeDocument/2006/relationships/image" Target="../media/image292.png"/><Relationship Id="rId46" Type="http://schemas.openxmlformats.org/officeDocument/2006/relationships/image" Target="../media/image296.png"/><Relationship Id="rId59" Type="http://schemas.openxmlformats.org/officeDocument/2006/relationships/customXml" Target="../ink/ink296.xml"/><Relationship Id="rId67" Type="http://schemas.openxmlformats.org/officeDocument/2006/relationships/customXml" Target="../ink/ink300.xml"/><Relationship Id="rId20" Type="http://schemas.openxmlformats.org/officeDocument/2006/relationships/image" Target="../media/image283.png"/><Relationship Id="rId41" Type="http://schemas.openxmlformats.org/officeDocument/2006/relationships/customXml" Target="../ink/ink287.xml"/><Relationship Id="rId54" Type="http://schemas.openxmlformats.org/officeDocument/2006/relationships/image" Target="../media/image300.png"/><Relationship Id="rId62" Type="http://schemas.openxmlformats.org/officeDocument/2006/relationships/image" Target="../media/image304.png"/><Relationship Id="rId70" Type="http://schemas.openxmlformats.org/officeDocument/2006/relationships/image" Target="../media/image308.png"/><Relationship Id="rId75" Type="http://schemas.openxmlformats.org/officeDocument/2006/relationships/customXml" Target="../ink/ink3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15" Type="http://schemas.openxmlformats.org/officeDocument/2006/relationships/customXml" Target="../ink/ink274.xml"/><Relationship Id="rId23" Type="http://schemas.openxmlformats.org/officeDocument/2006/relationships/customXml" Target="../ink/ink278.xml"/><Relationship Id="rId28" Type="http://schemas.openxmlformats.org/officeDocument/2006/relationships/image" Target="../media/image287.png"/><Relationship Id="rId36" Type="http://schemas.openxmlformats.org/officeDocument/2006/relationships/image" Target="../media/image291.png"/><Relationship Id="rId49" Type="http://schemas.openxmlformats.org/officeDocument/2006/relationships/customXml" Target="../ink/ink291.xml"/><Relationship Id="rId57" Type="http://schemas.openxmlformats.org/officeDocument/2006/relationships/customXml" Target="../ink/ink295.xml"/><Relationship Id="rId10" Type="http://schemas.openxmlformats.org/officeDocument/2006/relationships/image" Target="../media/image278.png"/><Relationship Id="rId31" Type="http://schemas.openxmlformats.org/officeDocument/2006/relationships/customXml" Target="../ink/ink282.xml"/><Relationship Id="rId44" Type="http://schemas.openxmlformats.org/officeDocument/2006/relationships/image" Target="../media/image295.png"/><Relationship Id="rId52" Type="http://schemas.openxmlformats.org/officeDocument/2006/relationships/image" Target="../media/image299.png"/><Relationship Id="rId60" Type="http://schemas.openxmlformats.org/officeDocument/2006/relationships/image" Target="../media/image303.png"/><Relationship Id="rId65" Type="http://schemas.openxmlformats.org/officeDocument/2006/relationships/customXml" Target="../ink/ink299.xml"/><Relationship Id="rId73" Type="http://schemas.openxmlformats.org/officeDocument/2006/relationships/customXml" Target="../ink/ink303.xml"/><Relationship Id="rId78" Type="http://schemas.openxmlformats.org/officeDocument/2006/relationships/image" Target="../media/image312.png"/><Relationship Id="rId81" Type="http://schemas.openxmlformats.org/officeDocument/2006/relationships/customXml" Target="../ink/ink307.xml"/><Relationship Id="rId4" Type="http://schemas.openxmlformats.org/officeDocument/2006/relationships/image" Target="../media/image275.png"/><Relationship Id="rId9" Type="http://schemas.openxmlformats.org/officeDocument/2006/relationships/customXml" Target="../ink/ink271.xml"/><Relationship Id="rId13" Type="http://schemas.openxmlformats.org/officeDocument/2006/relationships/customXml" Target="../ink/ink273.xml"/><Relationship Id="rId18" Type="http://schemas.openxmlformats.org/officeDocument/2006/relationships/image" Target="../media/image282.png"/><Relationship Id="rId39" Type="http://schemas.openxmlformats.org/officeDocument/2006/relationships/customXml" Target="../ink/ink286.xml"/><Relationship Id="rId34" Type="http://schemas.openxmlformats.org/officeDocument/2006/relationships/image" Target="../media/image290.png"/><Relationship Id="rId50" Type="http://schemas.openxmlformats.org/officeDocument/2006/relationships/image" Target="../media/image298.png"/><Relationship Id="rId55" Type="http://schemas.openxmlformats.org/officeDocument/2006/relationships/customXml" Target="../ink/ink294.xml"/><Relationship Id="rId76" Type="http://schemas.openxmlformats.org/officeDocument/2006/relationships/image" Target="../media/image311.png"/><Relationship Id="rId7" Type="http://schemas.openxmlformats.org/officeDocument/2006/relationships/customXml" Target="../ink/ink270.xml"/><Relationship Id="rId71" Type="http://schemas.openxmlformats.org/officeDocument/2006/relationships/customXml" Target="../ink/ink302.xml"/><Relationship Id="rId2" Type="http://schemas.openxmlformats.org/officeDocument/2006/relationships/image" Target="../media/image274.png"/><Relationship Id="rId29" Type="http://schemas.openxmlformats.org/officeDocument/2006/relationships/customXml" Target="../ink/ink281.xml"/><Relationship Id="rId24" Type="http://schemas.openxmlformats.org/officeDocument/2006/relationships/image" Target="../media/image285.png"/><Relationship Id="rId40" Type="http://schemas.openxmlformats.org/officeDocument/2006/relationships/image" Target="../media/image293.png"/><Relationship Id="rId45" Type="http://schemas.openxmlformats.org/officeDocument/2006/relationships/customXml" Target="../ink/ink289.xml"/><Relationship Id="rId66" Type="http://schemas.openxmlformats.org/officeDocument/2006/relationships/image" Target="../media/image30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3.xml"/><Relationship Id="rId18" Type="http://schemas.openxmlformats.org/officeDocument/2006/relationships/image" Target="../media/image323.png"/><Relationship Id="rId26" Type="http://schemas.openxmlformats.org/officeDocument/2006/relationships/image" Target="../media/image327.png"/><Relationship Id="rId39" Type="http://schemas.openxmlformats.org/officeDocument/2006/relationships/customXml" Target="../ink/ink326.xml"/><Relationship Id="rId21" Type="http://schemas.openxmlformats.org/officeDocument/2006/relationships/customXml" Target="../ink/ink317.xml"/><Relationship Id="rId34" Type="http://schemas.openxmlformats.org/officeDocument/2006/relationships/image" Target="../media/image331.png"/><Relationship Id="rId42" Type="http://schemas.openxmlformats.org/officeDocument/2006/relationships/image" Target="../media/image335.png"/><Relationship Id="rId7" Type="http://schemas.openxmlformats.org/officeDocument/2006/relationships/customXml" Target="../ink/ink310.xml"/><Relationship Id="rId2" Type="http://schemas.openxmlformats.org/officeDocument/2006/relationships/image" Target="../media/image315.png"/><Relationship Id="rId16" Type="http://schemas.openxmlformats.org/officeDocument/2006/relationships/image" Target="../media/image322.png"/><Relationship Id="rId20" Type="http://schemas.openxmlformats.org/officeDocument/2006/relationships/image" Target="../media/image324.png"/><Relationship Id="rId29" Type="http://schemas.openxmlformats.org/officeDocument/2006/relationships/customXml" Target="../ink/ink321.xml"/><Relationship Id="rId41" Type="http://schemas.openxmlformats.org/officeDocument/2006/relationships/customXml" Target="../ink/ink3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7.png"/><Relationship Id="rId11" Type="http://schemas.openxmlformats.org/officeDocument/2006/relationships/customXml" Target="../ink/ink312.xml"/><Relationship Id="rId24" Type="http://schemas.openxmlformats.org/officeDocument/2006/relationships/image" Target="../media/image326.png"/><Relationship Id="rId32" Type="http://schemas.openxmlformats.org/officeDocument/2006/relationships/image" Target="../media/image330.png"/><Relationship Id="rId37" Type="http://schemas.openxmlformats.org/officeDocument/2006/relationships/customXml" Target="../ink/ink325.xml"/><Relationship Id="rId40" Type="http://schemas.openxmlformats.org/officeDocument/2006/relationships/image" Target="../media/image334.png"/><Relationship Id="rId5" Type="http://schemas.openxmlformats.org/officeDocument/2006/relationships/customXml" Target="../ink/ink309.xml"/><Relationship Id="rId15" Type="http://schemas.openxmlformats.org/officeDocument/2006/relationships/customXml" Target="../ink/ink314.xml"/><Relationship Id="rId23" Type="http://schemas.openxmlformats.org/officeDocument/2006/relationships/customXml" Target="../ink/ink318.xml"/><Relationship Id="rId28" Type="http://schemas.openxmlformats.org/officeDocument/2006/relationships/image" Target="../media/image328.png"/><Relationship Id="rId36" Type="http://schemas.openxmlformats.org/officeDocument/2006/relationships/image" Target="../media/image332.png"/><Relationship Id="rId10" Type="http://schemas.openxmlformats.org/officeDocument/2006/relationships/image" Target="../media/image319.png"/><Relationship Id="rId19" Type="http://schemas.openxmlformats.org/officeDocument/2006/relationships/customXml" Target="../ink/ink316.xml"/><Relationship Id="rId31" Type="http://schemas.openxmlformats.org/officeDocument/2006/relationships/customXml" Target="../ink/ink322.xml"/><Relationship Id="rId44" Type="http://schemas.openxmlformats.org/officeDocument/2006/relationships/image" Target="../media/image336.png"/><Relationship Id="rId4" Type="http://schemas.openxmlformats.org/officeDocument/2006/relationships/image" Target="../media/image316.png"/><Relationship Id="rId9" Type="http://schemas.openxmlformats.org/officeDocument/2006/relationships/customXml" Target="../ink/ink311.xml"/><Relationship Id="rId14" Type="http://schemas.openxmlformats.org/officeDocument/2006/relationships/image" Target="../media/image321.png"/><Relationship Id="rId22" Type="http://schemas.openxmlformats.org/officeDocument/2006/relationships/image" Target="../media/image325.png"/><Relationship Id="rId27" Type="http://schemas.openxmlformats.org/officeDocument/2006/relationships/customXml" Target="../ink/ink320.xml"/><Relationship Id="rId30" Type="http://schemas.openxmlformats.org/officeDocument/2006/relationships/image" Target="../media/image329.png"/><Relationship Id="rId35" Type="http://schemas.openxmlformats.org/officeDocument/2006/relationships/customXml" Target="../ink/ink324.xml"/><Relationship Id="rId43" Type="http://schemas.openxmlformats.org/officeDocument/2006/relationships/customXml" Target="../ink/ink328.xml"/><Relationship Id="rId8" Type="http://schemas.openxmlformats.org/officeDocument/2006/relationships/image" Target="../media/image318.png"/><Relationship Id="rId3" Type="http://schemas.openxmlformats.org/officeDocument/2006/relationships/customXml" Target="../ink/ink308.xml"/><Relationship Id="rId12" Type="http://schemas.openxmlformats.org/officeDocument/2006/relationships/image" Target="../media/image320.png"/><Relationship Id="rId17" Type="http://schemas.openxmlformats.org/officeDocument/2006/relationships/customXml" Target="../ink/ink315.xml"/><Relationship Id="rId25" Type="http://schemas.openxmlformats.org/officeDocument/2006/relationships/customXml" Target="../ink/ink319.xml"/><Relationship Id="rId33" Type="http://schemas.openxmlformats.org/officeDocument/2006/relationships/customXml" Target="../ink/ink323.xml"/><Relationship Id="rId38" Type="http://schemas.openxmlformats.org/officeDocument/2006/relationships/image" Target="../media/image333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4.png"/><Relationship Id="rId299" Type="http://schemas.openxmlformats.org/officeDocument/2006/relationships/image" Target="../media/image485.png"/><Relationship Id="rId21" Type="http://schemas.openxmlformats.org/officeDocument/2006/relationships/image" Target="../media/image346.png"/><Relationship Id="rId63" Type="http://schemas.openxmlformats.org/officeDocument/2006/relationships/image" Target="../media/image367.png"/><Relationship Id="rId159" Type="http://schemas.openxmlformats.org/officeDocument/2006/relationships/image" Target="../media/image415.png"/><Relationship Id="rId324" Type="http://schemas.openxmlformats.org/officeDocument/2006/relationships/customXml" Target="../ink/ink489.xml"/><Relationship Id="rId366" Type="http://schemas.openxmlformats.org/officeDocument/2006/relationships/customXml" Target="../ink/ink510.xml"/><Relationship Id="rId170" Type="http://schemas.openxmlformats.org/officeDocument/2006/relationships/customXml" Target="../ink/ink412.xml"/><Relationship Id="rId226" Type="http://schemas.openxmlformats.org/officeDocument/2006/relationships/customXml" Target="../ink/ink440.xml"/><Relationship Id="rId268" Type="http://schemas.openxmlformats.org/officeDocument/2006/relationships/customXml" Target="../ink/ink461.xml"/><Relationship Id="rId32" Type="http://schemas.openxmlformats.org/officeDocument/2006/relationships/customXml" Target="../ink/ink343.xml"/><Relationship Id="rId74" Type="http://schemas.openxmlformats.org/officeDocument/2006/relationships/customXml" Target="../ink/ink364.xml"/><Relationship Id="rId128" Type="http://schemas.openxmlformats.org/officeDocument/2006/relationships/customXml" Target="../ink/ink391.xml"/><Relationship Id="rId335" Type="http://schemas.openxmlformats.org/officeDocument/2006/relationships/image" Target="../media/image503.png"/><Relationship Id="rId377" Type="http://schemas.openxmlformats.org/officeDocument/2006/relationships/image" Target="../media/image524.png"/><Relationship Id="rId5" Type="http://schemas.openxmlformats.org/officeDocument/2006/relationships/image" Target="../media/image338.png"/><Relationship Id="rId181" Type="http://schemas.openxmlformats.org/officeDocument/2006/relationships/image" Target="../media/image426.png"/><Relationship Id="rId237" Type="http://schemas.openxmlformats.org/officeDocument/2006/relationships/image" Target="../media/image454.png"/><Relationship Id="rId402" Type="http://schemas.openxmlformats.org/officeDocument/2006/relationships/image" Target="../media/image536.png"/><Relationship Id="rId279" Type="http://schemas.openxmlformats.org/officeDocument/2006/relationships/image" Target="../media/image475.png"/><Relationship Id="rId43" Type="http://schemas.openxmlformats.org/officeDocument/2006/relationships/image" Target="../media/image357.png"/><Relationship Id="rId139" Type="http://schemas.openxmlformats.org/officeDocument/2006/relationships/image" Target="../media/image405.png"/><Relationship Id="rId290" Type="http://schemas.openxmlformats.org/officeDocument/2006/relationships/customXml" Target="../ink/ink472.xml"/><Relationship Id="rId304" Type="http://schemas.openxmlformats.org/officeDocument/2006/relationships/customXml" Target="../ink/ink479.xml"/><Relationship Id="rId346" Type="http://schemas.openxmlformats.org/officeDocument/2006/relationships/customXml" Target="../ink/ink500.xml"/><Relationship Id="rId388" Type="http://schemas.openxmlformats.org/officeDocument/2006/relationships/image" Target="../media/image529.png"/><Relationship Id="rId85" Type="http://schemas.openxmlformats.org/officeDocument/2006/relationships/image" Target="../media/image378.png"/><Relationship Id="rId150" Type="http://schemas.openxmlformats.org/officeDocument/2006/relationships/customXml" Target="../ink/ink402.xml"/><Relationship Id="rId192" Type="http://schemas.openxmlformats.org/officeDocument/2006/relationships/customXml" Target="../ink/ink423.xml"/><Relationship Id="rId206" Type="http://schemas.openxmlformats.org/officeDocument/2006/relationships/customXml" Target="../ink/ink430.xml"/><Relationship Id="rId413" Type="http://schemas.openxmlformats.org/officeDocument/2006/relationships/customXml" Target="../ink/ink534.xml"/><Relationship Id="rId248" Type="http://schemas.openxmlformats.org/officeDocument/2006/relationships/customXml" Target="../ink/ink451.xml"/><Relationship Id="rId12" Type="http://schemas.openxmlformats.org/officeDocument/2006/relationships/customXml" Target="../ink/ink333.xml"/><Relationship Id="rId108" Type="http://schemas.openxmlformats.org/officeDocument/2006/relationships/customXml" Target="../ink/ink381.xml"/><Relationship Id="rId315" Type="http://schemas.openxmlformats.org/officeDocument/2006/relationships/image" Target="../media/image493.png"/><Relationship Id="rId357" Type="http://schemas.openxmlformats.org/officeDocument/2006/relationships/image" Target="../media/image514.png"/><Relationship Id="rId54" Type="http://schemas.openxmlformats.org/officeDocument/2006/relationships/customXml" Target="../ink/ink354.xml"/><Relationship Id="rId96" Type="http://schemas.openxmlformats.org/officeDocument/2006/relationships/customXml" Target="../ink/ink375.xml"/><Relationship Id="rId161" Type="http://schemas.openxmlformats.org/officeDocument/2006/relationships/image" Target="../media/image416.png"/><Relationship Id="rId217" Type="http://schemas.openxmlformats.org/officeDocument/2006/relationships/image" Target="../media/image444.png"/><Relationship Id="rId399" Type="http://schemas.openxmlformats.org/officeDocument/2006/relationships/customXml" Target="../ink/ink527.xml"/><Relationship Id="rId259" Type="http://schemas.openxmlformats.org/officeDocument/2006/relationships/image" Target="../media/image465.png"/><Relationship Id="rId424" Type="http://schemas.openxmlformats.org/officeDocument/2006/relationships/image" Target="../media/image547.png"/><Relationship Id="rId23" Type="http://schemas.openxmlformats.org/officeDocument/2006/relationships/image" Target="../media/image347.png"/><Relationship Id="rId119" Type="http://schemas.openxmlformats.org/officeDocument/2006/relationships/image" Target="../media/image395.png"/><Relationship Id="rId270" Type="http://schemas.openxmlformats.org/officeDocument/2006/relationships/customXml" Target="../ink/ink462.xml"/><Relationship Id="rId326" Type="http://schemas.openxmlformats.org/officeDocument/2006/relationships/customXml" Target="../ink/ink490.xml"/><Relationship Id="rId65" Type="http://schemas.openxmlformats.org/officeDocument/2006/relationships/image" Target="../media/image368.png"/><Relationship Id="rId130" Type="http://schemas.openxmlformats.org/officeDocument/2006/relationships/customXml" Target="../ink/ink392.xml"/><Relationship Id="rId368" Type="http://schemas.openxmlformats.org/officeDocument/2006/relationships/customXml" Target="../ink/ink511.xml"/><Relationship Id="rId172" Type="http://schemas.openxmlformats.org/officeDocument/2006/relationships/customXml" Target="../ink/ink413.xml"/><Relationship Id="rId228" Type="http://schemas.openxmlformats.org/officeDocument/2006/relationships/customXml" Target="../ink/ink441.xml"/><Relationship Id="rId281" Type="http://schemas.openxmlformats.org/officeDocument/2006/relationships/image" Target="../media/image476.png"/><Relationship Id="rId337" Type="http://schemas.openxmlformats.org/officeDocument/2006/relationships/image" Target="../media/image504.png"/><Relationship Id="rId34" Type="http://schemas.openxmlformats.org/officeDocument/2006/relationships/customXml" Target="../ink/ink344.xml"/><Relationship Id="rId76" Type="http://schemas.openxmlformats.org/officeDocument/2006/relationships/customXml" Target="../ink/ink365.xml"/><Relationship Id="rId141" Type="http://schemas.openxmlformats.org/officeDocument/2006/relationships/image" Target="../media/image406.png"/><Relationship Id="rId379" Type="http://schemas.openxmlformats.org/officeDocument/2006/relationships/image" Target="../media/image525.png"/><Relationship Id="rId7" Type="http://schemas.openxmlformats.org/officeDocument/2006/relationships/image" Target="../media/image339.png"/><Relationship Id="rId183" Type="http://schemas.openxmlformats.org/officeDocument/2006/relationships/image" Target="../media/image427.png"/><Relationship Id="rId239" Type="http://schemas.openxmlformats.org/officeDocument/2006/relationships/image" Target="../media/image455.png"/><Relationship Id="rId390" Type="http://schemas.openxmlformats.org/officeDocument/2006/relationships/image" Target="../media/image530.png"/><Relationship Id="rId404" Type="http://schemas.openxmlformats.org/officeDocument/2006/relationships/image" Target="../media/image537.png"/><Relationship Id="rId250" Type="http://schemas.openxmlformats.org/officeDocument/2006/relationships/customXml" Target="../ink/ink452.xml"/><Relationship Id="rId292" Type="http://schemas.openxmlformats.org/officeDocument/2006/relationships/customXml" Target="../ink/ink473.xml"/><Relationship Id="rId306" Type="http://schemas.openxmlformats.org/officeDocument/2006/relationships/customXml" Target="../ink/ink480.xml"/><Relationship Id="rId45" Type="http://schemas.openxmlformats.org/officeDocument/2006/relationships/image" Target="../media/image358.png"/><Relationship Id="rId87" Type="http://schemas.openxmlformats.org/officeDocument/2006/relationships/image" Target="../media/image379.png"/><Relationship Id="rId110" Type="http://schemas.openxmlformats.org/officeDocument/2006/relationships/customXml" Target="../ink/ink382.xml"/><Relationship Id="rId348" Type="http://schemas.openxmlformats.org/officeDocument/2006/relationships/customXml" Target="../ink/ink501.xml"/><Relationship Id="rId152" Type="http://schemas.openxmlformats.org/officeDocument/2006/relationships/customXml" Target="../ink/ink403.xml"/><Relationship Id="rId194" Type="http://schemas.openxmlformats.org/officeDocument/2006/relationships/customXml" Target="../ink/ink424.xml"/><Relationship Id="rId208" Type="http://schemas.openxmlformats.org/officeDocument/2006/relationships/customXml" Target="../ink/ink431.xml"/><Relationship Id="rId415" Type="http://schemas.openxmlformats.org/officeDocument/2006/relationships/customXml" Target="../ink/ink535.xml"/><Relationship Id="rId261" Type="http://schemas.openxmlformats.org/officeDocument/2006/relationships/image" Target="../media/image466.png"/><Relationship Id="rId14" Type="http://schemas.openxmlformats.org/officeDocument/2006/relationships/customXml" Target="../ink/ink334.xml"/><Relationship Id="rId56" Type="http://schemas.openxmlformats.org/officeDocument/2006/relationships/customXml" Target="../ink/ink355.xml"/><Relationship Id="rId317" Type="http://schemas.openxmlformats.org/officeDocument/2006/relationships/image" Target="../media/image494.png"/><Relationship Id="rId359" Type="http://schemas.openxmlformats.org/officeDocument/2006/relationships/image" Target="../media/image515.png"/><Relationship Id="rId98" Type="http://schemas.openxmlformats.org/officeDocument/2006/relationships/customXml" Target="../ink/ink376.xml"/><Relationship Id="rId121" Type="http://schemas.openxmlformats.org/officeDocument/2006/relationships/image" Target="../media/image396.png"/><Relationship Id="rId163" Type="http://schemas.openxmlformats.org/officeDocument/2006/relationships/image" Target="../media/image417.png"/><Relationship Id="rId219" Type="http://schemas.openxmlformats.org/officeDocument/2006/relationships/image" Target="../media/image445.png"/><Relationship Id="rId370" Type="http://schemas.openxmlformats.org/officeDocument/2006/relationships/customXml" Target="../ink/ink512.xml"/><Relationship Id="rId426" Type="http://schemas.openxmlformats.org/officeDocument/2006/relationships/image" Target="../media/image548.png"/><Relationship Id="rId230" Type="http://schemas.openxmlformats.org/officeDocument/2006/relationships/customXml" Target="../ink/ink442.xml"/><Relationship Id="rId25" Type="http://schemas.openxmlformats.org/officeDocument/2006/relationships/image" Target="../media/image348.png"/><Relationship Id="rId67" Type="http://schemas.openxmlformats.org/officeDocument/2006/relationships/image" Target="../media/image369.png"/><Relationship Id="rId272" Type="http://schemas.openxmlformats.org/officeDocument/2006/relationships/customXml" Target="../ink/ink463.xml"/><Relationship Id="rId328" Type="http://schemas.openxmlformats.org/officeDocument/2006/relationships/customXml" Target="../ink/ink491.xml"/><Relationship Id="rId132" Type="http://schemas.openxmlformats.org/officeDocument/2006/relationships/customXml" Target="../ink/ink393.xml"/><Relationship Id="rId174" Type="http://schemas.openxmlformats.org/officeDocument/2006/relationships/customXml" Target="../ink/ink414.xml"/><Relationship Id="rId381" Type="http://schemas.openxmlformats.org/officeDocument/2006/relationships/customXml" Target="../ink/ink518.xml"/><Relationship Id="rId241" Type="http://schemas.openxmlformats.org/officeDocument/2006/relationships/image" Target="../media/image456.png"/><Relationship Id="rId36" Type="http://schemas.openxmlformats.org/officeDocument/2006/relationships/customXml" Target="../ink/ink345.xml"/><Relationship Id="rId283" Type="http://schemas.openxmlformats.org/officeDocument/2006/relationships/image" Target="../media/image477.png"/><Relationship Id="rId339" Type="http://schemas.openxmlformats.org/officeDocument/2006/relationships/image" Target="../media/image505.png"/><Relationship Id="rId78" Type="http://schemas.openxmlformats.org/officeDocument/2006/relationships/customXml" Target="../ink/ink366.xml"/><Relationship Id="rId101" Type="http://schemas.openxmlformats.org/officeDocument/2006/relationships/image" Target="../media/image386.png"/><Relationship Id="rId143" Type="http://schemas.openxmlformats.org/officeDocument/2006/relationships/image" Target="../media/image407.png"/><Relationship Id="rId185" Type="http://schemas.openxmlformats.org/officeDocument/2006/relationships/image" Target="../media/image428.png"/><Relationship Id="rId350" Type="http://schemas.openxmlformats.org/officeDocument/2006/relationships/customXml" Target="../ink/ink502.xml"/><Relationship Id="rId406" Type="http://schemas.openxmlformats.org/officeDocument/2006/relationships/image" Target="../media/image538.png"/><Relationship Id="rId9" Type="http://schemas.openxmlformats.org/officeDocument/2006/relationships/image" Target="../media/image340.png"/><Relationship Id="rId210" Type="http://schemas.openxmlformats.org/officeDocument/2006/relationships/customXml" Target="../ink/ink432.xml"/><Relationship Id="rId392" Type="http://schemas.openxmlformats.org/officeDocument/2006/relationships/image" Target="../media/image531.png"/><Relationship Id="rId252" Type="http://schemas.openxmlformats.org/officeDocument/2006/relationships/customXml" Target="../ink/ink453.xml"/><Relationship Id="rId294" Type="http://schemas.openxmlformats.org/officeDocument/2006/relationships/customXml" Target="../ink/ink474.xml"/><Relationship Id="rId308" Type="http://schemas.openxmlformats.org/officeDocument/2006/relationships/customXml" Target="../ink/ink481.xml"/><Relationship Id="rId47" Type="http://schemas.openxmlformats.org/officeDocument/2006/relationships/image" Target="../media/image359.png"/><Relationship Id="rId89" Type="http://schemas.openxmlformats.org/officeDocument/2006/relationships/image" Target="../media/image380.png"/><Relationship Id="rId112" Type="http://schemas.openxmlformats.org/officeDocument/2006/relationships/customXml" Target="../ink/ink383.xml"/><Relationship Id="rId154" Type="http://schemas.openxmlformats.org/officeDocument/2006/relationships/customXml" Target="../ink/ink404.xml"/><Relationship Id="rId361" Type="http://schemas.openxmlformats.org/officeDocument/2006/relationships/image" Target="../media/image516.png"/><Relationship Id="rId196" Type="http://schemas.openxmlformats.org/officeDocument/2006/relationships/customXml" Target="../ink/ink425.xml"/><Relationship Id="rId417" Type="http://schemas.openxmlformats.org/officeDocument/2006/relationships/customXml" Target="../ink/ink536.xml"/><Relationship Id="rId16" Type="http://schemas.openxmlformats.org/officeDocument/2006/relationships/customXml" Target="../ink/ink335.xml"/><Relationship Id="rId221" Type="http://schemas.openxmlformats.org/officeDocument/2006/relationships/image" Target="../media/image446.png"/><Relationship Id="rId263" Type="http://schemas.openxmlformats.org/officeDocument/2006/relationships/image" Target="../media/image467.png"/><Relationship Id="rId319" Type="http://schemas.openxmlformats.org/officeDocument/2006/relationships/image" Target="../media/image495.png"/><Relationship Id="rId58" Type="http://schemas.openxmlformats.org/officeDocument/2006/relationships/customXml" Target="../ink/ink356.xml"/><Relationship Id="rId123" Type="http://schemas.openxmlformats.org/officeDocument/2006/relationships/image" Target="../media/image397.png"/><Relationship Id="rId330" Type="http://schemas.openxmlformats.org/officeDocument/2006/relationships/customXml" Target="../ink/ink492.xml"/><Relationship Id="rId165" Type="http://schemas.openxmlformats.org/officeDocument/2006/relationships/image" Target="../media/image418.png"/><Relationship Id="rId372" Type="http://schemas.openxmlformats.org/officeDocument/2006/relationships/customXml" Target="../ink/ink513.xml"/><Relationship Id="rId232" Type="http://schemas.openxmlformats.org/officeDocument/2006/relationships/customXml" Target="../ink/ink443.xml"/><Relationship Id="rId274" Type="http://schemas.openxmlformats.org/officeDocument/2006/relationships/customXml" Target="../ink/ink464.xml"/><Relationship Id="rId27" Type="http://schemas.openxmlformats.org/officeDocument/2006/relationships/image" Target="../media/image349.png"/><Relationship Id="rId69" Type="http://schemas.openxmlformats.org/officeDocument/2006/relationships/image" Target="../media/image370.png"/><Relationship Id="rId134" Type="http://schemas.openxmlformats.org/officeDocument/2006/relationships/customXml" Target="../ink/ink394.xml"/><Relationship Id="rId80" Type="http://schemas.openxmlformats.org/officeDocument/2006/relationships/customXml" Target="../ink/ink367.xml"/><Relationship Id="rId176" Type="http://schemas.openxmlformats.org/officeDocument/2006/relationships/customXml" Target="../ink/ink415.xml"/><Relationship Id="rId341" Type="http://schemas.openxmlformats.org/officeDocument/2006/relationships/image" Target="../media/image506.png"/><Relationship Id="rId383" Type="http://schemas.openxmlformats.org/officeDocument/2006/relationships/customXml" Target="../ink/ink519.xml"/><Relationship Id="rId201" Type="http://schemas.openxmlformats.org/officeDocument/2006/relationships/image" Target="../media/image436.png"/><Relationship Id="rId243" Type="http://schemas.openxmlformats.org/officeDocument/2006/relationships/image" Target="../media/image457.png"/><Relationship Id="rId285" Type="http://schemas.openxmlformats.org/officeDocument/2006/relationships/image" Target="../media/image478.png"/><Relationship Id="rId38" Type="http://schemas.openxmlformats.org/officeDocument/2006/relationships/customXml" Target="../ink/ink346.xml"/><Relationship Id="rId103" Type="http://schemas.openxmlformats.org/officeDocument/2006/relationships/image" Target="../media/image387.png"/><Relationship Id="rId310" Type="http://schemas.openxmlformats.org/officeDocument/2006/relationships/customXml" Target="../ink/ink482.xml"/><Relationship Id="rId70" Type="http://schemas.openxmlformats.org/officeDocument/2006/relationships/customXml" Target="../ink/ink362.xml"/><Relationship Id="rId91" Type="http://schemas.openxmlformats.org/officeDocument/2006/relationships/image" Target="../media/image381.png"/><Relationship Id="rId145" Type="http://schemas.openxmlformats.org/officeDocument/2006/relationships/image" Target="../media/image408.png"/><Relationship Id="rId166" Type="http://schemas.openxmlformats.org/officeDocument/2006/relationships/customXml" Target="../ink/ink410.xml"/><Relationship Id="rId187" Type="http://schemas.openxmlformats.org/officeDocument/2006/relationships/image" Target="../media/image429.png"/><Relationship Id="rId331" Type="http://schemas.openxmlformats.org/officeDocument/2006/relationships/image" Target="../media/image501.png"/><Relationship Id="rId352" Type="http://schemas.openxmlformats.org/officeDocument/2006/relationships/customXml" Target="../ink/ink503.xml"/><Relationship Id="rId373" Type="http://schemas.openxmlformats.org/officeDocument/2006/relationships/image" Target="../media/image522.png"/><Relationship Id="rId394" Type="http://schemas.openxmlformats.org/officeDocument/2006/relationships/image" Target="../media/image532.png"/><Relationship Id="rId408" Type="http://schemas.openxmlformats.org/officeDocument/2006/relationships/image" Target="../media/image53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33.xml"/><Relationship Id="rId233" Type="http://schemas.openxmlformats.org/officeDocument/2006/relationships/image" Target="../media/image452.png"/><Relationship Id="rId254" Type="http://schemas.openxmlformats.org/officeDocument/2006/relationships/customXml" Target="../ink/ink454.xml"/><Relationship Id="rId28" Type="http://schemas.openxmlformats.org/officeDocument/2006/relationships/customXml" Target="../ink/ink341.xml"/><Relationship Id="rId49" Type="http://schemas.openxmlformats.org/officeDocument/2006/relationships/image" Target="../media/image360.png"/><Relationship Id="rId114" Type="http://schemas.openxmlformats.org/officeDocument/2006/relationships/customXml" Target="../ink/ink384.xml"/><Relationship Id="rId275" Type="http://schemas.openxmlformats.org/officeDocument/2006/relationships/image" Target="../media/image473.png"/><Relationship Id="rId296" Type="http://schemas.openxmlformats.org/officeDocument/2006/relationships/customXml" Target="../ink/ink475.xml"/><Relationship Id="rId300" Type="http://schemas.openxmlformats.org/officeDocument/2006/relationships/customXml" Target="../ink/ink477.xml"/><Relationship Id="rId60" Type="http://schemas.openxmlformats.org/officeDocument/2006/relationships/customXml" Target="../ink/ink357.xml"/><Relationship Id="rId81" Type="http://schemas.openxmlformats.org/officeDocument/2006/relationships/image" Target="../media/image376.png"/><Relationship Id="rId135" Type="http://schemas.openxmlformats.org/officeDocument/2006/relationships/image" Target="../media/image403.png"/><Relationship Id="rId156" Type="http://schemas.openxmlformats.org/officeDocument/2006/relationships/customXml" Target="../ink/ink405.xml"/><Relationship Id="rId177" Type="http://schemas.openxmlformats.org/officeDocument/2006/relationships/image" Target="../media/image424.png"/><Relationship Id="rId198" Type="http://schemas.openxmlformats.org/officeDocument/2006/relationships/customXml" Target="../ink/ink426.xml"/><Relationship Id="rId321" Type="http://schemas.openxmlformats.org/officeDocument/2006/relationships/image" Target="../media/image496.png"/><Relationship Id="rId342" Type="http://schemas.openxmlformats.org/officeDocument/2006/relationships/customXml" Target="../ink/ink498.xml"/><Relationship Id="rId363" Type="http://schemas.openxmlformats.org/officeDocument/2006/relationships/image" Target="../media/image517.png"/><Relationship Id="rId384" Type="http://schemas.openxmlformats.org/officeDocument/2006/relationships/image" Target="../media/image527.png"/><Relationship Id="rId419" Type="http://schemas.openxmlformats.org/officeDocument/2006/relationships/customXml" Target="../ink/ink537.xml"/><Relationship Id="rId202" Type="http://schemas.openxmlformats.org/officeDocument/2006/relationships/customXml" Target="../ink/ink428.xml"/><Relationship Id="rId223" Type="http://schemas.openxmlformats.org/officeDocument/2006/relationships/image" Target="../media/image447.png"/><Relationship Id="rId244" Type="http://schemas.openxmlformats.org/officeDocument/2006/relationships/customXml" Target="../ink/ink449.xml"/><Relationship Id="rId18" Type="http://schemas.openxmlformats.org/officeDocument/2006/relationships/customXml" Target="../ink/ink336.xml"/><Relationship Id="rId39" Type="http://schemas.openxmlformats.org/officeDocument/2006/relationships/image" Target="../media/image355.png"/><Relationship Id="rId265" Type="http://schemas.openxmlformats.org/officeDocument/2006/relationships/image" Target="../media/image468.png"/><Relationship Id="rId286" Type="http://schemas.openxmlformats.org/officeDocument/2006/relationships/customXml" Target="../ink/ink470.xml"/><Relationship Id="rId50" Type="http://schemas.openxmlformats.org/officeDocument/2006/relationships/customXml" Target="../ink/ink352.xml"/><Relationship Id="rId104" Type="http://schemas.openxmlformats.org/officeDocument/2006/relationships/customXml" Target="../ink/ink379.xml"/><Relationship Id="rId125" Type="http://schemas.openxmlformats.org/officeDocument/2006/relationships/image" Target="../media/image398.png"/><Relationship Id="rId146" Type="http://schemas.openxmlformats.org/officeDocument/2006/relationships/customXml" Target="../ink/ink400.xml"/><Relationship Id="rId167" Type="http://schemas.openxmlformats.org/officeDocument/2006/relationships/image" Target="../media/image419.png"/><Relationship Id="rId188" Type="http://schemas.openxmlformats.org/officeDocument/2006/relationships/customXml" Target="../ink/ink421.xml"/><Relationship Id="rId311" Type="http://schemas.openxmlformats.org/officeDocument/2006/relationships/image" Target="../media/image491.png"/><Relationship Id="rId332" Type="http://schemas.openxmlformats.org/officeDocument/2006/relationships/customXml" Target="../ink/ink493.xml"/><Relationship Id="rId353" Type="http://schemas.openxmlformats.org/officeDocument/2006/relationships/image" Target="../media/image512.png"/><Relationship Id="rId374" Type="http://schemas.openxmlformats.org/officeDocument/2006/relationships/customXml" Target="../ink/ink514.xml"/><Relationship Id="rId395" Type="http://schemas.openxmlformats.org/officeDocument/2006/relationships/customXml" Target="../ink/ink525.xml"/><Relationship Id="rId409" Type="http://schemas.openxmlformats.org/officeDocument/2006/relationships/customXml" Target="../ink/ink532.xml"/><Relationship Id="rId71" Type="http://schemas.openxmlformats.org/officeDocument/2006/relationships/image" Target="../media/image371.png"/><Relationship Id="rId92" Type="http://schemas.openxmlformats.org/officeDocument/2006/relationships/customXml" Target="../ink/ink373.xml"/><Relationship Id="rId213" Type="http://schemas.openxmlformats.org/officeDocument/2006/relationships/image" Target="../media/image442.png"/><Relationship Id="rId234" Type="http://schemas.openxmlformats.org/officeDocument/2006/relationships/customXml" Target="../ink/ink444.xml"/><Relationship Id="rId420" Type="http://schemas.openxmlformats.org/officeDocument/2006/relationships/image" Target="../media/image545.png"/><Relationship Id="rId2" Type="http://schemas.openxmlformats.org/officeDocument/2006/relationships/image" Target="../media/image337.png"/><Relationship Id="rId29" Type="http://schemas.openxmlformats.org/officeDocument/2006/relationships/image" Target="../media/image350.png"/><Relationship Id="rId255" Type="http://schemas.openxmlformats.org/officeDocument/2006/relationships/image" Target="../media/image463.png"/><Relationship Id="rId276" Type="http://schemas.openxmlformats.org/officeDocument/2006/relationships/customXml" Target="../ink/ink465.xml"/><Relationship Id="rId297" Type="http://schemas.openxmlformats.org/officeDocument/2006/relationships/image" Target="../media/image484.png"/><Relationship Id="rId40" Type="http://schemas.openxmlformats.org/officeDocument/2006/relationships/customXml" Target="../ink/ink347.xml"/><Relationship Id="rId115" Type="http://schemas.openxmlformats.org/officeDocument/2006/relationships/image" Target="../media/image393.png"/><Relationship Id="rId136" Type="http://schemas.openxmlformats.org/officeDocument/2006/relationships/customXml" Target="../ink/ink395.xml"/><Relationship Id="rId157" Type="http://schemas.openxmlformats.org/officeDocument/2006/relationships/image" Target="../media/image414.png"/><Relationship Id="rId178" Type="http://schemas.openxmlformats.org/officeDocument/2006/relationships/customXml" Target="../ink/ink416.xml"/><Relationship Id="rId301" Type="http://schemas.openxmlformats.org/officeDocument/2006/relationships/image" Target="../media/image486.png"/><Relationship Id="rId322" Type="http://schemas.openxmlformats.org/officeDocument/2006/relationships/customXml" Target="../ink/ink488.xml"/><Relationship Id="rId343" Type="http://schemas.openxmlformats.org/officeDocument/2006/relationships/image" Target="../media/image507.png"/><Relationship Id="rId364" Type="http://schemas.openxmlformats.org/officeDocument/2006/relationships/customXml" Target="../ink/ink509.xml"/><Relationship Id="rId61" Type="http://schemas.openxmlformats.org/officeDocument/2006/relationships/image" Target="../media/image366.png"/><Relationship Id="rId82" Type="http://schemas.openxmlformats.org/officeDocument/2006/relationships/customXml" Target="../ink/ink368.xml"/><Relationship Id="rId199" Type="http://schemas.openxmlformats.org/officeDocument/2006/relationships/image" Target="../media/image435.png"/><Relationship Id="rId203" Type="http://schemas.openxmlformats.org/officeDocument/2006/relationships/image" Target="../media/image437.png"/><Relationship Id="rId385" Type="http://schemas.openxmlformats.org/officeDocument/2006/relationships/customXml" Target="../ink/ink520.xml"/><Relationship Id="rId19" Type="http://schemas.openxmlformats.org/officeDocument/2006/relationships/image" Target="../media/image345.png"/><Relationship Id="rId224" Type="http://schemas.openxmlformats.org/officeDocument/2006/relationships/customXml" Target="../ink/ink439.xml"/><Relationship Id="rId245" Type="http://schemas.openxmlformats.org/officeDocument/2006/relationships/image" Target="../media/image458.png"/><Relationship Id="rId266" Type="http://schemas.openxmlformats.org/officeDocument/2006/relationships/customXml" Target="../ink/ink460.xml"/><Relationship Id="rId287" Type="http://schemas.openxmlformats.org/officeDocument/2006/relationships/image" Target="../media/image479.png"/><Relationship Id="rId410" Type="http://schemas.openxmlformats.org/officeDocument/2006/relationships/image" Target="../media/image540.png"/><Relationship Id="rId30" Type="http://schemas.openxmlformats.org/officeDocument/2006/relationships/customXml" Target="../ink/ink342.xml"/><Relationship Id="rId105" Type="http://schemas.openxmlformats.org/officeDocument/2006/relationships/image" Target="../media/image388.png"/><Relationship Id="rId126" Type="http://schemas.openxmlformats.org/officeDocument/2006/relationships/customXml" Target="../ink/ink390.xml"/><Relationship Id="rId147" Type="http://schemas.openxmlformats.org/officeDocument/2006/relationships/image" Target="../media/image409.png"/><Relationship Id="rId168" Type="http://schemas.openxmlformats.org/officeDocument/2006/relationships/customXml" Target="../ink/ink411.xml"/><Relationship Id="rId312" Type="http://schemas.openxmlformats.org/officeDocument/2006/relationships/customXml" Target="../ink/ink483.xml"/><Relationship Id="rId333" Type="http://schemas.openxmlformats.org/officeDocument/2006/relationships/image" Target="../media/image502.png"/><Relationship Id="rId354" Type="http://schemas.openxmlformats.org/officeDocument/2006/relationships/customXml" Target="../ink/ink504.xml"/><Relationship Id="rId51" Type="http://schemas.openxmlformats.org/officeDocument/2006/relationships/image" Target="../media/image361.png"/><Relationship Id="rId72" Type="http://schemas.openxmlformats.org/officeDocument/2006/relationships/customXml" Target="../ink/ink363.xml"/><Relationship Id="rId93" Type="http://schemas.openxmlformats.org/officeDocument/2006/relationships/image" Target="../media/image382.png"/><Relationship Id="rId189" Type="http://schemas.openxmlformats.org/officeDocument/2006/relationships/image" Target="../media/image430.png"/><Relationship Id="rId375" Type="http://schemas.openxmlformats.org/officeDocument/2006/relationships/image" Target="../media/image523.png"/><Relationship Id="rId396" Type="http://schemas.openxmlformats.org/officeDocument/2006/relationships/image" Target="../media/image533.png"/><Relationship Id="rId3" Type="http://schemas.openxmlformats.org/officeDocument/2006/relationships/image" Target="../media/image315.png"/><Relationship Id="rId214" Type="http://schemas.openxmlformats.org/officeDocument/2006/relationships/customXml" Target="../ink/ink434.xml"/><Relationship Id="rId235" Type="http://schemas.openxmlformats.org/officeDocument/2006/relationships/image" Target="../media/image453.png"/><Relationship Id="rId256" Type="http://schemas.openxmlformats.org/officeDocument/2006/relationships/customXml" Target="../ink/ink455.xml"/><Relationship Id="rId277" Type="http://schemas.openxmlformats.org/officeDocument/2006/relationships/image" Target="../media/image474.png"/><Relationship Id="rId298" Type="http://schemas.openxmlformats.org/officeDocument/2006/relationships/customXml" Target="../ink/ink476.xml"/><Relationship Id="rId400" Type="http://schemas.openxmlformats.org/officeDocument/2006/relationships/image" Target="../media/image535.png"/><Relationship Id="rId421" Type="http://schemas.openxmlformats.org/officeDocument/2006/relationships/customXml" Target="../ink/ink538.xml"/><Relationship Id="rId116" Type="http://schemas.openxmlformats.org/officeDocument/2006/relationships/customXml" Target="../ink/ink385.xml"/><Relationship Id="rId137" Type="http://schemas.openxmlformats.org/officeDocument/2006/relationships/image" Target="../media/image404.png"/><Relationship Id="rId158" Type="http://schemas.openxmlformats.org/officeDocument/2006/relationships/customXml" Target="../ink/ink406.xml"/><Relationship Id="rId302" Type="http://schemas.openxmlformats.org/officeDocument/2006/relationships/customXml" Target="../ink/ink478.xml"/><Relationship Id="rId323" Type="http://schemas.openxmlformats.org/officeDocument/2006/relationships/image" Target="../media/image497.png"/><Relationship Id="rId344" Type="http://schemas.openxmlformats.org/officeDocument/2006/relationships/customXml" Target="../ink/ink499.xml"/><Relationship Id="rId20" Type="http://schemas.openxmlformats.org/officeDocument/2006/relationships/customXml" Target="../ink/ink337.xml"/><Relationship Id="rId41" Type="http://schemas.openxmlformats.org/officeDocument/2006/relationships/image" Target="../media/image356.png"/><Relationship Id="rId62" Type="http://schemas.openxmlformats.org/officeDocument/2006/relationships/customXml" Target="../ink/ink358.xml"/><Relationship Id="rId83" Type="http://schemas.openxmlformats.org/officeDocument/2006/relationships/image" Target="../media/image377.png"/><Relationship Id="rId179" Type="http://schemas.openxmlformats.org/officeDocument/2006/relationships/image" Target="../media/image425.png"/><Relationship Id="rId365" Type="http://schemas.openxmlformats.org/officeDocument/2006/relationships/image" Target="../media/image518.png"/><Relationship Id="rId386" Type="http://schemas.openxmlformats.org/officeDocument/2006/relationships/image" Target="../media/image528.png"/><Relationship Id="rId190" Type="http://schemas.openxmlformats.org/officeDocument/2006/relationships/customXml" Target="../ink/ink422.xml"/><Relationship Id="rId204" Type="http://schemas.openxmlformats.org/officeDocument/2006/relationships/customXml" Target="../ink/ink429.xml"/><Relationship Id="rId225" Type="http://schemas.openxmlformats.org/officeDocument/2006/relationships/image" Target="../media/image448.png"/><Relationship Id="rId246" Type="http://schemas.openxmlformats.org/officeDocument/2006/relationships/customXml" Target="../ink/ink450.xml"/><Relationship Id="rId267" Type="http://schemas.openxmlformats.org/officeDocument/2006/relationships/image" Target="../media/image469.png"/><Relationship Id="rId288" Type="http://schemas.openxmlformats.org/officeDocument/2006/relationships/customXml" Target="../ink/ink471.xml"/><Relationship Id="rId411" Type="http://schemas.openxmlformats.org/officeDocument/2006/relationships/customXml" Target="../ink/ink533.xml"/><Relationship Id="rId106" Type="http://schemas.openxmlformats.org/officeDocument/2006/relationships/customXml" Target="../ink/ink380.xml"/><Relationship Id="rId127" Type="http://schemas.openxmlformats.org/officeDocument/2006/relationships/image" Target="../media/image399.png"/><Relationship Id="rId313" Type="http://schemas.openxmlformats.org/officeDocument/2006/relationships/image" Target="../media/image492.png"/><Relationship Id="rId10" Type="http://schemas.openxmlformats.org/officeDocument/2006/relationships/customXml" Target="../ink/ink332.xml"/><Relationship Id="rId31" Type="http://schemas.openxmlformats.org/officeDocument/2006/relationships/image" Target="../media/image351.png"/><Relationship Id="rId52" Type="http://schemas.openxmlformats.org/officeDocument/2006/relationships/customXml" Target="../ink/ink353.xml"/><Relationship Id="rId73" Type="http://schemas.openxmlformats.org/officeDocument/2006/relationships/image" Target="../media/image372.png"/><Relationship Id="rId94" Type="http://schemas.openxmlformats.org/officeDocument/2006/relationships/customXml" Target="../ink/ink374.xml"/><Relationship Id="rId148" Type="http://schemas.openxmlformats.org/officeDocument/2006/relationships/customXml" Target="../ink/ink401.xml"/><Relationship Id="rId169" Type="http://schemas.openxmlformats.org/officeDocument/2006/relationships/image" Target="../media/image420.png"/><Relationship Id="rId334" Type="http://schemas.openxmlformats.org/officeDocument/2006/relationships/customXml" Target="../ink/ink494.xml"/><Relationship Id="rId355" Type="http://schemas.openxmlformats.org/officeDocument/2006/relationships/image" Target="../media/image513.png"/><Relationship Id="rId376" Type="http://schemas.openxmlformats.org/officeDocument/2006/relationships/customXml" Target="../ink/ink515.xml"/><Relationship Id="rId397" Type="http://schemas.openxmlformats.org/officeDocument/2006/relationships/customXml" Target="../ink/ink526.xml"/><Relationship Id="rId4" Type="http://schemas.openxmlformats.org/officeDocument/2006/relationships/customXml" Target="../ink/ink329.xml"/><Relationship Id="rId180" Type="http://schemas.openxmlformats.org/officeDocument/2006/relationships/customXml" Target="../ink/ink417.xml"/><Relationship Id="rId215" Type="http://schemas.openxmlformats.org/officeDocument/2006/relationships/image" Target="../media/image443.png"/><Relationship Id="rId236" Type="http://schemas.openxmlformats.org/officeDocument/2006/relationships/customXml" Target="../ink/ink445.xml"/><Relationship Id="rId257" Type="http://schemas.openxmlformats.org/officeDocument/2006/relationships/image" Target="../media/image464.png"/><Relationship Id="rId278" Type="http://schemas.openxmlformats.org/officeDocument/2006/relationships/customXml" Target="../ink/ink466.xml"/><Relationship Id="rId401" Type="http://schemas.openxmlformats.org/officeDocument/2006/relationships/customXml" Target="../ink/ink528.xml"/><Relationship Id="rId422" Type="http://schemas.openxmlformats.org/officeDocument/2006/relationships/image" Target="../media/image546.png"/><Relationship Id="rId303" Type="http://schemas.openxmlformats.org/officeDocument/2006/relationships/image" Target="../media/image487.png"/><Relationship Id="rId42" Type="http://schemas.openxmlformats.org/officeDocument/2006/relationships/customXml" Target="../ink/ink348.xml"/><Relationship Id="rId84" Type="http://schemas.openxmlformats.org/officeDocument/2006/relationships/customXml" Target="../ink/ink369.xml"/><Relationship Id="rId138" Type="http://schemas.openxmlformats.org/officeDocument/2006/relationships/customXml" Target="../ink/ink396.xml"/><Relationship Id="rId345" Type="http://schemas.openxmlformats.org/officeDocument/2006/relationships/image" Target="../media/image508.png"/><Relationship Id="rId387" Type="http://schemas.openxmlformats.org/officeDocument/2006/relationships/customXml" Target="../ink/ink521.xml"/><Relationship Id="rId191" Type="http://schemas.openxmlformats.org/officeDocument/2006/relationships/image" Target="../media/image431.png"/><Relationship Id="rId205" Type="http://schemas.openxmlformats.org/officeDocument/2006/relationships/image" Target="../media/image438.png"/><Relationship Id="rId247" Type="http://schemas.openxmlformats.org/officeDocument/2006/relationships/image" Target="../media/image459.png"/><Relationship Id="rId412" Type="http://schemas.openxmlformats.org/officeDocument/2006/relationships/image" Target="../media/image541.png"/><Relationship Id="rId107" Type="http://schemas.openxmlformats.org/officeDocument/2006/relationships/image" Target="../media/image389.png"/><Relationship Id="rId289" Type="http://schemas.openxmlformats.org/officeDocument/2006/relationships/image" Target="../media/image480.png"/><Relationship Id="rId11" Type="http://schemas.openxmlformats.org/officeDocument/2006/relationships/image" Target="../media/image341.png"/><Relationship Id="rId53" Type="http://schemas.openxmlformats.org/officeDocument/2006/relationships/image" Target="../media/image362.png"/><Relationship Id="rId149" Type="http://schemas.openxmlformats.org/officeDocument/2006/relationships/image" Target="../media/image410.png"/><Relationship Id="rId314" Type="http://schemas.openxmlformats.org/officeDocument/2006/relationships/customXml" Target="../ink/ink484.xml"/><Relationship Id="rId356" Type="http://schemas.openxmlformats.org/officeDocument/2006/relationships/customXml" Target="../ink/ink505.xml"/><Relationship Id="rId398" Type="http://schemas.openxmlformats.org/officeDocument/2006/relationships/image" Target="../media/image534.png"/><Relationship Id="rId95" Type="http://schemas.openxmlformats.org/officeDocument/2006/relationships/image" Target="../media/image383.png"/><Relationship Id="rId160" Type="http://schemas.openxmlformats.org/officeDocument/2006/relationships/customXml" Target="../ink/ink407.xml"/><Relationship Id="rId216" Type="http://schemas.openxmlformats.org/officeDocument/2006/relationships/customXml" Target="../ink/ink435.xml"/><Relationship Id="rId423" Type="http://schemas.openxmlformats.org/officeDocument/2006/relationships/customXml" Target="../ink/ink539.xml"/><Relationship Id="rId258" Type="http://schemas.openxmlformats.org/officeDocument/2006/relationships/customXml" Target="../ink/ink456.xml"/><Relationship Id="rId22" Type="http://schemas.openxmlformats.org/officeDocument/2006/relationships/customXml" Target="../ink/ink338.xml"/><Relationship Id="rId64" Type="http://schemas.openxmlformats.org/officeDocument/2006/relationships/customXml" Target="../ink/ink359.xml"/><Relationship Id="rId118" Type="http://schemas.openxmlformats.org/officeDocument/2006/relationships/customXml" Target="../ink/ink386.xml"/><Relationship Id="rId325" Type="http://schemas.openxmlformats.org/officeDocument/2006/relationships/image" Target="../media/image498.png"/><Relationship Id="rId367" Type="http://schemas.openxmlformats.org/officeDocument/2006/relationships/image" Target="../media/image519.png"/><Relationship Id="rId171" Type="http://schemas.openxmlformats.org/officeDocument/2006/relationships/image" Target="../media/image421.png"/><Relationship Id="rId227" Type="http://schemas.openxmlformats.org/officeDocument/2006/relationships/image" Target="../media/image449.png"/><Relationship Id="rId269" Type="http://schemas.openxmlformats.org/officeDocument/2006/relationships/image" Target="../media/image470.png"/><Relationship Id="rId33" Type="http://schemas.openxmlformats.org/officeDocument/2006/relationships/image" Target="../media/image352.png"/><Relationship Id="rId129" Type="http://schemas.openxmlformats.org/officeDocument/2006/relationships/image" Target="../media/image400.png"/><Relationship Id="rId280" Type="http://schemas.openxmlformats.org/officeDocument/2006/relationships/customXml" Target="../ink/ink467.xml"/><Relationship Id="rId336" Type="http://schemas.openxmlformats.org/officeDocument/2006/relationships/customXml" Target="../ink/ink495.xml"/><Relationship Id="rId75" Type="http://schemas.openxmlformats.org/officeDocument/2006/relationships/image" Target="../media/image373.png"/><Relationship Id="rId140" Type="http://schemas.openxmlformats.org/officeDocument/2006/relationships/customXml" Target="../ink/ink397.xml"/><Relationship Id="rId182" Type="http://schemas.openxmlformats.org/officeDocument/2006/relationships/customXml" Target="../ink/ink418.xml"/><Relationship Id="rId378" Type="http://schemas.openxmlformats.org/officeDocument/2006/relationships/customXml" Target="../ink/ink516.xml"/><Relationship Id="rId403" Type="http://schemas.openxmlformats.org/officeDocument/2006/relationships/customXml" Target="../ink/ink529.xml"/><Relationship Id="rId6" Type="http://schemas.openxmlformats.org/officeDocument/2006/relationships/customXml" Target="../ink/ink330.xml"/><Relationship Id="rId238" Type="http://schemas.openxmlformats.org/officeDocument/2006/relationships/customXml" Target="../ink/ink446.xml"/><Relationship Id="rId291" Type="http://schemas.openxmlformats.org/officeDocument/2006/relationships/image" Target="../media/image481.png"/><Relationship Id="rId305" Type="http://schemas.openxmlformats.org/officeDocument/2006/relationships/image" Target="../media/image488.png"/><Relationship Id="rId347" Type="http://schemas.openxmlformats.org/officeDocument/2006/relationships/image" Target="../media/image509.png"/><Relationship Id="rId44" Type="http://schemas.openxmlformats.org/officeDocument/2006/relationships/customXml" Target="../ink/ink349.xml"/><Relationship Id="rId86" Type="http://schemas.openxmlformats.org/officeDocument/2006/relationships/customXml" Target="../ink/ink370.xml"/><Relationship Id="rId151" Type="http://schemas.openxmlformats.org/officeDocument/2006/relationships/image" Target="../media/image411.png"/><Relationship Id="rId389" Type="http://schemas.openxmlformats.org/officeDocument/2006/relationships/customXml" Target="../ink/ink522.xml"/><Relationship Id="rId193" Type="http://schemas.openxmlformats.org/officeDocument/2006/relationships/image" Target="../media/image432.png"/><Relationship Id="rId207" Type="http://schemas.openxmlformats.org/officeDocument/2006/relationships/image" Target="../media/image439.png"/><Relationship Id="rId249" Type="http://schemas.openxmlformats.org/officeDocument/2006/relationships/image" Target="../media/image460.png"/><Relationship Id="rId414" Type="http://schemas.openxmlformats.org/officeDocument/2006/relationships/image" Target="../media/image542.png"/><Relationship Id="rId13" Type="http://schemas.openxmlformats.org/officeDocument/2006/relationships/image" Target="../media/image342.png"/><Relationship Id="rId109" Type="http://schemas.openxmlformats.org/officeDocument/2006/relationships/image" Target="../media/image390.png"/><Relationship Id="rId260" Type="http://schemas.openxmlformats.org/officeDocument/2006/relationships/customXml" Target="../ink/ink457.xml"/><Relationship Id="rId316" Type="http://schemas.openxmlformats.org/officeDocument/2006/relationships/customXml" Target="../ink/ink485.xml"/><Relationship Id="rId55" Type="http://schemas.openxmlformats.org/officeDocument/2006/relationships/image" Target="../media/image363.png"/><Relationship Id="rId97" Type="http://schemas.openxmlformats.org/officeDocument/2006/relationships/image" Target="../media/image384.png"/><Relationship Id="rId120" Type="http://schemas.openxmlformats.org/officeDocument/2006/relationships/customXml" Target="../ink/ink387.xml"/><Relationship Id="rId358" Type="http://schemas.openxmlformats.org/officeDocument/2006/relationships/customXml" Target="../ink/ink506.xml"/><Relationship Id="rId162" Type="http://schemas.openxmlformats.org/officeDocument/2006/relationships/customXml" Target="../ink/ink408.xml"/><Relationship Id="rId218" Type="http://schemas.openxmlformats.org/officeDocument/2006/relationships/customXml" Target="../ink/ink436.xml"/><Relationship Id="rId425" Type="http://schemas.openxmlformats.org/officeDocument/2006/relationships/customXml" Target="../ink/ink540.xml"/><Relationship Id="rId271" Type="http://schemas.openxmlformats.org/officeDocument/2006/relationships/image" Target="../media/image471.png"/><Relationship Id="rId24" Type="http://schemas.openxmlformats.org/officeDocument/2006/relationships/customXml" Target="../ink/ink339.xml"/><Relationship Id="rId66" Type="http://schemas.openxmlformats.org/officeDocument/2006/relationships/customXml" Target="../ink/ink360.xml"/><Relationship Id="rId131" Type="http://schemas.openxmlformats.org/officeDocument/2006/relationships/image" Target="../media/image401.png"/><Relationship Id="rId327" Type="http://schemas.openxmlformats.org/officeDocument/2006/relationships/image" Target="../media/image499.png"/><Relationship Id="rId369" Type="http://schemas.openxmlformats.org/officeDocument/2006/relationships/image" Target="../media/image520.png"/><Relationship Id="rId173" Type="http://schemas.openxmlformats.org/officeDocument/2006/relationships/image" Target="../media/image422.png"/><Relationship Id="rId229" Type="http://schemas.openxmlformats.org/officeDocument/2006/relationships/image" Target="../media/image450.png"/><Relationship Id="rId380" Type="http://schemas.openxmlformats.org/officeDocument/2006/relationships/customXml" Target="../ink/ink517.xml"/><Relationship Id="rId240" Type="http://schemas.openxmlformats.org/officeDocument/2006/relationships/customXml" Target="../ink/ink447.xml"/><Relationship Id="rId35" Type="http://schemas.openxmlformats.org/officeDocument/2006/relationships/image" Target="../media/image353.png"/><Relationship Id="rId77" Type="http://schemas.openxmlformats.org/officeDocument/2006/relationships/image" Target="../media/image374.png"/><Relationship Id="rId100" Type="http://schemas.openxmlformats.org/officeDocument/2006/relationships/customXml" Target="../ink/ink377.xml"/><Relationship Id="rId282" Type="http://schemas.openxmlformats.org/officeDocument/2006/relationships/customXml" Target="../ink/ink468.xml"/><Relationship Id="rId338" Type="http://schemas.openxmlformats.org/officeDocument/2006/relationships/customXml" Target="../ink/ink496.xml"/><Relationship Id="rId8" Type="http://schemas.openxmlformats.org/officeDocument/2006/relationships/customXml" Target="../ink/ink331.xml"/><Relationship Id="rId142" Type="http://schemas.openxmlformats.org/officeDocument/2006/relationships/customXml" Target="../ink/ink398.xml"/><Relationship Id="rId184" Type="http://schemas.openxmlformats.org/officeDocument/2006/relationships/customXml" Target="../ink/ink419.xml"/><Relationship Id="rId391" Type="http://schemas.openxmlformats.org/officeDocument/2006/relationships/customXml" Target="../ink/ink523.xml"/><Relationship Id="rId405" Type="http://schemas.openxmlformats.org/officeDocument/2006/relationships/customXml" Target="../ink/ink530.xml"/><Relationship Id="rId251" Type="http://schemas.openxmlformats.org/officeDocument/2006/relationships/image" Target="../media/image461.png"/><Relationship Id="rId46" Type="http://schemas.openxmlformats.org/officeDocument/2006/relationships/customXml" Target="../ink/ink350.xml"/><Relationship Id="rId293" Type="http://schemas.openxmlformats.org/officeDocument/2006/relationships/image" Target="../media/image482.png"/><Relationship Id="rId307" Type="http://schemas.openxmlformats.org/officeDocument/2006/relationships/image" Target="../media/image489.png"/><Relationship Id="rId349" Type="http://schemas.openxmlformats.org/officeDocument/2006/relationships/image" Target="../media/image510.png"/><Relationship Id="rId88" Type="http://schemas.openxmlformats.org/officeDocument/2006/relationships/customXml" Target="../ink/ink371.xml"/><Relationship Id="rId111" Type="http://schemas.openxmlformats.org/officeDocument/2006/relationships/image" Target="../media/image391.png"/><Relationship Id="rId153" Type="http://schemas.openxmlformats.org/officeDocument/2006/relationships/image" Target="../media/image412.png"/><Relationship Id="rId195" Type="http://schemas.openxmlformats.org/officeDocument/2006/relationships/image" Target="../media/image433.png"/><Relationship Id="rId209" Type="http://schemas.openxmlformats.org/officeDocument/2006/relationships/image" Target="../media/image440.png"/><Relationship Id="rId360" Type="http://schemas.openxmlformats.org/officeDocument/2006/relationships/customXml" Target="../ink/ink507.xml"/><Relationship Id="rId416" Type="http://schemas.openxmlformats.org/officeDocument/2006/relationships/image" Target="../media/image543.png"/><Relationship Id="rId220" Type="http://schemas.openxmlformats.org/officeDocument/2006/relationships/customXml" Target="../ink/ink437.xml"/><Relationship Id="rId15" Type="http://schemas.openxmlformats.org/officeDocument/2006/relationships/image" Target="../media/image343.png"/><Relationship Id="rId57" Type="http://schemas.openxmlformats.org/officeDocument/2006/relationships/image" Target="../media/image364.png"/><Relationship Id="rId262" Type="http://schemas.openxmlformats.org/officeDocument/2006/relationships/customXml" Target="../ink/ink458.xml"/><Relationship Id="rId318" Type="http://schemas.openxmlformats.org/officeDocument/2006/relationships/customXml" Target="../ink/ink486.xml"/><Relationship Id="rId99" Type="http://schemas.openxmlformats.org/officeDocument/2006/relationships/image" Target="../media/image385.png"/><Relationship Id="rId122" Type="http://schemas.openxmlformats.org/officeDocument/2006/relationships/customXml" Target="../ink/ink388.xml"/><Relationship Id="rId164" Type="http://schemas.openxmlformats.org/officeDocument/2006/relationships/customXml" Target="../ink/ink409.xml"/><Relationship Id="rId371" Type="http://schemas.openxmlformats.org/officeDocument/2006/relationships/image" Target="../media/image521.png"/><Relationship Id="rId26" Type="http://schemas.openxmlformats.org/officeDocument/2006/relationships/customXml" Target="../ink/ink340.xml"/><Relationship Id="rId231" Type="http://schemas.openxmlformats.org/officeDocument/2006/relationships/image" Target="../media/image451.png"/><Relationship Id="rId273" Type="http://schemas.openxmlformats.org/officeDocument/2006/relationships/image" Target="../media/image472.png"/><Relationship Id="rId329" Type="http://schemas.openxmlformats.org/officeDocument/2006/relationships/image" Target="../media/image500.png"/><Relationship Id="rId68" Type="http://schemas.openxmlformats.org/officeDocument/2006/relationships/customXml" Target="../ink/ink361.xml"/><Relationship Id="rId133" Type="http://schemas.openxmlformats.org/officeDocument/2006/relationships/image" Target="../media/image402.png"/><Relationship Id="rId175" Type="http://schemas.openxmlformats.org/officeDocument/2006/relationships/image" Target="../media/image423.png"/><Relationship Id="rId340" Type="http://schemas.openxmlformats.org/officeDocument/2006/relationships/customXml" Target="../ink/ink497.xml"/><Relationship Id="rId200" Type="http://schemas.openxmlformats.org/officeDocument/2006/relationships/customXml" Target="../ink/ink427.xml"/><Relationship Id="rId382" Type="http://schemas.openxmlformats.org/officeDocument/2006/relationships/image" Target="../media/image526.png"/><Relationship Id="rId242" Type="http://schemas.openxmlformats.org/officeDocument/2006/relationships/customXml" Target="../ink/ink448.xml"/><Relationship Id="rId284" Type="http://schemas.openxmlformats.org/officeDocument/2006/relationships/customXml" Target="../ink/ink469.xml"/><Relationship Id="rId37" Type="http://schemas.openxmlformats.org/officeDocument/2006/relationships/image" Target="../media/image354.png"/><Relationship Id="rId79" Type="http://schemas.openxmlformats.org/officeDocument/2006/relationships/image" Target="../media/image375.png"/><Relationship Id="rId102" Type="http://schemas.openxmlformats.org/officeDocument/2006/relationships/customXml" Target="../ink/ink378.xml"/><Relationship Id="rId144" Type="http://schemas.openxmlformats.org/officeDocument/2006/relationships/customXml" Target="../ink/ink399.xml"/><Relationship Id="rId90" Type="http://schemas.openxmlformats.org/officeDocument/2006/relationships/customXml" Target="../ink/ink372.xml"/><Relationship Id="rId186" Type="http://schemas.openxmlformats.org/officeDocument/2006/relationships/customXml" Target="../ink/ink420.xml"/><Relationship Id="rId351" Type="http://schemas.openxmlformats.org/officeDocument/2006/relationships/image" Target="../media/image511.png"/><Relationship Id="rId393" Type="http://schemas.openxmlformats.org/officeDocument/2006/relationships/customXml" Target="../ink/ink524.xml"/><Relationship Id="rId407" Type="http://schemas.openxmlformats.org/officeDocument/2006/relationships/customXml" Target="../ink/ink531.xml"/><Relationship Id="rId211" Type="http://schemas.openxmlformats.org/officeDocument/2006/relationships/image" Target="../media/image441.png"/><Relationship Id="rId253" Type="http://schemas.openxmlformats.org/officeDocument/2006/relationships/image" Target="../media/image462.png"/><Relationship Id="rId295" Type="http://schemas.openxmlformats.org/officeDocument/2006/relationships/image" Target="../media/image483.png"/><Relationship Id="rId309" Type="http://schemas.openxmlformats.org/officeDocument/2006/relationships/image" Target="../media/image490.png"/><Relationship Id="rId48" Type="http://schemas.openxmlformats.org/officeDocument/2006/relationships/customXml" Target="../ink/ink351.xml"/><Relationship Id="rId113" Type="http://schemas.openxmlformats.org/officeDocument/2006/relationships/image" Target="../media/image392.png"/><Relationship Id="rId320" Type="http://schemas.openxmlformats.org/officeDocument/2006/relationships/customXml" Target="../ink/ink487.xml"/><Relationship Id="rId155" Type="http://schemas.openxmlformats.org/officeDocument/2006/relationships/image" Target="../media/image413.png"/><Relationship Id="rId197" Type="http://schemas.openxmlformats.org/officeDocument/2006/relationships/image" Target="../media/image434.png"/><Relationship Id="rId362" Type="http://schemas.openxmlformats.org/officeDocument/2006/relationships/customXml" Target="../ink/ink508.xml"/><Relationship Id="rId418" Type="http://schemas.openxmlformats.org/officeDocument/2006/relationships/image" Target="../media/image544.png"/><Relationship Id="rId222" Type="http://schemas.openxmlformats.org/officeDocument/2006/relationships/customXml" Target="../ink/ink438.xml"/><Relationship Id="rId264" Type="http://schemas.openxmlformats.org/officeDocument/2006/relationships/customXml" Target="../ink/ink459.xml"/><Relationship Id="rId17" Type="http://schemas.openxmlformats.org/officeDocument/2006/relationships/image" Target="../media/image344.png"/><Relationship Id="rId59" Type="http://schemas.openxmlformats.org/officeDocument/2006/relationships/image" Target="../media/image365.png"/><Relationship Id="rId124" Type="http://schemas.openxmlformats.org/officeDocument/2006/relationships/customXml" Target="../ink/ink38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8.xml"/><Relationship Id="rId21" Type="http://schemas.openxmlformats.org/officeDocument/2006/relationships/customXml" Target="../ink/ink550.xml"/><Relationship Id="rId42" Type="http://schemas.openxmlformats.org/officeDocument/2006/relationships/image" Target="../media/image569.png"/><Relationship Id="rId63" Type="http://schemas.openxmlformats.org/officeDocument/2006/relationships/customXml" Target="../ink/ink571.xml"/><Relationship Id="rId84" Type="http://schemas.openxmlformats.org/officeDocument/2006/relationships/image" Target="../media/image590.png"/><Relationship Id="rId138" Type="http://schemas.openxmlformats.org/officeDocument/2006/relationships/customXml" Target="../ink/ink609.xml"/><Relationship Id="rId159" Type="http://schemas.openxmlformats.org/officeDocument/2006/relationships/image" Target="../media/image627.png"/><Relationship Id="rId170" Type="http://schemas.openxmlformats.org/officeDocument/2006/relationships/customXml" Target="../ink/ink625.xml"/><Relationship Id="rId191" Type="http://schemas.openxmlformats.org/officeDocument/2006/relationships/image" Target="../media/image643.png"/><Relationship Id="rId205" Type="http://schemas.openxmlformats.org/officeDocument/2006/relationships/image" Target="../media/image650.png"/><Relationship Id="rId226" Type="http://schemas.openxmlformats.org/officeDocument/2006/relationships/customXml" Target="../ink/ink653.xml"/><Relationship Id="rId247" Type="http://schemas.openxmlformats.org/officeDocument/2006/relationships/image" Target="../media/image671.png"/><Relationship Id="rId107" Type="http://schemas.openxmlformats.org/officeDocument/2006/relationships/customXml" Target="../ink/ink593.xml"/><Relationship Id="rId11" Type="http://schemas.openxmlformats.org/officeDocument/2006/relationships/customXml" Target="../ink/ink545.xml"/><Relationship Id="rId32" Type="http://schemas.openxmlformats.org/officeDocument/2006/relationships/image" Target="../media/image564.png"/><Relationship Id="rId53" Type="http://schemas.openxmlformats.org/officeDocument/2006/relationships/customXml" Target="../ink/ink566.xml"/><Relationship Id="rId74" Type="http://schemas.openxmlformats.org/officeDocument/2006/relationships/image" Target="../media/image585.png"/><Relationship Id="rId128" Type="http://schemas.openxmlformats.org/officeDocument/2006/relationships/image" Target="../media/image612.png"/><Relationship Id="rId149" Type="http://schemas.openxmlformats.org/officeDocument/2006/relationships/image" Target="../media/image622.png"/><Relationship Id="rId5" Type="http://schemas.openxmlformats.org/officeDocument/2006/relationships/customXml" Target="../ink/ink542.xml"/><Relationship Id="rId95" Type="http://schemas.openxmlformats.org/officeDocument/2006/relationships/customXml" Target="../ink/ink587.xml"/><Relationship Id="rId160" Type="http://schemas.openxmlformats.org/officeDocument/2006/relationships/customXml" Target="../ink/ink620.xml"/><Relationship Id="rId181" Type="http://schemas.openxmlformats.org/officeDocument/2006/relationships/image" Target="../media/image638.png"/><Relationship Id="rId216" Type="http://schemas.openxmlformats.org/officeDocument/2006/relationships/customXml" Target="../ink/ink648.xml"/><Relationship Id="rId237" Type="http://schemas.openxmlformats.org/officeDocument/2006/relationships/image" Target="../media/image666.png"/><Relationship Id="rId22" Type="http://schemas.openxmlformats.org/officeDocument/2006/relationships/image" Target="../media/image559.png"/><Relationship Id="rId43" Type="http://schemas.openxmlformats.org/officeDocument/2006/relationships/customXml" Target="../ink/ink561.xml"/><Relationship Id="rId64" Type="http://schemas.openxmlformats.org/officeDocument/2006/relationships/image" Target="../media/image580.png"/><Relationship Id="rId118" Type="http://schemas.openxmlformats.org/officeDocument/2006/relationships/image" Target="../media/image607.png"/><Relationship Id="rId139" Type="http://schemas.openxmlformats.org/officeDocument/2006/relationships/image" Target="../media/image617.png"/><Relationship Id="rId85" Type="http://schemas.openxmlformats.org/officeDocument/2006/relationships/customXml" Target="../ink/ink582.xml"/><Relationship Id="rId150" Type="http://schemas.openxmlformats.org/officeDocument/2006/relationships/customXml" Target="../ink/ink615.xml"/><Relationship Id="rId171" Type="http://schemas.openxmlformats.org/officeDocument/2006/relationships/image" Target="../media/image633.png"/><Relationship Id="rId192" Type="http://schemas.openxmlformats.org/officeDocument/2006/relationships/customXml" Target="../ink/ink636.xml"/><Relationship Id="rId206" Type="http://schemas.openxmlformats.org/officeDocument/2006/relationships/customXml" Target="../ink/ink643.xml"/><Relationship Id="rId227" Type="http://schemas.openxmlformats.org/officeDocument/2006/relationships/image" Target="../media/image661.png"/><Relationship Id="rId248" Type="http://schemas.openxmlformats.org/officeDocument/2006/relationships/customXml" Target="../ink/ink664.xml"/><Relationship Id="rId12" Type="http://schemas.openxmlformats.org/officeDocument/2006/relationships/image" Target="../media/image554.png"/><Relationship Id="rId33" Type="http://schemas.openxmlformats.org/officeDocument/2006/relationships/customXml" Target="../ink/ink556.xml"/><Relationship Id="rId108" Type="http://schemas.openxmlformats.org/officeDocument/2006/relationships/image" Target="../media/image602.png"/><Relationship Id="rId129" Type="http://schemas.openxmlformats.org/officeDocument/2006/relationships/customXml" Target="../ink/ink604.xml"/><Relationship Id="rId54" Type="http://schemas.openxmlformats.org/officeDocument/2006/relationships/image" Target="../media/image575.png"/><Relationship Id="rId75" Type="http://schemas.openxmlformats.org/officeDocument/2006/relationships/customXml" Target="../ink/ink577.xml"/><Relationship Id="rId96" Type="http://schemas.openxmlformats.org/officeDocument/2006/relationships/image" Target="../media/image596.png"/><Relationship Id="rId140" Type="http://schemas.openxmlformats.org/officeDocument/2006/relationships/customXml" Target="../ink/ink610.xml"/><Relationship Id="rId161" Type="http://schemas.openxmlformats.org/officeDocument/2006/relationships/image" Target="../media/image628.png"/><Relationship Id="rId182" Type="http://schemas.openxmlformats.org/officeDocument/2006/relationships/customXml" Target="../ink/ink631.xml"/><Relationship Id="rId217" Type="http://schemas.openxmlformats.org/officeDocument/2006/relationships/image" Target="../media/image656.png"/><Relationship Id="rId6" Type="http://schemas.openxmlformats.org/officeDocument/2006/relationships/image" Target="../media/image551.png"/><Relationship Id="rId238" Type="http://schemas.openxmlformats.org/officeDocument/2006/relationships/customXml" Target="../ink/ink659.xml"/><Relationship Id="rId23" Type="http://schemas.openxmlformats.org/officeDocument/2006/relationships/customXml" Target="../ink/ink551.xml"/><Relationship Id="rId119" Type="http://schemas.openxmlformats.org/officeDocument/2006/relationships/customXml" Target="../ink/ink599.xml"/><Relationship Id="rId44" Type="http://schemas.openxmlformats.org/officeDocument/2006/relationships/image" Target="../media/image570.png"/><Relationship Id="rId65" Type="http://schemas.openxmlformats.org/officeDocument/2006/relationships/customXml" Target="../ink/ink572.xml"/><Relationship Id="rId86" Type="http://schemas.openxmlformats.org/officeDocument/2006/relationships/image" Target="../media/image591.png"/><Relationship Id="rId130" Type="http://schemas.openxmlformats.org/officeDocument/2006/relationships/image" Target="../media/image613.png"/><Relationship Id="rId151" Type="http://schemas.openxmlformats.org/officeDocument/2006/relationships/image" Target="../media/image623.png"/><Relationship Id="rId172" Type="http://schemas.openxmlformats.org/officeDocument/2006/relationships/customXml" Target="../ink/ink626.xml"/><Relationship Id="rId193" Type="http://schemas.openxmlformats.org/officeDocument/2006/relationships/image" Target="../media/image644.png"/><Relationship Id="rId207" Type="http://schemas.openxmlformats.org/officeDocument/2006/relationships/image" Target="../media/image651.png"/><Relationship Id="rId228" Type="http://schemas.openxmlformats.org/officeDocument/2006/relationships/customXml" Target="../ink/ink654.xml"/><Relationship Id="rId249" Type="http://schemas.openxmlformats.org/officeDocument/2006/relationships/image" Target="../media/image672.png"/><Relationship Id="rId13" Type="http://schemas.openxmlformats.org/officeDocument/2006/relationships/customXml" Target="../ink/ink546.xml"/><Relationship Id="rId109" Type="http://schemas.openxmlformats.org/officeDocument/2006/relationships/customXml" Target="../ink/ink594.xml"/><Relationship Id="rId34" Type="http://schemas.openxmlformats.org/officeDocument/2006/relationships/image" Target="../media/image565.png"/><Relationship Id="rId55" Type="http://schemas.openxmlformats.org/officeDocument/2006/relationships/customXml" Target="../ink/ink567.xml"/><Relationship Id="rId76" Type="http://schemas.openxmlformats.org/officeDocument/2006/relationships/image" Target="../media/image586.png"/><Relationship Id="rId97" Type="http://schemas.openxmlformats.org/officeDocument/2006/relationships/customXml" Target="../ink/ink588.xml"/><Relationship Id="rId120" Type="http://schemas.openxmlformats.org/officeDocument/2006/relationships/image" Target="../media/image608.png"/><Relationship Id="rId141" Type="http://schemas.openxmlformats.org/officeDocument/2006/relationships/image" Target="../media/image618.png"/><Relationship Id="rId7" Type="http://schemas.openxmlformats.org/officeDocument/2006/relationships/customXml" Target="../ink/ink543.xml"/><Relationship Id="rId162" Type="http://schemas.openxmlformats.org/officeDocument/2006/relationships/customXml" Target="../ink/ink621.xml"/><Relationship Id="rId183" Type="http://schemas.openxmlformats.org/officeDocument/2006/relationships/image" Target="../media/image639.png"/><Relationship Id="rId218" Type="http://schemas.openxmlformats.org/officeDocument/2006/relationships/customXml" Target="../ink/ink649.xml"/><Relationship Id="rId239" Type="http://schemas.openxmlformats.org/officeDocument/2006/relationships/image" Target="../media/image667.png"/><Relationship Id="rId250" Type="http://schemas.openxmlformats.org/officeDocument/2006/relationships/customXml" Target="../ink/ink665.xml"/><Relationship Id="rId24" Type="http://schemas.openxmlformats.org/officeDocument/2006/relationships/image" Target="../media/image560.png"/><Relationship Id="rId45" Type="http://schemas.openxmlformats.org/officeDocument/2006/relationships/customXml" Target="../ink/ink562.xml"/><Relationship Id="rId66" Type="http://schemas.openxmlformats.org/officeDocument/2006/relationships/image" Target="../media/image581.png"/><Relationship Id="rId87" Type="http://schemas.openxmlformats.org/officeDocument/2006/relationships/customXml" Target="../ink/ink583.xml"/><Relationship Id="rId110" Type="http://schemas.openxmlformats.org/officeDocument/2006/relationships/image" Target="../media/image603.png"/><Relationship Id="rId131" Type="http://schemas.openxmlformats.org/officeDocument/2006/relationships/customXml" Target="../ink/ink605.xml"/><Relationship Id="rId152" Type="http://schemas.openxmlformats.org/officeDocument/2006/relationships/customXml" Target="../ink/ink616.xml"/><Relationship Id="rId173" Type="http://schemas.openxmlformats.org/officeDocument/2006/relationships/image" Target="../media/image634.png"/><Relationship Id="rId194" Type="http://schemas.openxmlformats.org/officeDocument/2006/relationships/customXml" Target="../ink/ink637.xml"/><Relationship Id="rId208" Type="http://schemas.openxmlformats.org/officeDocument/2006/relationships/customXml" Target="../ink/ink644.xml"/><Relationship Id="rId229" Type="http://schemas.openxmlformats.org/officeDocument/2006/relationships/image" Target="../media/image662.png"/><Relationship Id="rId240" Type="http://schemas.openxmlformats.org/officeDocument/2006/relationships/customXml" Target="../ink/ink660.xml"/><Relationship Id="rId14" Type="http://schemas.openxmlformats.org/officeDocument/2006/relationships/image" Target="../media/image555.png"/><Relationship Id="rId35" Type="http://schemas.openxmlformats.org/officeDocument/2006/relationships/customXml" Target="../ink/ink557.xml"/><Relationship Id="rId56" Type="http://schemas.openxmlformats.org/officeDocument/2006/relationships/image" Target="../media/image576.png"/><Relationship Id="rId77" Type="http://schemas.openxmlformats.org/officeDocument/2006/relationships/customXml" Target="../ink/ink578.xml"/><Relationship Id="rId100" Type="http://schemas.openxmlformats.org/officeDocument/2006/relationships/image" Target="../media/image598.png"/><Relationship Id="rId8" Type="http://schemas.openxmlformats.org/officeDocument/2006/relationships/image" Target="../media/image552.png"/><Relationship Id="rId98" Type="http://schemas.openxmlformats.org/officeDocument/2006/relationships/image" Target="../media/image597.png"/><Relationship Id="rId121" Type="http://schemas.openxmlformats.org/officeDocument/2006/relationships/customXml" Target="../ink/ink600.xml"/><Relationship Id="rId142" Type="http://schemas.openxmlformats.org/officeDocument/2006/relationships/customXml" Target="../ink/ink611.xml"/><Relationship Id="rId163" Type="http://schemas.openxmlformats.org/officeDocument/2006/relationships/image" Target="../media/image629.png"/><Relationship Id="rId184" Type="http://schemas.openxmlformats.org/officeDocument/2006/relationships/customXml" Target="../ink/ink632.xml"/><Relationship Id="rId219" Type="http://schemas.openxmlformats.org/officeDocument/2006/relationships/image" Target="../media/image657.png"/><Relationship Id="rId230" Type="http://schemas.openxmlformats.org/officeDocument/2006/relationships/customXml" Target="../ink/ink655.xml"/><Relationship Id="rId251" Type="http://schemas.openxmlformats.org/officeDocument/2006/relationships/image" Target="../media/image673.png"/><Relationship Id="rId25" Type="http://schemas.openxmlformats.org/officeDocument/2006/relationships/customXml" Target="../ink/ink552.xml"/><Relationship Id="rId46" Type="http://schemas.openxmlformats.org/officeDocument/2006/relationships/image" Target="../media/image571.png"/><Relationship Id="rId67" Type="http://schemas.openxmlformats.org/officeDocument/2006/relationships/customXml" Target="../ink/ink573.xml"/><Relationship Id="rId88" Type="http://schemas.openxmlformats.org/officeDocument/2006/relationships/image" Target="../media/image592.png"/><Relationship Id="rId111" Type="http://schemas.openxmlformats.org/officeDocument/2006/relationships/customXml" Target="../ink/ink595.xml"/><Relationship Id="rId132" Type="http://schemas.openxmlformats.org/officeDocument/2006/relationships/customXml" Target="../ink/ink606.xml"/><Relationship Id="rId153" Type="http://schemas.openxmlformats.org/officeDocument/2006/relationships/image" Target="../media/image624.png"/><Relationship Id="rId174" Type="http://schemas.openxmlformats.org/officeDocument/2006/relationships/customXml" Target="../ink/ink627.xml"/><Relationship Id="rId195" Type="http://schemas.openxmlformats.org/officeDocument/2006/relationships/image" Target="../media/image645.png"/><Relationship Id="rId209" Type="http://schemas.openxmlformats.org/officeDocument/2006/relationships/image" Target="../media/image652.png"/><Relationship Id="rId220" Type="http://schemas.openxmlformats.org/officeDocument/2006/relationships/customXml" Target="../ink/ink650.xml"/><Relationship Id="rId241" Type="http://schemas.openxmlformats.org/officeDocument/2006/relationships/image" Target="../media/image668.png"/><Relationship Id="rId15" Type="http://schemas.openxmlformats.org/officeDocument/2006/relationships/customXml" Target="../ink/ink547.xml"/><Relationship Id="rId36" Type="http://schemas.openxmlformats.org/officeDocument/2006/relationships/image" Target="../media/image566.png"/><Relationship Id="rId57" Type="http://schemas.openxmlformats.org/officeDocument/2006/relationships/customXml" Target="../ink/ink568.xml"/><Relationship Id="rId78" Type="http://schemas.openxmlformats.org/officeDocument/2006/relationships/image" Target="../media/image587.png"/><Relationship Id="rId99" Type="http://schemas.openxmlformats.org/officeDocument/2006/relationships/customXml" Target="../ink/ink589.xml"/><Relationship Id="rId101" Type="http://schemas.openxmlformats.org/officeDocument/2006/relationships/customXml" Target="../ink/ink590.xml"/><Relationship Id="rId122" Type="http://schemas.openxmlformats.org/officeDocument/2006/relationships/image" Target="../media/image609.png"/><Relationship Id="rId143" Type="http://schemas.openxmlformats.org/officeDocument/2006/relationships/image" Target="../media/image619.png"/><Relationship Id="rId164" Type="http://schemas.openxmlformats.org/officeDocument/2006/relationships/customXml" Target="../ink/ink622.xml"/><Relationship Id="rId185" Type="http://schemas.openxmlformats.org/officeDocument/2006/relationships/image" Target="../media/image640.png"/><Relationship Id="rId9" Type="http://schemas.openxmlformats.org/officeDocument/2006/relationships/customXml" Target="../ink/ink544.xml"/><Relationship Id="rId210" Type="http://schemas.openxmlformats.org/officeDocument/2006/relationships/customXml" Target="../ink/ink645.xml"/><Relationship Id="rId26" Type="http://schemas.openxmlformats.org/officeDocument/2006/relationships/image" Target="../media/image561.png"/><Relationship Id="rId231" Type="http://schemas.openxmlformats.org/officeDocument/2006/relationships/image" Target="../media/image663.png"/><Relationship Id="rId252" Type="http://schemas.openxmlformats.org/officeDocument/2006/relationships/customXml" Target="../ink/ink666.xml"/><Relationship Id="rId47" Type="http://schemas.openxmlformats.org/officeDocument/2006/relationships/customXml" Target="../ink/ink563.xml"/><Relationship Id="rId68" Type="http://schemas.openxmlformats.org/officeDocument/2006/relationships/image" Target="../media/image582.png"/><Relationship Id="rId89" Type="http://schemas.openxmlformats.org/officeDocument/2006/relationships/customXml" Target="../ink/ink584.xml"/><Relationship Id="rId112" Type="http://schemas.openxmlformats.org/officeDocument/2006/relationships/image" Target="../media/image604.png"/><Relationship Id="rId133" Type="http://schemas.openxmlformats.org/officeDocument/2006/relationships/image" Target="../media/image614.png"/><Relationship Id="rId154" Type="http://schemas.openxmlformats.org/officeDocument/2006/relationships/customXml" Target="../ink/ink617.xml"/><Relationship Id="rId175" Type="http://schemas.openxmlformats.org/officeDocument/2006/relationships/image" Target="../media/image635.png"/><Relationship Id="rId196" Type="http://schemas.openxmlformats.org/officeDocument/2006/relationships/customXml" Target="../ink/ink638.xml"/><Relationship Id="rId200" Type="http://schemas.openxmlformats.org/officeDocument/2006/relationships/customXml" Target="../ink/ink640.xml"/><Relationship Id="rId16" Type="http://schemas.openxmlformats.org/officeDocument/2006/relationships/image" Target="../media/image556.png"/><Relationship Id="rId221" Type="http://schemas.openxmlformats.org/officeDocument/2006/relationships/image" Target="../media/image658.png"/><Relationship Id="rId242" Type="http://schemas.openxmlformats.org/officeDocument/2006/relationships/customXml" Target="../ink/ink661.xml"/><Relationship Id="rId37" Type="http://schemas.openxmlformats.org/officeDocument/2006/relationships/customXml" Target="../ink/ink558.xml"/><Relationship Id="rId58" Type="http://schemas.openxmlformats.org/officeDocument/2006/relationships/image" Target="../media/image577.png"/><Relationship Id="rId79" Type="http://schemas.openxmlformats.org/officeDocument/2006/relationships/customXml" Target="../ink/ink579.xml"/><Relationship Id="rId102" Type="http://schemas.openxmlformats.org/officeDocument/2006/relationships/image" Target="../media/image599.png"/><Relationship Id="rId123" Type="http://schemas.openxmlformats.org/officeDocument/2006/relationships/customXml" Target="../ink/ink601.xml"/><Relationship Id="rId144" Type="http://schemas.openxmlformats.org/officeDocument/2006/relationships/customXml" Target="../ink/ink612.xml"/><Relationship Id="rId90" Type="http://schemas.openxmlformats.org/officeDocument/2006/relationships/image" Target="../media/image593.png"/><Relationship Id="rId165" Type="http://schemas.openxmlformats.org/officeDocument/2006/relationships/image" Target="../media/image630.png"/><Relationship Id="rId186" Type="http://schemas.openxmlformats.org/officeDocument/2006/relationships/customXml" Target="../ink/ink633.xml"/><Relationship Id="rId211" Type="http://schemas.openxmlformats.org/officeDocument/2006/relationships/image" Target="../media/image653.png"/><Relationship Id="rId232" Type="http://schemas.openxmlformats.org/officeDocument/2006/relationships/customXml" Target="../ink/ink656.xml"/><Relationship Id="rId253" Type="http://schemas.openxmlformats.org/officeDocument/2006/relationships/image" Target="../media/image674.png"/><Relationship Id="rId27" Type="http://schemas.openxmlformats.org/officeDocument/2006/relationships/customXml" Target="../ink/ink553.xml"/><Relationship Id="rId48" Type="http://schemas.openxmlformats.org/officeDocument/2006/relationships/image" Target="../media/image572.png"/><Relationship Id="rId69" Type="http://schemas.openxmlformats.org/officeDocument/2006/relationships/customXml" Target="../ink/ink574.xml"/><Relationship Id="rId113" Type="http://schemas.openxmlformats.org/officeDocument/2006/relationships/customXml" Target="../ink/ink596.xml"/><Relationship Id="rId134" Type="http://schemas.openxmlformats.org/officeDocument/2006/relationships/customXml" Target="../ink/ink607.xml"/><Relationship Id="rId80" Type="http://schemas.openxmlformats.org/officeDocument/2006/relationships/image" Target="../media/image588.png"/><Relationship Id="rId155" Type="http://schemas.openxmlformats.org/officeDocument/2006/relationships/image" Target="../media/image625.png"/><Relationship Id="rId176" Type="http://schemas.openxmlformats.org/officeDocument/2006/relationships/customXml" Target="../ink/ink628.xml"/><Relationship Id="rId197" Type="http://schemas.openxmlformats.org/officeDocument/2006/relationships/image" Target="../media/image646.png"/><Relationship Id="rId201" Type="http://schemas.openxmlformats.org/officeDocument/2006/relationships/image" Target="../media/image648.png"/><Relationship Id="rId222" Type="http://schemas.openxmlformats.org/officeDocument/2006/relationships/customXml" Target="../ink/ink651.xml"/><Relationship Id="rId243" Type="http://schemas.openxmlformats.org/officeDocument/2006/relationships/image" Target="../media/image669.png"/><Relationship Id="rId17" Type="http://schemas.openxmlformats.org/officeDocument/2006/relationships/customXml" Target="../ink/ink548.xml"/><Relationship Id="rId38" Type="http://schemas.openxmlformats.org/officeDocument/2006/relationships/image" Target="../media/image567.png"/><Relationship Id="rId59" Type="http://schemas.openxmlformats.org/officeDocument/2006/relationships/customXml" Target="../ink/ink569.xml"/><Relationship Id="rId103" Type="http://schemas.openxmlformats.org/officeDocument/2006/relationships/customXml" Target="../ink/ink591.xml"/><Relationship Id="rId124" Type="http://schemas.openxmlformats.org/officeDocument/2006/relationships/image" Target="../media/image610.png"/><Relationship Id="rId70" Type="http://schemas.openxmlformats.org/officeDocument/2006/relationships/image" Target="../media/image583.png"/><Relationship Id="rId91" Type="http://schemas.openxmlformats.org/officeDocument/2006/relationships/customXml" Target="../ink/ink585.xml"/><Relationship Id="rId145" Type="http://schemas.openxmlformats.org/officeDocument/2006/relationships/image" Target="../media/image620.png"/><Relationship Id="rId166" Type="http://schemas.openxmlformats.org/officeDocument/2006/relationships/customXml" Target="../ink/ink623.xml"/><Relationship Id="rId187" Type="http://schemas.openxmlformats.org/officeDocument/2006/relationships/image" Target="../media/image64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46.xml"/><Relationship Id="rId233" Type="http://schemas.openxmlformats.org/officeDocument/2006/relationships/image" Target="../media/image664.png"/><Relationship Id="rId28" Type="http://schemas.openxmlformats.org/officeDocument/2006/relationships/image" Target="../media/image562.png"/><Relationship Id="rId49" Type="http://schemas.openxmlformats.org/officeDocument/2006/relationships/customXml" Target="../ink/ink564.xml"/><Relationship Id="rId114" Type="http://schemas.openxmlformats.org/officeDocument/2006/relationships/image" Target="../media/image605.png"/><Relationship Id="rId60" Type="http://schemas.openxmlformats.org/officeDocument/2006/relationships/image" Target="../media/image578.png"/><Relationship Id="rId81" Type="http://schemas.openxmlformats.org/officeDocument/2006/relationships/customXml" Target="../ink/ink580.xml"/><Relationship Id="rId135" Type="http://schemas.openxmlformats.org/officeDocument/2006/relationships/image" Target="../media/image615.png"/><Relationship Id="rId156" Type="http://schemas.openxmlformats.org/officeDocument/2006/relationships/customXml" Target="../ink/ink618.xml"/><Relationship Id="rId177" Type="http://schemas.openxmlformats.org/officeDocument/2006/relationships/image" Target="../media/image636.png"/><Relationship Id="rId198" Type="http://schemas.openxmlformats.org/officeDocument/2006/relationships/customXml" Target="../ink/ink639.xml"/><Relationship Id="rId202" Type="http://schemas.openxmlformats.org/officeDocument/2006/relationships/customXml" Target="../ink/ink641.xml"/><Relationship Id="rId223" Type="http://schemas.openxmlformats.org/officeDocument/2006/relationships/image" Target="../media/image659.png"/><Relationship Id="rId244" Type="http://schemas.openxmlformats.org/officeDocument/2006/relationships/customXml" Target="../ink/ink662.xml"/><Relationship Id="rId18" Type="http://schemas.openxmlformats.org/officeDocument/2006/relationships/image" Target="../media/image557.png"/><Relationship Id="rId39" Type="http://schemas.openxmlformats.org/officeDocument/2006/relationships/customXml" Target="../ink/ink559.xml"/><Relationship Id="rId50" Type="http://schemas.openxmlformats.org/officeDocument/2006/relationships/image" Target="../media/image573.png"/><Relationship Id="rId104" Type="http://schemas.openxmlformats.org/officeDocument/2006/relationships/image" Target="../media/image600.png"/><Relationship Id="rId125" Type="http://schemas.openxmlformats.org/officeDocument/2006/relationships/customXml" Target="../ink/ink602.xml"/><Relationship Id="rId146" Type="http://schemas.openxmlformats.org/officeDocument/2006/relationships/customXml" Target="../ink/ink613.xml"/><Relationship Id="rId167" Type="http://schemas.openxmlformats.org/officeDocument/2006/relationships/image" Target="../media/image631.png"/><Relationship Id="rId188" Type="http://schemas.openxmlformats.org/officeDocument/2006/relationships/customXml" Target="../ink/ink634.xml"/><Relationship Id="rId71" Type="http://schemas.openxmlformats.org/officeDocument/2006/relationships/customXml" Target="../ink/ink575.xml"/><Relationship Id="rId92" Type="http://schemas.openxmlformats.org/officeDocument/2006/relationships/image" Target="../media/image594.png"/><Relationship Id="rId213" Type="http://schemas.openxmlformats.org/officeDocument/2006/relationships/image" Target="../media/image654.png"/><Relationship Id="rId234" Type="http://schemas.openxmlformats.org/officeDocument/2006/relationships/customXml" Target="../ink/ink657.xml"/><Relationship Id="rId2" Type="http://schemas.openxmlformats.org/officeDocument/2006/relationships/image" Target="../media/image549.png"/><Relationship Id="rId29" Type="http://schemas.openxmlformats.org/officeDocument/2006/relationships/customXml" Target="../ink/ink554.xml"/><Relationship Id="rId40" Type="http://schemas.openxmlformats.org/officeDocument/2006/relationships/image" Target="../media/image568.png"/><Relationship Id="rId115" Type="http://schemas.openxmlformats.org/officeDocument/2006/relationships/customXml" Target="../ink/ink597.xml"/><Relationship Id="rId136" Type="http://schemas.openxmlformats.org/officeDocument/2006/relationships/customXml" Target="../ink/ink608.xml"/><Relationship Id="rId157" Type="http://schemas.openxmlformats.org/officeDocument/2006/relationships/image" Target="../media/image626.png"/><Relationship Id="rId178" Type="http://schemas.openxmlformats.org/officeDocument/2006/relationships/customXml" Target="../ink/ink629.xml"/><Relationship Id="rId61" Type="http://schemas.openxmlformats.org/officeDocument/2006/relationships/customXml" Target="../ink/ink570.xml"/><Relationship Id="rId82" Type="http://schemas.openxmlformats.org/officeDocument/2006/relationships/image" Target="../media/image589.png"/><Relationship Id="rId199" Type="http://schemas.openxmlformats.org/officeDocument/2006/relationships/image" Target="../media/image647.png"/><Relationship Id="rId203" Type="http://schemas.openxmlformats.org/officeDocument/2006/relationships/image" Target="../media/image649.png"/><Relationship Id="rId19" Type="http://schemas.openxmlformats.org/officeDocument/2006/relationships/customXml" Target="../ink/ink549.xml"/><Relationship Id="rId224" Type="http://schemas.openxmlformats.org/officeDocument/2006/relationships/customXml" Target="../ink/ink652.xml"/><Relationship Id="rId245" Type="http://schemas.openxmlformats.org/officeDocument/2006/relationships/image" Target="../media/image670.png"/><Relationship Id="rId30" Type="http://schemas.openxmlformats.org/officeDocument/2006/relationships/image" Target="../media/image563.png"/><Relationship Id="rId105" Type="http://schemas.openxmlformats.org/officeDocument/2006/relationships/customXml" Target="../ink/ink592.xml"/><Relationship Id="rId126" Type="http://schemas.openxmlformats.org/officeDocument/2006/relationships/image" Target="../media/image611.png"/><Relationship Id="rId147" Type="http://schemas.openxmlformats.org/officeDocument/2006/relationships/image" Target="../media/image621.png"/><Relationship Id="rId168" Type="http://schemas.openxmlformats.org/officeDocument/2006/relationships/customXml" Target="../ink/ink624.xml"/><Relationship Id="rId51" Type="http://schemas.openxmlformats.org/officeDocument/2006/relationships/customXml" Target="../ink/ink565.xml"/><Relationship Id="rId72" Type="http://schemas.openxmlformats.org/officeDocument/2006/relationships/image" Target="../media/image584.png"/><Relationship Id="rId93" Type="http://schemas.openxmlformats.org/officeDocument/2006/relationships/customXml" Target="../ink/ink586.xml"/><Relationship Id="rId189" Type="http://schemas.openxmlformats.org/officeDocument/2006/relationships/image" Target="../media/image642.png"/><Relationship Id="rId3" Type="http://schemas.openxmlformats.org/officeDocument/2006/relationships/customXml" Target="../ink/ink541.xml"/><Relationship Id="rId214" Type="http://schemas.openxmlformats.org/officeDocument/2006/relationships/customXml" Target="../ink/ink647.xml"/><Relationship Id="rId235" Type="http://schemas.openxmlformats.org/officeDocument/2006/relationships/image" Target="../media/image665.png"/><Relationship Id="rId116" Type="http://schemas.openxmlformats.org/officeDocument/2006/relationships/image" Target="../media/image606.png"/><Relationship Id="rId137" Type="http://schemas.openxmlformats.org/officeDocument/2006/relationships/image" Target="../media/image616.png"/><Relationship Id="rId158" Type="http://schemas.openxmlformats.org/officeDocument/2006/relationships/customXml" Target="../ink/ink619.xml"/><Relationship Id="rId20" Type="http://schemas.openxmlformats.org/officeDocument/2006/relationships/image" Target="../media/image558.png"/><Relationship Id="rId41" Type="http://schemas.openxmlformats.org/officeDocument/2006/relationships/customXml" Target="../ink/ink560.xml"/><Relationship Id="rId62" Type="http://schemas.openxmlformats.org/officeDocument/2006/relationships/image" Target="../media/image579.png"/><Relationship Id="rId83" Type="http://schemas.openxmlformats.org/officeDocument/2006/relationships/customXml" Target="../ink/ink581.xml"/><Relationship Id="rId179" Type="http://schemas.openxmlformats.org/officeDocument/2006/relationships/image" Target="../media/image637.png"/><Relationship Id="rId190" Type="http://schemas.openxmlformats.org/officeDocument/2006/relationships/customXml" Target="../ink/ink635.xml"/><Relationship Id="rId204" Type="http://schemas.openxmlformats.org/officeDocument/2006/relationships/customXml" Target="../ink/ink642.xml"/><Relationship Id="rId225" Type="http://schemas.openxmlformats.org/officeDocument/2006/relationships/image" Target="../media/image660.png"/><Relationship Id="rId246" Type="http://schemas.openxmlformats.org/officeDocument/2006/relationships/customXml" Target="../ink/ink663.xml"/><Relationship Id="rId106" Type="http://schemas.openxmlformats.org/officeDocument/2006/relationships/image" Target="../media/image601.png"/><Relationship Id="rId127" Type="http://schemas.openxmlformats.org/officeDocument/2006/relationships/customXml" Target="../ink/ink603.xml"/><Relationship Id="rId10" Type="http://schemas.openxmlformats.org/officeDocument/2006/relationships/image" Target="../media/image553.png"/><Relationship Id="rId31" Type="http://schemas.openxmlformats.org/officeDocument/2006/relationships/customXml" Target="../ink/ink555.xml"/><Relationship Id="rId52" Type="http://schemas.openxmlformats.org/officeDocument/2006/relationships/image" Target="../media/image574.png"/><Relationship Id="rId73" Type="http://schemas.openxmlformats.org/officeDocument/2006/relationships/customXml" Target="../ink/ink576.xml"/><Relationship Id="rId94" Type="http://schemas.openxmlformats.org/officeDocument/2006/relationships/image" Target="../media/image595.png"/><Relationship Id="rId148" Type="http://schemas.openxmlformats.org/officeDocument/2006/relationships/customXml" Target="../ink/ink614.xml"/><Relationship Id="rId169" Type="http://schemas.openxmlformats.org/officeDocument/2006/relationships/image" Target="../media/image632.png"/><Relationship Id="rId4" Type="http://schemas.openxmlformats.org/officeDocument/2006/relationships/image" Target="../media/image550.png"/><Relationship Id="rId180" Type="http://schemas.openxmlformats.org/officeDocument/2006/relationships/customXml" Target="../ink/ink630.xml"/><Relationship Id="rId215" Type="http://schemas.openxmlformats.org/officeDocument/2006/relationships/image" Target="../media/image655.png"/><Relationship Id="rId236" Type="http://schemas.openxmlformats.org/officeDocument/2006/relationships/customXml" Target="../ink/ink65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8.png"/><Relationship Id="rId13" Type="http://schemas.openxmlformats.org/officeDocument/2006/relationships/customXml" Target="../ink/ink672.xml"/><Relationship Id="rId3" Type="http://schemas.openxmlformats.org/officeDocument/2006/relationships/customXml" Target="../ink/ink667.xml"/><Relationship Id="rId7" Type="http://schemas.openxmlformats.org/officeDocument/2006/relationships/customXml" Target="../ink/ink669.xml"/><Relationship Id="rId12" Type="http://schemas.openxmlformats.org/officeDocument/2006/relationships/image" Target="../media/image680.png"/><Relationship Id="rId2" Type="http://schemas.openxmlformats.org/officeDocument/2006/relationships/image" Target="../media/image6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7.png"/><Relationship Id="rId11" Type="http://schemas.openxmlformats.org/officeDocument/2006/relationships/customXml" Target="../ink/ink671.xml"/><Relationship Id="rId5" Type="http://schemas.openxmlformats.org/officeDocument/2006/relationships/customXml" Target="../ink/ink668.xml"/><Relationship Id="rId10" Type="http://schemas.openxmlformats.org/officeDocument/2006/relationships/image" Target="../media/image679.png"/><Relationship Id="rId4" Type="http://schemas.openxmlformats.org/officeDocument/2006/relationships/image" Target="../media/image676.png"/><Relationship Id="rId9" Type="http://schemas.openxmlformats.org/officeDocument/2006/relationships/customXml" Target="../ink/ink670.xml"/><Relationship Id="rId14" Type="http://schemas.openxmlformats.org/officeDocument/2006/relationships/image" Target="../media/image681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4.png"/><Relationship Id="rId21" Type="http://schemas.openxmlformats.org/officeDocument/2006/relationships/customXml" Target="../ink/ink682.xml"/><Relationship Id="rId42" Type="http://schemas.openxmlformats.org/officeDocument/2006/relationships/image" Target="../media/image702.png"/><Relationship Id="rId47" Type="http://schemas.openxmlformats.org/officeDocument/2006/relationships/customXml" Target="../ink/ink695.xml"/><Relationship Id="rId63" Type="http://schemas.openxmlformats.org/officeDocument/2006/relationships/customXml" Target="../ink/ink703.xml"/><Relationship Id="rId68" Type="http://schemas.openxmlformats.org/officeDocument/2006/relationships/image" Target="../media/image715.png"/><Relationship Id="rId84" Type="http://schemas.openxmlformats.org/officeDocument/2006/relationships/image" Target="../media/image723.png"/><Relationship Id="rId89" Type="http://schemas.openxmlformats.org/officeDocument/2006/relationships/customXml" Target="../ink/ink716.xml"/><Relationship Id="rId16" Type="http://schemas.openxmlformats.org/officeDocument/2006/relationships/image" Target="../media/image689.png"/><Relationship Id="rId107" Type="http://schemas.openxmlformats.org/officeDocument/2006/relationships/customXml" Target="../ink/ink725.xml"/><Relationship Id="rId11" Type="http://schemas.openxmlformats.org/officeDocument/2006/relationships/customXml" Target="../ink/ink677.xml"/><Relationship Id="rId32" Type="http://schemas.openxmlformats.org/officeDocument/2006/relationships/image" Target="../media/image697.png"/><Relationship Id="rId37" Type="http://schemas.openxmlformats.org/officeDocument/2006/relationships/customXml" Target="../ink/ink690.xml"/><Relationship Id="rId53" Type="http://schemas.openxmlformats.org/officeDocument/2006/relationships/customXml" Target="../ink/ink698.xml"/><Relationship Id="rId58" Type="http://schemas.openxmlformats.org/officeDocument/2006/relationships/image" Target="../media/image710.png"/><Relationship Id="rId74" Type="http://schemas.openxmlformats.org/officeDocument/2006/relationships/image" Target="../media/image718.png"/><Relationship Id="rId79" Type="http://schemas.openxmlformats.org/officeDocument/2006/relationships/customXml" Target="../ink/ink711.xml"/><Relationship Id="rId102" Type="http://schemas.openxmlformats.org/officeDocument/2006/relationships/image" Target="../media/image732.png"/><Relationship Id="rId5" Type="http://schemas.openxmlformats.org/officeDocument/2006/relationships/customXml" Target="../ink/ink674.xml"/><Relationship Id="rId90" Type="http://schemas.openxmlformats.org/officeDocument/2006/relationships/image" Target="../media/image726.png"/><Relationship Id="rId95" Type="http://schemas.openxmlformats.org/officeDocument/2006/relationships/customXml" Target="../ink/ink719.xml"/><Relationship Id="rId22" Type="http://schemas.openxmlformats.org/officeDocument/2006/relationships/image" Target="../media/image692.png"/><Relationship Id="rId27" Type="http://schemas.openxmlformats.org/officeDocument/2006/relationships/customXml" Target="../ink/ink685.xml"/><Relationship Id="rId43" Type="http://schemas.openxmlformats.org/officeDocument/2006/relationships/customXml" Target="../ink/ink693.xml"/><Relationship Id="rId48" Type="http://schemas.openxmlformats.org/officeDocument/2006/relationships/image" Target="../media/image705.png"/><Relationship Id="rId64" Type="http://schemas.openxmlformats.org/officeDocument/2006/relationships/image" Target="../media/image713.png"/><Relationship Id="rId69" Type="http://schemas.openxmlformats.org/officeDocument/2006/relationships/customXml" Target="../ink/ink706.xml"/><Relationship Id="rId80" Type="http://schemas.openxmlformats.org/officeDocument/2006/relationships/image" Target="../media/image721.png"/><Relationship Id="rId85" Type="http://schemas.openxmlformats.org/officeDocument/2006/relationships/customXml" Target="../ink/ink714.xml"/><Relationship Id="rId12" Type="http://schemas.openxmlformats.org/officeDocument/2006/relationships/image" Target="../media/image687.png"/><Relationship Id="rId17" Type="http://schemas.openxmlformats.org/officeDocument/2006/relationships/customXml" Target="../ink/ink680.xml"/><Relationship Id="rId33" Type="http://schemas.openxmlformats.org/officeDocument/2006/relationships/customXml" Target="../ink/ink688.xml"/><Relationship Id="rId38" Type="http://schemas.openxmlformats.org/officeDocument/2006/relationships/image" Target="../media/image700.png"/><Relationship Id="rId59" Type="http://schemas.openxmlformats.org/officeDocument/2006/relationships/customXml" Target="../ink/ink701.xml"/><Relationship Id="rId103" Type="http://schemas.openxmlformats.org/officeDocument/2006/relationships/customXml" Target="../ink/ink723.xml"/><Relationship Id="rId108" Type="http://schemas.openxmlformats.org/officeDocument/2006/relationships/image" Target="../media/image735.png"/><Relationship Id="rId54" Type="http://schemas.openxmlformats.org/officeDocument/2006/relationships/image" Target="../media/image708.png"/><Relationship Id="rId70" Type="http://schemas.openxmlformats.org/officeDocument/2006/relationships/image" Target="../media/image716.png"/><Relationship Id="rId75" Type="http://schemas.openxmlformats.org/officeDocument/2006/relationships/customXml" Target="../ink/ink709.xml"/><Relationship Id="rId91" Type="http://schemas.openxmlformats.org/officeDocument/2006/relationships/customXml" Target="../ink/ink717.xml"/><Relationship Id="rId96" Type="http://schemas.openxmlformats.org/officeDocument/2006/relationships/image" Target="../media/image7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4.png"/><Relationship Id="rId15" Type="http://schemas.openxmlformats.org/officeDocument/2006/relationships/customXml" Target="../ink/ink679.xml"/><Relationship Id="rId23" Type="http://schemas.openxmlformats.org/officeDocument/2006/relationships/customXml" Target="../ink/ink683.xml"/><Relationship Id="rId28" Type="http://schemas.openxmlformats.org/officeDocument/2006/relationships/image" Target="../media/image695.png"/><Relationship Id="rId36" Type="http://schemas.openxmlformats.org/officeDocument/2006/relationships/image" Target="../media/image699.png"/><Relationship Id="rId49" Type="http://schemas.openxmlformats.org/officeDocument/2006/relationships/customXml" Target="../ink/ink696.xml"/><Relationship Id="rId57" Type="http://schemas.openxmlformats.org/officeDocument/2006/relationships/customXml" Target="../ink/ink700.xml"/><Relationship Id="rId106" Type="http://schemas.openxmlformats.org/officeDocument/2006/relationships/image" Target="../media/image734.png"/><Relationship Id="rId10" Type="http://schemas.openxmlformats.org/officeDocument/2006/relationships/image" Target="../media/image686.png"/><Relationship Id="rId31" Type="http://schemas.openxmlformats.org/officeDocument/2006/relationships/customXml" Target="../ink/ink687.xml"/><Relationship Id="rId44" Type="http://schemas.openxmlformats.org/officeDocument/2006/relationships/image" Target="../media/image703.png"/><Relationship Id="rId52" Type="http://schemas.openxmlformats.org/officeDocument/2006/relationships/image" Target="../media/image707.png"/><Relationship Id="rId60" Type="http://schemas.openxmlformats.org/officeDocument/2006/relationships/image" Target="../media/image711.png"/><Relationship Id="rId65" Type="http://schemas.openxmlformats.org/officeDocument/2006/relationships/customXml" Target="../ink/ink704.xml"/><Relationship Id="rId73" Type="http://schemas.openxmlformats.org/officeDocument/2006/relationships/customXml" Target="../ink/ink708.xml"/><Relationship Id="rId78" Type="http://schemas.openxmlformats.org/officeDocument/2006/relationships/image" Target="../media/image720.png"/><Relationship Id="rId81" Type="http://schemas.openxmlformats.org/officeDocument/2006/relationships/customXml" Target="../ink/ink712.xml"/><Relationship Id="rId86" Type="http://schemas.openxmlformats.org/officeDocument/2006/relationships/image" Target="../media/image724.png"/><Relationship Id="rId94" Type="http://schemas.openxmlformats.org/officeDocument/2006/relationships/image" Target="../media/image728.png"/><Relationship Id="rId99" Type="http://schemas.openxmlformats.org/officeDocument/2006/relationships/customXml" Target="../ink/ink721.xml"/><Relationship Id="rId101" Type="http://schemas.openxmlformats.org/officeDocument/2006/relationships/customXml" Target="../ink/ink722.xml"/><Relationship Id="rId4" Type="http://schemas.openxmlformats.org/officeDocument/2006/relationships/image" Target="../media/image683.png"/><Relationship Id="rId9" Type="http://schemas.openxmlformats.org/officeDocument/2006/relationships/customXml" Target="../ink/ink676.xml"/><Relationship Id="rId13" Type="http://schemas.openxmlformats.org/officeDocument/2006/relationships/customXml" Target="../ink/ink678.xml"/><Relationship Id="rId18" Type="http://schemas.openxmlformats.org/officeDocument/2006/relationships/image" Target="../media/image690.png"/><Relationship Id="rId39" Type="http://schemas.openxmlformats.org/officeDocument/2006/relationships/customXml" Target="../ink/ink691.xml"/><Relationship Id="rId109" Type="http://schemas.openxmlformats.org/officeDocument/2006/relationships/customXml" Target="../ink/ink726.xml"/><Relationship Id="rId34" Type="http://schemas.openxmlformats.org/officeDocument/2006/relationships/image" Target="../media/image698.png"/><Relationship Id="rId50" Type="http://schemas.openxmlformats.org/officeDocument/2006/relationships/image" Target="../media/image706.png"/><Relationship Id="rId55" Type="http://schemas.openxmlformats.org/officeDocument/2006/relationships/customXml" Target="../ink/ink699.xml"/><Relationship Id="rId76" Type="http://schemas.openxmlformats.org/officeDocument/2006/relationships/image" Target="../media/image719.png"/><Relationship Id="rId97" Type="http://schemas.openxmlformats.org/officeDocument/2006/relationships/customXml" Target="../ink/ink720.xml"/><Relationship Id="rId104" Type="http://schemas.openxmlformats.org/officeDocument/2006/relationships/image" Target="../media/image733.png"/><Relationship Id="rId7" Type="http://schemas.openxmlformats.org/officeDocument/2006/relationships/customXml" Target="../ink/ink675.xml"/><Relationship Id="rId71" Type="http://schemas.openxmlformats.org/officeDocument/2006/relationships/customXml" Target="../ink/ink707.xml"/><Relationship Id="rId92" Type="http://schemas.openxmlformats.org/officeDocument/2006/relationships/image" Target="../media/image727.png"/><Relationship Id="rId2" Type="http://schemas.openxmlformats.org/officeDocument/2006/relationships/image" Target="../media/image682.png"/><Relationship Id="rId29" Type="http://schemas.openxmlformats.org/officeDocument/2006/relationships/customXml" Target="../ink/ink686.xml"/><Relationship Id="rId24" Type="http://schemas.openxmlformats.org/officeDocument/2006/relationships/image" Target="../media/image693.png"/><Relationship Id="rId40" Type="http://schemas.openxmlformats.org/officeDocument/2006/relationships/image" Target="../media/image701.png"/><Relationship Id="rId45" Type="http://schemas.openxmlformats.org/officeDocument/2006/relationships/customXml" Target="../ink/ink694.xml"/><Relationship Id="rId66" Type="http://schemas.openxmlformats.org/officeDocument/2006/relationships/image" Target="../media/image714.png"/><Relationship Id="rId87" Type="http://schemas.openxmlformats.org/officeDocument/2006/relationships/customXml" Target="../ink/ink715.xml"/><Relationship Id="rId110" Type="http://schemas.openxmlformats.org/officeDocument/2006/relationships/image" Target="../media/image736.png"/><Relationship Id="rId61" Type="http://schemas.openxmlformats.org/officeDocument/2006/relationships/customXml" Target="../ink/ink702.xml"/><Relationship Id="rId82" Type="http://schemas.openxmlformats.org/officeDocument/2006/relationships/image" Target="../media/image722.png"/><Relationship Id="rId19" Type="http://schemas.openxmlformats.org/officeDocument/2006/relationships/customXml" Target="../ink/ink681.xml"/><Relationship Id="rId14" Type="http://schemas.openxmlformats.org/officeDocument/2006/relationships/image" Target="../media/image688.png"/><Relationship Id="rId30" Type="http://schemas.openxmlformats.org/officeDocument/2006/relationships/image" Target="../media/image696.png"/><Relationship Id="rId35" Type="http://schemas.openxmlformats.org/officeDocument/2006/relationships/customXml" Target="../ink/ink689.xml"/><Relationship Id="rId56" Type="http://schemas.openxmlformats.org/officeDocument/2006/relationships/image" Target="../media/image709.png"/><Relationship Id="rId77" Type="http://schemas.openxmlformats.org/officeDocument/2006/relationships/customXml" Target="../ink/ink710.xml"/><Relationship Id="rId100" Type="http://schemas.openxmlformats.org/officeDocument/2006/relationships/image" Target="../media/image731.png"/><Relationship Id="rId105" Type="http://schemas.openxmlformats.org/officeDocument/2006/relationships/customXml" Target="../ink/ink724.xml"/><Relationship Id="rId8" Type="http://schemas.openxmlformats.org/officeDocument/2006/relationships/image" Target="../media/image685.png"/><Relationship Id="rId51" Type="http://schemas.openxmlformats.org/officeDocument/2006/relationships/customXml" Target="../ink/ink697.xml"/><Relationship Id="rId72" Type="http://schemas.openxmlformats.org/officeDocument/2006/relationships/image" Target="../media/image717.png"/><Relationship Id="rId93" Type="http://schemas.openxmlformats.org/officeDocument/2006/relationships/customXml" Target="../ink/ink718.xml"/><Relationship Id="rId98" Type="http://schemas.openxmlformats.org/officeDocument/2006/relationships/image" Target="../media/image730.png"/><Relationship Id="rId3" Type="http://schemas.openxmlformats.org/officeDocument/2006/relationships/customXml" Target="../ink/ink673.xml"/><Relationship Id="rId25" Type="http://schemas.openxmlformats.org/officeDocument/2006/relationships/customXml" Target="../ink/ink684.xml"/><Relationship Id="rId46" Type="http://schemas.openxmlformats.org/officeDocument/2006/relationships/image" Target="../media/image704.png"/><Relationship Id="rId67" Type="http://schemas.openxmlformats.org/officeDocument/2006/relationships/customXml" Target="../ink/ink705.xml"/><Relationship Id="rId20" Type="http://schemas.openxmlformats.org/officeDocument/2006/relationships/image" Target="../media/image691.png"/><Relationship Id="rId41" Type="http://schemas.openxmlformats.org/officeDocument/2006/relationships/customXml" Target="../ink/ink692.xml"/><Relationship Id="rId62" Type="http://schemas.openxmlformats.org/officeDocument/2006/relationships/image" Target="../media/image712.png"/><Relationship Id="rId83" Type="http://schemas.openxmlformats.org/officeDocument/2006/relationships/customXml" Target="../ink/ink713.xml"/><Relationship Id="rId88" Type="http://schemas.openxmlformats.org/officeDocument/2006/relationships/image" Target="../media/image7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8.png"/><Relationship Id="rId2" Type="http://schemas.openxmlformats.org/officeDocument/2006/relationships/image" Target="../media/image7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7" Type="http://schemas.openxmlformats.org/officeDocument/2006/relationships/image" Target="../media/image10210.png"/><Relationship Id="rId2" Type="http://schemas.openxmlformats.org/officeDocument/2006/relationships/image" Target="../media/image739.png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72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4.png"/><Relationship Id="rId13" Type="http://schemas.openxmlformats.org/officeDocument/2006/relationships/customXml" Target="../ink/ink733.xml"/><Relationship Id="rId3" Type="http://schemas.openxmlformats.org/officeDocument/2006/relationships/customXml" Target="../ink/ink728.xml"/><Relationship Id="rId7" Type="http://schemas.openxmlformats.org/officeDocument/2006/relationships/customXml" Target="../ink/ink730.xml"/><Relationship Id="rId12" Type="http://schemas.openxmlformats.org/officeDocument/2006/relationships/image" Target="../media/image746.png"/><Relationship Id="rId2" Type="http://schemas.openxmlformats.org/officeDocument/2006/relationships/image" Target="../media/image741.png"/><Relationship Id="rId16" Type="http://schemas.openxmlformats.org/officeDocument/2006/relationships/image" Target="../media/image7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3.png"/><Relationship Id="rId11" Type="http://schemas.openxmlformats.org/officeDocument/2006/relationships/customXml" Target="../ink/ink732.xml"/><Relationship Id="rId5" Type="http://schemas.openxmlformats.org/officeDocument/2006/relationships/customXml" Target="../ink/ink729.xml"/><Relationship Id="rId15" Type="http://schemas.openxmlformats.org/officeDocument/2006/relationships/customXml" Target="../ink/ink734.xml"/><Relationship Id="rId10" Type="http://schemas.openxmlformats.org/officeDocument/2006/relationships/image" Target="../media/image745.png"/><Relationship Id="rId4" Type="http://schemas.openxmlformats.org/officeDocument/2006/relationships/image" Target="../media/image742.png"/><Relationship Id="rId9" Type="http://schemas.openxmlformats.org/officeDocument/2006/relationships/customXml" Target="../ink/ink731.xml"/><Relationship Id="rId14" Type="http://schemas.openxmlformats.org/officeDocument/2006/relationships/image" Target="../media/image7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2.png"/><Relationship Id="rId13" Type="http://schemas.openxmlformats.org/officeDocument/2006/relationships/customXml" Target="../ink/ink740.xml"/><Relationship Id="rId18" Type="http://schemas.openxmlformats.org/officeDocument/2006/relationships/image" Target="../media/image757.png"/><Relationship Id="rId3" Type="http://schemas.openxmlformats.org/officeDocument/2006/relationships/customXml" Target="../ink/ink735.xml"/><Relationship Id="rId7" Type="http://schemas.openxmlformats.org/officeDocument/2006/relationships/customXml" Target="../ink/ink737.xml"/><Relationship Id="rId12" Type="http://schemas.openxmlformats.org/officeDocument/2006/relationships/image" Target="../media/image754.png"/><Relationship Id="rId17" Type="http://schemas.openxmlformats.org/officeDocument/2006/relationships/customXml" Target="../ink/ink742.xml"/><Relationship Id="rId2" Type="http://schemas.openxmlformats.org/officeDocument/2006/relationships/image" Target="../media/image749.png"/><Relationship Id="rId16" Type="http://schemas.openxmlformats.org/officeDocument/2006/relationships/image" Target="../media/image7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1.png"/><Relationship Id="rId11" Type="http://schemas.openxmlformats.org/officeDocument/2006/relationships/customXml" Target="../ink/ink739.xml"/><Relationship Id="rId5" Type="http://schemas.openxmlformats.org/officeDocument/2006/relationships/customXml" Target="../ink/ink736.xml"/><Relationship Id="rId15" Type="http://schemas.openxmlformats.org/officeDocument/2006/relationships/customXml" Target="../ink/ink741.xml"/><Relationship Id="rId10" Type="http://schemas.openxmlformats.org/officeDocument/2006/relationships/image" Target="../media/image753.png"/><Relationship Id="rId4" Type="http://schemas.openxmlformats.org/officeDocument/2006/relationships/image" Target="../media/image750.png"/><Relationship Id="rId9" Type="http://schemas.openxmlformats.org/officeDocument/2006/relationships/customXml" Target="../ink/ink738.xml"/><Relationship Id="rId14" Type="http://schemas.openxmlformats.org/officeDocument/2006/relationships/image" Target="../media/image755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4.png"/><Relationship Id="rId18" Type="http://schemas.openxmlformats.org/officeDocument/2006/relationships/customXml" Target="../ink/ink750.xml"/><Relationship Id="rId26" Type="http://schemas.openxmlformats.org/officeDocument/2006/relationships/customXml" Target="../ink/ink754.xml"/><Relationship Id="rId39" Type="http://schemas.openxmlformats.org/officeDocument/2006/relationships/image" Target="../media/image777.png"/><Relationship Id="rId21" Type="http://schemas.openxmlformats.org/officeDocument/2006/relationships/image" Target="../media/image768.png"/><Relationship Id="rId34" Type="http://schemas.openxmlformats.org/officeDocument/2006/relationships/customXml" Target="../ink/ink758.xml"/><Relationship Id="rId42" Type="http://schemas.openxmlformats.org/officeDocument/2006/relationships/customXml" Target="../ink/ink762.xml"/><Relationship Id="rId47" Type="http://schemas.openxmlformats.org/officeDocument/2006/relationships/image" Target="../media/image781.png"/><Relationship Id="rId50" Type="http://schemas.openxmlformats.org/officeDocument/2006/relationships/customXml" Target="../ink/ink766.xml"/><Relationship Id="rId55" Type="http://schemas.openxmlformats.org/officeDocument/2006/relationships/image" Target="../media/image785.png"/><Relationship Id="rId7" Type="http://schemas.openxmlformats.org/officeDocument/2006/relationships/image" Target="../media/image761.png"/><Relationship Id="rId2" Type="http://schemas.openxmlformats.org/officeDocument/2006/relationships/image" Target="../media/image758.png"/><Relationship Id="rId16" Type="http://schemas.openxmlformats.org/officeDocument/2006/relationships/customXml" Target="../ink/ink749.xml"/><Relationship Id="rId29" Type="http://schemas.openxmlformats.org/officeDocument/2006/relationships/image" Target="../media/image772.png"/><Relationship Id="rId11" Type="http://schemas.openxmlformats.org/officeDocument/2006/relationships/image" Target="../media/image763.png"/><Relationship Id="rId24" Type="http://schemas.openxmlformats.org/officeDocument/2006/relationships/customXml" Target="../ink/ink753.xml"/><Relationship Id="rId32" Type="http://schemas.openxmlformats.org/officeDocument/2006/relationships/customXml" Target="../ink/ink757.xml"/><Relationship Id="rId37" Type="http://schemas.openxmlformats.org/officeDocument/2006/relationships/image" Target="../media/image776.png"/><Relationship Id="rId40" Type="http://schemas.openxmlformats.org/officeDocument/2006/relationships/customXml" Target="../ink/ink761.xml"/><Relationship Id="rId45" Type="http://schemas.openxmlformats.org/officeDocument/2006/relationships/image" Target="../media/image780.png"/><Relationship Id="rId53" Type="http://schemas.openxmlformats.org/officeDocument/2006/relationships/image" Target="../media/image784.png"/><Relationship Id="rId5" Type="http://schemas.openxmlformats.org/officeDocument/2006/relationships/image" Target="../media/image760.png"/><Relationship Id="rId19" Type="http://schemas.openxmlformats.org/officeDocument/2006/relationships/image" Target="../media/image767.png"/><Relationship Id="rId4" Type="http://schemas.openxmlformats.org/officeDocument/2006/relationships/customXml" Target="../ink/ink743.xml"/><Relationship Id="rId9" Type="http://schemas.openxmlformats.org/officeDocument/2006/relationships/image" Target="../media/image762.png"/><Relationship Id="rId14" Type="http://schemas.openxmlformats.org/officeDocument/2006/relationships/customXml" Target="../ink/ink748.xml"/><Relationship Id="rId22" Type="http://schemas.openxmlformats.org/officeDocument/2006/relationships/customXml" Target="../ink/ink752.xml"/><Relationship Id="rId27" Type="http://schemas.openxmlformats.org/officeDocument/2006/relationships/image" Target="../media/image771.png"/><Relationship Id="rId30" Type="http://schemas.openxmlformats.org/officeDocument/2006/relationships/customXml" Target="../ink/ink756.xml"/><Relationship Id="rId35" Type="http://schemas.openxmlformats.org/officeDocument/2006/relationships/image" Target="../media/image775.png"/><Relationship Id="rId43" Type="http://schemas.openxmlformats.org/officeDocument/2006/relationships/image" Target="../media/image779.png"/><Relationship Id="rId48" Type="http://schemas.openxmlformats.org/officeDocument/2006/relationships/customXml" Target="../ink/ink765.xml"/><Relationship Id="rId56" Type="http://schemas.openxmlformats.org/officeDocument/2006/relationships/customXml" Target="../ink/ink769.xml"/><Relationship Id="rId8" Type="http://schemas.openxmlformats.org/officeDocument/2006/relationships/customXml" Target="../ink/ink745.xml"/><Relationship Id="rId51" Type="http://schemas.openxmlformats.org/officeDocument/2006/relationships/image" Target="../media/image783.png"/><Relationship Id="rId3" Type="http://schemas.openxmlformats.org/officeDocument/2006/relationships/image" Target="../media/image759.png"/><Relationship Id="rId12" Type="http://schemas.openxmlformats.org/officeDocument/2006/relationships/customXml" Target="../ink/ink747.xml"/><Relationship Id="rId17" Type="http://schemas.openxmlformats.org/officeDocument/2006/relationships/image" Target="../media/image766.png"/><Relationship Id="rId25" Type="http://schemas.openxmlformats.org/officeDocument/2006/relationships/image" Target="../media/image770.png"/><Relationship Id="rId33" Type="http://schemas.openxmlformats.org/officeDocument/2006/relationships/image" Target="../media/image774.png"/><Relationship Id="rId38" Type="http://schemas.openxmlformats.org/officeDocument/2006/relationships/customXml" Target="../ink/ink760.xml"/><Relationship Id="rId46" Type="http://schemas.openxmlformats.org/officeDocument/2006/relationships/customXml" Target="../ink/ink764.xml"/><Relationship Id="rId20" Type="http://schemas.openxmlformats.org/officeDocument/2006/relationships/customXml" Target="../ink/ink751.xml"/><Relationship Id="rId41" Type="http://schemas.openxmlformats.org/officeDocument/2006/relationships/image" Target="../media/image778.png"/><Relationship Id="rId54" Type="http://schemas.openxmlformats.org/officeDocument/2006/relationships/customXml" Target="../ink/ink7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44.xml"/><Relationship Id="rId15" Type="http://schemas.openxmlformats.org/officeDocument/2006/relationships/image" Target="../media/image765.png"/><Relationship Id="rId23" Type="http://schemas.openxmlformats.org/officeDocument/2006/relationships/image" Target="../media/image769.png"/><Relationship Id="rId28" Type="http://schemas.openxmlformats.org/officeDocument/2006/relationships/customXml" Target="../ink/ink755.xml"/><Relationship Id="rId36" Type="http://schemas.openxmlformats.org/officeDocument/2006/relationships/customXml" Target="../ink/ink759.xml"/><Relationship Id="rId49" Type="http://schemas.openxmlformats.org/officeDocument/2006/relationships/image" Target="../media/image782.png"/><Relationship Id="rId57" Type="http://schemas.openxmlformats.org/officeDocument/2006/relationships/image" Target="../media/image786.png"/><Relationship Id="rId10" Type="http://schemas.openxmlformats.org/officeDocument/2006/relationships/customXml" Target="../ink/ink746.xml"/><Relationship Id="rId31" Type="http://schemas.openxmlformats.org/officeDocument/2006/relationships/image" Target="../media/image773.png"/><Relationship Id="rId44" Type="http://schemas.openxmlformats.org/officeDocument/2006/relationships/customXml" Target="../ink/ink763.xml"/><Relationship Id="rId52" Type="http://schemas.openxmlformats.org/officeDocument/2006/relationships/customXml" Target="../ink/ink767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9.png"/><Relationship Id="rId21" Type="http://schemas.openxmlformats.org/officeDocument/2006/relationships/customXml" Target="../ink/ink779.xml"/><Relationship Id="rId42" Type="http://schemas.openxmlformats.org/officeDocument/2006/relationships/image" Target="../media/image807.png"/><Relationship Id="rId47" Type="http://schemas.openxmlformats.org/officeDocument/2006/relationships/customXml" Target="../ink/ink792.xml"/><Relationship Id="rId63" Type="http://schemas.openxmlformats.org/officeDocument/2006/relationships/customXml" Target="../ink/ink800.xml"/><Relationship Id="rId68" Type="http://schemas.openxmlformats.org/officeDocument/2006/relationships/image" Target="../media/image820.png"/><Relationship Id="rId84" Type="http://schemas.openxmlformats.org/officeDocument/2006/relationships/image" Target="../media/image828.png"/><Relationship Id="rId89" Type="http://schemas.openxmlformats.org/officeDocument/2006/relationships/customXml" Target="../ink/ink813.xml"/><Relationship Id="rId16" Type="http://schemas.openxmlformats.org/officeDocument/2006/relationships/image" Target="../media/image794.png"/><Relationship Id="rId11" Type="http://schemas.openxmlformats.org/officeDocument/2006/relationships/customXml" Target="../ink/ink774.xml"/><Relationship Id="rId32" Type="http://schemas.openxmlformats.org/officeDocument/2006/relationships/image" Target="../media/image802.png"/><Relationship Id="rId37" Type="http://schemas.openxmlformats.org/officeDocument/2006/relationships/customXml" Target="../ink/ink787.xml"/><Relationship Id="rId53" Type="http://schemas.openxmlformats.org/officeDocument/2006/relationships/customXml" Target="../ink/ink795.xml"/><Relationship Id="rId58" Type="http://schemas.openxmlformats.org/officeDocument/2006/relationships/image" Target="../media/image815.png"/><Relationship Id="rId74" Type="http://schemas.openxmlformats.org/officeDocument/2006/relationships/image" Target="../media/image823.png"/><Relationship Id="rId79" Type="http://schemas.openxmlformats.org/officeDocument/2006/relationships/customXml" Target="../ink/ink808.xml"/><Relationship Id="rId5" Type="http://schemas.openxmlformats.org/officeDocument/2006/relationships/customXml" Target="../ink/ink771.xml"/><Relationship Id="rId90" Type="http://schemas.openxmlformats.org/officeDocument/2006/relationships/image" Target="../media/image831.png"/><Relationship Id="rId14" Type="http://schemas.openxmlformats.org/officeDocument/2006/relationships/image" Target="../media/image793.png"/><Relationship Id="rId22" Type="http://schemas.openxmlformats.org/officeDocument/2006/relationships/image" Target="../media/image797.png"/><Relationship Id="rId27" Type="http://schemas.openxmlformats.org/officeDocument/2006/relationships/customXml" Target="../ink/ink782.xml"/><Relationship Id="rId30" Type="http://schemas.openxmlformats.org/officeDocument/2006/relationships/image" Target="../media/image801.png"/><Relationship Id="rId35" Type="http://schemas.openxmlformats.org/officeDocument/2006/relationships/customXml" Target="../ink/ink786.xml"/><Relationship Id="rId43" Type="http://schemas.openxmlformats.org/officeDocument/2006/relationships/customXml" Target="../ink/ink790.xml"/><Relationship Id="rId48" Type="http://schemas.openxmlformats.org/officeDocument/2006/relationships/image" Target="../media/image810.png"/><Relationship Id="rId56" Type="http://schemas.openxmlformats.org/officeDocument/2006/relationships/image" Target="../media/image814.png"/><Relationship Id="rId64" Type="http://schemas.openxmlformats.org/officeDocument/2006/relationships/image" Target="../media/image818.png"/><Relationship Id="rId69" Type="http://schemas.openxmlformats.org/officeDocument/2006/relationships/customXml" Target="../ink/ink803.xml"/><Relationship Id="rId77" Type="http://schemas.openxmlformats.org/officeDocument/2006/relationships/customXml" Target="../ink/ink807.xml"/><Relationship Id="rId8" Type="http://schemas.openxmlformats.org/officeDocument/2006/relationships/image" Target="../media/image790.png"/><Relationship Id="rId51" Type="http://schemas.openxmlformats.org/officeDocument/2006/relationships/customXml" Target="../ink/ink794.xml"/><Relationship Id="rId72" Type="http://schemas.openxmlformats.org/officeDocument/2006/relationships/image" Target="../media/image822.png"/><Relationship Id="rId80" Type="http://schemas.openxmlformats.org/officeDocument/2006/relationships/image" Target="../media/image826.png"/><Relationship Id="rId85" Type="http://schemas.openxmlformats.org/officeDocument/2006/relationships/customXml" Target="../ink/ink811.xml"/><Relationship Id="rId3" Type="http://schemas.openxmlformats.org/officeDocument/2006/relationships/customXml" Target="../ink/ink770.xml"/><Relationship Id="rId12" Type="http://schemas.openxmlformats.org/officeDocument/2006/relationships/image" Target="../media/image792.png"/><Relationship Id="rId17" Type="http://schemas.openxmlformats.org/officeDocument/2006/relationships/customXml" Target="../ink/ink777.xml"/><Relationship Id="rId25" Type="http://schemas.openxmlformats.org/officeDocument/2006/relationships/customXml" Target="../ink/ink781.xml"/><Relationship Id="rId33" Type="http://schemas.openxmlformats.org/officeDocument/2006/relationships/customXml" Target="../ink/ink785.xml"/><Relationship Id="rId38" Type="http://schemas.openxmlformats.org/officeDocument/2006/relationships/image" Target="../media/image805.png"/><Relationship Id="rId46" Type="http://schemas.openxmlformats.org/officeDocument/2006/relationships/image" Target="../media/image809.png"/><Relationship Id="rId59" Type="http://schemas.openxmlformats.org/officeDocument/2006/relationships/customXml" Target="../ink/ink798.xml"/><Relationship Id="rId67" Type="http://schemas.openxmlformats.org/officeDocument/2006/relationships/customXml" Target="../ink/ink802.xml"/><Relationship Id="rId20" Type="http://schemas.openxmlformats.org/officeDocument/2006/relationships/image" Target="../media/image796.png"/><Relationship Id="rId41" Type="http://schemas.openxmlformats.org/officeDocument/2006/relationships/customXml" Target="../ink/ink789.xml"/><Relationship Id="rId54" Type="http://schemas.openxmlformats.org/officeDocument/2006/relationships/image" Target="../media/image813.png"/><Relationship Id="rId62" Type="http://schemas.openxmlformats.org/officeDocument/2006/relationships/image" Target="../media/image817.png"/><Relationship Id="rId70" Type="http://schemas.openxmlformats.org/officeDocument/2006/relationships/image" Target="../media/image821.png"/><Relationship Id="rId75" Type="http://schemas.openxmlformats.org/officeDocument/2006/relationships/customXml" Target="../ink/ink806.xml"/><Relationship Id="rId83" Type="http://schemas.openxmlformats.org/officeDocument/2006/relationships/customXml" Target="../ink/ink810.xml"/><Relationship Id="rId88" Type="http://schemas.openxmlformats.org/officeDocument/2006/relationships/image" Target="../media/image830.png"/><Relationship Id="rId91" Type="http://schemas.openxmlformats.org/officeDocument/2006/relationships/customXml" Target="../ink/ink8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9.png"/><Relationship Id="rId15" Type="http://schemas.openxmlformats.org/officeDocument/2006/relationships/customXml" Target="../ink/ink776.xml"/><Relationship Id="rId23" Type="http://schemas.openxmlformats.org/officeDocument/2006/relationships/customXml" Target="../ink/ink780.xml"/><Relationship Id="rId28" Type="http://schemas.openxmlformats.org/officeDocument/2006/relationships/image" Target="../media/image800.png"/><Relationship Id="rId36" Type="http://schemas.openxmlformats.org/officeDocument/2006/relationships/image" Target="../media/image804.png"/><Relationship Id="rId49" Type="http://schemas.openxmlformats.org/officeDocument/2006/relationships/customXml" Target="../ink/ink793.xml"/><Relationship Id="rId57" Type="http://schemas.openxmlformats.org/officeDocument/2006/relationships/customXml" Target="../ink/ink797.xml"/><Relationship Id="rId10" Type="http://schemas.openxmlformats.org/officeDocument/2006/relationships/image" Target="../media/image791.png"/><Relationship Id="rId31" Type="http://schemas.openxmlformats.org/officeDocument/2006/relationships/customXml" Target="../ink/ink784.xml"/><Relationship Id="rId44" Type="http://schemas.openxmlformats.org/officeDocument/2006/relationships/image" Target="../media/image808.png"/><Relationship Id="rId52" Type="http://schemas.openxmlformats.org/officeDocument/2006/relationships/image" Target="../media/image812.png"/><Relationship Id="rId60" Type="http://schemas.openxmlformats.org/officeDocument/2006/relationships/image" Target="../media/image816.png"/><Relationship Id="rId65" Type="http://schemas.openxmlformats.org/officeDocument/2006/relationships/customXml" Target="../ink/ink801.xml"/><Relationship Id="rId73" Type="http://schemas.openxmlformats.org/officeDocument/2006/relationships/customXml" Target="../ink/ink805.xml"/><Relationship Id="rId78" Type="http://schemas.openxmlformats.org/officeDocument/2006/relationships/image" Target="../media/image825.png"/><Relationship Id="rId81" Type="http://schemas.openxmlformats.org/officeDocument/2006/relationships/customXml" Target="../ink/ink809.xml"/><Relationship Id="rId86" Type="http://schemas.openxmlformats.org/officeDocument/2006/relationships/image" Target="../media/image829.png"/><Relationship Id="rId4" Type="http://schemas.openxmlformats.org/officeDocument/2006/relationships/image" Target="../media/image788.png"/><Relationship Id="rId9" Type="http://schemas.openxmlformats.org/officeDocument/2006/relationships/customXml" Target="../ink/ink773.xml"/><Relationship Id="rId13" Type="http://schemas.openxmlformats.org/officeDocument/2006/relationships/customXml" Target="../ink/ink775.xml"/><Relationship Id="rId18" Type="http://schemas.openxmlformats.org/officeDocument/2006/relationships/image" Target="../media/image795.png"/><Relationship Id="rId39" Type="http://schemas.openxmlformats.org/officeDocument/2006/relationships/customXml" Target="../ink/ink788.xml"/><Relationship Id="rId34" Type="http://schemas.openxmlformats.org/officeDocument/2006/relationships/image" Target="../media/image803.png"/><Relationship Id="rId50" Type="http://schemas.openxmlformats.org/officeDocument/2006/relationships/image" Target="../media/image811.png"/><Relationship Id="rId55" Type="http://schemas.openxmlformats.org/officeDocument/2006/relationships/customXml" Target="../ink/ink796.xml"/><Relationship Id="rId76" Type="http://schemas.openxmlformats.org/officeDocument/2006/relationships/image" Target="../media/image824.png"/><Relationship Id="rId7" Type="http://schemas.openxmlformats.org/officeDocument/2006/relationships/customXml" Target="../ink/ink772.xml"/><Relationship Id="rId71" Type="http://schemas.openxmlformats.org/officeDocument/2006/relationships/customXml" Target="../ink/ink804.xml"/><Relationship Id="rId92" Type="http://schemas.openxmlformats.org/officeDocument/2006/relationships/image" Target="../media/image832.png"/><Relationship Id="rId2" Type="http://schemas.openxmlformats.org/officeDocument/2006/relationships/image" Target="../media/image787.png"/><Relationship Id="rId29" Type="http://schemas.openxmlformats.org/officeDocument/2006/relationships/customXml" Target="../ink/ink783.xml"/><Relationship Id="rId24" Type="http://schemas.openxmlformats.org/officeDocument/2006/relationships/image" Target="../media/image798.png"/><Relationship Id="rId40" Type="http://schemas.openxmlformats.org/officeDocument/2006/relationships/image" Target="../media/image806.png"/><Relationship Id="rId45" Type="http://schemas.openxmlformats.org/officeDocument/2006/relationships/customXml" Target="../ink/ink791.xml"/><Relationship Id="rId66" Type="http://schemas.openxmlformats.org/officeDocument/2006/relationships/image" Target="../media/image819.png"/><Relationship Id="rId87" Type="http://schemas.openxmlformats.org/officeDocument/2006/relationships/customXml" Target="../ink/ink812.xml"/><Relationship Id="rId61" Type="http://schemas.openxmlformats.org/officeDocument/2006/relationships/customXml" Target="../ink/ink799.xml"/><Relationship Id="rId82" Type="http://schemas.openxmlformats.org/officeDocument/2006/relationships/image" Target="../media/image827.png"/><Relationship Id="rId19" Type="http://schemas.openxmlformats.org/officeDocument/2006/relationships/customXml" Target="../ink/ink778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26.xml"/><Relationship Id="rId21" Type="http://schemas.openxmlformats.org/officeDocument/2006/relationships/image" Target="../media/image842.png"/><Relationship Id="rId42" Type="http://schemas.openxmlformats.org/officeDocument/2006/relationships/customXml" Target="../ink/ink834.xml"/><Relationship Id="rId47" Type="http://schemas.openxmlformats.org/officeDocument/2006/relationships/image" Target="../media/image855.png"/><Relationship Id="rId63" Type="http://schemas.openxmlformats.org/officeDocument/2006/relationships/image" Target="../media/image863.png"/><Relationship Id="rId68" Type="http://schemas.openxmlformats.org/officeDocument/2006/relationships/customXml" Target="../ink/ink847.xml"/><Relationship Id="rId84" Type="http://schemas.openxmlformats.org/officeDocument/2006/relationships/customXml" Target="../ink/ink855.xml"/><Relationship Id="rId89" Type="http://schemas.openxmlformats.org/officeDocument/2006/relationships/image" Target="../media/image876.png"/><Relationship Id="rId16" Type="http://schemas.openxmlformats.org/officeDocument/2006/relationships/customXml" Target="../ink/ink821.xml"/><Relationship Id="rId11" Type="http://schemas.openxmlformats.org/officeDocument/2006/relationships/image" Target="../media/image837.png"/><Relationship Id="rId32" Type="http://schemas.openxmlformats.org/officeDocument/2006/relationships/customXml" Target="../ink/ink829.xml"/><Relationship Id="rId37" Type="http://schemas.openxmlformats.org/officeDocument/2006/relationships/image" Target="../media/image850.png"/><Relationship Id="rId53" Type="http://schemas.openxmlformats.org/officeDocument/2006/relationships/image" Target="../media/image858.png"/><Relationship Id="rId58" Type="http://schemas.openxmlformats.org/officeDocument/2006/relationships/customXml" Target="../ink/ink842.xml"/><Relationship Id="rId74" Type="http://schemas.openxmlformats.org/officeDocument/2006/relationships/customXml" Target="../ink/ink850.xml"/><Relationship Id="rId79" Type="http://schemas.openxmlformats.org/officeDocument/2006/relationships/image" Target="../media/image871.png"/><Relationship Id="rId5" Type="http://schemas.openxmlformats.org/officeDocument/2006/relationships/image" Target="../media/image834.png"/><Relationship Id="rId90" Type="http://schemas.openxmlformats.org/officeDocument/2006/relationships/customXml" Target="../ink/ink858.xml"/><Relationship Id="rId95" Type="http://schemas.openxmlformats.org/officeDocument/2006/relationships/image" Target="../media/image879.png"/><Relationship Id="rId22" Type="http://schemas.openxmlformats.org/officeDocument/2006/relationships/customXml" Target="../ink/ink824.xml"/><Relationship Id="rId27" Type="http://schemas.openxmlformats.org/officeDocument/2006/relationships/image" Target="../media/image845.png"/><Relationship Id="rId43" Type="http://schemas.openxmlformats.org/officeDocument/2006/relationships/image" Target="../media/image853.png"/><Relationship Id="rId48" Type="http://schemas.openxmlformats.org/officeDocument/2006/relationships/customXml" Target="../ink/ink837.xml"/><Relationship Id="rId64" Type="http://schemas.openxmlformats.org/officeDocument/2006/relationships/customXml" Target="../ink/ink845.xml"/><Relationship Id="rId69" Type="http://schemas.openxmlformats.org/officeDocument/2006/relationships/image" Target="../media/image866.png"/><Relationship Id="rId8" Type="http://schemas.openxmlformats.org/officeDocument/2006/relationships/customXml" Target="../ink/ink817.xml"/><Relationship Id="rId51" Type="http://schemas.openxmlformats.org/officeDocument/2006/relationships/image" Target="../media/image857.png"/><Relationship Id="rId72" Type="http://schemas.openxmlformats.org/officeDocument/2006/relationships/customXml" Target="../ink/ink849.xml"/><Relationship Id="rId80" Type="http://schemas.openxmlformats.org/officeDocument/2006/relationships/customXml" Target="../ink/ink853.xml"/><Relationship Id="rId85" Type="http://schemas.openxmlformats.org/officeDocument/2006/relationships/image" Target="../media/image874.png"/><Relationship Id="rId93" Type="http://schemas.openxmlformats.org/officeDocument/2006/relationships/image" Target="../media/image878.png"/><Relationship Id="rId3" Type="http://schemas.openxmlformats.org/officeDocument/2006/relationships/image" Target="../media/image787.png"/><Relationship Id="rId12" Type="http://schemas.openxmlformats.org/officeDocument/2006/relationships/customXml" Target="../ink/ink819.xml"/><Relationship Id="rId17" Type="http://schemas.openxmlformats.org/officeDocument/2006/relationships/image" Target="../media/image840.png"/><Relationship Id="rId25" Type="http://schemas.openxmlformats.org/officeDocument/2006/relationships/image" Target="../media/image844.png"/><Relationship Id="rId33" Type="http://schemas.openxmlformats.org/officeDocument/2006/relationships/image" Target="../media/image848.png"/><Relationship Id="rId38" Type="http://schemas.openxmlformats.org/officeDocument/2006/relationships/customXml" Target="../ink/ink832.xml"/><Relationship Id="rId46" Type="http://schemas.openxmlformats.org/officeDocument/2006/relationships/customXml" Target="../ink/ink836.xml"/><Relationship Id="rId59" Type="http://schemas.openxmlformats.org/officeDocument/2006/relationships/image" Target="../media/image861.png"/><Relationship Id="rId67" Type="http://schemas.openxmlformats.org/officeDocument/2006/relationships/image" Target="../media/image865.png"/><Relationship Id="rId20" Type="http://schemas.openxmlformats.org/officeDocument/2006/relationships/customXml" Target="../ink/ink823.xml"/><Relationship Id="rId41" Type="http://schemas.openxmlformats.org/officeDocument/2006/relationships/image" Target="../media/image852.png"/><Relationship Id="rId54" Type="http://schemas.openxmlformats.org/officeDocument/2006/relationships/customXml" Target="../ink/ink840.xml"/><Relationship Id="rId62" Type="http://schemas.openxmlformats.org/officeDocument/2006/relationships/customXml" Target="../ink/ink844.xml"/><Relationship Id="rId70" Type="http://schemas.openxmlformats.org/officeDocument/2006/relationships/customXml" Target="../ink/ink848.xml"/><Relationship Id="rId75" Type="http://schemas.openxmlformats.org/officeDocument/2006/relationships/image" Target="../media/image869.png"/><Relationship Id="rId83" Type="http://schemas.openxmlformats.org/officeDocument/2006/relationships/image" Target="../media/image873.png"/><Relationship Id="rId88" Type="http://schemas.openxmlformats.org/officeDocument/2006/relationships/customXml" Target="../ink/ink857.xml"/><Relationship Id="rId91" Type="http://schemas.openxmlformats.org/officeDocument/2006/relationships/image" Target="../media/image8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16.xml"/><Relationship Id="rId15" Type="http://schemas.openxmlformats.org/officeDocument/2006/relationships/image" Target="../media/image839.png"/><Relationship Id="rId23" Type="http://schemas.openxmlformats.org/officeDocument/2006/relationships/image" Target="../media/image843.png"/><Relationship Id="rId28" Type="http://schemas.openxmlformats.org/officeDocument/2006/relationships/customXml" Target="../ink/ink827.xml"/><Relationship Id="rId36" Type="http://schemas.openxmlformats.org/officeDocument/2006/relationships/customXml" Target="../ink/ink831.xml"/><Relationship Id="rId49" Type="http://schemas.openxmlformats.org/officeDocument/2006/relationships/image" Target="../media/image856.png"/><Relationship Id="rId57" Type="http://schemas.openxmlformats.org/officeDocument/2006/relationships/image" Target="../media/image860.png"/><Relationship Id="rId10" Type="http://schemas.openxmlformats.org/officeDocument/2006/relationships/customXml" Target="../ink/ink818.xml"/><Relationship Id="rId31" Type="http://schemas.openxmlformats.org/officeDocument/2006/relationships/image" Target="../media/image847.png"/><Relationship Id="rId44" Type="http://schemas.openxmlformats.org/officeDocument/2006/relationships/customXml" Target="../ink/ink835.xml"/><Relationship Id="rId52" Type="http://schemas.openxmlformats.org/officeDocument/2006/relationships/customXml" Target="../ink/ink839.xml"/><Relationship Id="rId60" Type="http://schemas.openxmlformats.org/officeDocument/2006/relationships/customXml" Target="../ink/ink843.xml"/><Relationship Id="rId65" Type="http://schemas.openxmlformats.org/officeDocument/2006/relationships/image" Target="../media/image864.png"/><Relationship Id="rId73" Type="http://schemas.openxmlformats.org/officeDocument/2006/relationships/image" Target="../media/image868.png"/><Relationship Id="rId78" Type="http://schemas.openxmlformats.org/officeDocument/2006/relationships/customXml" Target="../ink/ink852.xml"/><Relationship Id="rId81" Type="http://schemas.openxmlformats.org/officeDocument/2006/relationships/image" Target="../media/image872.png"/><Relationship Id="rId86" Type="http://schemas.openxmlformats.org/officeDocument/2006/relationships/customXml" Target="../ink/ink856.xml"/><Relationship Id="rId94" Type="http://schemas.openxmlformats.org/officeDocument/2006/relationships/customXml" Target="../ink/ink860.xml"/><Relationship Id="rId4" Type="http://schemas.openxmlformats.org/officeDocument/2006/relationships/customXml" Target="../ink/ink815.xml"/><Relationship Id="rId9" Type="http://schemas.openxmlformats.org/officeDocument/2006/relationships/image" Target="../media/image836.png"/><Relationship Id="rId13" Type="http://schemas.openxmlformats.org/officeDocument/2006/relationships/image" Target="../media/image838.png"/><Relationship Id="rId18" Type="http://schemas.openxmlformats.org/officeDocument/2006/relationships/customXml" Target="../ink/ink822.xml"/><Relationship Id="rId39" Type="http://schemas.openxmlformats.org/officeDocument/2006/relationships/image" Target="../media/image851.png"/><Relationship Id="rId34" Type="http://schemas.openxmlformats.org/officeDocument/2006/relationships/customXml" Target="../ink/ink830.xml"/><Relationship Id="rId50" Type="http://schemas.openxmlformats.org/officeDocument/2006/relationships/customXml" Target="../ink/ink838.xml"/><Relationship Id="rId55" Type="http://schemas.openxmlformats.org/officeDocument/2006/relationships/image" Target="../media/image859.png"/><Relationship Id="rId76" Type="http://schemas.openxmlformats.org/officeDocument/2006/relationships/customXml" Target="../ink/ink851.xml"/><Relationship Id="rId7" Type="http://schemas.openxmlformats.org/officeDocument/2006/relationships/image" Target="../media/image835.png"/><Relationship Id="rId71" Type="http://schemas.openxmlformats.org/officeDocument/2006/relationships/image" Target="../media/image867.png"/><Relationship Id="rId92" Type="http://schemas.openxmlformats.org/officeDocument/2006/relationships/customXml" Target="../ink/ink859.xml"/><Relationship Id="rId2" Type="http://schemas.openxmlformats.org/officeDocument/2006/relationships/image" Target="../media/image833.png"/><Relationship Id="rId29" Type="http://schemas.openxmlformats.org/officeDocument/2006/relationships/image" Target="../media/image846.png"/><Relationship Id="rId24" Type="http://schemas.openxmlformats.org/officeDocument/2006/relationships/customXml" Target="../ink/ink825.xml"/><Relationship Id="rId40" Type="http://schemas.openxmlformats.org/officeDocument/2006/relationships/customXml" Target="../ink/ink833.xml"/><Relationship Id="rId45" Type="http://schemas.openxmlformats.org/officeDocument/2006/relationships/image" Target="../media/image854.png"/><Relationship Id="rId66" Type="http://schemas.openxmlformats.org/officeDocument/2006/relationships/customXml" Target="../ink/ink846.xml"/><Relationship Id="rId87" Type="http://schemas.openxmlformats.org/officeDocument/2006/relationships/image" Target="../media/image875.png"/><Relationship Id="rId61" Type="http://schemas.openxmlformats.org/officeDocument/2006/relationships/image" Target="../media/image862.png"/><Relationship Id="rId82" Type="http://schemas.openxmlformats.org/officeDocument/2006/relationships/customXml" Target="../ink/ink854.xml"/><Relationship Id="rId19" Type="http://schemas.openxmlformats.org/officeDocument/2006/relationships/image" Target="../media/image841.png"/><Relationship Id="rId14" Type="http://schemas.openxmlformats.org/officeDocument/2006/relationships/customXml" Target="../ink/ink820.xml"/><Relationship Id="rId30" Type="http://schemas.openxmlformats.org/officeDocument/2006/relationships/customXml" Target="../ink/ink828.xml"/><Relationship Id="rId35" Type="http://schemas.openxmlformats.org/officeDocument/2006/relationships/image" Target="../media/image849.png"/><Relationship Id="rId56" Type="http://schemas.openxmlformats.org/officeDocument/2006/relationships/customXml" Target="../ink/ink841.xml"/><Relationship Id="rId77" Type="http://schemas.openxmlformats.org/officeDocument/2006/relationships/image" Target="../media/image870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7.png"/><Relationship Id="rId21" Type="http://schemas.openxmlformats.org/officeDocument/2006/relationships/image" Target="../media/image889.png"/><Relationship Id="rId63" Type="http://schemas.openxmlformats.org/officeDocument/2006/relationships/image" Target="../media/image910.png"/><Relationship Id="rId159" Type="http://schemas.openxmlformats.org/officeDocument/2006/relationships/image" Target="../media/image958.png"/><Relationship Id="rId170" Type="http://schemas.openxmlformats.org/officeDocument/2006/relationships/customXml" Target="../ink/ink944.xml"/><Relationship Id="rId226" Type="http://schemas.openxmlformats.org/officeDocument/2006/relationships/customXml" Target="../ink/ink972.xml"/><Relationship Id="rId268" Type="http://schemas.openxmlformats.org/officeDocument/2006/relationships/customXml" Target="../ink/ink993.xml"/><Relationship Id="rId32" Type="http://schemas.openxmlformats.org/officeDocument/2006/relationships/customXml" Target="../ink/ink875.xml"/><Relationship Id="rId74" Type="http://schemas.openxmlformats.org/officeDocument/2006/relationships/customXml" Target="../ink/ink896.xml"/><Relationship Id="rId128" Type="http://schemas.openxmlformats.org/officeDocument/2006/relationships/customXml" Target="../ink/ink923.xml"/><Relationship Id="rId5" Type="http://schemas.openxmlformats.org/officeDocument/2006/relationships/image" Target="../media/image881.png"/><Relationship Id="rId181" Type="http://schemas.openxmlformats.org/officeDocument/2006/relationships/image" Target="../media/image969.png"/><Relationship Id="rId237" Type="http://schemas.openxmlformats.org/officeDocument/2006/relationships/image" Target="../media/image997.png"/><Relationship Id="rId279" Type="http://schemas.openxmlformats.org/officeDocument/2006/relationships/image" Target="../media/image1018.png"/><Relationship Id="rId22" Type="http://schemas.openxmlformats.org/officeDocument/2006/relationships/customXml" Target="../ink/ink870.xml"/><Relationship Id="rId43" Type="http://schemas.openxmlformats.org/officeDocument/2006/relationships/image" Target="../media/image900.png"/><Relationship Id="rId64" Type="http://schemas.openxmlformats.org/officeDocument/2006/relationships/customXml" Target="../ink/ink891.xml"/><Relationship Id="rId118" Type="http://schemas.openxmlformats.org/officeDocument/2006/relationships/customXml" Target="../ink/ink918.xml"/><Relationship Id="rId139" Type="http://schemas.openxmlformats.org/officeDocument/2006/relationships/image" Target="../media/image948.png"/><Relationship Id="rId85" Type="http://schemas.openxmlformats.org/officeDocument/2006/relationships/image" Target="../media/image921.png"/><Relationship Id="rId150" Type="http://schemas.openxmlformats.org/officeDocument/2006/relationships/customXml" Target="../ink/ink934.xml"/><Relationship Id="rId171" Type="http://schemas.openxmlformats.org/officeDocument/2006/relationships/image" Target="../media/image964.png"/><Relationship Id="rId192" Type="http://schemas.openxmlformats.org/officeDocument/2006/relationships/customXml" Target="../ink/ink955.xml"/><Relationship Id="rId206" Type="http://schemas.openxmlformats.org/officeDocument/2006/relationships/customXml" Target="../ink/ink962.xml"/><Relationship Id="rId227" Type="http://schemas.openxmlformats.org/officeDocument/2006/relationships/image" Target="../media/image992.png"/><Relationship Id="rId248" Type="http://schemas.openxmlformats.org/officeDocument/2006/relationships/customXml" Target="../ink/ink983.xml"/><Relationship Id="rId269" Type="http://schemas.openxmlformats.org/officeDocument/2006/relationships/image" Target="../media/image1013.png"/><Relationship Id="rId12" Type="http://schemas.openxmlformats.org/officeDocument/2006/relationships/customXml" Target="../ink/ink865.xml"/><Relationship Id="rId33" Type="http://schemas.openxmlformats.org/officeDocument/2006/relationships/image" Target="../media/image895.png"/><Relationship Id="rId108" Type="http://schemas.openxmlformats.org/officeDocument/2006/relationships/customXml" Target="../ink/ink913.xml"/><Relationship Id="rId129" Type="http://schemas.openxmlformats.org/officeDocument/2006/relationships/image" Target="../media/image943.png"/><Relationship Id="rId280" Type="http://schemas.openxmlformats.org/officeDocument/2006/relationships/customXml" Target="../ink/ink999.xml"/><Relationship Id="rId54" Type="http://schemas.openxmlformats.org/officeDocument/2006/relationships/customXml" Target="../ink/ink886.xml"/><Relationship Id="rId75" Type="http://schemas.openxmlformats.org/officeDocument/2006/relationships/image" Target="../media/image916.png"/><Relationship Id="rId96" Type="http://schemas.openxmlformats.org/officeDocument/2006/relationships/customXml" Target="../ink/ink907.xml"/><Relationship Id="rId140" Type="http://schemas.openxmlformats.org/officeDocument/2006/relationships/customXml" Target="../ink/ink929.xml"/><Relationship Id="rId161" Type="http://schemas.openxmlformats.org/officeDocument/2006/relationships/image" Target="../media/image959.png"/><Relationship Id="rId182" Type="http://schemas.openxmlformats.org/officeDocument/2006/relationships/customXml" Target="../ink/ink950.xml"/><Relationship Id="rId217" Type="http://schemas.openxmlformats.org/officeDocument/2006/relationships/image" Target="../media/image987.png"/><Relationship Id="rId6" Type="http://schemas.openxmlformats.org/officeDocument/2006/relationships/customXml" Target="../ink/ink862.xml"/><Relationship Id="rId238" Type="http://schemas.openxmlformats.org/officeDocument/2006/relationships/customXml" Target="../ink/ink978.xml"/><Relationship Id="rId259" Type="http://schemas.openxmlformats.org/officeDocument/2006/relationships/image" Target="../media/image1008.png"/><Relationship Id="rId23" Type="http://schemas.openxmlformats.org/officeDocument/2006/relationships/image" Target="../media/image890.png"/><Relationship Id="rId119" Type="http://schemas.openxmlformats.org/officeDocument/2006/relationships/image" Target="../media/image938.png"/><Relationship Id="rId270" Type="http://schemas.openxmlformats.org/officeDocument/2006/relationships/customXml" Target="../ink/ink994.xml"/><Relationship Id="rId44" Type="http://schemas.openxmlformats.org/officeDocument/2006/relationships/customXml" Target="../ink/ink881.xml"/><Relationship Id="rId65" Type="http://schemas.openxmlformats.org/officeDocument/2006/relationships/image" Target="../media/image911.png"/><Relationship Id="rId86" Type="http://schemas.openxmlformats.org/officeDocument/2006/relationships/customXml" Target="../ink/ink902.xml"/><Relationship Id="rId130" Type="http://schemas.openxmlformats.org/officeDocument/2006/relationships/customXml" Target="../ink/ink924.xml"/><Relationship Id="rId151" Type="http://schemas.openxmlformats.org/officeDocument/2006/relationships/image" Target="../media/image954.png"/><Relationship Id="rId172" Type="http://schemas.openxmlformats.org/officeDocument/2006/relationships/customXml" Target="../ink/ink945.xml"/><Relationship Id="rId193" Type="http://schemas.openxmlformats.org/officeDocument/2006/relationships/image" Target="../media/image975.png"/><Relationship Id="rId207" Type="http://schemas.openxmlformats.org/officeDocument/2006/relationships/image" Target="../media/image982.png"/><Relationship Id="rId228" Type="http://schemas.openxmlformats.org/officeDocument/2006/relationships/customXml" Target="../ink/ink973.xml"/><Relationship Id="rId249" Type="http://schemas.openxmlformats.org/officeDocument/2006/relationships/image" Target="../media/image1003.png"/><Relationship Id="rId13" Type="http://schemas.openxmlformats.org/officeDocument/2006/relationships/image" Target="../media/image885.png"/><Relationship Id="rId109" Type="http://schemas.openxmlformats.org/officeDocument/2006/relationships/image" Target="../media/image933.png"/><Relationship Id="rId260" Type="http://schemas.openxmlformats.org/officeDocument/2006/relationships/customXml" Target="../ink/ink989.xml"/><Relationship Id="rId281" Type="http://schemas.openxmlformats.org/officeDocument/2006/relationships/image" Target="../media/image1019.png"/><Relationship Id="rId34" Type="http://schemas.openxmlformats.org/officeDocument/2006/relationships/customXml" Target="../ink/ink876.xml"/><Relationship Id="rId55" Type="http://schemas.openxmlformats.org/officeDocument/2006/relationships/image" Target="../media/image906.png"/><Relationship Id="rId76" Type="http://schemas.openxmlformats.org/officeDocument/2006/relationships/customXml" Target="../ink/ink897.xml"/><Relationship Id="rId97" Type="http://schemas.openxmlformats.org/officeDocument/2006/relationships/image" Target="../media/image927.png"/><Relationship Id="rId120" Type="http://schemas.openxmlformats.org/officeDocument/2006/relationships/customXml" Target="../ink/ink919.xml"/><Relationship Id="rId141" Type="http://schemas.openxmlformats.org/officeDocument/2006/relationships/image" Target="../media/image949.png"/><Relationship Id="rId7" Type="http://schemas.openxmlformats.org/officeDocument/2006/relationships/image" Target="../media/image882.png"/><Relationship Id="rId162" Type="http://schemas.openxmlformats.org/officeDocument/2006/relationships/customXml" Target="../ink/ink940.xml"/><Relationship Id="rId183" Type="http://schemas.openxmlformats.org/officeDocument/2006/relationships/image" Target="../media/image970.png"/><Relationship Id="rId218" Type="http://schemas.openxmlformats.org/officeDocument/2006/relationships/customXml" Target="../ink/ink968.xml"/><Relationship Id="rId239" Type="http://schemas.openxmlformats.org/officeDocument/2006/relationships/image" Target="../media/image998.png"/><Relationship Id="rId250" Type="http://schemas.openxmlformats.org/officeDocument/2006/relationships/customXml" Target="../ink/ink984.xml"/><Relationship Id="rId271" Type="http://schemas.openxmlformats.org/officeDocument/2006/relationships/image" Target="../media/image1014.png"/><Relationship Id="rId24" Type="http://schemas.openxmlformats.org/officeDocument/2006/relationships/customXml" Target="../ink/ink871.xml"/><Relationship Id="rId45" Type="http://schemas.openxmlformats.org/officeDocument/2006/relationships/image" Target="../media/image901.png"/><Relationship Id="rId66" Type="http://schemas.openxmlformats.org/officeDocument/2006/relationships/customXml" Target="../ink/ink892.xml"/><Relationship Id="rId87" Type="http://schemas.openxmlformats.org/officeDocument/2006/relationships/image" Target="../media/image922.png"/><Relationship Id="rId110" Type="http://schemas.openxmlformats.org/officeDocument/2006/relationships/customXml" Target="../ink/ink914.xml"/><Relationship Id="rId131" Type="http://schemas.openxmlformats.org/officeDocument/2006/relationships/image" Target="../media/image944.png"/><Relationship Id="rId152" Type="http://schemas.openxmlformats.org/officeDocument/2006/relationships/customXml" Target="../ink/ink935.xml"/><Relationship Id="rId173" Type="http://schemas.openxmlformats.org/officeDocument/2006/relationships/image" Target="../media/image965.png"/><Relationship Id="rId194" Type="http://schemas.openxmlformats.org/officeDocument/2006/relationships/customXml" Target="../ink/ink956.xml"/><Relationship Id="rId208" Type="http://schemas.openxmlformats.org/officeDocument/2006/relationships/customXml" Target="../ink/ink963.xml"/><Relationship Id="rId229" Type="http://schemas.openxmlformats.org/officeDocument/2006/relationships/image" Target="../media/image993.png"/><Relationship Id="rId240" Type="http://schemas.openxmlformats.org/officeDocument/2006/relationships/customXml" Target="../ink/ink979.xml"/><Relationship Id="rId261" Type="http://schemas.openxmlformats.org/officeDocument/2006/relationships/image" Target="../media/image1009.png"/><Relationship Id="rId14" Type="http://schemas.openxmlformats.org/officeDocument/2006/relationships/customXml" Target="../ink/ink866.xml"/><Relationship Id="rId35" Type="http://schemas.openxmlformats.org/officeDocument/2006/relationships/image" Target="../media/image896.png"/><Relationship Id="rId56" Type="http://schemas.openxmlformats.org/officeDocument/2006/relationships/customXml" Target="../ink/ink887.xml"/><Relationship Id="rId77" Type="http://schemas.openxmlformats.org/officeDocument/2006/relationships/image" Target="../media/image917.png"/><Relationship Id="rId100" Type="http://schemas.openxmlformats.org/officeDocument/2006/relationships/customXml" Target="../ink/ink909.xml"/><Relationship Id="rId282" Type="http://schemas.openxmlformats.org/officeDocument/2006/relationships/customXml" Target="../ink/ink1000.xml"/><Relationship Id="rId8" Type="http://schemas.openxmlformats.org/officeDocument/2006/relationships/customXml" Target="../ink/ink863.xml"/><Relationship Id="rId98" Type="http://schemas.openxmlformats.org/officeDocument/2006/relationships/customXml" Target="../ink/ink908.xml"/><Relationship Id="rId121" Type="http://schemas.openxmlformats.org/officeDocument/2006/relationships/image" Target="../media/image939.png"/><Relationship Id="rId142" Type="http://schemas.openxmlformats.org/officeDocument/2006/relationships/customXml" Target="../ink/ink930.xml"/><Relationship Id="rId163" Type="http://schemas.openxmlformats.org/officeDocument/2006/relationships/image" Target="../media/image960.png"/><Relationship Id="rId184" Type="http://schemas.openxmlformats.org/officeDocument/2006/relationships/customXml" Target="../ink/ink951.xml"/><Relationship Id="rId219" Type="http://schemas.openxmlformats.org/officeDocument/2006/relationships/image" Target="../media/image988.png"/><Relationship Id="rId230" Type="http://schemas.openxmlformats.org/officeDocument/2006/relationships/customXml" Target="../ink/ink974.xml"/><Relationship Id="rId251" Type="http://schemas.openxmlformats.org/officeDocument/2006/relationships/image" Target="../media/image1004.png"/><Relationship Id="rId25" Type="http://schemas.openxmlformats.org/officeDocument/2006/relationships/image" Target="../media/image891.png"/><Relationship Id="rId46" Type="http://schemas.openxmlformats.org/officeDocument/2006/relationships/customXml" Target="../ink/ink882.xml"/><Relationship Id="rId67" Type="http://schemas.openxmlformats.org/officeDocument/2006/relationships/image" Target="../media/image912.png"/><Relationship Id="rId272" Type="http://schemas.openxmlformats.org/officeDocument/2006/relationships/customXml" Target="../ink/ink995.xml"/><Relationship Id="rId88" Type="http://schemas.openxmlformats.org/officeDocument/2006/relationships/customXml" Target="../ink/ink903.xml"/><Relationship Id="rId111" Type="http://schemas.openxmlformats.org/officeDocument/2006/relationships/image" Target="../media/image934.png"/><Relationship Id="rId132" Type="http://schemas.openxmlformats.org/officeDocument/2006/relationships/customXml" Target="../ink/ink925.xml"/><Relationship Id="rId153" Type="http://schemas.openxmlformats.org/officeDocument/2006/relationships/image" Target="../media/image955.png"/><Relationship Id="rId174" Type="http://schemas.openxmlformats.org/officeDocument/2006/relationships/customXml" Target="../ink/ink946.xml"/><Relationship Id="rId195" Type="http://schemas.openxmlformats.org/officeDocument/2006/relationships/image" Target="../media/image976.png"/><Relationship Id="rId209" Type="http://schemas.openxmlformats.org/officeDocument/2006/relationships/image" Target="../media/image983.png"/><Relationship Id="rId220" Type="http://schemas.openxmlformats.org/officeDocument/2006/relationships/customXml" Target="../ink/ink969.xml"/><Relationship Id="rId241" Type="http://schemas.openxmlformats.org/officeDocument/2006/relationships/image" Target="../media/image999.png"/><Relationship Id="rId15" Type="http://schemas.openxmlformats.org/officeDocument/2006/relationships/image" Target="../media/image886.png"/><Relationship Id="rId36" Type="http://schemas.openxmlformats.org/officeDocument/2006/relationships/customXml" Target="../ink/ink877.xml"/><Relationship Id="rId57" Type="http://schemas.openxmlformats.org/officeDocument/2006/relationships/image" Target="../media/image907.png"/><Relationship Id="rId262" Type="http://schemas.openxmlformats.org/officeDocument/2006/relationships/customXml" Target="../ink/ink990.xml"/><Relationship Id="rId283" Type="http://schemas.openxmlformats.org/officeDocument/2006/relationships/image" Target="../media/image1020.png"/><Relationship Id="rId78" Type="http://schemas.openxmlformats.org/officeDocument/2006/relationships/customXml" Target="../ink/ink898.xml"/><Relationship Id="rId99" Type="http://schemas.openxmlformats.org/officeDocument/2006/relationships/image" Target="../media/image928.png"/><Relationship Id="rId101" Type="http://schemas.openxmlformats.org/officeDocument/2006/relationships/image" Target="../media/image929.png"/><Relationship Id="rId122" Type="http://schemas.openxmlformats.org/officeDocument/2006/relationships/customXml" Target="../ink/ink920.xml"/><Relationship Id="rId143" Type="http://schemas.openxmlformats.org/officeDocument/2006/relationships/image" Target="../media/image950.png"/><Relationship Id="rId164" Type="http://schemas.openxmlformats.org/officeDocument/2006/relationships/customXml" Target="../ink/ink941.xml"/><Relationship Id="rId185" Type="http://schemas.openxmlformats.org/officeDocument/2006/relationships/image" Target="../media/image971.png"/><Relationship Id="rId9" Type="http://schemas.openxmlformats.org/officeDocument/2006/relationships/image" Target="../media/image883.png"/><Relationship Id="rId210" Type="http://schemas.openxmlformats.org/officeDocument/2006/relationships/customXml" Target="../ink/ink964.xml"/><Relationship Id="rId26" Type="http://schemas.openxmlformats.org/officeDocument/2006/relationships/customXml" Target="../ink/ink872.xml"/><Relationship Id="rId231" Type="http://schemas.openxmlformats.org/officeDocument/2006/relationships/image" Target="../media/image994.png"/><Relationship Id="rId252" Type="http://schemas.openxmlformats.org/officeDocument/2006/relationships/customXml" Target="../ink/ink985.xml"/><Relationship Id="rId273" Type="http://schemas.openxmlformats.org/officeDocument/2006/relationships/image" Target="../media/image1015.png"/><Relationship Id="rId47" Type="http://schemas.openxmlformats.org/officeDocument/2006/relationships/image" Target="../media/image902.png"/><Relationship Id="rId68" Type="http://schemas.openxmlformats.org/officeDocument/2006/relationships/customXml" Target="../ink/ink893.xml"/><Relationship Id="rId89" Type="http://schemas.openxmlformats.org/officeDocument/2006/relationships/image" Target="../media/image923.png"/><Relationship Id="rId112" Type="http://schemas.openxmlformats.org/officeDocument/2006/relationships/customXml" Target="../ink/ink915.xml"/><Relationship Id="rId133" Type="http://schemas.openxmlformats.org/officeDocument/2006/relationships/image" Target="../media/image945.png"/><Relationship Id="rId154" Type="http://schemas.openxmlformats.org/officeDocument/2006/relationships/customXml" Target="../ink/ink936.xml"/><Relationship Id="rId175" Type="http://schemas.openxmlformats.org/officeDocument/2006/relationships/image" Target="../media/image966.png"/><Relationship Id="rId196" Type="http://schemas.openxmlformats.org/officeDocument/2006/relationships/customXml" Target="../ink/ink957.xml"/><Relationship Id="rId200" Type="http://schemas.openxmlformats.org/officeDocument/2006/relationships/customXml" Target="../ink/ink959.xml"/><Relationship Id="rId16" Type="http://schemas.openxmlformats.org/officeDocument/2006/relationships/customXml" Target="../ink/ink867.xml"/><Relationship Id="rId221" Type="http://schemas.openxmlformats.org/officeDocument/2006/relationships/image" Target="../media/image989.png"/><Relationship Id="rId242" Type="http://schemas.openxmlformats.org/officeDocument/2006/relationships/customXml" Target="../ink/ink980.xml"/><Relationship Id="rId263" Type="http://schemas.openxmlformats.org/officeDocument/2006/relationships/image" Target="../media/image1010.png"/><Relationship Id="rId37" Type="http://schemas.openxmlformats.org/officeDocument/2006/relationships/image" Target="../media/image897.png"/><Relationship Id="rId58" Type="http://schemas.openxmlformats.org/officeDocument/2006/relationships/customXml" Target="../ink/ink888.xml"/><Relationship Id="rId79" Type="http://schemas.openxmlformats.org/officeDocument/2006/relationships/image" Target="../media/image918.png"/><Relationship Id="rId102" Type="http://schemas.openxmlformats.org/officeDocument/2006/relationships/customXml" Target="../ink/ink910.xml"/><Relationship Id="rId123" Type="http://schemas.openxmlformats.org/officeDocument/2006/relationships/image" Target="../media/image940.png"/><Relationship Id="rId144" Type="http://schemas.openxmlformats.org/officeDocument/2006/relationships/customXml" Target="../ink/ink931.xml"/><Relationship Id="rId90" Type="http://schemas.openxmlformats.org/officeDocument/2006/relationships/customXml" Target="../ink/ink904.xml"/><Relationship Id="rId165" Type="http://schemas.openxmlformats.org/officeDocument/2006/relationships/image" Target="../media/image961.png"/><Relationship Id="rId186" Type="http://schemas.openxmlformats.org/officeDocument/2006/relationships/customXml" Target="../ink/ink952.xml"/><Relationship Id="rId211" Type="http://schemas.openxmlformats.org/officeDocument/2006/relationships/image" Target="../media/image984.png"/><Relationship Id="rId232" Type="http://schemas.openxmlformats.org/officeDocument/2006/relationships/customXml" Target="../ink/ink975.xml"/><Relationship Id="rId253" Type="http://schemas.openxmlformats.org/officeDocument/2006/relationships/image" Target="../media/image1005.png"/><Relationship Id="rId274" Type="http://schemas.openxmlformats.org/officeDocument/2006/relationships/customXml" Target="../ink/ink996.xml"/><Relationship Id="rId27" Type="http://schemas.openxmlformats.org/officeDocument/2006/relationships/image" Target="../media/image892.png"/><Relationship Id="rId48" Type="http://schemas.openxmlformats.org/officeDocument/2006/relationships/customXml" Target="../ink/ink883.xml"/><Relationship Id="rId69" Type="http://schemas.openxmlformats.org/officeDocument/2006/relationships/image" Target="../media/image913.png"/><Relationship Id="rId113" Type="http://schemas.openxmlformats.org/officeDocument/2006/relationships/image" Target="../media/image935.png"/><Relationship Id="rId134" Type="http://schemas.openxmlformats.org/officeDocument/2006/relationships/customXml" Target="../ink/ink926.xml"/><Relationship Id="rId80" Type="http://schemas.openxmlformats.org/officeDocument/2006/relationships/customXml" Target="../ink/ink899.xml"/><Relationship Id="rId155" Type="http://schemas.openxmlformats.org/officeDocument/2006/relationships/image" Target="../media/image956.png"/><Relationship Id="rId176" Type="http://schemas.openxmlformats.org/officeDocument/2006/relationships/customXml" Target="../ink/ink947.xml"/><Relationship Id="rId197" Type="http://schemas.openxmlformats.org/officeDocument/2006/relationships/image" Target="../media/image977.png"/><Relationship Id="rId201" Type="http://schemas.openxmlformats.org/officeDocument/2006/relationships/image" Target="../media/image979.png"/><Relationship Id="rId222" Type="http://schemas.openxmlformats.org/officeDocument/2006/relationships/customXml" Target="../ink/ink970.xml"/><Relationship Id="rId243" Type="http://schemas.openxmlformats.org/officeDocument/2006/relationships/image" Target="../media/image1000.png"/><Relationship Id="rId264" Type="http://schemas.openxmlformats.org/officeDocument/2006/relationships/customXml" Target="../ink/ink991.xml"/><Relationship Id="rId17" Type="http://schemas.openxmlformats.org/officeDocument/2006/relationships/image" Target="../media/image887.png"/><Relationship Id="rId38" Type="http://schemas.openxmlformats.org/officeDocument/2006/relationships/customXml" Target="../ink/ink878.xml"/><Relationship Id="rId59" Type="http://schemas.openxmlformats.org/officeDocument/2006/relationships/image" Target="../media/image908.png"/><Relationship Id="rId103" Type="http://schemas.openxmlformats.org/officeDocument/2006/relationships/image" Target="../media/image930.png"/><Relationship Id="rId124" Type="http://schemas.openxmlformats.org/officeDocument/2006/relationships/customXml" Target="../ink/ink921.xml"/><Relationship Id="rId70" Type="http://schemas.openxmlformats.org/officeDocument/2006/relationships/customXml" Target="../ink/ink894.xml"/><Relationship Id="rId91" Type="http://schemas.openxmlformats.org/officeDocument/2006/relationships/image" Target="../media/image924.png"/><Relationship Id="rId145" Type="http://schemas.openxmlformats.org/officeDocument/2006/relationships/image" Target="../media/image951.png"/><Relationship Id="rId166" Type="http://schemas.openxmlformats.org/officeDocument/2006/relationships/customXml" Target="../ink/ink942.xml"/><Relationship Id="rId187" Type="http://schemas.openxmlformats.org/officeDocument/2006/relationships/image" Target="../media/image97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65.xml"/><Relationship Id="rId233" Type="http://schemas.openxmlformats.org/officeDocument/2006/relationships/image" Target="../media/image995.png"/><Relationship Id="rId254" Type="http://schemas.openxmlformats.org/officeDocument/2006/relationships/customXml" Target="../ink/ink986.xml"/><Relationship Id="rId28" Type="http://schemas.openxmlformats.org/officeDocument/2006/relationships/customXml" Target="../ink/ink873.xml"/><Relationship Id="rId49" Type="http://schemas.openxmlformats.org/officeDocument/2006/relationships/image" Target="../media/image903.png"/><Relationship Id="rId114" Type="http://schemas.openxmlformats.org/officeDocument/2006/relationships/customXml" Target="../ink/ink916.xml"/><Relationship Id="rId275" Type="http://schemas.openxmlformats.org/officeDocument/2006/relationships/image" Target="../media/image1016.png"/><Relationship Id="rId60" Type="http://schemas.openxmlformats.org/officeDocument/2006/relationships/customXml" Target="../ink/ink889.xml"/><Relationship Id="rId81" Type="http://schemas.openxmlformats.org/officeDocument/2006/relationships/image" Target="../media/image919.png"/><Relationship Id="rId135" Type="http://schemas.openxmlformats.org/officeDocument/2006/relationships/image" Target="../media/image946.png"/><Relationship Id="rId156" Type="http://schemas.openxmlformats.org/officeDocument/2006/relationships/customXml" Target="../ink/ink937.xml"/><Relationship Id="rId177" Type="http://schemas.openxmlformats.org/officeDocument/2006/relationships/image" Target="../media/image967.png"/><Relationship Id="rId198" Type="http://schemas.openxmlformats.org/officeDocument/2006/relationships/customXml" Target="../ink/ink958.xml"/><Relationship Id="rId202" Type="http://schemas.openxmlformats.org/officeDocument/2006/relationships/customXml" Target="../ink/ink960.xml"/><Relationship Id="rId223" Type="http://schemas.openxmlformats.org/officeDocument/2006/relationships/image" Target="../media/image990.png"/><Relationship Id="rId244" Type="http://schemas.openxmlformats.org/officeDocument/2006/relationships/customXml" Target="../ink/ink981.xml"/><Relationship Id="rId18" Type="http://schemas.openxmlformats.org/officeDocument/2006/relationships/customXml" Target="../ink/ink868.xml"/><Relationship Id="rId39" Type="http://schemas.openxmlformats.org/officeDocument/2006/relationships/image" Target="../media/image898.png"/><Relationship Id="rId265" Type="http://schemas.openxmlformats.org/officeDocument/2006/relationships/image" Target="../media/image1011.png"/><Relationship Id="rId50" Type="http://schemas.openxmlformats.org/officeDocument/2006/relationships/customXml" Target="../ink/ink884.xml"/><Relationship Id="rId104" Type="http://schemas.openxmlformats.org/officeDocument/2006/relationships/customXml" Target="../ink/ink911.xml"/><Relationship Id="rId125" Type="http://schemas.openxmlformats.org/officeDocument/2006/relationships/image" Target="../media/image941.png"/><Relationship Id="rId146" Type="http://schemas.openxmlformats.org/officeDocument/2006/relationships/customXml" Target="../ink/ink932.xml"/><Relationship Id="rId167" Type="http://schemas.openxmlformats.org/officeDocument/2006/relationships/image" Target="../media/image962.png"/><Relationship Id="rId188" Type="http://schemas.openxmlformats.org/officeDocument/2006/relationships/customXml" Target="../ink/ink953.xml"/><Relationship Id="rId71" Type="http://schemas.openxmlformats.org/officeDocument/2006/relationships/image" Target="../media/image914.png"/><Relationship Id="rId92" Type="http://schemas.openxmlformats.org/officeDocument/2006/relationships/customXml" Target="../ink/ink905.xml"/><Relationship Id="rId213" Type="http://schemas.openxmlformats.org/officeDocument/2006/relationships/image" Target="../media/image985.png"/><Relationship Id="rId234" Type="http://schemas.openxmlformats.org/officeDocument/2006/relationships/customXml" Target="../ink/ink976.xml"/><Relationship Id="rId2" Type="http://schemas.openxmlformats.org/officeDocument/2006/relationships/image" Target="../media/image880.png"/><Relationship Id="rId29" Type="http://schemas.openxmlformats.org/officeDocument/2006/relationships/image" Target="../media/image893.png"/><Relationship Id="rId255" Type="http://schemas.openxmlformats.org/officeDocument/2006/relationships/image" Target="../media/image1006.png"/><Relationship Id="rId276" Type="http://schemas.openxmlformats.org/officeDocument/2006/relationships/customXml" Target="../ink/ink997.xml"/><Relationship Id="rId40" Type="http://schemas.openxmlformats.org/officeDocument/2006/relationships/customXml" Target="../ink/ink879.xml"/><Relationship Id="rId115" Type="http://schemas.openxmlformats.org/officeDocument/2006/relationships/image" Target="../media/image936.png"/><Relationship Id="rId136" Type="http://schemas.openxmlformats.org/officeDocument/2006/relationships/customXml" Target="../ink/ink927.xml"/><Relationship Id="rId157" Type="http://schemas.openxmlformats.org/officeDocument/2006/relationships/image" Target="../media/image957.png"/><Relationship Id="rId178" Type="http://schemas.openxmlformats.org/officeDocument/2006/relationships/customXml" Target="../ink/ink948.xml"/><Relationship Id="rId61" Type="http://schemas.openxmlformats.org/officeDocument/2006/relationships/image" Target="../media/image909.png"/><Relationship Id="rId82" Type="http://schemas.openxmlformats.org/officeDocument/2006/relationships/customXml" Target="../ink/ink900.xml"/><Relationship Id="rId199" Type="http://schemas.openxmlformats.org/officeDocument/2006/relationships/image" Target="../media/image978.png"/><Relationship Id="rId203" Type="http://schemas.openxmlformats.org/officeDocument/2006/relationships/image" Target="../media/image980.png"/><Relationship Id="rId19" Type="http://schemas.openxmlformats.org/officeDocument/2006/relationships/image" Target="../media/image888.png"/><Relationship Id="rId224" Type="http://schemas.openxmlformats.org/officeDocument/2006/relationships/customXml" Target="../ink/ink971.xml"/><Relationship Id="rId245" Type="http://schemas.openxmlformats.org/officeDocument/2006/relationships/image" Target="../media/image1001.png"/><Relationship Id="rId266" Type="http://schemas.openxmlformats.org/officeDocument/2006/relationships/customXml" Target="../ink/ink992.xml"/><Relationship Id="rId30" Type="http://schemas.openxmlformats.org/officeDocument/2006/relationships/customXml" Target="../ink/ink874.xml"/><Relationship Id="rId105" Type="http://schemas.openxmlformats.org/officeDocument/2006/relationships/image" Target="../media/image931.png"/><Relationship Id="rId126" Type="http://schemas.openxmlformats.org/officeDocument/2006/relationships/customXml" Target="../ink/ink922.xml"/><Relationship Id="rId147" Type="http://schemas.openxmlformats.org/officeDocument/2006/relationships/image" Target="../media/image952.png"/><Relationship Id="rId168" Type="http://schemas.openxmlformats.org/officeDocument/2006/relationships/customXml" Target="../ink/ink943.xml"/><Relationship Id="rId51" Type="http://schemas.openxmlformats.org/officeDocument/2006/relationships/image" Target="../media/image904.png"/><Relationship Id="rId72" Type="http://schemas.openxmlformats.org/officeDocument/2006/relationships/customXml" Target="../ink/ink895.xml"/><Relationship Id="rId93" Type="http://schemas.openxmlformats.org/officeDocument/2006/relationships/image" Target="../media/image925.png"/><Relationship Id="rId189" Type="http://schemas.openxmlformats.org/officeDocument/2006/relationships/image" Target="../media/image973.png"/><Relationship Id="rId3" Type="http://schemas.openxmlformats.org/officeDocument/2006/relationships/image" Target="../media/image787.png"/><Relationship Id="rId214" Type="http://schemas.openxmlformats.org/officeDocument/2006/relationships/customXml" Target="../ink/ink966.xml"/><Relationship Id="rId235" Type="http://schemas.openxmlformats.org/officeDocument/2006/relationships/image" Target="../media/image996.png"/><Relationship Id="rId256" Type="http://schemas.openxmlformats.org/officeDocument/2006/relationships/customXml" Target="../ink/ink987.xml"/><Relationship Id="rId277" Type="http://schemas.openxmlformats.org/officeDocument/2006/relationships/image" Target="../media/image1017.png"/><Relationship Id="rId116" Type="http://schemas.openxmlformats.org/officeDocument/2006/relationships/customXml" Target="../ink/ink917.xml"/><Relationship Id="rId137" Type="http://schemas.openxmlformats.org/officeDocument/2006/relationships/image" Target="../media/image947.png"/><Relationship Id="rId158" Type="http://schemas.openxmlformats.org/officeDocument/2006/relationships/customXml" Target="../ink/ink938.xml"/><Relationship Id="rId20" Type="http://schemas.openxmlformats.org/officeDocument/2006/relationships/customXml" Target="../ink/ink869.xml"/><Relationship Id="rId41" Type="http://schemas.openxmlformats.org/officeDocument/2006/relationships/image" Target="../media/image899.png"/><Relationship Id="rId62" Type="http://schemas.openxmlformats.org/officeDocument/2006/relationships/customXml" Target="../ink/ink890.xml"/><Relationship Id="rId83" Type="http://schemas.openxmlformats.org/officeDocument/2006/relationships/image" Target="../media/image920.png"/><Relationship Id="rId179" Type="http://schemas.openxmlformats.org/officeDocument/2006/relationships/image" Target="../media/image968.png"/><Relationship Id="rId190" Type="http://schemas.openxmlformats.org/officeDocument/2006/relationships/customXml" Target="../ink/ink954.xml"/><Relationship Id="rId204" Type="http://schemas.openxmlformats.org/officeDocument/2006/relationships/customXml" Target="../ink/ink961.xml"/><Relationship Id="rId225" Type="http://schemas.openxmlformats.org/officeDocument/2006/relationships/image" Target="../media/image991.png"/><Relationship Id="rId246" Type="http://schemas.openxmlformats.org/officeDocument/2006/relationships/customXml" Target="../ink/ink982.xml"/><Relationship Id="rId267" Type="http://schemas.openxmlformats.org/officeDocument/2006/relationships/image" Target="../media/image1012.png"/><Relationship Id="rId106" Type="http://schemas.openxmlformats.org/officeDocument/2006/relationships/customXml" Target="../ink/ink912.xml"/><Relationship Id="rId127" Type="http://schemas.openxmlformats.org/officeDocument/2006/relationships/image" Target="../media/image942.png"/><Relationship Id="rId10" Type="http://schemas.openxmlformats.org/officeDocument/2006/relationships/customXml" Target="../ink/ink864.xml"/><Relationship Id="rId31" Type="http://schemas.openxmlformats.org/officeDocument/2006/relationships/image" Target="../media/image894.png"/><Relationship Id="rId52" Type="http://schemas.openxmlformats.org/officeDocument/2006/relationships/customXml" Target="../ink/ink885.xml"/><Relationship Id="rId73" Type="http://schemas.openxmlformats.org/officeDocument/2006/relationships/image" Target="../media/image915.png"/><Relationship Id="rId94" Type="http://schemas.openxmlformats.org/officeDocument/2006/relationships/customXml" Target="../ink/ink906.xml"/><Relationship Id="rId148" Type="http://schemas.openxmlformats.org/officeDocument/2006/relationships/customXml" Target="../ink/ink933.xml"/><Relationship Id="rId169" Type="http://schemas.openxmlformats.org/officeDocument/2006/relationships/image" Target="../media/image963.png"/><Relationship Id="rId4" Type="http://schemas.openxmlformats.org/officeDocument/2006/relationships/customXml" Target="../ink/ink861.xml"/><Relationship Id="rId180" Type="http://schemas.openxmlformats.org/officeDocument/2006/relationships/customXml" Target="../ink/ink949.xml"/><Relationship Id="rId215" Type="http://schemas.openxmlformats.org/officeDocument/2006/relationships/image" Target="../media/image986.png"/><Relationship Id="rId236" Type="http://schemas.openxmlformats.org/officeDocument/2006/relationships/customXml" Target="../ink/ink977.xml"/><Relationship Id="rId257" Type="http://schemas.openxmlformats.org/officeDocument/2006/relationships/image" Target="../media/image1007.png"/><Relationship Id="rId278" Type="http://schemas.openxmlformats.org/officeDocument/2006/relationships/customXml" Target="../ink/ink998.xml"/><Relationship Id="rId42" Type="http://schemas.openxmlformats.org/officeDocument/2006/relationships/customXml" Target="../ink/ink880.xml"/><Relationship Id="rId84" Type="http://schemas.openxmlformats.org/officeDocument/2006/relationships/customXml" Target="../ink/ink901.xml"/><Relationship Id="rId138" Type="http://schemas.openxmlformats.org/officeDocument/2006/relationships/customXml" Target="../ink/ink928.xml"/><Relationship Id="rId191" Type="http://schemas.openxmlformats.org/officeDocument/2006/relationships/image" Target="../media/image974.png"/><Relationship Id="rId205" Type="http://schemas.openxmlformats.org/officeDocument/2006/relationships/image" Target="../media/image981.png"/><Relationship Id="rId247" Type="http://schemas.openxmlformats.org/officeDocument/2006/relationships/image" Target="../media/image1002.png"/><Relationship Id="rId107" Type="http://schemas.openxmlformats.org/officeDocument/2006/relationships/image" Target="../media/image932.png"/><Relationship Id="rId11" Type="http://schemas.openxmlformats.org/officeDocument/2006/relationships/image" Target="../media/image884.png"/><Relationship Id="rId53" Type="http://schemas.openxmlformats.org/officeDocument/2006/relationships/image" Target="../media/image905.png"/><Relationship Id="rId149" Type="http://schemas.openxmlformats.org/officeDocument/2006/relationships/image" Target="../media/image953.png"/><Relationship Id="rId95" Type="http://schemas.openxmlformats.org/officeDocument/2006/relationships/image" Target="../media/image926.png"/><Relationship Id="rId160" Type="http://schemas.openxmlformats.org/officeDocument/2006/relationships/customXml" Target="../ink/ink939.xml"/><Relationship Id="rId216" Type="http://schemas.openxmlformats.org/officeDocument/2006/relationships/customXml" Target="../ink/ink967.xml"/><Relationship Id="rId258" Type="http://schemas.openxmlformats.org/officeDocument/2006/relationships/customXml" Target="../ink/ink98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7.png"/><Relationship Id="rId2" Type="http://schemas.openxmlformats.org/officeDocument/2006/relationships/image" Target="../media/image10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7.png"/><Relationship Id="rId2" Type="http://schemas.openxmlformats.org/officeDocument/2006/relationships/image" Target="../media/image10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13.xml"/><Relationship Id="rId21" Type="http://schemas.openxmlformats.org/officeDocument/2006/relationships/image" Target="../media/image3410.png"/><Relationship Id="rId42" Type="http://schemas.openxmlformats.org/officeDocument/2006/relationships/customXml" Target="../ink/ink1021.xml"/><Relationship Id="rId47" Type="http://schemas.openxmlformats.org/officeDocument/2006/relationships/image" Target="../media/image4710.png"/><Relationship Id="rId63" Type="http://schemas.openxmlformats.org/officeDocument/2006/relationships/image" Target="../media/image5510.png"/><Relationship Id="rId68" Type="http://schemas.openxmlformats.org/officeDocument/2006/relationships/customXml" Target="../ink/ink1034.xml"/><Relationship Id="rId84" Type="http://schemas.openxmlformats.org/officeDocument/2006/relationships/customXml" Target="../ink/ink1042.xml"/><Relationship Id="rId89" Type="http://schemas.openxmlformats.org/officeDocument/2006/relationships/image" Target="../media/image6810.png"/><Relationship Id="rId16" Type="http://schemas.openxmlformats.org/officeDocument/2006/relationships/customXml" Target="../ink/ink1008.xml"/><Relationship Id="rId11" Type="http://schemas.openxmlformats.org/officeDocument/2006/relationships/image" Target="../media/image2910.png"/><Relationship Id="rId32" Type="http://schemas.openxmlformats.org/officeDocument/2006/relationships/customXml" Target="../ink/ink1016.xml"/><Relationship Id="rId37" Type="http://schemas.openxmlformats.org/officeDocument/2006/relationships/image" Target="../media/image4210.png"/><Relationship Id="rId53" Type="http://schemas.openxmlformats.org/officeDocument/2006/relationships/image" Target="../media/image5010.png"/><Relationship Id="rId58" Type="http://schemas.openxmlformats.org/officeDocument/2006/relationships/customXml" Target="../ink/ink1029.xml"/><Relationship Id="rId74" Type="http://schemas.openxmlformats.org/officeDocument/2006/relationships/customXml" Target="../ink/ink1037.xml"/><Relationship Id="rId79" Type="http://schemas.openxmlformats.org/officeDocument/2006/relationships/image" Target="../media/image6310.png"/><Relationship Id="rId5" Type="http://schemas.openxmlformats.org/officeDocument/2006/relationships/image" Target="../media/image2610.png"/><Relationship Id="rId90" Type="http://schemas.openxmlformats.org/officeDocument/2006/relationships/customXml" Target="../ink/ink1045.xml"/><Relationship Id="rId14" Type="http://schemas.openxmlformats.org/officeDocument/2006/relationships/customXml" Target="../ink/ink1007.xml"/><Relationship Id="rId22" Type="http://schemas.openxmlformats.org/officeDocument/2006/relationships/customXml" Target="../ink/ink1011.xml"/><Relationship Id="rId27" Type="http://schemas.openxmlformats.org/officeDocument/2006/relationships/image" Target="../media/image3710.png"/><Relationship Id="rId30" Type="http://schemas.openxmlformats.org/officeDocument/2006/relationships/customXml" Target="../ink/ink1015.xml"/><Relationship Id="rId35" Type="http://schemas.openxmlformats.org/officeDocument/2006/relationships/image" Target="../media/image4110.png"/><Relationship Id="rId43" Type="http://schemas.openxmlformats.org/officeDocument/2006/relationships/image" Target="../media/image4510.png"/><Relationship Id="rId48" Type="http://schemas.openxmlformats.org/officeDocument/2006/relationships/customXml" Target="../ink/ink1024.xml"/><Relationship Id="rId56" Type="http://schemas.openxmlformats.org/officeDocument/2006/relationships/customXml" Target="../ink/ink1028.xml"/><Relationship Id="rId64" Type="http://schemas.openxmlformats.org/officeDocument/2006/relationships/customXml" Target="../ink/ink1032.xml"/><Relationship Id="rId69" Type="http://schemas.openxmlformats.org/officeDocument/2006/relationships/image" Target="../media/image5810.png"/><Relationship Id="rId77" Type="http://schemas.openxmlformats.org/officeDocument/2006/relationships/image" Target="../media/image6210.png"/><Relationship Id="rId8" Type="http://schemas.openxmlformats.org/officeDocument/2006/relationships/customXml" Target="../ink/ink1004.xml"/><Relationship Id="rId51" Type="http://schemas.openxmlformats.org/officeDocument/2006/relationships/image" Target="../media/image4910.png"/><Relationship Id="rId72" Type="http://schemas.openxmlformats.org/officeDocument/2006/relationships/customXml" Target="../ink/ink1036.xml"/><Relationship Id="rId80" Type="http://schemas.openxmlformats.org/officeDocument/2006/relationships/customXml" Target="../ink/ink1040.xml"/><Relationship Id="rId85" Type="http://schemas.openxmlformats.org/officeDocument/2006/relationships/image" Target="../media/image6610.png"/><Relationship Id="rId3" Type="http://schemas.openxmlformats.org/officeDocument/2006/relationships/image" Target="../media/image2510.png"/><Relationship Id="rId12" Type="http://schemas.openxmlformats.org/officeDocument/2006/relationships/customXml" Target="../ink/ink1006.xml"/><Relationship Id="rId17" Type="http://schemas.openxmlformats.org/officeDocument/2006/relationships/image" Target="../media/image3210.png"/><Relationship Id="rId25" Type="http://schemas.openxmlformats.org/officeDocument/2006/relationships/image" Target="../media/image3610.png"/><Relationship Id="rId33" Type="http://schemas.openxmlformats.org/officeDocument/2006/relationships/image" Target="../media/image4010.png"/><Relationship Id="rId38" Type="http://schemas.openxmlformats.org/officeDocument/2006/relationships/customXml" Target="../ink/ink1019.xml"/><Relationship Id="rId46" Type="http://schemas.openxmlformats.org/officeDocument/2006/relationships/customXml" Target="../ink/ink1023.xml"/><Relationship Id="rId59" Type="http://schemas.openxmlformats.org/officeDocument/2006/relationships/image" Target="../media/image5310.png"/><Relationship Id="rId67" Type="http://schemas.openxmlformats.org/officeDocument/2006/relationships/image" Target="../media/image5710.png"/><Relationship Id="rId20" Type="http://schemas.openxmlformats.org/officeDocument/2006/relationships/customXml" Target="../ink/ink1010.xml"/><Relationship Id="rId41" Type="http://schemas.openxmlformats.org/officeDocument/2006/relationships/image" Target="../media/image4410.png"/><Relationship Id="rId54" Type="http://schemas.openxmlformats.org/officeDocument/2006/relationships/customXml" Target="../ink/ink1027.xml"/><Relationship Id="rId62" Type="http://schemas.openxmlformats.org/officeDocument/2006/relationships/customXml" Target="../ink/ink1031.xml"/><Relationship Id="rId70" Type="http://schemas.openxmlformats.org/officeDocument/2006/relationships/customXml" Target="../ink/ink1035.xml"/><Relationship Id="rId75" Type="http://schemas.openxmlformats.org/officeDocument/2006/relationships/image" Target="../media/image6110.png"/><Relationship Id="rId83" Type="http://schemas.openxmlformats.org/officeDocument/2006/relationships/image" Target="../media/image6510.png"/><Relationship Id="rId88" Type="http://schemas.openxmlformats.org/officeDocument/2006/relationships/customXml" Target="../ink/ink1044.xml"/><Relationship Id="rId91" Type="http://schemas.openxmlformats.org/officeDocument/2006/relationships/image" Target="../media/image69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03.xml"/><Relationship Id="rId15" Type="http://schemas.openxmlformats.org/officeDocument/2006/relationships/image" Target="../media/image3110.png"/><Relationship Id="rId23" Type="http://schemas.openxmlformats.org/officeDocument/2006/relationships/image" Target="../media/image3510.png"/><Relationship Id="rId28" Type="http://schemas.openxmlformats.org/officeDocument/2006/relationships/customXml" Target="../ink/ink1014.xml"/><Relationship Id="rId36" Type="http://schemas.openxmlformats.org/officeDocument/2006/relationships/customXml" Target="../ink/ink1018.xml"/><Relationship Id="rId49" Type="http://schemas.openxmlformats.org/officeDocument/2006/relationships/image" Target="../media/image4810.png"/><Relationship Id="rId57" Type="http://schemas.openxmlformats.org/officeDocument/2006/relationships/image" Target="../media/image5210.png"/><Relationship Id="rId10" Type="http://schemas.openxmlformats.org/officeDocument/2006/relationships/customXml" Target="../ink/ink1005.xml"/><Relationship Id="rId31" Type="http://schemas.openxmlformats.org/officeDocument/2006/relationships/image" Target="../media/image3910.png"/><Relationship Id="rId44" Type="http://schemas.openxmlformats.org/officeDocument/2006/relationships/customXml" Target="../ink/ink1022.xml"/><Relationship Id="rId52" Type="http://schemas.openxmlformats.org/officeDocument/2006/relationships/customXml" Target="../ink/ink1026.xml"/><Relationship Id="rId60" Type="http://schemas.openxmlformats.org/officeDocument/2006/relationships/customXml" Target="../ink/ink1030.xml"/><Relationship Id="rId65" Type="http://schemas.openxmlformats.org/officeDocument/2006/relationships/image" Target="../media/image5610.png"/><Relationship Id="rId73" Type="http://schemas.openxmlformats.org/officeDocument/2006/relationships/image" Target="../media/image6010.png"/><Relationship Id="rId78" Type="http://schemas.openxmlformats.org/officeDocument/2006/relationships/customXml" Target="../ink/ink1039.xml"/><Relationship Id="rId81" Type="http://schemas.openxmlformats.org/officeDocument/2006/relationships/image" Target="../media/image6410.png"/><Relationship Id="rId86" Type="http://schemas.openxmlformats.org/officeDocument/2006/relationships/customXml" Target="../ink/ink1043.xml"/><Relationship Id="rId4" Type="http://schemas.openxmlformats.org/officeDocument/2006/relationships/customXml" Target="../ink/ink1002.xml"/><Relationship Id="rId9" Type="http://schemas.openxmlformats.org/officeDocument/2006/relationships/image" Target="../media/image2810.png"/><Relationship Id="rId13" Type="http://schemas.openxmlformats.org/officeDocument/2006/relationships/image" Target="../media/image3010.png"/><Relationship Id="rId18" Type="http://schemas.openxmlformats.org/officeDocument/2006/relationships/customXml" Target="../ink/ink1009.xml"/><Relationship Id="rId39" Type="http://schemas.openxmlformats.org/officeDocument/2006/relationships/image" Target="../media/image4310.png"/><Relationship Id="rId34" Type="http://schemas.openxmlformats.org/officeDocument/2006/relationships/customXml" Target="../ink/ink1017.xml"/><Relationship Id="rId50" Type="http://schemas.openxmlformats.org/officeDocument/2006/relationships/customXml" Target="../ink/ink1025.xml"/><Relationship Id="rId55" Type="http://schemas.openxmlformats.org/officeDocument/2006/relationships/image" Target="../media/image5110.png"/><Relationship Id="rId76" Type="http://schemas.openxmlformats.org/officeDocument/2006/relationships/customXml" Target="../ink/ink1038.xml"/><Relationship Id="rId7" Type="http://schemas.openxmlformats.org/officeDocument/2006/relationships/image" Target="../media/image2710.png"/><Relationship Id="rId71" Type="http://schemas.openxmlformats.org/officeDocument/2006/relationships/image" Target="../media/image5910.png"/><Relationship Id="rId2" Type="http://schemas.openxmlformats.org/officeDocument/2006/relationships/customXml" Target="../ink/ink1001.xml"/><Relationship Id="rId29" Type="http://schemas.openxmlformats.org/officeDocument/2006/relationships/image" Target="../media/image3810.png"/><Relationship Id="rId24" Type="http://schemas.openxmlformats.org/officeDocument/2006/relationships/customXml" Target="../ink/ink1012.xml"/><Relationship Id="rId40" Type="http://schemas.openxmlformats.org/officeDocument/2006/relationships/customXml" Target="../ink/ink1020.xml"/><Relationship Id="rId45" Type="http://schemas.openxmlformats.org/officeDocument/2006/relationships/image" Target="../media/image4610.png"/><Relationship Id="rId66" Type="http://schemas.openxmlformats.org/officeDocument/2006/relationships/customXml" Target="../ink/ink1033.xml"/><Relationship Id="rId87" Type="http://schemas.openxmlformats.org/officeDocument/2006/relationships/image" Target="../media/image6710.png"/><Relationship Id="rId61" Type="http://schemas.openxmlformats.org/officeDocument/2006/relationships/image" Target="../media/image5410.png"/><Relationship Id="rId82" Type="http://schemas.openxmlformats.org/officeDocument/2006/relationships/customXml" Target="../ink/ink1041.xml"/><Relationship Id="rId19" Type="http://schemas.openxmlformats.org/officeDocument/2006/relationships/image" Target="../media/image3310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0.png"/><Relationship Id="rId21" Type="http://schemas.openxmlformats.org/officeDocument/2006/relationships/image" Target="../media/image7710.png"/><Relationship Id="rId42" Type="http://schemas.openxmlformats.org/officeDocument/2006/relationships/customXml" Target="../ink/ink1066.xml"/><Relationship Id="rId63" Type="http://schemas.openxmlformats.org/officeDocument/2006/relationships/image" Target="../media/image9710.png"/><Relationship Id="rId84" Type="http://schemas.openxmlformats.org/officeDocument/2006/relationships/customXml" Target="../ink/ink1087.xml"/><Relationship Id="rId138" Type="http://schemas.openxmlformats.org/officeDocument/2006/relationships/customXml" Target="../ink/ink1114.xml"/><Relationship Id="rId159" Type="http://schemas.openxmlformats.org/officeDocument/2006/relationships/image" Target="../media/image1440.png"/><Relationship Id="rId170" Type="http://schemas.openxmlformats.org/officeDocument/2006/relationships/customXml" Target="../ink/ink1130.xml"/><Relationship Id="rId107" Type="http://schemas.openxmlformats.org/officeDocument/2006/relationships/image" Target="../media/image1180.png"/><Relationship Id="rId11" Type="http://schemas.openxmlformats.org/officeDocument/2006/relationships/image" Target="../media/image7210.png"/><Relationship Id="rId32" Type="http://schemas.openxmlformats.org/officeDocument/2006/relationships/customXml" Target="../ink/ink1061.xml"/><Relationship Id="rId53" Type="http://schemas.openxmlformats.org/officeDocument/2006/relationships/image" Target="../media/image9310.png"/><Relationship Id="rId74" Type="http://schemas.openxmlformats.org/officeDocument/2006/relationships/customXml" Target="../ink/ink1082.xml"/><Relationship Id="rId128" Type="http://schemas.openxmlformats.org/officeDocument/2006/relationships/customXml" Target="../ink/ink1109.xml"/><Relationship Id="rId149" Type="http://schemas.openxmlformats.org/officeDocument/2006/relationships/image" Target="../media/image1390.png"/><Relationship Id="rId5" Type="http://schemas.openxmlformats.org/officeDocument/2006/relationships/image" Target="../media/image7010.png"/><Relationship Id="rId95" Type="http://schemas.openxmlformats.org/officeDocument/2006/relationships/image" Target="../media/image1122.png"/><Relationship Id="rId160" Type="http://schemas.openxmlformats.org/officeDocument/2006/relationships/customXml" Target="../ink/ink1125.xml"/><Relationship Id="rId181" Type="http://schemas.openxmlformats.org/officeDocument/2006/relationships/image" Target="../media/image1550.png"/><Relationship Id="rId22" Type="http://schemas.openxmlformats.org/officeDocument/2006/relationships/customXml" Target="../ink/ink1056.xml"/><Relationship Id="rId43" Type="http://schemas.openxmlformats.org/officeDocument/2006/relationships/image" Target="../media/image8810.png"/><Relationship Id="rId64" Type="http://schemas.openxmlformats.org/officeDocument/2006/relationships/customXml" Target="../ink/ink1077.xml"/><Relationship Id="rId118" Type="http://schemas.openxmlformats.org/officeDocument/2006/relationships/customXml" Target="../ink/ink1104.xml"/><Relationship Id="rId139" Type="http://schemas.openxmlformats.org/officeDocument/2006/relationships/image" Target="../media/image1340.png"/><Relationship Id="rId85" Type="http://schemas.openxmlformats.org/officeDocument/2006/relationships/image" Target="../media/image10710.png"/><Relationship Id="rId150" Type="http://schemas.openxmlformats.org/officeDocument/2006/relationships/customXml" Target="../ink/ink1120.xml"/><Relationship Id="rId171" Type="http://schemas.openxmlformats.org/officeDocument/2006/relationships/image" Target="../media/image1500.png"/><Relationship Id="rId12" Type="http://schemas.openxmlformats.org/officeDocument/2006/relationships/customXml" Target="../ink/ink1051.xml"/><Relationship Id="rId33" Type="http://schemas.openxmlformats.org/officeDocument/2006/relationships/image" Target="../media/image8310.png"/><Relationship Id="rId108" Type="http://schemas.openxmlformats.org/officeDocument/2006/relationships/customXml" Target="../ink/ink1099.xml"/><Relationship Id="rId129" Type="http://schemas.openxmlformats.org/officeDocument/2006/relationships/image" Target="../media/image1290.png"/><Relationship Id="rId54" Type="http://schemas.openxmlformats.org/officeDocument/2006/relationships/customXml" Target="../ink/ink1072.xml"/><Relationship Id="rId75" Type="http://schemas.openxmlformats.org/officeDocument/2006/relationships/image" Target="../media/image10211.png"/><Relationship Id="rId96" Type="http://schemas.openxmlformats.org/officeDocument/2006/relationships/customXml" Target="../ink/ink1093.xml"/><Relationship Id="rId140" Type="http://schemas.openxmlformats.org/officeDocument/2006/relationships/customXml" Target="../ink/ink1115.xml"/><Relationship Id="rId161" Type="http://schemas.openxmlformats.org/officeDocument/2006/relationships/image" Target="../media/image1450.png"/><Relationship Id="rId6" Type="http://schemas.openxmlformats.org/officeDocument/2006/relationships/customXml" Target="../ink/ink1048.xml"/><Relationship Id="rId23" Type="http://schemas.openxmlformats.org/officeDocument/2006/relationships/image" Target="../media/image7810.png"/><Relationship Id="rId119" Type="http://schemas.openxmlformats.org/officeDocument/2006/relationships/image" Target="../media/image1240.png"/><Relationship Id="rId44" Type="http://schemas.openxmlformats.org/officeDocument/2006/relationships/customXml" Target="../ink/ink1067.xml"/><Relationship Id="rId60" Type="http://schemas.openxmlformats.org/officeDocument/2006/relationships/customXml" Target="../ink/ink1075.xml"/><Relationship Id="rId65" Type="http://schemas.openxmlformats.org/officeDocument/2006/relationships/image" Target="../media/image9810.png"/><Relationship Id="rId81" Type="http://schemas.openxmlformats.org/officeDocument/2006/relationships/image" Target="../media/image10510.png"/><Relationship Id="rId86" Type="http://schemas.openxmlformats.org/officeDocument/2006/relationships/customXml" Target="../ink/ink1088.xml"/><Relationship Id="rId130" Type="http://schemas.openxmlformats.org/officeDocument/2006/relationships/customXml" Target="../ink/ink1110.xml"/><Relationship Id="rId135" Type="http://schemas.openxmlformats.org/officeDocument/2006/relationships/image" Target="../media/image1320.png"/><Relationship Id="rId151" Type="http://schemas.openxmlformats.org/officeDocument/2006/relationships/image" Target="../media/image1400.png"/><Relationship Id="rId156" Type="http://schemas.openxmlformats.org/officeDocument/2006/relationships/customXml" Target="../ink/ink1123.xml"/><Relationship Id="rId177" Type="http://schemas.openxmlformats.org/officeDocument/2006/relationships/image" Target="../media/image1530.png"/><Relationship Id="rId172" Type="http://schemas.openxmlformats.org/officeDocument/2006/relationships/customXml" Target="../ink/ink1131.xml"/><Relationship Id="rId13" Type="http://schemas.openxmlformats.org/officeDocument/2006/relationships/image" Target="../media/image7310.png"/><Relationship Id="rId18" Type="http://schemas.openxmlformats.org/officeDocument/2006/relationships/customXml" Target="../ink/ink1054.xml"/><Relationship Id="rId39" Type="http://schemas.openxmlformats.org/officeDocument/2006/relationships/image" Target="../media/image8610.png"/><Relationship Id="rId109" Type="http://schemas.openxmlformats.org/officeDocument/2006/relationships/image" Target="../media/image1190.png"/><Relationship Id="rId34" Type="http://schemas.openxmlformats.org/officeDocument/2006/relationships/customXml" Target="../ink/ink1062.xml"/><Relationship Id="rId50" Type="http://schemas.openxmlformats.org/officeDocument/2006/relationships/customXml" Target="../ink/ink1070.xml"/><Relationship Id="rId55" Type="http://schemas.openxmlformats.org/officeDocument/2006/relationships/image" Target="../media/image9410.png"/><Relationship Id="rId76" Type="http://schemas.openxmlformats.org/officeDocument/2006/relationships/customXml" Target="../ink/ink1083.xml"/><Relationship Id="rId97" Type="http://schemas.openxmlformats.org/officeDocument/2006/relationships/image" Target="../media/image1130.png"/><Relationship Id="rId104" Type="http://schemas.openxmlformats.org/officeDocument/2006/relationships/customXml" Target="../ink/ink1097.xml"/><Relationship Id="rId120" Type="http://schemas.openxmlformats.org/officeDocument/2006/relationships/customXml" Target="../ink/ink1105.xml"/><Relationship Id="rId125" Type="http://schemas.openxmlformats.org/officeDocument/2006/relationships/image" Target="../media/image1270.png"/><Relationship Id="rId141" Type="http://schemas.openxmlformats.org/officeDocument/2006/relationships/image" Target="../media/image1350.png"/><Relationship Id="rId146" Type="http://schemas.openxmlformats.org/officeDocument/2006/relationships/customXml" Target="../ink/ink1118.xml"/><Relationship Id="rId167" Type="http://schemas.openxmlformats.org/officeDocument/2006/relationships/image" Target="../media/image1480.png"/><Relationship Id="rId7" Type="http://schemas.openxmlformats.org/officeDocument/2006/relationships/image" Target="../media/image7110.png"/><Relationship Id="rId71" Type="http://schemas.openxmlformats.org/officeDocument/2006/relationships/image" Target="../media/image5910.png"/><Relationship Id="rId92" Type="http://schemas.openxmlformats.org/officeDocument/2006/relationships/customXml" Target="../ink/ink1091.xml"/><Relationship Id="rId162" Type="http://schemas.openxmlformats.org/officeDocument/2006/relationships/customXml" Target="../ink/ink1126.xml"/><Relationship Id="rId2" Type="http://schemas.openxmlformats.org/officeDocument/2006/relationships/customXml" Target="../ink/ink1046.xml"/><Relationship Id="rId29" Type="http://schemas.openxmlformats.org/officeDocument/2006/relationships/image" Target="../media/image8110.png"/><Relationship Id="rId24" Type="http://schemas.openxmlformats.org/officeDocument/2006/relationships/customXml" Target="../ink/ink1057.xml"/><Relationship Id="rId40" Type="http://schemas.openxmlformats.org/officeDocument/2006/relationships/customXml" Target="../ink/ink1065.xml"/><Relationship Id="rId45" Type="http://schemas.openxmlformats.org/officeDocument/2006/relationships/image" Target="../media/image8910.png"/><Relationship Id="rId66" Type="http://schemas.openxmlformats.org/officeDocument/2006/relationships/customXml" Target="../ink/ink1078.xml"/><Relationship Id="rId87" Type="http://schemas.openxmlformats.org/officeDocument/2006/relationships/image" Target="../media/image10810.png"/><Relationship Id="rId110" Type="http://schemas.openxmlformats.org/officeDocument/2006/relationships/customXml" Target="../ink/ink1100.xml"/><Relationship Id="rId115" Type="http://schemas.openxmlformats.org/officeDocument/2006/relationships/image" Target="../media/image1220.png"/><Relationship Id="rId131" Type="http://schemas.openxmlformats.org/officeDocument/2006/relationships/image" Target="../media/image1300.png"/><Relationship Id="rId136" Type="http://schemas.openxmlformats.org/officeDocument/2006/relationships/customXml" Target="../ink/ink1113.xml"/><Relationship Id="rId157" Type="http://schemas.openxmlformats.org/officeDocument/2006/relationships/image" Target="../media/image1430.png"/><Relationship Id="rId178" Type="http://schemas.openxmlformats.org/officeDocument/2006/relationships/customXml" Target="../ink/ink1134.xml"/><Relationship Id="rId61" Type="http://schemas.openxmlformats.org/officeDocument/2006/relationships/image" Target="../media/image9610.png"/><Relationship Id="rId82" Type="http://schemas.openxmlformats.org/officeDocument/2006/relationships/customXml" Target="../ink/ink1086.xml"/><Relationship Id="rId152" Type="http://schemas.openxmlformats.org/officeDocument/2006/relationships/customXml" Target="../ink/ink1121.xml"/><Relationship Id="rId173" Type="http://schemas.openxmlformats.org/officeDocument/2006/relationships/image" Target="../media/image1511.png"/><Relationship Id="rId19" Type="http://schemas.openxmlformats.org/officeDocument/2006/relationships/image" Target="../media/image7610.png"/><Relationship Id="rId14" Type="http://schemas.openxmlformats.org/officeDocument/2006/relationships/customXml" Target="../ink/ink1052.xml"/><Relationship Id="rId30" Type="http://schemas.openxmlformats.org/officeDocument/2006/relationships/customXml" Target="../ink/ink1060.xml"/><Relationship Id="rId35" Type="http://schemas.openxmlformats.org/officeDocument/2006/relationships/image" Target="../media/image8410.png"/><Relationship Id="rId56" Type="http://schemas.openxmlformats.org/officeDocument/2006/relationships/customXml" Target="../ink/ink1073.xml"/><Relationship Id="rId77" Type="http://schemas.openxmlformats.org/officeDocument/2006/relationships/image" Target="../media/image10310.png"/><Relationship Id="rId100" Type="http://schemas.openxmlformats.org/officeDocument/2006/relationships/customXml" Target="../ink/ink1095.xml"/><Relationship Id="rId105" Type="http://schemas.openxmlformats.org/officeDocument/2006/relationships/image" Target="../media/image1170.png"/><Relationship Id="rId126" Type="http://schemas.openxmlformats.org/officeDocument/2006/relationships/customXml" Target="../ink/ink1108.xml"/><Relationship Id="rId147" Type="http://schemas.openxmlformats.org/officeDocument/2006/relationships/image" Target="../media/image1380.png"/><Relationship Id="rId168" Type="http://schemas.openxmlformats.org/officeDocument/2006/relationships/customXml" Target="../ink/ink1129.xml"/><Relationship Id="rId8" Type="http://schemas.openxmlformats.org/officeDocument/2006/relationships/customXml" Target="../ink/ink1049.xml"/><Relationship Id="rId51" Type="http://schemas.openxmlformats.org/officeDocument/2006/relationships/image" Target="../media/image9210.png"/><Relationship Id="rId72" Type="http://schemas.openxmlformats.org/officeDocument/2006/relationships/customXml" Target="../ink/ink1081.xml"/><Relationship Id="rId93" Type="http://schemas.openxmlformats.org/officeDocument/2006/relationships/image" Target="../media/image11110.png"/><Relationship Id="rId98" Type="http://schemas.openxmlformats.org/officeDocument/2006/relationships/customXml" Target="../ink/ink1094.xml"/><Relationship Id="rId121" Type="http://schemas.openxmlformats.org/officeDocument/2006/relationships/image" Target="../media/image1250.png"/><Relationship Id="rId142" Type="http://schemas.openxmlformats.org/officeDocument/2006/relationships/customXml" Target="../ink/ink1116.xml"/><Relationship Id="rId163" Type="http://schemas.openxmlformats.org/officeDocument/2006/relationships/image" Target="../media/image1460.png"/><Relationship Id="rId3" Type="http://schemas.openxmlformats.org/officeDocument/2006/relationships/image" Target="../media/image2510.png"/><Relationship Id="rId25" Type="http://schemas.openxmlformats.org/officeDocument/2006/relationships/image" Target="../media/image7910.png"/><Relationship Id="rId46" Type="http://schemas.openxmlformats.org/officeDocument/2006/relationships/customXml" Target="../ink/ink1068.xml"/><Relationship Id="rId67" Type="http://schemas.openxmlformats.org/officeDocument/2006/relationships/image" Target="../media/image9910.png"/><Relationship Id="rId116" Type="http://schemas.openxmlformats.org/officeDocument/2006/relationships/customXml" Target="../ink/ink1103.xml"/><Relationship Id="rId137" Type="http://schemas.openxmlformats.org/officeDocument/2006/relationships/image" Target="../media/image1330.png"/><Relationship Id="rId158" Type="http://schemas.openxmlformats.org/officeDocument/2006/relationships/customXml" Target="../ink/ink1124.xml"/><Relationship Id="rId20" Type="http://schemas.openxmlformats.org/officeDocument/2006/relationships/customXml" Target="../ink/ink1055.xml"/><Relationship Id="rId41" Type="http://schemas.openxmlformats.org/officeDocument/2006/relationships/image" Target="../media/image8710.png"/><Relationship Id="rId62" Type="http://schemas.openxmlformats.org/officeDocument/2006/relationships/customXml" Target="../ink/ink1076.xml"/><Relationship Id="rId83" Type="http://schemas.openxmlformats.org/officeDocument/2006/relationships/image" Target="../media/image10610.png"/><Relationship Id="rId88" Type="http://schemas.openxmlformats.org/officeDocument/2006/relationships/customXml" Target="../ink/ink1089.xml"/><Relationship Id="rId111" Type="http://schemas.openxmlformats.org/officeDocument/2006/relationships/image" Target="../media/image1200.png"/><Relationship Id="rId132" Type="http://schemas.openxmlformats.org/officeDocument/2006/relationships/customXml" Target="../ink/ink1111.xml"/><Relationship Id="rId153" Type="http://schemas.openxmlformats.org/officeDocument/2006/relationships/image" Target="../media/image1411.png"/><Relationship Id="rId174" Type="http://schemas.openxmlformats.org/officeDocument/2006/relationships/customXml" Target="../ink/ink1132.xml"/><Relationship Id="rId179" Type="http://schemas.openxmlformats.org/officeDocument/2006/relationships/image" Target="../media/image1540.png"/><Relationship Id="rId15" Type="http://schemas.openxmlformats.org/officeDocument/2006/relationships/image" Target="../media/image7410.png"/><Relationship Id="rId36" Type="http://schemas.openxmlformats.org/officeDocument/2006/relationships/customXml" Target="../ink/ink1063.xml"/><Relationship Id="rId57" Type="http://schemas.openxmlformats.org/officeDocument/2006/relationships/image" Target="../media/image9510.png"/><Relationship Id="rId106" Type="http://schemas.openxmlformats.org/officeDocument/2006/relationships/customXml" Target="../ink/ink1098.xml"/><Relationship Id="rId127" Type="http://schemas.openxmlformats.org/officeDocument/2006/relationships/image" Target="../media/image1280.png"/><Relationship Id="rId10" Type="http://schemas.openxmlformats.org/officeDocument/2006/relationships/customXml" Target="../ink/ink1050.xml"/><Relationship Id="rId31" Type="http://schemas.openxmlformats.org/officeDocument/2006/relationships/image" Target="../media/image8210.png"/><Relationship Id="rId52" Type="http://schemas.openxmlformats.org/officeDocument/2006/relationships/customXml" Target="../ink/ink1071.xml"/><Relationship Id="rId73" Type="http://schemas.openxmlformats.org/officeDocument/2006/relationships/image" Target="../media/image10110.png"/><Relationship Id="rId78" Type="http://schemas.openxmlformats.org/officeDocument/2006/relationships/customXml" Target="../ink/ink1084.xml"/><Relationship Id="rId94" Type="http://schemas.openxmlformats.org/officeDocument/2006/relationships/customXml" Target="../ink/ink1092.xml"/><Relationship Id="rId99" Type="http://schemas.openxmlformats.org/officeDocument/2006/relationships/image" Target="../media/image1140.png"/><Relationship Id="rId101" Type="http://schemas.openxmlformats.org/officeDocument/2006/relationships/image" Target="../media/image1150.png"/><Relationship Id="rId122" Type="http://schemas.openxmlformats.org/officeDocument/2006/relationships/customXml" Target="../ink/ink1106.xml"/><Relationship Id="rId143" Type="http://schemas.openxmlformats.org/officeDocument/2006/relationships/image" Target="../media/image1360.png"/><Relationship Id="rId148" Type="http://schemas.openxmlformats.org/officeDocument/2006/relationships/customXml" Target="../ink/ink1119.xml"/><Relationship Id="rId164" Type="http://schemas.openxmlformats.org/officeDocument/2006/relationships/customXml" Target="../ink/ink1127.xml"/><Relationship Id="rId169" Type="http://schemas.openxmlformats.org/officeDocument/2006/relationships/image" Target="../media/image1490.png"/><Relationship Id="rId4" Type="http://schemas.openxmlformats.org/officeDocument/2006/relationships/customXml" Target="../ink/ink1047.xml"/><Relationship Id="rId9" Type="http://schemas.openxmlformats.org/officeDocument/2006/relationships/image" Target="../media/image2810.png"/><Relationship Id="rId180" Type="http://schemas.openxmlformats.org/officeDocument/2006/relationships/customXml" Target="../ink/ink1135.xml"/><Relationship Id="rId26" Type="http://schemas.openxmlformats.org/officeDocument/2006/relationships/customXml" Target="../ink/ink1058.xml"/><Relationship Id="rId47" Type="http://schemas.openxmlformats.org/officeDocument/2006/relationships/image" Target="../media/image9010.png"/><Relationship Id="rId68" Type="http://schemas.openxmlformats.org/officeDocument/2006/relationships/customXml" Target="../ink/ink1079.xml"/><Relationship Id="rId89" Type="http://schemas.openxmlformats.org/officeDocument/2006/relationships/image" Target="../media/image10910.png"/><Relationship Id="rId112" Type="http://schemas.openxmlformats.org/officeDocument/2006/relationships/customXml" Target="../ink/ink1101.xml"/><Relationship Id="rId133" Type="http://schemas.openxmlformats.org/officeDocument/2006/relationships/image" Target="../media/image1311.png"/><Relationship Id="rId154" Type="http://schemas.openxmlformats.org/officeDocument/2006/relationships/customXml" Target="../ink/ink1122.xml"/><Relationship Id="rId175" Type="http://schemas.openxmlformats.org/officeDocument/2006/relationships/image" Target="../media/image1520.png"/><Relationship Id="rId16" Type="http://schemas.openxmlformats.org/officeDocument/2006/relationships/customXml" Target="../ink/ink1053.xml"/><Relationship Id="rId37" Type="http://schemas.openxmlformats.org/officeDocument/2006/relationships/image" Target="../media/image8510.png"/><Relationship Id="rId58" Type="http://schemas.openxmlformats.org/officeDocument/2006/relationships/customXml" Target="../ink/ink1074.xml"/><Relationship Id="rId79" Type="http://schemas.openxmlformats.org/officeDocument/2006/relationships/image" Target="../media/image10410.png"/><Relationship Id="rId102" Type="http://schemas.openxmlformats.org/officeDocument/2006/relationships/customXml" Target="../ink/ink1096.xml"/><Relationship Id="rId123" Type="http://schemas.openxmlformats.org/officeDocument/2006/relationships/image" Target="../media/image1260.png"/><Relationship Id="rId144" Type="http://schemas.openxmlformats.org/officeDocument/2006/relationships/customXml" Target="../ink/ink1117.xml"/><Relationship Id="rId90" Type="http://schemas.openxmlformats.org/officeDocument/2006/relationships/customXml" Target="../ink/ink1090.xml"/><Relationship Id="rId165" Type="http://schemas.openxmlformats.org/officeDocument/2006/relationships/image" Target="../media/image1470.png"/><Relationship Id="rId27" Type="http://schemas.openxmlformats.org/officeDocument/2006/relationships/image" Target="../media/image8010.png"/><Relationship Id="rId48" Type="http://schemas.openxmlformats.org/officeDocument/2006/relationships/customXml" Target="../ink/ink1069.xml"/><Relationship Id="rId69" Type="http://schemas.openxmlformats.org/officeDocument/2006/relationships/image" Target="../media/image10010.png"/><Relationship Id="rId113" Type="http://schemas.openxmlformats.org/officeDocument/2006/relationships/image" Target="../media/image1211.png"/><Relationship Id="rId134" Type="http://schemas.openxmlformats.org/officeDocument/2006/relationships/customXml" Target="../ink/ink1112.xml"/><Relationship Id="rId80" Type="http://schemas.openxmlformats.org/officeDocument/2006/relationships/customXml" Target="../ink/ink1085.xml"/><Relationship Id="rId155" Type="http://schemas.openxmlformats.org/officeDocument/2006/relationships/image" Target="../media/image1420.png"/><Relationship Id="rId176" Type="http://schemas.openxmlformats.org/officeDocument/2006/relationships/customXml" Target="../ink/ink1133.xml"/><Relationship Id="rId17" Type="http://schemas.openxmlformats.org/officeDocument/2006/relationships/image" Target="../media/image7510.png"/><Relationship Id="rId38" Type="http://schemas.openxmlformats.org/officeDocument/2006/relationships/customXml" Target="../ink/ink1064.xml"/><Relationship Id="rId59" Type="http://schemas.openxmlformats.org/officeDocument/2006/relationships/image" Target="../media/image5310.png"/><Relationship Id="rId103" Type="http://schemas.openxmlformats.org/officeDocument/2006/relationships/image" Target="../media/image1160.png"/><Relationship Id="rId124" Type="http://schemas.openxmlformats.org/officeDocument/2006/relationships/customXml" Target="../ink/ink1107.xml"/><Relationship Id="rId70" Type="http://schemas.openxmlformats.org/officeDocument/2006/relationships/customXml" Target="../ink/ink1080.xml"/><Relationship Id="rId91" Type="http://schemas.openxmlformats.org/officeDocument/2006/relationships/image" Target="../media/image1108.png"/><Relationship Id="rId145" Type="http://schemas.openxmlformats.org/officeDocument/2006/relationships/image" Target="../media/image1370.png"/><Relationship Id="rId166" Type="http://schemas.openxmlformats.org/officeDocument/2006/relationships/customXml" Target="../ink/ink1128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059.xml"/><Relationship Id="rId49" Type="http://schemas.openxmlformats.org/officeDocument/2006/relationships/image" Target="../media/image9110.png"/><Relationship Id="rId114" Type="http://schemas.openxmlformats.org/officeDocument/2006/relationships/customXml" Target="../ink/ink1102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1156.xml"/><Relationship Id="rId63" Type="http://schemas.openxmlformats.org/officeDocument/2006/relationships/image" Target="../media/image9710.png"/><Relationship Id="rId84" Type="http://schemas.openxmlformats.org/officeDocument/2006/relationships/customXml" Target="../ink/ink1177.xml"/><Relationship Id="rId138" Type="http://schemas.openxmlformats.org/officeDocument/2006/relationships/customXml" Target="../ink/ink1204.xml"/><Relationship Id="rId159" Type="http://schemas.openxmlformats.org/officeDocument/2006/relationships/image" Target="../media/image1880.png"/><Relationship Id="rId170" Type="http://schemas.openxmlformats.org/officeDocument/2006/relationships/customXml" Target="../ink/ink1220.xml"/><Relationship Id="rId191" Type="http://schemas.openxmlformats.org/officeDocument/2006/relationships/image" Target="../media/image2040.png"/><Relationship Id="rId205" Type="http://schemas.openxmlformats.org/officeDocument/2006/relationships/image" Target="../media/image2111.png"/><Relationship Id="rId226" Type="http://schemas.openxmlformats.org/officeDocument/2006/relationships/customXml" Target="../ink/ink1248.xml"/><Relationship Id="rId247" Type="http://schemas.openxmlformats.org/officeDocument/2006/relationships/customXml" Target="../ink/ink1259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1151.xml"/><Relationship Id="rId53" Type="http://schemas.openxmlformats.org/officeDocument/2006/relationships/image" Target="../media/image9310.png"/><Relationship Id="rId74" Type="http://schemas.openxmlformats.org/officeDocument/2006/relationships/customXml" Target="../ink/ink1172.xml"/><Relationship Id="rId128" Type="http://schemas.openxmlformats.org/officeDocument/2006/relationships/customXml" Target="../ink/ink1199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1215.xml"/><Relationship Id="rId181" Type="http://schemas.openxmlformats.org/officeDocument/2006/relationships/image" Target="../media/image1990.png"/><Relationship Id="rId216" Type="http://schemas.openxmlformats.org/officeDocument/2006/relationships/customXml" Target="../ink/ink1243.xml"/><Relationship Id="rId237" Type="http://schemas.openxmlformats.org/officeDocument/2006/relationships/customXml" Target="../ink/ink1254.xml"/><Relationship Id="rId22" Type="http://schemas.openxmlformats.org/officeDocument/2006/relationships/customXml" Target="../ink/ink1146.xml"/><Relationship Id="rId43" Type="http://schemas.openxmlformats.org/officeDocument/2006/relationships/image" Target="../media/image8810.png"/><Relationship Id="rId64" Type="http://schemas.openxmlformats.org/officeDocument/2006/relationships/customXml" Target="../ink/ink1167.xml"/><Relationship Id="rId118" Type="http://schemas.openxmlformats.org/officeDocument/2006/relationships/customXml" Target="../ink/ink1194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1210.xml"/><Relationship Id="rId171" Type="http://schemas.openxmlformats.org/officeDocument/2006/relationships/image" Target="../media/image1940.png"/><Relationship Id="rId192" Type="http://schemas.openxmlformats.org/officeDocument/2006/relationships/customXml" Target="../ink/ink1231.xml"/><Relationship Id="rId206" Type="http://schemas.openxmlformats.org/officeDocument/2006/relationships/customXml" Target="../ink/ink1238.xml"/><Relationship Id="rId227" Type="http://schemas.openxmlformats.org/officeDocument/2006/relationships/customXml" Target="../ink/ink1249.xml"/><Relationship Id="rId248" Type="http://schemas.openxmlformats.org/officeDocument/2006/relationships/image" Target="../media/image2320.png"/><Relationship Id="rId12" Type="http://schemas.openxmlformats.org/officeDocument/2006/relationships/customXml" Target="../ink/ink1141.xml"/><Relationship Id="rId33" Type="http://schemas.openxmlformats.org/officeDocument/2006/relationships/image" Target="../media/image8310.png"/><Relationship Id="rId108" Type="http://schemas.openxmlformats.org/officeDocument/2006/relationships/customXml" Target="../ink/ink1189.xml"/><Relationship Id="rId129" Type="http://schemas.openxmlformats.org/officeDocument/2006/relationships/image" Target="../media/image1290.png"/><Relationship Id="rId54" Type="http://schemas.openxmlformats.org/officeDocument/2006/relationships/customXml" Target="../ink/ink1162.xml"/><Relationship Id="rId75" Type="http://schemas.openxmlformats.org/officeDocument/2006/relationships/image" Target="../media/image10211.png"/><Relationship Id="rId96" Type="http://schemas.openxmlformats.org/officeDocument/2006/relationships/customXml" Target="../ink/ink1183.xml"/><Relationship Id="rId140" Type="http://schemas.openxmlformats.org/officeDocument/2006/relationships/customXml" Target="../ink/ink1205.xml"/><Relationship Id="rId161" Type="http://schemas.openxmlformats.org/officeDocument/2006/relationships/image" Target="../media/image1890.png"/><Relationship Id="rId182" Type="http://schemas.openxmlformats.org/officeDocument/2006/relationships/customXml" Target="../ink/ink1226.xml"/><Relationship Id="rId217" Type="http://schemas.openxmlformats.org/officeDocument/2006/relationships/image" Target="../media/image2170.png"/><Relationship Id="rId6" Type="http://schemas.openxmlformats.org/officeDocument/2006/relationships/customXml" Target="../ink/ink1138.xml"/><Relationship Id="rId238" Type="http://schemas.openxmlformats.org/officeDocument/2006/relationships/image" Target="../media/image227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1157.xml"/><Relationship Id="rId65" Type="http://schemas.openxmlformats.org/officeDocument/2006/relationships/image" Target="../media/image9810.png"/><Relationship Id="rId86" Type="http://schemas.openxmlformats.org/officeDocument/2006/relationships/customXml" Target="../ink/ink1178.xml"/><Relationship Id="rId130" Type="http://schemas.openxmlformats.org/officeDocument/2006/relationships/customXml" Target="../ink/ink1200.xml"/><Relationship Id="rId151" Type="http://schemas.openxmlformats.org/officeDocument/2006/relationships/image" Target="../media/image1840.png"/><Relationship Id="rId172" Type="http://schemas.openxmlformats.org/officeDocument/2006/relationships/customXml" Target="../ink/ink1221.xml"/><Relationship Id="rId193" Type="http://schemas.openxmlformats.org/officeDocument/2006/relationships/image" Target="../media/image2050.png"/><Relationship Id="rId207" Type="http://schemas.openxmlformats.org/officeDocument/2006/relationships/image" Target="../media/image2120.png"/><Relationship Id="rId228" Type="http://schemas.openxmlformats.org/officeDocument/2006/relationships/image" Target="../media/image2220.png"/><Relationship Id="rId249" Type="http://schemas.openxmlformats.org/officeDocument/2006/relationships/customXml" Target="../ink/ink1260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1152.xml"/><Relationship Id="rId55" Type="http://schemas.openxmlformats.org/officeDocument/2006/relationships/image" Target="../media/image9410.png"/><Relationship Id="rId76" Type="http://schemas.openxmlformats.org/officeDocument/2006/relationships/customXml" Target="../ink/ink1173.xml"/><Relationship Id="rId97" Type="http://schemas.openxmlformats.org/officeDocument/2006/relationships/image" Target="../media/image1580.png"/><Relationship Id="rId120" Type="http://schemas.openxmlformats.org/officeDocument/2006/relationships/customXml" Target="../ink/ink1195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1216.xml"/><Relationship Id="rId183" Type="http://schemas.openxmlformats.org/officeDocument/2006/relationships/image" Target="../media/image2000.png"/><Relationship Id="rId218" Type="http://schemas.openxmlformats.org/officeDocument/2006/relationships/customXml" Target="../ink/ink1244.xml"/><Relationship Id="rId239" Type="http://schemas.openxmlformats.org/officeDocument/2006/relationships/customXml" Target="../ink/ink1255.xml"/><Relationship Id="rId250" Type="http://schemas.openxmlformats.org/officeDocument/2006/relationships/image" Target="../media/image2330.png"/><Relationship Id="rId24" Type="http://schemas.openxmlformats.org/officeDocument/2006/relationships/customXml" Target="../ink/ink1147.xml"/><Relationship Id="rId45" Type="http://schemas.openxmlformats.org/officeDocument/2006/relationships/image" Target="../media/image8910.png"/><Relationship Id="rId66" Type="http://schemas.openxmlformats.org/officeDocument/2006/relationships/customXml" Target="../ink/ink1168.xml"/><Relationship Id="rId87" Type="http://schemas.openxmlformats.org/officeDocument/2006/relationships/image" Target="../media/image10810.png"/><Relationship Id="rId110" Type="http://schemas.openxmlformats.org/officeDocument/2006/relationships/customXml" Target="../ink/ink1190.xml"/><Relationship Id="rId131" Type="http://schemas.openxmlformats.org/officeDocument/2006/relationships/image" Target="../media/image1740.png"/><Relationship Id="rId152" Type="http://schemas.openxmlformats.org/officeDocument/2006/relationships/customXml" Target="../ink/ink1211.xml"/><Relationship Id="rId173" Type="http://schemas.openxmlformats.org/officeDocument/2006/relationships/image" Target="../media/image1950.png"/><Relationship Id="rId194" Type="http://schemas.openxmlformats.org/officeDocument/2006/relationships/customXml" Target="../ink/ink1232.xml"/><Relationship Id="rId208" Type="http://schemas.openxmlformats.org/officeDocument/2006/relationships/customXml" Target="../ink/ink1239.xml"/><Relationship Id="rId229" Type="http://schemas.openxmlformats.org/officeDocument/2006/relationships/customXml" Target="../ink/ink1250.xml"/><Relationship Id="rId240" Type="http://schemas.openxmlformats.org/officeDocument/2006/relationships/image" Target="../media/image2280.png"/><Relationship Id="rId14" Type="http://schemas.openxmlformats.org/officeDocument/2006/relationships/customXml" Target="../ink/ink1142.xml"/><Relationship Id="rId35" Type="http://schemas.openxmlformats.org/officeDocument/2006/relationships/image" Target="../media/image8410.png"/><Relationship Id="rId56" Type="http://schemas.openxmlformats.org/officeDocument/2006/relationships/customXml" Target="../ink/ink1163.xml"/><Relationship Id="rId77" Type="http://schemas.openxmlformats.org/officeDocument/2006/relationships/image" Target="../media/image10310.png"/><Relationship Id="rId100" Type="http://schemas.openxmlformats.org/officeDocument/2006/relationships/customXml" Target="../ink/ink1185.xml"/><Relationship Id="rId8" Type="http://schemas.openxmlformats.org/officeDocument/2006/relationships/customXml" Target="../ink/ink1139.xml"/><Relationship Id="rId98" Type="http://schemas.openxmlformats.org/officeDocument/2006/relationships/customXml" Target="../ink/ink1184.xml"/><Relationship Id="rId121" Type="http://schemas.openxmlformats.org/officeDocument/2006/relationships/image" Target="../media/image1700.png"/><Relationship Id="rId142" Type="http://schemas.openxmlformats.org/officeDocument/2006/relationships/customXml" Target="../ink/ink1206.xml"/><Relationship Id="rId163" Type="http://schemas.openxmlformats.org/officeDocument/2006/relationships/image" Target="../media/image1900.png"/><Relationship Id="rId184" Type="http://schemas.openxmlformats.org/officeDocument/2006/relationships/customXml" Target="../ink/ink1227.xml"/><Relationship Id="rId219" Type="http://schemas.openxmlformats.org/officeDocument/2006/relationships/image" Target="../media/image2180.png"/><Relationship Id="rId230" Type="http://schemas.openxmlformats.org/officeDocument/2006/relationships/image" Target="../media/image2230.png"/><Relationship Id="rId25" Type="http://schemas.openxmlformats.org/officeDocument/2006/relationships/image" Target="../media/image7910.png"/><Relationship Id="rId46" Type="http://schemas.openxmlformats.org/officeDocument/2006/relationships/customXml" Target="../ink/ink1158.xml"/><Relationship Id="rId67" Type="http://schemas.openxmlformats.org/officeDocument/2006/relationships/image" Target="../media/image9910.png"/><Relationship Id="rId88" Type="http://schemas.openxmlformats.org/officeDocument/2006/relationships/customXml" Target="../ink/ink1179.xml"/><Relationship Id="rId111" Type="http://schemas.openxmlformats.org/officeDocument/2006/relationships/image" Target="../media/image1650.png"/><Relationship Id="rId132" Type="http://schemas.openxmlformats.org/officeDocument/2006/relationships/customXml" Target="../ink/ink1201.xml"/><Relationship Id="rId153" Type="http://schemas.openxmlformats.org/officeDocument/2006/relationships/image" Target="../media/image1850.png"/><Relationship Id="rId174" Type="http://schemas.openxmlformats.org/officeDocument/2006/relationships/customXml" Target="../ink/ink1222.xml"/><Relationship Id="rId195" Type="http://schemas.openxmlformats.org/officeDocument/2006/relationships/image" Target="../media/image2060.png"/><Relationship Id="rId209" Type="http://schemas.openxmlformats.org/officeDocument/2006/relationships/image" Target="../media/image2130.png"/><Relationship Id="rId220" Type="http://schemas.openxmlformats.org/officeDocument/2006/relationships/customXml" Target="../ink/ink1245.xml"/><Relationship Id="rId241" Type="http://schemas.openxmlformats.org/officeDocument/2006/relationships/customXml" Target="../ink/ink1256.xml"/><Relationship Id="rId15" Type="http://schemas.openxmlformats.org/officeDocument/2006/relationships/image" Target="../media/image7410.png"/><Relationship Id="rId36" Type="http://schemas.openxmlformats.org/officeDocument/2006/relationships/customXml" Target="../ink/ink1153.xml"/><Relationship Id="rId57" Type="http://schemas.openxmlformats.org/officeDocument/2006/relationships/image" Target="../media/image9510.png"/><Relationship Id="rId78" Type="http://schemas.openxmlformats.org/officeDocument/2006/relationships/customXml" Target="../ink/ink1174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1196.xml"/><Relationship Id="rId143" Type="http://schemas.openxmlformats.org/officeDocument/2006/relationships/image" Target="../media/image1800.png"/><Relationship Id="rId164" Type="http://schemas.openxmlformats.org/officeDocument/2006/relationships/customXml" Target="../ink/ink1217.xml"/><Relationship Id="rId185" Type="http://schemas.openxmlformats.org/officeDocument/2006/relationships/image" Target="../media/image2010.png"/><Relationship Id="rId4" Type="http://schemas.openxmlformats.org/officeDocument/2006/relationships/customXml" Target="../ink/ink1137.xml"/><Relationship Id="rId9" Type="http://schemas.openxmlformats.org/officeDocument/2006/relationships/image" Target="../media/image2810.png"/><Relationship Id="rId180" Type="http://schemas.openxmlformats.org/officeDocument/2006/relationships/customXml" Target="../ink/ink1225.xml"/><Relationship Id="rId210" Type="http://schemas.openxmlformats.org/officeDocument/2006/relationships/customXml" Target="../ink/ink1240.xml"/><Relationship Id="rId215" Type="http://schemas.openxmlformats.org/officeDocument/2006/relationships/image" Target="../media/image2160.png"/><Relationship Id="rId236" Type="http://schemas.openxmlformats.org/officeDocument/2006/relationships/image" Target="../media/image2260.png"/><Relationship Id="rId26" Type="http://schemas.openxmlformats.org/officeDocument/2006/relationships/customXml" Target="../ink/ink1148.xml"/><Relationship Id="rId231" Type="http://schemas.openxmlformats.org/officeDocument/2006/relationships/customXml" Target="../ink/ink1251.xml"/><Relationship Id="rId47" Type="http://schemas.openxmlformats.org/officeDocument/2006/relationships/image" Target="../media/image9010.png"/><Relationship Id="rId68" Type="http://schemas.openxmlformats.org/officeDocument/2006/relationships/customXml" Target="../ink/ink1169.xml"/><Relationship Id="rId89" Type="http://schemas.openxmlformats.org/officeDocument/2006/relationships/image" Target="../media/image10910.png"/><Relationship Id="rId112" Type="http://schemas.openxmlformats.org/officeDocument/2006/relationships/customXml" Target="../ink/ink1191.xml"/><Relationship Id="rId133" Type="http://schemas.openxmlformats.org/officeDocument/2006/relationships/image" Target="../media/image1750.png"/><Relationship Id="rId154" Type="http://schemas.openxmlformats.org/officeDocument/2006/relationships/customXml" Target="../ink/ink1212.xml"/><Relationship Id="rId175" Type="http://schemas.openxmlformats.org/officeDocument/2006/relationships/image" Target="../media/image1960.png"/><Relationship Id="rId196" Type="http://schemas.openxmlformats.org/officeDocument/2006/relationships/customXml" Target="../ink/ink1233.xml"/><Relationship Id="rId200" Type="http://schemas.openxmlformats.org/officeDocument/2006/relationships/customXml" Target="../ink/ink1235.xml"/><Relationship Id="rId16" Type="http://schemas.openxmlformats.org/officeDocument/2006/relationships/customXml" Target="../ink/ink1143.xml"/><Relationship Id="rId221" Type="http://schemas.openxmlformats.org/officeDocument/2006/relationships/image" Target="../media/image2190.png"/><Relationship Id="rId242" Type="http://schemas.openxmlformats.org/officeDocument/2006/relationships/image" Target="../media/image2290.png"/><Relationship Id="rId37" Type="http://schemas.openxmlformats.org/officeDocument/2006/relationships/image" Target="../media/image8510.png"/><Relationship Id="rId58" Type="http://schemas.openxmlformats.org/officeDocument/2006/relationships/customXml" Target="../ink/ink1164.xml"/><Relationship Id="rId79" Type="http://schemas.openxmlformats.org/officeDocument/2006/relationships/image" Target="../media/image10410.png"/><Relationship Id="rId102" Type="http://schemas.openxmlformats.org/officeDocument/2006/relationships/customXml" Target="../ink/ink1186.xml"/><Relationship Id="rId123" Type="http://schemas.openxmlformats.org/officeDocument/2006/relationships/image" Target="../media/image1711.png"/><Relationship Id="rId144" Type="http://schemas.openxmlformats.org/officeDocument/2006/relationships/customXml" Target="../ink/ink1207.xml"/><Relationship Id="rId90" Type="http://schemas.openxmlformats.org/officeDocument/2006/relationships/customXml" Target="../ink/ink1180.xml"/><Relationship Id="rId165" Type="http://schemas.openxmlformats.org/officeDocument/2006/relationships/image" Target="../media/image1911.png"/><Relationship Id="rId186" Type="http://schemas.openxmlformats.org/officeDocument/2006/relationships/customXml" Target="../ink/ink1228.xml"/><Relationship Id="rId211" Type="http://schemas.openxmlformats.org/officeDocument/2006/relationships/image" Target="../media/image2140.png"/><Relationship Id="rId232" Type="http://schemas.openxmlformats.org/officeDocument/2006/relationships/image" Target="../media/image2240.png"/><Relationship Id="rId27" Type="http://schemas.openxmlformats.org/officeDocument/2006/relationships/image" Target="../media/image8010.png"/><Relationship Id="rId48" Type="http://schemas.openxmlformats.org/officeDocument/2006/relationships/customXml" Target="../ink/ink1159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1202.xml"/><Relationship Id="rId80" Type="http://schemas.openxmlformats.org/officeDocument/2006/relationships/customXml" Target="../ink/ink1175.xml"/><Relationship Id="rId155" Type="http://schemas.openxmlformats.org/officeDocument/2006/relationships/image" Target="../media/image1860.png"/><Relationship Id="rId176" Type="http://schemas.openxmlformats.org/officeDocument/2006/relationships/customXml" Target="../ink/ink1223.xml"/><Relationship Id="rId197" Type="http://schemas.openxmlformats.org/officeDocument/2006/relationships/image" Target="../media/image2070.png"/><Relationship Id="rId201" Type="http://schemas.openxmlformats.org/officeDocument/2006/relationships/image" Target="../media/image2090.png"/><Relationship Id="rId222" Type="http://schemas.openxmlformats.org/officeDocument/2006/relationships/customXml" Target="../ink/ink1246.xml"/><Relationship Id="rId243" Type="http://schemas.openxmlformats.org/officeDocument/2006/relationships/customXml" Target="../ink/ink1257.xml"/><Relationship Id="rId17" Type="http://schemas.openxmlformats.org/officeDocument/2006/relationships/image" Target="../media/image7510.png"/><Relationship Id="rId38" Type="http://schemas.openxmlformats.org/officeDocument/2006/relationships/customXml" Target="../ink/ink1154.xml"/><Relationship Id="rId59" Type="http://schemas.openxmlformats.org/officeDocument/2006/relationships/image" Target="../media/image5310.png"/><Relationship Id="rId103" Type="http://schemas.openxmlformats.org/officeDocument/2006/relationships/image" Target="../media/image1611.png"/><Relationship Id="rId124" Type="http://schemas.openxmlformats.org/officeDocument/2006/relationships/customXml" Target="../ink/ink1197.xml"/><Relationship Id="rId70" Type="http://schemas.openxmlformats.org/officeDocument/2006/relationships/customXml" Target="../ink/ink1170.xml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66" Type="http://schemas.openxmlformats.org/officeDocument/2006/relationships/customXml" Target="../ink/ink1218.xml"/><Relationship Id="rId187" Type="http://schemas.openxmlformats.org/officeDocument/2006/relationships/image" Target="../media/image202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41.xml"/><Relationship Id="rId233" Type="http://schemas.openxmlformats.org/officeDocument/2006/relationships/customXml" Target="../ink/ink1252.xml"/><Relationship Id="rId28" Type="http://schemas.openxmlformats.org/officeDocument/2006/relationships/customXml" Target="../ink/ink1149.xml"/><Relationship Id="rId49" Type="http://schemas.openxmlformats.org/officeDocument/2006/relationships/image" Target="../media/image9110.png"/><Relationship Id="rId114" Type="http://schemas.openxmlformats.org/officeDocument/2006/relationships/customXml" Target="../ink/ink1192.xml"/><Relationship Id="rId60" Type="http://schemas.openxmlformats.org/officeDocument/2006/relationships/customXml" Target="../ink/ink1165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1213.xml"/><Relationship Id="rId177" Type="http://schemas.openxmlformats.org/officeDocument/2006/relationships/image" Target="../media/image1970.png"/><Relationship Id="rId198" Type="http://schemas.openxmlformats.org/officeDocument/2006/relationships/customXml" Target="../ink/ink1234.xml"/><Relationship Id="rId202" Type="http://schemas.openxmlformats.org/officeDocument/2006/relationships/customXml" Target="../ink/ink1236.xml"/><Relationship Id="rId223" Type="http://schemas.openxmlformats.org/officeDocument/2006/relationships/image" Target="../media/image2200.png"/><Relationship Id="rId244" Type="http://schemas.openxmlformats.org/officeDocument/2006/relationships/image" Target="../media/image2300.png"/><Relationship Id="rId18" Type="http://schemas.openxmlformats.org/officeDocument/2006/relationships/customXml" Target="../ink/ink1144.xml"/><Relationship Id="rId39" Type="http://schemas.openxmlformats.org/officeDocument/2006/relationships/image" Target="../media/image8610.png"/><Relationship Id="rId50" Type="http://schemas.openxmlformats.org/officeDocument/2006/relationships/customXml" Target="../ink/ink1160.xml"/><Relationship Id="rId104" Type="http://schemas.openxmlformats.org/officeDocument/2006/relationships/customXml" Target="../ink/ink1187.xml"/><Relationship Id="rId125" Type="http://schemas.openxmlformats.org/officeDocument/2006/relationships/image" Target="../media/image1720.png"/><Relationship Id="rId146" Type="http://schemas.openxmlformats.org/officeDocument/2006/relationships/customXml" Target="../ink/ink1208.xml"/><Relationship Id="rId167" Type="http://schemas.openxmlformats.org/officeDocument/2006/relationships/image" Target="../media/image1920.png"/><Relationship Id="rId188" Type="http://schemas.openxmlformats.org/officeDocument/2006/relationships/customXml" Target="../ink/ink1229.xml"/><Relationship Id="rId71" Type="http://schemas.openxmlformats.org/officeDocument/2006/relationships/image" Target="../media/image5910.png"/><Relationship Id="rId92" Type="http://schemas.openxmlformats.org/officeDocument/2006/relationships/customXml" Target="../ink/ink1181.xml"/><Relationship Id="rId213" Type="http://schemas.openxmlformats.org/officeDocument/2006/relationships/image" Target="../media/image2150.png"/><Relationship Id="rId234" Type="http://schemas.openxmlformats.org/officeDocument/2006/relationships/image" Target="../media/image2250.png"/><Relationship Id="rId2" Type="http://schemas.openxmlformats.org/officeDocument/2006/relationships/customXml" Target="../ink/ink1136.xml"/><Relationship Id="rId29" Type="http://schemas.openxmlformats.org/officeDocument/2006/relationships/image" Target="../media/image8110.png"/><Relationship Id="rId40" Type="http://schemas.openxmlformats.org/officeDocument/2006/relationships/customXml" Target="../ink/ink1155.xml"/><Relationship Id="rId115" Type="http://schemas.openxmlformats.org/officeDocument/2006/relationships/image" Target="../media/image1670.png"/><Relationship Id="rId136" Type="http://schemas.openxmlformats.org/officeDocument/2006/relationships/customXml" Target="../ink/ink1203.xml"/><Relationship Id="rId157" Type="http://schemas.openxmlformats.org/officeDocument/2006/relationships/image" Target="../media/image1870.png"/><Relationship Id="rId178" Type="http://schemas.openxmlformats.org/officeDocument/2006/relationships/customXml" Target="../ink/ink1224.xml"/><Relationship Id="rId61" Type="http://schemas.openxmlformats.org/officeDocument/2006/relationships/image" Target="../media/image9610.png"/><Relationship Id="rId82" Type="http://schemas.openxmlformats.org/officeDocument/2006/relationships/customXml" Target="../ink/ink1176.xml"/><Relationship Id="rId199" Type="http://schemas.openxmlformats.org/officeDocument/2006/relationships/image" Target="../media/image2080.png"/><Relationship Id="rId203" Type="http://schemas.openxmlformats.org/officeDocument/2006/relationships/image" Target="../media/image2100.png"/><Relationship Id="rId19" Type="http://schemas.openxmlformats.org/officeDocument/2006/relationships/image" Target="../media/image7610.png"/><Relationship Id="rId224" Type="http://schemas.openxmlformats.org/officeDocument/2006/relationships/customXml" Target="../ink/ink1247.xml"/><Relationship Id="rId245" Type="http://schemas.openxmlformats.org/officeDocument/2006/relationships/customXml" Target="../ink/ink1258.xml"/><Relationship Id="rId30" Type="http://schemas.openxmlformats.org/officeDocument/2006/relationships/customXml" Target="../ink/ink1150.xml"/><Relationship Id="rId105" Type="http://schemas.openxmlformats.org/officeDocument/2006/relationships/image" Target="../media/image1620.png"/><Relationship Id="rId126" Type="http://schemas.openxmlformats.org/officeDocument/2006/relationships/customXml" Target="../ink/ink1198.xml"/><Relationship Id="rId147" Type="http://schemas.openxmlformats.org/officeDocument/2006/relationships/image" Target="../media/image1820.png"/><Relationship Id="rId168" Type="http://schemas.openxmlformats.org/officeDocument/2006/relationships/customXml" Target="../ink/ink1219.xml"/><Relationship Id="rId51" Type="http://schemas.openxmlformats.org/officeDocument/2006/relationships/image" Target="../media/image9210.png"/><Relationship Id="rId72" Type="http://schemas.openxmlformats.org/officeDocument/2006/relationships/customXml" Target="../ink/ink1171.xml"/><Relationship Id="rId93" Type="http://schemas.openxmlformats.org/officeDocument/2006/relationships/image" Target="../media/image1560.png"/><Relationship Id="rId189" Type="http://schemas.openxmlformats.org/officeDocument/2006/relationships/image" Target="../media/image2030.png"/><Relationship Id="rId3" Type="http://schemas.openxmlformats.org/officeDocument/2006/relationships/image" Target="../media/image2510.png"/><Relationship Id="rId214" Type="http://schemas.openxmlformats.org/officeDocument/2006/relationships/customXml" Target="../ink/ink1242.xml"/><Relationship Id="rId235" Type="http://schemas.openxmlformats.org/officeDocument/2006/relationships/customXml" Target="../ink/ink1253.xml"/><Relationship Id="rId116" Type="http://schemas.openxmlformats.org/officeDocument/2006/relationships/customXml" Target="../ink/ink1193.xml"/><Relationship Id="rId137" Type="http://schemas.openxmlformats.org/officeDocument/2006/relationships/image" Target="../media/image1770.png"/><Relationship Id="rId158" Type="http://schemas.openxmlformats.org/officeDocument/2006/relationships/customXml" Target="../ink/ink1214.xml"/><Relationship Id="rId20" Type="http://schemas.openxmlformats.org/officeDocument/2006/relationships/customXml" Target="../ink/ink1145.xml"/><Relationship Id="rId41" Type="http://schemas.openxmlformats.org/officeDocument/2006/relationships/image" Target="../media/image8710.png"/><Relationship Id="rId62" Type="http://schemas.openxmlformats.org/officeDocument/2006/relationships/customXml" Target="../ink/ink1166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1230.xml"/><Relationship Id="rId204" Type="http://schemas.openxmlformats.org/officeDocument/2006/relationships/customXml" Target="../ink/ink1237.xml"/><Relationship Id="rId225" Type="http://schemas.openxmlformats.org/officeDocument/2006/relationships/image" Target="../media/image2211.png"/><Relationship Id="rId246" Type="http://schemas.openxmlformats.org/officeDocument/2006/relationships/image" Target="../media/image2311.png"/><Relationship Id="rId106" Type="http://schemas.openxmlformats.org/officeDocument/2006/relationships/customXml" Target="../ink/ink1188.xml"/><Relationship Id="rId127" Type="http://schemas.openxmlformats.org/officeDocument/2006/relationships/image" Target="../media/image1730.png"/><Relationship Id="rId10" Type="http://schemas.openxmlformats.org/officeDocument/2006/relationships/customXml" Target="../ink/ink1140.xml"/><Relationship Id="rId31" Type="http://schemas.openxmlformats.org/officeDocument/2006/relationships/image" Target="../media/image8210.png"/><Relationship Id="rId52" Type="http://schemas.openxmlformats.org/officeDocument/2006/relationships/customXml" Target="../ink/ink1161.xml"/><Relationship Id="rId73" Type="http://schemas.openxmlformats.org/officeDocument/2006/relationships/image" Target="../media/image10110.png"/><Relationship Id="rId94" Type="http://schemas.openxmlformats.org/officeDocument/2006/relationships/customXml" Target="../ink/ink1182.xml"/><Relationship Id="rId148" Type="http://schemas.openxmlformats.org/officeDocument/2006/relationships/customXml" Target="../ink/ink1209.xml"/><Relationship Id="rId169" Type="http://schemas.openxmlformats.org/officeDocument/2006/relationships/image" Target="../media/image1930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324" Type="http://schemas.openxmlformats.org/officeDocument/2006/relationships/image" Target="../media/image3030.png"/><Relationship Id="rId531" Type="http://schemas.openxmlformats.org/officeDocument/2006/relationships/customXml" Target="../ink/ink1526.xml"/><Relationship Id="rId170" Type="http://schemas.openxmlformats.org/officeDocument/2006/relationships/customXml" Target="../ink/ink1345.xml"/><Relationship Id="rId268" Type="http://schemas.openxmlformats.org/officeDocument/2006/relationships/image" Target="../media/image2750.png"/><Relationship Id="rId475" Type="http://schemas.openxmlformats.org/officeDocument/2006/relationships/customXml" Target="../ink/ink1498.xml"/><Relationship Id="rId32" Type="http://schemas.openxmlformats.org/officeDocument/2006/relationships/customXml" Target="../ink/ink1276.xml"/><Relationship Id="rId128" Type="http://schemas.openxmlformats.org/officeDocument/2006/relationships/customXml" Target="../ink/ink1324.xml"/><Relationship Id="rId335" Type="http://schemas.openxmlformats.org/officeDocument/2006/relationships/customXml" Target="../ink/ink1428.xml"/><Relationship Id="rId542" Type="http://schemas.openxmlformats.org/officeDocument/2006/relationships/image" Target="../media/image1084.png"/><Relationship Id="rId181" Type="http://schemas.openxmlformats.org/officeDocument/2006/relationships/image" Target="../media/image1990.png"/><Relationship Id="rId402" Type="http://schemas.openxmlformats.org/officeDocument/2006/relationships/image" Target="../media/image3420.png"/><Relationship Id="rId279" Type="http://schemas.openxmlformats.org/officeDocument/2006/relationships/customXml" Target="../ink/ink1400.xml"/><Relationship Id="rId486" Type="http://schemas.openxmlformats.org/officeDocument/2006/relationships/image" Target="../media/image1056.png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346" Type="http://schemas.openxmlformats.org/officeDocument/2006/relationships/image" Target="../media/image3140.png"/><Relationship Id="rId553" Type="http://schemas.openxmlformats.org/officeDocument/2006/relationships/customXml" Target="../ink/ink1537.xml"/><Relationship Id="rId192" Type="http://schemas.openxmlformats.org/officeDocument/2006/relationships/customXml" Target="../ink/ink1356.xml"/><Relationship Id="rId206" Type="http://schemas.openxmlformats.org/officeDocument/2006/relationships/customXml" Target="../ink/ink1363.xml"/><Relationship Id="rId413" Type="http://schemas.openxmlformats.org/officeDocument/2006/relationships/customXml" Target="../ink/ink1467.xml"/><Relationship Id="rId497" Type="http://schemas.openxmlformats.org/officeDocument/2006/relationships/customXml" Target="../ink/ink1509.xml"/><Relationship Id="rId357" Type="http://schemas.openxmlformats.org/officeDocument/2006/relationships/customXml" Target="../ink/ink1439.xml"/><Relationship Id="rId54" Type="http://schemas.openxmlformats.org/officeDocument/2006/relationships/customXml" Target="../ink/ink1287.xml"/><Relationship Id="rId217" Type="http://schemas.openxmlformats.org/officeDocument/2006/relationships/image" Target="../media/image2500.png"/><Relationship Id="rId259" Type="http://schemas.openxmlformats.org/officeDocument/2006/relationships/customXml" Target="../ink/ink1390.xml"/><Relationship Id="rId424" Type="http://schemas.openxmlformats.org/officeDocument/2006/relationships/image" Target="../media/image1025.png"/><Relationship Id="rId466" Type="http://schemas.openxmlformats.org/officeDocument/2006/relationships/image" Target="../media/image1046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2760.png"/><Relationship Id="rId326" Type="http://schemas.openxmlformats.org/officeDocument/2006/relationships/image" Target="../media/image3040.png"/><Relationship Id="rId533" Type="http://schemas.openxmlformats.org/officeDocument/2006/relationships/customXml" Target="../ink/ink1527.xml"/><Relationship Id="rId65" Type="http://schemas.openxmlformats.org/officeDocument/2006/relationships/image" Target="../media/image9810.png"/><Relationship Id="rId130" Type="http://schemas.openxmlformats.org/officeDocument/2006/relationships/customXml" Target="../ink/ink1325.xml"/><Relationship Id="rId368" Type="http://schemas.openxmlformats.org/officeDocument/2006/relationships/image" Target="../media/image3250.png"/><Relationship Id="rId172" Type="http://schemas.openxmlformats.org/officeDocument/2006/relationships/customXml" Target="../ink/ink1346.xml"/><Relationship Id="rId228" Type="http://schemas.openxmlformats.org/officeDocument/2006/relationships/image" Target="../media/image2550.png"/><Relationship Id="rId435" Type="http://schemas.openxmlformats.org/officeDocument/2006/relationships/customXml" Target="../ink/ink1478.xml"/><Relationship Id="rId477" Type="http://schemas.openxmlformats.org/officeDocument/2006/relationships/customXml" Target="../ink/ink1499.xml"/><Relationship Id="rId281" Type="http://schemas.openxmlformats.org/officeDocument/2006/relationships/customXml" Target="../ink/ink1401.xml"/><Relationship Id="rId337" Type="http://schemas.openxmlformats.org/officeDocument/2006/relationships/customXml" Target="../ink/ink1429.xml"/><Relationship Id="rId502" Type="http://schemas.openxmlformats.org/officeDocument/2006/relationships/image" Target="../media/image1064.png"/><Relationship Id="rId34" Type="http://schemas.openxmlformats.org/officeDocument/2006/relationships/customXml" Target="../ink/ink1277.xml"/><Relationship Id="rId76" Type="http://schemas.openxmlformats.org/officeDocument/2006/relationships/customXml" Target="../ink/ink1298.xml"/><Relationship Id="rId141" Type="http://schemas.openxmlformats.org/officeDocument/2006/relationships/image" Target="../media/image1790.png"/><Relationship Id="rId379" Type="http://schemas.openxmlformats.org/officeDocument/2006/relationships/customXml" Target="../ink/ink1450.xml"/><Relationship Id="rId544" Type="http://schemas.openxmlformats.org/officeDocument/2006/relationships/image" Target="../media/image1085.png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1380.xml"/><Relationship Id="rId390" Type="http://schemas.openxmlformats.org/officeDocument/2006/relationships/image" Target="../media/image3360.png"/><Relationship Id="rId404" Type="http://schemas.openxmlformats.org/officeDocument/2006/relationships/image" Target="../media/image3430.png"/><Relationship Id="rId446" Type="http://schemas.openxmlformats.org/officeDocument/2006/relationships/image" Target="../media/image1036.png"/><Relationship Id="rId250" Type="http://schemas.openxmlformats.org/officeDocument/2006/relationships/image" Target="../media/image2660.png"/><Relationship Id="rId292" Type="http://schemas.openxmlformats.org/officeDocument/2006/relationships/image" Target="../media/image2870.png"/><Relationship Id="rId306" Type="http://schemas.openxmlformats.org/officeDocument/2006/relationships/image" Target="../media/image2940.png"/><Relationship Id="rId488" Type="http://schemas.openxmlformats.org/officeDocument/2006/relationships/image" Target="../media/image1057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1315.xml"/><Relationship Id="rId348" Type="http://schemas.openxmlformats.org/officeDocument/2006/relationships/image" Target="../media/image3150.png"/><Relationship Id="rId513" Type="http://schemas.openxmlformats.org/officeDocument/2006/relationships/customXml" Target="../ink/ink1517.xml"/><Relationship Id="rId555" Type="http://schemas.openxmlformats.org/officeDocument/2006/relationships/customXml" Target="../ink/ink1538.xml"/><Relationship Id="rId152" Type="http://schemas.openxmlformats.org/officeDocument/2006/relationships/customXml" Target="../ink/ink1336.xml"/><Relationship Id="rId194" Type="http://schemas.openxmlformats.org/officeDocument/2006/relationships/customXml" Target="../ink/ink1357.xml"/><Relationship Id="rId208" Type="http://schemas.openxmlformats.org/officeDocument/2006/relationships/customXml" Target="../ink/ink1364.xml"/><Relationship Id="rId415" Type="http://schemas.openxmlformats.org/officeDocument/2006/relationships/customXml" Target="../ink/ink1468.xml"/><Relationship Id="rId457" Type="http://schemas.openxmlformats.org/officeDocument/2006/relationships/customXml" Target="../ink/ink1489.xml"/><Relationship Id="rId261" Type="http://schemas.openxmlformats.org/officeDocument/2006/relationships/customXml" Target="../ink/ink1391.xml"/><Relationship Id="rId499" Type="http://schemas.openxmlformats.org/officeDocument/2006/relationships/customXml" Target="../ink/ink1510.xml"/><Relationship Id="rId14" Type="http://schemas.openxmlformats.org/officeDocument/2006/relationships/customXml" Target="../ink/ink1267.xml"/><Relationship Id="rId56" Type="http://schemas.openxmlformats.org/officeDocument/2006/relationships/customXml" Target="../ink/ink1288.xml"/><Relationship Id="rId317" Type="http://schemas.openxmlformats.org/officeDocument/2006/relationships/customXml" Target="../ink/ink1419.xml"/><Relationship Id="rId359" Type="http://schemas.openxmlformats.org/officeDocument/2006/relationships/customXml" Target="../ink/ink1440.xml"/><Relationship Id="rId524" Type="http://schemas.openxmlformats.org/officeDocument/2006/relationships/image" Target="../media/image1075.png"/><Relationship Id="rId98" Type="http://schemas.openxmlformats.org/officeDocument/2006/relationships/customXml" Target="../ink/ink1309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3260.png"/><Relationship Id="rId426" Type="http://schemas.openxmlformats.org/officeDocument/2006/relationships/image" Target="../media/image1026.png"/><Relationship Id="rId230" Type="http://schemas.openxmlformats.org/officeDocument/2006/relationships/image" Target="../media/image2560.png"/><Relationship Id="rId468" Type="http://schemas.openxmlformats.org/officeDocument/2006/relationships/image" Target="../media/image1047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2770.png"/><Relationship Id="rId328" Type="http://schemas.openxmlformats.org/officeDocument/2006/relationships/image" Target="../media/image3050.png"/><Relationship Id="rId535" Type="http://schemas.openxmlformats.org/officeDocument/2006/relationships/customXml" Target="../ink/ink1528.xml"/><Relationship Id="rId132" Type="http://schemas.openxmlformats.org/officeDocument/2006/relationships/customXml" Target="../ink/ink1326.xml"/><Relationship Id="rId174" Type="http://schemas.openxmlformats.org/officeDocument/2006/relationships/customXml" Target="../ink/ink1347.xml"/><Relationship Id="rId381" Type="http://schemas.openxmlformats.org/officeDocument/2006/relationships/customXml" Target="../ink/ink1451.xml"/><Relationship Id="rId241" Type="http://schemas.openxmlformats.org/officeDocument/2006/relationships/customXml" Target="../ink/ink1381.xml"/><Relationship Id="rId437" Type="http://schemas.openxmlformats.org/officeDocument/2006/relationships/customXml" Target="../ink/ink1479.xml"/><Relationship Id="rId479" Type="http://schemas.openxmlformats.org/officeDocument/2006/relationships/customXml" Target="../ink/ink1500.xml"/><Relationship Id="rId36" Type="http://schemas.openxmlformats.org/officeDocument/2006/relationships/customXml" Target="../ink/ink1278.xml"/><Relationship Id="rId283" Type="http://schemas.openxmlformats.org/officeDocument/2006/relationships/customXml" Target="../ink/ink1402.xml"/><Relationship Id="rId339" Type="http://schemas.openxmlformats.org/officeDocument/2006/relationships/customXml" Target="../ink/ink1430.xml"/><Relationship Id="rId490" Type="http://schemas.openxmlformats.org/officeDocument/2006/relationships/image" Target="../media/image1058.png"/><Relationship Id="rId504" Type="http://schemas.openxmlformats.org/officeDocument/2006/relationships/image" Target="../media/image1065.png"/><Relationship Id="rId546" Type="http://schemas.openxmlformats.org/officeDocument/2006/relationships/image" Target="../media/image1086.png"/><Relationship Id="rId78" Type="http://schemas.openxmlformats.org/officeDocument/2006/relationships/customXml" Target="../ink/ink1299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3160.png"/><Relationship Id="rId406" Type="http://schemas.openxmlformats.org/officeDocument/2006/relationships/image" Target="../media/image3440.png"/><Relationship Id="rId9" Type="http://schemas.openxmlformats.org/officeDocument/2006/relationships/image" Target="../media/image2810.png"/><Relationship Id="rId210" Type="http://schemas.openxmlformats.org/officeDocument/2006/relationships/customXml" Target="../ink/ink1365.xml"/><Relationship Id="rId392" Type="http://schemas.openxmlformats.org/officeDocument/2006/relationships/image" Target="../media/image3370.png"/><Relationship Id="rId448" Type="http://schemas.openxmlformats.org/officeDocument/2006/relationships/image" Target="../media/image1037.png"/><Relationship Id="rId252" Type="http://schemas.openxmlformats.org/officeDocument/2006/relationships/image" Target="../media/image2670.png"/><Relationship Id="rId294" Type="http://schemas.openxmlformats.org/officeDocument/2006/relationships/image" Target="../media/image2880.png"/><Relationship Id="rId308" Type="http://schemas.openxmlformats.org/officeDocument/2006/relationships/image" Target="../media/image2950.png"/><Relationship Id="rId515" Type="http://schemas.openxmlformats.org/officeDocument/2006/relationships/customXml" Target="../ink/ink1518.xml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1316.xml"/><Relationship Id="rId154" Type="http://schemas.openxmlformats.org/officeDocument/2006/relationships/customXml" Target="../ink/ink1337.xml"/><Relationship Id="rId361" Type="http://schemas.openxmlformats.org/officeDocument/2006/relationships/customXml" Target="../ink/ink1441.xml"/><Relationship Id="rId557" Type="http://schemas.openxmlformats.org/officeDocument/2006/relationships/customXml" Target="../ink/ink1539.xml"/><Relationship Id="rId196" Type="http://schemas.openxmlformats.org/officeDocument/2006/relationships/customXml" Target="../ink/ink1358.xml"/><Relationship Id="rId417" Type="http://schemas.openxmlformats.org/officeDocument/2006/relationships/customXml" Target="../ink/ink1469.xml"/><Relationship Id="rId459" Type="http://schemas.openxmlformats.org/officeDocument/2006/relationships/customXml" Target="../ink/ink1490.xml"/><Relationship Id="rId16" Type="http://schemas.openxmlformats.org/officeDocument/2006/relationships/customXml" Target="../ink/ink1268.xml"/><Relationship Id="rId221" Type="http://schemas.openxmlformats.org/officeDocument/2006/relationships/image" Target="../media/image2520.png"/><Relationship Id="rId263" Type="http://schemas.openxmlformats.org/officeDocument/2006/relationships/customXml" Target="../ink/ink1392.xml"/><Relationship Id="rId319" Type="http://schemas.openxmlformats.org/officeDocument/2006/relationships/customXml" Target="../ink/ink1420.xml"/><Relationship Id="rId470" Type="http://schemas.openxmlformats.org/officeDocument/2006/relationships/image" Target="../media/image1048.png"/><Relationship Id="rId526" Type="http://schemas.openxmlformats.org/officeDocument/2006/relationships/image" Target="../media/image1076.png"/><Relationship Id="rId58" Type="http://schemas.openxmlformats.org/officeDocument/2006/relationships/customXml" Target="../ink/ink1289.xml"/><Relationship Id="rId123" Type="http://schemas.openxmlformats.org/officeDocument/2006/relationships/image" Target="../media/image1711.png"/><Relationship Id="rId330" Type="http://schemas.openxmlformats.org/officeDocument/2006/relationships/image" Target="../media/image3060.png"/><Relationship Id="rId165" Type="http://schemas.openxmlformats.org/officeDocument/2006/relationships/image" Target="../media/image1911.png"/><Relationship Id="rId372" Type="http://schemas.openxmlformats.org/officeDocument/2006/relationships/image" Target="../media/image3270.png"/><Relationship Id="rId428" Type="http://schemas.openxmlformats.org/officeDocument/2006/relationships/image" Target="../media/image1027.png"/><Relationship Id="rId232" Type="http://schemas.openxmlformats.org/officeDocument/2006/relationships/image" Target="../media/image2570.png"/><Relationship Id="rId274" Type="http://schemas.openxmlformats.org/officeDocument/2006/relationships/image" Target="../media/image2780.png"/><Relationship Id="rId481" Type="http://schemas.openxmlformats.org/officeDocument/2006/relationships/customXml" Target="../ink/ink1501.xml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1327.xml"/><Relationship Id="rId537" Type="http://schemas.openxmlformats.org/officeDocument/2006/relationships/customXml" Target="../ink/ink1529.xml"/><Relationship Id="rId80" Type="http://schemas.openxmlformats.org/officeDocument/2006/relationships/customXml" Target="../ink/ink1300.xml"/><Relationship Id="rId176" Type="http://schemas.openxmlformats.org/officeDocument/2006/relationships/customXml" Target="../ink/ink1348.xml"/><Relationship Id="rId341" Type="http://schemas.openxmlformats.org/officeDocument/2006/relationships/customXml" Target="../ink/ink1431.xml"/><Relationship Id="rId383" Type="http://schemas.openxmlformats.org/officeDocument/2006/relationships/customXml" Target="../ink/ink1452.xml"/><Relationship Id="rId439" Type="http://schemas.openxmlformats.org/officeDocument/2006/relationships/customXml" Target="../ink/ink1480.xml"/><Relationship Id="rId201" Type="http://schemas.openxmlformats.org/officeDocument/2006/relationships/image" Target="../media/image2420.png"/><Relationship Id="rId243" Type="http://schemas.openxmlformats.org/officeDocument/2006/relationships/customXml" Target="../ink/ink1382.xml"/><Relationship Id="rId285" Type="http://schemas.openxmlformats.org/officeDocument/2006/relationships/customXml" Target="../ink/ink1403.xml"/><Relationship Id="rId450" Type="http://schemas.openxmlformats.org/officeDocument/2006/relationships/image" Target="../media/image1038.png"/><Relationship Id="rId506" Type="http://schemas.openxmlformats.org/officeDocument/2006/relationships/image" Target="../media/image1066.png"/><Relationship Id="rId38" Type="http://schemas.openxmlformats.org/officeDocument/2006/relationships/customXml" Target="../ink/ink1279.xml"/><Relationship Id="rId103" Type="http://schemas.openxmlformats.org/officeDocument/2006/relationships/image" Target="../media/image1611.png"/><Relationship Id="rId310" Type="http://schemas.openxmlformats.org/officeDocument/2006/relationships/image" Target="../media/image2960.png"/><Relationship Id="rId492" Type="http://schemas.openxmlformats.org/officeDocument/2006/relationships/image" Target="../media/image1059.png"/><Relationship Id="rId548" Type="http://schemas.openxmlformats.org/officeDocument/2006/relationships/image" Target="../media/image1087.png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87" Type="http://schemas.openxmlformats.org/officeDocument/2006/relationships/image" Target="../media/image2350.png"/><Relationship Id="rId352" Type="http://schemas.openxmlformats.org/officeDocument/2006/relationships/image" Target="../media/image3170.png"/><Relationship Id="rId394" Type="http://schemas.openxmlformats.org/officeDocument/2006/relationships/image" Target="../media/image3380.png"/><Relationship Id="rId408" Type="http://schemas.openxmlformats.org/officeDocument/2006/relationships/image" Target="../media/image3450.png"/><Relationship Id="rId212" Type="http://schemas.openxmlformats.org/officeDocument/2006/relationships/customXml" Target="../ink/ink1366.xml"/><Relationship Id="rId254" Type="http://schemas.openxmlformats.org/officeDocument/2006/relationships/image" Target="../media/image2680.png"/><Relationship Id="rId49" Type="http://schemas.openxmlformats.org/officeDocument/2006/relationships/image" Target="../media/image9110.png"/><Relationship Id="rId114" Type="http://schemas.openxmlformats.org/officeDocument/2006/relationships/customXml" Target="../ink/ink1317.xml"/><Relationship Id="rId296" Type="http://schemas.openxmlformats.org/officeDocument/2006/relationships/image" Target="../media/image2890.png"/><Relationship Id="rId461" Type="http://schemas.openxmlformats.org/officeDocument/2006/relationships/customXml" Target="../ink/ink1491.xml"/><Relationship Id="rId517" Type="http://schemas.openxmlformats.org/officeDocument/2006/relationships/customXml" Target="../ink/ink1519.xml"/><Relationship Id="rId559" Type="http://schemas.openxmlformats.org/officeDocument/2006/relationships/customXml" Target="../ink/ink1540.xml"/><Relationship Id="rId60" Type="http://schemas.openxmlformats.org/officeDocument/2006/relationships/customXml" Target="../ink/ink1290.xml"/><Relationship Id="rId156" Type="http://schemas.openxmlformats.org/officeDocument/2006/relationships/customXml" Target="../ink/ink1338.xml"/><Relationship Id="rId198" Type="http://schemas.openxmlformats.org/officeDocument/2006/relationships/customXml" Target="../ink/ink1359.xml"/><Relationship Id="rId321" Type="http://schemas.openxmlformats.org/officeDocument/2006/relationships/customXml" Target="../ink/ink1421.xml"/><Relationship Id="rId363" Type="http://schemas.openxmlformats.org/officeDocument/2006/relationships/customXml" Target="../ink/ink1442.xml"/><Relationship Id="rId419" Type="http://schemas.openxmlformats.org/officeDocument/2006/relationships/customXml" Target="../ink/ink1470.xml"/><Relationship Id="rId223" Type="http://schemas.openxmlformats.org/officeDocument/2006/relationships/image" Target="../media/image2530.png"/><Relationship Id="rId430" Type="http://schemas.openxmlformats.org/officeDocument/2006/relationships/image" Target="../media/image1028.png"/><Relationship Id="rId18" Type="http://schemas.openxmlformats.org/officeDocument/2006/relationships/customXml" Target="../ink/ink1269.xml"/><Relationship Id="rId265" Type="http://schemas.openxmlformats.org/officeDocument/2006/relationships/customXml" Target="../ink/ink1393.xml"/><Relationship Id="rId472" Type="http://schemas.openxmlformats.org/officeDocument/2006/relationships/image" Target="../media/image1049.png"/><Relationship Id="rId528" Type="http://schemas.openxmlformats.org/officeDocument/2006/relationships/image" Target="../media/image1077.png"/><Relationship Id="rId125" Type="http://schemas.openxmlformats.org/officeDocument/2006/relationships/image" Target="../media/image1720.png"/><Relationship Id="rId167" Type="http://schemas.openxmlformats.org/officeDocument/2006/relationships/image" Target="../media/image1920.png"/><Relationship Id="rId332" Type="http://schemas.openxmlformats.org/officeDocument/2006/relationships/image" Target="../media/image3070.png"/><Relationship Id="rId374" Type="http://schemas.openxmlformats.org/officeDocument/2006/relationships/image" Target="../media/image3280.png"/><Relationship Id="rId71" Type="http://schemas.openxmlformats.org/officeDocument/2006/relationships/image" Target="../media/image5910.png"/><Relationship Id="rId234" Type="http://schemas.openxmlformats.org/officeDocument/2006/relationships/image" Target="../media/image2580.png"/><Relationship Id="rId2" Type="http://schemas.openxmlformats.org/officeDocument/2006/relationships/customXml" Target="../ink/ink1261.xml"/><Relationship Id="rId29" Type="http://schemas.openxmlformats.org/officeDocument/2006/relationships/image" Target="../media/image8110.png"/><Relationship Id="rId276" Type="http://schemas.openxmlformats.org/officeDocument/2006/relationships/image" Target="../media/image2790.png"/><Relationship Id="rId441" Type="http://schemas.openxmlformats.org/officeDocument/2006/relationships/customXml" Target="../ink/ink1481.xml"/><Relationship Id="rId483" Type="http://schemas.openxmlformats.org/officeDocument/2006/relationships/customXml" Target="../ink/ink1502.xml"/><Relationship Id="rId539" Type="http://schemas.openxmlformats.org/officeDocument/2006/relationships/customXml" Target="../ink/ink1530.xml"/><Relationship Id="rId40" Type="http://schemas.openxmlformats.org/officeDocument/2006/relationships/customXml" Target="../ink/ink1280.xml"/><Relationship Id="rId136" Type="http://schemas.openxmlformats.org/officeDocument/2006/relationships/customXml" Target="../ink/ink1328.xml"/><Relationship Id="rId178" Type="http://schemas.openxmlformats.org/officeDocument/2006/relationships/customXml" Target="../ink/ink1349.xml"/><Relationship Id="rId301" Type="http://schemas.openxmlformats.org/officeDocument/2006/relationships/customXml" Target="../ink/ink1411.xml"/><Relationship Id="rId343" Type="http://schemas.openxmlformats.org/officeDocument/2006/relationships/customXml" Target="../ink/ink1432.xml"/><Relationship Id="rId550" Type="http://schemas.openxmlformats.org/officeDocument/2006/relationships/image" Target="../media/image1088.png"/><Relationship Id="rId82" Type="http://schemas.openxmlformats.org/officeDocument/2006/relationships/customXml" Target="../ink/ink1301.xml"/><Relationship Id="rId203" Type="http://schemas.openxmlformats.org/officeDocument/2006/relationships/image" Target="../media/image2430.png"/><Relationship Id="rId385" Type="http://schemas.openxmlformats.org/officeDocument/2006/relationships/customXml" Target="../ink/ink1453.xml"/><Relationship Id="rId245" Type="http://schemas.openxmlformats.org/officeDocument/2006/relationships/customXml" Target="../ink/ink1383.xml"/><Relationship Id="rId287" Type="http://schemas.openxmlformats.org/officeDocument/2006/relationships/customXml" Target="../ink/ink1404.xml"/><Relationship Id="rId410" Type="http://schemas.openxmlformats.org/officeDocument/2006/relationships/image" Target="../media/image3460.png"/><Relationship Id="rId452" Type="http://schemas.openxmlformats.org/officeDocument/2006/relationships/image" Target="../media/image1039.png"/><Relationship Id="rId494" Type="http://schemas.openxmlformats.org/officeDocument/2006/relationships/image" Target="../media/image1060.png"/><Relationship Id="rId508" Type="http://schemas.openxmlformats.org/officeDocument/2006/relationships/image" Target="../media/image1067.png"/><Relationship Id="rId105" Type="http://schemas.openxmlformats.org/officeDocument/2006/relationships/image" Target="../media/image1620.png"/><Relationship Id="rId147" Type="http://schemas.openxmlformats.org/officeDocument/2006/relationships/image" Target="../media/image1820.png"/><Relationship Id="rId312" Type="http://schemas.openxmlformats.org/officeDocument/2006/relationships/image" Target="../media/image2970.png"/><Relationship Id="rId354" Type="http://schemas.openxmlformats.org/officeDocument/2006/relationships/image" Target="../media/image3180.png"/><Relationship Id="rId51" Type="http://schemas.openxmlformats.org/officeDocument/2006/relationships/image" Target="../media/image9210.png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96" Type="http://schemas.openxmlformats.org/officeDocument/2006/relationships/image" Target="../media/image3390.png"/><Relationship Id="rId214" Type="http://schemas.openxmlformats.org/officeDocument/2006/relationships/customXml" Target="../ink/ink1367.xml"/><Relationship Id="rId256" Type="http://schemas.openxmlformats.org/officeDocument/2006/relationships/image" Target="../media/image2690.png"/><Relationship Id="rId298" Type="http://schemas.openxmlformats.org/officeDocument/2006/relationships/image" Target="../media/image2900.png"/><Relationship Id="rId421" Type="http://schemas.openxmlformats.org/officeDocument/2006/relationships/customXml" Target="../ink/ink1471.xml"/><Relationship Id="rId463" Type="http://schemas.openxmlformats.org/officeDocument/2006/relationships/customXml" Target="../ink/ink1492.xml"/><Relationship Id="rId519" Type="http://schemas.openxmlformats.org/officeDocument/2006/relationships/customXml" Target="../ink/ink1520.xml"/><Relationship Id="rId116" Type="http://schemas.openxmlformats.org/officeDocument/2006/relationships/customXml" Target="../ink/ink1318.xml"/><Relationship Id="rId158" Type="http://schemas.openxmlformats.org/officeDocument/2006/relationships/customXml" Target="../ink/ink1339.xml"/><Relationship Id="rId323" Type="http://schemas.openxmlformats.org/officeDocument/2006/relationships/customXml" Target="../ink/ink1422.xml"/><Relationship Id="rId530" Type="http://schemas.openxmlformats.org/officeDocument/2006/relationships/image" Target="../media/image1078.png"/><Relationship Id="rId20" Type="http://schemas.openxmlformats.org/officeDocument/2006/relationships/customXml" Target="../ink/ink1270.xml"/><Relationship Id="rId62" Type="http://schemas.openxmlformats.org/officeDocument/2006/relationships/customXml" Target="../ink/ink1291.xml"/><Relationship Id="rId365" Type="http://schemas.openxmlformats.org/officeDocument/2006/relationships/customXml" Target="../ink/ink1443.xml"/><Relationship Id="rId225" Type="http://schemas.openxmlformats.org/officeDocument/2006/relationships/image" Target="../media/image2540.png"/><Relationship Id="rId267" Type="http://schemas.openxmlformats.org/officeDocument/2006/relationships/customXml" Target="../ink/ink1394.xml"/><Relationship Id="rId432" Type="http://schemas.openxmlformats.org/officeDocument/2006/relationships/image" Target="../media/image1029.png"/><Relationship Id="rId474" Type="http://schemas.openxmlformats.org/officeDocument/2006/relationships/image" Target="../media/image1050.png"/><Relationship Id="rId127" Type="http://schemas.openxmlformats.org/officeDocument/2006/relationships/image" Target="../media/image1730.png"/><Relationship Id="rId31" Type="http://schemas.openxmlformats.org/officeDocument/2006/relationships/image" Target="../media/image8210.png"/><Relationship Id="rId73" Type="http://schemas.openxmlformats.org/officeDocument/2006/relationships/image" Target="../media/image10110.png"/><Relationship Id="rId169" Type="http://schemas.openxmlformats.org/officeDocument/2006/relationships/image" Target="../media/image1930.png"/><Relationship Id="rId334" Type="http://schemas.openxmlformats.org/officeDocument/2006/relationships/image" Target="../media/image3080.png"/><Relationship Id="rId376" Type="http://schemas.openxmlformats.org/officeDocument/2006/relationships/image" Target="../media/image3290.png"/><Relationship Id="rId541" Type="http://schemas.openxmlformats.org/officeDocument/2006/relationships/customXml" Target="../ink/ink1531.xml"/><Relationship Id="rId4" Type="http://schemas.openxmlformats.org/officeDocument/2006/relationships/customXml" Target="../ink/ink1262.xml"/><Relationship Id="rId180" Type="http://schemas.openxmlformats.org/officeDocument/2006/relationships/customXml" Target="../ink/ink1350.xml"/><Relationship Id="rId236" Type="http://schemas.openxmlformats.org/officeDocument/2006/relationships/image" Target="../media/image2590.png"/><Relationship Id="rId278" Type="http://schemas.openxmlformats.org/officeDocument/2006/relationships/image" Target="../media/image2800.png"/><Relationship Id="rId401" Type="http://schemas.openxmlformats.org/officeDocument/2006/relationships/customXml" Target="../ink/ink1461.xml"/><Relationship Id="rId443" Type="http://schemas.openxmlformats.org/officeDocument/2006/relationships/customXml" Target="../ink/ink1482.xml"/><Relationship Id="rId303" Type="http://schemas.openxmlformats.org/officeDocument/2006/relationships/customXml" Target="../ink/ink1412.xml"/><Relationship Id="rId485" Type="http://schemas.openxmlformats.org/officeDocument/2006/relationships/customXml" Target="../ink/ink1503.xml"/><Relationship Id="rId42" Type="http://schemas.openxmlformats.org/officeDocument/2006/relationships/customXml" Target="../ink/ink1281.xml"/><Relationship Id="rId84" Type="http://schemas.openxmlformats.org/officeDocument/2006/relationships/customXml" Target="../ink/ink1302.xml"/><Relationship Id="rId138" Type="http://schemas.openxmlformats.org/officeDocument/2006/relationships/customXml" Target="../ink/ink1329.xml"/><Relationship Id="rId345" Type="http://schemas.openxmlformats.org/officeDocument/2006/relationships/customXml" Target="../ink/ink1433.xml"/><Relationship Id="rId387" Type="http://schemas.openxmlformats.org/officeDocument/2006/relationships/customXml" Target="../ink/ink1454.xml"/><Relationship Id="rId510" Type="http://schemas.openxmlformats.org/officeDocument/2006/relationships/image" Target="../media/image1068.png"/><Relationship Id="rId552" Type="http://schemas.openxmlformats.org/officeDocument/2006/relationships/image" Target="../media/image1089.png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1384.xml"/><Relationship Id="rId412" Type="http://schemas.openxmlformats.org/officeDocument/2006/relationships/image" Target="../media/image3470.png"/><Relationship Id="rId107" Type="http://schemas.openxmlformats.org/officeDocument/2006/relationships/image" Target="../media/image1630.png"/><Relationship Id="rId289" Type="http://schemas.openxmlformats.org/officeDocument/2006/relationships/customXml" Target="../ink/ink1405.xml"/><Relationship Id="rId454" Type="http://schemas.openxmlformats.org/officeDocument/2006/relationships/image" Target="../media/image1040.png"/><Relationship Id="rId496" Type="http://schemas.openxmlformats.org/officeDocument/2006/relationships/image" Target="../media/image1061.png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2980.png"/><Relationship Id="rId356" Type="http://schemas.openxmlformats.org/officeDocument/2006/relationships/image" Target="../media/image3190.png"/><Relationship Id="rId398" Type="http://schemas.openxmlformats.org/officeDocument/2006/relationships/image" Target="../media/image3400.png"/><Relationship Id="rId521" Type="http://schemas.openxmlformats.org/officeDocument/2006/relationships/customXml" Target="../ink/ink1521.xml"/><Relationship Id="rId95" Type="http://schemas.openxmlformats.org/officeDocument/2006/relationships/image" Target="../media/image1570.png"/><Relationship Id="rId160" Type="http://schemas.openxmlformats.org/officeDocument/2006/relationships/customXml" Target="../ink/ink1340.xml"/><Relationship Id="rId216" Type="http://schemas.openxmlformats.org/officeDocument/2006/relationships/customXml" Target="../ink/ink1368.xml"/><Relationship Id="rId423" Type="http://schemas.openxmlformats.org/officeDocument/2006/relationships/customXml" Target="../ink/ink1472.xml"/><Relationship Id="rId258" Type="http://schemas.openxmlformats.org/officeDocument/2006/relationships/image" Target="../media/image2700.png"/><Relationship Id="rId465" Type="http://schemas.openxmlformats.org/officeDocument/2006/relationships/customXml" Target="../ink/ink1493.xml"/><Relationship Id="rId22" Type="http://schemas.openxmlformats.org/officeDocument/2006/relationships/customXml" Target="../ink/ink1271.xml"/><Relationship Id="rId64" Type="http://schemas.openxmlformats.org/officeDocument/2006/relationships/customXml" Target="../ink/ink1292.xml"/><Relationship Id="rId118" Type="http://schemas.openxmlformats.org/officeDocument/2006/relationships/customXml" Target="../ink/ink1319.xml"/><Relationship Id="rId325" Type="http://schemas.openxmlformats.org/officeDocument/2006/relationships/customXml" Target="../ink/ink1423.xml"/><Relationship Id="rId367" Type="http://schemas.openxmlformats.org/officeDocument/2006/relationships/customXml" Target="../ink/ink1444.xml"/><Relationship Id="rId532" Type="http://schemas.openxmlformats.org/officeDocument/2006/relationships/image" Target="../media/image1079.png"/><Relationship Id="rId171" Type="http://schemas.openxmlformats.org/officeDocument/2006/relationships/image" Target="../media/image1940.png"/><Relationship Id="rId227" Type="http://schemas.openxmlformats.org/officeDocument/2006/relationships/customXml" Target="../ink/ink1374.xml"/><Relationship Id="rId269" Type="http://schemas.openxmlformats.org/officeDocument/2006/relationships/customXml" Target="../ink/ink1395.xml"/><Relationship Id="rId434" Type="http://schemas.openxmlformats.org/officeDocument/2006/relationships/image" Target="../media/image1030.png"/><Relationship Id="rId476" Type="http://schemas.openxmlformats.org/officeDocument/2006/relationships/image" Target="../media/image1051.png"/><Relationship Id="rId33" Type="http://schemas.openxmlformats.org/officeDocument/2006/relationships/image" Target="../media/image8310.png"/><Relationship Id="rId129" Type="http://schemas.openxmlformats.org/officeDocument/2006/relationships/image" Target="../media/image1290.png"/><Relationship Id="rId280" Type="http://schemas.openxmlformats.org/officeDocument/2006/relationships/image" Target="../media/image2811.png"/><Relationship Id="rId336" Type="http://schemas.openxmlformats.org/officeDocument/2006/relationships/image" Target="../media/image3090.png"/><Relationship Id="rId501" Type="http://schemas.openxmlformats.org/officeDocument/2006/relationships/customXml" Target="../ink/ink1511.xml"/><Relationship Id="rId543" Type="http://schemas.openxmlformats.org/officeDocument/2006/relationships/customXml" Target="../ink/ink1532.xml"/><Relationship Id="rId75" Type="http://schemas.openxmlformats.org/officeDocument/2006/relationships/image" Target="../media/image10211.png"/><Relationship Id="rId140" Type="http://schemas.openxmlformats.org/officeDocument/2006/relationships/customXml" Target="../ink/ink1330.xml"/><Relationship Id="rId182" Type="http://schemas.openxmlformats.org/officeDocument/2006/relationships/customXml" Target="../ink/ink1351.xml"/><Relationship Id="rId378" Type="http://schemas.openxmlformats.org/officeDocument/2006/relationships/image" Target="../media/image3300.png"/><Relationship Id="rId403" Type="http://schemas.openxmlformats.org/officeDocument/2006/relationships/customXml" Target="../ink/ink1462.xml"/><Relationship Id="rId6" Type="http://schemas.openxmlformats.org/officeDocument/2006/relationships/customXml" Target="../ink/ink1263.xml"/><Relationship Id="rId238" Type="http://schemas.openxmlformats.org/officeDocument/2006/relationships/image" Target="../media/image2600.png"/><Relationship Id="rId445" Type="http://schemas.openxmlformats.org/officeDocument/2006/relationships/customXml" Target="../ink/ink1483.xml"/><Relationship Id="rId487" Type="http://schemas.openxmlformats.org/officeDocument/2006/relationships/customXml" Target="../ink/ink1504.xml"/><Relationship Id="rId291" Type="http://schemas.openxmlformats.org/officeDocument/2006/relationships/customXml" Target="../ink/ink1406.xml"/><Relationship Id="rId305" Type="http://schemas.openxmlformats.org/officeDocument/2006/relationships/customXml" Target="../ink/ink1413.xml"/><Relationship Id="rId347" Type="http://schemas.openxmlformats.org/officeDocument/2006/relationships/customXml" Target="../ink/ink1434.xml"/><Relationship Id="rId512" Type="http://schemas.openxmlformats.org/officeDocument/2006/relationships/image" Target="../media/image1069.png"/><Relationship Id="rId44" Type="http://schemas.openxmlformats.org/officeDocument/2006/relationships/customXml" Target="../ink/ink1282.xml"/><Relationship Id="rId86" Type="http://schemas.openxmlformats.org/officeDocument/2006/relationships/customXml" Target="../ink/ink1303.xml"/><Relationship Id="rId151" Type="http://schemas.openxmlformats.org/officeDocument/2006/relationships/image" Target="../media/image1840.png"/><Relationship Id="rId389" Type="http://schemas.openxmlformats.org/officeDocument/2006/relationships/customXml" Target="../ink/ink1455.xml"/><Relationship Id="rId554" Type="http://schemas.openxmlformats.org/officeDocument/2006/relationships/image" Target="../media/image1090.png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1385.xml"/><Relationship Id="rId414" Type="http://schemas.openxmlformats.org/officeDocument/2006/relationships/image" Target="../media/image3480.png"/><Relationship Id="rId456" Type="http://schemas.openxmlformats.org/officeDocument/2006/relationships/image" Target="../media/image1041.png"/><Relationship Id="rId498" Type="http://schemas.openxmlformats.org/officeDocument/2006/relationships/image" Target="../media/image1062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2711.png"/><Relationship Id="rId316" Type="http://schemas.openxmlformats.org/officeDocument/2006/relationships/image" Target="../media/image2990.png"/><Relationship Id="rId523" Type="http://schemas.openxmlformats.org/officeDocument/2006/relationships/customXml" Target="../ink/ink1522.xml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1320.xml"/><Relationship Id="rId358" Type="http://schemas.openxmlformats.org/officeDocument/2006/relationships/image" Target="../media/image3200.png"/><Relationship Id="rId162" Type="http://schemas.openxmlformats.org/officeDocument/2006/relationships/customXml" Target="../ink/ink1341.xml"/><Relationship Id="rId218" Type="http://schemas.openxmlformats.org/officeDocument/2006/relationships/customXml" Target="../ink/ink1369.xml"/><Relationship Id="rId425" Type="http://schemas.openxmlformats.org/officeDocument/2006/relationships/customXml" Target="../ink/ink1473.xml"/><Relationship Id="rId467" Type="http://schemas.openxmlformats.org/officeDocument/2006/relationships/customXml" Target="../ink/ink1494.xml"/><Relationship Id="rId271" Type="http://schemas.openxmlformats.org/officeDocument/2006/relationships/customXml" Target="../ink/ink1396.xml"/><Relationship Id="rId24" Type="http://schemas.openxmlformats.org/officeDocument/2006/relationships/customXml" Target="../ink/ink1272.xml"/><Relationship Id="rId66" Type="http://schemas.openxmlformats.org/officeDocument/2006/relationships/customXml" Target="../ink/ink1293.xml"/><Relationship Id="rId131" Type="http://schemas.openxmlformats.org/officeDocument/2006/relationships/image" Target="../media/image1740.png"/><Relationship Id="rId327" Type="http://schemas.openxmlformats.org/officeDocument/2006/relationships/customXml" Target="../ink/ink1424.xml"/><Relationship Id="rId369" Type="http://schemas.openxmlformats.org/officeDocument/2006/relationships/customXml" Target="../ink/ink1445.xml"/><Relationship Id="rId534" Type="http://schemas.openxmlformats.org/officeDocument/2006/relationships/image" Target="../media/image1080.png"/><Relationship Id="rId173" Type="http://schemas.openxmlformats.org/officeDocument/2006/relationships/image" Target="../media/image1950.png"/><Relationship Id="rId229" Type="http://schemas.openxmlformats.org/officeDocument/2006/relationships/customXml" Target="../ink/ink1375.xml"/><Relationship Id="rId380" Type="http://schemas.openxmlformats.org/officeDocument/2006/relationships/image" Target="../media/image3311.png"/><Relationship Id="rId436" Type="http://schemas.openxmlformats.org/officeDocument/2006/relationships/image" Target="../media/image1031.png"/><Relationship Id="rId240" Type="http://schemas.openxmlformats.org/officeDocument/2006/relationships/image" Target="../media/image2611.png"/><Relationship Id="rId478" Type="http://schemas.openxmlformats.org/officeDocument/2006/relationships/image" Target="../media/image1052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1310.xml"/><Relationship Id="rId282" Type="http://schemas.openxmlformats.org/officeDocument/2006/relationships/image" Target="../media/image2820.png"/><Relationship Id="rId338" Type="http://schemas.openxmlformats.org/officeDocument/2006/relationships/image" Target="../media/image3100.png"/><Relationship Id="rId503" Type="http://schemas.openxmlformats.org/officeDocument/2006/relationships/customXml" Target="../ink/ink1512.xml"/><Relationship Id="rId545" Type="http://schemas.openxmlformats.org/officeDocument/2006/relationships/customXml" Target="../ink/ink1533.xml"/><Relationship Id="rId8" Type="http://schemas.openxmlformats.org/officeDocument/2006/relationships/customXml" Target="../ink/ink1264.xml"/><Relationship Id="rId142" Type="http://schemas.openxmlformats.org/officeDocument/2006/relationships/customXml" Target="../ink/ink1331.xml"/><Relationship Id="rId184" Type="http://schemas.openxmlformats.org/officeDocument/2006/relationships/customXml" Target="../ink/ink1352.xml"/><Relationship Id="rId391" Type="http://schemas.openxmlformats.org/officeDocument/2006/relationships/customXml" Target="../ink/ink1456.xml"/><Relationship Id="rId405" Type="http://schemas.openxmlformats.org/officeDocument/2006/relationships/customXml" Target="../ink/ink1463.xml"/><Relationship Id="rId447" Type="http://schemas.openxmlformats.org/officeDocument/2006/relationships/customXml" Target="../ink/ink1484.xml"/><Relationship Id="rId251" Type="http://schemas.openxmlformats.org/officeDocument/2006/relationships/customXml" Target="../ink/ink1386.xml"/><Relationship Id="rId489" Type="http://schemas.openxmlformats.org/officeDocument/2006/relationships/customXml" Target="../ink/ink1505.xml"/><Relationship Id="rId46" Type="http://schemas.openxmlformats.org/officeDocument/2006/relationships/customXml" Target="../ink/ink1283.xml"/><Relationship Id="rId293" Type="http://schemas.openxmlformats.org/officeDocument/2006/relationships/customXml" Target="../ink/ink1407.xml"/><Relationship Id="rId307" Type="http://schemas.openxmlformats.org/officeDocument/2006/relationships/customXml" Target="../ink/ink1414.xml"/><Relationship Id="rId349" Type="http://schemas.openxmlformats.org/officeDocument/2006/relationships/customXml" Target="../ink/ink1435.xml"/><Relationship Id="rId514" Type="http://schemas.openxmlformats.org/officeDocument/2006/relationships/image" Target="../media/image1070.png"/><Relationship Id="rId556" Type="http://schemas.openxmlformats.org/officeDocument/2006/relationships/image" Target="../media/image1091.png"/><Relationship Id="rId88" Type="http://schemas.openxmlformats.org/officeDocument/2006/relationships/customXml" Target="../ink/ink1304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3211.png"/><Relationship Id="rId416" Type="http://schemas.openxmlformats.org/officeDocument/2006/relationships/image" Target="../media/image3490.png"/><Relationship Id="rId220" Type="http://schemas.openxmlformats.org/officeDocument/2006/relationships/customXml" Target="../ink/ink1370.xml"/><Relationship Id="rId458" Type="http://schemas.openxmlformats.org/officeDocument/2006/relationships/image" Target="../media/image1042.png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2720.png"/><Relationship Id="rId318" Type="http://schemas.openxmlformats.org/officeDocument/2006/relationships/image" Target="../media/image3000.png"/><Relationship Id="rId525" Type="http://schemas.openxmlformats.org/officeDocument/2006/relationships/customXml" Target="../ink/ink1523.xml"/><Relationship Id="rId99" Type="http://schemas.openxmlformats.org/officeDocument/2006/relationships/image" Target="../media/image1590.png"/><Relationship Id="rId122" Type="http://schemas.openxmlformats.org/officeDocument/2006/relationships/customXml" Target="../ink/ink1321.xml"/><Relationship Id="rId164" Type="http://schemas.openxmlformats.org/officeDocument/2006/relationships/customXml" Target="../ink/ink1342.xml"/><Relationship Id="rId371" Type="http://schemas.openxmlformats.org/officeDocument/2006/relationships/customXml" Target="../ink/ink1446.xml"/><Relationship Id="rId427" Type="http://schemas.openxmlformats.org/officeDocument/2006/relationships/customXml" Target="../ink/ink1474.xml"/><Relationship Id="rId469" Type="http://schemas.openxmlformats.org/officeDocument/2006/relationships/customXml" Target="../ink/ink1495.xml"/><Relationship Id="rId26" Type="http://schemas.openxmlformats.org/officeDocument/2006/relationships/customXml" Target="../ink/ink1273.xml"/><Relationship Id="rId231" Type="http://schemas.openxmlformats.org/officeDocument/2006/relationships/customXml" Target="../ink/ink1376.xml"/><Relationship Id="rId273" Type="http://schemas.openxmlformats.org/officeDocument/2006/relationships/customXml" Target="../ink/ink1397.xml"/><Relationship Id="rId329" Type="http://schemas.openxmlformats.org/officeDocument/2006/relationships/customXml" Target="../ink/ink1425.xml"/><Relationship Id="rId480" Type="http://schemas.openxmlformats.org/officeDocument/2006/relationships/image" Target="../media/image1053.png"/><Relationship Id="rId536" Type="http://schemas.openxmlformats.org/officeDocument/2006/relationships/image" Target="../media/image1081.png"/><Relationship Id="rId68" Type="http://schemas.openxmlformats.org/officeDocument/2006/relationships/customXml" Target="../ink/ink1294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111.png"/><Relationship Id="rId200" Type="http://schemas.openxmlformats.org/officeDocument/2006/relationships/customXml" Target="../ink/ink1360.xml"/><Relationship Id="rId382" Type="http://schemas.openxmlformats.org/officeDocument/2006/relationships/image" Target="../media/image3320.png"/><Relationship Id="rId438" Type="http://schemas.openxmlformats.org/officeDocument/2006/relationships/image" Target="../media/image1032.png"/><Relationship Id="rId242" Type="http://schemas.openxmlformats.org/officeDocument/2006/relationships/image" Target="../media/image2620.png"/><Relationship Id="rId284" Type="http://schemas.openxmlformats.org/officeDocument/2006/relationships/image" Target="../media/image2830.png"/><Relationship Id="rId491" Type="http://schemas.openxmlformats.org/officeDocument/2006/relationships/customXml" Target="../ink/ink1506.xml"/><Relationship Id="rId505" Type="http://schemas.openxmlformats.org/officeDocument/2006/relationships/customXml" Target="../ink/ink1513.xml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1311.xml"/><Relationship Id="rId144" Type="http://schemas.openxmlformats.org/officeDocument/2006/relationships/customXml" Target="../ink/ink1332.xml"/><Relationship Id="rId547" Type="http://schemas.openxmlformats.org/officeDocument/2006/relationships/customXml" Target="../ink/ink1534.xml"/><Relationship Id="rId90" Type="http://schemas.openxmlformats.org/officeDocument/2006/relationships/customXml" Target="../ink/ink1305.xml"/><Relationship Id="rId186" Type="http://schemas.openxmlformats.org/officeDocument/2006/relationships/customXml" Target="../ink/ink1353.xml"/><Relationship Id="rId351" Type="http://schemas.openxmlformats.org/officeDocument/2006/relationships/customXml" Target="../ink/ink1436.xml"/><Relationship Id="rId393" Type="http://schemas.openxmlformats.org/officeDocument/2006/relationships/customXml" Target="../ink/ink1457.xml"/><Relationship Id="rId407" Type="http://schemas.openxmlformats.org/officeDocument/2006/relationships/customXml" Target="../ink/ink1464.xml"/><Relationship Id="rId449" Type="http://schemas.openxmlformats.org/officeDocument/2006/relationships/customXml" Target="../ink/ink1485.xml"/><Relationship Id="rId211" Type="http://schemas.openxmlformats.org/officeDocument/2006/relationships/image" Target="../media/image2470.png"/><Relationship Id="rId253" Type="http://schemas.openxmlformats.org/officeDocument/2006/relationships/customXml" Target="../ink/ink1387.xml"/><Relationship Id="rId295" Type="http://schemas.openxmlformats.org/officeDocument/2006/relationships/customXml" Target="../ink/ink1408.xml"/><Relationship Id="rId309" Type="http://schemas.openxmlformats.org/officeDocument/2006/relationships/customXml" Target="../ink/ink1415.xml"/><Relationship Id="rId460" Type="http://schemas.openxmlformats.org/officeDocument/2006/relationships/image" Target="../media/image1043.png"/><Relationship Id="rId516" Type="http://schemas.openxmlformats.org/officeDocument/2006/relationships/image" Target="../media/image1071.png"/><Relationship Id="rId48" Type="http://schemas.openxmlformats.org/officeDocument/2006/relationships/customXml" Target="../ink/ink1284.xml"/><Relationship Id="rId113" Type="http://schemas.openxmlformats.org/officeDocument/2006/relationships/image" Target="../media/image1660.png"/><Relationship Id="rId320" Type="http://schemas.openxmlformats.org/officeDocument/2006/relationships/image" Target="../media/image3011.png"/><Relationship Id="rId558" Type="http://schemas.openxmlformats.org/officeDocument/2006/relationships/image" Target="../media/image1092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3220.png"/><Relationship Id="rId418" Type="http://schemas.openxmlformats.org/officeDocument/2006/relationships/image" Target="../media/image3500.png"/><Relationship Id="rId222" Type="http://schemas.openxmlformats.org/officeDocument/2006/relationships/customXml" Target="../ink/ink1371.xml"/><Relationship Id="rId264" Type="http://schemas.openxmlformats.org/officeDocument/2006/relationships/image" Target="../media/image2730.png"/><Relationship Id="rId471" Type="http://schemas.openxmlformats.org/officeDocument/2006/relationships/customXml" Target="../ink/ink1496.xml"/><Relationship Id="rId17" Type="http://schemas.openxmlformats.org/officeDocument/2006/relationships/image" Target="../media/image7510.png"/><Relationship Id="rId59" Type="http://schemas.openxmlformats.org/officeDocument/2006/relationships/image" Target="../media/image5310.png"/><Relationship Id="rId124" Type="http://schemas.openxmlformats.org/officeDocument/2006/relationships/customXml" Target="../ink/ink1322.xml"/><Relationship Id="rId527" Type="http://schemas.openxmlformats.org/officeDocument/2006/relationships/customXml" Target="../ink/ink1524.xml"/><Relationship Id="rId70" Type="http://schemas.openxmlformats.org/officeDocument/2006/relationships/customXml" Target="../ink/ink1295.xml"/><Relationship Id="rId166" Type="http://schemas.openxmlformats.org/officeDocument/2006/relationships/customXml" Target="../ink/ink1343.xml"/><Relationship Id="rId331" Type="http://schemas.openxmlformats.org/officeDocument/2006/relationships/customXml" Target="../ink/ink1426.xml"/><Relationship Id="rId373" Type="http://schemas.openxmlformats.org/officeDocument/2006/relationships/customXml" Target="../ink/ink1447.xml"/><Relationship Id="rId429" Type="http://schemas.openxmlformats.org/officeDocument/2006/relationships/customXml" Target="../ink/ink147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377.xml"/><Relationship Id="rId440" Type="http://schemas.openxmlformats.org/officeDocument/2006/relationships/image" Target="../media/image1033.png"/><Relationship Id="rId28" Type="http://schemas.openxmlformats.org/officeDocument/2006/relationships/customXml" Target="../ink/ink1274.xml"/><Relationship Id="rId275" Type="http://schemas.openxmlformats.org/officeDocument/2006/relationships/customXml" Target="../ink/ink1398.xml"/><Relationship Id="rId300" Type="http://schemas.openxmlformats.org/officeDocument/2006/relationships/image" Target="../media/image2911.png"/><Relationship Id="rId482" Type="http://schemas.openxmlformats.org/officeDocument/2006/relationships/image" Target="../media/image1054.png"/><Relationship Id="rId538" Type="http://schemas.openxmlformats.org/officeDocument/2006/relationships/image" Target="../media/image1082.png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77" Type="http://schemas.openxmlformats.org/officeDocument/2006/relationships/image" Target="../media/image1970.png"/><Relationship Id="rId342" Type="http://schemas.openxmlformats.org/officeDocument/2006/relationships/image" Target="../media/image3120.png"/><Relationship Id="rId384" Type="http://schemas.openxmlformats.org/officeDocument/2006/relationships/image" Target="../media/image3330.png"/><Relationship Id="rId202" Type="http://schemas.openxmlformats.org/officeDocument/2006/relationships/customXml" Target="../ink/ink1361.xml"/><Relationship Id="rId244" Type="http://schemas.openxmlformats.org/officeDocument/2006/relationships/image" Target="../media/image2630.png"/><Relationship Id="rId39" Type="http://schemas.openxmlformats.org/officeDocument/2006/relationships/image" Target="../media/image8610.png"/><Relationship Id="rId286" Type="http://schemas.openxmlformats.org/officeDocument/2006/relationships/image" Target="../media/image2840.png"/><Relationship Id="rId451" Type="http://schemas.openxmlformats.org/officeDocument/2006/relationships/customXml" Target="../ink/ink1486.xml"/><Relationship Id="rId493" Type="http://schemas.openxmlformats.org/officeDocument/2006/relationships/customXml" Target="../ink/ink1507.xml"/><Relationship Id="rId507" Type="http://schemas.openxmlformats.org/officeDocument/2006/relationships/customXml" Target="../ink/ink1514.xml"/><Relationship Id="rId549" Type="http://schemas.openxmlformats.org/officeDocument/2006/relationships/customXml" Target="../ink/ink1535.xml"/><Relationship Id="rId50" Type="http://schemas.openxmlformats.org/officeDocument/2006/relationships/customXml" Target="../ink/ink1285.xml"/><Relationship Id="rId104" Type="http://schemas.openxmlformats.org/officeDocument/2006/relationships/customXml" Target="../ink/ink1312.xml"/><Relationship Id="rId146" Type="http://schemas.openxmlformats.org/officeDocument/2006/relationships/customXml" Target="../ink/ink1333.xml"/><Relationship Id="rId188" Type="http://schemas.openxmlformats.org/officeDocument/2006/relationships/customXml" Target="../ink/ink1354.xml"/><Relationship Id="rId311" Type="http://schemas.openxmlformats.org/officeDocument/2006/relationships/customXml" Target="../ink/ink1416.xml"/><Relationship Id="rId353" Type="http://schemas.openxmlformats.org/officeDocument/2006/relationships/customXml" Target="../ink/ink1437.xml"/><Relationship Id="rId395" Type="http://schemas.openxmlformats.org/officeDocument/2006/relationships/customXml" Target="../ink/ink1458.xml"/><Relationship Id="rId409" Type="http://schemas.openxmlformats.org/officeDocument/2006/relationships/customXml" Target="../ink/ink1465.xml"/><Relationship Id="rId560" Type="http://schemas.openxmlformats.org/officeDocument/2006/relationships/image" Target="../media/image1093.png"/><Relationship Id="rId92" Type="http://schemas.openxmlformats.org/officeDocument/2006/relationships/customXml" Target="../ink/ink1306.xml"/><Relationship Id="rId213" Type="http://schemas.openxmlformats.org/officeDocument/2006/relationships/image" Target="../media/image2480.png"/><Relationship Id="rId420" Type="http://schemas.openxmlformats.org/officeDocument/2006/relationships/image" Target="../media/image1023.png"/><Relationship Id="rId255" Type="http://schemas.openxmlformats.org/officeDocument/2006/relationships/customXml" Target="../ink/ink1388.xml"/><Relationship Id="rId297" Type="http://schemas.openxmlformats.org/officeDocument/2006/relationships/customXml" Target="../ink/ink1409.xml"/><Relationship Id="rId462" Type="http://schemas.openxmlformats.org/officeDocument/2006/relationships/image" Target="../media/image1044.png"/><Relationship Id="rId518" Type="http://schemas.openxmlformats.org/officeDocument/2006/relationships/image" Target="../media/image1072.png"/><Relationship Id="rId115" Type="http://schemas.openxmlformats.org/officeDocument/2006/relationships/image" Target="../media/image1670.png"/><Relationship Id="rId157" Type="http://schemas.openxmlformats.org/officeDocument/2006/relationships/image" Target="../media/image1870.png"/><Relationship Id="rId322" Type="http://schemas.openxmlformats.org/officeDocument/2006/relationships/image" Target="../media/image3020.png"/><Relationship Id="rId364" Type="http://schemas.openxmlformats.org/officeDocument/2006/relationships/image" Target="../media/image3230.png"/><Relationship Id="rId61" Type="http://schemas.openxmlformats.org/officeDocument/2006/relationships/image" Target="../media/image9610.png"/><Relationship Id="rId199" Type="http://schemas.openxmlformats.org/officeDocument/2006/relationships/image" Target="../media/image2411.png"/><Relationship Id="rId19" Type="http://schemas.openxmlformats.org/officeDocument/2006/relationships/image" Target="../media/image7610.png"/><Relationship Id="rId224" Type="http://schemas.openxmlformats.org/officeDocument/2006/relationships/customXml" Target="../ink/ink1372.xml"/><Relationship Id="rId266" Type="http://schemas.openxmlformats.org/officeDocument/2006/relationships/image" Target="../media/image2740.png"/><Relationship Id="rId431" Type="http://schemas.openxmlformats.org/officeDocument/2006/relationships/customXml" Target="../ink/ink1476.xml"/><Relationship Id="rId473" Type="http://schemas.openxmlformats.org/officeDocument/2006/relationships/customXml" Target="../ink/ink1497.xml"/><Relationship Id="rId529" Type="http://schemas.openxmlformats.org/officeDocument/2006/relationships/customXml" Target="../ink/ink1525.xml"/><Relationship Id="rId30" Type="http://schemas.openxmlformats.org/officeDocument/2006/relationships/customXml" Target="../ink/ink1275.xml"/><Relationship Id="rId126" Type="http://schemas.openxmlformats.org/officeDocument/2006/relationships/customXml" Target="../ink/ink1323.xml"/><Relationship Id="rId168" Type="http://schemas.openxmlformats.org/officeDocument/2006/relationships/customXml" Target="../ink/ink1344.xml"/><Relationship Id="rId333" Type="http://schemas.openxmlformats.org/officeDocument/2006/relationships/customXml" Target="../ink/ink1427.xml"/><Relationship Id="rId540" Type="http://schemas.openxmlformats.org/officeDocument/2006/relationships/image" Target="../media/image1083.png"/><Relationship Id="rId72" Type="http://schemas.openxmlformats.org/officeDocument/2006/relationships/customXml" Target="../ink/ink1296.xml"/><Relationship Id="rId375" Type="http://schemas.openxmlformats.org/officeDocument/2006/relationships/customXml" Target="../ink/ink1448.xml"/><Relationship Id="rId3" Type="http://schemas.openxmlformats.org/officeDocument/2006/relationships/image" Target="../media/image2510.png"/><Relationship Id="rId235" Type="http://schemas.openxmlformats.org/officeDocument/2006/relationships/customXml" Target="../ink/ink1378.xml"/><Relationship Id="rId277" Type="http://schemas.openxmlformats.org/officeDocument/2006/relationships/customXml" Target="../ink/ink1399.xml"/><Relationship Id="rId400" Type="http://schemas.openxmlformats.org/officeDocument/2006/relationships/image" Target="../media/image3411.png"/><Relationship Id="rId442" Type="http://schemas.openxmlformats.org/officeDocument/2006/relationships/image" Target="../media/image1034.png"/><Relationship Id="rId484" Type="http://schemas.openxmlformats.org/officeDocument/2006/relationships/image" Target="../media/image1055.png"/><Relationship Id="rId137" Type="http://schemas.openxmlformats.org/officeDocument/2006/relationships/image" Target="../media/image1770.png"/><Relationship Id="rId302" Type="http://schemas.openxmlformats.org/officeDocument/2006/relationships/image" Target="../media/image2920.png"/><Relationship Id="rId344" Type="http://schemas.openxmlformats.org/officeDocument/2006/relationships/image" Target="../media/image3130.png"/><Relationship Id="rId41" Type="http://schemas.openxmlformats.org/officeDocument/2006/relationships/image" Target="../media/image8710.png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86" Type="http://schemas.openxmlformats.org/officeDocument/2006/relationships/image" Target="../media/image3340.png"/><Relationship Id="rId551" Type="http://schemas.openxmlformats.org/officeDocument/2006/relationships/customXml" Target="../ink/ink1536.xml"/><Relationship Id="rId190" Type="http://schemas.openxmlformats.org/officeDocument/2006/relationships/customXml" Target="../ink/ink1355.xml"/><Relationship Id="rId204" Type="http://schemas.openxmlformats.org/officeDocument/2006/relationships/customXml" Target="../ink/ink1362.xml"/><Relationship Id="rId246" Type="http://schemas.openxmlformats.org/officeDocument/2006/relationships/image" Target="../media/image2640.png"/><Relationship Id="rId288" Type="http://schemas.openxmlformats.org/officeDocument/2006/relationships/image" Target="../media/image2850.png"/><Relationship Id="rId411" Type="http://schemas.openxmlformats.org/officeDocument/2006/relationships/customXml" Target="../ink/ink1466.xml"/><Relationship Id="rId453" Type="http://schemas.openxmlformats.org/officeDocument/2006/relationships/customXml" Target="../ink/ink1487.xml"/><Relationship Id="rId509" Type="http://schemas.openxmlformats.org/officeDocument/2006/relationships/customXml" Target="../ink/ink1515.xml"/><Relationship Id="rId106" Type="http://schemas.openxmlformats.org/officeDocument/2006/relationships/customXml" Target="../ink/ink1313.xml"/><Relationship Id="rId313" Type="http://schemas.openxmlformats.org/officeDocument/2006/relationships/customXml" Target="../ink/ink1417.xml"/><Relationship Id="rId495" Type="http://schemas.openxmlformats.org/officeDocument/2006/relationships/customXml" Target="../ink/ink1508.xml"/><Relationship Id="rId10" Type="http://schemas.openxmlformats.org/officeDocument/2006/relationships/customXml" Target="../ink/ink1265.xml"/><Relationship Id="rId52" Type="http://schemas.openxmlformats.org/officeDocument/2006/relationships/customXml" Target="../ink/ink1286.xml"/><Relationship Id="rId94" Type="http://schemas.openxmlformats.org/officeDocument/2006/relationships/customXml" Target="../ink/ink1307.xml"/><Relationship Id="rId148" Type="http://schemas.openxmlformats.org/officeDocument/2006/relationships/customXml" Target="../ink/ink1334.xml"/><Relationship Id="rId355" Type="http://schemas.openxmlformats.org/officeDocument/2006/relationships/customXml" Target="../ink/ink1438.xml"/><Relationship Id="rId397" Type="http://schemas.openxmlformats.org/officeDocument/2006/relationships/customXml" Target="../ink/ink1459.xml"/><Relationship Id="rId520" Type="http://schemas.openxmlformats.org/officeDocument/2006/relationships/image" Target="../media/image1073.png"/><Relationship Id="rId215" Type="http://schemas.openxmlformats.org/officeDocument/2006/relationships/image" Target="../media/image2490.png"/><Relationship Id="rId257" Type="http://schemas.openxmlformats.org/officeDocument/2006/relationships/customXml" Target="../ink/ink1389.xml"/><Relationship Id="rId422" Type="http://schemas.openxmlformats.org/officeDocument/2006/relationships/image" Target="../media/image1024.png"/><Relationship Id="rId464" Type="http://schemas.openxmlformats.org/officeDocument/2006/relationships/image" Target="../media/image1045.png"/><Relationship Id="rId299" Type="http://schemas.openxmlformats.org/officeDocument/2006/relationships/customXml" Target="../ink/ink1410.xml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66" Type="http://schemas.openxmlformats.org/officeDocument/2006/relationships/image" Target="../media/image3240.png"/><Relationship Id="rId226" Type="http://schemas.openxmlformats.org/officeDocument/2006/relationships/customXml" Target="../ink/ink1373.xml"/><Relationship Id="rId433" Type="http://schemas.openxmlformats.org/officeDocument/2006/relationships/customXml" Target="../ink/ink1477.xml"/><Relationship Id="rId74" Type="http://schemas.openxmlformats.org/officeDocument/2006/relationships/customXml" Target="../ink/ink1297.xml"/><Relationship Id="rId377" Type="http://schemas.openxmlformats.org/officeDocument/2006/relationships/customXml" Target="../ink/ink1449.xml"/><Relationship Id="rId500" Type="http://schemas.openxmlformats.org/officeDocument/2006/relationships/image" Target="../media/image1063.png"/><Relationship Id="rId5" Type="http://schemas.openxmlformats.org/officeDocument/2006/relationships/image" Target="../media/image7010.png"/><Relationship Id="rId237" Type="http://schemas.openxmlformats.org/officeDocument/2006/relationships/customXml" Target="../ink/ink1379.xml"/><Relationship Id="rId444" Type="http://schemas.openxmlformats.org/officeDocument/2006/relationships/image" Target="../media/image1035.png"/><Relationship Id="rId290" Type="http://schemas.openxmlformats.org/officeDocument/2006/relationships/image" Target="../media/image2860.png"/><Relationship Id="rId304" Type="http://schemas.openxmlformats.org/officeDocument/2006/relationships/image" Target="../media/image2930.png"/><Relationship Id="rId388" Type="http://schemas.openxmlformats.org/officeDocument/2006/relationships/image" Target="../media/image3350.png"/><Relationship Id="rId511" Type="http://schemas.openxmlformats.org/officeDocument/2006/relationships/customXml" Target="../ink/ink1516.xml"/><Relationship Id="rId85" Type="http://schemas.openxmlformats.org/officeDocument/2006/relationships/image" Target="../media/image10710.png"/><Relationship Id="rId150" Type="http://schemas.openxmlformats.org/officeDocument/2006/relationships/customXml" Target="../ink/ink1335.xml"/><Relationship Id="rId248" Type="http://schemas.openxmlformats.org/officeDocument/2006/relationships/image" Target="../media/image2650.png"/><Relationship Id="rId455" Type="http://schemas.openxmlformats.org/officeDocument/2006/relationships/customXml" Target="../ink/ink1488.xml"/><Relationship Id="rId12" Type="http://schemas.openxmlformats.org/officeDocument/2006/relationships/customXml" Target="../ink/ink1266.xml"/><Relationship Id="rId108" Type="http://schemas.openxmlformats.org/officeDocument/2006/relationships/customXml" Target="../ink/ink1314.xml"/><Relationship Id="rId315" Type="http://schemas.openxmlformats.org/officeDocument/2006/relationships/customXml" Target="../ink/ink1418.xml"/><Relationship Id="rId522" Type="http://schemas.openxmlformats.org/officeDocument/2006/relationships/image" Target="../media/image1074.png"/><Relationship Id="rId96" Type="http://schemas.openxmlformats.org/officeDocument/2006/relationships/customXml" Target="../ink/ink1308.xml"/><Relationship Id="rId161" Type="http://schemas.openxmlformats.org/officeDocument/2006/relationships/image" Target="../media/image1890.png"/><Relationship Id="rId399" Type="http://schemas.openxmlformats.org/officeDocument/2006/relationships/customXml" Target="../ink/ink1460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324" Type="http://schemas.openxmlformats.org/officeDocument/2006/relationships/image" Target="../media/image3870.png"/><Relationship Id="rId170" Type="http://schemas.openxmlformats.org/officeDocument/2006/relationships/customXml" Target="../ink/ink1625.xml"/><Relationship Id="rId226" Type="http://schemas.openxmlformats.org/officeDocument/2006/relationships/customXml" Target="../ink/ink1653.xml"/><Relationship Id="rId433" Type="http://schemas.openxmlformats.org/officeDocument/2006/relationships/customXml" Target="../ink/ink1757.xml"/><Relationship Id="rId268" Type="http://schemas.openxmlformats.org/officeDocument/2006/relationships/image" Target="../media/image3590.png"/><Relationship Id="rId475" Type="http://schemas.openxmlformats.org/officeDocument/2006/relationships/customXml" Target="../ink/ink1778.xml"/><Relationship Id="rId32" Type="http://schemas.openxmlformats.org/officeDocument/2006/relationships/customXml" Target="../ink/ink1556.xml"/><Relationship Id="rId74" Type="http://schemas.openxmlformats.org/officeDocument/2006/relationships/customXml" Target="../ink/ink1577.xml"/><Relationship Id="rId128" Type="http://schemas.openxmlformats.org/officeDocument/2006/relationships/customXml" Target="../ink/ink1604.xml"/><Relationship Id="rId335" Type="http://schemas.openxmlformats.org/officeDocument/2006/relationships/customXml" Target="../ink/ink1708.xml"/><Relationship Id="rId377" Type="http://schemas.openxmlformats.org/officeDocument/2006/relationships/customXml" Target="../ink/ink1729.xml"/><Relationship Id="rId500" Type="http://schemas.openxmlformats.org/officeDocument/2006/relationships/image" Target="../media/image1097.png"/><Relationship Id="rId5" Type="http://schemas.openxmlformats.org/officeDocument/2006/relationships/image" Target="../media/image7010.png"/><Relationship Id="rId181" Type="http://schemas.openxmlformats.org/officeDocument/2006/relationships/image" Target="../media/image1990.png"/><Relationship Id="rId237" Type="http://schemas.openxmlformats.org/officeDocument/2006/relationships/customXml" Target="../ink/ink1659.xml"/><Relationship Id="rId402" Type="http://schemas.openxmlformats.org/officeDocument/2006/relationships/image" Target="../media/image4260.png"/><Relationship Id="rId279" Type="http://schemas.openxmlformats.org/officeDocument/2006/relationships/customXml" Target="../ink/ink1680.xml"/><Relationship Id="rId444" Type="http://schemas.openxmlformats.org/officeDocument/2006/relationships/image" Target="../media/image4470.png"/><Relationship Id="rId486" Type="http://schemas.openxmlformats.org/officeDocument/2006/relationships/image" Target="../media/image4680.png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290" Type="http://schemas.openxmlformats.org/officeDocument/2006/relationships/image" Target="../media/image3700.png"/><Relationship Id="rId304" Type="http://schemas.openxmlformats.org/officeDocument/2006/relationships/image" Target="../media/image3770.png"/><Relationship Id="rId346" Type="http://schemas.openxmlformats.org/officeDocument/2006/relationships/image" Target="../media/image3980.png"/><Relationship Id="rId388" Type="http://schemas.openxmlformats.org/officeDocument/2006/relationships/image" Target="../media/image4190.png"/><Relationship Id="rId511" Type="http://schemas.openxmlformats.org/officeDocument/2006/relationships/customXml" Target="../ink/ink1796.xml"/><Relationship Id="rId85" Type="http://schemas.openxmlformats.org/officeDocument/2006/relationships/image" Target="../media/image10710.png"/><Relationship Id="rId150" Type="http://schemas.openxmlformats.org/officeDocument/2006/relationships/customXml" Target="../ink/ink1615.xml"/><Relationship Id="rId192" Type="http://schemas.openxmlformats.org/officeDocument/2006/relationships/customXml" Target="../ink/ink1636.xml"/><Relationship Id="rId206" Type="http://schemas.openxmlformats.org/officeDocument/2006/relationships/customXml" Target="../ink/ink1643.xml"/><Relationship Id="rId413" Type="http://schemas.openxmlformats.org/officeDocument/2006/relationships/customXml" Target="../ink/ink1747.xml"/><Relationship Id="rId248" Type="http://schemas.openxmlformats.org/officeDocument/2006/relationships/image" Target="../media/image2650.png"/><Relationship Id="rId455" Type="http://schemas.openxmlformats.org/officeDocument/2006/relationships/customXml" Target="../ink/ink1768.xml"/><Relationship Id="rId497" Type="http://schemas.openxmlformats.org/officeDocument/2006/relationships/customXml" Target="../ink/ink1789.xml"/><Relationship Id="rId12" Type="http://schemas.openxmlformats.org/officeDocument/2006/relationships/customXml" Target="../ink/ink1546.xml"/><Relationship Id="rId108" Type="http://schemas.openxmlformats.org/officeDocument/2006/relationships/customXml" Target="../ink/ink1594.xml"/><Relationship Id="rId315" Type="http://schemas.openxmlformats.org/officeDocument/2006/relationships/customXml" Target="../ink/ink1698.xml"/><Relationship Id="rId357" Type="http://schemas.openxmlformats.org/officeDocument/2006/relationships/customXml" Target="../ink/ink1719.xml"/><Relationship Id="rId54" Type="http://schemas.openxmlformats.org/officeDocument/2006/relationships/customXml" Target="../ink/ink1567.xml"/><Relationship Id="rId96" Type="http://schemas.openxmlformats.org/officeDocument/2006/relationships/customXml" Target="../ink/ink1588.xml"/><Relationship Id="rId161" Type="http://schemas.openxmlformats.org/officeDocument/2006/relationships/image" Target="../media/image1890.png"/><Relationship Id="rId217" Type="http://schemas.openxmlformats.org/officeDocument/2006/relationships/image" Target="../media/image2500.png"/><Relationship Id="rId399" Type="http://schemas.openxmlformats.org/officeDocument/2006/relationships/customXml" Target="../ink/ink1740.xml"/><Relationship Id="rId259" Type="http://schemas.openxmlformats.org/officeDocument/2006/relationships/customXml" Target="../ink/ink1670.xml"/><Relationship Id="rId424" Type="http://schemas.openxmlformats.org/officeDocument/2006/relationships/image" Target="../media/image4370.png"/><Relationship Id="rId466" Type="http://schemas.openxmlformats.org/officeDocument/2006/relationships/image" Target="../media/image458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3600.png"/><Relationship Id="rId326" Type="http://schemas.openxmlformats.org/officeDocument/2006/relationships/image" Target="../media/image3880.png"/><Relationship Id="rId65" Type="http://schemas.openxmlformats.org/officeDocument/2006/relationships/image" Target="../media/image9810.png"/><Relationship Id="rId130" Type="http://schemas.openxmlformats.org/officeDocument/2006/relationships/customXml" Target="../ink/ink1605.xml"/><Relationship Id="rId368" Type="http://schemas.openxmlformats.org/officeDocument/2006/relationships/image" Target="../media/image4090.png"/><Relationship Id="rId172" Type="http://schemas.openxmlformats.org/officeDocument/2006/relationships/customXml" Target="../ink/ink1626.xml"/><Relationship Id="rId228" Type="http://schemas.openxmlformats.org/officeDocument/2006/relationships/image" Target="../media/image2550.png"/><Relationship Id="rId435" Type="http://schemas.openxmlformats.org/officeDocument/2006/relationships/customXml" Target="../ink/ink1758.xml"/><Relationship Id="rId477" Type="http://schemas.openxmlformats.org/officeDocument/2006/relationships/customXml" Target="../ink/ink1779.xml"/><Relationship Id="rId281" Type="http://schemas.openxmlformats.org/officeDocument/2006/relationships/customXml" Target="../ink/ink1681.xml"/><Relationship Id="rId337" Type="http://schemas.openxmlformats.org/officeDocument/2006/relationships/customXml" Target="../ink/ink1709.xml"/><Relationship Id="rId502" Type="http://schemas.openxmlformats.org/officeDocument/2006/relationships/image" Target="../media/image1098.png"/><Relationship Id="rId34" Type="http://schemas.openxmlformats.org/officeDocument/2006/relationships/customXml" Target="../ink/ink1557.xml"/><Relationship Id="rId76" Type="http://schemas.openxmlformats.org/officeDocument/2006/relationships/customXml" Target="../ink/ink1578.xml"/><Relationship Id="rId141" Type="http://schemas.openxmlformats.org/officeDocument/2006/relationships/image" Target="../media/image1790.png"/><Relationship Id="rId379" Type="http://schemas.openxmlformats.org/officeDocument/2006/relationships/customXml" Target="../ink/ink1730.xml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1660.xml"/><Relationship Id="rId390" Type="http://schemas.openxmlformats.org/officeDocument/2006/relationships/image" Target="../media/image4200.png"/><Relationship Id="rId404" Type="http://schemas.openxmlformats.org/officeDocument/2006/relationships/image" Target="../media/image4270.png"/><Relationship Id="rId446" Type="http://schemas.openxmlformats.org/officeDocument/2006/relationships/image" Target="../media/image4480.png"/><Relationship Id="rId250" Type="http://schemas.openxmlformats.org/officeDocument/2006/relationships/image" Target="../media/image2660.png"/><Relationship Id="rId292" Type="http://schemas.openxmlformats.org/officeDocument/2006/relationships/image" Target="../media/image3711.png"/><Relationship Id="rId306" Type="http://schemas.openxmlformats.org/officeDocument/2006/relationships/image" Target="../media/image3780.png"/><Relationship Id="rId488" Type="http://schemas.openxmlformats.org/officeDocument/2006/relationships/image" Target="../media/image4690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1595.xml"/><Relationship Id="rId348" Type="http://schemas.openxmlformats.org/officeDocument/2006/relationships/image" Target="../media/image3990.png"/><Relationship Id="rId513" Type="http://schemas.openxmlformats.org/officeDocument/2006/relationships/customXml" Target="../ink/ink1797.xml"/><Relationship Id="rId152" Type="http://schemas.openxmlformats.org/officeDocument/2006/relationships/customXml" Target="../ink/ink1616.xml"/><Relationship Id="rId194" Type="http://schemas.openxmlformats.org/officeDocument/2006/relationships/customXml" Target="../ink/ink1637.xml"/><Relationship Id="rId208" Type="http://schemas.openxmlformats.org/officeDocument/2006/relationships/customXml" Target="../ink/ink1644.xml"/><Relationship Id="rId415" Type="http://schemas.openxmlformats.org/officeDocument/2006/relationships/customXml" Target="../ink/ink1748.xml"/><Relationship Id="rId457" Type="http://schemas.openxmlformats.org/officeDocument/2006/relationships/customXml" Target="../ink/ink1769.xml"/><Relationship Id="rId261" Type="http://schemas.openxmlformats.org/officeDocument/2006/relationships/customXml" Target="../ink/ink1671.xml"/><Relationship Id="rId499" Type="http://schemas.openxmlformats.org/officeDocument/2006/relationships/customXml" Target="../ink/ink1790.xml"/><Relationship Id="rId14" Type="http://schemas.openxmlformats.org/officeDocument/2006/relationships/customXml" Target="../ink/ink1547.xml"/><Relationship Id="rId56" Type="http://schemas.openxmlformats.org/officeDocument/2006/relationships/customXml" Target="../ink/ink1568.xml"/><Relationship Id="rId317" Type="http://schemas.openxmlformats.org/officeDocument/2006/relationships/customXml" Target="../ink/ink1699.xml"/><Relationship Id="rId359" Type="http://schemas.openxmlformats.org/officeDocument/2006/relationships/customXml" Target="../ink/ink1720.xml"/><Relationship Id="rId98" Type="http://schemas.openxmlformats.org/officeDocument/2006/relationships/customXml" Target="../ink/ink1589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4100.png"/><Relationship Id="rId426" Type="http://schemas.openxmlformats.org/officeDocument/2006/relationships/image" Target="../media/image4380.png"/><Relationship Id="rId230" Type="http://schemas.openxmlformats.org/officeDocument/2006/relationships/image" Target="../media/image2560.png"/><Relationship Id="rId468" Type="http://schemas.openxmlformats.org/officeDocument/2006/relationships/image" Target="../media/image4590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3611.png"/><Relationship Id="rId328" Type="http://schemas.openxmlformats.org/officeDocument/2006/relationships/image" Target="../media/image3890.png"/><Relationship Id="rId132" Type="http://schemas.openxmlformats.org/officeDocument/2006/relationships/customXml" Target="../ink/ink1606.xml"/><Relationship Id="rId174" Type="http://schemas.openxmlformats.org/officeDocument/2006/relationships/customXml" Target="../ink/ink1627.xml"/><Relationship Id="rId381" Type="http://schemas.openxmlformats.org/officeDocument/2006/relationships/customXml" Target="../ink/ink1731.xml"/><Relationship Id="rId241" Type="http://schemas.openxmlformats.org/officeDocument/2006/relationships/customXml" Target="../ink/ink1661.xml"/><Relationship Id="rId437" Type="http://schemas.openxmlformats.org/officeDocument/2006/relationships/customXml" Target="../ink/ink1759.xml"/><Relationship Id="rId479" Type="http://schemas.openxmlformats.org/officeDocument/2006/relationships/customXml" Target="../ink/ink1780.xml"/><Relationship Id="rId36" Type="http://schemas.openxmlformats.org/officeDocument/2006/relationships/customXml" Target="../ink/ink1558.xml"/><Relationship Id="rId283" Type="http://schemas.openxmlformats.org/officeDocument/2006/relationships/customXml" Target="../ink/ink1682.xml"/><Relationship Id="rId339" Type="http://schemas.openxmlformats.org/officeDocument/2006/relationships/customXml" Target="../ink/ink1710.xml"/><Relationship Id="rId490" Type="http://schemas.openxmlformats.org/officeDocument/2006/relationships/image" Target="../media/image4700.png"/><Relationship Id="rId504" Type="http://schemas.openxmlformats.org/officeDocument/2006/relationships/image" Target="../media/image1099.png"/><Relationship Id="rId78" Type="http://schemas.openxmlformats.org/officeDocument/2006/relationships/customXml" Target="../ink/ink1579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4000.png"/><Relationship Id="rId406" Type="http://schemas.openxmlformats.org/officeDocument/2006/relationships/image" Target="../media/image4280.png"/><Relationship Id="rId9" Type="http://schemas.openxmlformats.org/officeDocument/2006/relationships/image" Target="../media/image2810.png"/><Relationship Id="rId210" Type="http://schemas.openxmlformats.org/officeDocument/2006/relationships/customXml" Target="../ink/ink1645.xml"/><Relationship Id="rId392" Type="http://schemas.openxmlformats.org/officeDocument/2006/relationships/image" Target="../media/image4211.png"/><Relationship Id="rId448" Type="http://schemas.openxmlformats.org/officeDocument/2006/relationships/image" Target="../media/image4490.png"/><Relationship Id="rId252" Type="http://schemas.openxmlformats.org/officeDocument/2006/relationships/image" Target="../media/image3511.png"/><Relationship Id="rId294" Type="http://schemas.openxmlformats.org/officeDocument/2006/relationships/image" Target="../media/image3720.png"/><Relationship Id="rId308" Type="http://schemas.openxmlformats.org/officeDocument/2006/relationships/image" Target="../media/image3790.png"/><Relationship Id="rId515" Type="http://schemas.openxmlformats.org/officeDocument/2006/relationships/customXml" Target="../ink/ink1798.xml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1596.xml"/><Relationship Id="rId154" Type="http://schemas.openxmlformats.org/officeDocument/2006/relationships/customXml" Target="../ink/ink1617.xml"/><Relationship Id="rId361" Type="http://schemas.openxmlformats.org/officeDocument/2006/relationships/customXml" Target="../ink/ink1721.xml"/><Relationship Id="rId196" Type="http://schemas.openxmlformats.org/officeDocument/2006/relationships/customXml" Target="../ink/ink1638.xml"/><Relationship Id="rId417" Type="http://schemas.openxmlformats.org/officeDocument/2006/relationships/customXml" Target="../ink/ink1749.xml"/><Relationship Id="rId459" Type="http://schemas.openxmlformats.org/officeDocument/2006/relationships/customXml" Target="../ink/ink1770.xml"/><Relationship Id="rId16" Type="http://schemas.openxmlformats.org/officeDocument/2006/relationships/customXml" Target="../ink/ink1548.xml"/><Relationship Id="rId221" Type="http://schemas.openxmlformats.org/officeDocument/2006/relationships/image" Target="../media/image2520.png"/><Relationship Id="rId263" Type="http://schemas.openxmlformats.org/officeDocument/2006/relationships/customXml" Target="../ink/ink1672.xml"/><Relationship Id="rId319" Type="http://schemas.openxmlformats.org/officeDocument/2006/relationships/customXml" Target="../ink/ink1700.xml"/><Relationship Id="rId470" Type="http://schemas.openxmlformats.org/officeDocument/2006/relationships/image" Target="../media/image4600.png"/><Relationship Id="rId58" Type="http://schemas.openxmlformats.org/officeDocument/2006/relationships/customXml" Target="../ink/ink1569.xml"/><Relationship Id="rId123" Type="http://schemas.openxmlformats.org/officeDocument/2006/relationships/image" Target="../media/image1711.png"/><Relationship Id="rId330" Type="http://schemas.openxmlformats.org/officeDocument/2006/relationships/image" Target="../media/image3900.png"/><Relationship Id="rId165" Type="http://schemas.openxmlformats.org/officeDocument/2006/relationships/image" Target="../media/image1911.png"/><Relationship Id="rId372" Type="http://schemas.openxmlformats.org/officeDocument/2006/relationships/image" Target="../media/image4111.png"/><Relationship Id="rId428" Type="http://schemas.openxmlformats.org/officeDocument/2006/relationships/image" Target="../media/image4390.png"/><Relationship Id="rId232" Type="http://schemas.openxmlformats.org/officeDocument/2006/relationships/image" Target="../media/image2570.png"/><Relationship Id="rId274" Type="http://schemas.openxmlformats.org/officeDocument/2006/relationships/image" Target="../media/image3620.png"/><Relationship Id="rId481" Type="http://schemas.openxmlformats.org/officeDocument/2006/relationships/customXml" Target="../ink/ink1781.xml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1607.xml"/><Relationship Id="rId80" Type="http://schemas.openxmlformats.org/officeDocument/2006/relationships/customXml" Target="../ink/ink1580.xml"/><Relationship Id="rId176" Type="http://schemas.openxmlformats.org/officeDocument/2006/relationships/customXml" Target="../ink/ink1628.xml"/><Relationship Id="rId341" Type="http://schemas.openxmlformats.org/officeDocument/2006/relationships/customXml" Target="../ink/ink1711.xml"/><Relationship Id="rId383" Type="http://schemas.openxmlformats.org/officeDocument/2006/relationships/customXml" Target="../ink/ink1732.xml"/><Relationship Id="rId439" Type="http://schemas.openxmlformats.org/officeDocument/2006/relationships/customXml" Target="../ink/ink1760.xml"/><Relationship Id="rId201" Type="http://schemas.openxmlformats.org/officeDocument/2006/relationships/image" Target="../media/image2420.png"/><Relationship Id="rId243" Type="http://schemas.openxmlformats.org/officeDocument/2006/relationships/customXml" Target="../ink/ink1662.xml"/><Relationship Id="rId285" Type="http://schemas.openxmlformats.org/officeDocument/2006/relationships/customXml" Target="../ink/ink1683.xml"/><Relationship Id="rId450" Type="http://schemas.openxmlformats.org/officeDocument/2006/relationships/image" Target="../media/image4500.png"/><Relationship Id="rId506" Type="http://schemas.openxmlformats.org/officeDocument/2006/relationships/image" Target="../media/image1100.png"/><Relationship Id="rId38" Type="http://schemas.openxmlformats.org/officeDocument/2006/relationships/customXml" Target="../ink/ink1559.xml"/><Relationship Id="rId103" Type="http://schemas.openxmlformats.org/officeDocument/2006/relationships/image" Target="../media/image1611.png"/><Relationship Id="rId310" Type="http://schemas.openxmlformats.org/officeDocument/2006/relationships/image" Target="../media/image3800.png"/><Relationship Id="rId492" Type="http://schemas.openxmlformats.org/officeDocument/2006/relationships/image" Target="../media/image4711.png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87" Type="http://schemas.openxmlformats.org/officeDocument/2006/relationships/image" Target="../media/image2350.png"/><Relationship Id="rId352" Type="http://schemas.openxmlformats.org/officeDocument/2006/relationships/image" Target="../media/image4011.png"/><Relationship Id="rId394" Type="http://schemas.openxmlformats.org/officeDocument/2006/relationships/image" Target="../media/image4220.png"/><Relationship Id="rId408" Type="http://schemas.openxmlformats.org/officeDocument/2006/relationships/image" Target="../media/image4290.png"/><Relationship Id="rId212" Type="http://schemas.openxmlformats.org/officeDocument/2006/relationships/customXml" Target="../ink/ink1646.xml"/><Relationship Id="rId254" Type="http://schemas.openxmlformats.org/officeDocument/2006/relationships/image" Target="../media/image3520.png"/><Relationship Id="rId49" Type="http://schemas.openxmlformats.org/officeDocument/2006/relationships/image" Target="../media/image9110.png"/><Relationship Id="rId114" Type="http://schemas.openxmlformats.org/officeDocument/2006/relationships/customXml" Target="../ink/ink1597.xml"/><Relationship Id="rId296" Type="http://schemas.openxmlformats.org/officeDocument/2006/relationships/image" Target="../media/image3730.png"/><Relationship Id="rId461" Type="http://schemas.openxmlformats.org/officeDocument/2006/relationships/customXml" Target="../ink/ink1771.xml"/><Relationship Id="rId517" Type="http://schemas.openxmlformats.org/officeDocument/2006/relationships/customXml" Target="../ink/ink1799.xml"/><Relationship Id="rId60" Type="http://schemas.openxmlformats.org/officeDocument/2006/relationships/customXml" Target="../ink/ink1570.xml"/><Relationship Id="rId156" Type="http://schemas.openxmlformats.org/officeDocument/2006/relationships/customXml" Target="../ink/ink1618.xml"/><Relationship Id="rId198" Type="http://schemas.openxmlformats.org/officeDocument/2006/relationships/customXml" Target="../ink/ink1639.xml"/><Relationship Id="rId321" Type="http://schemas.openxmlformats.org/officeDocument/2006/relationships/customXml" Target="../ink/ink1701.xml"/><Relationship Id="rId363" Type="http://schemas.openxmlformats.org/officeDocument/2006/relationships/customXml" Target="../ink/ink1722.xml"/><Relationship Id="rId419" Type="http://schemas.openxmlformats.org/officeDocument/2006/relationships/customXml" Target="../ink/ink1750.xml"/><Relationship Id="rId223" Type="http://schemas.openxmlformats.org/officeDocument/2006/relationships/image" Target="../media/image2530.png"/><Relationship Id="rId430" Type="http://schemas.openxmlformats.org/officeDocument/2006/relationships/image" Target="../media/image4400.png"/><Relationship Id="rId18" Type="http://schemas.openxmlformats.org/officeDocument/2006/relationships/customXml" Target="../ink/ink1549.xml"/><Relationship Id="rId265" Type="http://schemas.openxmlformats.org/officeDocument/2006/relationships/customXml" Target="../ink/ink1673.xml"/><Relationship Id="rId472" Type="http://schemas.openxmlformats.org/officeDocument/2006/relationships/image" Target="../media/image4611.png"/><Relationship Id="rId125" Type="http://schemas.openxmlformats.org/officeDocument/2006/relationships/image" Target="../media/image1720.png"/><Relationship Id="rId167" Type="http://schemas.openxmlformats.org/officeDocument/2006/relationships/image" Target="../media/image1920.png"/><Relationship Id="rId332" Type="http://schemas.openxmlformats.org/officeDocument/2006/relationships/image" Target="../media/image3911.png"/><Relationship Id="rId374" Type="http://schemas.openxmlformats.org/officeDocument/2006/relationships/image" Target="../media/image4120.png"/><Relationship Id="rId71" Type="http://schemas.openxmlformats.org/officeDocument/2006/relationships/image" Target="../media/image5910.png"/><Relationship Id="rId234" Type="http://schemas.openxmlformats.org/officeDocument/2006/relationships/image" Target="../media/image2580.png"/><Relationship Id="rId2" Type="http://schemas.openxmlformats.org/officeDocument/2006/relationships/customXml" Target="../ink/ink1541.xml"/><Relationship Id="rId29" Type="http://schemas.openxmlformats.org/officeDocument/2006/relationships/image" Target="../media/image8110.png"/><Relationship Id="rId276" Type="http://schemas.openxmlformats.org/officeDocument/2006/relationships/image" Target="../media/image3630.png"/><Relationship Id="rId441" Type="http://schemas.openxmlformats.org/officeDocument/2006/relationships/customXml" Target="../ink/ink1761.xml"/><Relationship Id="rId483" Type="http://schemas.openxmlformats.org/officeDocument/2006/relationships/customXml" Target="../ink/ink1782.xml"/><Relationship Id="rId40" Type="http://schemas.openxmlformats.org/officeDocument/2006/relationships/customXml" Target="../ink/ink1560.xml"/><Relationship Id="rId136" Type="http://schemas.openxmlformats.org/officeDocument/2006/relationships/customXml" Target="../ink/ink1608.xml"/><Relationship Id="rId178" Type="http://schemas.openxmlformats.org/officeDocument/2006/relationships/customXml" Target="../ink/ink1629.xml"/><Relationship Id="rId301" Type="http://schemas.openxmlformats.org/officeDocument/2006/relationships/customXml" Target="../ink/ink1691.xml"/><Relationship Id="rId343" Type="http://schemas.openxmlformats.org/officeDocument/2006/relationships/customXml" Target="../ink/ink1712.xml"/><Relationship Id="rId82" Type="http://schemas.openxmlformats.org/officeDocument/2006/relationships/customXml" Target="../ink/ink1581.xml"/><Relationship Id="rId203" Type="http://schemas.openxmlformats.org/officeDocument/2006/relationships/image" Target="../media/image2430.png"/><Relationship Id="rId385" Type="http://schemas.openxmlformats.org/officeDocument/2006/relationships/customXml" Target="../ink/ink1733.xml"/><Relationship Id="rId245" Type="http://schemas.openxmlformats.org/officeDocument/2006/relationships/customXml" Target="../ink/ink1663.xml"/><Relationship Id="rId287" Type="http://schemas.openxmlformats.org/officeDocument/2006/relationships/customXml" Target="../ink/ink1684.xml"/><Relationship Id="rId410" Type="http://schemas.openxmlformats.org/officeDocument/2006/relationships/image" Target="../media/image4300.png"/><Relationship Id="rId452" Type="http://schemas.openxmlformats.org/officeDocument/2006/relationships/image" Target="../media/image4511.png"/><Relationship Id="rId494" Type="http://schemas.openxmlformats.org/officeDocument/2006/relationships/image" Target="../media/image1094.png"/><Relationship Id="rId508" Type="http://schemas.openxmlformats.org/officeDocument/2006/relationships/image" Target="../media/image1101.png"/><Relationship Id="rId105" Type="http://schemas.openxmlformats.org/officeDocument/2006/relationships/image" Target="../media/image1620.png"/><Relationship Id="rId147" Type="http://schemas.openxmlformats.org/officeDocument/2006/relationships/image" Target="../media/image1820.png"/><Relationship Id="rId312" Type="http://schemas.openxmlformats.org/officeDocument/2006/relationships/image" Target="../media/image3811.png"/><Relationship Id="rId354" Type="http://schemas.openxmlformats.org/officeDocument/2006/relationships/image" Target="../media/image4020.png"/><Relationship Id="rId51" Type="http://schemas.openxmlformats.org/officeDocument/2006/relationships/image" Target="../media/image9210.png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96" Type="http://schemas.openxmlformats.org/officeDocument/2006/relationships/image" Target="../media/image4230.png"/><Relationship Id="rId214" Type="http://schemas.openxmlformats.org/officeDocument/2006/relationships/customXml" Target="../ink/ink1647.xml"/><Relationship Id="rId256" Type="http://schemas.openxmlformats.org/officeDocument/2006/relationships/image" Target="../media/image3530.png"/><Relationship Id="rId298" Type="http://schemas.openxmlformats.org/officeDocument/2006/relationships/image" Target="../media/image3740.png"/><Relationship Id="rId421" Type="http://schemas.openxmlformats.org/officeDocument/2006/relationships/customXml" Target="../ink/ink1751.xml"/><Relationship Id="rId463" Type="http://schemas.openxmlformats.org/officeDocument/2006/relationships/customXml" Target="../ink/ink1772.xml"/><Relationship Id="rId519" Type="http://schemas.openxmlformats.org/officeDocument/2006/relationships/customXml" Target="../ink/ink1800.xml"/><Relationship Id="rId116" Type="http://schemas.openxmlformats.org/officeDocument/2006/relationships/customXml" Target="../ink/ink1598.xml"/><Relationship Id="rId158" Type="http://schemas.openxmlformats.org/officeDocument/2006/relationships/customXml" Target="../ink/ink1619.xml"/><Relationship Id="rId323" Type="http://schemas.openxmlformats.org/officeDocument/2006/relationships/customXml" Target="../ink/ink1702.xml"/><Relationship Id="rId20" Type="http://schemas.openxmlformats.org/officeDocument/2006/relationships/customXml" Target="../ink/ink1550.xml"/><Relationship Id="rId62" Type="http://schemas.openxmlformats.org/officeDocument/2006/relationships/customXml" Target="../ink/ink1571.xml"/><Relationship Id="rId365" Type="http://schemas.openxmlformats.org/officeDocument/2006/relationships/customXml" Target="../ink/ink1723.xml"/><Relationship Id="rId225" Type="http://schemas.openxmlformats.org/officeDocument/2006/relationships/image" Target="../media/image2540.png"/><Relationship Id="rId267" Type="http://schemas.openxmlformats.org/officeDocument/2006/relationships/customXml" Target="../ink/ink1674.xml"/><Relationship Id="rId432" Type="http://schemas.openxmlformats.org/officeDocument/2006/relationships/image" Target="../media/image4411.png"/><Relationship Id="rId474" Type="http://schemas.openxmlformats.org/officeDocument/2006/relationships/image" Target="../media/image4620.png"/><Relationship Id="rId127" Type="http://schemas.openxmlformats.org/officeDocument/2006/relationships/image" Target="../media/image1730.png"/><Relationship Id="rId31" Type="http://schemas.openxmlformats.org/officeDocument/2006/relationships/image" Target="../media/image8210.png"/><Relationship Id="rId73" Type="http://schemas.openxmlformats.org/officeDocument/2006/relationships/image" Target="../media/image10110.png"/><Relationship Id="rId169" Type="http://schemas.openxmlformats.org/officeDocument/2006/relationships/image" Target="../media/image1930.png"/><Relationship Id="rId334" Type="http://schemas.openxmlformats.org/officeDocument/2006/relationships/image" Target="../media/image3920.png"/><Relationship Id="rId376" Type="http://schemas.openxmlformats.org/officeDocument/2006/relationships/image" Target="../media/image4130.png"/><Relationship Id="rId4" Type="http://schemas.openxmlformats.org/officeDocument/2006/relationships/customXml" Target="../ink/ink1542.xml"/><Relationship Id="rId180" Type="http://schemas.openxmlformats.org/officeDocument/2006/relationships/customXml" Target="../ink/ink1630.xml"/><Relationship Id="rId236" Type="http://schemas.openxmlformats.org/officeDocument/2006/relationships/image" Target="../media/image2590.png"/><Relationship Id="rId278" Type="http://schemas.openxmlformats.org/officeDocument/2006/relationships/image" Target="../media/image3640.png"/><Relationship Id="rId401" Type="http://schemas.openxmlformats.org/officeDocument/2006/relationships/customXml" Target="../ink/ink1741.xml"/><Relationship Id="rId443" Type="http://schemas.openxmlformats.org/officeDocument/2006/relationships/customXml" Target="../ink/ink1762.xml"/><Relationship Id="rId303" Type="http://schemas.openxmlformats.org/officeDocument/2006/relationships/customXml" Target="../ink/ink1692.xml"/><Relationship Id="rId485" Type="http://schemas.openxmlformats.org/officeDocument/2006/relationships/customXml" Target="../ink/ink1783.xml"/><Relationship Id="rId42" Type="http://schemas.openxmlformats.org/officeDocument/2006/relationships/customXml" Target="../ink/ink1561.xml"/><Relationship Id="rId84" Type="http://schemas.openxmlformats.org/officeDocument/2006/relationships/customXml" Target="../ink/ink1582.xml"/><Relationship Id="rId138" Type="http://schemas.openxmlformats.org/officeDocument/2006/relationships/customXml" Target="../ink/ink1609.xml"/><Relationship Id="rId345" Type="http://schemas.openxmlformats.org/officeDocument/2006/relationships/customXml" Target="../ink/ink1713.xml"/><Relationship Id="rId387" Type="http://schemas.openxmlformats.org/officeDocument/2006/relationships/customXml" Target="../ink/ink1734.xml"/><Relationship Id="rId510" Type="http://schemas.openxmlformats.org/officeDocument/2006/relationships/image" Target="../media/image1102.png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1664.xml"/><Relationship Id="rId412" Type="http://schemas.openxmlformats.org/officeDocument/2006/relationships/image" Target="../media/image4311.png"/><Relationship Id="rId107" Type="http://schemas.openxmlformats.org/officeDocument/2006/relationships/image" Target="../media/image1630.png"/><Relationship Id="rId289" Type="http://schemas.openxmlformats.org/officeDocument/2006/relationships/customXml" Target="../ink/ink1685.xml"/><Relationship Id="rId454" Type="http://schemas.openxmlformats.org/officeDocument/2006/relationships/image" Target="../media/image4520.png"/><Relationship Id="rId496" Type="http://schemas.openxmlformats.org/officeDocument/2006/relationships/image" Target="../media/image1095.png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3820.png"/><Relationship Id="rId356" Type="http://schemas.openxmlformats.org/officeDocument/2006/relationships/image" Target="../media/image4030.png"/><Relationship Id="rId398" Type="http://schemas.openxmlformats.org/officeDocument/2006/relationships/image" Target="../media/image4240.png"/><Relationship Id="rId95" Type="http://schemas.openxmlformats.org/officeDocument/2006/relationships/image" Target="../media/image1570.png"/><Relationship Id="rId160" Type="http://schemas.openxmlformats.org/officeDocument/2006/relationships/customXml" Target="../ink/ink1620.xml"/><Relationship Id="rId216" Type="http://schemas.openxmlformats.org/officeDocument/2006/relationships/customXml" Target="../ink/ink1648.xml"/><Relationship Id="rId423" Type="http://schemas.openxmlformats.org/officeDocument/2006/relationships/customXml" Target="../ink/ink1752.xml"/><Relationship Id="rId258" Type="http://schemas.openxmlformats.org/officeDocument/2006/relationships/image" Target="../media/image3540.png"/><Relationship Id="rId465" Type="http://schemas.openxmlformats.org/officeDocument/2006/relationships/customXml" Target="../ink/ink1773.xml"/><Relationship Id="rId22" Type="http://schemas.openxmlformats.org/officeDocument/2006/relationships/customXml" Target="../ink/ink1551.xml"/><Relationship Id="rId64" Type="http://schemas.openxmlformats.org/officeDocument/2006/relationships/customXml" Target="../ink/ink1572.xml"/><Relationship Id="rId118" Type="http://schemas.openxmlformats.org/officeDocument/2006/relationships/customXml" Target="../ink/ink1599.xml"/><Relationship Id="rId325" Type="http://schemas.openxmlformats.org/officeDocument/2006/relationships/customXml" Target="../ink/ink1703.xml"/><Relationship Id="rId367" Type="http://schemas.openxmlformats.org/officeDocument/2006/relationships/customXml" Target="../ink/ink1724.xml"/><Relationship Id="rId171" Type="http://schemas.openxmlformats.org/officeDocument/2006/relationships/image" Target="../media/image1940.png"/><Relationship Id="rId227" Type="http://schemas.openxmlformats.org/officeDocument/2006/relationships/customXml" Target="../ink/ink1654.xml"/><Relationship Id="rId269" Type="http://schemas.openxmlformats.org/officeDocument/2006/relationships/customXml" Target="../ink/ink1675.xml"/><Relationship Id="rId434" Type="http://schemas.openxmlformats.org/officeDocument/2006/relationships/image" Target="../media/image4420.png"/><Relationship Id="rId476" Type="http://schemas.openxmlformats.org/officeDocument/2006/relationships/image" Target="../media/image4630.png"/><Relationship Id="rId33" Type="http://schemas.openxmlformats.org/officeDocument/2006/relationships/image" Target="../media/image8310.png"/><Relationship Id="rId129" Type="http://schemas.openxmlformats.org/officeDocument/2006/relationships/image" Target="../media/image1290.png"/><Relationship Id="rId280" Type="http://schemas.openxmlformats.org/officeDocument/2006/relationships/image" Target="../media/image3650.png"/><Relationship Id="rId336" Type="http://schemas.openxmlformats.org/officeDocument/2006/relationships/image" Target="../media/image3930.png"/><Relationship Id="rId501" Type="http://schemas.openxmlformats.org/officeDocument/2006/relationships/customXml" Target="../ink/ink1791.xml"/><Relationship Id="rId75" Type="http://schemas.openxmlformats.org/officeDocument/2006/relationships/image" Target="../media/image10211.png"/><Relationship Id="rId140" Type="http://schemas.openxmlformats.org/officeDocument/2006/relationships/customXml" Target="../ink/ink1610.xml"/><Relationship Id="rId182" Type="http://schemas.openxmlformats.org/officeDocument/2006/relationships/customXml" Target="../ink/ink1631.xml"/><Relationship Id="rId378" Type="http://schemas.openxmlformats.org/officeDocument/2006/relationships/image" Target="../media/image4140.png"/><Relationship Id="rId403" Type="http://schemas.openxmlformats.org/officeDocument/2006/relationships/customXml" Target="../ink/ink1742.xml"/><Relationship Id="rId6" Type="http://schemas.openxmlformats.org/officeDocument/2006/relationships/customXml" Target="../ink/ink1543.xml"/><Relationship Id="rId238" Type="http://schemas.openxmlformats.org/officeDocument/2006/relationships/image" Target="../media/image2600.png"/><Relationship Id="rId445" Type="http://schemas.openxmlformats.org/officeDocument/2006/relationships/customXml" Target="../ink/ink1763.xml"/><Relationship Id="rId487" Type="http://schemas.openxmlformats.org/officeDocument/2006/relationships/customXml" Target="../ink/ink1784.xml"/><Relationship Id="rId291" Type="http://schemas.openxmlformats.org/officeDocument/2006/relationships/customXml" Target="../ink/ink1686.xml"/><Relationship Id="rId305" Type="http://schemas.openxmlformats.org/officeDocument/2006/relationships/customXml" Target="../ink/ink1693.xml"/><Relationship Id="rId347" Type="http://schemas.openxmlformats.org/officeDocument/2006/relationships/customXml" Target="../ink/ink1714.xml"/><Relationship Id="rId512" Type="http://schemas.openxmlformats.org/officeDocument/2006/relationships/image" Target="../media/image1103.png"/><Relationship Id="rId44" Type="http://schemas.openxmlformats.org/officeDocument/2006/relationships/customXml" Target="../ink/ink1562.xml"/><Relationship Id="rId86" Type="http://schemas.openxmlformats.org/officeDocument/2006/relationships/customXml" Target="../ink/ink1583.xml"/><Relationship Id="rId151" Type="http://schemas.openxmlformats.org/officeDocument/2006/relationships/image" Target="../media/image1840.png"/><Relationship Id="rId389" Type="http://schemas.openxmlformats.org/officeDocument/2006/relationships/customXml" Target="../ink/ink1735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1665.xml"/><Relationship Id="rId414" Type="http://schemas.openxmlformats.org/officeDocument/2006/relationships/image" Target="../media/image4320.png"/><Relationship Id="rId456" Type="http://schemas.openxmlformats.org/officeDocument/2006/relationships/image" Target="../media/image4530.png"/><Relationship Id="rId498" Type="http://schemas.openxmlformats.org/officeDocument/2006/relationships/image" Target="../media/image1096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3550.png"/><Relationship Id="rId316" Type="http://schemas.openxmlformats.org/officeDocument/2006/relationships/image" Target="../media/image3830.png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1600.xml"/><Relationship Id="rId358" Type="http://schemas.openxmlformats.org/officeDocument/2006/relationships/image" Target="../media/image4040.png"/><Relationship Id="rId162" Type="http://schemas.openxmlformats.org/officeDocument/2006/relationships/customXml" Target="../ink/ink1621.xml"/><Relationship Id="rId218" Type="http://schemas.openxmlformats.org/officeDocument/2006/relationships/customXml" Target="../ink/ink1649.xml"/><Relationship Id="rId425" Type="http://schemas.openxmlformats.org/officeDocument/2006/relationships/customXml" Target="../ink/ink1753.xml"/><Relationship Id="rId467" Type="http://schemas.openxmlformats.org/officeDocument/2006/relationships/customXml" Target="../ink/ink1774.xml"/><Relationship Id="rId271" Type="http://schemas.openxmlformats.org/officeDocument/2006/relationships/customXml" Target="../ink/ink1676.xml"/><Relationship Id="rId24" Type="http://schemas.openxmlformats.org/officeDocument/2006/relationships/customXml" Target="../ink/ink1552.xml"/><Relationship Id="rId66" Type="http://schemas.openxmlformats.org/officeDocument/2006/relationships/customXml" Target="../ink/ink1573.xml"/><Relationship Id="rId131" Type="http://schemas.openxmlformats.org/officeDocument/2006/relationships/image" Target="../media/image1740.png"/><Relationship Id="rId327" Type="http://schemas.openxmlformats.org/officeDocument/2006/relationships/customXml" Target="../ink/ink1704.xml"/><Relationship Id="rId369" Type="http://schemas.openxmlformats.org/officeDocument/2006/relationships/customXml" Target="../ink/ink1725.xml"/><Relationship Id="rId173" Type="http://schemas.openxmlformats.org/officeDocument/2006/relationships/image" Target="../media/image1950.png"/><Relationship Id="rId229" Type="http://schemas.openxmlformats.org/officeDocument/2006/relationships/customXml" Target="../ink/ink1655.xml"/><Relationship Id="rId380" Type="http://schemas.openxmlformats.org/officeDocument/2006/relationships/image" Target="../media/image4150.png"/><Relationship Id="rId436" Type="http://schemas.openxmlformats.org/officeDocument/2006/relationships/image" Target="../media/image4430.png"/><Relationship Id="rId240" Type="http://schemas.openxmlformats.org/officeDocument/2006/relationships/image" Target="../media/image2611.png"/><Relationship Id="rId478" Type="http://schemas.openxmlformats.org/officeDocument/2006/relationships/image" Target="../media/image4640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1590.xml"/><Relationship Id="rId282" Type="http://schemas.openxmlformats.org/officeDocument/2006/relationships/image" Target="../media/image3660.png"/><Relationship Id="rId338" Type="http://schemas.openxmlformats.org/officeDocument/2006/relationships/image" Target="../media/image3940.png"/><Relationship Id="rId503" Type="http://schemas.openxmlformats.org/officeDocument/2006/relationships/customXml" Target="../ink/ink1792.xml"/><Relationship Id="rId8" Type="http://schemas.openxmlformats.org/officeDocument/2006/relationships/customXml" Target="../ink/ink1544.xml"/><Relationship Id="rId142" Type="http://schemas.openxmlformats.org/officeDocument/2006/relationships/customXml" Target="../ink/ink1611.xml"/><Relationship Id="rId184" Type="http://schemas.openxmlformats.org/officeDocument/2006/relationships/customXml" Target="../ink/ink1632.xml"/><Relationship Id="rId391" Type="http://schemas.openxmlformats.org/officeDocument/2006/relationships/customXml" Target="../ink/ink1736.xml"/><Relationship Id="rId405" Type="http://schemas.openxmlformats.org/officeDocument/2006/relationships/customXml" Target="../ink/ink1743.xml"/><Relationship Id="rId447" Type="http://schemas.openxmlformats.org/officeDocument/2006/relationships/customXml" Target="../ink/ink1764.xml"/><Relationship Id="rId251" Type="http://schemas.openxmlformats.org/officeDocument/2006/relationships/customXml" Target="../ink/ink1666.xml"/><Relationship Id="rId489" Type="http://schemas.openxmlformats.org/officeDocument/2006/relationships/customXml" Target="../ink/ink1785.xml"/><Relationship Id="rId46" Type="http://schemas.openxmlformats.org/officeDocument/2006/relationships/customXml" Target="../ink/ink1563.xml"/><Relationship Id="rId293" Type="http://schemas.openxmlformats.org/officeDocument/2006/relationships/customXml" Target="../ink/ink1687.xml"/><Relationship Id="rId307" Type="http://schemas.openxmlformats.org/officeDocument/2006/relationships/customXml" Target="../ink/ink1694.xml"/><Relationship Id="rId349" Type="http://schemas.openxmlformats.org/officeDocument/2006/relationships/customXml" Target="../ink/ink1715.xml"/><Relationship Id="rId514" Type="http://schemas.openxmlformats.org/officeDocument/2006/relationships/image" Target="../media/image1104.png"/><Relationship Id="rId88" Type="http://schemas.openxmlformats.org/officeDocument/2006/relationships/customXml" Target="../ink/ink1584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4050.png"/><Relationship Id="rId416" Type="http://schemas.openxmlformats.org/officeDocument/2006/relationships/image" Target="../media/image4330.png"/><Relationship Id="rId220" Type="http://schemas.openxmlformats.org/officeDocument/2006/relationships/customXml" Target="../ink/ink1650.xml"/><Relationship Id="rId458" Type="http://schemas.openxmlformats.org/officeDocument/2006/relationships/image" Target="../media/image4540.png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3560.png"/><Relationship Id="rId318" Type="http://schemas.openxmlformats.org/officeDocument/2006/relationships/image" Target="../media/image3840.png"/><Relationship Id="rId99" Type="http://schemas.openxmlformats.org/officeDocument/2006/relationships/image" Target="../media/image1590.png"/><Relationship Id="rId122" Type="http://schemas.openxmlformats.org/officeDocument/2006/relationships/customXml" Target="../ink/ink1601.xml"/><Relationship Id="rId164" Type="http://schemas.openxmlformats.org/officeDocument/2006/relationships/customXml" Target="../ink/ink1622.xml"/><Relationship Id="rId371" Type="http://schemas.openxmlformats.org/officeDocument/2006/relationships/customXml" Target="../ink/ink1726.xml"/><Relationship Id="rId427" Type="http://schemas.openxmlformats.org/officeDocument/2006/relationships/customXml" Target="../ink/ink1754.xml"/><Relationship Id="rId469" Type="http://schemas.openxmlformats.org/officeDocument/2006/relationships/customXml" Target="../ink/ink1775.xml"/><Relationship Id="rId26" Type="http://schemas.openxmlformats.org/officeDocument/2006/relationships/customXml" Target="../ink/ink1553.xml"/><Relationship Id="rId231" Type="http://schemas.openxmlformats.org/officeDocument/2006/relationships/customXml" Target="../ink/ink1656.xml"/><Relationship Id="rId273" Type="http://schemas.openxmlformats.org/officeDocument/2006/relationships/customXml" Target="../ink/ink1677.xml"/><Relationship Id="rId329" Type="http://schemas.openxmlformats.org/officeDocument/2006/relationships/customXml" Target="../ink/ink1705.xml"/><Relationship Id="rId480" Type="http://schemas.openxmlformats.org/officeDocument/2006/relationships/image" Target="../media/image4650.png"/><Relationship Id="rId68" Type="http://schemas.openxmlformats.org/officeDocument/2006/relationships/customXml" Target="../ink/ink1574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950.png"/><Relationship Id="rId200" Type="http://schemas.openxmlformats.org/officeDocument/2006/relationships/customXml" Target="../ink/ink1640.xml"/><Relationship Id="rId382" Type="http://schemas.openxmlformats.org/officeDocument/2006/relationships/image" Target="../media/image4160.png"/><Relationship Id="rId438" Type="http://schemas.openxmlformats.org/officeDocument/2006/relationships/image" Target="../media/image4440.png"/><Relationship Id="rId242" Type="http://schemas.openxmlformats.org/officeDocument/2006/relationships/image" Target="../media/image2620.png"/><Relationship Id="rId284" Type="http://schemas.openxmlformats.org/officeDocument/2006/relationships/image" Target="../media/image3670.png"/><Relationship Id="rId491" Type="http://schemas.openxmlformats.org/officeDocument/2006/relationships/customXml" Target="../ink/ink1786.xml"/><Relationship Id="rId505" Type="http://schemas.openxmlformats.org/officeDocument/2006/relationships/customXml" Target="../ink/ink1793.xml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1591.xml"/><Relationship Id="rId144" Type="http://schemas.openxmlformats.org/officeDocument/2006/relationships/customXml" Target="../ink/ink1612.xml"/><Relationship Id="rId90" Type="http://schemas.openxmlformats.org/officeDocument/2006/relationships/customXml" Target="../ink/ink1585.xml"/><Relationship Id="rId186" Type="http://schemas.openxmlformats.org/officeDocument/2006/relationships/customXml" Target="../ink/ink1633.xml"/><Relationship Id="rId351" Type="http://schemas.openxmlformats.org/officeDocument/2006/relationships/customXml" Target="../ink/ink1716.xml"/><Relationship Id="rId393" Type="http://schemas.openxmlformats.org/officeDocument/2006/relationships/customXml" Target="../ink/ink1737.xml"/><Relationship Id="rId407" Type="http://schemas.openxmlformats.org/officeDocument/2006/relationships/customXml" Target="../ink/ink1744.xml"/><Relationship Id="rId449" Type="http://schemas.openxmlformats.org/officeDocument/2006/relationships/customXml" Target="../ink/ink1765.xml"/><Relationship Id="rId211" Type="http://schemas.openxmlformats.org/officeDocument/2006/relationships/image" Target="../media/image2470.png"/><Relationship Id="rId253" Type="http://schemas.openxmlformats.org/officeDocument/2006/relationships/customXml" Target="../ink/ink1667.xml"/><Relationship Id="rId295" Type="http://schemas.openxmlformats.org/officeDocument/2006/relationships/customXml" Target="../ink/ink1688.xml"/><Relationship Id="rId309" Type="http://schemas.openxmlformats.org/officeDocument/2006/relationships/customXml" Target="../ink/ink1695.xml"/><Relationship Id="rId460" Type="http://schemas.openxmlformats.org/officeDocument/2006/relationships/image" Target="../media/image4550.png"/><Relationship Id="rId516" Type="http://schemas.openxmlformats.org/officeDocument/2006/relationships/image" Target="../media/image1105.png"/><Relationship Id="rId48" Type="http://schemas.openxmlformats.org/officeDocument/2006/relationships/customXml" Target="../ink/ink1564.xml"/><Relationship Id="rId113" Type="http://schemas.openxmlformats.org/officeDocument/2006/relationships/image" Target="../media/image1660.png"/><Relationship Id="rId320" Type="http://schemas.openxmlformats.org/officeDocument/2006/relationships/image" Target="../media/image3850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4060.png"/><Relationship Id="rId418" Type="http://schemas.openxmlformats.org/officeDocument/2006/relationships/image" Target="../media/image4340.png"/><Relationship Id="rId222" Type="http://schemas.openxmlformats.org/officeDocument/2006/relationships/customXml" Target="../ink/ink1651.xml"/><Relationship Id="rId264" Type="http://schemas.openxmlformats.org/officeDocument/2006/relationships/image" Target="../media/image3570.png"/><Relationship Id="rId471" Type="http://schemas.openxmlformats.org/officeDocument/2006/relationships/customXml" Target="../ink/ink1776.xml"/><Relationship Id="rId17" Type="http://schemas.openxmlformats.org/officeDocument/2006/relationships/image" Target="../media/image7510.png"/><Relationship Id="rId59" Type="http://schemas.openxmlformats.org/officeDocument/2006/relationships/image" Target="../media/image5310.png"/><Relationship Id="rId124" Type="http://schemas.openxmlformats.org/officeDocument/2006/relationships/customXml" Target="../ink/ink1602.xml"/><Relationship Id="rId70" Type="http://schemas.openxmlformats.org/officeDocument/2006/relationships/customXml" Target="../ink/ink1575.xml"/><Relationship Id="rId166" Type="http://schemas.openxmlformats.org/officeDocument/2006/relationships/customXml" Target="../ink/ink1623.xml"/><Relationship Id="rId331" Type="http://schemas.openxmlformats.org/officeDocument/2006/relationships/customXml" Target="../ink/ink1706.xml"/><Relationship Id="rId373" Type="http://schemas.openxmlformats.org/officeDocument/2006/relationships/customXml" Target="../ink/ink1727.xml"/><Relationship Id="rId429" Type="http://schemas.openxmlformats.org/officeDocument/2006/relationships/customXml" Target="../ink/ink175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657.xml"/><Relationship Id="rId440" Type="http://schemas.openxmlformats.org/officeDocument/2006/relationships/image" Target="../media/image4450.png"/><Relationship Id="rId28" Type="http://schemas.openxmlformats.org/officeDocument/2006/relationships/customXml" Target="../ink/ink1554.xml"/><Relationship Id="rId275" Type="http://schemas.openxmlformats.org/officeDocument/2006/relationships/customXml" Target="../ink/ink1678.xml"/><Relationship Id="rId300" Type="http://schemas.openxmlformats.org/officeDocument/2006/relationships/image" Target="../media/image3750.png"/><Relationship Id="rId482" Type="http://schemas.openxmlformats.org/officeDocument/2006/relationships/image" Target="../media/image4660.png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77" Type="http://schemas.openxmlformats.org/officeDocument/2006/relationships/image" Target="../media/image1970.png"/><Relationship Id="rId342" Type="http://schemas.openxmlformats.org/officeDocument/2006/relationships/image" Target="../media/image3960.png"/><Relationship Id="rId384" Type="http://schemas.openxmlformats.org/officeDocument/2006/relationships/image" Target="../media/image4170.png"/><Relationship Id="rId202" Type="http://schemas.openxmlformats.org/officeDocument/2006/relationships/customXml" Target="../ink/ink1641.xml"/><Relationship Id="rId244" Type="http://schemas.openxmlformats.org/officeDocument/2006/relationships/image" Target="../media/image2630.png"/><Relationship Id="rId39" Type="http://schemas.openxmlformats.org/officeDocument/2006/relationships/image" Target="../media/image8610.png"/><Relationship Id="rId286" Type="http://schemas.openxmlformats.org/officeDocument/2006/relationships/image" Target="../media/image3680.png"/><Relationship Id="rId451" Type="http://schemas.openxmlformats.org/officeDocument/2006/relationships/customXml" Target="../ink/ink1766.xml"/><Relationship Id="rId493" Type="http://schemas.openxmlformats.org/officeDocument/2006/relationships/customXml" Target="../ink/ink1787.xml"/><Relationship Id="rId507" Type="http://schemas.openxmlformats.org/officeDocument/2006/relationships/customXml" Target="../ink/ink1794.xml"/><Relationship Id="rId50" Type="http://schemas.openxmlformats.org/officeDocument/2006/relationships/customXml" Target="../ink/ink1565.xml"/><Relationship Id="rId104" Type="http://schemas.openxmlformats.org/officeDocument/2006/relationships/customXml" Target="../ink/ink1592.xml"/><Relationship Id="rId146" Type="http://schemas.openxmlformats.org/officeDocument/2006/relationships/customXml" Target="../ink/ink1613.xml"/><Relationship Id="rId188" Type="http://schemas.openxmlformats.org/officeDocument/2006/relationships/customXml" Target="../ink/ink1634.xml"/><Relationship Id="rId311" Type="http://schemas.openxmlformats.org/officeDocument/2006/relationships/customXml" Target="../ink/ink1696.xml"/><Relationship Id="rId353" Type="http://schemas.openxmlformats.org/officeDocument/2006/relationships/customXml" Target="../ink/ink1717.xml"/><Relationship Id="rId395" Type="http://schemas.openxmlformats.org/officeDocument/2006/relationships/customXml" Target="../ink/ink1738.xml"/><Relationship Id="rId409" Type="http://schemas.openxmlformats.org/officeDocument/2006/relationships/customXml" Target="../ink/ink1745.xml"/><Relationship Id="rId92" Type="http://schemas.openxmlformats.org/officeDocument/2006/relationships/customXml" Target="../ink/ink1586.xml"/><Relationship Id="rId213" Type="http://schemas.openxmlformats.org/officeDocument/2006/relationships/image" Target="../media/image2480.png"/><Relationship Id="rId420" Type="http://schemas.openxmlformats.org/officeDocument/2006/relationships/image" Target="../media/image4350.png"/><Relationship Id="rId255" Type="http://schemas.openxmlformats.org/officeDocument/2006/relationships/customXml" Target="../ink/ink1668.xml"/><Relationship Id="rId297" Type="http://schemas.openxmlformats.org/officeDocument/2006/relationships/customXml" Target="../ink/ink1689.xml"/><Relationship Id="rId462" Type="http://schemas.openxmlformats.org/officeDocument/2006/relationships/image" Target="../media/image4560.png"/><Relationship Id="rId518" Type="http://schemas.openxmlformats.org/officeDocument/2006/relationships/image" Target="../media/image1106.png"/><Relationship Id="rId115" Type="http://schemas.openxmlformats.org/officeDocument/2006/relationships/image" Target="../media/image1670.png"/><Relationship Id="rId157" Type="http://schemas.openxmlformats.org/officeDocument/2006/relationships/image" Target="../media/image1870.png"/><Relationship Id="rId322" Type="http://schemas.openxmlformats.org/officeDocument/2006/relationships/image" Target="../media/image3860.png"/><Relationship Id="rId364" Type="http://schemas.openxmlformats.org/officeDocument/2006/relationships/image" Target="../media/image4070.png"/><Relationship Id="rId61" Type="http://schemas.openxmlformats.org/officeDocument/2006/relationships/image" Target="../media/image9610.png"/><Relationship Id="rId199" Type="http://schemas.openxmlformats.org/officeDocument/2006/relationships/image" Target="../media/image2411.png"/><Relationship Id="rId19" Type="http://schemas.openxmlformats.org/officeDocument/2006/relationships/image" Target="../media/image7610.png"/><Relationship Id="rId224" Type="http://schemas.openxmlformats.org/officeDocument/2006/relationships/customXml" Target="../ink/ink1652.xml"/><Relationship Id="rId266" Type="http://schemas.openxmlformats.org/officeDocument/2006/relationships/image" Target="../media/image3580.png"/><Relationship Id="rId431" Type="http://schemas.openxmlformats.org/officeDocument/2006/relationships/customXml" Target="../ink/ink1756.xml"/><Relationship Id="rId473" Type="http://schemas.openxmlformats.org/officeDocument/2006/relationships/customXml" Target="../ink/ink1777.xml"/><Relationship Id="rId30" Type="http://schemas.openxmlformats.org/officeDocument/2006/relationships/customXml" Target="../ink/ink1555.xml"/><Relationship Id="rId126" Type="http://schemas.openxmlformats.org/officeDocument/2006/relationships/customXml" Target="../ink/ink1603.xml"/><Relationship Id="rId168" Type="http://schemas.openxmlformats.org/officeDocument/2006/relationships/customXml" Target="../ink/ink1624.xml"/><Relationship Id="rId333" Type="http://schemas.openxmlformats.org/officeDocument/2006/relationships/customXml" Target="../ink/ink1707.xml"/><Relationship Id="rId72" Type="http://schemas.openxmlformats.org/officeDocument/2006/relationships/customXml" Target="../ink/ink1576.xml"/><Relationship Id="rId375" Type="http://schemas.openxmlformats.org/officeDocument/2006/relationships/customXml" Target="../ink/ink1728.xml"/><Relationship Id="rId3" Type="http://schemas.openxmlformats.org/officeDocument/2006/relationships/image" Target="../media/image2510.png"/><Relationship Id="rId235" Type="http://schemas.openxmlformats.org/officeDocument/2006/relationships/customXml" Target="../ink/ink1658.xml"/><Relationship Id="rId277" Type="http://schemas.openxmlformats.org/officeDocument/2006/relationships/customXml" Target="../ink/ink1679.xml"/><Relationship Id="rId400" Type="http://schemas.openxmlformats.org/officeDocument/2006/relationships/image" Target="../media/image4250.png"/><Relationship Id="rId442" Type="http://schemas.openxmlformats.org/officeDocument/2006/relationships/image" Target="../media/image4460.png"/><Relationship Id="rId484" Type="http://schemas.openxmlformats.org/officeDocument/2006/relationships/image" Target="../media/image4670.png"/><Relationship Id="rId137" Type="http://schemas.openxmlformats.org/officeDocument/2006/relationships/image" Target="../media/image1770.png"/><Relationship Id="rId302" Type="http://schemas.openxmlformats.org/officeDocument/2006/relationships/image" Target="../media/image3760.png"/><Relationship Id="rId344" Type="http://schemas.openxmlformats.org/officeDocument/2006/relationships/image" Target="../media/image3970.png"/><Relationship Id="rId41" Type="http://schemas.openxmlformats.org/officeDocument/2006/relationships/image" Target="../media/image8710.png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86" Type="http://schemas.openxmlformats.org/officeDocument/2006/relationships/image" Target="../media/image4180.png"/><Relationship Id="rId190" Type="http://schemas.openxmlformats.org/officeDocument/2006/relationships/customXml" Target="../ink/ink1635.xml"/><Relationship Id="rId204" Type="http://schemas.openxmlformats.org/officeDocument/2006/relationships/customXml" Target="../ink/ink1642.xml"/><Relationship Id="rId246" Type="http://schemas.openxmlformats.org/officeDocument/2006/relationships/image" Target="../media/image2640.png"/><Relationship Id="rId288" Type="http://schemas.openxmlformats.org/officeDocument/2006/relationships/image" Target="../media/image3690.png"/><Relationship Id="rId411" Type="http://schemas.openxmlformats.org/officeDocument/2006/relationships/customXml" Target="../ink/ink1746.xml"/><Relationship Id="rId453" Type="http://schemas.openxmlformats.org/officeDocument/2006/relationships/customXml" Target="../ink/ink1767.xml"/><Relationship Id="rId509" Type="http://schemas.openxmlformats.org/officeDocument/2006/relationships/customXml" Target="../ink/ink1795.xml"/><Relationship Id="rId106" Type="http://schemas.openxmlformats.org/officeDocument/2006/relationships/customXml" Target="../ink/ink1593.xml"/><Relationship Id="rId313" Type="http://schemas.openxmlformats.org/officeDocument/2006/relationships/customXml" Target="../ink/ink1697.xml"/><Relationship Id="rId495" Type="http://schemas.openxmlformats.org/officeDocument/2006/relationships/customXml" Target="../ink/ink1788.xml"/><Relationship Id="rId10" Type="http://schemas.openxmlformats.org/officeDocument/2006/relationships/customXml" Target="../ink/ink1545.xml"/><Relationship Id="rId52" Type="http://schemas.openxmlformats.org/officeDocument/2006/relationships/customXml" Target="../ink/ink1566.xml"/><Relationship Id="rId94" Type="http://schemas.openxmlformats.org/officeDocument/2006/relationships/customXml" Target="../ink/ink1587.xml"/><Relationship Id="rId148" Type="http://schemas.openxmlformats.org/officeDocument/2006/relationships/customXml" Target="../ink/ink1614.xml"/><Relationship Id="rId355" Type="http://schemas.openxmlformats.org/officeDocument/2006/relationships/customXml" Target="../ink/ink1718.xml"/><Relationship Id="rId397" Type="http://schemas.openxmlformats.org/officeDocument/2006/relationships/customXml" Target="../ink/ink1739.xml"/><Relationship Id="rId520" Type="http://schemas.openxmlformats.org/officeDocument/2006/relationships/image" Target="../media/image1107.png"/><Relationship Id="rId215" Type="http://schemas.openxmlformats.org/officeDocument/2006/relationships/image" Target="../media/image2490.png"/><Relationship Id="rId257" Type="http://schemas.openxmlformats.org/officeDocument/2006/relationships/customXml" Target="../ink/ink1669.xml"/><Relationship Id="rId422" Type="http://schemas.openxmlformats.org/officeDocument/2006/relationships/image" Target="../media/image4360.png"/><Relationship Id="rId464" Type="http://schemas.openxmlformats.org/officeDocument/2006/relationships/image" Target="../media/image4570.png"/><Relationship Id="rId299" Type="http://schemas.openxmlformats.org/officeDocument/2006/relationships/customXml" Target="../ink/ink1690.xml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66" Type="http://schemas.openxmlformats.org/officeDocument/2006/relationships/image" Target="../media/image4080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1821.xml"/><Relationship Id="rId63" Type="http://schemas.openxmlformats.org/officeDocument/2006/relationships/image" Target="../media/image9710.png"/><Relationship Id="rId84" Type="http://schemas.openxmlformats.org/officeDocument/2006/relationships/customXml" Target="../ink/ink1842.xml"/><Relationship Id="rId138" Type="http://schemas.openxmlformats.org/officeDocument/2006/relationships/customXml" Target="../ink/ink1869.xml"/><Relationship Id="rId159" Type="http://schemas.openxmlformats.org/officeDocument/2006/relationships/image" Target="../media/image1880.png"/><Relationship Id="rId170" Type="http://schemas.openxmlformats.org/officeDocument/2006/relationships/customXml" Target="../ink/ink1885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1913.xml"/><Relationship Id="rId247" Type="http://schemas.openxmlformats.org/officeDocument/2006/relationships/customXml" Target="../ink/ink1924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1816.xml"/><Relationship Id="rId53" Type="http://schemas.openxmlformats.org/officeDocument/2006/relationships/image" Target="../media/image9310.png"/><Relationship Id="rId74" Type="http://schemas.openxmlformats.org/officeDocument/2006/relationships/customXml" Target="../ink/ink1837.xml"/><Relationship Id="rId128" Type="http://schemas.openxmlformats.org/officeDocument/2006/relationships/customXml" Target="../ink/ink1864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1880.xml"/><Relationship Id="rId181" Type="http://schemas.openxmlformats.org/officeDocument/2006/relationships/image" Target="../media/image1990.png"/><Relationship Id="rId216" Type="http://schemas.openxmlformats.org/officeDocument/2006/relationships/customXml" Target="../ink/ink1908.xml"/><Relationship Id="rId237" Type="http://schemas.openxmlformats.org/officeDocument/2006/relationships/customXml" Target="../ink/ink1919.xml"/><Relationship Id="rId22" Type="http://schemas.openxmlformats.org/officeDocument/2006/relationships/customXml" Target="../ink/ink1811.xml"/><Relationship Id="rId43" Type="http://schemas.openxmlformats.org/officeDocument/2006/relationships/image" Target="../media/image8810.png"/><Relationship Id="rId64" Type="http://schemas.openxmlformats.org/officeDocument/2006/relationships/customXml" Target="../ink/ink1832.xml"/><Relationship Id="rId118" Type="http://schemas.openxmlformats.org/officeDocument/2006/relationships/customXml" Target="../ink/ink1859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1875.xml"/><Relationship Id="rId171" Type="http://schemas.openxmlformats.org/officeDocument/2006/relationships/image" Target="../media/image1940.png"/><Relationship Id="rId192" Type="http://schemas.openxmlformats.org/officeDocument/2006/relationships/customXml" Target="../ink/ink1896.xml"/><Relationship Id="rId206" Type="http://schemas.openxmlformats.org/officeDocument/2006/relationships/customXml" Target="../ink/ink1903.xml"/><Relationship Id="rId227" Type="http://schemas.openxmlformats.org/officeDocument/2006/relationships/customXml" Target="../ink/ink1914.xml"/><Relationship Id="rId248" Type="http://schemas.openxmlformats.org/officeDocument/2006/relationships/image" Target="../media/image2650.png"/><Relationship Id="rId12" Type="http://schemas.openxmlformats.org/officeDocument/2006/relationships/customXml" Target="../ink/ink1806.xml"/><Relationship Id="rId33" Type="http://schemas.openxmlformats.org/officeDocument/2006/relationships/image" Target="../media/image8310.png"/><Relationship Id="rId108" Type="http://schemas.openxmlformats.org/officeDocument/2006/relationships/customXml" Target="../ink/ink1854.xml"/><Relationship Id="rId129" Type="http://schemas.openxmlformats.org/officeDocument/2006/relationships/image" Target="../media/image1290.png"/><Relationship Id="rId54" Type="http://schemas.openxmlformats.org/officeDocument/2006/relationships/customXml" Target="../ink/ink1827.xml"/><Relationship Id="rId75" Type="http://schemas.openxmlformats.org/officeDocument/2006/relationships/image" Target="../media/image10211.png"/><Relationship Id="rId96" Type="http://schemas.openxmlformats.org/officeDocument/2006/relationships/customXml" Target="../ink/ink1848.xml"/><Relationship Id="rId140" Type="http://schemas.openxmlformats.org/officeDocument/2006/relationships/customXml" Target="../ink/ink1870.xml"/><Relationship Id="rId161" Type="http://schemas.openxmlformats.org/officeDocument/2006/relationships/image" Target="../media/image1890.png"/><Relationship Id="rId182" Type="http://schemas.openxmlformats.org/officeDocument/2006/relationships/customXml" Target="../ink/ink1891.xml"/><Relationship Id="rId217" Type="http://schemas.openxmlformats.org/officeDocument/2006/relationships/image" Target="../media/image2500.png"/><Relationship Id="rId6" Type="http://schemas.openxmlformats.org/officeDocument/2006/relationships/customXml" Target="../ink/ink1803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1822.xml"/><Relationship Id="rId65" Type="http://schemas.openxmlformats.org/officeDocument/2006/relationships/image" Target="../media/image9810.png"/><Relationship Id="rId86" Type="http://schemas.openxmlformats.org/officeDocument/2006/relationships/customXml" Target="../ink/ink1843.xml"/><Relationship Id="rId130" Type="http://schemas.openxmlformats.org/officeDocument/2006/relationships/customXml" Target="../ink/ink1865.xml"/><Relationship Id="rId151" Type="http://schemas.openxmlformats.org/officeDocument/2006/relationships/image" Target="../media/image1840.png"/><Relationship Id="rId172" Type="http://schemas.openxmlformats.org/officeDocument/2006/relationships/customXml" Target="../ink/ink1886.xml"/><Relationship Id="rId193" Type="http://schemas.openxmlformats.org/officeDocument/2006/relationships/image" Target="../media/image141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1925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1817.xml"/><Relationship Id="rId55" Type="http://schemas.openxmlformats.org/officeDocument/2006/relationships/image" Target="../media/image9410.png"/><Relationship Id="rId76" Type="http://schemas.openxmlformats.org/officeDocument/2006/relationships/customXml" Target="../ink/ink1838.xml"/><Relationship Id="rId97" Type="http://schemas.openxmlformats.org/officeDocument/2006/relationships/image" Target="../media/image1580.png"/><Relationship Id="rId120" Type="http://schemas.openxmlformats.org/officeDocument/2006/relationships/customXml" Target="../ink/ink1860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1881.xml"/><Relationship Id="rId183" Type="http://schemas.openxmlformats.org/officeDocument/2006/relationships/image" Target="../media/image2000.png"/><Relationship Id="rId218" Type="http://schemas.openxmlformats.org/officeDocument/2006/relationships/customXml" Target="../ink/ink1909.xml"/><Relationship Id="rId239" Type="http://schemas.openxmlformats.org/officeDocument/2006/relationships/customXml" Target="../ink/ink1920.xml"/><Relationship Id="rId250" Type="http://schemas.openxmlformats.org/officeDocument/2006/relationships/image" Target="../media/image2660.png"/><Relationship Id="rId24" Type="http://schemas.openxmlformats.org/officeDocument/2006/relationships/customXml" Target="../ink/ink1812.xml"/><Relationship Id="rId45" Type="http://schemas.openxmlformats.org/officeDocument/2006/relationships/image" Target="../media/image8910.png"/><Relationship Id="rId66" Type="http://schemas.openxmlformats.org/officeDocument/2006/relationships/customXml" Target="../ink/ink1833.xml"/><Relationship Id="rId87" Type="http://schemas.openxmlformats.org/officeDocument/2006/relationships/image" Target="../media/image10810.png"/><Relationship Id="rId110" Type="http://schemas.openxmlformats.org/officeDocument/2006/relationships/customXml" Target="../ink/ink1855.xml"/><Relationship Id="rId131" Type="http://schemas.openxmlformats.org/officeDocument/2006/relationships/image" Target="../media/image1740.png"/><Relationship Id="rId152" Type="http://schemas.openxmlformats.org/officeDocument/2006/relationships/customXml" Target="../ink/ink1876.xml"/><Relationship Id="rId173" Type="http://schemas.openxmlformats.org/officeDocument/2006/relationships/image" Target="../media/image1950.png"/><Relationship Id="rId194" Type="http://schemas.openxmlformats.org/officeDocument/2006/relationships/customXml" Target="../ink/ink1897.xml"/><Relationship Id="rId208" Type="http://schemas.openxmlformats.org/officeDocument/2006/relationships/customXml" Target="../ink/ink1904.xml"/><Relationship Id="rId229" Type="http://schemas.openxmlformats.org/officeDocument/2006/relationships/customXml" Target="../ink/ink1915.xml"/><Relationship Id="rId240" Type="http://schemas.openxmlformats.org/officeDocument/2006/relationships/image" Target="../media/image2611.png"/><Relationship Id="rId14" Type="http://schemas.openxmlformats.org/officeDocument/2006/relationships/customXml" Target="../ink/ink1807.xml"/><Relationship Id="rId35" Type="http://schemas.openxmlformats.org/officeDocument/2006/relationships/image" Target="../media/image8410.png"/><Relationship Id="rId56" Type="http://schemas.openxmlformats.org/officeDocument/2006/relationships/customXml" Target="../ink/ink1828.xml"/><Relationship Id="rId77" Type="http://schemas.openxmlformats.org/officeDocument/2006/relationships/image" Target="../media/image10310.png"/><Relationship Id="rId100" Type="http://schemas.openxmlformats.org/officeDocument/2006/relationships/customXml" Target="../ink/ink1850.xml"/><Relationship Id="rId8" Type="http://schemas.openxmlformats.org/officeDocument/2006/relationships/customXml" Target="../ink/ink1804.xml"/><Relationship Id="rId98" Type="http://schemas.openxmlformats.org/officeDocument/2006/relationships/customXml" Target="../ink/ink1849.xml"/><Relationship Id="rId121" Type="http://schemas.openxmlformats.org/officeDocument/2006/relationships/image" Target="../media/image1700.png"/><Relationship Id="rId142" Type="http://schemas.openxmlformats.org/officeDocument/2006/relationships/customXml" Target="../ink/ink1871.xml"/><Relationship Id="rId163" Type="http://schemas.openxmlformats.org/officeDocument/2006/relationships/image" Target="../media/image1900.png"/><Relationship Id="rId184" Type="http://schemas.openxmlformats.org/officeDocument/2006/relationships/customXml" Target="../ink/ink1892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108.jpeg"/><Relationship Id="rId25" Type="http://schemas.openxmlformats.org/officeDocument/2006/relationships/image" Target="../media/image7910.png"/><Relationship Id="rId46" Type="http://schemas.openxmlformats.org/officeDocument/2006/relationships/customXml" Target="../ink/ink1823.xml"/><Relationship Id="rId67" Type="http://schemas.openxmlformats.org/officeDocument/2006/relationships/image" Target="../media/image9910.png"/><Relationship Id="rId88" Type="http://schemas.openxmlformats.org/officeDocument/2006/relationships/customXml" Target="../ink/ink1844.xml"/><Relationship Id="rId111" Type="http://schemas.openxmlformats.org/officeDocument/2006/relationships/image" Target="../media/image1650.png"/><Relationship Id="rId132" Type="http://schemas.openxmlformats.org/officeDocument/2006/relationships/customXml" Target="../ink/ink1866.xml"/><Relationship Id="rId153" Type="http://schemas.openxmlformats.org/officeDocument/2006/relationships/image" Target="../media/image1850.png"/><Relationship Id="rId174" Type="http://schemas.openxmlformats.org/officeDocument/2006/relationships/customXml" Target="../ink/ink1887.xml"/><Relationship Id="rId195" Type="http://schemas.openxmlformats.org/officeDocument/2006/relationships/image" Target="../media/image1510.png"/><Relationship Id="rId209" Type="http://schemas.openxmlformats.org/officeDocument/2006/relationships/image" Target="../media/image2460.png"/><Relationship Id="rId220" Type="http://schemas.openxmlformats.org/officeDocument/2006/relationships/customXml" Target="../ink/ink1910.xml"/><Relationship Id="rId241" Type="http://schemas.openxmlformats.org/officeDocument/2006/relationships/customXml" Target="../ink/ink1921.xml"/><Relationship Id="rId15" Type="http://schemas.openxmlformats.org/officeDocument/2006/relationships/image" Target="../media/image7410.png"/><Relationship Id="rId36" Type="http://schemas.openxmlformats.org/officeDocument/2006/relationships/customXml" Target="../ink/ink1818.xml"/><Relationship Id="rId57" Type="http://schemas.openxmlformats.org/officeDocument/2006/relationships/image" Target="../media/image9510.png"/><Relationship Id="rId78" Type="http://schemas.openxmlformats.org/officeDocument/2006/relationships/customXml" Target="../ink/ink1839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1861.xml"/><Relationship Id="rId143" Type="http://schemas.openxmlformats.org/officeDocument/2006/relationships/image" Target="../media/image1800.png"/><Relationship Id="rId164" Type="http://schemas.openxmlformats.org/officeDocument/2006/relationships/customXml" Target="../ink/ink1882.xml"/><Relationship Id="rId185" Type="http://schemas.openxmlformats.org/officeDocument/2006/relationships/image" Target="../media/image2340.png"/><Relationship Id="rId4" Type="http://schemas.openxmlformats.org/officeDocument/2006/relationships/customXml" Target="../ink/ink1802.xml"/><Relationship Id="rId9" Type="http://schemas.openxmlformats.org/officeDocument/2006/relationships/image" Target="../media/image2810.png"/><Relationship Id="rId180" Type="http://schemas.openxmlformats.org/officeDocument/2006/relationships/customXml" Target="../ink/ink1890.xml"/><Relationship Id="rId210" Type="http://schemas.openxmlformats.org/officeDocument/2006/relationships/customXml" Target="../ink/ink1905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1813.xml"/><Relationship Id="rId231" Type="http://schemas.openxmlformats.org/officeDocument/2006/relationships/customXml" Target="../ink/ink1916.xml"/><Relationship Id="rId47" Type="http://schemas.openxmlformats.org/officeDocument/2006/relationships/image" Target="../media/image9010.png"/><Relationship Id="rId68" Type="http://schemas.openxmlformats.org/officeDocument/2006/relationships/customXml" Target="../ink/ink1834.xml"/><Relationship Id="rId89" Type="http://schemas.openxmlformats.org/officeDocument/2006/relationships/image" Target="../media/image10910.png"/><Relationship Id="rId112" Type="http://schemas.openxmlformats.org/officeDocument/2006/relationships/customXml" Target="../ink/ink1856.xml"/><Relationship Id="rId133" Type="http://schemas.openxmlformats.org/officeDocument/2006/relationships/image" Target="../media/image1750.png"/><Relationship Id="rId154" Type="http://schemas.openxmlformats.org/officeDocument/2006/relationships/customXml" Target="../ink/ink1877.xml"/><Relationship Id="rId175" Type="http://schemas.openxmlformats.org/officeDocument/2006/relationships/image" Target="../media/image1960.png"/><Relationship Id="rId196" Type="http://schemas.openxmlformats.org/officeDocument/2006/relationships/customXml" Target="../ink/ink1898.xml"/><Relationship Id="rId200" Type="http://schemas.openxmlformats.org/officeDocument/2006/relationships/customXml" Target="../ink/ink1900.xml"/><Relationship Id="rId16" Type="http://schemas.openxmlformats.org/officeDocument/2006/relationships/customXml" Target="../ink/ink1808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1829.xml"/><Relationship Id="rId79" Type="http://schemas.openxmlformats.org/officeDocument/2006/relationships/image" Target="../media/image10410.png"/><Relationship Id="rId102" Type="http://schemas.openxmlformats.org/officeDocument/2006/relationships/customXml" Target="../ink/ink1851.xml"/><Relationship Id="rId123" Type="http://schemas.openxmlformats.org/officeDocument/2006/relationships/image" Target="../media/image1711.png"/><Relationship Id="rId144" Type="http://schemas.openxmlformats.org/officeDocument/2006/relationships/customXml" Target="../ink/ink1872.xml"/><Relationship Id="rId90" Type="http://schemas.openxmlformats.org/officeDocument/2006/relationships/customXml" Target="../ink/ink1845.xml"/><Relationship Id="rId165" Type="http://schemas.openxmlformats.org/officeDocument/2006/relationships/image" Target="../media/image1911.png"/><Relationship Id="rId186" Type="http://schemas.openxmlformats.org/officeDocument/2006/relationships/customXml" Target="../ink/ink1893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1824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1867.xml"/><Relationship Id="rId80" Type="http://schemas.openxmlformats.org/officeDocument/2006/relationships/customXml" Target="../ink/ink1840.xml"/><Relationship Id="rId155" Type="http://schemas.openxmlformats.org/officeDocument/2006/relationships/image" Target="../media/image1860.png"/><Relationship Id="rId176" Type="http://schemas.openxmlformats.org/officeDocument/2006/relationships/customXml" Target="../ink/ink1888.xml"/><Relationship Id="rId197" Type="http://schemas.openxmlformats.org/officeDocument/2006/relationships/image" Target="../media/image1610.png"/><Relationship Id="rId201" Type="http://schemas.openxmlformats.org/officeDocument/2006/relationships/image" Target="../media/image1810.png"/><Relationship Id="rId222" Type="http://schemas.openxmlformats.org/officeDocument/2006/relationships/customXml" Target="../ink/ink1911.xml"/><Relationship Id="rId243" Type="http://schemas.openxmlformats.org/officeDocument/2006/relationships/customXml" Target="../ink/ink1922.xml"/><Relationship Id="rId17" Type="http://schemas.openxmlformats.org/officeDocument/2006/relationships/image" Target="../media/image7510.png"/><Relationship Id="rId38" Type="http://schemas.openxmlformats.org/officeDocument/2006/relationships/customXml" Target="../ink/ink1819.xml"/><Relationship Id="rId59" Type="http://schemas.openxmlformats.org/officeDocument/2006/relationships/image" Target="../media/image5310.png"/><Relationship Id="rId103" Type="http://schemas.openxmlformats.org/officeDocument/2006/relationships/image" Target="../media/image1611.png"/><Relationship Id="rId124" Type="http://schemas.openxmlformats.org/officeDocument/2006/relationships/customXml" Target="../ink/ink1862.xml"/><Relationship Id="rId70" Type="http://schemas.openxmlformats.org/officeDocument/2006/relationships/customXml" Target="../ink/ink1835.xml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66" Type="http://schemas.openxmlformats.org/officeDocument/2006/relationships/customXml" Target="../ink/ink1883.xml"/><Relationship Id="rId187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06.xml"/><Relationship Id="rId233" Type="http://schemas.openxmlformats.org/officeDocument/2006/relationships/customXml" Target="../ink/ink1917.xml"/><Relationship Id="rId28" Type="http://schemas.openxmlformats.org/officeDocument/2006/relationships/customXml" Target="../ink/ink1814.xml"/><Relationship Id="rId49" Type="http://schemas.openxmlformats.org/officeDocument/2006/relationships/image" Target="../media/image9110.png"/><Relationship Id="rId114" Type="http://schemas.openxmlformats.org/officeDocument/2006/relationships/customXml" Target="../ink/ink1857.xml"/><Relationship Id="rId60" Type="http://schemas.openxmlformats.org/officeDocument/2006/relationships/customXml" Target="../ink/ink1830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1878.xml"/><Relationship Id="rId177" Type="http://schemas.openxmlformats.org/officeDocument/2006/relationships/image" Target="../media/image1970.png"/><Relationship Id="rId198" Type="http://schemas.openxmlformats.org/officeDocument/2006/relationships/customXml" Target="../ink/ink1899.xml"/><Relationship Id="rId202" Type="http://schemas.openxmlformats.org/officeDocument/2006/relationships/customXml" Target="../ink/ink1901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1809.xml"/><Relationship Id="rId39" Type="http://schemas.openxmlformats.org/officeDocument/2006/relationships/image" Target="../media/image8610.png"/><Relationship Id="rId50" Type="http://schemas.openxmlformats.org/officeDocument/2006/relationships/customXml" Target="../ink/ink1825.xml"/><Relationship Id="rId104" Type="http://schemas.openxmlformats.org/officeDocument/2006/relationships/customXml" Target="../ink/ink1852.xml"/><Relationship Id="rId125" Type="http://schemas.openxmlformats.org/officeDocument/2006/relationships/image" Target="../media/image1720.png"/><Relationship Id="rId146" Type="http://schemas.openxmlformats.org/officeDocument/2006/relationships/customXml" Target="../ink/ink1873.xml"/><Relationship Id="rId167" Type="http://schemas.openxmlformats.org/officeDocument/2006/relationships/image" Target="../media/image1920.png"/><Relationship Id="rId188" Type="http://schemas.openxmlformats.org/officeDocument/2006/relationships/customXml" Target="../ink/ink1894.xml"/><Relationship Id="rId71" Type="http://schemas.openxmlformats.org/officeDocument/2006/relationships/image" Target="../media/image5910.png"/><Relationship Id="rId92" Type="http://schemas.openxmlformats.org/officeDocument/2006/relationships/customXml" Target="../ink/ink1846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1801.xml"/><Relationship Id="rId29" Type="http://schemas.openxmlformats.org/officeDocument/2006/relationships/image" Target="../media/image8110.png"/><Relationship Id="rId40" Type="http://schemas.openxmlformats.org/officeDocument/2006/relationships/customXml" Target="../ink/ink1820.xml"/><Relationship Id="rId115" Type="http://schemas.openxmlformats.org/officeDocument/2006/relationships/image" Target="../media/image1670.png"/><Relationship Id="rId136" Type="http://schemas.openxmlformats.org/officeDocument/2006/relationships/customXml" Target="../ink/ink1868.xml"/><Relationship Id="rId157" Type="http://schemas.openxmlformats.org/officeDocument/2006/relationships/image" Target="../media/image1870.png"/><Relationship Id="rId178" Type="http://schemas.openxmlformats.org/officeDocument/2006/relationships/customXml" Target="../ink/ink1889.xml"/><Relationship Id="rId61" Type="http://schemas.openxmlformats.org/officeDocument/2006/relationships/image" Target="../media/image9610.png"/><Relationship Id="rId82" Type="http://schemas.openxmlformats.org/officeDocument/2006/relationships/customXml" Target="../ink/ink1841.xml"/><Relationship Id="rId199" Type="http://schemas.openxmlformats.org/officeDocument/2006/relationships/image" Target="../media/image1710.png"/><Relationship Id="rId203" Type="http://schemas.openxmlformats.org/officeDocument/2006/relationships/image" Target="../media/image1910.png"/><Relationship Id="rId19" Type="http://schemas.openxmlformats.org/officeDocument/2006/relationships/image" Target="../media/image7610.png"/><Relationship Id="rId224" Type="http://schemas.openxmlformats.org/officeDocument/2006/relationships/customXml" Target="../ink/ink1912.xml"/><Relationship Id="rId245" Type="http://schemas.openxmlformats.org/officeDocument/2006/relationships/customXml" Target="../ink/ink1923.xml"/><Relationship Id="rId30" Type="http://schemas.openxmlformats.org/officeDocument/2006/relationships/customXml" Target="../ink/ink1815.xml"/><Relationship Id="rId105" Type="http://schemas.openxmlformats.org/officeDocument/2006/relationships/image" Target="../media/image1620.png"/><Relationship Id="rId126" Type="http://schemas.openxmlformats.org/officeDocument/2006/relationships/customXml" Target="../ink/ink1863.xml"/><Relationship Id="rId147" Type="http://schemas.openxmlformats.org/officeDocument/2006/relationships/image" Target="../media/image1820.png"/><Relationship Id="rId168" Type="http://schemas.openxmlformats.org/officeDocument/2006/relationships/customXml" Target="../ink/ink1884.xml"/><Relationship Id="rId51" Type="http://schemas.openxmlformats.org/officeDocument/2006/relationships/image" Target="../media/image9210.png"/><Relationship Id="rId72" Type="http://schemas.openxmlformats.org/officeDocument/2006/relationships/customXml" Target="../ink/ink1836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1110.png"/><Relationship Id="rId214" Type="http://schemas.openxmlformats.org/officeDocument/2006/relationships/customXml" Target="../ink/ink1907.xml"/><Relationship Id="rId235" Type="http://schemas.openxmlformats.org/officeDocument/2006/relationships/customXml" Target="../ink/ink1918.xml"/><Relationship Id="rId116" Type="http://schemas.openxmlformats.org/officeDocument/2006/relationships/customXml" Target="../ink/ink1858.xml"/><Relationship Id="rId137" Type="http://schemas.openxmlformats.org/officeDocument/2006/relationships/image" Target="../media/image1770.png"/><Relationship Id="rId158" Type="http://schemas.openxmlformats.org/officeDocument/2006/relationships/customXml" Target="../ink/ink1879.xml"/><Relationship Id="rId20" Type="http://schemas.openxmlformats.org/officeDocument/2006/relationships/customXml" Target="../ink/ink1810.xml"/><Relationship Id="rId41" Type="http://schemas.openxmlformats.org/officeDocument/2006/relationships/image" Target="../media/image8710.png"/><Relationship Id="rId62" Type="http://schemas.openxmlformats.org/officeDocument/2006/relationships/customXml" Target="../ink/ink1831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1895.xml"/><Relationship Id="rId204" Type="http://schemas.openxmlformats.org/officeDocument/2006/relationships/customXml" Target="../ink/ink1902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1853.xml"/><Relationship Id="rId127" Type="http://schemas.openxmlformats.org/officeDocument/2006/relationships/image" Target="../media/image1210.png"/><Relationship Id="rId10" Type="http://schemas.openxmlformats.org/officeDocument/2006/relationships/customXml" Target="../ink/ink1805.xml"/><Relationship Id="rId31" Type="http://schemas.openxmlformats.org/officeDocument/2006/relationships/image" Target="../media/image8210.png"/><Relationship Id="rId52" Type="http://schemas.openxmlformats.org/officeDocument/2006/relationships/customXml" Target="../ink/ink1826.xml"/><Relationship Id="rId73" Type="http://schemas.openxmlformats.org/officeDocument/2006/relationships/image" Target="../media/image10110.png"/><Relationship Id="rId94" Type="http://schemas.openxmlformats.org/officeDocument/2006/relationships/customXml" Target="../ink/ink1847.xml"/><Relationship Id="rId148" Type="http://schemas.openxmlformats.org/officeDocument/2006/relationships/customXml" Target="../ink/ink1874.xml"/><Relationship Id="rId169" Type="http://schemas.openxmlformats.org/officeDocument/2006/relationships/image" Target="../media/image1930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1946.xml"/><Relationship Id="rId63" Type="http://schemas.openxmlformats.org/officeDocument/2006/relationships/image" Target="../media/image4970.png"/><Relationship Id="rId84" Type="http://schemas.openxmlformats.org/officeDocument/2006/relationships/customXml" Target="../ink/ink1967.xml"/><Relationship Id="rId138" Type="http://schemas.openxmlformats.org/officeDocument/2006/relationships/customXml" Target="../ink/ink1994.xml"/><Relationship Id="rId159" Type="http://schemas.openxmlformats.org/officeDocument/2006/relationships/image" Target="../media/image5440.png"/><Relationship Id="rId170" Type="http://schemas.openxmlformats.org/officeDocument/2006/relationships/customXml" Target="../ink/ink2010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2038.xml"/><Relationship Id="rId247" Type="http://schemas.openxmlformats.org/officeDocument/2006/relationships/customXml" Target="../ink/ink2049.xml"/><Relationship Id="rId107" Type="http://schemas.openxmlformats.org/officeDocument/2006/relationships/image" Target="../media/image5190.png"/><Relationship Id="rId11" Type="http://schemas.openxmlformats.org/officeDocument/2006/relationships/image" Target="../media/image2410.png"/><Relationship Id="rId32" Type="http://schemas.openxmlformats.org/officeDocument/2006/relationships/customXml" Target="../ink/ink1941.xml"/><Relationship Id="rId53" Type="http://schemas.openxmlformats.org/officeDocument/2006/relationships/image" Target="../media/image4920.png"/><Relationship Id="rId74" Type="http://schemas.openxmlformats.org/officeDocument/2006/relationships/customXml" Target="../ink/ink1962.xml"/><Relationship Id="rId128" Type="http://schemas.openxmlformats.org/officeDocument/2006/relationships/customXml" Target="../ink/ink1989.xml"/><Relationship Id="rId149" Type="http://schemas.openxmlformats.org/officeDocument/2006/relationships/image" Target="../media/image5390.png"/><Relationship Id="rId5" Type="http://schemas.openxmlformats.org/officeDocument/2006/relationships/image" Target="../media/image2110.png"/><Relationship Id="rId95" Type="http://schemas.openxmlformats.org/officeDocument/2006/relationships/image" Target="../media/image5130.png"/><Relationship Id="rId160" Type="http://schemas.openxmlformats.org/officeDocument/2006/relationships/customXml" Target="../ink/ink2005.xml"/><Relationship Id="rId181" Type="http://schemas.openxmlformats.org/officeDocument/2006/relationships/image" Target="../media/image5550.png"/><Relationship Id="rId216" Type="http://schemas.openxmlformats.org/officeDocument/2006/relationships/customXml" Target="../ink/ink2033.xml"/><Relationship Id="rId237" Type="http://schemas.openxmlformats.org/officeDocument/2006/relationships/customXml" Target="../ink/ink2044.xml"/><Relationship Id="rId22" Type="http://schemas.openxmlformats.org/officeDocument/2006/relationships/customXml" Target="../ink/ink1936.xml"/><Relationship Id="rId43" Type="http://schemas.openxmlformats.org/officeDocument/2006/relationships/image" Target="../media/image4870.png"/><Relationship Id="rId64" Type="http://schemas.openxmlformats.org/officeDocument/2006/relationships/customXml" Target="../ink/ink1957.xml"/><Relationship Id="rId118" Type="http://schemas.openxmlformats.org/officeDocument/2006/relationships/customXml" Target="../ink/ink1984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2000.xml"/><Relationship Id="rId171" Type="http://schemas.openxmlformats.org/officeDocument/2006/relationships/image" Target="../media/image5500.png"/><Relationship Id="rId192" Type="http://schemas.openxmlformats.org/officeDocument/2006/relationships/customXml" Target="../ink/ink2021.xml"/><Relationship Id="rId206" Type="http://schemas.openxmlformats.org/officeDocument/2006/relationships/customXml" Target="../ink/ink2028.xml"/><Relationship Id="rId227" Type="http://schemas.openxmlformats.org/officeDocument/2006/relationships/customXml" Target="../ink/ink2039.xml"/><Relationship Id="rId248" Type="http://schemas.openxmlformats.org/officeDocument/2006/relationships/image" Target="../media/image5811.png"/><Relationship Id="rId12" Type="http://schemas.openxmlformats.org/officeDocument/2006/relationships/customXml" Target="../ink/ink1931.xml"/><Relationship Id="rId33" Type="http://schemas.openxmlformats.org/officeDocument/2006/relationships/image" Target="../media/image4820.png"/><Relationship Id="rId108" Type="http://schemas.openxmlformats.org/officeDocument/2006/relationships/customXml" Target="../ink/ink1979.xml"/><Relationship Id="rId129" Type="http://schemas.openxmlformats.org/officeDocument/2006/relationships/image" Target="../media/image5290.png"/><Relationship Id="rId54" Type="http://schemas.openxmlformats.org/officeDocument/2006/relationships/customXml" Target="../ink/ink1952.xml"/><Relationship Id="rId75" Type="http://schemas.openxmlformats.org/officeDocument/2006/relationships/image" Target="../media/image5030.png"/><Relationship Id="rId96" Type="http://schemas.openxmlformats.org/officeDocument/2006/relationships/customXml" Target="../ink/ink1973.xml"/><Relationship Id="rId140" Type="http://schemas.openxmlformats.org/officeDocument/2006/relationships/customXml" Target="../ink/ink1995.xml"/><Relationship Id="rId161" Type="http://schemas.openxmlformats.org/officeDocument/2006/relationships/image" Target="../media/image5450.png"/><Relationship Id="rId182" Type="http://schemas.openxmlformats.org/officeDocument/2006/relationships/customXml" Target="../ink/ink2016.xml"/><Relationship Id="rId217" Type="http://schemas.openxmlformats.org/officeDocument/2006/relationships/image" Target="../media/image5660.png"/><Relationship Id="rId6" Type="http://schemas.openxmlformats.org/officeDocument/2006/relationships/customXml" Target="../ink/ink1928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1947.xml"/><Relationship Id="rId65" Type="http://schemas.openxmlformats.org/officeDocument/2006/relationships/image" Target="../media/image4980.png"/><Relationship Id="rId86" Type="http://schemas.openxmlformats.org/officeDocument/2006/relationships/customXml" Target="../ink/ink1968.xml"/><Relationship Id="rId130" Type="http://schemas.openxmlformats.org/officeDocument/2006/relationships/customXml" Target="../ink/ink1990.xml"/><Relationship Id="rId151" Type="http://schemas.openxmlformats.org/officeDocument/2006/relationships/image" Target="../media/image5400.png"/><Relationship Id="rId172" Type="http://schemas.openxmlformats.org/officeDocument/2006/relationships/customXml" Target="../ink/ink2011.xml"/><Relationship Id="rId193" Type="http://schemas.openxmlformats.org/officeDocument/2006/relationships/image" Target="../media/image141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2050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1942.xml"/><Relationship Id="rId55" Type="http://schemas.openxmlformats.org/officeDocument/2006/relationships/image" Target="../media/image4930.png"/><Relationship Id="rId76" Type="http://schemas.openxmlformats.org/officeDocument/2006/relationships/customXml" Target="../ink/ink1963.xml"/><Relationship Id="rId97" Type="http://schemas.openxmlformats.org/officeDocument/2006/relationships/image" Target="../media/image5140.png"/><Relationship Id="rId120" Type="http://schemas.openxmlformats.org/officeDocument/2006/relationships/customXml" Target="../ink/ink1985.xml"/><Relationship Id="rId141" Type="http://schemas.openxmlformats.org/officeDocument/2006/relationships/image" Target="../media/image5350.png"/><Relationship Id="rId7" Type="http://schemas.openxmlformats.org/officeDocument/2006/relationships/image" Target="../media/image2210.png"/><Relationship Id="rId162" Type="http://schemas.openxmlformats.org/officeDocument/2006/relationships/customXml" Target="../ink/ink2006.xml"/><Relationship Id="rId183" Type="http://schemas.openxmlformats.org/officeDocument/2006/relationships/image" Target="../media/image5560.png"/><Relationship Id="rId218" Type="http://schemas.openxmlformats.org/officeDocument/2006/relationships/customXml" Target="../ink/ink2034.xml"/><Relationship Id="rId239" Type="http://schemas.openxmlformats.org/officeDocument/2006/relationships/customXml" Target="../ink/ink2045.xml"/><Relationship Id="rId250" Type="http://schemas.openxmlformats.org/officeDocument/2006/relationships/image" Target="../media/image5820.png"/><Relationship Id="rId24" Type="http://schemas.openxmlformats.org/officeDocument/2006/relationships/customXml" Target="../ink/ink1937.xml"/><Relationship Id="rId45" Type="http://schemas.openxmlformats.org/officeDocument/2006/relationships/image" Target="../media/image4880.png"/><Relationship Id="rId66" Type="http://schemas.openxmlformats.org/officeDocument/2006/relationships/customXml" Target="../ink/ink1958.xml"/><Relationship Id="rId87" Type="http://schemas.openxmlformats.org/officeDocument/2006/relationships/image" Target="../media/image5090.png"/><Relationship Id="rId110" Type="http://schemas.openxmlformats.org/officeDocument/2006/relationships/customXml" Target="../ink/ink1980.xml"/><Relationship Id="rId131" Type="http://schemas.openxmlformats.org/officeDocument/2006/relationships/image" Target="../media/image5300.png"/><Relationship Id="rId152" Type="http://schemas.openxmlformats.org/officeDocument/2006/relationships/customXml" Target="../ink/ink2001.xml"/><Relationship Id="rId173" Type="http://schemas.openxmlformats.org/officeDocument/2006/relationships/image" Target="../media/image5511.png"/><Relationship Id="rId194" Type="http://schemas.openxmlformats.org/officeDocument/2006/relationships/customXml" Target="../ink/ink2022.xml"/><Relationship Id="rId208" Type="http://schemas.openxmlformats.org/officeDocument/2006/relationships/customXml" Target="../ink/ink2029.xml"/><Relationship Id="rId229" Type="http://schemas.openxmlformats.org/officeDocument/2006/relationships/customXml" Target="../ink/ink2040.xml"/><Relationship Id="rId240" Type="http://schemas.openxmlformats.org/officeDocument/2006/relationships/image" Target="../media/image5770.png"/><Relationship Id="rId14" Type="http://schemas.openxmlformats.org/officeDocument/2006/relationships/customXml" Target="../ink/ink1932.xml"/><Relationship Id="rId35" Type="http://schemas.openxmlformats.org/officeDocument/2006/relationships/image" Target="../media/image4830.png"/><Relationship Id="rId56" Type="http://schemas.openxmlformats.org/officeDocument/2006/relationships/customXml" Target="../ink/ink1953.xml"/><Relationship Id="rId77" Type="http://schemas.openxmlformats.org/officeDocument/2006/relationships/image" Target="../media/image5040.png"/><Relationship Id="rId100" Type="http://schemas.openxmlformats.org/officeDocument/2006/relationships/customXml" Target="../ink/ink1975.xml"/><Relationship Id="rId8" Type="http://schemas.openxmlformats.org/officeDocument/2006/relationships/customXml" Target="../ink/ink1929.xml"/><Relationship Id="rId98" Type="http://schemas.openxmlformats.org/officeDocument/2006/relationships/customXml" Target="../ink/ink1974.xml"/><Relationship Id="rId121" Type="http://schemas.openxmlformats.org/officeDocument/2006/relationships/image" Target="../media/image5260.png"/><Relationship Id="rId142" Type="http://schemas.openxmlformats.org/officeDocument/2006/relationships/customXml" Target="../ink/ink1996.xml"/><Relationship Id="rId163" Type="http://schemas.openxmlformats.org/officeDocument/2006/relationships/image" Target="../media/image5460.png"/><Relationship Id="rId184" Type="http://schemas.openxmlformats.org/officeDocument/2006/relationships/customXml" Target="../ink/ink2017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109.jpeg"/><Relationship Id="rId25" Type="http://schemas.openxmlformats.org/officeDocument/2006/relationships/image" Target="../media/image4780.png"/><Relationship Id="rId46" Type="http://schemas.openxmlformats.org/officeDocument/2006/relationships/customXml" Target="../ink/ink1948.xml"/><Relationship Id="rId67" Type="http://schemas.openxmlformats.org/officeDocument/2006/relationships/image" Target="../media/image4990.png"/><Relationship Id="rId88" Type="http://schemas.openxmlformats.org/officeDocument/2006/relationships/customXml" Target="../ink/ink1969.xml"/><Relationship Id="rId111" Type="http://schemas.openxmlformats.org/officeDocument/2006/relationships/image" Target="../media/image5211.png"/><Relationship Id="rId132" Type="http://schemas.openxmlformats.org/officeDocument/2006/relationships/customXml" Target="../ink/ink1991.xml"/><Relationship Id="rId153" Type="http://schemas.openxmlformats.org/officeDocument/2006/relationships/image" Target="../media/image5411.png"/><Relationship Id="rId174" Type="http://schemas.openxmlformats.org/officeDocument/2006/relationships/customXml" Target="../ink/ink2012.xml"/><Relationship Id="rId195" Type="http://schemas.openxmlformats.org/officeDocument/2006/relationships/image" Target="../media/image1510.png"/><Relationship Id="rId209" Type="http://schemas.openxmlformats.org/officeDocument/2006/relationships/image" Target="../media/image5620.png"/><Relationship Id="rId220" Type="http://schemas.openxmlformats.org/officeDocument/2006/relationships/customXml" Target="../ink/ink2035.xml"/><Relationship Id="rId241" Type="http://schemas.openxmlformats.org/officeDocument/2006/relationships/customXml" Target="../ink/ink2046.xml"/><Relationship Id="rId15" Type="http://schemas.openxmlformats.org/officeDocument/2006/relationships/image" Target="../media/image4730.png"/><Relationship Id="rId36" Type="http://schemas.openxmlformats.org/officeDocument/2006/relationships/customXml" Target="../ink/ink1943.xml"/><Relationship Id="rId57" Type="http://schemas.openxmlformats.org/officeDocument/2006/relationships/image" Target="../media/image4940.png"/><Relationship Id="rId78" Type="http://schemas.openxmlformats.org/officeDocument/2006/relationships/customXml" Target="../ink/ink1964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1986.xml"/><Relationship Id="rId143" Type="http://schemas.openxmlformats.org/officeDocument/2006/relationships/image" Target="../media/image5360.png"/><Relationship Id="rId164" Type="http://schemas.openxmlformats.org/officeDocument/2006/relationships/customXml" Target="../ink/ink2007.xml"/><Relationship Id="rId185" Type="http://schemas.openxmlformats.org/officeDocument/2006/relationships/image" Target="../media/image5570.png"/><Relationship Id="rId4" Type="http://schemas.openxmlformats.org/officeDocument/2006/relationships/customXml" Target="../ink/ink1927.xml"/><Relationship Id="rId9" Type="http://schemas.openxmlformats.org/officeDocument/2006/relationships/image" Target="../media/image2310.png"/><Relationship Id="rId180" Type="http://schemas.openxmlformats.org/officeDocument/2006/relationships/customXml" Target="../ink/ink2015.xml"/><Relationship Id="rId210" Type="http://schemas.openxmlformats.org/officeDocument/2006/relationships/customXml" Target="../ink/ink2030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1938.xml"/><Relationship Id="rId231" Type="http://schemas.openxmlformats.org/officeDocument/2006/relationships/customXml" Target="../ink/ink2041.xml"/><Relationship Id="rId47" Type="http://schemas.openxmlformats.org/officeDocument/2006/relationships/image" Target="../media/image4890.png"/><Relationship Id="rId68" Type="http://schemas.openxmlformats.org/officeDocument/2006/relationships/customXml" Target="../ink/ink1959.xml"/><Relationship Id="rId89" Type="http://schemas.openxmlformats.org/officeDocument/2006/relationships/image" Target="../media/image5100.png"/><Relationship Id="rId112" Type="http://schemas.openxmlformats.org/officeDocument/2006/relationships/customXml" Target="../ink/ink1981.xml"/><Relationship Id="rId133" Type="http://schemas.openxmlformats.org/officeDocument/2006/relationships/image" Target="../media/image5311.png"/><Relationship Id="rId154" Type="http://schemas.openxmlformats.org/officeDocument/2006/relationships/customXml" Target="../ink/ink2002.xml"/><Relationship Id="rId175" Type="http://schemas.openxmlformats.org/officeDocument/2006/relationships/image" Target="../media/image5520.png"/><Relationship Id="rId196" Type="http://schemas.openxmlformats.org/officeDocument/2006/relationships/customXml" Target="../ink/ink2023.xml"/><Relationship Id="rId200" Type="http://schemas.openxmlformats.org/officeDocument/2006/relationships/customXml" Target="../ink/ink2025.xml"/><Relationship Id="rId16" Type="http://schemas.openxmlformats.org/officeDocument/2006/relationships/customXml" Target="../ink/ink1933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1954.xml"/><Relationship Id="rId79" Type="http://schemas.openxmlformats.org/officeDocument/2006/relationships/image" Target="../media/image5050.png"/><Relationship Id="rId102" Type="http://schemas.openxmlformats.org/officeDocument/2006/relationships/customXml" Target="../ink/ink1976.xml"/><Relationship Id="rId123" Type="http://schemas.openxmlformats.org/officeDocument/2006/relationships/image" Target="../media/image5270.png"/><Relationship Id="rId144" Type="http://schemas.openxmlformats.org/officeDocument/2006/relationships/customXml" Target="../ink/ink1997.xml"/><Relationship Id="rId90" Type="http://schemas.openxmlformats.org/officeDocument/2006/relationships/customXml" Target="../ink/ink1970.xml"/><Relationship Id="rId165" Type="http://schemas.openxmlformats.org/officeDocument/2006/relationships/image" Target="../media/image5470.png"/><Relationship Id="rId186" Type="http://schemas.openxmlformats.org/officeDocument/2006/relationships/customXml" Target="../ink/ink2018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1949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1992.xml"/><Relationship Id="rId80" Type="http://schemas.openxmlformats.org/officeDocument/2006/relationships/customXml" Target="../ink/ink1965.xml"/><Relationship Id="rId155" Type="http://schemas.openxmlformats.org/officeDocument/2006/relationships/image" Target="../media/image5420.png"/><Relationship Id="rId176" Type="http://schemas.openxmlformats.org/officeDocument/2006/relationships/customXml" Target="../ink/ink2013.xml"/><Relationship Id="rId197" Type="http://schemas.openxmlformats.org/officeDocument/2006/relationships/image" Target="../media/image1610.png"/><Relationship Id="rId201" Type="http://schemas.openxmlformats.org/officeDocument/2006/relationships/image" Target="../media/image1810.png"/><Relationship Id="rId222" Type="http://schemas.openxmlformats.org/officeDocument/2006/relationships/customXml" Target="../ink/ink2036.xml"/><Relationship Id="rId243" Type="http://schemas.openxmlformats.org/officeDocument/2006/relationships/customXml" Target="../ink/ink2047.xml"/><Relationship Id="rId17" Type="http://schemas.openxmlformats.org/officeDocument/2006/relationships/image" Target="../media/image4740.png"/><Relationship Id="rId38" Type="http://schemas.openxmlformats.org/officeDocument/2006/relationships/customXml" Target="../ink/ink1944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1987.xml"/><Relationship Id="rId70" Type="http://schemas.openxmlformats.org/officeDocument/2006/relationships/customXml" Target="../ink/ink1960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2008.xml"/><Relationship Id="rId187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31.xml"/><Relationship Id="rId233" Type="http://schemas.openxmlformats.org/officeDocument/2006/relationships/customXml" Target="../ink/ink2042.xml"/><Relationship Id="rId28" Type="http://schemas.openxmlformats.org/officeDocument/2006/relationships/customXml" Target="../ink/ink1939.xml"/><Relationship Id="rId49" Type="http://schemas.openxmlformats.org/officeDocument/2006/relationships/image" Target="../media/image4900.png"/><Relationship Id="rId114" Type="http://schemas.openxmlformats.org/officeDocument/2006/relationships/customXml" Target="../ink/ink1982.xml"/><Relationship Id="rId60" Type="http://schemas.openxmlformats.org/officeDocument/2006/relationships/customXml" Target="../ink/ink1955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2003.xml"/><Relationship Id="rId177" Type="http://schemas.openxmlformats.org/officeDocument/2006/relationships/image" Target="../media/image5530.png"/><Relationship Id="rId198" Type="http://schemas.openxmlformats.org/officeDocument/2006/relationships/customXml" Target="../ink/ink2024.xml"/><Relationship Id="rId202" Type="http://schemas.openxmlformats.org/officeDocument/2006/relationships/customXml" Target="../ink/ink2026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1934.xml"/><Relationship Id="rId39" Type="http://schemas.openxmlformats.org/officeDocument/2006/relationships/image" Target="../media/image4850.png"/><Relationship Id="rId50" Type="http://schemas.openxmlformats.org/officeDocument/2006/relationships/customXml" Target="../ink/ink1950.xml"/><Relationship Id="rId104" Type="http://schemas.openxmlformats.org/officeDocument/2006/relationships/customXml" Target="../ink/ink1977.xml"/><Relationship Id="rId125" Type="http://schemas.openxmlformats.org/officeDocument/2006/relationships/image" Target="../media/image5280.png"/><Relationship Id="rId146" Type="http://schemas.openxmlformats.org/officeDocument/2006/relationships/customXml" Target="../ink/ink1998.xml"/><Relationship Id="rId167" Type="http://schemas.openxmlformats.org/officeDocument/2006/relationships/image" Target="../media/image5480.png"/><Relationship Id="rId188" Type="http://schemas.openxmlformats.org/officeDocument/2006/relationships/customXml" Target="../ink/ink2019.xml"/><Relationship Id="rId71" Type="http://schemas.openxmlformats.org/officeDocument/2006/relationships/image" Target="../media/image5011.png"/><Relationship Id="rId92" Type="http://schemas.openxmlformats.org/officeDocument/2006/relationships/customXml" Target="../ink/ink1971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1926.xml"/><Relationship Id="rId29" Type="http://schemas.openxmlformats.org/officeDocument/2006/relationships/image" Target="../media/image4800.png"/><Relationship Id="rId40" Type="http://schemas.openxmlformats.org/officeDocument/2006/relationships/customXml" Target="../ink/ink1945.xml"/><Relationship Id="rId115" Type="http://schemas.openxmlformats.org/officeDocument/2006/relationships/image" Target="../media/image5230.png"/><Relationship Id="rId136" Type="http://schemas.openxmlformats.org/officeDocument/2006/relationships/customXml" Target="../ink/ink1993.xml"/><Relationship Id="rId157" Type="http://schemas.openxmlformats.org/officeDocument/2006/relationships/image" Target="../media/image5430.png"/><Relationship Id="rId178" Type="http://schemas.openxmlformats.org/officeDocument/2006/relationships/customXml" Target="../ink/ink2014.xml"/><Relationship Id="rId61" Type="http://schemas.openxmlformats.org/officeDocument/2006/relationships/image" Target="../media/image4960.png"/><Relationship Id="rId82" Type="http://schemas.openxmlformats.org/officeDocument/2006/relationships/customXml" Target="../ink/ink1966.xml"/><Relationship Id="rId199" Type="http://schemas.openxmlformats.org/officeDocument/2006/relationships/image" Target="../media/image1710.png"/><Relationship Id="rId203" Type="http://schemas.openxmlformats.org/officeDocument/2006/relationships/image" Target="../media/image1910.png"/><Relationship Id="rId19" Type="http://schemas.openxmlformats.org/officeDocument/2006/relationships/image" Target="../media/image4750.png"/><Relationship Id="rId224" Type="http://schemas.openxmlformats.org/officeDocument/2006/relationships/customXml" Target="../ink/ink2037.xml"/><Relationship Id="rId245" Type="http://schemas.openxmlformats.org/officeDocument/2006/relationships/customXml" Target="../ink/ink2048.xml"/><Relationship Id="rId30" Type="http://schemas.openxmlformats.org/officeDocument/2006/relationships/customXml" Target="../ink/ink1940.xml"/><Relationship Id="rId105" Type="http://schemas.openxmlformats.org/officeDocument/2006/relationships/image" Target="../media/image5180.png"/><Relationship Id="rId126" Type="http://schemas.openxmlformats.org/officeDocument/2006/relationships/customXml" Target="../ink/ink1988.xml"/><Relationship Id="rId147" Type="http://schemas.openxmlformats.org/officeDocument/2006/relationships/image" Target="../media/image5380.png"/><Relationship Id="rId168" Type="http://schemas.openxmlformats.org/officeDocument/2006/relationships/customXml" Target="../ink/ink2009.xml"/><Relationship Id="rId51" Type="http://schemas.openxmlformats.org/officeDocument/2006/relationships/image" Target="../media/image4911.png"/><Relationship Id="rId72" Type="http://schemas.openxmlformats.org/officeDocument/2006/relationships/customXml" Target="../ink/ink1961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.png"/><Relationship Id="rId214" Type="http://schemas.openxmlformats.org/officeDocument/2006/relationships/customXml" Target="../ink/ink2032.xml"/><Relationship Id="rId235" Type="http://schemas.openxmlformats.org/officeDocument/2006/relationships/customXml" Target="../ink/ink2043.xml"/><Relationship Id="rId116" Type="http://schemas.openxmlformats.org/officeDocument/2006/relationships/customXml" Target="../ink/ink1983.xml"/><Relationship Id="rId137" Type="http://schemas.openxmlformats.org/officeDocument/2006/relationships/image" Target="../media/image5330.png"/><Relationship Id="rId158" Type="http://schemas.openxmlformats.org/officeDocument/2006/relationships/customXml" Target="../ink/ink2004.xml"/><Relationship Id="rId20" Type="http://schemas.openxmlformats.org/officeDocument/2006/relationships/customXml" Target="../ink/ink1935.xml"/><Relationship Id="rId41" Type="http://schemas.openxmlformats.org/officeDocument/2006/relationships/image" Target="../media/image4860.png"/><Relationship Id="rId62" Type="http://schemas.openxmlformats.org/officeDocument/2006/relationships/customXml" Target="../ink/ink1956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2020.xml"/><Relationship Id="rId204" Type="http://schemas.openxmlformats.org/officeDocument/2006/relationships/customXml" Target="../ink/ink2027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1978.xml"/><Relationship Id="rId127" Type="http://schemas.openxmlformats.org/officeDocument/2006/relationships/image" Target="../media/image1210.png"/><Relationship Id="rId10" Type="http://schemas.openxmlformats.org/officeDocument/2006/relationships/customXml" Target="../ink/ink1930.xml"/><Relationship Id="rId31" Type="http://schemas.openxmlformats.org/officeDocument/2006/relationships/image" Target="../media/image4811.png"/><Relationship Id="rId52" Type="http://schemas.openxmlformats.org/officeDocument/2006/relationships/customXml" Target="../ink/ink1951.xml"/><Relationship Id="rId73" Type="http://schemas.openxmlformats.org/officeDocument/2006/relationships/image" Target="../media/image5020.png"/><Relationship Id="rId94" Type="http://schemas.openxmlformats.org/officeDocument/2006/relationships/customXml" Target="../ink/ink1972.xml"/><Relationship Id="rId148" Type="http://schemas.openxmlformats.org/officeDocument/2006/relationships/customXml" Target="../ink/ink1999.xml"/><Relationship Id="rId169" Type="http://schemas.openxmlformats.org/officeDocument/2006/relationships/image" Target="../media/image5490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2071.xml"/><Relationship Id="rId63" Type="http://schemas.openxmlformats.org/officeDocument/2006/relationships/image" Target="../media/image4970.png"/><Relationship Id="rId84" Type="http://schemas.openxmlformats.org/officeDocument/2006/relationships/customXml" Target="../ink/ink2092.xml"/><Relationship Id="rId138" Type="http://schemas.openxmlformats.org/officeDocument/2006/relationships/customXml" Target="../ink/ink2119.xml"/><Relationship Id="rId159" Type="http://schemas.openxmlformats.org/officeDocument/2006/relationships/image" Target="../media/image5440.png"/><Relationship Id="rId170" Type="http://schemas.openxmlformats.org/officeDocument/2006/relationships/customXml" Target="../ink/ink2135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2163.xml"/><Relationship Id="rId247" Type="http://schemas.openxmlformats.org/officeDocument/2006/relationships/customXml" Target="../ink/ink2174.xml"/><Relationship Id="rId107" Type="http://schemas.openxmlformats.org/officeDocument/2006/relationships/image" Target="../media/image5190.png"/><Relationship Id="rId11" Type="http://schemas.openxmlformats.org/officeDocument/2006/relationships/image" Target="../media/image2410.png"/><Relationship Id="rId32" Type="http://schemas.openxmlformats.org/officeDocument/2006/relationships/customXml" Target="../ink/ink2066.xml"/><Relationship Id="rId53" Type="http://schemas.openxmlformats.org/officeDocument/2006/relationships/image" Target="../media/image4920.png"/><Relationship Id="rId74" Type="http://schemas.openxmlformats.org/officeDocument/2006/relationships/customXml" Target="../ink/ink2087.xml"/><Relationship Id="rId128" Type="http://schemas.openxmlformats.org/officeDocument/2006/relationships/customXml" Target="../ink/ink2114.xml"/><Relationship Id="rId149" Type="http://schemas.openxmlformats.org/officeDocument/2006/relationships/image" Target="../media/image5390.png"/><Relationship Id="rId5" Type="http://schemas.openxmlformats.org/officeDocument/2006/relationships/image" Target="../media/image2110.png"/><Relationship Id="rId95" Type="http://schemas.openxmlformats.org/officeDocument/2006/relationships/image" Target="../media/image5130.png"/><Relationship Id="rId160" Type="http://schemas.openxmlformats.org/officeDocument/2006/relationships/customXml" Target="../ink/ink2130.xml"/><Relationship Id="rId181" Type="http://schemas.openxmlformats.org/officeDocument/2006/relationships/image" Target="../media/image5550.png"/><Relationship Id="rId216" Type="http://schemas.openxmlformats.org/officeDocument/2006/relationships/customXml" Target="../ink/ink2158.xml"/><Relationship Id="rId237" Type="http://schemas.openxmlformats.org/officeDocument/2006/relationships/customXml" Target="../ink/ink2169.xml"/><Relationship Id="rId22" Type="http://schemas.openxmlformats.org/officeDocument/2006/relationships/customXml" Target="../ink/ink2061.xml"/><Relationship Id="rId43" Type="http://schemas.openxmlformats.org/officeDocument/2006/relationships/image" Target="../media/image4870.png"/><Relationship Id="rId64" Type="http://schemas.openxmlformats.org/officeDocument/2006/relationships/customXml" Target="../ink/ink2082.xml"/><Relationship Id="rId118" Type="http://schemas.openxmlformats.org/officeDocument/2006/relationships/customXml" Target="../ink/ink2109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2125.xml"/><Relationship Id="rId171" Type="http://schemas.openxmlformats.org/officeDocument/2006/relationships/image" Target="../media/image5500.png"/><Relationship Id="rId192" Type="http://schemas.openxmlformats.org/officeDocument/2006/relationships/customXml" Target="../ink/ink2146.xml"/><Relationship Id="rId206" Type="http://schemas.openxmlformats.org/officeDocument/2006/relationships/customXml" Target="../ink/ink2153.xml"/><Relationship Id="rId227" Type="http://schemas.openxmlformats.org/officeDocument/2006/relationships/customXml" Target="../ink/ink2164.xml"/><Relationship Id="rId248" Type="http://schemas.openxmlformats.org/officeDocument/2006/relationships/image" Target="../media/image5811.png"/><Relationship Id="rId12" Type="http://schemas.openxmlformats.org/officeDocument/2006/relationships/customXml" Target="../ink/ink2056.xml"/><Relationship Id="rId33" Type="http://schemas.openxmlformats.org/officeDocument/2006/relationships/image" Target="../media/image4820.png"/><Relationship Id="rId108" Type="http://schemas.openxmlformats.org/officeDocument/2006/relationships/customXml" Target="../ink/ink2104.xml"/><Relationship Id="rId129" Type="http://schemas.openxmlformats.org/officeDocument/2006/relationships/image" Target="../media/image5290.png"/><Relationship Id="rId54" Type="http://schemas.openxmlformats.org/officeDocument/2006/relationships/customXml" Target="../ink/ink2077.xml"/><Relationship Id="rId75" Type="http://schemas.openxmlformats.org/officeDocument/2006/relationships/image" Target="../media/image5030.png"/><Relationship Id="rId96" Type="http://schemas.openxmlformats.org/officeDocument/2006/relationships/customXml" Target="../ink/ink2098.xml"/><Relationship Id="rId140" Type="http://schemas.openxmlformats.org/officeDocument/2006/relationships/customXml" Target="../ink/ink2120.xml"/><Relationship Id="rId161" Type="http://schemas.openxmlformats.org/officeDocument/2006/relationships/image" Target="../media/image5450.png"/><Relationship Id="rId182" Type="http://schemas.openxmlformats.org/officeDocument/2006/relationships/customXml" Target="../ink/ink2141.xml"/><Relationship Id="rId217" Type="http://schemas.openxmlformats.org/officeDocument/2006/relationships/image" Target="../media/image5660.png"/><Relationship Id="rId6" Type="http://schemas.openxmlformats.org/officeDocument/2006/relationships/customXml" Target="../ink/ink2053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2072.xml"/><Relationship Id="rId65" Type="http://schemas.openxmlformats.org/officeDocument/2006/relationships/image" Target="../media/image4980.png"/><Relationship Id="rId86" Type="http://schemas.openxmlformats.org/officeDocument/2006/relationships/customXml" Target="../ink/ink2093.xml"/><Relationship Id="rId130" Type="http://schemas.openxmlformats.org/officeDocument/2006/relationships/customXml" Target="../ink/ink2115.xml"/><Relationship Id="rId151" Type="http://schemas.openxmlformats.org/officeDocument/2006/relationships/image" Target="../media/image5400.png"/><Relationship Id="rId172" Type="http://schemas.openxmlformats.org/officeDocument/2006/relationships/customXml" Target="../ink/ink2136.xml"/><Relationship Id="rId193" Type="http://schemas.openxmlformats.org/officeDocument/2006/relationships/image" Target="../media/image141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2175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2067.xml"/><Relationship Id="rId55" Type="http://schemas.openxmlformats.org/officeDocument/2006/relationships/image" Target="../media/image4930.png"/><Relationship Id="rId76" Type="http://schemas.openxmlformats.org/officeDocument/2006/relationships/customXml" Target="../ink/ink2088.xml"/><Relationship Id="rId97" Type="http://schemas.openxmlformats.org/officeDocument/2006/relationships/image" Target="../media/image5140.png"/><Relationship Id="rId120" Type="http://schemas.openxmlformats.org/officeDocument/2006/relationships/customXml" Target="../ink/ink2110.xml"/><Relationship Id="rId141" Type="http://schemas.openxmlformats.org/officeDocument/2006/relationships/image" Target="../media/image5350.png"/><Relationship Id="rId7" Type="http://schemas.openxmlformats.org/officeDocument/2006/relationships/image" Target="../media/image2210.png"/><Relationship Id="rId162" Type="http://schemas.openxmlformats.org/officeDocument/2006/relationships/customXml" Target="../ink/ink2131.xml"/><Relationship Id="rId183" Type="http://schemas.openxmlformats.org/officeDocument/2006/relationships/image" Target="../media/image5560.png"/><Relationship Id="rId218" Type="http://schemas.openxmlformats.org/officeDocument/2006/relationships/customXml" Target="../ink/ink2159.xml"/><Relationship Id="rId239" Type="http://schemas.openxmlformats.org/officeDocument/2006/relationships/customXml" Target="../ink/ink2170.xml"/><Relationship Id="rId250" Type="http://schemas.openxmlformats.org/officeDocument/2006/relationships/image" Target="../media/image5820.png"/><Relationship Id="rId24" Type="http://schemas.openxmlformats.org/officeDocument/2006/relationships/customXml" Target="../ink/ink2062.xml"/><Relationship Id="rId45" Type="http://schemas.openxmlformats.org/officeDocument/2006/relationships/image" Target="../media/image4880.png"/><Relationship Id="rId66" Type="http://schemas.openxmlformats.org/officeDocument/2006/relationships/customXml" Target="../ink/ink2083.xml"/><Relationship Id="rId87" Type="http://schemas.openxmlformats.org/officeDocument/2006/relationships/image" Target="../media/image5090.png"/><Relationship Id="rId110" Type="http://schemas.openxmlformats.org/officeDocument/2006/relationships/customXml" Target="../ink/ink2105.xml"/><Relationship Id="rId131" Type="http://schemas.openxmlformats.org/officeDocument/2006/relationships/image" Target="../media/image5300.png"/><Relationship Id="rId152" Type="http://schemas.openxmlformats.org/officeDocument/2006/relationships/customXml" Target="../ink/ink2126.xml"/><Relationship Id="rId173" Type="http://schemas.openxmlformats.org/officeDocument/2006/relationships/image" Target="../media/image5511.png"/><Relationship Id="rId194" Type="http://schemas.openxmlformats.org/officeDocument/2006/relationships/customXml" Target="../ink/ink2147.xml"/><Relationship Id="rId208" Type="http://schemas.openxmlformats.org/officeDocument/2006/relationships/customXml" Target="../ink/ink2154.xml"/><Relationship Id="rId229" Type="http://schemas.openxmlformats.org/officeDocument/2006/relationships/customXml" Target="../ink/ink2165.xml"/><Relationship Id="rId240" Type="http://schemas.openxmlformats.org/officeDocument/2006/relationships/image" Target="../media/image5770.png"/><Relationship Id="rId14" Type="http://schemas.openxmlformats.org/officeDocument/2006/relationships/customXml" Target="../ink/ink2057.xml"/><Relationship Id="rId35" Type="http://schemas.openxmlformats.org/officeDocument/2006/relationships/image" Target="../media/image4830.png"/><Relationship Id="rId56" Type="http://schemas.openxmlformats.org/officeDocument/2006/relationships/customXml" Target="../ink/ink2078.xml"/><Relationship Id="rId77" Type="http://schemas.openxmlformats.org/officeDocument/2006/relationships/image" Target="../media/image5040.png"/><Relationship Id="rId100" Type="http://schemas.openxmlformats.org/officeDocument/2006/relationships/customXml" Target="../ink/ink2100.xml"/><Relationship Id="rId8" Type="http://schemas.openxmlformats.org/officeDocument/2006/relationships/customXml" Target="../ink/ink2054.xml"/><Relationship Id="rId98" Type="http://schemas.openxmlformats.org/officeDocument/2006/relationships/customXml" Target="../ink/ink2099.xml"/><Relationship Id="rId121" Type="http://schemas.openxmlformats.org/officeDocument/2006/relationships/image" Target="../media/image5260.png"/><Relationship Id="rId142" Type="http://schemas.openxmlformats.org/officeDocument/2006/relationships/customXml" Target="../ink/ink2121.xml"/><Relationship Id="rId163" Type="http://schemas.openxmlformats.org/officeDocument/2006/relationships/image" Target="../media/image5460.png"/><Relationship Id="rId184" Type="http://schemas.openxmlformats.org/officeDocument/2006/relationships/customXml" Target="../ink/ink2142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111.png"/><Relationship Id="rId25" Type="http://schemas.openxmlformats.org/officeDocument/2006/relationships/image" Target="../media/image4780.png"/><Relationship Id="rId46" Type="http://schemas.openxmlformats.org/officeDocument/2006/relationships/customXml" Target="../ink/ink2073.xml"/><Relationship Id="rId67" Type="http://schemas.openxmlformats.org/officeDocument/2006/relationships/image" Target="../media/image4990.png"/><Relationship Id="rId88" Type="http://schemas.openxmlformats.org/officeDocument/2006/relationships/customXml" Target="../ink/ink2094.xml"/><Relationship Id="rId111" Type="http://schemas.openxmlformats.org/officeDocument/2006/relationships/image" Target="../media/image5211.png"/><Relationship Id="rId132" Type="http://schemas.openxmlformats.org/officeDocument/2006/relationships/customXml" Target="../ink/ink2116.xml"/><Relationship Id="rId153" Type="http://schemas.openxmlformats.org/officeDocument/2006/relationships/image" Target="../media/image5411.png"/><Relationship Id="rId174" Type="http://schemas.openxmlformats.org/officeDocument/2006/relationships/customXml" Target="../ink/ink2137.xml"/><Relationship Id="rId195" Type="http://schemas.openxmlformats.org/officeDocument/2006/relationships/image" Target="../media/image1510.png"/><Relationship Id="rId209" Type="http://schemas.openxmlformats.org/officeDocument/2006/relationships/image" Target="../media/image5620.png"/><Relationship Id="rId220" Type="http://schemas.openxmlformats.org/officeDocument/2006/relationships/customXml" Target="../ink/ink2160.xml"/><Relationship Id="rId241" Type="http://schemas.openxmlformats.org/officeDocument/2006/relationships/customXml" Target="../ink/ink2171.xml"/><Relationship Id="rId15" Type="http://schemas.openxmlformats.org/officeDocument/2006/relationships/image" Target="../media/image4730.png"/><Relationship Id="rId36" Type="http://schemas.openxmlformats.org/officeDocument/2006/relationships/customXml" Target="../ink/ink2068.xml"/><Relationship Id="rId57" Type="http://schemas.openxmlformats.org/officeDocument/2006/relationships/image" Target="../media/image4940.png"/><Relationship Id="rId78" Type="http://schemas.openxmlformats.org/officeDocument/2006/relationships/customXml" Target="../ink/ink2089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2111.xml"/><Relationship Id="rId143" Type="http://schemas.openxmlformats.org/officeDocument/2006/relationships/image" Target="../media/image5360.png"/><Relationship Id="rId164" Type="http://schemas.openxmlformats.org/officeDocument/2006/relationships/customXml" Target="../ink/ink2132.xml"/><Relationship Id="rId185" Type="http://schemas.openxmlformats.org/officeDocument/2006/relationships/image" Target="../media/image5570.png"/><Relationship Id="rId4" Type="http://schemas.openxmlformats.org/officeDocument/2006/relationships/customXml" Target="../ink/ink2052.xml"/><Relationship Id="rId9" Type="http://schemas.openxmlformats.org/officeDocument/2006/relationships/image" Target="../media/image2310.png"/><Relationship Id="rId180" Type="http://schemas.openxmlformats.org/officeDocument/2006/relationships/customXml" Target="../ink/ink2140.xml"/><Relationship Id="rId210" Type="http://schemas.openxmlformats.org/officeDocument/2006/relationships/customXml" Target="../ink/ink2155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2063.xml"/><Relationship Id="rId231" Type="http://schemas.openxmlformats.org/officeDocument/2006/relationships/customXml" Target="../ink/ink2166.xml"/><Relationship Id="rId47" Type="http://schemas.openxmlformats.org/officeDocument/2006/relationships/image" Target="../media/image4890.png"/><Relationship Id="rId68" Type="http://schemas.openxmlformats.org/officeDocument/2006/relationships/customXml" Target="../ink/ink2084.xml"/><Relationship Id="rId89" Type="http://schemas.openxmlformats.org/officeDocument/2006/relationships/image" Target="../media/image5100.png"/><Relationship Id="rId112" Type="http://schemas.openxmlformats.org/officeDocument/2006/relationships/customXml" Target="../ink/ink2106.xml"/><Relationship Id="rId133" Type="http://schemas.openxmlformats.org/officeDocument/2006/relationships/image" Target="../media/image5311.png"/><Relationship Id="rId154" Type="http://schemas.openxmlformats.org/officeDocument/2006/relationships/customXml" Target="../ink/ink2127.xml"/><Relationship Id="rId175" Type="http://schemas.openxmlformats.org/officeDocument/2006/relationships/image" Target="../media/image5520.png"/><Relationship Id="rId196" Type="http://schemas.openxmlformats.org/officeDocument/2006/relationships/customXml" Target="../ink/ink2148.xml"/><Relationship Id="rId200" Type="http://schemas.openxmlformats.org/officeDocument/2006/relationships/customXml" Target="../ink/ink2150.xml"/><Relationship Id="rId16" Type="http://schemas.openxmlformats.org/officeDocument/2006/relationships/customXml" Target="../ink/ink2058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2079.xml"/><Relationship Id="rId79" Type="http://schemas.openxmlformats.org/officeDocument/2006/relationships/image" Target="../media/image5050.png"/><Relationship Id="rId102" Type="http://schemas.openxmlformats.org/officeDocument/2006/relationships/customXml" Target="../ink/ink2101.xml"/><Relationship Id="rId123" Type="http://schemas.openxmlformats.org/officeDocument/2006/relationships/image" Target="../media/image5270.png"/><Relationship Id="rId144" Type="http://schemas.openxmlformats.org/officeDocument/2006/relationships/customXml" Target="../ink/ink2122.xml"/><Relationship Id="rId90" Type="http://schemas.openxmlformats.org/officeDocument/2006/relationships/customXml" Target="../ink/ink2095.xml"/><Relationship Id="rId165" Type="http://schemas.openxmlformats.org/officeDocument/2006/relationships/image" Target="../media/image5470.png"/><Relationship Id="rId186" Type="http://schemas.openxmlformats.org/officeDocument/2006/relationships/customXml" Target="../ink/ink2143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2074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2117.xml"/><Relationship Id="rId80" Type="http://schemas.openxmlformats.org/officeDocument/2006/relationships/customXml" Target="../ink/ink2090.xml"/><Relationship Id="rId155" Type="http://schemas.openxmlformats.org/officeDocument/2006/relationships/image" Target="../media/image5420.png"/><Relationship Id="rId176" Type="http://schemas.openxmlformats.org/officeDocument/2006/relationships/customXml" Target="../ink/ink2138.xml"/><Relationship Id="rId197" Type="http://schemas.openxmlformats.org/officeDocument/2006/relationships/image" Target="../media/image1610.png"/><Relationship Id="rId201" Type="http://schemas.openxmlformats.org/officeDocument/2006/relationships/image" Target="../media/image1810.png"/><Relationship Id="rId222" Type="http://schemas.openxmlformats.org/officeDocument/2006/relationships/customXml" Target="../ink/ink2161.xml"/><Relationship Id="rId243" Type="http://schemas.openxmlformats.org/officeDocument/2006/relationships/customXml" Target="../ink/ink2172.xml"/><Relationship Id="rId17" Type="http://schemas.openxmlformats.org/officeDocument/2006/relationships/image" Target="../media/image4740.png"/><Relationship Id="rId38" Type="http://schemas.openxmlformats.org/officeDocument/2006/relationships/customXml" Target="../ink/ink2069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2112.xml"/><Relationship Id="rId70" Type="http://schemas.openxmlformats.org/officeDocument/2006/relationships/customXml" Target="../ink/ink2085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2133.xml"/><Relationship Id="rId187" Type="http://schemas.openxmlformats.org/officeDocument/2006/relationships/image" Target="../media/image13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56.xml"/><Relationship Id="rId233" Type="http://schemas.openxmlformats.org/officeDocument/2006/relationships/customXml" Target="../ink/ink2167.xml"/><Relationship Id="rId28" Type="http://schemas.openxmlformats.org/officeDocument/2006/relationships/customXml" Target="../ink/ink2064.xml"/><Relationship Id="rId49" Type="http://schemas.openxmlformats.org/officeDocument/2006/relationships/image" Target="../media/image4900.png"/><Relationship Id="rId114" Type="http://schemas.openxmlformats.org/officeDocument/2006/relationships/customXml" Target="../ink/ink2107.xml"/><Relationship Id="rId60" Type="http://schemas.openxmlformats.org/officeDocument/2006/relationships/customXml" Target="../ink/ink2080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2128.xml"/><Relationship Id="rId177" Type="http://schemas.openxmlformats.org/officeDocument/2006/relationships/image" Target="../media/image5530.png"/><Relationship Id="rId198" Type="http://schemas.openxmlformats.org/officeDocument/2006/relationships/customXml" Target="../ink/ink2149.xml"/><Relationship Id="rId202" Type="http://schemas.openxmlformats.org/officeDocument/2006/relationships/customXml" Target="../ink/ink2151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2059.xml"/><Relationship Id="rId39" Type="http://schemas.openxmlformats.org/officeDocument/2006/relationships/image" Target="../media/image4850.png"/><Relationship Id="rId50" Type="http://schemas.openxmlformats.org/officeDocument/2006/relationships/customXml" Target="../ink/ink2075.xml"/><Relationship Id="rId104" Type="http://schemas.openxmlformats.org/officeDocument/2006/relationships/customXml" Target="../ink/ink2102.xml"/><Relationship Id="rId125" Type="http://schemas.openxmlformats.org/officeDocument/2006/relationships/image" Target="../media/image5280.png"/><Relationship Id="rId146" Type="http://schemas.openxmlformats.org/officeDocument/2006/relationships/customXml" Target="../ink/ink2123.xml"/><Relationship Id="rId167" Type="http://schemas.openxmlformats.org/officeDocument/2006/relationships/image" Target="../media/image5480.png"/><Relationship Id="rId188" Type="http://schemas.openxmlformats.org/officeDocument/2006/relationships/customXml" Target="../ink/ink2144.xml"/><Relationship Id="rId71" Type="http://schemas.openxmlformats.org/officeDocument/2006/relationships/image" Target="../media/image5011.png"/><Relationship Id="rId92" Type="http://schemas.openxmlformats.org/officeDocument/2006/relationships/customXml" Target="../ink/ink2096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2051.xml"/><Relationship Id="rId29" Type="http://schemas.openxmlformats.org/officeDocument/2006/relationships/image" Target="../media/image4800.png"/><Relationship Id="rId40" Type="http://schemas.openxmlformats.org/officeDocument/2006/relationships/customXml" Target="../ink/ink2070.xml"/><Relationship Id="rId115" Type="http://schemas.openxmlformats.org/officeDocument/2006/relationships/image" Target="../media/image5230.png"/><Relationship Id="rId136" Type="http://schemas.openxmlformats.org/officeDocument/2006/relationships/customXml" Target="../ink/ink2118.xml"/><Relationship Id="rId157" Type="http://schemas.openxmlformats.org/officeDocument/2006/relationships/image" Target="../media/image5430.png"/><Relationship Id="rId178" Type="http://schemas.openxmlformats.org/officeDocument/2006/relationships/customXml" Target="../ink/ink2139.xml"/><Relationship Id="rId61" Type="http://schemas.openxmlformats.org/officeDocument/2006/relationships/image" Target="../media/image4960.png"/><Relationship Id="rId82" Type="http://schemas.openxmlformats.org/officeDocument/2006/relationships/customXml" Target="../ink/ink2091.xml"/><Relationship Id="rId199" Type="http://schemas.openxmlformats.org/officeDocument/2006/relationships/image" Target="../media/image1710.png"/><Relationship Id="rId203" Type="http://schemas.openxmlformats.org/officeDocument/2006/relationships/image" Target="../media/image1910.png"/><Relationship Id="rId19" Type="http://schemas.openxmlformats.org/officeDocument/2006/relationships/image" Target="../media/image4750.png"/><Relationship Id="rId224" Type="http://schemas.openxmlformats.org/officeDocument/2006/relationships/customXml" Target="../ink/ink2162.xml"/><Relationship Id="rId245" Type="http://schemas.openxmlformats.org/officeDocument/2006/relationships/customXml" Target="../ink/ink2173.xml"/><Relationship Id="rId30" Type="http://schemas.openxmlformats.org/officeDocument/2006/relationships/customXml" Target="../ink/ink2065.xml"/><Relationship Id="rId105" Type="http://schemas.openxmlformats.org/officeDocument/2006/relationships/image" Target="../media/image5180.png"/><Relationship Id="rId126" Type="http://schemas.openxmlformats.org/officeDocument/2006/relationships/customXml" Target="../ink/ink2113.xml"/><Relationship Id="rId147" Type="http://schemas.openxmlformats.org/officeDocument/2006/relationships/image" Target="../media/image5380.png"/><Relationship Id="rId168" Type="http://schemas.openxmlformats.org/officeDocument/2006/relationships/customXml" Target="../ink/ink2134.xml"/><Relationship Id="rId51" Type="http://schemas.openxmlformats.org/officeDocument/2006/relationships/image" Target="../media/image4911.png"/><Relationship Id="rId72" Type="http://schemas.openxmlformats.org/officeDocument/2006/relationships/customXml" Target="../ink/ink2086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.png"/><Relationship Id="rId214" Type="http://schemas.openxmlformats.org/officeDocument/2006/relationships/customXml" Target="../ink/ink2157.xml"/><Relationship Id="rId235" Type="http://schemas.openxmlformats.org/officeDocument/2006/relationships/customXml" Target="../ink/ink2168.xml"/><Relationship Id="rId116" Type="http://schemas.openxmlformats.org/officeDocument/2006/relationships/customXml" Target="../ink/ink2108.xml"/><Relationship Id="rId137" Type="http://schemas.openxmlformats.org/officeDocument/2006/relationships/image" Target="../media/image5330.png"/><Relationship Id="rId158" Type="http://schemas.openxmlformats.org/officeDocument/2006/relationships/customXml" Target="../ink/ink2129.xml"/><Relationship Id="rId20" Type="http://schemas.openxmlformats.org/officeDocument/2006/relationships/customXml" Target="../ink/ink2060.xml"/><Relationship Id="rId41" Type="http://schemas.openxmlformats.org/officeDocument/2006/relationships/image" Target="../media/image4860.png"/><Relationship Id="rId62" Type="http://schemas.openxmlformats.org/officeDocument/2006/relationships/customXml" Target="../ink/ink2081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2145.xml"/><Relationship Id="rId204" Type="http://schemas.openxmlformats.org/officeDocument/2006/relationships/customXml" Target="../ink/ink2152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2103.xml"/><Relationship Id="rId127" Type="http://schemas.openxmlformats.org/officeDocument/2006/relationships/image" Target="../media/image1210.png"/><Relationship Id="rId10" Type="http://schemas.openxmlformats.org/officeDocument/2006/relationships/customXml" Target="../ink/ink2055.xml"/><Relationship Id="rId31" Type="http://schemas.openxmlformats.org/officeDocument/2006/relationships/image" Target="../media/image4811.png"/><Relationship Id="rId52" Type="http://schemas.openxmlformats.org/officeDocument/2006/relationships/customXml" Target="../ink/ink2076.xml"/><Relationship Id="rId73" Type="http://schemas.openxmlformats.org/officeDocument/2006/relationships/image" Target="../media/image5020.png"/><Relationship Id="rId94" Type="http://schemas.openxmlformats.org/officeDocument/2006/relationships/customXml" Target="../ink/ink2097.xml"/><Relationship Id="rId148" Type="http://schemas.openxmlformats.org/officeDocument/2006/relationships/customXml" Target="../ink/ink2124.xml"/><Relationship Id="rId169" Type="http://schemas.openxmlformats.org/officeDocument/2006/relationships/image" Target="../media/image5490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2196.xml"/><Relationship Id="rId63" Type="http://schemas.openxmlformats.org/officeDocument/2006/relationships/image" Target="../media/image9710.png"/><Relationship Id="rId84" Type="http://schemas.openxmlformats.org/officeDocument/2006/relationships/customXml" Target="../ink/ink2217.xml"/><Relationship Id="rId138" Type="http://schemas.openxmlformats.org/officeDocument/2006/relationships/customXml" Target="../ink/ink2244.xml"/><Relationship Id="rId159" Type="http://schemas.openxmlformats.org/officeDocument/2006/relationships/image" Target="../media/image1880.png"/><Relationship Id="rId170" Type="http://schemas.openxmlformats.org/officeDocument/2006/relationships/customXml" Target="../ink/ink2260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2288.xml"/><Relationship Id="rId247" Type="http://schemas.openxmlformats.org/officeDocument/2006/relationships/customXml" Target="../ink/ink2299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2191.xml"/><Relationship Id="rId53" Type="http://schemas.openxmlformats.org/officeDocument/2006/relationships/image" Target="../media/image9310.png"/><Relationship Id="rId74" Type="http://schemas.openxmlformats.org/officeDocument/2006/relationships/customXml" Target="../ink/ink2212.xml"/><Relationship Id="rId128" Type="http://schemas.openxmlformats.org/officeDocument/2006/relationships/customXml" Target="../ink/ink2239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2255.xml"/><Relationship Id="rId181" Type="http://schemas.openxmlformats.org/officeDocument/2006/relationships/image" Target="../media/image1990.png"/><Relationship Id="rId216" Type="http://schemas.openxmlformats.org/officeDocument/2006/relationships/customXml" Target="../ink/ink2283.xml"/><Relationship Id="rId237" Type="http://schemas.openxmlformats.org/officeDocument/2006/relationships/customXml" Target="../ink/ink2294.xml"/><Relationship Id="rId22" Type="http://schemas.openxmlformats.org/officeDocument/2006/relationships/customXml" Target="../ink/ink2186.xml"/><Relationship Id="rId43" Type="http://schemas.openxmlformats.org/officeDocument/2006/relationships/image" Target="../media/image8810.png"/><Relationship Id="rId64" Type="http://schemas.openxmlformats.org/officeDocument/2006/relationships/customXml" Target="../ink/ink2207.xml"/><Relationship Id="rId118" Type="http://schemas.openxmlformats.org/officeDocument/2006/relationships/customXml" Target="../ink/ink2234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2250.xml"/><Relationship Id="rId171" Type="http://schemas.openxmlformats.org/officeDocument/2006/relationships/image" Target="../media/image1940.png"/><Relationship Id="rId192" Type="http://schemas.openxmlformats.org/officeDocument/2006/relationships/customXml" Target="../ink/ink2271.xml"/><Relationship Id="rId206" Type="http://schemas.openxmlformats.org/officeDocument/2006/relationships/customXml" Target="../ink/ink2278.xml"/><Relationship Id="rId227" Type="http://schemas.openxmlformats.org/officeDocument/2006/relationships/customXml" Target="../ink/ink2289.xml"/><Relationship Id="rId248" Type="http://schemas.openxmlformats.org/officeDocument/2006/relationships/image" Target="../media/image2650.png"/><Relationship Id="rId12" Type="http://schemas.openxmlformats.org/officeDocument/2006/relationships/customXml" Target="../ink/ink2181.xml"/><Relationship Id="rId33" Type="http://schemas.openxmlformats.org/officeDocument/2006/relationships/image" Target="../media/image8310.png"/><Relationship Id="rId108" Type="http://schemas.openxmlformats.org/officeDocument/2006/relationships/customXml" Target="../ink/ink2229.xml"/><Relationship Id="rId129" Type="http://schemas.openxmlformats.org/officeDocument/2006/relationships/image" Target="../media/image1290.png"/><Relationship Id="rId54" Type="http://schemas.openxmlformats.org/officeDocument/2006/relationships/customXml" Target="../ink/ink2202.xml"/><Relationship Id="rId75" Type="http://schemas.openxmlformats.org/officeDocument/2006/relationships/image" Target="../media/image10211.png"/><Relationship Id="rId96" Type="http://schemas.openxmlformats.org/officeDocument/2006/relationships/customXml" Target="../ink/ink2223.xml"/><Relationship Id="rId140" Type="http://schemas.openxmlformats.org/officeDocument/2006/relationships/customXml" Target="../ink/ink2245.xml"/><Relationship Id="rId161" Type="http://schemas.openxmlformats.org/officeDocument/2006/relationships/image" Target="../media/image1890.png"/><Relationship Id="rId182" Type="http://schemas.openxmlformats.org/officeDocument/2006/relationships/customXml" Target="../ink/ink2266.xml"/><Relationship Id="rId217" Type="http://schemas.openxmlformats.org/officeDocument/2006/relationships/image" Target="../media/image2500.png"/><Relationship Id="rId6" Type="http://schemas.openxmlformats.org/officeDocument/2006/relationships/customXml" Target="../ink/ink2178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2197.xml"/><Relationship Id="rId65" Type="http://schemas.openxmlformats.org/officeDocument/2006/relationships/image" Target="../media/image9810.png"/><Relationship Id="rId86" Type="http://schemas.openxmlformats.org/officeDocument/2006/relationships/customXml" Target="../ink/ink2218.xml"/><Relationship Id="rId130" Type="http://schemas.openxmlformats.org/officeDocument/2006/relationships/customXml" Target="../ink/ink2240.xml"/><Relationship Id="rId151" Type="http://schemas.openxmlformats.org/officeDocument/2006/relationships/image" Target="../media/image1840.png"/><Relationship Id="rId172" Type="http://schemas.openxmlformats.org/officeDocument/2006/relationships/customXml" Target="../ink/ink2261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2300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2192.xml"/><Relationship Id="rId55" Type="http://schemas.openxmlformats.org/officeDocument/2006/relationships/image" Target="../media/image9410.png"/><Relationship Id="rId76" Type="http://schemas.openxmlformats.org/officeDocument/2006/relationships/customXml" Target="../ink/ink2213.xml"/><Relationship Id="rId97" Type="http://schemas.openxmlformats.org/officeDocument/2006/relationships/image" Target="../media/image1580.png"/><Relationship Id="rId120" Type="http://schemas.openxmlformats.org/officeDocument/2006/relationships/customXml" Target="../ink/ink2235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2256.xml"/><Relationship Id="rId183" Type="http://schemas.openxmlformats.org/officeDocument/2006/relationships/image" Target="../media/image2000.png"/><Relationship Id="rId218" Type="http://schemas.openxmlformats.org/officeDocument/2006/relationships/customXml" Target="../ink/ink2284.xml"/><Relationship Id="rId239" Type="http://schemas.openxmlformats.org/officeDocument/2006/relationships/customXml" Target="../ink/ink2295.xml"/><Relationship Id="rId250" Type="http://schemas.openxmlformats.org/officeDocument/2006/relationships/image" Target="../media/image2660.png"/><Relationship Id="rId24" Type="http://schemas.openxmlformats.org/officeDocument/2006/relationships/customXml" Target="../ink/ink2187.xml"/><Relationship Id="rId45" Type="http://schemas.openxmlformats.org/officeDocument/2006/relationships/image" Target="../media/image8910.png"/><Relationship Id="rId66" Type="http://schemas.openxmlformats.org/officeDocument/2006/relationships/customXml" Target="../ink/ink2208.xml"/><Relationship Id="rId87" Type="http://schemas.openxmlformats.org/officeDocument/2006/relationships/image" Target="../media/image10810.png"/><Relationship Id="rId110" Type="http://schemas.openxmlformats.org/officeDocument/2006/relationships/customXml" Target="../ink/ink2230.xml"/><Relationship Id="rId131" Type="http://schemas.openxmlformats.org/officeDocument/2006/relationships/image" Target="../media/image1740.png"/><Relationship Id="rId152" Type="http://schemas.openxmlformats.org/officeDocument/2006/relationships/customXml" Target="../ink/ink2251.xml"/><Relationship Id="rId173" Type="http://schemas.openxmlformats.org/officeDocument/2006/relationships/image" Target="../media/image1950.png"/><Relationship Id="rId194" Type="http://schemas.openxmlformats.org/officeDocument/2006/relationships/customXml" Target="../ink/ink2272.xml"/><Relationship Id="rId208" Type="http://schemas.openxmlformats.org/officeDocument/2006/relationships/customXml" Target="../ink/ink2279.xml"/><Relationship Id="rId229" Type="http://schemas.openxmlformats.org/officeDocument/2006/relationships/customXml" Target="../ink/ink2290.xml"/><Relationship Id="rId240" Type="http://schemas.openxmlformats.org/officeDocument/2006/relationships/image" Target="../media/image2611.png"/><Relationship Id="rId14" Type="http://schemas.openxmlformats.org/officeDocument/2006/relationships/customXml" Target="../ink/ink2182.xml"/><Relationship Id="rId35" Type="http://schemas.openxmlformats.org/officeDocument/2006/relationships/image" Target="../media/image8410.png"/><Relationship Id="rId56" Type="http://schemas.openxmlformats.org/officeDocument/2006/relationships/customXml" Target="../ink/ink2203.xml"/><Relationship Id="rId77" Type="http://schemas.openxmlformats.org/officeDocument/2006/relationships/image" Target="../media/image10310.png"/><Relationship Id="rId100" Type="http://schemas.openxmlformats.org/officeDocument/2006/relationships/customXml" Target="../ink/ink2225.xml"/><Relationship Id="rId8" Type="http://schemas.openxmlformats.org/officeDocument/2006/relationships/customXml" Target="../ink/ink2179.xml"/><Relationship Id="rId98" Type="http://schemas.openxmlformats.org/officeDocument/2006/relationships/customXml" Target="../ink/ink2224.xml"/><Relationship Id="rId121" Type="http://schemas.openxmlformats.org/officeDocument/2006/relationships/image" Target="../media/image1700.png"/><Relationship Id="rId142" Type="http://schemas.openxmlformats.org/officeDocument/2006/relationships/customXml" Target="../ink/ink2246.xml"/><Relationship Id="rId163" Type="http://schemas.openxmlformats.org/officeDocument/2006/relationships/image" Target="../media/image1900.png"/><Relationship Id="rId184" Type="http://schemas.openxmlformats.org/officeDocument/2006/relationships/customXml" Target="../ink/ink2267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112.png"/><Relationship Id="rId25" Type="http://schemas.openxmlformats.org/officeDocument/2006/relationships/image" Target="../media/image7910.png"/><Relationship Id="rId46" Type="http://schemas.openxmlformats.org/officeDocument/2006/relationships/customXml" Target="../ink/ink2198.xml"/><Relationship Id="rId67" Type="http://schemas.openxmlformats.org/officeDocument/2006/relationships/image" Target="../media/image9910.png"/><Relationship Id="rId88" Type="http://schemas.openxmlformats.org/officeDocument/2006/relationships/customXml" Target="../ink/ink2219.xml"/><Relationship Id="rId111" Type="http://schemas.openxmlformats.org/officeDocument/2006/relationships/image" Target="../media/image1650.png"/><Relationship Id="rId132" Type="http://schemas.openxmlformats.org/officeDocument/2006/relationships/customXml" Target="../ink/ink2241.xml"/><Relationship Id="rId153" Type="http://schemas.openxmlformats.org/officeDocument/2006/relationships/image" Target="../media/image1850.png"/><Relationship Id="rId174" Type="http://schemas.openxmlformats.org/officeDocument/2006/relationships/customXml" Target="../ink/ink2262.xml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220" Type="http://schemas.openxmlformats.org/officeDocument/2006/relationships/customXml" Target="../ink/ink2285.xml"/><Relationship Id="rId241" Type="http://schemas.openxmlformats.org/officeDocument/2006/relationships/customXml" Target="../ink/ink2296.xml"/><Relationship Id="rId15" Type="http://schemas.openxmlformats.org/officeDocument/2006/relationships/image" Target="../media/image7410.png"/><Relationship Id="rId36" Type="http://schemas.openxmlformats.org/officeDocument/2006/relationships/customXml" Target="../ink/ink2193.xml"/><Relationship Id="rId57" Type="http://schemas.openxmlformats.org/officeDocument/2006/relationships/image" Target="../media/image9510.png"/><Relationship Id="rId78" Type="http://schemas.openxmlformats.org/officeDocument/2006/relationships/customXml" Target="../ink/ink2214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2236.xml"/><Relationship Id="rId143" Type="http://schemas.openxmlformats.org/officeDocument/2006/relationships/image" Target="../media/image1800.png"/><Relationship Id="rId164" Type="http://schemas.openxmlformats.org/officeDocument/2006/relationships/customXml" Target="../ink/ink2257.xml"/><Relationship Id="rId185" Type="http://schemas.openxmlformats.org/officeDocument/2006/relationships/image" Target="../media/image2340.png"/><Relationship Id="rId4" Type="http://schemas.openxmlformats.org/officeDocument/2006/relationships/customXml" Target="../ink/ink2177.xml"/><Relationship Id="rId9" Type="http://schemas.openxmlformats.org/officeDocument/2006/relationships/image" Target="../media/image2810.png"/><Relationship Id="rId180" Type="http://schemas.openxmlformats.org/officeDocument/2006/relationships/customXml" Target="../ink/ink2265.xml"/><Relationship Id="rId210" Type="http://schemas.openxmlformats.org/officeDocument/2006/relationships/customXml" Target="../ink/ink2280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2188.xml"/><Relationship Id="rId231" Type="http://schemas.openxmlformats.org/officeDocument/2006/relationships/customXml" Target="../ink/ink2291.xml"/><Relationship Id="rId47" Type="http://schemas.openxmlformats.org/officeDocument/2006/relationships/image" Target="../media/image9010.png"/><Relationship Id="rId68" Type="http://schemas.openxmlformats.org/officeDocument/2006/relationships/customXml" Target="../ink/ink2209.xml"/><Relationship Id="rId89" Type="http://schemas.openxmlformats.org/officeDocument/2006/relationships/image" Target="../media/image10910.png"/><Relationship Id="rId112" Type="http://schemas.openxmlformats.org/officeDocument/2006/relationships/customXml" Target="../ink/ink2231.xml"/><Relationship Id="rId133" Type="http://schemas.openxmlformats.org/officeDocument/2006/relationships/image" Target="../media/image1750.png"/><Relationship Id="rId154" Type="http://schemas.openxmlformats.org/officeDocument/2006/relationships/customXml" Target="../ink/ink2252.xml"/><Relationship Id="rId175" Type="http://schemas.openxmlformats.org/officeDocument/2006/relationships/image" Target="../media/image1960.png"/><Relationship Id="rId196" Type="http://schemas.openxmlformats.org/officeDocument/2006/relationships/customXml" Target="../ink/ink2273.xml"/><Relationship Id="rId200" Type="http://schemas.openxmlformats.org/officeDocument/2006/relationships/customXml" Target="../ink/ink2275.xml"/><Relationship Id="rId16" Type="http://schemas.openxmlformats.org/officeDocument/2006/relationships/customXml" Target="../ink/ink2183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2204.xml"/><Relationship Id="rId79" Type="http://schemas.openxmlformats.org/officeDocument/2006/relationships/image" Target="../media/image10410.png"/><Relationship Id="rId102" Type="http://schemas.openxmlformats.org/officeDocument/2006/relationships/customXml" Target="../ink/ink2226.xml"/><Relationship Id="rId123" Type="http://schemas.openxmlformats.org/officeDocument/2006/relationships/image" Target="../media/image1711.png"/><Relationship Id="rId144" Type="http://schemas.openxmlformats.org/officeDocument/2006/relationships/customXml" Target="../ink/ink2247.xml"/><Relationship Id="rId90" Type="http://schemas.openxmlformats.org/officeDocument/2006/relationships/customXml" Target="../ink/ink2220.xml"/><Relationship Id="rId165" Type="http://schemas.openxmlformats.org/officeDocument/2006/relationships/image" Target="../media/image1911.png"/><Relationship Id="rId186" Type="http://schemas.openxmlformats.org/officeDocument/2006/relationships/customXml" Target="../ink/ink2268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2199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2242.xml"/><Relationship Id="rId80" Type="http://schemas.openxmlformats.org/officeDocument/2006/relationships/customXml" Target="../ink/ink2215.xml"/><Relationship Id="rId155" Type="http://schemas.openxmlformats.org/officeDocument/2006/relationships/image" Target="../media/image1860.png"/><Relationship Id="rId176" Type="http://schemas.openxmlformats.org/officeDocument/2006/relationships/customXml" Target="../ink/ink2263.xml"/><Relationship Id="rId197" Type="http://schemas.openxmlformats.org/officeDocument/2006/relationships/image" Target="../media/image2400.png"/><Relationship Id="rId201" Type="http://schemas.openxmlformats.org/officeDocument/2006/relationships/image" Target="../media/image2420.png"/><Relationship Id="rId222" Type="http://schemas.openxmlformats.org/officeDocument/2006/relationships/customXml" Target="../ink/ink2286.xml"/><Relationship Id="rId243" Type="http://schemas.openxmlformats.org/officeDocument/2006/relationships/customXml" Target="../ink/ink2297.xml"/><Relationship Id="rId17" Type="http://schemas.openxmlformats.org/officeDocument/2006/relationships/image" Target="../media/image7510.png"/><Relationship Id="rId38" Type="http://schemas.openxmlformats.org/officeDocument/2006/relationships/customXml" Target="../ink/ink2194.xml"/><Relationship Id="rId59" Type="http://schemas.openxmlformats.org/officeDocument/2006/relationships/image" Target="../media/image5310.png"/><Relationship Id="rId103" Type="http://schemas.openxmlformats.org/officeDocument/2006/relationships/image" Target="../media/image1611.png"/><Relationship Id="rId124" Type="http://schemas.openxmlformats.org/officeDocument/2006/relationships/customXml" Target="../ink/ink2237.xml"/><Relationship Id="rId70" Type="http://schemas.openxmlformats.org/officeDocument/2006/relationships/customXml" Target="../ink/ink2210.xml"/><Relationship Id="rId91" Type="http://schemas.openxmlformats.org/officeDocument/2006/relationships/image" Target="../media/image1108.png"/><Relationship Id="rId145" Type="http://schemas.openxmlformats.org/officeDocument/2006/relationships/image" Target="../media/image1811.png"/><Relationship Id="rId166" Type="http://schemas.openxmlformats.org/officeDocument/2006/relationships/customXml" Target="../ink/ink2258.xml"/><Relationship Id="rId187" Type="http://schemas.openxmlformats.org/officeDocument/2006/relationships/image" Target="../media/image235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81.xml"/><Relationship Id="rId233" Type="http://schemas.openxmlformats.org/officeDocument/2006/relationships/customXml" Target="../ink/ink2292.xml"/><Relationship Id="rId28" Type="http://schemas.openxmlformats.org/officeDocument/2006/relationships/customXml" Target="../ink/ink2189.xml"/><Relationship Id="rId49" Type="http://schemas.openxmlformats.org/officeDocument/2006/relationships/image" Target="../media/image9110.png"/><Relationship Id="rId114" Type="http://schemas.openxmlformats.org/officeDocument/2006/relationships/customXml" Target="../ink/ink2232.xml"/><Relationship Id="rId60" Type="http://schemas.openxmlformats.org/officeDocument/2006/relationships/customXml" Target="../ink/ink2205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2253.xml"/><Relationship Id="rId177" Type="http://schemas.openxmlformats.org/officeDocument/2006/relationships/image" Target="../media/image1970.png"/><Relationship Id="rId198" Type="http://schemas.openxmlformats.org/officeDocument/2006/relationships/customXml" Target="../ink/ink2274.xml"/><Relationship Id="rId202" Type="http://schemas.openxmlformats.org/officeDocument/2006/relationships/customXml" Target="../ink/ink2276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2184.xml"/><Relationship Id="rId39" Type="http://schemas.openxmlformats.org/officeDocument/2006/relationships/image" Target="../media/image8610.png"/><Relationship Id="rId50" Type="http://schemas.openxmlformats.org/officeDocument/2006/relationships/customXml" Target="../ink/ink2200.xml"/><Relationship Id="rId104" Type="http://schemas.openxmlformats.org/officeDocument/2006/relationships/customXml" Target="../ink/ink2227.xml"/><Relationship Id="rId125" Type="http://schemas.openxmlformats.org/officeDocument/2006/relationships/image" Target="../media/image1720.png"/><Relationship Id="rId146" Type="http://schemas.openxmlformats.org/officeDocument/2006/relationships/customXml" Target="../ink/ink2248.xml"/><Relationship Id="rId167" Type="http://schemas.openxmlformats.org/officeDocument/2006/relationships/image" Target="../media/image1920.png"/><Relationship Id="rId188" Type="http://schemas.openxmlformats.org/officeDocument/2006/relationships/customXml" Target="../ink/ink2269.xml"/><Relationship Id="rId71" Type="http://schemas.openxmlformats.org/officeDocument/2006/relationships/image" Target="../media/image5910.png"/><Relationship Id="rId92" Type="http://schemas.openxmlformats.org/officeDocument/2006/relationships/customXml" Target="../ink/ink2221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2176.xml"/><Relationship Id="rId29" Type="http://schemas.openxmlformats.org/officeDocument/2006/relationships/image" Target="../media/image8110.png"/><Relationship Id="rId40" Type="http://schemas.openxmlformats.org/officeDocument/2006/relationships/customXml" Target="../ink/ink2195.xml"/><Relationship Id="rId115" Type="http://schemas.openxmlformats.org/officeDocument/2006/relationships/image" Target="../media/image1670.png"/><Relationship Id="rId136" Type="http://schemas.openxmlformats.org/officeDocument/2006/relationships/customXml" Target="../ink/ink2243.xml"/><Relationship Id="rId157" Type="http://schemas.openxmlformats.org/officeDocument/2006/relationships/image" Target="../media/image1870.png"/><Relationship Id="rId178" Type="http://schemas.openxmlformats.org/officeDocument/2006/relationships/customXml" Target="../ink/ink2264.xml"/><Relationship Id="rId61" Type="http://schemas.openxmlformats.org/officeDocument/2006/relationships/image" Target="../media/image9610.png"/><Relationship Id="rId82" Type="http://schemas.openxmlformats.org/officeDocument/2006/relationships/customXml" Target="../ink/ink2216.xml"/><Relationship Id="rId199" Type="http://schemas.openxmlformats.org/officeDocument/2006/relationships/image" Target="../media/image2411.png"/><Relationship Id="rId203" Type="http://schemas.openxmlformats.org/officeDocument/2006/relationships/image" Target="../media/image2430.png"/><Relationship Id="rId19" Type="http://schemas.openxmlformats.org/officeDocument/2006/relationships/image" Target="../media/image7610.png"/><Relationship Id="rId224" Type="http://schemas.openxmlformats.org/officeDocument/2006/relationships/customXml" Target="../ink/ink2287.xml"/><Relationship Id="rId245" Type="http://schemas.openxmlformats.org/officeDocument/2006/relationships/customXml" Target="../ink/ink2298.xml"/><Relationship Id="rId30" Type="http://schemas.openxmlformats.org/officeDocument/2006/relationships/customXml" Target="../ink/ink2190.xml"/><Relationship Id="rId105" Type="http://schemas.openxmlformats.org/officeDocument/2006/relationships/image" Target="../media/image1620.png"/><Relationship Id="rId126" Type="http://schemas.openxmlformats.org/officeDocument/2006/relationships/customXml" Target="../ink/ink2238.xml"/><Relationship Id="rId147" Type="http://schemas.openxmlformats.org/officeDocument/2006/relationships/image" Target="../media/image1820.png"/><Relationship Id="rId168" Type="http://schemas.openxmlformats.org/officeDocument/2006/relationships/customXml" Target="../ink/ink2259.xml"/><Relationship Id="rId51" Type="http://schemas.openxmlformats.org/officeDocument/2006/relationships/image" Target="../media/image9210.png"/><Relationship Id="rId72" Type="http://schemas.openxmlformats.org/officeDocument/2006/relationships/customXml" Target="../ink/ink2211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2510.png"/><Relationship Id="rId214" Type="http://schemas.openxmlformats.org/officeDocument/2006/relationships/customXml" Target="../ink/ink2282.xml"/><Relationship Id="rId235" Type="http://schemas.openxmlformats.org/officeDocument/2006/relationships/customXml" Target="../ink/ink2293.xml"/><Relationship Id="rId116" Type="http://schemas.openxmlformats.org/officeDocument/2006/relationships/customXml" Target="../ink/ink2233.xml"/><Relationship Id="rId137" Type="http://schemas.openxmlformats.org/officeDocument/2006/relationships/image" Target="../media/image1770.png"/><Relationship Id="rId158" Type="http://schemas.openxmlformats.org/officeDocument/2006/relationships/customXml" Target="../ink/ink2254.xml"/><Relationship Id="rId20" Type="http://schemas.openxmlformats.org/officeDocument/2006/relationships/customXml" Target="../ink/ink2185.xml"/><Relationship Id="rId41" Type="http://schemas.openxmlformats.org/officeDocument/2006/relationships/image" Target="../media/image8710.png"/><Relationship Id="rId62" Type="http://schemas.openxmlformats.org/officeDocument/2006/relationships/customXml" Target="../ink/ink2206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2270.xml"/><Relationship Id="rId204" Type="http://schemas.openxmlformats.org/officeDocument/2006/relationships/customXml" Target="../ink/ink2277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2228.xml"/><Relationship Id="rId127" Type="http://schemas.openxmlformats.org/officeDocument/2006/relationships/image" Target="../media/image1730.png"/><Relationship Id="rId10" Type="http://schemas.openxmlformats.org/officeDocument/2006/relationships/customXml" Target="../ink/ink2180.xml"/><Relationship Id="rId31" Type="http://schemas.openxmlformats.org/officeDocument/2006/relationships/image" Target="../media/image8210.png"/><Relationship Id="rId52" Type="http://schemas.openxmlformats.org/officeDocument/2006/relationships/customXml" Target="../ink/ink2201.xml"/><Relationship Id="rId73" Type="http://schemas.openxmlformats.org/officeDocument/2006/relationships/image" Target="../media/image10110.png"/><Relationship Id="rId94" Type="http://schemas.openxmlformats.org/officeDocument/2006/relationships/customXml" Target="../ink/ink2222.xml"/><Relationship Id="rId148" Type="http://schemas.openxmlformats.org/officeDocument/2006/relationships/customXml" Target="../ink/ink2249.xml"/><Relationship Id="rId169" Type="http://schemas.openxmlformats.org/officeDocument/2006/relationships/image" Target="../media/image19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8.png"/><Relationship Id="rId2" Type="http://schemas.openxmlformats.org/officeDocument/2006/relationships/image" Target="../media/image11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1.png"/><Relationship Id="rId2" Type="http://schemas.openxmlformats.org/officeDocument/2006/relationships/image" Target="../media/image11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6</a:t>
            </a:r>
          </a:p>
          <a:p>
            <a:r>
              <a:rPr lang="en-US" sz="2800" dirty="0">
                <a:latin typeface="PT Sans" panose="020B0503020203020204" pitchFamily="34" charset="0"/>
              </a:rPr>
              <a:t>Circuit Analysis 2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D730-4BE6-DC1F-2977-CB0EEA41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</a:t>
            </a:r>
          </a:p>
        </p:txBody>
      </p:sp>
      <p:pic>
        <p:nvPicPr>
          <p:cNvPr id="6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689817DD-B2E3-5450-8E46-71DAC1113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7"/>
          <a:stretch/>
        </p:blipFill>
        <p:spPr>
          <a:xfrm>
            <a:off x="690328" y="1027201"/>
            <a:ext cx="3797086" cy="48035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5FB1-9B4C-FA18-1372-8FCBD3501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ircuits&#10;&#10;Description automatically generated">
            <a:extLst>
              <a:ext uri="{FF2B5EF4-FFF2-40B4-BE49-F238E27FC236}">
                <a16:creationId xmlns:a16="http://schemas.microsoft.com/office/drawing/2014/main" id="{9C1E1633-F8F8-67C5-FFC8-60D6510F56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32"/>
          <a:stretch/>
        </p:blipFill>
        <p:spPr>
          <a:xfrm>
            <a:off x="6201136" y="95491"/>
            <a:ext cx="4139128" cy="354185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28D043A-F635-A74F-511C-E12F72F9FE70}"/>
              </a:ext>
            </a:extLst>
          </p:cNvPr>
          <p:cNvGrpSpPr/>
          <p:nvPr/>
        </p:nvGrpSpPr>
        <p:grpSpPr>
          <a:xfrm>
            <a:off x="6149838" y="4107104"/>
            <a:ext cx="3022560" cy="1762560"/>
            <a:chOff x="6149838" y="4107104"/>
            <a:chExt cx="3022560" cy="176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BBF23E-9102-3878-CC64-0B16B1463C94}"/>
                    </a:ext>
                  </a:extLst>
                </p14:cNvPr>
                <p14:cNvContentPartPr/>
                <p14:nvPr/>
              </p14:nvContentPartPr>
              <p14:xfrm>
                <a:off x="6812958" y="4107104"/>
                <a:ext cx="86760" cy="576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BBF23E-9102-3878-CC64-0B16B1463C9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95318" y="4089104"/>
                  <a:ext cx="12240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E45AF9-80B3-9FED-8F31-7732CF430D65}"/>
                    </a:ext>
                  </a:extLst>
                </p14:cNvPr>
                <p14:cNvContentPartPr/>
                <p14:nvPr/>
              </p14:nvContentPartPr>
              <p14:xfrm>
                <a:off x="6630798" y="4616864"/>
                <a:ext cx="600840" cy="117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E45AF9-80B3-9FED-8F31-7732CF430D6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12798" y="4598864"/>
                  <a:ext cx="636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EA8697-AFF1-F1E7-A316-9C565FEB1C02}"/>
                    </a:ext>
                  </a:extLst>
                </p14:cNvPr>
                <p14:cNvContentPartPr/>
                <p14:nvPr/>
              </p14:nvContentPartPr>
              <p14:xfrm>
                <a:off x="6849318" y="4823144"/>
                <a:ext cx="160560" cy="24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EA8697-AFF1-F1E7-A316-9C565FEB1C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31318" y="4805144"/>
                  <a:ext cx="196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AC22EE5-8F0F-5ACC-4BEC-659F3345703C}"/>
                    </a:ext>
                  </a:extLst>
                </p14:cNvPr>
                <p14:cNvContentPartPr/>
                <p14:nvPr/>
              </p14:nvContentPartPr>
              <p14:xfrm>
                <a:off x="6958398" y="4853384"/>
                <a:ext cx="102240" cy="802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AC22EE5-8F0F-5ACC-4BEC-659F334570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40758" y="4835744"/>
                  <a:ext cx="13788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C03E70-C0F1-6934-854A-93AC76162131}"/>
                    </a:ext>
                  </a:extLst>
                </p14:cNvPr>
                <p14:cNvContentPartPr/>
                <p14:nvPr/>
              </p14:nvContentPartPr>
              <p14:xfrm>
                <a:off x="6803598" y="4180904"/>
                <a:ext cx="1574640" cy="2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C03E70-C0F1-6934-854A-93AC761621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5598" y="4163264"/>
                  <a:ext cx="1610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38329F-71EC-65A1-D16C-5EBAE721CCEE}"/>
                    </a:ext>
                  </a:extLst>
                </p14:cNvPr>
                <p14:cNvContentPartPr/>
                <p14:nvPr/>
              </p14:nvContentPartPr>
              <p14:xfrm>
                <a:off x="8258358" y="4145984"/>
                <a:ext cx="52560" cy="348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38329F-71EC-65A1-D16C-5EBAE721CC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40358" y="4127984"/>
                  <a:ext cx="882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96E3EE-9111-DEDB-1BD4-31835B11A811}"/>
                    </a:ext>
                  </a:extLst>
                </p14:cNvPr>
                <p14:cNvContentPartPr/>
                <p14:nvPr/>
              </p14:nvContentPartPr>
              <p14:xfrm>
                <a:off x="8236758" y="4551344"/>
                <a:ext cx="174240" cy="302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96E3EE-9111-DEDB-1BD4-31835B11A8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18758" y="4533704"/>
                  <a:ext cx="2098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264A18-DE90-F789-DF1C-D2E6B1C18187}"/>
                    </a:ext>
                  </a:extLst>
                </p14:cNvPr>
                <p14:cNvContentPartPr/>
                <p14:nvPr/>
              </p14:nvContentPartPr>
              <p14:xfrm>
                <a:off x="8331798" y="4860224"/>
                <a:ext cx="38880" cy="272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264A18-DE90-F789-DF1C-D2E6B1C181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14158" y="4842224"/>
                  <a:ext cx="74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B65194-29DD-6AF6-6AC0-970A6D5F9F95}"/>
                    </a:ext>
                  </a:extLst>
                </p14:cNvPr>
                <p14:cNvContentPartPr/>
                <p14:nvPr/>
              </p14:nvContentPartPr>
              <p14:xfrm>
                <a:off x="8365638" y="5195744"/>
                <a:ext cx="130680" cy="270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B65194-29DD-6AF6-6AC0-970A6D5F9F9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47998" y="5178104"/>
                  <a:ext cx="1663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49829E-8E40-C670-ABDB-69CC6D1E4FB4}"/>
                    </a:ext>
                  </a:extLst>
                </p14:cNvPr>
                <p14:cNvContentPartPr/>
                <p14:nvPr/>
              </p14:nvContentPartPr>
              <p14:xfrm>
                <a:off x="8452398" y="5492024"/>
                <a:ext cx="5040" cy="364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49829E-8E40-C670-ABDB-69CC6D1E4FB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34758" y="5474384"/>
                  <a:ext cx="406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0E62F6-11EA-3E2A-E813-AFBDB8BD71B6}"/>
                    </a:ext>
                  </a:extLst>
                </p14:cNvPr>
                <p14:cNvContentPartPr/>
                <p14:nvPr/>
              </p14:nvContentPartPr>
              <p14:xfrm>
                <a:off x="7042638" y="5698304"/>
                <a:ext cx="88200" cy="171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0E62F6-11EA-3E2A-E813-AFBDB8BD71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24998" y="5680304"/>
                  <a:ext cx="123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C08A77-3CC4-3DA3-F08C-ECA728660628}"/>
                    </a:ext>
                  </a:extLst>
                </p14:cNvPr>
                <p14:cNvContentPartPr/>
                <p14:nvPr/>
              </p14:nvContentPartPr>
              <p14:xfrm>
                <a:off x="7048398" y="5780744"/>
                <a:ext cx="1444320" cy="75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C08A77-3CC4-3DA3-F08C-ECA72866062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30758" y="5763104"/>
                  <a:ext cx="1479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659755-6A92-9A8E-32E3-39A071FAC9FB}"/>
                    </a:ext>
                  </a:extLst>
                </p14:cNvPr>
                <p14:cNvContentPartPr/>
                <p14:nvPr/>
              </p14:nvContentPartPr>
              <p14:xfrm>
                <a:off x="6149838" y="4835744"/>
                <a:ext cx="153360" cy="264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659755-6A92-9A8E-32E3-39A071FAC9F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32198" y="4817744"/>
                  <a:ext cx="189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CC885A-533C-92D7-2522-0E8E11E30E13}"/>
                    </a:ext>
                  </a:extLst>
                </p14:cNvPr>
                <p14:cNvContentPartPr/>
                <p14:nvPr/>
              </p14:nvContentPartPr>
              <p14:xfrm>
                <a:off x="6412278" y="5081624"/>
                <a:ext cx="46440" cy="8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CC885A-533C-92D7-2522-0E8E11E30E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94638" y="5063984"/>
                  <a:ext cx="82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B9D734E-76FD-46C4-CBC7-DC46EFCB5C11}"/>
                    </a:ext>
                  </a:extLst>
                </p14:cNvPr>
                <p14:cNvContentPartPr/>
                <p14:nvPr/>
              </p14:nvContentPartPr>
              <p14:xfrm>
                <a:off x="6413718" y="4930064"/>
                <a:ext cx="12600" cy="21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B9D734E-76FD-46C4-CBC7-DC46EFCB5C1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5718" y="4912424"/>
                  <a:ext cx="48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2891FD-A0EC-DAF1-7790-11DA70323B80}"/>
                    </a:ext>
                  </a:extLst>
                </p14:cNvPr>
                <p14:cNvContentPartPr/>
                <p14:nvPr/>
              </p14:nvContentPartPr>
              <p14:xfrm>
                <a:off x="6518478" y="4985144"/>
                <a:ext cx="206640" cy="13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2891FD-A0EC-DAF1-7790-11DA70323B8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00478" y="4967144"/>
                  <a:ext cx="242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981C31-5512-E6C4-83A0-4454A8447A98}"/>
                    </a:ext>
                  </a:extLst>
                </p14:cNvPr>
                <p14:cNvContentPartPr/>
                <p14:nvPr/>
              </p14:nvContentPartPr>
              <p14:xfrm>
                <a:off x="8576598" y="4576544"/>
                <a:ext cx="75960" cy="21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981C31-5512-E6C4-83A0-4454A8447A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8958" y="4558544"/>
                  <a:ext cx="111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7B0F9C5-D461-7826-DD82-F4081358CA5B}"/>
                    </a:ext>
                  </a:extLst>
                </p14:cNvPr>
                <p14:cNvContentPartPr/>
                <p14:nvPr/>
              </p14:nvContentPartPr>
              <p14:xfrm>
                <a:off x="8588478" y="4569704"/>
                <a:ext cx="171360" cy="111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7B0F9C5-D461-7826-DD82-F4081358CA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70478" y="4551704"/>
                  <a:ext cx="207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7E4F1E-6A1E-2829-0EFF-47422F5CB453}"/>
                    </a:ext>
                  </a:extLst>
                </p14:cNvPr>
                <p14:cNvContentPartPr/>
                <p14:nvPr/>
              </p14:nvContentPartPr>
              <p14:xfrm>
                <a:off x="8825718" y="4630904"/>
                <a:ext cx="42840" cy="114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7E4F1E-6A1E-2829-0EFF-47422F5CB45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07718" y="4613264"/>
                  <a:ext cx="78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24D7C1-D69E-E2E8-F7FD-647F1A106D0E}"/>
                    </a:ext>
                  </a:extLst>
                </p14:cNvPr>
                <p14:cNvContentPartPr/>
                <p14:nvPr/>
              </p14:nvContentPartPr>
              <p14:xfrm>
                <a:off x="8785398" y="5222024"/>
                <a:ext cx="41760" cy="22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24D7C1-D69E-E2E8-F7FD-647F1A106D0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67758" y="5204384"/>
                  <a:ext cx="77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5F06297-9157-7DF9-C752-7D3D32D10165}"/>
                    </a:ext>
                  </a:extLst>
                </p14:cNvPr>
                <p14:cNvContentPartPr/>
                <p14:nvPr/>
              </p14:nvContentPartPr>
              <p14:xfrm>
                <a:off x="8830398" y="5195744"/>
                <a:ext cx="1123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5F06297-9157-7DF9-C752-7D3D32D101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12758" y="5177744"/>
                  <a:ext cx="147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92270E-A1A8-9FA5-E594-1038293950F0}"/>
                    </a:ext>
                  </a:extLst>
                </p14:cNvPr>
                <p14:cNvContentPartPr/>
                <p14:nvPr/>
              </p14:nvContentPartPr>
              <p14:xfrm>
                <a:off x="9034158" y="5255504"/>
                <a:ext cx="138240" cy="126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92270E-A1A8-9FA5-E594-1038293950F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16518" y="5237504"/>
                  <a:ext cx="1738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C768CC-A905-7CD4-5A1C-A90C08B29B07}"/>
              </a:ext>
            </a:extLst>
          </p:cNvPr>
          <p:cNvGrpSpPr/>
          <p:nvPr/>
        </p:nvGrpSpPr>
        <p:grpSpPr>
          <a:xfrm>
            <a:off x="8449518" y="3950504"/>
            <a:ext cx="3291120" cy="1153800"/>
            <a:chOff x="8449518" y="3950504"/>
            <a:chExt cx="3291120" cy="11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AD70FD3-488B-74F0-F677-A3D047CA4D2D}"/>
                    </a:ext>
                  </a:extLst>
                </p14:cNvPr>
                <p14:cNvContentPartPr/>
                <p14:nvPr/>
              </p14:nvContentPartPr>
              <p14:xfrm>
                <a:off x="9291918" y="4183064"/>
                <a:ext cx="158040" cy="313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AD70FD3-488B-74F0-F677-A3D047CA4D2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74278" y="4165064"/>
                  <a:ext cx="1936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5377ED-BEDD-F37E-E99F-975DE33EDBD9}"/>
                    </a:ext>
                  </a:extLst>
                </p14:cNvPr>
                <p14:cNvContentPartPr/>
                <p14:nvPr/>
              </p14:nvContentPartPr>
              <p14:xfrm>
                <a:off x="9606918" y="4429304"/>
                <a:ext cx="81000" cy="231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5377ED-BEDD-F37E-E99F-975DE33EDB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88918" y="4411664"/>
                  <a:ext cx="116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7C5240-CB5D-353E-8D80-F71247BE73CD}"/>
                    </a:ext>
                  </a:extLst>
                </p14:cNvPr>
                <p14:cNvContentPartPr/>
                <p14:nvPr/>
              </p14:nvContentPartPr>
              <p14:xfrm>
                <a:off x="9622398" y="4390424"/>
                <a:ext cx="154800" cy="156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7C5240-CB5D-353E-8D80-F71247BE73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604398" y="4372424"/>
                  <a:ext cx="190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378FE2-2DB4-221E-54EA-52C856C209EE}"/>
                    </a:ext>
                  </a:extLst>
                </p14:cNvPr>
                <p14:cNvContentPartPr/>
                <p14:nvPr/>
              </p14:nvContentPartPr>
              <p14:xfrm>
                <a:off x="9914718" y="4492304"/>
                <a:ext cx="36720" cy="161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378FE2-2DB4-221E-54EA-52C856C209E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897078" y="4474304"/>
                  <a:ext cx="72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70444B-B2E5-8DFB-828B-880E2009DE56}"/>
                    </a:ext>
                  </a:extLst>
                </p14:cNvPr>
                <p14:cNvContentPartPr/>
                <p14:nvPr/>
              </p14:nvContentPartPr>
              <p14:xfrm>
                <a:off x="10056198" y="4364504"/>
                <a:ext cx="48240" cy="1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70444B-B2E5-8DFB-828B-880E2009DE5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38198" y="4346504"/>
                  <a:ext cx="83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A4FEFC-DDF6-7CE2-74A1-2783627E799F}"/>
                    </a:ext>
                  </a:extLst>
                </p14:cNvPr>
                <p14:cNvContentPartPr/>
                <p14:nvPr/>
              </p14:nvContentPartPr>
              <p14:xfrm>
                <a:off x="10079958" y="4421024"/>
                <a:ext cx="58680" cy="36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A4FEFC-DDF6-7CE2-74A1-2783627E799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062318" y="4403384"/>
                  <a:ext cx="94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F4C102-2EE9-A2B0-BE5A-7B67A8AC0846}"/>
                    </a:ext>
                  </a:extLst>
                </p14:cNvPr>
                <p14:cNvContentPartPr/>
                <p14:nvPr/>
              </p14:nvContentPartPr>
              <p14:xfrm>
                <a:off x="9702678" y="4545584"/>
                <a:ext cx="11160" cy="2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F4C102-2EE9-A2B0-BE5A-7B67A8AC084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84678" y="4527584"/>
                  <a:ext cx="46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5F830C-9C3D-5EAF-513A-AE31BE963451}"/>
                    </a:ext>
                  </a:extLst>
                </p14:cNvPr>
                <p14:cNvContentPartPr/>
                <p14:nvPr/>
              </p14:nvContentPartPr>
              <p14:xfrm>
                <a:off x="8715198" y="4230584"/>
                <a:ext cx="54720" cy="171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5F830C-9C3D-5EAF-513A-AE31BE96345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697198" y="4212584"/>
                  <a:ext cx="90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FA4171-551C-2DDF-0300-E7FFBD246060}"/>
                    </a:ext>
                  </a:extLst>
                </p14:cNvPr>
                <p14:cNvContentPartPr/>
                <p14:nvPr/>
              </p14:nvContentPartPr>
              <p14:xfrm>
                <a:off x="8709438" y="4235624"/>
                <a:ext cx="84240" cy="77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FA4171-551C-2DDF-0300-E7FFBD24606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91438" y="4217984"/>
                  <a:ext cx="119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87BC8C-A33E-F6A6-F290-960256B53872}"/>
                    </a:ext>
                  </a:extLst>
                </p14:cNvPr>
                <p14:cNvContentPartPr/>
                <p14:nvPr/>
              </p14:nvContentPartPr>
              <p14:xfrm>
                <a:off x="8813118" y="4805144"/>
                <a:ext cx="61560" cy="262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87BC8C-A33E-F6A6-F290-960256B5387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95478" y="4787504"/>
                  <a:ext cx="972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1A9E8E-5EE8-65C2-7E96-263FA6BA2B34}"/>
                    </a:ext>
                  </a:extLst>
                </p14:cNvPr>
                <p14:cNvContentPartPr/>
                <p14:nvPr/>
              </p14:nvContentPartPr>
              <p14:xfrm>
                <a:off x="8809878" y="4980464"/>
                <a:ext cx="138240" cy="123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1A9E8E-5EE8-65C2-7E96-263FA6BA2B3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92238" y="4962464"/>
                  <a:ext cx="173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6A2C0A0-2A7F-926F-1A32-62C6A26DC93B}"/>
                    </a:ext>
                  </a:extLst>
                </p14:cNvPr>
                <p14:cNvContentPartPr/>
                <p14:nvPr/>
              </p14:nvContentPartPr>
              <p14:xfrm>
                <a:off x="10447878" y="4274144"/>
                <a:ext cx="1238040" cy="120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6A2C0A0-2A7F-926F-1A32-62C6A26DC93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30238" y="4256144"/>
                  <a:ext cx="1273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E66D4C-AB07-335B-24F4-FBC157DCE9DD}"/>
                    </a:ext>
                  </a:extLst>
                </p14:cNvPr>
                <p14:cNvContentPartPr/>
                <p14:nvPr/>
              </p14:nvContentPartPr>
              <p14:xfrm>
                <a:off x="10735878" y="4583384"/>
                <a:ext cx="45720" cy="260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E66D4C-AB07-335B-24F4-FBC157DCE9D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717878" y="4565744"/>
                  <a:ext cx="81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B5A8DA-1AEB-55EF-9948-A0888032A988}"/>
                    </a:ext>
                  </a:extLst>
                </p14:cNvPr>
                <p14:cNvContentPartPr/>
                <p14:nvPr/>
              </p14:nvContentPartPr>
              <p14:xfrm>
                <a:off x="10730118" y="4582664"/>
                <a:ext cx="141120" cy="145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B5A8DA-1AEB-55EF-9948-A0888032A98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12118" y="4564664"/>
                  <a:ext cx="17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E6BAE2-AF3C-E965-0F9D-27D105F11338}"/>
                    </a:ext>
                  </a:extLst>
                </p14:cNvPr>
                <p14:cNvContentPartPr/>
                <p14:nvPr/>
              </p14:nvContentPartPr>
              <p14:xfrm>
                <a:off x="10970958" y="4694264"/>
                <a:ext cx="41760" cy="118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E6BAE2-AF3C-E965-0F9D-27D105F1133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952958" y="4676624"/>
                  <a:ext cx="77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FACB83-58A2-04F8-7B43-8B66754B3E54}"/>
                    </a:ext>
                  </a:extLst>
                </p14:cNvPr>
                <p14:cNvContentPartPr/>
                <p14:nvPr/>
              </p14:nvContentPartPr>
              <p14:xfrm>
                <a:off x="11109918" y="4667624"/>
                <a:ext cx="123480" cy="3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FACB83-58A2-04F8-7B43-8B66754B3E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91918" y="4649624"/>
                  <a:ext cx="159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C99C027-0F8E-E034-4420-7F2BB9DD5A51}"/>
                    </a:ext>
                  </a:extLst>
                </p14:cNvPr>
                <p14:cNvContentPartPr/>
                <p14:nvPr/>
              </p14:nvContentPartPr>
              <p14:xfrm>
                <a:off x="11208558" y="4604984"/>
                <a:ext cx="20520" cy="195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C99C027-0F8E-E034-4420-7F2BB9DD5A5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190558" y="4587344"/>
                  <a:ext cx="561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DDF2D1-0A68-2103-4AB8-CF2F122B2491}"/>
                    </a:ext>
                  </a:extLst>
                </p14:cNvPr>
                <p14:cNvContentPartPr/>
                <p14:nvPr/>
              </p14:nvContentPartPr>
              <p14:xfrm>
                <a:off x="11397558" y="4587704"/>
                <a:ext cx="39960" cy="136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DDF2D1-0A68-2103-4AB8-CF2F122B249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379918" y="4570064"/>
                  <a:ext cx="75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72B5B2-1E0E-004B-8688-D8E328F9795A}"/>
                    </a:ext>
                  </a:extLst>
                </p14:cNvPr>
                <p14:cNvContentPartPr/>
                <p14:nvPr/>
              </p14:nvContentPartPr>
              <p14:xfrm>
                <a:off x="11398998" y="4524344"/>
                <a:ext cx="123120" cy="114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72B5B2-1E0E-004B-8688-D8E328F9795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381358" y="4506704"/>
                  <a:ext cx="158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8B1395-6A83-7085-783B-D03F46BC380E}"/>
                    </a:ext>
                  </a:extLst>
                </p14:cNvPr>
                <p14:cNvContentPartPr/>
                <p14:nvPr/>
              </p14:nvContentPartPr>
              <p14:xfrm>
                <a:off x="11611038" y="4619384"/>
                <a:ext cx="129600" cy="101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8B1395-6A83-7085-783B-D03F46BC38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593398" y="4601744"/>
                  <a:ext cx="165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40A72A-B055-9B5E-D498-DCEBB04280FD}"/>
                    </a:ext>
                  </a:extLst>
                </p14:cNvPr>
                <p14:cNvContentPartPr/>
                <p14:nvPr/>
              </p14:nvContentPartPr>
              <p14:xfrm>
                <a:off x="8449518" y="4405544"/>
                <a:ext cx="612720" cy="462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40A72A-B055-9B5E-D498-DCEBB04280F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431878" y="4387904"/>
                  <a:ext cx="6483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26059B-71A2-1774-C9F8-04DB0274E510}"/>
                    </a:ext>
                  </a:extLst>
                </p14:cNvPr>
                <p14:cNvContentPartPr/>
                <p14:nvPr/>
              </p14:nvContentPartPr>
              <p14:xfrm>
                <a:off x="8872878" y="3963824"/>
                <a:ext cx="1628280" cy="57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26059B-71A2-1774-C9F8-04DB0274E51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855238" y="3946184"/>
                  <a:ext cx="166392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4E89CBA-7325-B76F-44C8-40FB00EEE379}"/>
                    </a:ext>
                  </a:extLst>
                </p14:cNvPr>
                <p14:cNvContentPartPr/>
                <p14:nvPr/>
              </p14:nvContentPartPr>
              <p14:xfrm>
                <a:off x="10498998" y="3950504"/>
                <a:ext cx="95400" cy="140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4E89CBA-7325-B76F-44C8-40FB00EEE37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81358" y="3932504"/>
                  <a:ext cx="1310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844D76E-47A5-B932-C390-F6D43A013ACC}"/>
              </a:ext>
            </a:extLst>
          </p:cNvPr>
          <p:cNvGrpSpPr/>
          <p:nvPr/>
        </p:nvGrpSpPr>
        <p:grpSpPr>
          <a:xfrm>
            <a:off x="10873758" y="3885344"/>
            <a:ext cx="446760" cy="264600"/>
            <a:chOff x="10873758" y="3885344"/>
            <a:chExt cx="44676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560AA4-F07A-7159-BACE-75BFE242840D}"/>
                    </a:ext>
                  </a:extLst>
                </p14:cNvPr>
                <p14:cNvContentPartPr/>
                <p14:nvPr/>
              </p14:nvContentPartPr>
              <p14:xfrm>
                <a:off x="10884918" y="3944744"/>
                <a:ext cx="20160" cy="205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560AA4-F07A-7159-BACE-75BFE242840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866918" y="3927104"/>
                  <a:ext cx="55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AE3A773-FD57-371C-70C7-4C77C743D6DE}"/>
                    </a:ext>
                  </a:extLst>
                </p14:cNvPr>
                <p14:cNvContentPartPr/>
                <p14:nvPr/>
              </p14:nvContentPartPr>
              <p14:xfrm>
                <a:off x="10873758" y="3885344"/>
                <a:ext cx="166680" cy="172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AE3A773-FD57-371C-70C7-4C77C743D6D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855758" y="3867704"/>
                  <a:ext cx="202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29F467C-79A4-3DE5-83C1-BB2F3DDA5874}"/>
                    </a:ext>
                  </a:extLst>
                </p14:cNvPr>
                <p14:cNvContentPartPr/>
                <p14:nvPr/>
              </p14:nvContentPartPr>
              <p14:xfrm>
                <a:off x="11081118" y="3986864"/>
                <a:ext cx="56160" cy="124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29F467C-79A4-3DE5-83C1-BB2F3DDA587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63478" y="3969224"/>
                  <a:ext cx="91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4B36E2-98A7-3D2E-13C5-071AF955F6C8}"/>
                    </a:ext>
                  </a:extLst>
                </p14:cNvPr>
                <p14:cNvContentPartPr/>
                <p14:nvPr/>
              </p14:nvContentPartPr>
              <p14:xfrm>
                <a:off x="11316918" y="4070744"/>
                <a:ext cx="3600" cy="2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4B36E2-98A7-3D2E-13C5-071AF955F6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298918" y="4053104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326E99-BBAF-E7BC-63D3-409C544B8EDA}"/>
                  </a:ext>
                </a:extLst>
              </p14:cNvPr>
              <p14:cNvContentPartPr/>
              <p14:nvPr/>
            </p14:nvContentPartPr>
            <p14:xfrm>
              <a:off x="5984238" y="4423544"/>
              <a:ext cx="998640" cy="1119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326E99-BBAF-E7BC-63D3-409C544B8ED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966238" y="4405904"/>
                <a:ext cx="1034280" cy="11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0565E58C-958B-62A5-D5BD-A5BC1C56E104}"/>
              </a:ext>
            </a:extLst>
          </p:cNvPr>
          <p:cNvGrpSpPr/>
          <p:nvPr/>
        </p:nvGrpSpPr>
        <p:grpSpPr>
          <a:xfrm>
            <a:off x="11259318" y="3758984"/>
            <a:ext cx="568800" cy="236160"/>
            <a:chOff x="11259318" y="3758984"/>
            <a:chExt cx="56880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1E6C44-48EF-8E4D-3BA2-5E16E16C18D1}"/>
                    </a:ext>
                  </a:extLst>
                </p14:cNvPr>
                <p14:cNvContentPartPr/>
                <p14:nvPr/>
              </p14:nvContentPartPr>
              <p14:xfrm>
                <a:off x="11259318" y="3758984"/>
                <a:ext cx="217080" cy="220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1E6C44-48EF-8E4D-3BA2-5E16E16C18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41678" y="3740984"/>
                  <a:ext cx="252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248D671-654F-7764-FEEE-587B4CE0F688}"/>
                    </a:ext>
                  </a:extLst>
                </p14:cNvPr>
                <p14:cNvContentPartPr/>
                <p14:nvPr/>
              </p14:nvContentPartPr>
              <p14:xfrm>
                <a:off x="11562798" y="3894704"/>
                <a:ext cx="22680" cy="100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248D671-654F-7764-FEEE-587B4CE0F68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545158" y="3876704"/>
                  <a:ext cx="58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6CABC0-51FA-5B75-41A2-B764D4DE487D}"/>
                    </a:ext>
                  </a:extLst>
                </p14:cNvPr>
                <p14:cNvContentPartPr/>
                <p14:nvPr/>
              </p14:nvContentPartPr>
              <p14:xfrm>
                <a:off x="11592318" y="3784544"/>
                <a:ext cx="16560" cy="34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6CABC0-51FA-5B75-41A2-B764D4DE487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574678" y="3766544"/>
                  <a:ext cx="52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A4DE68-7947-CDBA-A53B-007BABFFDAC2}"/>
                    </a:ext>
                  </a:extLst>
                </p14:cNvPr>
                <p14:cNvContentPartPr/>
                <p14:nvPr/>
              </p14:nvContentPartPr>
              <p14:xfrm>
                <a:off x="11713638" y="3852944"/>
                <a:ext cx="114480" cy="80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A4DE68-7947-CDBA-A53B-007BABFFDAC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695998" y="3834944"/>
                  <a:ext cx="1501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910F850-BD13-8B09-D45A-B99BF329D326}"/>
              </a:ext>
            </a:extLst>
          </p:cNvPr>
          <p:cNvGrpSpPr/>
          <p:nvPr/>
        </p:nvGrpSpPr>
        <p:grpSpPr>
          <a:xfrm>
            <a:off x="6524598" y="3548024"/>
            <a:ext cx="4461840" cy="636840"/>
            <a:chOff x="6524598" y="3548024"/>
            <a:chExt cx="4461840" cy="63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83A67C1-91B5-6327-FA07-BB54A768E9E0}"/>
                    </a:ext>
                  </a:extLst>
                </p14:cNvPr>
                <p14:cNvContentPartPr/>
                <p14:nvPr/>
              </p14:nvContentPartPr>
              <p14:xfrm>
                <a:off x="6524598" y="3548024"/>
                <a:ext cx="4363200" cy="63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83A67C1-91B5-6327-FA07-BB54A768E9E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06598" y="3530384"/>
                  <a:ext cx="439884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803E59-8B4E-9971-17A1-179BEFFDA499}"/>
                    </a:ext>
                  </a:extLst>
                </p14:cNvPr>
                <p14:cNvContentPartPr/>
                <p14:nvPr/>
              </p14:nvContentPartPr>
              <p14:xfrm>
                <a:off x="10906158" y="3704624"/>
                <a:ext cx="80280" cy="174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803E59-8B4E-9971-17A1-179BEFFDA49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88158" y="3686624"/>
                  <a:ext cx="11592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32F2A6-9C27-B1CE-8537-A2FABC843E95}"/>
              </a:ext>
            </a:extLst>
          </p:cNvPr>
          <p:cNvGrpSpPr/>
          <p:nvPr/>
        </p:nvGrpSpPr>
        <p:grpSpPr>
          <a:xfrm>
            <a:off x="9463638" y="5448464"/>
            <a:ext cx="869760" cy="521280"/>
            <a:chOff x="9463638" y="5448464"/>
            <a:chExt cx="86976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133189-0BB7-639B-BF47-2F91EABD3581}"/>
                    </a:ext>
                  </a:extLst>
                </p14:cNvPr>
                <p14:cNvContentPartPr/>
                <p14:nvPr/>
              </p14:nvContentPartPr>
              <p14:xfrm>
                <a:off x="9463638" y="5448464"/>
                <a:ext cx="208080" cy="349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133189-0BB7-639B-BF47-2F91EABD35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45638" y="5430464"/>
                  <a:ext cx="2437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4E77664-8811-AD94-9F18-E8138D0DD876}"/>
                    </a:ext>
                  </a:extLst>
                </p14:cNvPr>
                <p14:cNvContentPartPr/>
                <p14:nvPr/>
              </p14:nvContentPartPr>
              <p14:xfrm>
                <a:off x="9783678" y="5743304"/>
                <a:ext cx="31320" cy="226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4E77664-8811-AD94-9F18-E8138D0DD87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766038" y="5725664"/>
                  <a:ext cx="66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4ED772-957D-1E0B-134A-4E190E8227B7}"/>
                    </a:ext>
                  </a:extLst>
                </p14:cNvPr>
                <p14:cNvContentPartPr/>
                <p14:nvPr/>
              </p14:nvContentPartPr>
              <p14:xfrm>
                <a:off x="9789438" y="5702624"/>
                <a:ext cx="157680" cy="131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4ED772-957D-1E0B-134A-4E190E8227B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771438" y="5684624"/>
                  <a:ext cx="193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97B279-0BA6-F038-719B-5733BB01AF52}"/>
                    </a:ext>
                  </a:extLst>
                </p14:cNvPr>
                <p14:cNvContentPartPr/>
                <p14:nvPr/>
              </p14:nvContentPartPr>
              <p14:xfrm>
                <a:off x="10038558" y="5804504"/>
                <a:ext cx="91800" cy="147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97B279-0BA6-F038-719B-5733BB01AF5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020558" y="5786504"/>
                  <a:ext cx="12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9A8701-8609-C569-E180-FB8835C76BB2}"/>
                    </a:ext>
                  </a:extLst>
                </p14:cNvPr>
                <p14:cNvContentPartPr/>
                <p14:nvPr/>
              </p14:nvContentPartPr>
              <p14:xfrm>
                <a:off x="10291278" y="5678504"/>
                <a:ext cx="38880" cy="12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9A8701-8609-C569-E180-FB8835C76BB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273638" y="5660864"/>
                  <a:ext cx="74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03C1144-648F-60AD-6D6F-3064F30F30E0}"/>
                    </a:ext>
                  </a:extLst>
                </p14:cNvPr>
                <p14:cNvContentPartPr/>
                <p14:nvPr/>
              </p14:nvContentPartPr>
              <p14:xfrm>
                <a:off x="10311078" y="5719904"/>
                <a:ext cx="22320" cy="4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03C1144-648F-60AD-6D6F-3064F30F30E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93438" y="5701904"/>
                  <a:ext cx="5796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D1EA53E-E95F-7798-C5FD-1BB3A5D9B923}"/>
                  </a:ext>
                </a:extLst>
              </p14:cNvPr>
              <p14:cNvContentPartPr/>
              <p14:nvPr/>
            </p14:nvContentPartPr>
            <p14:xfrm>
              <a:off x="10648758" y="5588144"/>
              <a:ext cx="1265040" cy="1245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D1EA53E-E95F-7798-C5FD-1BB3A5D9B923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631118" y="5570144"/>
                <a:ext cx="130068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497C472B-19C8-53CA-23A0-E28A01670E8E}"/>
              </a:ext>
            </a:extLst>
          </p:cNvPr>
          <p:cNvGrpSpPr/>
          <p:nvPr/>
        </p:nvGrpSpPr>
        <p:grpSpPr>
          <a:xfrm>
            <a:off x="10932078" y="5859944"/>
            <a:ext cx="990360" cy="342000"/>
            <a:chOff x="10932078" y="5859944"/>
            <a:chExt cx="99036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F7976F-E175-389C-1AA0-FD7B679B5EBF}"/>
                    </a:ext>
                  </a:extLst>
                </p14:cNvPr>
                <p14:cNvContentPartPr/>
                <p14:nvPr/>
              </p14:nvContentPartPr>
              <p14:xfrm>
                <a:off x="10943238" y="5903864"/>
                <a:ext cx="27000" cy="232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F7976F-E175-389C-1AA0-FD7B679B5EB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25598" y="5886224"/>
                  <a:ext cx="62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004F0DC-D9D5-BE71-A235-E2E716DC4E5B}"/>
                    </a:ext>
                  </a:extLst>
                </p14:cNvPr>
                <p14:cNvContentPartPr/>
                <p14:nvPr/>
              </p14:nvContentPartPr>
              <p14:xfrm>
                <a:off x="10932078" y="5859944"/>
                <a:ext cx="136800" cy="185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004F0DC-D9D5-BE71-A235-E2E716DC4E5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14078" y="5841944"/>
                  <a:ext cx="172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64455AC-EC69-D8C4-A6B0-A974A8100F9B}"/>
                    </a:ext>
                  </a:extLst>
                </p14:cNvPr>
                <p14:cNvContentPartPr/>
                <p14:nvPr/>
              </p14:nvContentPartPr>
              <p14:xfrm>
                <a:off x="11186238" y="6028064"/>
                <a:ext cx="24480" cy="173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64455AC-EC69-D8C4-A6B0-A974A8100F9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68598" y="6010064"/>
                  <a:ext cx="60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80DAEE0-63AB-8441-B649-59944DC22298}"/>
                    </a:ext>
                  </a:extLst>
                </p14:cNvPr>
                <p14:cNvContentPartPr/>
                <p14:nvPr/>
              </p14:nvContentPartPr>
              <p14:xfrm>
                <a:off x="11307198" y="5982704"/>
                <a:ext cx="165240" cy="38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80DAEE0-63AB-8441-B649-59944DC2229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89198" y="5965064"/>
                  <a:ext cx="200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DDB358-2BB7-95C4-9749-6F46D68EA215}"/>
                    </a:ext>
                  </a:extLst>
                </p14:cNvPr>
                <p14:cNvContentPartPr/>
                <p14:nvPr/>
              </p14:nvContentPartPr>
              <p14:xfrm>
                <a:off x="11382798" y="5905304"/>
                <a:ext cx="24480" cy="234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DDB358-2BB7-95C4-9749-6F46D68EA21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64798" y="5887664"/>
                  <a:ext cx="60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178D72-E39B-CE01-B1C3-C5AA4FE747C0}"/>
                    </a:ext>
                  </a:extLst>
                </p14:cNvPr>
                <p14:cNvContentPartPr/>
                <p14:nvPr/>
              </p14:nvContentPartPr>
              <p14:xfrm>
                <a:off x="11589078" y="5907104"/>
                <a:ext cx="24840" cy="206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178D72-E39B-CE01-B1C3-C5AA4FE747C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71438" y="5889464"/>
                  <a:ext cx="60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4DCB4D8-B77E-02C1-AE3E-F4C68EDC86D7}"/>
                    </a:ext>
                  </a:extLst>
                </p14:cNvPr>
                <p14:cNvContentPartPr/>
                <p14:nvPr/>
              </p14:nvContentPartPr>
              <p14:xfrm>
                <a:off x="11595198" y="5868944"/>
                <a:ext cx="12600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4DCB4D8-B77E-02C1-AE3E-F4C68EDC86D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577198" y="5850944"/>
                  <a:ext cx="161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85E3AE3-44A8-D41F-B6C5-52E60EAB8790}"/>
                    </a:ext>
                  </a:extLst>
                </p14:cNvPr>
                <p14:cNvContentPartPr/>
                <p14:nvPr/>
              </p14:nvContentPartPr>
              <p14:xfrm>
                <a:off x="11812998" y="5974784"/>
                <a:ext cx="109440" cy="116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85E3AE3-44A8-D41F-B6C5-52E60EAB879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794998" y="5957144"/>
                  <a:ext cx="14508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81D7533-A77D-4B01-EE09-A71F72A7A2CF}"/>
              </a:ext>
            </a:extLst>
          </p:cNvPr>
          <p:cNvGrpSpPr/>
          <p:nvPr/>
        </p:nvGrpSpPr>
        <p:grpSpPr>
          <a:xfrm>
            <a:off x="10707798" y="5305544"/>
            <a:ext cx="673920" cy="277920"/>
            <a:chOff x="10707798" y="5305544"/>
            <a:chExt cx="67392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A1F24D1-7325-C745-8FAE-5B80BBD3C5B4}"/>
                    </a:ext>
                  </a:extLst>
                </p14:cNvPr>
                <p14:cNvContentPartPr/>
                <p14:nvPr/>
              </p14:nvContentPartPr>
              <p14:xfrm>
                <a:off x="10719678" y="5348024"/>
                <a:ext cx="48240" cy="235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A1F24D1-7325-C745-8FAE-5B80BBD3C5B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01678" y="5330024"/>
                  <a:ext cx="83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848B2B0-58FD-9C01-9374-3302476D3599}"/>
                    </a:ext>
                  </a:extLst>
                </p14:cNvPr>
                <p14:cNvContentPartPr/>
                <p14:nvPr/>
              </p14:nvContentPartPr>
              <p14:xfrm>
                <a:off x="10707798" y="5305544"/>
                <a:ext cx="198720" cy="135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848B2B0-58FD-9C01-9374-3302476D359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690158" y="5287544"/>
                  <a:ext cx="234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82FD61-EB11-081D-A654-6685C6628EB7}"/>
                    </a:ext>
                  </a:extLst>
                </p14:cNvPr>
                <p14:cNvContentPartPr/>
                <p14:nvPr/>
              </p14:nvContentPartPr>
              <p14:xfrm>
                <a:off x="10985358" y="5418944"/>
                <a:ext cx="143640" cy="129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82FD61-EB11-081D-A654-6685C6628EB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967358" y="5400944"/>
                  <a:ext cx="179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950D4C2-5D91-793D-706C-CD33346A48F0}"/>
                    </a:ext>
                  </a:extLst>
                </p14:cNvPr>
                <p14:cNvContentPartPr/>
                <p14:nvPr/>
              </p14:nvContentPartPr>
              <p14:xfrm>
                <a:off x="11261118" y="5361704"/>
                <a:ext cx="120600" cy="1166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950D4C2-5D91-793D-706C-CD33346A48F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243118" y="5343704"/>
                  <a:ext cx="156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AE3C7AA-0A32-DC6D-EAAC-6F214EB36CE2}"/>
                    </a:ext>
                  </a:extLst>
                </p14:cNvPr>
                <p14:cNvContentPartPr/>
                <p14:nvPr/>
              </p14:nvContentPartPr>
              <p14:xfrm>
                <a:off x="11279478" y="5334344"/>
                <a:ext cx="97920" cy="127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AE3C7AA-0A32-DC6D-EAAC-6F214EB36CE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61478" y="5316704"/>
                  <a:ext cx="13356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7479FA3-ED23-6077-C948-1BB4FA8B5431}"/>
              </a:ext>
            </a:extLst>
          </p:cNvPr>
          <p:cNvGrpSpPr/>
          <p:nvPr/>
        </p:nvGrpSpPr>
        <p:grpSpPr>
          <a:xfrm>
            <a:off x="6821238" y="5069024"/>
            <a:ext cx="5137560" cy="1272240"/>
            <a:chOff x="6821238" y="5069024"/>
            <a:chExt cx="5137560" cy="12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65D156-C597-3BE7-832E-8E424D1A586E}"/>
                    </a:ext>
                  </a:extLst>
                </p14:cNvPr>
                <p14:cNvContentPartPr/>
                <p14:nvPr/>
              </p14:nvContentPartPr>
              <p14:xfrm>
                <a:off x="6821238" y="5133464"/>
                <a:ext cx="4399560" cy="1207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65D156-C597-3BE7-832E-8E424D1A586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803598" y="5115464"/>
                  <a:ext cx="4435200" cy="12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A086E86-AACC-EB90-D042-0BD618E112A5}"/>
                    </a:ext>
                  </a:extLst>
                </p14:cNvPr>
                <p14:cNvContentPartPr/>
                <p14:nvPr/>
              </p14:nvContentPartPr>
              <p14:xfrm>
                <a:off x="11194518" y="5069024"/>
                <a:ext cx="157320" cy="241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A086E86-AACC-EB90-D042-0BD618E112A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176518" y="5051384"/>
                  <a:ext cx="1929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6744647-3DF8-B8E1-7732-81316C9F91F5}"/>
                    </a:ext>
                  </a:extLst>
                </p14:cNvPr>
                <p14:cNvContentPartPr/>
                <p14:nvPr/>
              </p14:nvContentPartPr>
              <p14:xfrm>
                <a:off x="11531838" y="5145704"/>
                <a:ext cx="166680" cy="228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6744647-3DF8-B8E1-7732-81316C9F91F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513838" y="5127704"/>
                  <a:ext cx="202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5AF528-F72E-3542-6F10-6367036DBAB8}"/>
                    </a:ext>
                  </a:extLst>
                </p14:cNvPr>
                <p14:cNvContentPartPr/>
                <p14:nvPr/>
              </p14:nvContentPartPr>
              <p14:xfrm>
                <a:off x="11749998" y="5312384"/>
                <a:ext cx="36360" cy="113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5AF528-F72E-3542-6F10-6367036DBAB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731998" y="5294384"/>
                  <a:ext cx="72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38A0CC5-4DE8-433F-B32C-6B8449661DED}"/>
                    </a:ext>
                  </a:extLst>
                </p14:cNvPr>
                <p14:cNvContentPartPr/>
                <p14:nvPr/>
              </p14:nvContentPartPr>
              <p14:xfrm>
                <a:off x="11787438" y="5184584"/>
                <a:ext cx="15840" cy="29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38A0CC5-4DE8-433F-B32C-6B8449661DE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769438" y="5166944"/>
                  <a:ext cx="51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7F27D6-8599-4067-3C7C-884C208D87B6}"/>
                    </a:ext>
                  </a:extLst>
                </p14:cNvPr>
                <p14:cNvContentPartPr/>
                <p14:nvPr/>
              </p14:nvContentPartPr>
              <p14:xfrm>
                <a:off x="11825958" y="5300864"/>
                <a:ext cx="132840" cy="76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7F27D6-8599-4067-3C7C-884C208D87B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807958" y="5283224"/>
                  <a:ext cx="1684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2CB1F87-1D45-EBB9-845E-350C082CD9FF}"/>
              </a:ext>
            </a:extLst>
          </p:cNvPr>
          <p:cNvGrpSpPr/>
          <p:nvPr/>
        </p:nvGrpSpPr>
        <p:grpSpPr>
          <a:xfrm>
            <a:off x="4290798" y="669464"/>
            <a:ext cx="2066400" cy="1431000"/>
            <a:chOff x="4290798" y="669464"/>
            <a:chExt cx="2066400" cy="14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B10912B-6185-ABEF-C36A-A0AE345C34F9}"/>
                    </a:ext>
                  </a:extLst>
                </p14:cNvPr>
                <p14:cNvContentPartPr/>
                <p14:nvPr/>
              </p14:nvContentPartPr>
              <p14:xfrm>
                <a:off x="4721718" y="846584"/>
                <a:ext cx="113400" cy="55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B10912B-6185-ABEF-C36A-A0AE345C34F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04078" y="828944"/>
                  <a:ext cx="1490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0DA2A13-8FE8-F3D6-3EF8-94148F0976DA}"/>
                    </a:ext>
                  </a:extLst>
                </p14:cNvPr>
                <p14:cNvContentPartPr/>
                <p14:nvPr/>
              </p14:nvContentPartPr>
              <p14:xfrm>
                <a:off x="4605798" y="1357784"/>
                <a:ext cx="371160" cy="114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0DA2A13-8FE8-F3D6-3EF8-94148F0976D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587798" y="1339784"/>
                  <a:ext cx="406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9AC7212-75A5-44D4-506E-9EC3976C977E}"/>
                    </a:ext>
                  </a:extLst>
                </p14:cNvPr>
                <p14:cNvContentPartPr/>
                <p14:nvPr/>
              </p14:nvContentPartPr>
              <p14:xfrm>
                <a:off x="4755558" y="1538864"/>
                <a:ext cx="87840" cy="46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9AC7212-75A5-44D4-506E-9EC3976C977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37558" y="1520864"/>
                  <a:ext cx="123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38FB1B9-E5A1-0AD0-465C-5152EA7B7F26}"/>
                    </a:ext>
                  </a:extLst>
                </p14:cNvPr>
                <p14:cNvContentPartPr/>
                <p14:nvPr/>
              </p14:nvContentPartPr>
              <p14:xfrm>
                <a:off x="4860678" y="1574864"/>
                <a:ext cx="114480" cy="505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38FB1B9-E5A1-0AD0-465C-5152EA7B7F2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42678" y="1557224"/>
                  <a:ext cx="1501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3C1E641-0701-D338-C200-C0AE88AD581C}"/>
                    </a:ext>
                  </a:extLst>
                </p14:cNvPr>
                <p14:cNvContentPartPr/>
                <p14:nvPr/>
              </p14:nvContentPartPr>
              <p14:xfrm>
                <a:off x="4290798" y="1430144"/>
                <a:ext cx="76320" cy="2314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3C1E641-0701-D338-C200-C0AE88AD581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73158" y="1412504"/>
                  <a:ext cx="111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B92C07D-EEB0-1DFF-FEE5-A5FB1F5F125C}"/>
                    </a:ext>
                  </a:extLst>
                </p14:cNvPr>
                <p14:cNvContentPartPr/>
                <p14:nvPr/>
              </p14:nvContentPartPr>
              <p14:xfrm>
                <a:off x="4372518" y="1397384"/>
                <a:ext cx="75600" cy="169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B92C07D-EEB0-1DFF-FEE5-A5FB1F5F125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354518" y="1379744"/>
                  <a:ext cx="111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97C0080-5DFB-6020-CE4B-476F9E50F1EA}"/>
                    </a:ext>
                  </a:extLst>
                </p14:cNvPr>
                <p14:cNvContentPartPr/>
                <p14:nvPr/>
              </p14:nvContentPartPr>
              <p14:xfrm>
                <a:off x="4454958" y="1181384"/>
                <a:ext cx="116640" cy="178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97C0080-5DFB-6020-CE4B-476F9E50F1E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437318" y="1163744"/>
                  <a:ext cx="152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64EA92-86F9-0E79-D1D3-9413C547037D}"/>
                    </a:ext>
                  </a:extLst>
                </p14:cNvPr>
                <p14:cNvContentPartPr/>
                <p14:nvPr/>
              </p14:nvContentPartPr>
              <p14:xfrm>
                <a:off x="4703718" y="675584"/>
                <a:ext cx="671760" cy="150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64EA92-86F9-0E79-D1D3-9413C547037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686078" y="657584"/>
                  <a:ext cx="707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8CD601B-0C46-38FF-2C74-3E50E0B8C710}"/>
                    </a:ext>
                  </a:extLst>
                </p14:cNvPr>
                <p14:cNvContentPartPr/>
                <p14:nvPr/>
              </p14:nvContentPartPr>
              <p14:xfrm>
                <a:off x="5304558" y="669464"/>
                <a:ext cx="30240" cy="194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8CD601B-0C46-38FF-2C74-3E50E0B8C71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86918" y="651464"/>
                  <a:ext cx="65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C5434A8-B236-514B-B5A1-FF953840A77C}"/>
                    </a:ext>
                  </a:extLst>
                </p14:cNvPr>
                <p14:cNvContentPartPr/>
                <p14:nvPr/>
              </p14:nvContentPartPr>
              <p14:xfrm>
                <a:off x="5354958" y="881144"/>
                <a:ext cx="160560" cy="192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C5434A8-B236-514B-B5A1-FF953840A77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336958" y="863504"/>
                  <a:ext cx="196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817578D-DF38-C2E1-1212-C1651EA99BB8}"/>
                    </a:ext>
                  </a:extLst>
                </p14:cNvPr>
                <p14:cNvContentPartPr/>
                <p14:nvPr/>
              </p14:nvContentPartPr>
              <p14:xfrm>
                <a:off x="5513358" y="1075544"/>
                <a:ext cx="95760" cy="504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817578D-DF38-C2E1-1212-C1651EA99BB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495718" y="1057904"/>
                  <a:ext cx="1314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1313213-67F6-9048-FA11-B202D81D62F2}"/>
                    </a:ext>
                  </a:extLst>
                </p14:cNvPr>
                <p14:cNvContentPartPr/>
                <p14:nvPr/>
              </p14:nvContentPartPr>
              <p14:xfrm>
                <a:off x="5552238" y="1566944"/>
                <a:ext cx="149040" cy="239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1313213-67F6-9048-FA11-B202D81D62F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534238" y="1549304"/>
                  <a:ext cx="184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B7FAC3-9426-E6B3-664A-C6BAA9754608}"/>
                    </a:ext>
                  </a:extLst>
                </p14:cNvPr>
                <p14:cNvContentPartPr/>
                <p14:nvPr/>
              </p14:nvContentPartPr>
              <p14:xfrm>
                <a:off x="5702718" y="1798064"/>
                <a:ext cx="69480" cy="264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B7FAC3-9426-E6B3-664A-C6BAA975460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685078" y="1780064"/>
                  <a:ext cx="1051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08513F8-9777-652C-6AF6-A56356688692}"/>
                    </a:ext>
                  </a:extLst>
                </p14:cNvPr>
                <p14:cNvContentPartPr/>
                <p14:nvPr/>
              </p14:nvContentPartPr>
              <p14:xfrm>
                <a:off x="5134278" y="1987784"/>
                <a:ext cx="687240" cy="112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08513F8-9777-652C-6AF6-A563566886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16278" y="1969784"/>
                  <a:ext cx="722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4B6E19F-E3EF-709F-2E10-0F58280079EE}"/>
                    </a:ext>
                  </a:extLst>
                </p14:cNvPr>
                <p14:cNvContentPartPr/>
                <p14:nvPr/>
              </p14:nvContentPartPr>
              <p14:xfrm>
                <a:off x="5583558" y="839024"/>
                <a:ext cx="61560" cy="221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4B6E19F-E3EF-709F-2E10-0F58280079E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65918" y="821384"/>
                  <a:ext cx="97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EB8A4E-5DC0-0D2A-4069-2F6DA49B2B9F}"/>
                    </a:ext>
                  </a:extLst>
                </p14:cNvPr>
                <p14:cNvContentPartPr/>
                <p14:nvPr/>
              </p14:nvContentPartPr>
              <p14:xfrm>
                <a:off x="5572038" y="726344"/>
                <a:ext cx="212760" cy="183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EB8A4E-5DC0-0D2A-4069-2F6DA49B2B9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554038" y="708344"/>
                  <a:ext cx="248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B1568C-736D-3F8A-89E3-E7011DC4DF0E}"/>
                    </a:ext>
                  </a:extLst>
                </p14:cNvPr>
                <p14:cNvContentPartPr/>
                <p14:nvPr/>
              </p14:nvContentPartPr>
              <p14:xfrm>
                <a:off x="5857518" y="1437344"/>
                <a:ext cx="42120" cy="208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7B1568C-736D-3F8A-89E3-E7011DC4DF0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839878" y="1419704"/>
                  <a:ext cx="77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F3E4CF1-B634-DD98-40FC-BE674A1E041A}"/>
                    </a:ext>
                  </a:extLst>
                </p14:cNvPr>
                <p14:cNvContentPartPr/>
                <p14:nvPr/>
              </p14:nvContentPartPr>
              <p14:xfrm>
                <a:off x="5977758" y="1417904"/>
                <a:ext cx="104400" cy="137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F3E4CF1-B634-DD98-40FC-BE674A1E041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960118" y="1400264"/>
                  <a:ext cx="140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940A5C9-9EEB-B42E-C62E-78536AF57B14}"/>
                    </a:ext>
                  </a:extLst>
                </p14:cNvPr>
                <p14:cNvContentPartPr/>
                <p14:nvPr/>
              </p14:nvContentPartPr>
              <p14:xfrm>
                <a:off x="6167478" y="1361384"/>
                <a:ext cx="47520" cy="186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940A5C9-9EEB-B42E-C62E-78536AF57B1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149478" y="1343384"/>
                  <a:ext cx="83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7D7AB9D-D816-BA62-2DBB-2F0C04FC6E7E}"/>
                    </a:ext>
                  </a:extLst>
                </p14:cNvPr>
                <p14:cNvContentPartPr/>
                <p14:nvPr/>
              </p14:nvContentPartPr>
              <p14:xfrm>
                <a:off x="6148758" y="1317104"/>
                <a:ext cx="208440" cy="169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7D7AB9D-D816-BA62-2DBB-2F0C04FC6E7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131118" y="1299104"/>
                  <a:ext cx="244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9F0F15D-7075-BD39-B061-50C77B234DD0}"/>
              </a:ext>
            </a:extLst>
          </p:cNvPr>
          <p:cNvGrpSpPr/>
          <p:nvPr/>
        </p:nvGrpSpPr>
        <p:grpSpPr>
          <a:xfrm>
            <a:off x="5928798" y="557144"/>
            <a:ext cx="1025640" cy="415800"/>
            <a:chOff x="5928798" y="557144"/>
            <a:chExt cx="102564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821602-1CF7-BF13-A4B5-0CFFE4281FF4}"/>
                    </a:ext>
                  </a:extLst>
                </p14:cNvPr>
                <p14:cNvContentPartPr/>
                <p14:nvPr/>
              </p14:nvContentPartPr>
              <p14:xfrm>
                <a:off x="5928798" y="557144"/>
                <a:ext cx="204120" cy="279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821602-1CF7-BF13-A4B5-0CFFE4281F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910798" y="539144"/>
                  <a:ext cx="239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30C650F-3E1F-4948-EB08-A06F011B5C68}"/>
                    </a:ext>
                  </a:extLst>
                </p14:cNvPr>
                <p14:cNvContentPartPr/>
                <p14:nvPr/>
              </p14:nvContentPartPr>
              <p14:xfrm>
                <a:off x="6228678" y="845504"/>
                <a:ext cx="46440" cy="127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30C650F-3E1F-4948-EB08-A06F011B5C6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10678" y="827504"/>
                  <a:ext cx="82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A693465-FE98-548D-EBB4-AF18827BE47D}"/>
                    </a:ext>
                  </a:extLst>
                </p14:cNvPr>
                <p14:cNvContentPartPr/>
                <p14:nvPr/>
              </p14:nvContentPartPr>
              <p14:xfrm>
                <a:off x="6240198" y="759824"/>
                <a:ext cx="137520" cy="131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A693465-FE98-548D-EBB4-AF18827BE47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222558" y="742184"/>
                  <a:ext cx="1731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FADD288-75D7-972A-CE81-AC1F47C38960}"/>
                    </a:ext>
                  </a:extLst>
                </p14:cNvPr>
                <p14:cNvContentPartPr/>
                <p14:nvPr/>
              </p14:nvContentPartPr>
              <p14:xfrm>
                <a:off x="6470598" y="838664"/>
                <a:ext cx="34200" cy="100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FADD288-75D7-972A-CE81-AC1F47C389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452598" y="821024"/>
                  <a:ext cx="69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753AB13-DEC8-80EE-1A22-594E7CEB8DA1}"/>
                    </a:ext>
                  </a:extLst>
                </p14:cNvPr>
                <p14:cNvContentPartPr/>
                <p14:nvPr/>
              </p14:nvContentPartPr>
              <p14:xfrm>
                <a:off x="6538278" y="706544"/>
                <a:ext cx="47520" cy="43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753AB13-DEC8-80EE-1A22-594E7CEB8D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20278" y="688544"/>
                  <a:ext cx="83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52553AE-3470-D0A9-D91B-2C3BDEE135A1}"/>
                    </a:ext>
                  </a:extLst>
                </p14:cNvPr>
                <p14:cNvContentPartPr/>
                <p14:nvPr/>
              </p14:nvContentPartPr>
              <p14:xfrm>
                <a:off x="6563838" y="764504"/>
                <a:ext cx="72720" cy="63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52553AE-3470-D0A9-D91B-2C3BDEE135A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546198" y="746864"/>
                  <a:ext cx="108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C9FAA6-FD03-52B7-0424-F03609EF7FEC}"/>
                    </a:ext>
                  </a:extLst>
                </p14:cNvPr>
                <p14:cNvContentPartPr/>
                <p14:nvPr/>
              </p14:nvContentPartPr>
              <p14:xfrm>
                <a:off x="6771198" y="596024"/>
                <a:ext cx="83880" cy="23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C9FAA6-FD03-52B7-0424-F03609EF7FE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53198" y="578024"/>
                  <a:ext cx="119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A2B5A76-935A-D9EE-854F-E6B155B12BA8}"/>
                    </a:ext>
                  </a:extLst>
                </p14:cNvPr>
                <p14:cNvContentPartPr/>
                <p14:nvPr/>
              </p14:nvContentPartPr>
              <p14:xfrm>
                <a:off x="6933918" y="912824"/>
                <a:ext cx="20520" cy="7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A2B5A76-935A-D9EE-854F-E6B155B12BA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916278" y="895184"/>
                  <a:ext cx="561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B86C417-81A9-A48A-7158-97FD687349A3}"/>
              </a:ext>
            </a:extLst>
          </p:cNvPr>
          <p:cNvGrpSpPr/>
          <p:nvPr/>
        </p:nvGrpSpPr>
        <p:grpSpPr>
          <a:xfrm>
            <a:off x="6433518" y="1157264"/>
            <a:ext cx="861120" cy="427680"/>
            <a:chOff x="6433518" y="1157264"/>
            <a:chExt cx="86112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2841FDB-5F71-328E-176C-F8104EBE0F4A}"/>
                    </a:ext>
                  </a:extLst>
                </p14:cNvPr>
                <p14:cNvContentPartPr/>
                <p14:nvPr/>
              </p14:nvContentPartPr>
              <p14:xfrm>
                <a:off x="6433518" y="1157264"/>
                <a:ext cx="224640" cy="261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2841FDB-5F71-328E-176C-F8104EBE0F4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15518" y="1139264"/>
                  <a:ext cx="260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8094BB-42B1-35D3-6662-E256620CCA83}"/>
                    </a:ext>
                  </a:extLst>
                </p14:cNvPr>
                <p14:cNvContentPartPr/>
                <p14:nvPr/>
              </p14:nvContentPartPr>
              <p14:xfrm>
                <a:off x="6746718" y="1410344"/>
                <a:ext cx="70200" cy="174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8094BB-42B1-35D3-6662-E256620CCA8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28718" y="1392344"/>
                  <a:ext cx="105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DF4351-3F4F-A6F3-5065-B19C0859B613}"/>
                    </a:ext>
                  </a:extLst>
                </p14:cNvPr>
                <p14:cNvContentPartPr/>
                <p14:nvPr/>
              </p14:nvContentPartPr>
              <p14:xfrm>
                <a:off x="6757878" y="1381544"/>
                <a:ext cx="108360" cy="91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DF4351-3F4F-A6F3-5065-B19C0859B61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740238" y="1363904"/>
                  <a:ext cx="14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944C461-685A-C8E8-2AFE-2370CD7108EA}"/>
                    </a:ext>
                  </a:extLst>
                </p14:cNvPr>
                <p14:cNvContentPartPr/>
                <p14:nvPr/>
              </p14:nvContentPartPr>
              <p14:xfrm>
                <a:off x="6940398" y="1426184"/>
                <a:ext cx="72360" cy="80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944C461-685A-C8E8-2AFE-2370CD7108E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922758" y="1408544"/>
                  <a:ext cx="108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880B365-4649-E608-BE18-9D827F8D54D9}"/>
                    </a:ext>
                  </a:extLst>
                </p14:cNvPr>
                <p14:cNvContentPartPr/>
                <p14:nvPr/>
              </p14:nvContentPartPr>
              <p14:xfrm>
                <a:off x="7066758" y="1233584"/>
                <a:ext cx="25200" cy="33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880B365-4649-E608-BE18-9D827F8D54D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049118" y="1215944"/>
                  <a:ext cx="60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CCCFB31-BF98-973C-92EA-4E1A26CD975B}"/>
                    </a:ext>
                  </a:extLst>
                </p14:cNvPr>
                <p14:cNvContentPartPr/>
                <p14:nvPr/>
              </p14:nvContentPartPr>
              <p14:xfrm>
                <a:off x="7073598" y="1281104"/>
                <a:ext cx="66600" cy="51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CCCFB31-BF98-973C-92EA-4E1A26CD97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055598" y="1263104"/>
                  <a:ext cx="102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8F456BA-95F4-F62E-7ADD-6A10D7D864AC}"/>
                    </a:ext>
                  </a:extLst>
                </p14:cNvPr>
                <p14:cNvContentPartPr/>
                <p14:nvPr/>
              </p14:nvContentPartPr>
              <p14:xfrm>
                <a:off x="7150998" y="1170944"/>
                <a:ext cx="106560" cy="100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8F456BA-95F4-F62E-7ADD-6A10D7D864A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32998" y="1153304"/>
                  <a:ext cx="142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FE6905-7751-33B0-0FA4-331B8BBC764A}"/>
                    </a:ext>
                  </a:extLst>
                </p14:cNvPr>
                <p14:cNvContentPartPr/>
                <p14:nvPr/>
              </p14:nvContentPartPr>
              <p14:xfrm>
                <a:off x="7285998" y="1353464"/>
                <a:ext cx="8640" cy="4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FE6905-7751-33B0-0FA4-331B8BBC764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268358" y="1335464"/>
                  <a:ext cx="44280" cy="4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02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599-3D43-82D2-FC24-D5C13871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5DF4F50E-6D8F-174E-CBA4-3752A3544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92" y="1008301"/>
            <a:ext cx="2712555" cy="52284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CB8D-5C56-66F0-D4E1-B2480C849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BC3280-1879-953A-EDAE-1E6F0F6D93A6}"/>
              </a:ext>
            </a:extLst>
          </p:cNvPr>
          <p:cNvGrpSpPr/>
          <p:nvPr/>
        </p:nvGrpSpPr>
        <p:grpSpPr>
          <a:xfrm>
            <a:off x="6279438" y="714824"/>
            <a:ext cx="2980440" cy="2417760"/>
            <a:chOff x="6279438" y="714824"/>
            <a:chExt cx="2980440" cy="241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16B979-5758-6333-9888-2C63115E18A3}"/>
                    </a:ext>
                  </a:extLst>
                </p14:cNvPr>
                <p14:cNvContentPartPr/>
                <p14:nvPr/>
              </p14:nvContentPartPr>
              <p14:xfrm>
                <a:off x="7336398" y="714824"/>
                <a:ext cx="83160" cy="869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16B979-5758-6333-9888-2C63115E18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18398" y="696824"/>
                  <a:ext cx="11880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F530989-0D9E-4207-A41D-46BDEFD9B1AF}"/>
                    </a:ext>
                  </a:extLst>
                </p14:cNvPr>
                <p14:cNvContentPartPr/>
                <p14:nvPr/>
              </p14:nvContentPartPr>
              <p14:xfrm>
                <a:off x="6323358" y="1538504"/>
                <a:ext cx="1106280" cy="78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F530989-0D9E-4207-A41D-46BDEFD9B1A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05718" y="1520864"/>
                  <a:ext cx="1141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F7D92A-AE86-1F78-C188-42731E4E3186}"/>
                    </a:ext>
                  </a:extLst>
                </p14:cNvPr>
                <p14:cNvContentPartPr/>
                <p14:nvPr/>
              </p14:nvContentPartPr>
              <p14:xfrm>
                <a:off x="6279438" y="1633184"/>
                <a:ext cx="123120" cy="552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F7D92A-AE86-1F78-C188-42731E4E318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61798" y="1615544"/>
                  <a:ext cx="15876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629991-5558-A52B-58BD-4ED38FD88C02}"/>
                    </a:ext>
                  </a:extLst>
                </p14:cNvPr>
                <p14:cNvContentPartPr/>
                <p14:nvPr/>
              </p14:nvContentPartPr>
              <p14:xfrm>
                <a:off x="6308958" y="2235104"/>
                <a:ext cx="114120" cy="370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629991-5558-A52B-58BD-4ED38FD88C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90958" y="2217104"/>
                  <a:ext cx="1497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4A16A2-74BA-4ECF-6D53-E339244E5923}"/>
                    </a:ext>
                  </a:extLst>
                </p14:cNvPr>
                <p14:cNvContentPartPr/>
                <p14:nvPr/>
              </p14:nvContentPartPr>
              <p14:xfrm>
                <a:off x="6421278" y="2596184"/>
                <a:ext cx="95040" cy="48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4A16A2-74BA-4ECF-6D53-E339244E59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03278" y="2578544"/>
                  <a:ext cx="13068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16DADF-7244-7288-3FFF-02C672C1F9FF}"/>
                    </a:ext>
                  </a:extLst>
                </p14:cNvPr>
                <p14:cNvContentPartPr/>
                <p14:nvPr/>
              </p14:nvContentPartPr>
              <p14:xfrm>
                <a:off x="7348278" y="1506824"/>
                <a:ext cx="1059840" cy="91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16DADF-7244-7288-3FFF-02C672C1F9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30638" y="1489184"/>
                  <a:ext cx="1095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522F0E-1515-EDF5-3C2C-453538435264}"/>
                    </a:ext>
                  </a:extLst>
                </p14:cNvPr>
                <p14:cNvContentPartPr/>
                <p14:nvPr/>
              </p14:nvContentPartPr>
              <p14:xfrm>
                <a:off x="8447718" y="1576664"/>
                <a:ext cx="81000" cy="59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522F0E-1515-EDF5-3C2C-4535384352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29718" y="1558664"/>
                  <a:ext cx="11664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F8CFFC-EE30-EB5B-A647-37571EA787C7}"/>
                    </a:ext>
                  </a:extLst>
                </p14:cNvPr>
                <p14:cNvContentPartPr/>
                <p14:nvPr/>
              </p14:nvContentPartPr>
              <p14:xfrm>
                <a:off x="8470758" y="2179304"/>
                <a:ext cx="123480" cy="278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F8CFFC-EE30-EB5B-A647-37571EA787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52758" y="2161664"/>
                  <a:ext cx="159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051C74-F5CD-5C9F-414C-A5CDFD6CE2C9}"/>
                    </a:ext>
                  </a:extLst>
                </p14:cNvPr>
                <p14:cNvContentPartPr/>
                <p14:nvPr/>
              </p14:nvContentPartPr>
              <p14:xfrm>
                <a:off x="8574798" y="2481344"/>
                <a:ext cx="122040" cy="545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051C74-F5CD-5C9F-414C-A5CDFD6CE2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56798" y="2463344"/>
                  <a:ext cx="15768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C786FF-759A-6EE3-2188-4210BF32F111}"/>
                    </a:ext>
                  </a:extLst>
                </p14:cNvPr>
                <p14:cNvContentPartPr/>
                <p14:nvPr/>
              </p14:nvContentPartPr>
              <p14:xfrm>
                <a:off x="6753558" y="3011984"/>
                <a:ext cx="1996560" cy="120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C786FF-759A-6EE3-2188-4210BF32F1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35558" y="2993984"/>
                  <a:ext cx="2032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209066-3F64-86B0-2A21-F4C75F1703A4}"/>
                    </a:ext>
                  </a:extLst>
                </p14:cNvPr>
                <p14:cNvContentPartPr/>
                <p14:nvPr/>
              </p14:nvContentPartPr>
              <p14:xfrm>
                <a:off x="7240638" y="1000664"/>
                <a:ext cx="217440" cy="167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209066-3F64-86B0-2A21-F4C75F1703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22638" y="983024"/>
                  <a:ext cx="253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BCDCE3-42C6-5485-19D1-8B98C622257B}"/>
                    </a:ext>
                  </a:extLst>
                </p14:cNvPr>
                <p14:cNvContentPartPr/>
                <p14:nvPr/>
              </p14:nvContentPartPr>
              <p14:xfrm>
                <a:off x="7680918" y="949184"/>
                <a:ext cx="78840" cy="245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BCDCE3-42C6-5485-19D1-8B98C62225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62918" y="931544"/>
                  <a:ext cx="114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0AB78F-FA3F-6D3B-0FDE-086B0B43C052}"/>
                    </a:ext>
                  </a:extLst>
                </p14:cNvPr>
                <p14:cNvContentPartPr/>
                <p14:nvPr/>
              </p14:nvContentPartPr>
              <p14:xfrm>
                <a:off x="7730958" y="854504"/>
                <a:ext cx="6840" cy="21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0AB78F-FA3F-6D3B-0FDE-086B0B43C0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12958" y="836864"/>
                  <a:ext cx="4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62C81E-F615-798C-6FFD-E784D5D30A4F}"/>
                    </a:ext>
                  </a:extLst>
                </p14:cNvPr>
                <p14:cNvContentPartPr/>
                <p14:nvPr/>
              </p14:nvContentPartPr>
              <p14:xfrm>
                <a:off x="7608558" y="866024"/>
                <a:ext cx="113040" cy="32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62C81E-F615-798C-6FFD-E784D5D30A4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90918" y="848024"/>
                  <a:ext cx="1486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E9DEAF-A9BC-79E7-5E56-33200132AA76}"/>
                    </a:ext>
                  </a:extLst>
                </p14:cNvPr>
                <p14:cNvContentPartPr/>
                <p14:nvPr/>
              </p14:nvContentPartPr>
              <p14:xfrm>
                <a:off x="7679478" y="1153304"/>
                <a:ext cx="94680" cy="38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E9DEAF-A9BC-79E7-5E56-33200132AA7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61838" y="1135664"/>
                  <a:ext cx="130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D3513-0A19-02EB-ED35-10DABCFFF0FA}"/>
                    </a:ext>
                  </a:extLst>
                </p14:cNvPr>
                <p14:cNvContentPartPr/>
                <p14:nvPr/>
              </p14:nvContentPartPr>
              <p14:xfrm>
                <a:off x="7885398" y="1142864"/>
                <a:ext cx="22680" cy="10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D3513-0A19-02EB-ED35-10DABCFFF0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67758" y="1125224"/>
                  <a:ext cx="58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921123-0A28-6AA8-1B03-79239F908DBF}"/>
                    </a:ext>
                  </a:extLst>
                </p14:cNvPr>
                <p14:cNvContentPartPr/>
                <p14:nvPr/>
              </p14:nvContentPartPr>
              <p14:xfrm>
                <a:off x="7883598" y="1043504"/>
                <a:ext cx="13320" cy="14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921123-0A28-6AA8-1B03-79239F908D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65598" y="1025864"/>
                  <a:ext cx="48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FF6FD5-0D4C-F143-4DE8-673E9C9B7EF2}"/>
                    </a:ext>
                  </a:extLst>
                </p14:cNvPr>
                <p14:cNvContentPartPr/>
                <p14:nvPr/>
              </p14:nvContentPartPr>
              <p14:xfrm>
                <a:off x="7995198" y="1083464"/>
                <a:ext cx="150480" cy="9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FF6FD5-0D4C-F143-4DE8-673E9C9B7E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77198" y="1065824"/>
                  <a:ext cx="186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760EF9-23A0-DC68-D7B9-90A28B675B77}"/>
                    </a:ext>
                  </a:extLst>
                </p14:cNvPr>
                <p14:cNvContentPartPr/>
                <p14:nvPr/>
              </p14:nvContentPartPr>
              <p14:xfrm>
                <a:off x="6594438" y="2266064"/>
                <a:ext cx="62280" cy="233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760EF9-23A0-DC68-D7B9-90A28B675B7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576798" y="2248424"/>
                  <a:ext cx="97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2C162D-0AF0-64D0-6F49-6B6A45FEA4EC}"/>
                    </a:ext>
                  </a:extLst>
                </p14:cNvPr>
                <p14:cNvContentPartPr/>
                <p14:nvPr/>
              </p14:nvContentPartPr>
              <p14:xfrm>
                <a:off x="6629718" y="2232584"/>
                <a:ext cx="118800" cy="143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2C162D-0AF0-64D0-6F49-6B6A45FEA4E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611718" y="2214944"/>
                  <a:ext cx="154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BE79E29-4929-D73B-D9D4-9877E429C6A6}"/>
                    </a:ext>
                  </a:extLst>
                </p14:cNvPr>
                <p14:cNvContentPartPr/>
                <p14:nvPr/>
              </p14:nvContentPartPr>
              <p14:xfrm>
                <a:off x="6914838" y="2345624"/>
                <a:ext cx="35280" cy="157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BE79E29-4929-D73B-D9D4-9877E429C6A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97198" y="2327624"/>
                  <a:ext cx="70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20EE8C-5A1C-C7CB-DDD6-659CAC3640AE}"/>
                    </a:ext>
                  </a:extLst>
                </p14:cNvPr>
                <p14:cNvContentPartPr/>
                <p14:nvPr/>
              </p14:nvContentPartPr>
              <p14:xfrm>
                <a:off x="8856678" y="2214944"/>
                <a:ext cx="73080" cy="185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20EE8C-5A1C-C7CB-DDD6-659CAC3640A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39038" y="2197304"/>
                  <a:ext cx="108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B424BC-4AFD-EE5D-1B66-4F1E60F91CC9}"/>
                    </a:ext>
                  </a:extLst>
                </p14:cNvPr>
                <p14:cNvContentPartPr/>
                <p14:nvPr/>
              </p14:nvContentPartPr>
              <p14:xfrm>
                <a:off x="8853078" y="2164184"/>
                <a:ext cx="149760" cy="118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B424BC-4AFD-EE5D-1B66-4F1E60F91C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5438" y="2146184"/>
                  <a:ext cx="185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D7E6828-F0A5-E5BE-E43C-C4F44735DECF}"/>
                    </a:ext>
                  </a:extLst>
                </p14:cNvPr>
                <p14:cNvContentPartPr/>
                <p14:nvPr/>
              </p14:nvContentPartPr>
              <p14:xfrm>
                <a:off x="9125238" y="2229344"/>
                <a:ext cx="134640" cy="10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D7E6828-F0A5-E5BE-E43C-C4F44735DE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07238" y="2211344"/>
                  <a:ext cx="1702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AE4FE62-D28A-39A6-80BA-F965C81E5D0D}"/>
              </a:ext>
            </a:extLst>
          </p:cNvPr>
          <p:cNvGrpSpPr/>
          <p:nvPr/>
        </p:nvGrpSpPr>
        <p:grpSpPr>
          <a:xfrm>
            <a:off x="7507398" y="3106664"/>
            <a:ext cx="202320" cy="705960"/>
            <a:chOff x="7507398" y="3106664"/>
            <a:chExt cx="202320" cy="7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7D9C8E-F622-9057-46FD-F6006A90FDDF}"/>
                    </a:ext>
                  </a:extLst>
                </p14:cNvPr>
                <p14:cNvContentPartPr/>
                <p14:nvPr/>
              </p14:nvContentPartPr>
              <p14:xfrm>
                <a:off x="7568238" y="3106664"/>
                <a:ext cx="141480" cy="705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7D9C8E-F622-9057-46FD-F6006A90FDD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50598" y="3088664"/>
                  <a:ext cx="17712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0D90E1-9492-841E-045E-E8B2E83A6ACD}"/>
                    </a:ext>
                  </a:extLst>
                </p14:cNvPr>
                <p14:cNvContentPartPr/>
                <p14:nvPr/>
              </p14:nvContentPartPr>
              <p14:xfrm>
                <a:off x="7507398" y="3396104"/>
                <a:ext cx="186840" cy="11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0D90E1-9492-841E-045E-E8B2E83A6AC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89398" y="3378104"/>
                  <a:ext cx="222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585F28F-60A4-C8C6-CB25-D3D75A71141E}"/>
              </a:ext>
            </a:extLst>
          </p:cNvPr>
          <p:cNvGrpSpPr/>
          <p:nvPr/>
        </p:nvGrpSpPr>
        <p:grpSpPr>
          <a:xfrm>
            <a:off x="8020038" y="3332024"/>
            <a:ext cx="761040" cy="355320"/>
            <a:chOff x="8020038" y="3332024"/>
            <a:chExt cx="76104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1AD2E6-1466-EC07-E3DE-2E20D344C410}"/>
                    </a:ext>
                  </a:extLst>
                </p14:cNvPr>
                <p14:cNvContentPartPr/>
                <p14:nvPr/>
              </p14:nvContentPartPr>
              <p14:xfrm>
                <a:off x="8020038" y="3332024"/>
                <a:ext cx="70200" cy="326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1AD2E6-1466-EC07-E3DE-2E20D344C41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02398" y="3314384"/>
                  <a:ext cx="105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E10F44-8692-022C-E52D-A08639A782C1}"/>
                    </a:ext>
                  </a:extLst>
                </p14:cNvPr>
                <p14:cNvContentPartPr/>
                <p14:nvPr/>
              </p14:nvContentPartPr>
              <p14:xfrm>
                <a:off x="8052438" y="3598064"/>
                <a:ext cx="61920" cy="38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E10F44-8692-022C-E52D-A08639A782C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034438" y="3580064"/>
                  <a:ext cx="97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15133E-B5B0-4DC2-6DC7-F140CD01D115}"/>
                    </a:ext>
                  </a:extLst>
                </p14:cNvPr>
                <p14:cNvContentPartPr/>
                <p14:nvPr/>
              </p14:nvContentPartPr>
              <p14:xfrm>
                <a:off x="8300838" y="3543704"/>
                <a:ext cx="131760" cy="143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15133E-B5B0-4DC2-6DC7-F140CD01D11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82838" y="3526064"/>
                  <a:ext cx="167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9E179-D87B-F5FE-FFCA-7D7D0A1B660E}"/>
                    </a:ext>
                  </a:extLst>
                </p14:cNvPr>
                <p14:cNvContentPartPr/>
                <p14:nvPr/>
              </p14:nvContentPartPr>
              <p14:xfrm>
                <a:off x="8509638" y="3528944"/>
                <a:ext cx="138960" cy="113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9E179-D87B-F5FE-FFCA-7D7D0A1B66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91998" y="3510944"/>
                  <a:ext cx="174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ABC151-7E0B-2F5D-2FBB-D872B18EB745}"/>
                    </a:ext>
                  </a:extLst>
                </p14:cNvPr>
                <p14:cNvContentPartPr/>
                <p14:nvPr/>
              </p14:nvContentPartPr>
              <p14:xfrm>
                <a:off x="8698278" y="3459464"/>
                <a:ext cx="43920" cy="155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ABC151-7E0B-2F5D-2FBB-D872B18EB74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80278" y="3441464"/>
                  <a:ext cx="79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F3D2AB-18C1-F255-4C59-26E7C799C2B9}"/>
                    </a:ext>
                  </a:extLst>
                </p14:cNvPr>
                <p14:cNvContentPartPr/>
                <p14:nvPr/>
              </p14:nvContentPartPr>
              <p14:xfrm>
                <a:off x="8694318" y="3509504"/>
                <a:ext cx="86760" cy="58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F3D2AB-18C1-F255-4C59-26E7C799C2B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76678" y="3491864"/>
                  <a:ext cx="12240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4F4AE8-7CA0-19EA-D6DC-07DA6A258401}"/>
              </a:ext>
            </a:extLst>
          </p:cNvPr>
          <p:cNvGrpSpPr/>
          <p:nvPr/>
        </p:nvGrpSpPr>
        <p:grpSpPr>
          <a:xfrm>
            <a:off x="9871878" y="1711304"/>
            <a:ext cx="985320" cy="403200"/>
            <a:chOff x="9871878" y="1711304"/>
            <a:chExt cx="98532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ECC03B-026D-55B5-5B9A-8FD705E65864}"/>
                    </a:ext>
                  </a:extLst>
                </p14:cNvPr>
                <p14:cNvContentPartPr/>
                <p14:nvPr/>
              </p14:nvContentPartPr>
              <p14:xfrm>
                <a:off x="9871878" y="1711304"/>
                <a:ext cx="102240" cy="403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ECC03B-026D-55B5-5B9A-8FD705E658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54238" y="1693304"/>
                  <a:ext cx="1378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BABFAC-064A-119E-9B1E-32D241557FFB}"/>
                    </a:ext>
                  </a:extLst>
                </p14:cNvPr>
                <p14:cNvContentPartPr/>
                <p14:nvPr/>
              </p14:nvContentPartPr>
              <p14:xfrm>
                <a:off x="9886638" y="2037104"/>
                <a:ext cx="104760" cy="71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BABFAC-064A-119E-9B1E-32D241557FF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68638" y="2019104"/>
                  <a:ext cx="140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2545FAB-97F2-8274-9EB2-FF85759DD4CB}"/>
                    </a:ext>
                  </a:extLst>
                </p14:cNvPr>
                <p14:cNvContentPartPr/>
                <p14:nvPr/>
              </p14:nvContentPartPr>
              <p14:xfrm>
                <a:off x="10120278" y="1990664"/>
                <a:ext cx="100440" cy="115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545FAB-97F2-8274-9EB2-FF85759DD4C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02638" y="1972664"/>
                  <a:ext cx="136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A8FF7E-0F3A-2F32-B5B9-33794D3CBA76}"/>
                    </a:ext>
                  </a:extLst>
                </p14:cNvPr>
                <p14:cNvContentPartPr/>
                <p14:nvPr/>
              </p14:nvContentPartPr>
              <p14:xfrm>
                <a:off x="10316118" y="1973024"/>
                <a:ext cx="123840" cy="10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A8FF7E-0F3A-2F32-B5B9-33794D3CBA7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98478" y="1955384"/>
                  <a:ext cx="159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48984AA-DB72-25B0-8C00-D2C8D774054D}"/>
                    </a:ext>
                  </a:extLst>
                </p14:cNvPr>
                <p14:cNvContentPartPr/>
                <p14:nvPr/>
              </p14:nvContentPartPr>
              <p14:xfrm>
                <a:off x="10523118" y="1865024"/>
                <a:ext cx="52560" cy="208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48984AA-DB72-25B0-8C00-D2C8D774054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05478" y="1847384"/>
                  <a:ext cx="88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ED7156-A84F-FA49-ECE4-BA2EBF88EE5D}"/>
                    </a:ext>
                  </a:extLst>
                </p14:cNvPr>
                <p14:cNvContentPartPr/>
                <p14:nvPr/>
              </p14:nvContentPartPr>
              <p14:xfrm>
                <a:off x="10507998" y="1924784"/>
                <a:ext cx="74880" cy="41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ED7156-A84F-FA49-ECE4-BA2EBF88EE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490358" y="1907144"/>
                  <a:ext cx="110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0523FF-E775-2919-9143-224FB13C8A86}"/>
                    </a:ext>
                  </a:extLst>
                </p14:cNvPr>
                <p14:cNvContentPartPr/>
                <p14:nvPr/>
              </p14:nvContentPartPr>
              <p14:xfrm>
                <a:off x="10723998" y="1935584"/>
                <a:ext cx="77400" cy="30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0523FF-E775-2919-9143-224FB13C8A8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705998" y="1917944"/>
                  <a:ext cx="113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1306E1-0210-3157-8909-CC36E7D357E1}"/>
                    </a:ext>
                  </a:extLst>
                </p14:cNvPr>
                <p14:cNvContentPartPr/>
                <p14:nvPr/>
              </p14:nvContentPartPr>
              <p14:xfrm>
                <a:off x="10783038" y="1977344"/>
                <a:ext cx="74160" cy="31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1306E1-0210-3157-8909-CC36E7D357E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65038" y="1959704"/>
                  <a:ext cx="10980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79EAC1-F64F-F8F2-6B03-CB074D4ACE57}"/>
              </a:ext>
            </a:extLst>
          </p:cNvPr>
          <p:cNvGrpSpPr/>
          <p:nvPr/>
        </p:nvGrpSpPr>
        <p:grpSpPr>
          <a:xfrm>
            <a:off x="11134758" y="1704464"/>
            <a:ext cx="110880" cy="337680"/>
            <a:chOff x="11134758" y="1704464"/>
            <a:chExt cx="11088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3A2ABAF-12FB-7B46-C1ED-B639594F962F}"/>
                    </a:ext>
                  </a:extLst>
                </p14:cNvPr>
                <p14:cNvContentPartPr/>
                <p14:nvPr/>
              </p14:nvContentPartPr>
              <p14:xfrm>
                <a:off x="11134758" y="1704464"/>
                <a:ext cx="93960" cy="235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3A2ABAF-12FB-7B46-C1ED-B639594F962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116758" y="1686824"/>
                  <a:ext cx="129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3BE344-0CD5-C4C7-7622-F4844AF944EA}"/>
                    </a:ext>
                  </a:extLst>
                </p14:cNvPr>
                <p14:cNvContentPartPr/>
                <p14:nvPr/>
              </p14:nvContentPartPr>
              <p14:xfrm>
                <a:off x="11236998" y="2029184"/>
                <a:ext cx="8640" cy="12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3BE344-0CD5-C4C7-7622-F4844AF944E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19358" y="2011184"/>
                  <a:ext cx="442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D63C367-0A2C-8F38-C9B9-87ADE03B98E7}"/>
              </a:ext>
            </a:extLst>
          </p:cNvPr>
          <p:cNvGrpSpPr/>
          <p:nvPr/>
        </p:nvGrpSpPr>
        <p:grpSpPr>
          <a:xfrm>
            <a:off x="5997198" y="4384304"/>
            <a:ext cx="2036880" cy="765360"/>
            <a:chOff x="5997198" y="4384304"/>
            <a:chExt cx="2036880" cy="76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174EF7-11DB-6F0D-3109-3A24364F4EE4}"/>
                    </a:ext>
                  </a:extLst>
                </p14:cNvPr>
                <p14:cNvContentPartPr/>
                <p14:nvPr/>
              </p14:nvContentPartPr>
              <p14:xfrm>
                <a:off x="6085398" y="4384304"/>
                <a:ext cx="32040" cy="384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174EF7-11DB-6F0D-3109-3A24364F4E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67758" y="4366304"/>
                  <a:ext cx="67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1DCB185-B58C-F2C2-E042-8DD68DDA9F4B}"/>
                    </a:ext>
                  </a:extLst>
                </p14:cNvPr>
                <p14:cNvContentPartPr/>
                <p14:nvPr/>
              </p14:nvContentPartPr>
              <p14:xfrm>
                <a:off x="5997198" y="4702904"/>
                <a:ext cx="123480" cy="75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1DCB185-B58C-F2C2-E042-8DD68DDA9F4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79198" y="4684904"/>
                  <a:ext cx="159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A0D0C12-7AF8-90FC-53FB-33CB339D6425}"/>
                    </a:ext>
                  </a:extLst>
                </p14:cNvPr>
                <p14:cNvContentPartPr/>
                <p14:nvPr/>
              </p14:nvContentPartPr>
              <p14:xfrm>
                <a:off x="6326238" y="4670144"/>
                <a:ext cx="12240" cy="18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A0D0C12-7AF8-90FC-53FB-33CB339D642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08598" y="4652504"/>
                  <a:ext cx="47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098C0B-988E-085C-C210-F089C7143163}"/>
                    </a:ext>
                  </a:extLst>
                </p14:cNvPr>
                <p14:cNvContentPartPr/>
                <p14:nvPr/>
              </p14:nvContentPartPr>
              <p14:xfrm>
                <a:off x="6500838" y="4666184"/>
                <a:ext cx="60480" cy="27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098C0B-988E-085C-C210-F089C714316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482838" y="4648184"/>
                  <a:ext cx="96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2CC649-3F7E-E35C-630E-2FBBEF97C9A1}"/>
                    </a:ext>
                  </a:extLst>
                </p14:cNvPr>
                <p14:cNvContentPartPr/>
                <p14:nvPr/>
              </p14:nvContentPartPr>
              <p14:xfrm>
                <a:off x="6552318" y="4694624"/>
                <a:ext cx="79200" cy="78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2CC649-3F7E-E35C-630E-2FBBEF97C9A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534318" y="4676984"/>
                  <a:ext cx="114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A8AF49-5666-BCD9-43F8-4E51123F99F0}"/>
                    </a:ext>
                  </a:extLst>
                </p14:cNvPr>
                <p14:cNvContentPartPr/>
                <p14:nvPr/>
              </p14:nvContentPartPr>
              <p14:xfrm>
                <a:off x="6697038" y="4529024"/>
                <a:ext cx="1032480" cy="87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A8AF49-5666-BCD9-43F8-4E51123F99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79038" y="4511384"/>
                  <a:ext cx="1068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DCABA8-F83D-FC9B-5025-FB398C691B1E}"/>
                    </a:ext>
                  </a:extLst>
                </p14:cNvPr>
                <p14:cNvContentPartPr/>
                <p14:nvPr/>
              </p14:nvContentPartPr>
              <p14:xfrm>
                <a:off x="6952278" y="4831784"/>
                <a:ext cx="93240" cy="317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DCABA8-F83D-FC9B-5025-FB398C691B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934638" y="4814144"/>
                  <a:ext cx="128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89DA51-E27C-7B43-EE40-3F266647B0BB}"/>
                    </a:ext>
                  </a:extLst>
                </p14:cNvPr>
                <p14:cNvContentPartPr/>
                <p14:nvPr/>
              </p14:nvContentPartPr>
              <p14:xfrm>
                <a:off x="6999438" y="4869584"/>
                <a:ext cx="161280" cy="114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89DA51-E27C-7B43-EE40-3F266647B0B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81798" y="4851584"/>
                  <a:ext cx="196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F93BF3-2280-0426-BD7C-17E02CF22412}"/>
                    </a:ext>
                  </a:extLst>
                </p14:cNvPr>
                <p14:cNvContentPartPr/>
                <p14:nvPr/>
              </p14:nvContentPartPr>
              <p14:xfrm>
                <a:off x="7222638" y="4976864"/>
                <a:ext cx="55440" cy="149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F93BF3-2280-0426-BD7C-17E02CF2241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04638" y="4959224"/>
                  <a:ext cx="91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0125E48-ECB4-A312-A8B5-5DDD32DCC8E0}"/>
                    </a:ext>
                  </a:extLst>
                </p14:cNvPr>
                <p14:cNvContentPartPr/>
                <p14:nvPr/>
              </p14:nvContentPartPr>
              <p14:xfrm>
                <a:off x="7394718" y="4907024"/>
                <a:ext cx="138960" cy="43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0125E48-ECB4-A312-A8B5-5DDD32DCC8E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76718" y="4889384"/>
                  <a:ext cx="174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FE4BE3-5A2D-2E4D-64E4-F1ACB158A23F}"/>
                    </a:ext>
                  </a:extLst>
                </p14:cNvPr>
                <p14:cNvContentPartPr/>
                <p14:nvPr/>
              </p14:nvContentPartPr>
              <p14:xfrm>
                <a:off x="7494438" y="4860224"/>
                <a:ext cx="20520" cy="143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FE4BE3-5A2D-2E4D-64E4-F1ACB158A23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76798" y="4842224"/>
                  <a:ext cx="56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4FA889-78CA-4A5D-4FC9-D8ECAC100916}"/>
                    </a:ext>
                  </a:extLst>
                </p14:cNvPr>
                <p14:cNvContentPartPr/>
                <p14:nvPr/>
              </p14:nvContentPartPr>
              <p14:xfrm>
                <a:off x="7651758" y="4840064"/>
                <a:ext cx="79200" cy="170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4FA889-78CA-4A5D-4FC9-D8ECAC1009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34118" y="4822064"/>
                  <a:ext cx="114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3D619A5-8B65-9D04-F486-3FF5C3B81580}"/>
                    </a:ext>
                  </a:extLst>
                </p14:cNvPr>
                <p14:cNvContentPartPr/>
                <p14:nvPr/>
              </p14:nvContentPartPr>
              <p14:xfrm>
                <a:off x="7694238" y="4791104"/>
                <a:ext cx="143640" cy="92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3D619A5-8B65-9D04-F486-3FF5C3B8158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76238" y="4773104"/>
                  <a:ext cx="179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75AA87-412A-6570-A766-EEECC429114E}"/>
                    </a:ext>
                  </a:extLst>
                </p14:cNvPr>
                <p14:cNvContentPartPr/>
                <p14:nvPr/>
              </p14:nvContentPartPr>
              <p14:xfrm>
                <a:off x="7883958" y="4949144"/>
                <a:ext cx="150120" cy="84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75AA87-412A-6570-A766-EEECC429114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65958" y="4931504"/>
                  <a:ext cx="185760" cy="12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A54622D-54D9-C8AE-8AC4-7321C5B4D5F6}"/>
                  </a:ext>
                </a:extLst>
              </p14:cNvPr>
              <p14:cNvContentPartPr/>
              <p14:nvPr/>
            </p14:nvContentPartPr>
            <p14:xfrm>
              <a:off x="8615118" y="1925864"/>
              <a:ext cx="832320" cy="801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A54622D-54D9-C8AE-8AC4-7321C5B4D5F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597118" y="1907864"/>
                <a:ext cx="867960" cy="83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67A0956-36E3-F274-3703-F863A2503841}"/>
              </a:ext>
            </a:extLst>
          </p:cNvPr>
          <p:cNvGrpSpPr/>
          <p:nvPr/>
        </p:nvGrpSpPr>
        <p:grpSpPr>
          <a:xfrm>
            <a:off x="6869118" y="2646944"/>
            <a:ext cx="1358640" cy="1819440"/>
            <a:chOff x="6869118" y="2646944"/>
            <a:chExt cx="1358640" cy="18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B62728-331A-830B-43B6-E42E3DF868AA}"/>
                    </a:ext>
                  </a:extLst>
                </p14:cNvPr>
                <p14:cNvContentPartPr/>
                <p14:nvPr/>
              </p14:nvContentPartPr>
              <p14:xfrm>
                <a:off x="7019958" y="2646944"/>
                <a:ext cx="1207800" cy="1752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B62728-331A-830B-43B6-E42E3DF868A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02318" y="2629304"/>
                  <a:ext cx="1243440" cy="17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67CE5F-E14F-D0B6-0529-526AA02B8914}"/>
                    </a:ext>
                  </a:extLst>
                </p14:cNvPr>
                <p14:cNvContentPartPr/>
                <p14:nvPr/>
              </p14:nvContentPartPr>
              <p14:xfrm>
                <a:off x="6871998" y="4221584"/>
                <a:ext cx="64440" cy="244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67CE5F-E14F-D0B6-0529-526AA02B891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54358" y="4203584"/>
                  <a:ext cx="100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756A554-5F6C-E714-7871-788A71E9E8A1}"/>
                    </a:ext>
                  </a:extLst>
                </p14:cNvPr>
                <p14:cNvContentPartPr/>
                <p14:nvPr/>
              </p14:nvContentPartPr>
              <p14:xfrm>
                <a:off x="6869118" y="4222304"/>
                <a:ext cx="159840" cy="173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756A554-5F6C-E714-7871-788A71E9E8A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51478" y="4204664"/>
                  <a:ext cx="195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1CE142-7C0E-E201-C735-58C60ABE1C7F}"/>
                    </a:ext>
                  </a:extLst>
                </p14:cNvPr>
                <p14:cNvContentPartPr/>
                <p14:nvPr/>
              </p14:nvContentPartPr>
              <p14:xfrm>
                <a:off x="7105998" y="4327784"/>
                <a:ext cx="188640" cy="119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1CE142-7C0E-E201-C735-58C60ABE1C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87998" y="4309784"/>
                  <a:ext cx="2242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BE14CCD-D3C4-8C99-9823-A6C2D0607372}"/>
              </a:ext>
            </a:extLst>
          </p:cNvPr>
          <p:cNvGrpSpPr/>
          <p:nvPr/>
        </p:nvGrpSpPr>
        <p:grpSpPr>
          <a:xfrm>
            <a:off x="7577958" y="3950144"/>
            <a:ext cx="635760" cy="591840"/>
            <a:chOff x="7577958" y="3950144"/>
            <a:chExt cx="63576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60C1ECC-83AB-6C50-91DD-0642EE70726A}"/>
                    </a:ext>
                  </a:extLst>
                </p14:cNvPr>
                <p14:cNvContentPartPr/>
                <p14:nvPr/>
              </p14:nvContentPartPr>
              <p14:xfrm>
                <a:off x="7712598" y="4119344"/>
                <a:ext cx="61560" cy="250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60C1ECC-83AB-6C50-91DD-0642EE70726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94958" y="4101344"/>
                  <a:ext cx="972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F3B1EC-A07C-61EE-95BB-E5ACAFC519F0}"/>
                    </a:ext>
                  </a:extLst>
                </p14:cNvPr>
                <p14:cNvContentPartPr/>
                <p14:nvPr/>
              </p14:nvContentPartPr>
              <p14:xfrm>
                <a:off x="7696398" y="4321664"/>
                <a:ext cx="84240" cy="35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F3B1EC-A07C-61EE-95BB-E5ACAFC519F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78758" y="4304024"/>
                  <a:ext cx="119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34EC2B1-AB69-5B2E-B41B-40286E9CCF1A}"/>
                    </a:ext>
                  </a:extLst>
                </p14:cNvPr>
                <p14:cNvContentPartPr/>
                <p14:nvPr/>
              </p14:nvContentPartPr>
              <p14:xfrm>
                <a:off x="7879998" y="4306904"/>
                <a:ext cx="126720" cy="79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34EC2B1-AB69-5B2E-B41B-40286E9CCF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62358" y="4289264"/>
                  <a:ext cx="162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2F7857D-4E0C-85EA-D5CC-4973480044A1}"/>
                    </a:ext>
                  </a:extLst>
                </p14:cNvPr>
                <p14:cNvContentPartPr/>
                <p14:nvPr/>
              </p14:nvContentPartPr>
              <p14:xfrm>
                <a:off x="7868478" y="4357304"/>
                <a:ext cx="12600" cy="74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2F7857D-4E0C-85EA-D5CC-4973480044A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50478" y="4339304"/>
                  <a:ext cx="48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D34283-0B09-ACEA-183D-DF12F9B7747D}"/>
                    </a:ext>
                  </a:extLst>
                </p14:cNvPr>
                <p14:cNvContentPartPr/>
                <p14:nvPr/>
              </p14:nvContentPartPr>
              <p14:xfrm>
                <a:off x="7847958" y="4203944"/>
                <a:ext cx="8640" cy="7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D34283-0B09-ACEA-183D-DF12F9B774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29958" y="4186304"/>
                  <a:ext cx="44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314147-B98D-213C-2D34-63122D7C496F}"/>
                    </a:ext>
                  </a:extLst>
                </p14:cNvPr>
                <p14:cNvContentPartPr/>
                <p14:nvPr/>
              </p14:nvContentPartPr>
              <p14:xfrm>
                <a:off x="7577958" y="3950144"/>
                <a:ext cx="635760" cy="591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314147-B98D-213C-2D34-63122D7C496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60318" y="3932504"/>
                  <a:ext cx="671400" cy="62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C469714-7C62-E043-8625-D583959CBE71}"/>
              </a:ext>
            </a:extLst>
          </p:cNvPr>
          <p:cNvGrpSpPr/>
          <p:nvPr/>
        </p:nvGrpSpPr>
        <p:grpSpPr>
          <a:xfrm>
            <a:off x="7541598" y="609704"/>
            <a:ext cx="927360" cy="938160"/>
            <a:chOff x="7541598" y="609704"/>
            <a:chExt cx="927360" cy="9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333337F-46F5-37FA-E8EE-1AAFA297D996}"/>
                    </a:ext>
                  </a:extLst>
                </p14:cNvPr>
                <p14:cNvContentPartPr/>
                <p14:nvPr/>
              </p14:nvContentPartPr>
              <p14:xfrm>
                <a:off x="7541598" y="609704"/>
                <a:ext cx="927360" cy="938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333337F-46F5-37FA-E8EE-1AAFA297D99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23958" y="592064"/>
                  <a:ext cx="963000" cy="9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FB7D319-F553-CDEA-4A4E-43A804B860C6}"/>
                    </a:ext>
                  </a:extLst>
                </p14:cNvPr>
                <p14:cNvContentPartPr/>
                <p14:nvPr/>
              </p14:nvContentPartPr>
              <p14:xfrm>
                <a:off x="7948398" y="1323224"/>
                <a:ext cx="100800" cy="167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FB7D319-F553-CDEA-4A4E-43A804B860C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930398" y="1305584"/>
                  <a:ext cx="1364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275F6EB-A077-AA65-38A2-2F16A214B21F}"/>
              </a:ext>
            </a:extLst>
          </p:cNvPr>
          <p:cNvGrpSpPr/>
          <p:nvPr/>
        </p:nvGrpSpPr>
        <p:grpSpPr>
          <a:xfrm>
            <a:off x="7731318" y="1867184"/>
            <a:ext cx="72720" cy="275760"/>
            <a:chOff x="7731318" y="1867184"/>
            <a:chExt cx="7272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D758A7-0ADD-328A-BEE2-A190FF62EB49}"/>
                    </a:ext>
                  </a:extLst>
                </p14:cNvPr>
                <p14:cNvContentPartPr/>
                <p14:nvPr/>
              </p14:nvContentPartPr>
              <p14:xfrm>
                <a:off x="7748598" y="1867184"/>
                <a:ext cx="55440" cy="127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D758A7-0ADD-328A-BEE2-A190FF62EB4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730958" y="1849184"/>
                  <a:ext cx="91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2420DDB-240F-990F-8458-01BA9D996BA4}"/>
                    </a:ext>
                  </a:extLst>
                </p14:cNvPr>
                <p14:cNvContentPartPr/>
                <p14:nvPr/>
              </p14:nvContentPartPr>
              <p14:xfrm>
                <a:off x="7731318" y="2109824"/>
                <a:ext cx="6480" cy="33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2420DDB-240F-990F-8458-01BA9D996BA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13318" y="2092184"/>
                  <a:ext cx="4212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0BD682C-ECE2-5178-BAC3-82D16E97462E}"/>
              </a:ext>
            </a:extLst>
          </p:cNvPr>
          <p:cNvGrpSpPr/>
          <p:nvPr/>
        </p:nvGrpSpPr>
        <p:grpSpPr>
          <a:xfrm>
            <a:off x="7679478" y="2393144"/>
            <a:ext cx="37440" cy="417960"/>
            <a:chOff x="7679478" y="2393144"/>
            <a:chExt cx="3744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C71767B-5135-1EEB-7C4F-39F8CCCC3F04}"/>
                    </a:ext>
                  </a:extLst>
                </p14:cNvPr>
                <p14:cNvContentPartPr/>
                <p14:nvPr/>
              </p14:nvContentPartPr>
              <p14:xfrm>
                <a:off x="7679478" y="2393144"/>
                <a:ext cx="10800" cy="108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C71767B-5135-1EEB-7C4F-39F8CCCC3F0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61838" y="2375144"/>
                  <a:ext cx="46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260D662-0762-193B-9173-7462C42F5182}"/>
                    </a:ext>
                  </a:extLst>
                </p14:cNvPr>
                <p14:cNvContentPartPr/>
                <p14:nvPr/>
              </p14:nvContentPartPr>
              <p14:xfrm>
                <a:off x="7705758" y="2623544"/>
                <a:ext cx="11160" cy="187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260D662-0762-193B-9173-7462C42F518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688118" y="2605904"/>
                  <a:ext cx="468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5EF1078-E9A8-986F-BFF0-1B19ED84B627}"/>
                  </a:ext>
                </a:extLst>
              </p14:cNvPr>
              <p14:cNvContentPartPr/>
              <p14:nvPr/>
            </p14:nvContentPartPr>
            <p14:xfrm>
              <a:off x="7728438" y="3013424"/>
              <a:ext cx="21600" cy="1083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5EF1078-E9A8-986F-BFF0-1B19ED84B627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710798" y="2995424"/>
                <a:ext cx="572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7FD730B-70DE-2242-695A-BD0ED055AAF5}"/>
                  </a:ext>
                </a:extLst>
              </p14:cNvPr>
              <p14:cNvContentPartPr/>
              <p14:nvPr/>
            </p14:nvContentPartPr>
            <p14:xfrm>
              <a:off x="7784958" y="3374504"/>
              <a:ext cx="37440" cy="2458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7FD730B-70DE-2242-695A-BD0ED055AAF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766958" y="3356504"/>
                <a:ext cx="7308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D56983D6-C61A-6D24-49F4-14D0DBD35A7C}"/>
              </a:ext>
            </a:extLst>
          </p:cNvPr>
          <p:cNvGrpSpPr/>
          <p:nvPr/>
        </p:nvGrpSpPr>
        <p:grpSpPr>
          <a:xfrm>
            <a:off x="7867758" y="3807944"/>
            <a:ext cx="25560" cy="125280"/>
            <a:chOff x="7867758" y="3807944"/>
            <a:chExt cx="2556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ED4593-4AC9-4978-0E1E-F5E3BDB15332}"/>
                    </a:ext>
                  </a:extLst>
                </p14:cNvPr>
                <p14:cNvContentPartPr/>
                <p14:nvPr/>
              </p14:nvContentPartPr>
              <p14:xfrm>
                <a:off x="7867758" y="3807944"/>
                <a:ext cx="6840" cy="42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ED4593-4AC9-4978-0E1E-F5E3BDB153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50118" y="3789944"/>
                  <a:ext cx="42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8F7AD0D-9931-B798-D26A-9C6F9ADBE592}"/>
                    </a:ext>
                  </a:extLst>
                </p14:cNvPr>
                <p14:cNvContentPartPr/>
                <p14:nvPr/>
              </p14:nvContentPartPr>
              <p14:xfrm>
                <a:off x="7889358" y="3920984"/>
                <a:ext cx="3960" cy="12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8F7AD0D-9931-B798-D26A-9C6F9ADBE59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871718" y="3902984"/>
                  <a:ext cx="3960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CD29148-FF97-7890-2C23-18C44ED6063F}"/>
              </a:ext>
            </a:extLst>
          </p:cNvPr>
          <p:cNvGrpSpPr/>
          <p:nvPr/>
        </p:nvGrpSpPr>
        <p:grpSpPr>
          <a:xfrm>
            <a:off x="5928078" y="1947464"/>
            <a:ext cx="5136480" cy="2903760"/>
            <a:chOff x="5928078" y="1947464"/>
            <a:chExt cx="5136480" cy="29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0740936-5CFF-578F-22E1-04FCBC95248D}"/>
                    </a:ext>
                  </a:extLst>
                </p14:cNvPr>
                <p14:cNvContentPartPr/>
                <p14:nvPr/>
              </p14:nvContentPartPr>
              <p14:xfrm>
                <a:off x="8987718" y="4218704"/>
                <a:ext cx="33840" cy="300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0740936-5CFF-578F-22E1-04FCBC95248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69718" y="4200704"/>
                  <a:ext cx="694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253DDC-3BB6-1664-6B9F-8207EE0293CA}"/>
                    </a:ext>
                  </a:extLst>
                </p14:cNvPr>
                <p14:cNvContentPartPr/>
                <p14:nvPr/>
              </p14:nvContentPartPr>
              <p14:xfrm>
                <a:off x="8951358" y="4458464"/>
                <a:ext cx="83520" cy="49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253DDC-3BB6-1664-6B9F-8207EE0293C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33358" y="4440824"/>
                  <a:ext cx="119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529AABD-7CD2-2BA1-6360-5B0C1F66369E}"/>
                    </a:ext>
                  </a:extLst>
                </p14:cNvPr>
                <p14:cNvContentPartPr/>
                <p14:nvPr/>
              </p14:nvContentPartPr>
              <p14:xfrm>
                <a:off x="9189678" y="4422824"/>
                <a:ext cx="137880" cy="118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529AABD-7CD2-2BA1-6360-5B0C1F66369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172038" y="4404824"/>
                  <a:ext cx="173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49484E-E210-03D7-01EA-8F56155BFC01}"/>
                    </a:ext>
                  </a:extLst>
                </p14:cNvPr>
                <p14:cNvContentPartPr/>
                <p14:nvPr/>
              </p14:nvContentPartPr>
              <p14:xfrm>
                <a:off x="9384078" y="4397264"/>
                <a:ext cx="56880" cy="42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49484E-E210-03D7-01EA-8F56155BFC0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366438" y="4379264"/>
                  <a:ext cx="92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4637F2E-1812-0686-6D7E-336A0511086F}"/>
                    </a:ext>
                  </a:extLst>
                </p14:cNvPr>
                <p14:cNvContentPartPr/>
                <p14:nvPr/>
              </p14:nvContentPartPr>
              <p14:xfrm>
                <a:off x="9432678" y="4417424"/>
                <a:ext cx="54000" cy="36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4637F2E-1812-0686-6D7E-336A0511086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414678" y="4399424"/>
                  <a:ext cx="89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F0DBB58-6D0E-542A-09B7-EE721DD424EA}"/>
                    </a:ext>
                  </a:extLst>
                </p14:cNvPr>
                <p14:cNvContentPartPr/>
                <p14:nvPr/>
              </p14:nvContentPartPr>
              <p14:xfrm>
                <a:off x="9789798" y="4337144"/>
                <a:ext cx="1050480" cy="68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F0DBB58-6D0E-542A-09B7-EE721DD424E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772158" y="4319144"/>
                  <a:ext cx="1086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7EF19D0-9075-FF3B-A289-FAC55906AF0E}"/>
                    </a:ext>
                  </a:extLst>
                </p14:cNvPr>
                <p14:cNvContentPartPr/>
                <p14:nvPr/>
              </p14:nvContentPartPr>
              <p14:xfrm>
                <a:off x="10016598" y="4627304"/>
                <a:ext cx="89640" cy="217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7EF19D0-9075-FF3B-A289-FAC55906AF0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98958" y="4609304"/>
                  <a:ext cx="125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36E235-8849-3004-BB00-08A98A6A1D17}"/>
                    </a:ext>
                  </a:extLst>
                </p14:cNvPr>
                <p14:cNvContentPartPr/>
                <p14:nvPr/>
              </p14:nvContentPartPr>
              <p14:xfrm>
                <a:off x="10078158" y="4593104"/>
                <a:ext cx="144000" cy="128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36E235-8849-3004-BB00-08A98A6A1D1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060518" y="4575464"/>
                  <a:ext cx="179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3BCE24-24FE-C5CD-01B8-BB8A653C3C48}"/>
                    </a:ext>
                  </a:extLst>
                </p14:cNvPr>
                <p14:cNvContentPartPr/>
                <p14:nvPr/>
              </p14:nvContentPartPr>
              <p14:xfrm>
                <a:off x="10330518" y="4698224"/>
                <a:ext cx="27720" cy="153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3BCE24-24FE-C5CD-01B8-BB8A653C3C4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312518" y="4680224"/>
                  <a:ext cx="63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B5B1081-36BE-55EE-5E28-40C835DA818C}"/>
                    </a:ext>
                  </a:extLst>
                </p14:cNvPr>
                <p14:cNvContentPartPr/>
                <p14:nvPr/>
              </p14:nvContentPartPr>
              <p14:xfrm>
                <a:off x="10493598" y="4703264"/>
                <a:ext cx="129960" cy="60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B5B1081-36BE-55EE-5E28-40C835DA818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475958" y="4685264"/>
                  <a:ext cx="165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2EE093-2B70-2FAD-3DC8-AC54585935CE}"/>
                    </a:ext>
                  </a:extLst>
                </p14:cNvPr>
                <p14:cNvContentPartPr/>
                <p14:nvPr/>
              </p14:nvContentPartPr>
              <p14:xfrm>
                <a:off x="10541478" y="4655024"/>
                <a:ext cx="38160" cy="173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2EE093-2B70-2FAD-3DC8-AC54585935C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523478" y="4637024"/>
                  <a:ext cx="73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6BBB026-6E37-5761-E372-71AF687B7ACD}"/>
                    </a:ext>
                  </a:extLst>
                </p14:cNvPr>
                <p14:cNvContentPartPr/>
                <p14:nvPr/>
              </p14:nvContentPartPr>
              <p14:xfrm>
                <a:off x="10677198" y="4661864"/>
                <a:ext cx="65160" cy="155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6BBB026-6E37-5761-E372-71AF687B7AC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59558" y="4644224"/>
                  <a:ext cx="100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94EFE1-5159-9168-DFF1-61420C0B7DD8}"/>
                    </a:ext>
                  </a:extLst>
                </p14:cNvPr>
                <p14:cNvContentPartPr/>
                <p14:nvPr/>
              </p14:nvContentPartPr>
              <p14:xfrm>
                <a:off x="10700238" y="4606064"/>
                <a:ext cx="133200" cy="1609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94EFE1-5159-9168-DFF1-61420C0B7DD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82598" y="4588064"/>
                  <a:ext cx="168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E6FA5F-D1BE-F32F-96D3-669C1D9C999F}"/>
                    </a:ext>
                  </a:extLst>
                </p14:cNvPr>
                <p14:cNvContentPartPr/>
                <p14:nvPr/>
              </p14:nvContentPartPr>
              <p14:xfrm>
                <a:off x="10963398" y="4694984"/>
                <a:ext cx="101160" cy="101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E6FA5F-D1BE-F32F-96D3-669C1D9C999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945398" y="4676984"/>
                  <a:ext cx="136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5B4DDFB-6FAE-1359-B23C-8D2A55C11630}"/>
                    </a:ext>
                  </a:extLst>
                </p14:cNvPr>
                <p14:cNvContentPartPr/>
                <p14:nvPr/>
              </p14:nvContentPartPr>
              <p14:xfrm>
                <a:off x="10117398" y="3971024"/>
                <a:ext cx="57240" cy="252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5B4DDFB-6FAE-1359-B23C-8D2A55C1163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99758" y="3953384"/>
                  <a:ext cx="928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CD26696-AE02-7DB0-5D8C-05223F9505BC}"/>
                    </a:ext>
                  </a:extLst>
                </p14:cNvPr>
                <p14:cNvContentPartPr/>
                <p14:nvPr/>
              </p14:nvContentPartPr>
              <p14:xfrm>
                <a:off x="10157718" y="3969584"/>
                <a:ext cx="170640" cy="151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CD26696-AE02-7DB0-5D8C-05223F9505B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139718" y="3951584"/>
                  <a:ext cx="206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36F59E-4F49-2898-85A0-C6D81E6697A6}"/>
                    </a:ext>
                  </a:extLst>
                </p14:cNvPr>
                <p14:cNvContentPartPr/>
                <p14:nvPr/>
              </p14:nvContentPartPr>
              <p14:xfrm>
                <a:off x="10461918" y="4034024"/>
                <a:ext cx="47160" cy="119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36F59E-4F49-2898-85A0-C6D81E6697A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43918" y="4016384"/>
                  <a:ext cx="828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56A05C5-EFDE-8A2C-80D6-64FC0AF2C296}"/>
                    </a:ext>
                  </a:extLst>
                </p14:cNvPr>
                <p14:cNvContentPartPr/>
                <p14:nvPr/>
              </p14:nvContentPartPr>
              <p14:xfrm>
                <a:off x="5928078" y="1947464"/>
                <a:ext cx="1186200" cy="957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56A05C5-EFDE-8A2C-80D6-64FC0AF2C29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910438" y="1929464"/>
                  <a:ext cx="1221840" cy="9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1043B9D-724D-8B4F-18F7-46BAD3F9F628}"/>
                    </a:ext>
                  </a:extLst>
                </p14:cNvPr>
                <p14:cNvContentPartPr/>
                <p14:nvPr/>
              </p14:nvContentPartPr>
              <p14:xfrm>
                <a:off x="7014558" y="2343824"/>
                <a:ext cx="2701440" cy="1595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1043B9D-724D-8B4F-18F7-46BAD3F9F62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96558" y="2325824"/>
                  <a:ext cx="273708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C4C6B51-A30A-B5F3-E6FA-0DE5DF35B902}"/>
                    </a:ext>
                  </a:extLst>
                </p14:cNvPr>
                <p14:cNvContentPartPr/>
                <p14:nvPr/>
              </p14:nvContentPartPr>
              <p14:xfrm>
                <a:off x="9631038" y="3857624"/>
                <a:ext cx="252000" cy="66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C4C6B51-A30A-B5F3-E6FA-0DE5DF35B90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13398" y="3839624"/>
                  <a:ext cx="28764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FF3C151-78C3-1B42-B795-F5EE51B970D4}"/>
              </a:ext>
            </a:extLst>
          </p:cNvPr>
          <p:cNvGrpSpPr/>
          <p:nvPr/>
        </p:nvGrpSpPr>
        <p:grpSpPr>
          <a:xfrm>
            <a:off x="10853598" y="3903704"/>
            <a:ext cx="464040" cy="276480"/>
            <a:chOff x="10853598" y="3903704"/>
            <a:chExt cx="46404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C75CC43-4EAC-DEBA-D2AE-9563D0C932AF}"/>
                    </a:ext>
                  </a:extLst>
                </p14:cNvPr>
                <p14:cNvContentPartPr/>
                <p14:nvPr/>
              </p14:nvContentPartPr>
              <p14:xfrm>
                <a:off x="10853598" y="3903704"/>
                <a:ext cx="69840" cy="200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C75CC43-4EAC-DEBA-D2AE-9563D0C932A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835598" y="3885704"/>
                  <a:ext cx="105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0A1DCFE-B90F-FB9D-717E-5A2F2A6730BE}"/>
                    </a:ext>
                  </a:extLst>
                </p14:cNvPr>
                <p14:cNvContentPartPr/>
                <p14:nvPr/>
              </p14:nvContentPartPr>
              <p14:xfrm>
                <a:off x="10881678" y="4129064"/>
                <a:ext cx="30960" cy="22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0A1DCFE-B90F-FB9D-717E-5A2F2A6730B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864038" y="4111064"/>
                  <a:ext cx="66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AE587DB-97E1-38D2-8BB5-A481978E453E}"/>
                    </a:ext>
                  </a:extLst>
                </p14:cNvPr>
                <p14:cNvContentPartPr/>
                <p14:nvPr/>
              </p14:nvContentPartPr>
              <p14:xfrm>
                <a:off x="11064198" y="4080464"/>
                <a:ext cx="14040" cy="99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AE587DB-97E1-38D2-8BB5-A481978E45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46558" y="4062824"/>
                  <a:ext cx="49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A138384-90FF-0FFC-0B1A-1C90A77ABA9E}"/>
                    </a:ext>
                  </a:extLst>
                </p14:cNvPr>
                <p14:cNvContentPartPr/>
                <p14:nvPr/>
              </p14:nvContentPartPr>
              <p14:xfrm>
                <a:off x="11072478" y="3945824"/>
                <a:ext cx="29880" cy="23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A138384-90FF-0FFC-0B1A-1C90A77ABA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054838" y="3927824"/>
                  <a:ext cx="65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12743D-3E34-3493-D175-3C03EE28E99E}"/>
                    </a:ext>
                  </a:extLst>
                </p14:cNvPr>
                <p14:cNvContentPartPr/>
                <p14:nvPr/>
              </p14:nvContentPartPr>
              <p14:xfrm>
                <a:off x="11163198" y="4042664"/>
                <a:ext cx="154440" cy="101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12743D-3E34-3493-D175-3C03EE28E99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145558" y="4024664"/>
                  <a:ext cx="190080" cy="13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642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41FD-691A-A308-C3B4-259E396F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voltage, current, resistance</a:t>
            </a:r>
          </a:p>
        </p:txBody>
      </p:sp>
      <p:pic>
        <p:nvPicPr>
          <p:cNvPr id="6" name="Content Placeholder 5" descr="A diagram of a voltage&#10;&#10;Description automatically generated">
            <a:extLst>
              <a:ext uri="{FF2B5EF4-FFF2-40B4-BE49-F238E27FC236}">
                <a16:creationId xmlns:a16="http://schemas.microsoft.com/office/drawing/2014/main" id="{6D605F31-3BE0-93CC-3B45-D1516DF10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66" y="1228715"/>
            <a:ext cx="8062659" cy="23852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1231-9E7D-91AA-BA3A-C222D8039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an ammeter&#10;&#10;Description automatically generated">
            <a:extLst>
              <a:ext uri="{FF2B5EF4-FFF2-40B4-BE49-F238E27FC236}">
                <a16:creationId xmlns:a16="http://schemas.microsoft.com/office/drawing/2014/main" id="{26880BB5-E997-47B3-EA6A-36AE3107B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7" y="3980939"/>
            <a:ext cx="7902625" cy="228619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EF8F1FC-F3B5-52FC-1BEE-2E585DCD8409}"/>
              </a:ext>
            </a:extLst>
          </p:cNvPr>
          <p:cNvGrpSpPr/>
          <p:nvPr/>
        </p:nvGrpSpPr>
        <p:grpSpPr>
          <a:xfrm>
            <a:off x="3248520" y="1096680"/>
            <a:ext cx="844920" cy="627840"/>
            <a:chOff x="3248520" y="1096680"/>
            <a:chExt cx="844920" cy="62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86CFB2-1A63-5688-A1F9-A450B1EA3D48}"/>
                    </a:ext>
                  </a:extLst>
                </p14:cNvPr>
                <p14:cNvContentPartPr/>
                <p14:nvPr/>
              </p14:nvContentPartPr>
              <p14:xfrm>
                <a:off x="3248520" y="1096680"/>
                <a:ext cx="844920" cy="613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86CFB2-1A63-5688-A1F9-A450B1EA3D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0520" y="1079040"/>
                  <a:ext cx="88056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A5E658-0991-F153-4A7D-9299F60148F6}"/>
                    </a:ext>
                  </a:extLst>
                </p14:cNvPr>
                <p14:cNvContentPartPr/>
                <p14:nvPr/>
              </p14:nvContentPartPr>
              <p14:xfrm>
                <a:off x="3266160" y="1497360"/>
                <a:ext cx="201240" cy="227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A5E658-0991-F153-4A7D-9299F60148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48160" y="1479720"/>
                  <a:ext cx="23688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4787A6-B3FA-99BB-E5AA-F1092F479248}"/>
              </a:ext>
            </a:extLst>
          </p:cNvPr>
          <p:cNvGrpSpPr/>
          <p:nvPr/>
        </p:nvGrpSpPr>
        <p:grpSpPr>
          <a:xfrm>
            <a:off x="3254640" y="2399520"/>
            <a:ext cx="698760" cy="735480"/>
            <a:chOff x="3254640" y="2399520"/>
            <a:chExt cx="698760" cy="7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CD65BC-A1E2-26C5-0A73-935ECF208135}"/>
                    </a:ext>
                  </a:extLst>
                </p14:cNvPr>
                <p14:cNvContentPartPr/>
                <p14:nvPr/>
              </p14:nvContentPartPr>
              <p14:xfrm>
                <a:off x="3254640" y="2457480"/>
                <a:ext cx="698760" cy="67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CD65BC-A1E2-26C5-0A73-935ECF2081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6640" y="2439840"/>
                  <a:ext cx="73440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B11D72-1089-92B2-7551-6C923F05F242}"/>
                    </a:ext>
                  </a:extLst>
                </p14:cNvPr>
                <p14:cNvContentPartPr/>
                <p14:nvPr/>
              </p14:nvContentPartPr>
              <p14:xfrm>
                <a:off x="3277320" y="2399520"/>
                <a:ext cx="162720" cy="216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B11D72-1089-92B2-7551-6C923F05F2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9320" y="2381880"/>
                  <a:ext cx="19836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4DD15A-862A-6FD0-5F73-97E7BAD7B9E4}"/>
              </a:ext>
            </a:extLst>
          </p:cNvPr>
          <p:cNvGrpSpPr/>
          <p:nvPr/>
        </p:nvGrpSpPr>
        <p:grpSpPr>
          <a:xfrm>
            <a:off x="523680" y="1470720"/>
            <a:ext cx="1071720" cy="1328040"/>
            <a:chOff x="523680" y="1470720"/>
            <a:chExt cx="1071720" cy="13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7370D4-4F05-102F-61EB-0D0CA7496395}"/>
                    </a:ext>
                  </a:extLst>
                </p14:cNvPr>
                <p14:cNvContentPartPr/>
                <p14:nvPr/>
              </p14:nvContentPartPr>
              <p14:xfrm>
                <a:off x="603600" y="1587000"/>
                <a:ext cx="139680" cy="537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7370D4-4F05-102F-61EB-0D0CA74963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5600" y="1569000"/>
                  <a:ext cx="17532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045FDF2-B65A-107C-A917-9C2ACBE05A4B}"/>
                    </a:ext>
                  </a:extLst>
                </p14:cNvPr>
                <p14:cNvContentPartPr/>
                <p14:nvPr/>
              </p14:nvContentPartPr>
              <p14:xfrm>
                <a:off x="523680" y="2052840"/>
                <a:ext cx="448920" cy="196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045FDF2-B65A-107C-A917-9C2ACBE05A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5680" y="2034840"/>
                  <a:ext cx="484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5AFAFC-5978-FA64-A374-214BD0C53DAA}"/>
                    </a:ext>
                  </a:extLst>
                </p14:cNvPr>
                <p14:cNvContentPartPr/>
                <p14:nvPr/>
              </p14:nvContentPartPr>
              <p14:xfrm>
                <a:off x="757680" y="2219160"/>
                <a:ext cx="117360" cy="20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5AFAFC-5978-FA64-A374-214BD0C53D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9680" y="2201520"/>
                  <a:ext cx="153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2C9952C-F24E-F2DB-F8EA-83F2D943F3E0}"/>
                    </a:ext>
                  </a:extLst>
                </p14:cNvPr>
                <p14:cNvContentPartPr/>
                <p14:nvPr/>
              </p14:nvContentPartPr>
              <p14:xfrm>
                <a:off x="818880" y="2250120"/>
                <a:ext cx="168840" cy="548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2C9952C-F24E-F2DB-F8EA-83F2D943F3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0880" y="2232120"/>
                  <a:ext cx="2044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550D67-28C5-9A16-B940-C03037CC9F5E}"/>
                    </a:ext>
                  </a:extLst>
                </p14:cNvPr>
                <p14:cNvContentPartPr/>
                <p14:nvPr/>
              </p14:nvContentPartPr>
              <p14:xfrm>
                <a:off x="637800" y="1490520"/>
                <a:ext cx="517320" cy="11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550D67-28C5-9A16-B940-C03037CC9F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0160" y="1472880"/>
                  <a:ext cx="552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D9B59A-9BF1-08D8-8749-CB3627A6D95D}"/>
                    </a:ext>
                  </a:extLst>
                </p14:cNvPr>
                <p14:cNvContentPartPr/>
                <p14:nvPr/>
              </p14:nvContentPartPr>
              <p14:xfrm>
                <a:off x="1149360" y="1470720"/>
                <a:ext cx="93240" cy="307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D9B59A-9BF1-08D8-8749-CB3627A6D9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1720" y="1453080"/>
                  <a:ext cx="1288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90A02E3-264E-A3C9-32F2-4E82699A9D3C}"/>
                    </a:ext>
                  </a:extLst>
                </p14:cNvPr>
                <p14:cNvContentPartPr/>
                <p14:nvPr/>
              </p14:nvContentPartPr>
              <p14:xfrm>
                <a:off x="1232520" y="1764480"/>
                <a:ext cx="177840" cy="258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90A02E3-264E-A3C9-32F2-4E82699A9D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14880" y="1746480"/>
                  <a:ext cx="213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AC1B19-A407-4D4E-31FA-797BB9726B14}"/>
                    </a:ext>
                  </a:extLst>
                </p14:cNvPr>
                <p14:cNvContentPartPr/>
                <p14:nvPr/>
              </p14:nvContentPartPr>
              <p14:xfrm>
                <a:off x="1081680" y="2054280"/>
                <a:ext cx="513720" cy="705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AC1B19-A407-4D4E-31FA-797BB9726B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4040" y="2036640"/>
                  <a:ext cx="549360" cy="74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48B3F6A-BD1F-BFF0-A963-CA25A2B6E914}"/>
              </a:ext>
            </a:extLst>
          </p:cNvPr>
          <p:cNvGrpSpPr/>
          <p:nvPr/>
        </p:nvGrpSpPr>
        <p:grpSpPr>
          <a:xfrm>
            <a:off x="1256640" y="975720"/>
            <a:ext cx="397800" cy="496440"/>
            <a:chOff x="1256640" y="975720"/>
            <a:chExt cx="397800" cy="4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8C5062B-4758-0C7F-F679-F55C932E7F4A}"/>
                    </a:ext>
                  </a:extLst>
                </p14:cNvPr>
                <p14:cNvContentPartPr/>
                <p14:nvPr/>
              </p14:nvContentPartPr>
              <p14:xfrm>
                <a:off x="1264560" y="975720"/>
                <a:ext cx="389880" cy="45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8C5062B-4758-0C7F-F679-F55C932E7F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46560" y="958080"/>
                  <a:ext cx="4255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560837-4161-6F7F-39DB-886C4915F67F}"/>
                    </a:ext>
                  </a:extLst>
                </p14:cNvPr>
                <p14:cNvContentPartPr/>
                <p14:nvPr/>
              </p14:nvContentPartPr>
              <p14:xfrm>
                <a:off x="1256640" y="1269840"/>
                <a:ext cx="218520" cy="20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560837-4161-6F7F-39DB-886C4915F6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39000" y="1251840"/>
                  <a:ext cx="25416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334F6E-F74F-1E5B-FBF7-113F4ACD746D}"/>
              </a:ext>
            </a:extLst>
          </p:cNvPr>
          <p:cNvGrpSpPr/>
          <p:nvPr/>
        </p:nvGrpSpPr>
        <p:grpSpPr>
          <a:xfrm>
            <a:off x="1684320" y="2714520"/>
            <a:ext cx="392040" cy="193680"/>
            <a:chOff x="1684320" y="2714520"/>
            <a:chExt cx="39204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1671C0-B5BB-F8E7-4D99-50AD95096AE1}"/>
                    </a:ext>
                  </a:extLst>
                </p14:cNvPr>
                <p14:cNvContentPartPr/>
                <p14:nvPr/>
              </p14:nvContentPartPr>
              <p14:xfrm>
                <a:off x="1685040" y="2748000"/>
                <a:ext cx="391320" cy="160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1671C0-B5BB-F8E7-4D99-50AD95096A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67040" y="2730000"/>
                  <a:ext cx="426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78DB4F-AD49-8107-1A04-33F9D2053CE9}"/>
                    </a:ext>
                  </a:extLst>
                </p14:cNvPr>
                <p14:cNvContentPartPr/>
                <p14:nvPr/>
              </p14:nvContentPartPr>
              <p14:xfrm>
                <a:off x="1684320" y="2714520"/>
                <a:ext cx="143640" cy="18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78DB4F-AD49-8107-1A04-33F9D2053C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66680" y="2696880"/>
                  <a:ext cx="1792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3BFFE1-F1E3-1FC4-0746-9AFA92F30878}"/>
              </a:ext>
            </a:extLst>
          </p:cNvPr>
          <p:cNvGrpSpPr/>
          <p:nvPr/>
        </p:nvGrpSpPr>
        <p:grpSpPr>
          <a:xfrm>
            <a:off x="1556880" y="983640"/>
            <a:ext cx="682920" cy="1945080"/>
            <a:chOff x="1556880" y="983640"/>
            <a:chExt cx="682920" cy="19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01455B-2C3E-1C2B-26DC-FCB1A36C1F0F}"/>
                    </a:ext>
                  </a:extLst>
                </p14:cNvPr>
                <p14:cNvContentPartPr/>
                <p14:nvPr/>
              </p14:nvContentPartPr>
              <p14:xfrm>
                <a:off x="1658760" y="1575120"/>
                <a:ext cx="188640" cy="25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01455B-2C3E-1C2B-26DC-FCB1A36C1F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41120" y="1557480"/>
                  <a:ext cx="2242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60A4FC-3720-219E-5626-AA28F804A327}"/>
                    </a:ext>
                  </a:extLst>
                </p14:cNvPr>
                <p14:cNvContentPartPr/>
                <p14:nvPr/>
              </p14:nvContentPartPr>
              <p14:xfrm>
                <a:off x="1556880" y="1365240"/>
                <a:ext cx="532440" cy="60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60A4FC-3720-219E-5626-AA28F804A3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9240" y="1347240"/>
                  <a:ext cx="56808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07E0CE-90D8-72CE-12A4-23DED89FC09E}"/>
                    </a:ext>
                  </a:extLst>
                </p14:cNvPr>
                <p14:cNvContentPartPr/>
                <p14:nvPr/>
              </p14:nvContentPartPr>
              <p14:xfrm>
                <a:off x="1656600" y="983640"/>
                <a:ext cx="168120" cy="347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07E0CE-90D8-72CE-12A4-23DED89FC0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38600" y="966000"/>
                  <a:ext cx="2037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83D116A-7BA5-8DE9-8D47-6D859D520B6C}"/>
                    </a:ext>
                  </a:extLst>
                </p14:cNvPr>
                <p14:cNvContentPartPr/>
                <p14:nvPr/>
              </p14:nvContentPartPr>
              <p14:xfrm>
                <a:off x="1963680" y="1980120"/>
                <a:ext cx="276120" cy="948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83D116A-7BA5-8DE9-8D47-6D859D520B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46040" y="1962120"/>
                  <a:ext cx="311760" cy="9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876376-10F3-2829-2CF2-8C773300F5A7}"/>
              </a:ext>
            </a:extLst>
          </p:cNvPr>
          <p:cNvGrpSpPr/>
          <p:nvPr/>
        </p:nvGrpSpPr>
        <p:grpSpPr>
          <a:xfrm>
            <a:off x="8163600" y="216120"/>
            <a:ext cx="645480" cy="405360"/>
            <a:chOff x="8163600" y="216120"/>
            <a:chExt cx="64548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CB0B13-E946-74E3-9F20-4723CAE84DB7}"/>
                    </a:ext>
                  </a:extLst>
                </p14:cNvPr>
                <p14:cNvContentPartPr/>
                <p14:nvPr/>
              </p14:nvContentPartPr>
              <p14:xfrm>
                <a:off x="8163600" y="253200"/>
                <a:ext cx="434520" cy="363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CB0B13-E946-74E3-9F20-4723CAE84D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45960" y="235560"/>
                  <a:ext cx="4701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30D4B91-FFCB-3CA7-04D2-D342F56ED1AE}"/>
                    </a:ext>
                  </a:extLst>
                </p14:cNvPr>
                <p14:cNvContentPartPr/>
                <p14:nvPr/>
              </p14:nvContentPartPr>
              <p14:xfrm>
                <a:off x="8536560" y="216120"/>
                <a:ext cx="272520" cy="349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30D4B91-FFCB-3CA7-04D2-D342F56ED1A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18920" y="198480"/>
                  <a:ext cx="3081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F5DE71-A5E2-F725-24F8-C0E7D7492562}"/>
                    </a:ext>
                  </a:extLst>
                </p14:cNvPr>
                <p14:cNvContentPartPr/>
                <p14:nvPr/>
              </p14:nvContentPartPr>
              <p14:xfrm>
                <a:off x="8720880" y="621120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F5DE71-A5E2-F725-24F8-C0E7D74925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03240" y="603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2931991-64F4-73CA-E07F-947ADC3EF836}"/>
              </a:ext>
            </a:extLst>
          </p:cNvPr>
          <p:cNvGrpSpPr/>
          <p:nvPr/>
        </p:nvGrpSpPr>
        <p:grpSpPr>
          <a:xfrm>
            <a:off x="7180800" y="143760"/>
            <a:ext cx="1521720" cy="1133280"/>
            <a:chOff x="7180800" y="143760"/>
            <a:chExt cx="1521720" cy="11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89F5C88-90E3-A3F4-3C12-BCD303FE3EF4}"/>
                    </a:ext>
                  </a:extLst>
                </p14:cNvPr>
                <p14:cNvContentPartPr/>
                <p14:nvPr/>
              </p14:nvContentPartPr>
              <p14:xfrm>
                <a:off x="7309680" y="216840"/>
                <a:ext cx="54000" cy="427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89F5C88-90E3-A3F4-3C12-BCD303FE3EF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91680" y="198840"/>
                  <a:ext cx="896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BB8CC1-79FB-A8CD-B3D6-BEC00214B2C0}"/>
                    </a:ext>
                  </a:extLst>
                </p14:cNvPr>
                <p14:cNvContentPartPr/>
                <p14:nvPr/>
              </p14:nvContentPartPr>
              <p14:xfrm>
                <a:off x="7180800" y="611040"/>
                <a:ext cx="415080" cy="43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BB8CC1-79FB-A8CD-B3D6-BEC00214B2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63160" y="593400"/>
                  <a:ext cx="450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6CB56B-348E-331A-1336-4C7B84E2657C}"/>
                    </a:ext>
                  </a:extLst>
                </p14:cNvPr>
                <p14:cNvContentPartPr/>
                <p14:nvPr/>
              </p14:nvContentPartPr>
              <p14:xfrm>
                <a:off x="7326240" y="792840"/>
                <a:ext cx="5760" cy="6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6CB56B-348E-331A-1336-4C7B84E265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08600" y="774840"/>
                  <a:ext cx="41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5AC9F0-3DD6-41F0-52ED-F4C3EFABB35A}"/>
                    </a:ext>
                  </a:extLst>
                </p14:cNvPr>
                <p14:cNvContentPartPr/>
                <p14:nvPr/>
              </p14:nvContentPartPr>
              <p14:xfrm>
                <a:off x="7364040" y="761520"/>
                <a:ext cx="141120" cy="24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5AC9F0-3DD6-41F0-52ED-F4C3EFABB3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46040" y="743520"/>
                  <a:ext cx="176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EFF6540-B749-3422-BBEB-07FA8EEEDAD8}"/>
                    </a:ext>
                  </a:extLst>
                </p14:cNvPr>
                <p14:cNvContentPartPr/>
                <p14:nvPr/>
              </p14:nvContentPartPr>
              <p14:xfrm>
                <a:off x="7471320" y="760080"/>
                <a:ext cx="54360" cy="358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EFF6540-B749-3422-BBEB-07FA8EEEDA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53320" y="742080"/>
                  <a:ext cx="900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CEC957-5C50-622C-1CDC-9F5559681363}"/>
                    </a:ext>
                  </a:extLst>
                </p14:cNvPr>
                <p14:cNvContentPartPr/>
                <p14:nvPr/>
              </p14:nvContentPartPr>
              <p14:xfrm>
                <a:off x="7317960" y="143760"/>
                <a:ext cx="673920" cy="6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CEC957-5C50-622C-1CDC-9F555968136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99960" y="126120"/>
                  <a:ext cx="709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361DB7-00F1-F624-854C-A0A4C52FC707}"/>
                    </a:ext>
                  </a:extLst>
                </p14:cNvPr>
                <p14:cNvContentPartPr/>
                <p14:nvPr/>
              </p14:nvContentPartPr>
              <p14:xfrm>
                <a:off x="7974240" y="145200"/>
                <a:ext cx="27360" cy="209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361DB7-00F1-F624-854C-A0A4C52FC70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56240" y="127200"/>
                  <a:ext cx="63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F7A44A-4818-648A-04A7-83A2E98A598E}"/>
                    </a:ext>
                  </a:extLst>
                </p14:cNvPr>
                <p14:cNvContentPartPr/>
                <p14:nvPr/>
              </p14:nvContentPartPr>
              <p14:xfrm>
                <a:off x="7994040" y="355080"/>
                <a:ext cx="122400" cy="147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F7A44A-4818-648A-04A7-83A2E98A59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76400" y="337080"/>
                  <a:ext cx="158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5EBE63-3762-2E4B-671B-9FD9D575787D}"/>
                    </a:ext>
                  </a:extLst>
                </p14:cNvPr>
                <p14:cNvContentPartPr/>
                <p14:nvPr/>
              </p14:nvContentPartPr>
              <p14:xfrm>
                <a:off x="8126880" y="504120"/>
                <a:ext cx="42480" cy="13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5EBE63-3762-2E4B-671B-9FD9D57578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08880" y="486120"/>
                  <a:ext cx="781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D0837F5-1950-A1EE-A26A-53A5F926E036}"/>
                    </a:ext>
                  </a:extLst>
                </p14:cNvPr>
                <p14:cNvContentPartPr/>
                <p14:nvPr/>
              </p14:nvContentPartPr>
              <p14:xfrm>
                <a:off x="7549080" y="1108200"/>
                <a:ext cx="1584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D0837F5-1950-A1EE-A26A-53A5F926E03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31080" y="1090200"/>
                  <a:ext cx="51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379AD4-70BF-2809-E818-CF167B5D5EF8}"/>
                    </a:ext>
                  </a:extLst>
                </p14:cNvPr>
                <p14:cNvContentPartPr/>
                <p14:nvPr/>
              </p14:nvContentPartPr>
              <p14:xfrm>
                <a:off x="7551960" y="1152120"/>
                <a:ext cx="873720" cy="12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379AD4-70BF-2809-E818-CF167B5D5EF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33960" y="1134120"/>
                  <a:ext cx="909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49BFC8-6C8A-4113-1B44-74AEF256B30A}"/>
                    </a:ext>
                  </a:extLst>
                </p14:cNvPr>
                <p14:cNvContentPartPr/>
                <p14:nvPr/>
              </p14:nvContentPartPr>
              <p14:xfrm>
                <a:off x="8271240" y="953040"/>
                <a:ext cx="54720" cy="182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49BFC8-6C8A-4113-1B44-74AEF256B3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53240" y="935040"/>
                  <a:ext cx="90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2075727-9F45-190A-59BD-D2A1BE4D613C}"/>
                    </a:ext>
                  </a:extLst>
                </p14:cNvPr>
                <p14:cNvContentPartPr/>
                <p14:nvPr/>
              </p14:nvContentPartPr>
              <p14:xfrm>
                <a:off x="8251800" y="852960"/>
                <a:ext cx="77040" cy="147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2075727-9F45-190A-59BD-D2A1BE4D61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34160" y="835320"/>
                  <a:ext cx="112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6E4E03-BE74-0854-A552-0FBA0423D244}"/>
                    </a:ext>
                  </a:extLst>
                </p14:cNvPr>
                <p14:cNvContentPartPr/>
                <p14:nvPr/>
              </p14:nvContentPartPr>
              <p14:xfrm>
                <a:off x="8262240" y="821640"/>
                <a:ext cx="81000" cy="118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6E4E03-BE74-0854-A552-0FBA0423D24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44240" y="804000"/>
                  <a:ext cx="116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986A786-D18C-C265-76BD-F37B1C9E18C8}"/>
                    </a:ext>
                  </a:extLst>
                </p14:cNvPr>
                <p14:cNvContentPartPr/>
                <p14:nvPr/>
              </p14:nvContentPartPr>
              <p14:xfrm>
                <a:off x="8328840" y="595560"/>
                <a:ext cx="369000" cy="278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986A786-D18C-C265-76BD-F37B1C9E18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10840" y="577920"/>
                  <a:ext cx="404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B1BB40-3C70-1165-AC1D-958B73E26095}"/>
                    </a:ext>
                  </a:extLst>
                </p14:cNvPr>
                <p14:cNvContentPartPr/>
                <p14:nvPr/>
              </p14:nvContentPartPr>
              <p14:xfrm>
                <a:off x="8338920" y="796440"/>
                <a:ext cx="87840" cy="84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B1BB40-3C70-1165-AC1D-958B73E2609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21280" y="778440"/>
                  <a:ext cx="123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82B6D7D-5DC6-1E74-1E87-4EC20F5086F1}"/>
                    </a:ext>
                  </a:extLst>
                </p14:cNvPr>
                <p14:cNvContentPartPr/>
                <p14:nvPr/>
              </p14:nvContentPartPr>
              <p14:xfrm>
                <a:off x="8323440" y="809400"/>
                <a:ext cx="151560" cy="10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82B6D7D-5DC6-1E74-1E87-4EC20F5086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05440" y="791400"/>
                  <a:ext cx="187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2C55F7-6811-8485-4A37-229BB18380AE}"/>
                    </a:ext>
                  </a:extLst>
                </p14:cNvPr>
                <p14:cNvContentPartPr/>
                <p14:nvPr/>
              </p14:nvContentPartPr>
              <p14:xfrm>
                <a:off x="8666520" y="333480"/>
                <a:ext cx="22320" cy="175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2C55F7-6811-8485-4A37-229BB18380A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48880" y="315480"/>
                  <a:ext cx="57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3B7F83-6399-AEA0-330F-C0766FD718B5}"/>
                    </a:ext>
                  </a:extLst>
                </p14:cNvPr>
                <p14:cNvContentPartPr/>
                <p14:nvPr/>
              </p14:nvContentPartPr>
              <p14:xfrm>
                <a:off x="8637000" y="334920"/>
                <a:ext cx="62640" cy="30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3B7F83-6399-AEA0-330F-C0766FD718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19360" y="316920"/>
                  <a:ext cx="98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4041E59-9308-EE49-39C4-395CF3C9D66F}"/>
                    </a:ext>
                  </a:extLst>
                </p14:cNvPr>
                <p14:cNvContentPartPr/>
                <p14:nvPr/>
              </p14:nvContentPartPr>
              <p14:xfrm>
                <a:off x="8647800" y="479640"/>
                <a:ext cx="54720" cy="1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4041E59-9308-EE49-39C4-395CF3C9D66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29800" y="461640"/>
                  <a:ext cx="903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22681E-833A-EFB7-831B-4C055773C25B}"/>
              </a:ext>
            </a:extLst>
          </p:cNvPr>
          <p:cNvGrpSpPr/>
          <p:nvPr/>
        </p:nvGrpSpPr>
        <p:grpSpPr>
          <a:xfrm>
            <a:off x="8077920" y="1344360"/>
            <a:ext cx="1538640" cy="557640"/>
            <a:chOff x="8077920" y="1344360"/>
            <a:chExt cx="1538640" cy="55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3B9DEF6-5D97-F502-794B-66EE1A01F18B}"/>
                    </a:ext>
                  </a:extLst>
                </p14:cNvPr>
                <p14:cNvContentPartPr/>
                <p14:nvPr/>
              </p14:nvContentPartPr>
              <p14:xfrm>
                <a:off x="8077920" y="1344360"/>
                <a:ext cx="1538640" cy="537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3B9DEF6-5D97-F502-794B-66EE1A01F18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59920" y="1326360"/>
                  <a:ext cx="15742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39CC5B-25B2-AEE3-FE10-DCF7B8B0A547}"/>
                    </a:ext>
                  </a:extLst>
                </p14:cNvPr>
                <p14:cNvContentPartPr/>
                <p14:nvPr/>
              </p14:nvContentPartPr>
              <p14:xfrm>
                <a:off x="8111760" y="1647480"/>
                <a:ext cx="263520" cy="254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39CC5B-25B2-AEE3-FE10-DCF7B8B0A5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93760" y="1629840"/>
                  <a:ext cx="29916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9D41E40-9D4E-A15D-F4C0-C46016CB6860}"/>
              </a:ext>
            </a:extLst>
          </p:cNvPr>
          <p:cNvGrpSpPr/>
          <p:nvPr/>
        </p:nvGrpSpPr>
        <p:grpSpPr>
          <a:xfrm>
            <a:off x="8079720" y="2797680"/>
            <a:ext cx="1522800" cy="496080"/>
            <a:chOff x="8079720" y="2797680"/>
            <a:chExt cx="1522800" cy="4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DB61ECF-F8A9-4CFD-CB72-6E4DB2FA43C8}"/>
                    </a:ext>
                  </a:extLst>
                </p14:cNvPr>
                <p14:cNvContentPartPr/>
                <p14:nvPr/>
              </p14:nvContentPartPr>
              <p14:xfrm>
                <a:off x="8137320" y="2819280"/>
                <a:ext cx="1465200" cy="474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DB61ECF-F8A9-4CFD-CB72-6E4DB2FA43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19680" y="2801640"/>
                  <a:ext cx="150084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27D351B-91D8-96C5-7306-E19DE21EFAC1}"/>
                    </a:ext>
                  </a:extLst>
                </p14:cNvPr>
                <p14:cNvContentPartPr/>
                <p14:nvPr/>
              </p14:nvContentPartPr>
              <p14:xfrm>
                <a:off x="8079720" y="2797680"/>
                <a:ext cx="317160" cy="199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27D351B-91D8-96C5-7306-E19DE21EFA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61720" y="2780040"/>
                  <a:ext cx="352800" cy="23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676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1756-92D3-3890-01DC-27906AE1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nodes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BF3A4557-383A-8DED-D073-ECCB77805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16" y="1534401"/>
            <a:ext cx="5791702" cy="31397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01E55-6199-7247-2F79-340F6C8A1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6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node connected to the source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74790A2-15E9-395E-E358-46FEA6CEC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62" y="1447937"/>
            <a:ext cx="6135137" cy="37201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24B622-B313-DE38-1626-171BD86230B1}"/>
              </a:ext>
            </a:extLst>
          </p:cNvPr>
          <p:cNvGrpSpPr/>
          <p:nvPr/>
        </p:nvGrpSpPr>
        <p:grpSpPr>
          <a:xfrm>
            <a:off x="7526040" y="804360"/>
            <a:ext cx="447120" cy="384480"/>
            <a:chOff x="7526040" y="804360"/>
            <a:chExt cx="44712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3357B3B-CE0C-54A9-00E3-81AAAA86681D}"/>
                    </a:ext>
                  </a:extLst>
                </p14:cNvPr>
                <p14:cNvContentPartPr/>
                <p14:nvPr/>
              </p14:nvContentPartPr>
              <p14:xfrm>
                <a:off x="7526040" y="804360"/>
                <a:ext cx="191520" cy="343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3357B3B-CE0C-54A9-00E3-81AAAA86681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08400" y="786720"/>
                  <a:ext cx="227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2AEB01-D12C-62E8-7E6E-E6E7166C8109}"/>
                    </a:ext>
                  </a:extLst>
                </p14:cNvPr>
                <p14:cNvContentPartPr/>
                <p14:nvPr/>
              </p14:nvContentPartPr>
              <p14:xfrm>
                <a:off x="7719000" y="841800"/>
                <a:ext cx="113400" cy="245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02AEB01-D12C-62E8-7E6E-E6E7166C81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01360" y="823800"/>
                  <a:ext cx="1490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6E8943-511E-737D-EED7-855E4878C73D}"/>
                    </a:ext>
                  </a:extLst>
                </p14:cNvPr>
                <p14:cNvContentPartPr/>
                <p14:nvPr/>
              </p14:nvContentPartPr>
              <p14:xfrm>
                <a:off x="7963800" y="1049160"/>
                <a:ext cx="9360" cy="139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6E8943-511E-737D-EED7-855E4878C7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46160" y="1031160"/>
                  <a:ext cx="450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43BA94-3BFF-58C0-0146-2C95BFE1A72C}"/>
              </a:ext>
            </a:extLst>
          </p:cNvPr>
          <p:cNvGrpSpPr/>
          <p:nvPr/>
        </p:nvGrpSpPr>
        <p:grpSpPr>
          <a:xfrm>
            <a:off x="8418840" y="801120"/>
            <a:ext cx="251640" cy="261360"/>
            <a:chOff x="8418840" y="801120"/>
            <a:chExt cx="25164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845F31-1B16-11E3-2416-12B5E89F9BA6}"/>
                    </a:ext>
                  </a:extLst>
                </p14:cNvPr>
                <p14:cNvContentPartPr/>
                <p14:nvPr/>
              </p14:nvContentPartPr>
              <p14:xfrm>
                <a:off x="8425320" y="919920"/>
                <a:ext cx="15840" cy="142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845F31-1B16-11E3-2416-12B5E89F9B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07680" y="902280"/>
                  <a:ext cx="5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9CEB09-90FA-7FED-C1E1-2769BCEA7DBE}"/>
                    </a:ext>
                  </a:extLst>
                </p14:cNvPr>
                <p14:cNvContentPartPr/>
                <p14:nvPr/>
              </p14:nvContentPartPr>
              <p14:xfrm>
                <a:off x="8418840" y="801120"/>
                <a:ext cx="7560" cy="49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9CEB09-90FA-7FED-C1E1-2769BCEA7D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00840" y="783120"/>
                  <a:ext cx="43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8D5E9C-1FE5-CDC2-645B-B82EA5AB14AA}"/>
                    </a:ext>
                  </a:extLst>
                </p14:cNvPr>
                <p14:cNvContentPartPr/>
                <p14:nvPr/>
              </p14:nvContentPartPr>
              <p14:xfrm>
                <a:off x="8582280" y="909480"/>
                <a:ext cx="88200" cy="144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8D5E9C-1FE5-CDC2-645B-B82EA5AB14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64640" y="891480"/>
                  <a:ext cx="1238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9062A0-351B-73B9-AF9D-5CF9F6FA5F6F}"/>
              </a:ext>
            </a:extLst>
          </p:cNvPr>
          <p:cNvGrpSpPr/>
          <p:nvPr/>
        </p:nvGrpSpPr>
        <p:grpSpPr>
          <a:xfrm>
            <a:off x="8946960" y="865920"/>
            <a:ext cx="1489320" cy="208800"/>
            <a:chOff x="8946960" y="865920"/>
            <a:chExt cx="148932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D207B7-84EB-AEA3-9554-2EA7F9E08285}"/>
                    </a:ext>
                  </a:extLst>
                </p14:cNvPr>
                <p14:cNvContentPartPr/>
                <p14:nvPr/>
              </p14:nvContentPartPr>
              <p14:xfrm>
                <a:off x="8946960" y="945480"/>
                <a:ext cx="75960" cy="123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D207B7-84EB-AEA3-9554-2EA7F9E082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28960" y="927840"/>
                  <a:ext cx="111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04CC7B-32E6-5912-B585-80E83C0C7E8C}"/>
                    </a:ext>
                  </a:extLst>
                </p14:cNvPr>
                <p14:cNvContentPartPr/>
                <p14:nvPr/>
              </p14:nvContentPartPr>
              <p14:xfrm>
                <a:off x="9160080" y="965280"/>
                <a:ext cx="96120" cy="9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04CC7B-32E6-5912-B585-80E83C0C7E8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42440" y="947640"/>
                  <a:ext cx="13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BCAF8D-3369-40A4-5772-5F6C57E77D41}"/>
                    </a:ext>
                  </a:extLst>
                </p14:cNvPr>
                <p14:cNvContentPartPr/>
                <p14:nvPr/>
              </p14:nvContentPartPr>
              <p14:xfrm>
                <a:off x="9326400" y="956640"/>
                <a:ext cx="140760" cy="9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BCAF8D-3369-40A4-5772-5F6C57E77D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08760" y="939000"/>
                  <a:ext cx="176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6C4C4F-8530-D891-4374-77562D5BB225}"/>
                    </a:ext>
                  </a:extLst>
                </p14:cNvPr>
                <p14:cNvContentPartPr/>
                <p14:nvPr/>
              </p14:nvContentPartPr>
              <p14:xfrm>
                <a:off x="9528360" y="955920"/>
                <a:ext cx="170640" cy="9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6C4C4F-8530-D891-4374-77562D5BB2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10720" y="937920"/>
                  <a:ext cx="206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9DDF98-804C-6C05-EDEF-2033B6DAB9B7}"/>
                    </a:ext>
                  </a:extLst>
                </p14:cNvPr>
                <p14:cNvContentPartPr/>
                <p14:nvPr/>
              </p14:nvContentPartPr>
              <p14:xfrm>
                <a:off x="9816360" y="944040"/>
                <a:ext cx="62640" cy="106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9DDF98-804C-6C05-EDEF-2033B6DAB9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98360" y="926400"/>
                  <a:ext cx="98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54B102-B211-F5BB-34AF-FE61185FB6E0}"/>
                    </a:ext>
                  </a:extLst>
                </p14:cNvPr>
                <p14:cNvContentPartPr/>
                <p14:nvPr/>
              </p14:nvContentPartPr>
              <p14:xfrm>
                <a:off x="10006440" y="957720"/>
                <a:ext cx="97920" cy="117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54B102-B211-F5BB-34AF-FE61185FB6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88440" y="940080"/>
                  <a:ext cx="133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0ED9BD-9431-5F83-239E-1383A9FB37CB}"/>
                    </a:ext>
                  </a:extLst>
                </p14:cNvPr>
                <p14:cNvContentPartPr/>
                <p14:nvPr/>
              </p14:nvContentPartPr>
              <p14:xfrm>
                <a:off x="10149000" y="865920"/>
                <a:ext cx="83880" cy="169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0ED9BD-9431-5F83-239E-1383A9FB37C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31000" y="847920"/>
                  <a:ext cx="119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E208D5-A50A-E517-57DC-A228B30CCBBD}"/>
                    </a:ext>
                  </a:extLst>
                </p14:cNvPr>
                <p14:cNvContentPartPr/>
                <p14:nvPr/>
              </p14:nvContentPartPr>
              <p14:xfrm>
                <a:off x="10177440" y="958080"/>
                <a:ext cx="73800" cy="26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E208D5-A50A-E517-57DC-A228B30CCB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59440" y="940440"/>
                  <a:ext cx="109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E621DC-B52F-81B8-1801-23A879DB3FD6}"/>
                    </a:ext>
                  </a:extLst>
                </p14:cNvPr>
                <p14:cNvContentPartPr/>
                <p14:nvPr/>
              </p14:nvContentPartPr>
              <p14:xfrm>
                <a:off x="10325400" y="949800"/>
                <a:ext cx="110880" cy="92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E621DC-B52F-81B8-1801-23A879DB3F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07400" y="931800"/>
                  <a:ext cx="1465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65E304E-C24D-22C6-500C-C45D96EBF8C4}"/>
              </a:ext>
            </a:extLst>
          </p:cNvPr>
          <p:cNvGrpSpPr/>
          <p:nvPr/>
        </p:nvGrpSpPr>
        <p:grpSpPr>
          <a:xfrm>
            <a:off x="10593240" y="802920"/>
            <a:ext cx="98280" cy="237960"/>
            <a:chOff x="10593240" y="802920"/>
            <a:chExt cx="9828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E59FC4F-920D-68A9-0CE7-B003FD7F9442}"/>
                    </a:ext>
                  </a:extLst>
                </p14:cNvPr>
                <p14:cNvContentPartPr/>
                <p14:nvPr/>
              </p14:nvContentPartPr>
              <p14:xfrm>
                <a:off x="10593240" y="947640"/>
                <a:ext cx="40320" cy="93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E59FC4F-920D-68A9-0CE7-B003FD7F94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75600" y="929640"/>
                  <a:ext cx="7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86EDE5-B086-3C31-3911-2486266E4087}"/>
                    </a:ext>
                  </a:extLst>
                </p14:cNvPr>
                <p14:cNvContentPartPr/>
                <p14:nvPr/>
              </p14:nvContentPartPr>
              <p14:xfrm>
                <a:off x="10634280" y="802920"/>
                <a:ext cx="57240" cy="230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86EDE5-B086-3C31-3911-2486266E408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16640" y="784920"/>
                  <a:ext cx="9288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77DB9F-38CF-B4EC-FAFC-512E5F390AB0}"/>
              </a:ext>
            </a:extLst>
          </p:cNvPr>
          <p:cNvGrpSpPr/>
          <p:nvPr/>
        </p:nvGrpSpPr>
        <p:grpSpPr>
          <a:xfrm>
            <a:off x="8575080" y="1336800"/>
            <a:ext cx="294120" cy="207360"/>
            <a:chOff x="8575080" y="1336800"/>
            <a:chExt cx="29412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DE6C10-BD74-132D-43C3-F64C7534205E}"/>
                    </a:ext>
                  </a:extLst>
                </p14:cNvPr>
                <p14:cNvContentPartPr/>
                <p14:nvPr/>
              </p14:nvContentPartPr>
              <p14:xfrm>
                <a:off x="8635560" y="1336800"/>
                <a:ext cx="11520" cy="178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DE6C10-BD74-132D-43C3-F64C753420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17560" y="1318800"/>
                  <a:ext cx="47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1FFC4A-EECC-F360-857C-0A36F4CF7F47}"/>
                    </a:ext>
                  </a:extLst>
                </p14:cNvPr>
                <p14:cNvContentPartPr/>
                <p14:nvPr/>
              </p14:nvContentPartPr>
              <p14:xfrm>
                <a:off x="8575080" y="1395840"/>
                <a:ext cx="294120" cy="148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1FFC4A-EECC-F360-857C-0A36F4CF7F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57440" y="1378200"/>
                  <a:ext cx="3297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5DE726-4758-D284-687C-1039C6E214C3}"/>
              </a:ext>
            </a:extLst>
          </p:cNvPr>
          <p:cNvGrpSpPr/>
          <p:nvPr/>
        </p:nvGrpSpPr>
        <p:grpSpPr>
          <a:xfrm>
            <a:off x="9199680" y="1326000"/>
            <a:ext cx="507240" cy="214560"/>
            <a:chOff x="9199680" y="1326000"/>
            <a:chExt cx="50724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06F167E-16C6-71AA-A728-591ED50A695A}"/>
                    </a:ext>
                  </a:extLst>
                </p14:cNvPr>
                <p14:cNvContentPartPr/>
                <p14:nvPr/>
              </p14:nvContentPartPr>
              <p14:xfrm>
                <a:off x="9216240" y="1326000"/>
                <a:ext cx="36000" cy="214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06F167E-16C6-71AA-A728-591ED50A695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98240" y="1308000"/>
                  <a:ext cx="71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027060-43B0-E276-4372-64119C4DDB05}"/>
                    </a:ext>
                  </a:extLst>
                </p14:cNvPr>
                <p14:cNvContentPartPr/>
                <p14:nvPr/>
              </p14:nvContentPartPr>
              <p14:xfrm>
                <a:off x="9199680" y="1401960"/>
                <a:ext cx="352800" cy="122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027060-43B0-E276-4372-64119C4DDB0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81680" y="1383960"/>
                  <a:ext cx="388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609065-ED7F-5C13-B6E7-FCA9D6F41B0D}"/>
                    </a:ext>
                  </a:extLst>
                </p14:cNvPr>
                <p14:cNvContentPartPr/>
                <p14:nvPr/>
              </p14:nvContentPartPr>
              <p14:xfrm>
                <a:off x="9656520" y="1415640"/>
                <a:ext cx="50400" cy="100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609065-ED7F-5C13-B6E7-FCA9D6F41B0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38520" y="1398000"/>
                  <a:ext cx="860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60E1E16-5A91-5AAC-BC1A-A2976543E370}"/>
              </a:ext>
            </a:extLst>
          </p:cNvPr>
          <p:cNvGrpSpPr/>
          <p:nvPr/>
        </p:nvGrpSpPr>
        <p:grpSpPr>
          <a:xfrm>
            <a:off x="9998520" y="1357680"/>
            <a:ext cx="702000" cy="163080"/>
            <a:chOff x="9998520" y="1357680"/>
            <a:chExt cx="70200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12F1DA-D2CB-9ECE-5185-EBA6A2C41831}"/>
                    </a:ext>
                  </a:extLst>
                </p14:cNvPr>
                <p14:cNvContentPartPr/>
                <p14:nvPr/>
              </p14:nvContentPartPr>
              <p14:xfrm>
                <a:off x="9998520" y="1357680"/>
                <a:ext cx="86760" cy="163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12F1DA-D2CB-9ECE-5185-EBA6A2C418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80520" y="1339680"/>
                  <a:ext cx="122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209A6F-E505-F3F6-0378-03058004A263}"/>
                    </a:ext>
                  </a:extLst>
                </p14:cNvPr>
                <p14:cNvContentPartPr/>
                <p14:nvPr/>
              </p14:nvContentPartPr>
              <p14:xfrm>
                <a:off x="10161240" y="1406640"/>
                <a:ext cx="103320" cy="10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209A6F-E505-F3F6-0378-03058004A26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43600" y="1388640"/>
                  <a:ext cx="138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FF9C84-2794-34C3-580A-24680FC518DA}"/>
                    </a:ext>
                  </a:extLst>
                </p14:cNvPr>
                <p14:cNvContentPartPr/>
                <p14:nvPr/>
              </p14:nvContentPartPr>
              <p14:xfrm>
                <a:off x="10372920" y="1407000"/>
                <a:ext cx="123840" cy="9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FF9C84-2794-34C3-580A-24680FC518D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55280" y="1389000"/>
                  <a:ext cx="159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1520387-2B42-D313-03A8-0C560B2572FA}"/>
                    </a:ext>
                  </a:extLst>
                </p14:cNvPr>
                <p14:cNvContentPartPr/>
                <p14:nvPr/>
              </p14:nvContentPartPr>
              <p14:xfrm>
                <a:off x="10625280" y="1377120"/>
                <a:ext cx="75240" cy="10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1520387-2B42-D313-03A8-0C560B2572F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607280" y="1359120"/>
                  <a:ext cx="1108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39E88C-572D-74DB-A26D-D3176FDACC06}"/>
              </a:ext>
            </a:extLst>
          </p:cNvPr>
          <p:cNvGrpSpPr/>
          <p:nvPr/>
        </p:nvGrpSpPr>
        <p:grpSpPr>
          <a:xfrm>
            <a:off x="10846320" y="1349040"/>
            <a:ext cx="253800" cy="133560"/>
            <a:chOff x="10846320" y="1349040"/>
            <a:chExt cx="253800" cy="13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D63D226-8D33-2CFE-1DD7-5C8634866A9E}"/>
                    </a:ext>
                  </a:extLst>
                </p14:cNvPr>
                <p14:cNvContentPartPr/>
                <p14:nvPr/>
              </p14:nvContentPartPr>
              <p14:xfrm>
                <a:off x="10846320" y="1358400"/>
                <a:ext cx="86040" cy="124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D63D226-8D33-2CFE-1DD7-5C8634866A9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28320" y="1340400"/>
                  <a:ext cx="121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FD6AEE-24EF-CDFE-F674-E4CB7AB8776A}"/>
                    </a:ext>
                  </a:extLst>
                </p14:cNvPr>
                <p14:cNvContentPartPr/>
                <p14:nvPr/>
              </p14:nvContentPartPr>
              <p14:xfrm>
                <a:off x="11017680" y="1349040"/>
                <a:ext cx="82440" cy="124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FD6AEE-24EF-CDFE-F674-E4CB7AB877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999680" y="1331400"/>
                  <a:ext cx="1180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87AE24A-1949-2FC6-CE45-A3A6F9FA5EAE}"/>
              </a:ext>
            </a:extLst>
          </p:cNvPr>
          <p:cNvGrpSpPr/>
          <p:nvPr/>
        </p:nvGrpSpPr>
        <p:grpSpPr>
          <a:xfrm>
            <a:off x="1348440" y="1230240"/>
            <a:ext cx="1995480" cy="851040"/>
            <a:chOff x="1348440" y="1230240"/>
            <a:chExt cx="1995480" cy="85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6A1E25-B56C-DD1F-3C31-A0E3D048BDD5}"/>
                    </a:ext>
                  </a:extLst>
                </p14:cNvPr>
                <p14:cNvContentPartPr/>
                <p14:nvPr/>
              </p14:nvContentPartPr>
              <p14:xfrm>
                <a:off x="2568120" y="1746840"/>
                <a:ext cx="627120" cy="334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6A1E25-B56C-DD1F-3C31-A0E3D048BDD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50120" y="1728840"/>
                  <a:ext cx="6627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A0A977-102E-04B4-6D62-FD5AA9993FBE}"/>
                    </a:ext>
                  </a:extLst>
                </p14:cNvPr>
                <p14:cNvContentPartPr/>
                <p14:nvPr/>
              </p14:nvContentPartPr>
              <p14:xfrm>
                <a:off x="3104880" y="1876440"/>
                <a:ext cx="239040" cy="204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A0A977-102E-04B4-6D62-FD5AA9993FB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86880" y="1858800"/>
                  <a:ext cx="274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06182DF-4C65-391D-6028-6F40ECFC8AD7}"/>
                    </a:ext>
                  </a:extLst>
                </p14:cNvPr>
                <p14:cNvContentPartPr/>
                <p14:nvPr/>
              </p14:nvContentPartPr>
              <p14:xfrm>
                <a:off x="2491080" y="1230240"/>
                <a:ext cx="162000" cy="311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06182DF-4C65-391D-6028-6F40ECFC8A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73080" y="1212600"/>
                  <a:ext cx="197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FDA4807-E538-E092-26E5-A6962A41F742}"/>
                    </a:ext>
                  </a:extLst>
                </p14:cNvPr>
                <p14:cNvContentPartPr/>
                <p14:nvPr/>
              </p14:nvContentPartPr>
              <p14:xfrm>
                <a:off x="2783400" y="1378560"/>
                <a:ext cx="107280" cy="211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FDA4807-E538-E092-26E5-A6962A41F74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765760" y="1360560"/>
                  <a:ext cx="142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225A4F-22D3-B5CA-DA7A-715F63AA4D2E}"/>
                    </a:ext>
                  </a:extLst>
                </p14:cNvPr>
                <p14:cNvContentPartPr/>
                <p14:nvPr/>
              </p14:nvContentPartPr>
              <p14:xfrm>
                <a:off x="1348440" y="1838280"/>
                <a:ext cx="227520" cy="199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225A4F-22D3-B5CA-DA7A-715F63AA4D2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330800" y="1820640"/>
                  <a:ext cx="263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8E38EA-305A-BB4C-A0F9-1BF1DFDFF412}"/>
                    </a:ext>
                  </a:extLst>
                </p14:cNvPr>
                <p14:cNvContentPartPr/>
                <p14:nvPr/>
              </p14:nvContentPartPr>
              <p14:xfrm>
                <a:off x="1691160" y="1898400"/>
                <a:ext cx="102600" cy="11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8E38EA-305A-BB4C-A0F9-1BF1DFDFF41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73520" y="1880400"/>
                  <a:ext cx="138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DE2531-AF76-0D5F-BB6A-BB8B106F85A3}"/>
                    </a:ext>
                  </a:extLst>
                </p14:cNvPr>
                <p14:cNvContentPartPr/>
                <p14:nvPr/>
              </p14:nvContentPartPr>
              <p14:xfrm>
                <a:off x="1741560" y="1734240"/>
                <a:ext cx="173520" cy="222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DE2531-AF76-0D5F-BB6A-BB8B106F85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23920" y="1716600"/>
                  <a:ext cx="209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CF70C4-4BDE-162F-7065-34E509DC10EA}"/>
                    </a:ext>
                  </a:extLst>
                </p14:cNvPr>
                <p14:cNvContentPartPr/>
                <p14:nvPr/>
              </p14:nvContentPartPr>
              <p14:xfrm>
                <a:off x="1861080" y="1660080"/>
                <a:ext cx="122760" cy="163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CF70C4-4BDE-162F-7065-34E509DC10E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43440" y="1642440"/>
                  <a:ext cx="158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1A915F-6EDE-AAEF-D754-EF2B4FA9C3E6}"/>
                    </a:ext>
                  </a:extLst>
                </p14:cNvPr>
                <p14:cNvContentPartPr/>
                <p14:nvPr/>
              </p14:nvContentPartPr>
              <p14:xfrm>
                <a:off x="1912560" y="1675920"/>
                <a:ext cx="214920" cy="131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1A915F-6EDE-AAEF-D754-EF2B4FA9C3E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94560" y="1658280"/>
                  <a:ext cx="250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FF07CC-9410-82C5-AA0E-ADEF8BC23CE6}"/>
                    </a:ext>
                  </a:extLst>
                </p14:cNvPr>
                <p14:cNvContentPartPr/>
                <p14:nvPr/>
              </p14:nvContentPartPr>
              <p14:xfrm>
                <a:off x="2144760" y="1603560"/>
                <a:ext cx="135000" cy="232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FF07CC-9410-82C5-AA0E-ADEF8BC23C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26760" y="1585920"/>
                  <a:ext cx="170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F6477E-227D-8432-5D20-C7EB3DC1AD14}"/>
                    </a:ext>
                  </a:extLst>
                </p14:cNvPr>
                <p14:cNvContentPartPr/>
                <p14:nvPr/>
              </p14:nvContentPartPr>
              <p14:xfrm>
                <a:off x="2324040" y="1532640"/>
                <a:ext cx="114480" cy="130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F6477E-227D-8432-5D20-C7EB3DC1AD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306400" y="1514640"/>
                  <a:ext cx="150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42BC3-6856-C88A-A1A6-989A0A4974C7}"/>
                    </a:ext>
                  </a:extLst>
                </p14:cNvPr>
                <p14:cNvContentPartPr/>
                <p14:nvPr/>
              </p14:nvContentPartPr>
              <p14:xfrm>
                <a:off x="2544000" y="1552440"/>
                <a:ext cx="7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42BC3-6856-C88A-A1A6-989A0A4974C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26000" y="1534800"/>
                  <a:ext cx="43560" cy="12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530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other nodes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E7C7EAF4-B3DF-2BCD-C421-0A54881B3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69" y="1526019"/>
            <a:ext cx="5328402" cy="362471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6022B6E-7173-876E-EA0D-34A2153C20DC}"/>
              </a:ext>
            </a:extLst>
          </p:cNvPr>
          <p:cNvGrpSpPr/>
          <p:nvPr/>
        </p:nvGrpSpPr>
        <p:grpSpPr>
          <a:xfrm>
            <a:off x="4305840" y="4659960"/>
            <a:ext cx="1143720" cy="1003320"/>
            <a:chOff x="4305840" y="4659960"/>
            <a:chExt cx="1143720" cy="10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A40F72-CE97-8E21-E79B-57FF5CC9922B}"/>
                    </a:ext>
                  </a:extLst>
                </p14:cNvPr>
                <p14:cNvContentPartPr/>
                <p14:nvPr/>
              </p14:nvContentPartPr>
              <p14:xfrm>
                <a:off x="4482960" y="4659960"/>
                <a:ext cx="25920" cy="621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A40F72-CE97-8E21-E79B-57FF5CC992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65320" y="4642320"/>
                  <a:ext cx="6156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81BA12-CF0A-CA80-134C-2C9902D46900}"/>
                    </a:ext>
                  </a:extLst>
                </p14:cNvPr>
                <p14:cNvContentPartPr/>
                <p14:nvPr/>
              </p14:nvContentPartPr>
              <p14:xfrm>
                <a:off x="4305840" y="5225880"/>
                <a:ext cx="310680" cy="46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81BA12-CF0A-CA80-134C-2C9902D469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88200" y="5207880"/>
                  <a:ext cx="346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8135327-57D9-17E4-AEC6-83C2861D4999}"/>
                    </a:ext>
                  </a:extLst>
                </p14:cNvPr>
                <p14:cNvContentPartPr/>
                <p14:nvPr/>
              </p14:nvContentPartPr>
              <p14:xfrm>
                <a:off x="4364520" y="5275920"/>
                <a:ext cx="152280" cy="199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8135327-57D9-17E4-AEC6-83C2861D49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46880" y="5257920"/>
                  <a:ext cx="187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104740-4732-66A9-9BF7-843ADE483882}"/>
                    </a:ext>
                  </a:extLst>
                </p14:cNvPr>
                <p14:cNvContentPartPr/>
                <p14:nvPr/>
              </p14:nvContentPartPr>
              <p14:xfrm>
                <a:off x="4470720" y="5286360"/>
                <a:ext cx="138960" cy="197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104740-4732-66A9-9BF7-843ADE4838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52720" y="5268720"/>
                  <a:ext cx="174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36113BF-4E88-2442-99A7-002CF3D1A646}"/>
                    </a:ext>
                  </a:extLst>
                </p14:cNvPr>
                <p14:cNvContentPartPr/>
                <p14:nvPr/>
              </p14:nvContentPartPr>
              <p14:xfrm>
                <a:off x="4780680" y="5365920"/>
                <a:ext cx="218880" cy="288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36113BF-4E88-2442-99A7-002CF3D1A64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62680" y="5348280"/>
                  <a:ext cx="254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8140B0-0C63-B192-8D9B-3D43FB225DEA}"/>
                    </a:ext>
                  </a:extLst>
                </p14:cNvPr>
                <p14:cNvContentPartPr/>
                <p14:nvPr/>
              </p14:nvContentPartPr>
              <p14:xfrm>
                <a:off x="5071200" y="5454120"/>
                <a:ext cx="39240" cy="209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8140B0-0C63-B192-8D9B-3D43FB225D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53200" y="5436480"/>
                  <a:ext cx="74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A495FD-2C1A-4DDF-FE3B-7D238EAF3A56}"/>
                    </a:ext>
                  </a:extLst>
                </p14:cNvPr>
                <p14:cNvContentPartPr/>
                <p14:nvPr/>
              </p14:nvContentPartPr>
              <p14:xfrm>
                <a:off x="5098560" y="5422440"/>
                <a:ext cx="97920" cy="114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A495FD-2C1A-4DDF-FE3B-7D238EAF3A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80560" y="5404440"/>
                  <a:ext cx="133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C1BB73-7B1E-AB29-82F1-7B1718AEA65A}"/>
                    </a:ext>
                  </a:extLst>
                </p14:cNvPr>
                <p14:cNvContentPartPr/>
                <p14:nvPr/>
              </p14:nvContentPartPr>
              <p14:xfrm>
                <a:off x="5285040" y="5376000"/>
                <a:ext cx="42480" cy="178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C1BB73-7B1E-AB29-82F1-7B1718AEA65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67400" y="5358360"/>
                  <a:ext cx="78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0F7A4A2-71C8-B4D9-7060-463D3091ADD0}"/>
                    </a:ext>
                  </a:extLst>
                </p14:cNvPr>
                <p14:cNvContentPartPr/>
                <p14:nvPr/>
              </p14:nvContentPartPr>
              <p14:xfrm>
                <a:off x="5312040" y="5350080"/>
                <a:ext cx="137520" cy="298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0F7A4A2-71C8-B4D9-7060-463D3091ADD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94040" y="5332080"/>
                  <a:ext cx="173160" cy="33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49C031-1051-1E5A-0A78-B18C07F44CB7}"/>
                  </a:ext>
                </a:extLst>
              </p14:cNvPr>
              <p14:cNvContentPartPr/>
              <p14:nvPr/>
            </p14:nvContentPartPr>
            <p14:xfrm>
              <a:off x="4466400" y="2694360"/>
              <a:ext cx="685800" cy="764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49C031-1051-1E5A-0A78-B18C07F44C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48400" y="2676720"/>
                <a:ext cx="721440" cy="8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B827EB-143D-FF2A-6946-BFBA2C601C9A}"/>
                  </a:ext>
                </a:extLst>
              </p14:cNvPr>
              <p14:cNvContentPartPr/>
              <p14:nvPr/>
            </p14:nvContentPartPr>
            <p14:xfrm>
              <a:off x="4520040" y="1601400"/>
              <a:ext cx="275400" cy="1224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B827EB-143D-FF2A-6946-BFBA2C601C9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02040" y="1583400"/>
                <a:ext cx="311040" cy="126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AF02514-ABF8-35D5-1DBE-A80F368E8C7E}"/>
              </a:ext>
            </a:extLst>
          </p:cNvPr>
          <p:cNvGrpSpPr/>
          <p:nvPr/>
        </p:nvGrpSpPr>
        <p:grpSpPr>
          <a:xfrm>
            <a:off x="4529400" y="478920"/>
            <a:ext cx="2740320" cy="885960"/>
            <a:chOff x="4529400" y="478920"/>
            <a:chExt cx="2740320" cy="88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0B4D80-B9F3-E72E-6FED-E328BFD55CF5}"/>
                    </a:ext>
                  </a:extLst>
                </p14:cNvPr>
                <p14:cNvContentPartPr/>
                <p14:nvPr/>
              </p14:nvContentPartPr>
              <p14:xfrm>
                <a:off x="4529400" y="1017840"/>
                <a:ext cx="307440" cy="347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0B4D80-B9F3-E72E-6FED-E328BFD55CF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11400" y="999840"/>
                  <a:ext cx="343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17E90C-D243-6471-1BB9-F0E75E7C79C3}"/>
                    </a:ext>
                  </a:extLst>
                </p14:cNvPr>
                <p14:cNvContentPartPr/>
                <p14:nvPr/>
              </p14:nvContentPartPr>
              <p14:xfrm>
                <a:off x="4896960" y="1174800"/>
                <a:ext cx="132120" cy="132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17E90C-D243-6471-1BB9-F0E75E7C79C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79320" y="1157160"/>
                  <a:ext cx="167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0898C2-ABE8-35DA-7020-900396BEE979}"/>
                    </a:ext>
                  </a:extLst>
                </p14:cNvPr>
                <p14:cNvContentPartPr/>
                <p14:nvPr/>
              </p14:nvContentPartPr>
              <p14:xfrm>
                <a:off x="5160480" y="1003800"/>
                <a:ext cx="161280" cy="85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0898C2-ABE8-35DA-7020-900396BEE9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142840" y="986160"/>
                  <a:ext cx="196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5682B9-D244-E427-C853-DA98136635A8}"/>
                    </a:ext>
                  </a:extLst>
                </p14:cNvPr>
                <p14:cNvContentPartPr/>
                <p14:nvPr/>
              </p14:nvContentPartPr>
              <p14:xfrm>
                <a:off x="5567280" y="754320"/>
                <a:ext cx="444960" cy="23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5682B9-D244-E427-C853-DA98136635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49640" y="736320"/>
                  <a:ext cx="480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CFA574-6344-92A1-AFB2-DF602D24778B}"/>
                    </a:ext>
                  </a:extLst>
                </p14:cNvPr>
                <p14:cNvContentPartPr/>
                <p14:nvPr/>
              </p14:nvContentPartPr>
              <p14:xfrm>
                <a:off x="6048240" y="556680"/>
                <a:ext cx="56160" cy="211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CFA574-6344-92A1-AFB2-DF602D2477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30600" y="538680"/>
                  <a:ext cx="918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D630C2-46FC-F2A5-0FCE-1C17877439DC}"/>
                    </a:ext>
                  </a:extLst>
                </p14:cNvPr>
                <p14:cNvContentPartPr/>
                <p14:nvPr/>
              </p14:nvContentPartPr>
              <p14:xfrm>
                <a:off x="6124560" y="691680"/>
                <a:ext cx="91800" cy="50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D630C2-46FC-F2A5-0FCE-1C17877439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06560" y="673680"/>
                  <a:ext cx="127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2A5E81-8380-78D7-CB0F-4CA9E3911DD7}"/>
                    </a:ext>
                  </a:extLst>
                </p14:cNvPr>
                <p14:cNvContentPartPr/>
                <p14:nvPr/>
              </p14:nvContentPartPr>
              <p14:xfrm>
                <a:off x="6256680" y="647400"/>
                <a:ext cx="145800" cy="108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2A5E81-8380-78D7-CB0F-4CA9E3911D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38680" y="629760"/>
                  <a:ext cx="181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2C230A-F710-47BF-F99D-6B8D2D3816C9}"/>
                    </a:ext>
                  </a:extLst>
                </p14:cNvPr>
                <p14:cNvContentPartPr/>
                <p14:nvPr/>
              </p14:nvContentPartPr>
              <p14:xfrm>
                <a:off x="6454320" y="525000"/>
                <a:ext cx="383040" cy="21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2C230A-F710-47BF-F99D-6B8D2D3816C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6320" y="507000"/>
                  <a:ext cx="418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28178B5-08E9-4D1D-F7C8-EA2BD767D32C}"/>
                    </a:ext>
                  </a:extLst>
                </p14:cNvPr>
                <p14:cNvContentPartPr/>
                <p14:nvPr/>
              </p14:nvContentPartPr>
              <p14:xfrm>
                <a:off x="6944640" y="478920"/>
                <a:ext cx="163080" cy="106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28178B5-08E9-4D1D-F7C8-EA2BD767D32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26640" y="460920"/>
                  <a:ext cx="198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F9B03E-7121-81E7-21C5-78BABFE4D7B8}"/>
                    </a:ext>
                  </a:extLst>
                </p14:cNvPr>
                <p14:cNvContentPartPr/>
                <p14:nvPr/>
              </p14:nvContentPartPr>
              <p14:xfrm>
                <a:off x="7243800" y="567840"/>
                <a:ext cx="25920" cy="1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F9B03E-7121-81E7-21C5-78BABFE4D7B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26160" y="549840"/>
                  <a:ext cx="6156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4722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207-7691-7E88-CEBF-AF452313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elements sharing the same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B2E3A-2B27-7623-B6BF-F08A1D5D1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2" name="Picture 11" descr="A diagram of a circuit&#10;&#10;Description automatically generated">
            <a:extLst>
              <a:ext uri="{FF2B5EF4-FFF2-40B4-BE49-F238E27FC236}">
                <a16:creationId xmlns:a16="http://schemas.microsoft.com/office/drawing/2014/main" id="{87FD50CC-79F7-B354-7F20-68CA8A43E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65" y="1432927"/>
            <a:ext cx="5814564" cy="3772227"/>
          </a:xfrm>
          <a:prstGeom prst="rect">
            <a:avLst/>
          </a:prstGeom>
        </p:spPr>
      </p:pic>
      <p:pic>
        <p:nvPicPr>
          <p:cNvPr id="11" name="Picture 10" descr="A diagram of a circuit&#10;&#10;Description automatically generated">
            <a:extLst>
              <a:ext uri="{FF2B5EF4-FFF2-40B4-BE49-F238E27FC236}">
                <a16:creationId xmlns:a16="http://schemas.microsoft.com/office/drawing/2014/main" id="{F93EC26A-0335-6F99-04F5-217ACAFA8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1" y="1751725"/>
            <a:ext cx="5328402" cy="36247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4B7920-0410-938F-D70E-D224175A51D7}"/>
                  </a:ext>
                </a:extLst>
              </p14:cNvPr>
              <p14:cNvContentPartPr/>
              <p14:nvPr/>
            </p14:nvContentPartPr>
            <p14:xfrm>
              <a:off x="4108200" y="3336240"/>
              <a:ext cx="929160" cy="114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4B7920-0410-938F-D70E-D224175A51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90200" y="3318240"/>
                <a:ext cx="964800" cy="117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FA26B27B-E41F-7729-0D6B-FD40A55C5A5C}"/>
              </a:ext>
            </a:extLst>
          </p:cNvPr>
          <p:cNvGrpSpPr/>
          <p:nvPr/>
        </p:nvGrpSpPr>
        <p:grpSpPr>
          <a:xfrm>
            <a:off x="2175360" y="1056720"/>
            <a:ext cx="9381960" cy="5615280"/>
            <a:chOff x="2175360" y="1056720"/>
            <a:chExt cx="9381960" cy="56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7425BD-285C-0DA2-80AF-0E36F526C3DD}"/>
                    </a:ext>
                  </a:extLst>
                </p14:cNvPr>
                <p14:cNvContentPartPr/>
                <p14:nvPr/>
              </p14:nvContentPartPr>
              <p14:xfrm>
                <a:off x="6819720" y="4543680"/>
                <a:ext cx="597960" cy="680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7425BD-285C-0DA2-80AF-0E36F526C3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01720" y="4525680"/>
                  <a:ext cx="63360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0C766D-79BA-3C13-AD8A-5B50FE85B798}"/>
                    </a:ext>
                  </a:extLst>
                </p14:cNvPr>
                <p14:cNvContentPartPr/>
                <p14:nvPr/>
              </p14:nvContentPartPr>
              <p14:xfrm>
                <a:off x="6740880" y="4577880"/>
                <a:ext cx="630000" cy="83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0C766D-79BA-3C13-AD8A-5B50FE85B7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22880" y="4559880"/>
                  <a:ext cx="66564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E4A7A6-678D-FAFB-21C2-512F135AE655}"/>
                    </a:ext>
                  </a:extLst>
                </p14:cNvPr>
                <p14:cNvContentPartPr/>
                <p14:nvPr/>
              </p14:nvContentPartPr>
              <p14:xfrm>
                <a:off x="8519640" y="5057040"/>
                <a:ext cx="29880" cy="643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E4A7A6-678D-FAFB-21C2-512F135AE6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02000" y="5039040"/>
                  <a:ext cx="6552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FB8B90B-5C86-979C-BE98-6EC6EB6FA0A6}"/>
                    </a:ext>
                  </a:extLst>
                </p14:cNvPr>
                <p14:cNvContentPartPr/>
                <p14:nvPr/>
              </p14:nvContentPartPr>
              <p14:xfrm>
                <a:off x="8359800" y="5673720"/>
                <a:ext cx="366480" cy="54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FB8B90B-5C86-979C-BE98-6EC6EB6FA0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41800" y="5655720"/>
                  <a:ext cx="402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B860BF-A331-9AC3-66A9-6D9C4C9CAF11}"/>
                    </a:ext>
                  </a:extLst>
                </p14:cNvPr>
                <p14:cNvContentPartPr/>
                <p14:nvPr/>
              </p14:nvContentPartPr>
              <p14:xfrm>
                <a:off x="8473200" y="5819520"/>
                <a:ext cx="1926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B860BF-A331-9AC3-66A9-6D9C4C9CAF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5200" y="5801520"/>
                  <a:ext cx="228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946CFF-A0A8-DAE0-377F-9798D9206F1A}"/>
                    </a:ext>
                  </a:extLst>
                </p14:cNvPr>
                <p14:cNvContentPartPr/>
                <p14:nvPr/>
              </p14:nvContentPartPr>
              <p14:xfrm>
                <a:off x="8576520" y="5839680"/>
                <a:ext cx="77040" cy="367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946CFF-A0A8-DAE0-377F-9798D9206F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8520" y="5822040"/>
                  <a:ext cx="1126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A0794F-8AC2-DC45-4E69-74A025D3A8AA}"/>
                    </a:ext>
                  </a:extLst>
                </p14:cNvPr>
                <p14:cNvContentPartPr/>
                <p14:nvPr/>
              </p14:nvContentPartPr>
              <p14:xfrm>
                <a:off x="8508840" y="4995480"/>
                <a:ext cx="892800" cy="135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A0794F-8AC2-DC45-4E69-74A025D3A8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91200" y="4977840"/>
                  <a:ext cx="928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654086-FBA0-35D8-545F-A5A38C7AC560}"/>
                    </a:ext>
                  </a:extLst>
                </p14:cNvPr>
                <p14:cNvContentPartPr/>
                <p14:nvPr/>
              </p14:nvContentPartPr>
              <p14:xfrm>
                <a:off x="9400200" y="5048040"/>
                <a:ext cx="42840" cy="29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654086-FBA0-35D8-545F-A5A38C7AC5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82200" y="5030040"/>
                  <a:ext cx="784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1AEDC3-4CB3-2639-3725-09E74E6303EB}"/>
                    </a:ext>
                  </a:extLst>
                </p14:cNvPr>
                <p14:cNvContentPartPr/>
                <p14:nvPr/>
              </p14:nvContentPartPr>
              <p14:xfrm>
                <a:off x="9423240" y="5326320"/>
                <a:ext cx="98280" cy="195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1AEDC3-4CB3-2639-3725-09E74E6303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05600" y="5308680"/>
                  <a:ext cx="133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C79A60-E2A7-967D-29E2-BD2C85725479}"/>
                    </a:ext>
                  </a:extLst>
                </p14:cNvPr>
                <p14:cNvContentPartPr/>
                <p14:nvPr/>
              </p14:nvContentPartPr>
              <p14:xfrm>
                <a:off x="9560400" y="5518560"/>
                <a:ext cx="31680" cy="349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C79A60-E2A7-967D-29E2-BD2C857254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42400" y="5500920"/>
                  <a:ext cx="673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89ED7E-382F-1984-B51A-029B479FDEA9}"/>
                    </a:ext>
                  </a:extLst>
                </p14:cNvPr>
                <p14:cNvContentPartPr/>
                <p14:nvPr/>
              </p14:nvContentPartPr>
              <p14:xfrm>
                <a:off x="9584160" y="5898000"/>
                <a:ext cx="133920" cy="224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89ED7E-382F-1984-B51A-029B479FDE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66160" y="5880360"/>
                  <a:ext cx="169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991BD1-8233-1330-134B-03FC6549F0AB}"/>
                    </a:ext>
                  </a:extLst>
                </p14:cNvPr>
                <p14:cNvContentPartPr/>
                <p14:nvPr/>
              </p14:nvContentPartPr>
              <p14:xfrm>
                <a:off x="8699280" y="6120840"/>
                <a:ext cx="1078200" cy="28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991BD1-8233-1330-134B-03FC6549F0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81280" y="6103200"/>
                  <a:ext cx="1113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86BBC9-86C5-A03B-C26F-328D9C175BD4}"/>
                    </a:ext>
                  </a:extLst>
                </p14:cNvPr>
                <p14:cNvContentPartPr/>
                <p14:nvPr/>
              </p14:nvContentPartPr>
              <p14:xfrm>
                <a:off x="9374640" y="4940760"/>
                <a:ext cx="824400" cy="58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86BBC9-86C5-A03B-C26F-328D9C175B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56640" y="4923120"/>
                  <a:ext cx="860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DCC748-3B2B-9122-6FBD-51C27F95899C}"/>
                    </a:ext>
                  </a:extLst>
                </p14:cNvPr>
                <p14:cNvContentPartPr/>
                <p14:nvPr/>
              </p14:nvContentPartPr>
              <p14:xfrm>
                <a:off x="10163040" y="4990440"/>
                <a:ext cx="106920" cy="504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DCC748-3B2B-9122-6FBD-51C27F9589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45040" y="4972440"/>
                  <a:ext cx="1425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6F1EC8-998C-812E-2674-489816F32417}"/>
                    </a:ext>
                  </a:extLst>
                </p14:cNvPr>
                <p14:cNvContentPartPr/>
                <p14:nvPr/>
              </p14:nvContentPartPr>
              <p14:xfrm>
                <a:off x="10230360" y="5502720"/>
                <a:ext cx="152640" cy="173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6F1EC8-998C-812E-2674-489816F324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2360" y="5485080"/>
                  <a:ext cx="188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C2AC77-A7B0-B17C-406D-61B21B1AFD84}"/>
                    </a:ext>
                  </a:extLst>
                </p14:cNvPr>
                <p14:cNvContentPartPr/>
                <p14:nvPr/>
              </p14:nvContentPartPr>
              <p14:xfrm>
                <a:off x="10082400" y="5703240"/>
                <a:ext cx="422640" cy="75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C2AC77-A7B0-B17C-406D-61B21B1AFD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64400" y="5685600"/>
                  <a:ext cx="45828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BD899F-D15B-C343-1A0F-646E5656507B}"/>
                    </a:ext>
                  </a:extLst>
                </p14:cNvPr>
                <p14:cNvContentPartPr/>
                <p14:nvPr/>
              </p14:nvContentPartPr>
              <p14:xfrm>
                <a:off x="10189320" y="4980000"/>
                <a:ext cx="761400" cy="3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BD899F-D15B-C343-1A0F-646E565650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71680" y="4962360"/>
                  <a:ext cx="797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5C798B-88E8-F8A8-A5FF-175DBF96CBB6}"/>
                    </a:ext>
                  </a:extLst>
                </p14:cNvPr>
                <p14:cNvContentPartPr/>
                <p14:nvPr/>
              </p14:nvContentPartPr>
              <p14:xfrm>
                <a:off x="10854240" y="5011320"/>
                <a:ext cx="131400" cy="485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5C798B-88E8-F8A8-A5FF-175DBF96CB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36240" y="4993320"/>
                  <a:ext cx="16704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FA726F-3A6A-1EF9-48DF-A20D2D26DDEE}"/>
                    </a:ext>
                  </a:extLst>
                </p14:cNvPr>
                <p14:cNvContentPartPr/>
                <p14:nvPr/>
              </p14:nvContentPartPr>
              <p14:xfrm>
                <a:off x="10974840" y="5495520"/>
                <a:ext cx="145080" cy="21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FA726F-3A6A-1EF9-48DF-A20D2D26DDE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56840" y="5477880"/>
                  <a:ext cx="180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47CC65-24CB-E05B-767C-DCCBD5A997C6}"/>
                    </a:ext>
                  </a:extLst>
                </p14:cNvPr>
                <p14:cNvContentPartPr/>
                <p14:nvPr/>
              </p14:nvContentPartPr>
              <p14:xfrm>
                <a:off x="10727520" y="5744640"/>
                <a:ext cx="462240" cy="694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47CC65-24CB-E05B-767C-DCCBD5A997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09520" y="5727000"/>
                  <a:ext cx="49788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CCC898-47A0-6446-A044-29531A1E5111}"/>
                    </a:ext>
                  </a:extLst>
                </p14:cNvPr>
                <p14:cNvContentPartPr/>
                <p14:nvPr/>
              </p14:nvContentPartPr>
              <p14:xfrm>
                <a:off x="10530240" y="5543760"/>
                <a:ext cx="39240" cy="190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CCC898-47A0-6446-A044-29531A1E511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12600" y="5526120"/>
                  <a:ext cx="7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2D490F-8EC7-686C-3F43-CCE56505C845}"/>
                    </a:ext>
                  </a:extLst>
                </p14:cNvPr>
                <p14:cNvContentPartPr/>
                <p14:nvPr/>
              </p14:nvContentPartPr>
              <p14:xfrm>
                <a:off x="10515120" y="5515320"/>
                <a:ext cx="122760" cy="126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2D490F-8EC7-686C-3F43-CCE56505C8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97120" y="5497320"/>
                  <a:ext cx="15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A56EC3-C1C1-32F5-0826-010DC9B122FB}"/>
                    </a:ext>
                  </a:extLst>
                </p14:cNvPr>
                <p14:cNvContentPartPr/>
                <p14:nvPr/>
              </p14:nvContentPartPr>
              <p14:xfrm>
                <a:off x="10713120" y="5656800"/>
                <a:ext cx="94320" cy="154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A56EC3-C1C1-32F5-0826-010DC9B122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95120" y="5638800"/>
                  <a:ext cx="129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C32D74-F6D7-B50C-5BD8-EE0744992922}"/>
                    </a:ext>
                  </a:extLst>
                </p14:cNvPr>
                <p14:cNvContentPartPr/>
                <p14:nvPr/>
              </p14:nvContentPartPr>
              <p14:xfrm>
                <a:off x="11249160" y="5596680"/>
                <a:ext cx="44640" cy="124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C32D74-F6D7-B50C-5BD8-EE07449929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31160" y="5579040"/>
                  <a:ext cx="80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C43B54-2545-09C9-9ABC-0E1C46B36C7D}"/>
                    </a:ext>
                  </a:extLst>
                </p14:cNvPr>
                <p14:cNvContentPartPr/>
                <p14:nvPr/>
              </p14:nvContentPartPr>
              <p14:xfrm>
                <a:off x="11226840" y="5493720"/>
                <a:ext cx="144360" cy="146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CC43B54-2545-09C9-9ABC-0E1C46B36C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09200" y="5476080"/>
                  <a:ext cx="180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0855B6-B88C-EA73-B8C5-41754EA22C38}"/>
                    </a:ext>
                  </a:extLst>
                </p14:cNvPr>
                <p14:cNvContentPartPr/>
                <p14:nvPr/>
              </p14:nvContentPartPr>
              <p14:xfrm>
                <a:off x="11447160" y="5606760"/>
                <a:ext cx="110160" cy="128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0855B6-B88C-EA73-B8C5-41754EA22C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29520" y="5588760"/>
                  <a:ext cx="145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57A7AF2-43E5-97C3-49B6-3890BB3BC400}"/>
                    </a:ext>
                  </a:extLst>
                </p14:cNvPr>
                <p14:cNvContentPartPr/>
                <p14:nvPr/>
              </p14:nvContentPartPr>
              <p14:xfrm>
                <a:off x="9141000" y="5414520"/>
                <a:ext cx="37440" cy="188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57A7AF2-43E5-97C3-49B6-3890BB3BC4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23000" y="5396520"/>
                  <a:ext cx="73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2FA1DB-5B47-4FFF-A7AD-BB0F060CB75C}"/>
                    </a:ext>
                  </a:extLst>
                </p14:cNvPr>
                <p14:cNvContentPartPr/>
                <p14:nvPr/>
              </p14:nvContentPartPr>
              <p14:xfrm>
                <a:off x="9115440" y="5383200"/>
                <a:ext cx="172440" cy="131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2FA1DB-5B47-4FFF-A7AD-BB0F060CB7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7440" y="5365560"/>
                  <a:ext cx="208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1F3928-AC92-48D6-64E0-18413EA0064D}"/>
                    </a:ext>
                  </a:extLst>
                </p14:cNvPr>
                <p14:cNvContentPartPr/>
                <p14:nvPr/>
              </p14:nvContentPartPr>
              <p14:xfrm>
                <a:off x="9371760" y="5452320"/>
                <a:ext cx="21240" cy="81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1F3928-AC92-48D6-64E0-18413EA006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54120" y="5434320"/>
                  <a:ext cx="56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38A5B9-C7C0-0136-41C6-AE80C76AD294}"/>
                    </a:ext>
                  </a:extLst>
                </p14:cNvPr>
                <p14:cNvContentPartPr/>
                <p14:nvPr/>
              </p14:nvContentPartPr>
              <p14:xfrm>
                <a:off x="9270960" y="6043080"/>
                <a:ext cx="30600" cy="157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38A5B9-C7C0-0136-41C6-AE80C76AD2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53320" y="6025440"/>
                  <a:ext cx="66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BE525F-0E2F-FEDF-548F-4269E7A09AF2}"/>
                    </a:ext>
                  </a:extLst>
                </p14:cNvPr>
                <p14:cNvContentPartPr/>
                <p14:nvPr/>
              </p14:nvContentPartPr>
              <p14:xfrm>
                <a:off x="9251520" y="5997360"/>
                <a:ext cx="136080" cy="10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BE525F-0E2F-FEDF-548F-4269E7A09A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33880" y="5979360"/>
                  <a:ext cx="171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1F3B85B-1044-7BF6-E3A6-FDB30FC1278D}"/>
                    </a:ext>
                  </a:extLst>
                </p14:cNvPr>
                <p14:cNvContentPartPr/>
                <p14:nvPr/>
              </p14:nvContentPartPr>
              <p14:xfrm>
                <a:off x="9458520" y="6077640"/>
                <a:ext cx="123840" cy="114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1F3B85B-1044-7BF6-E3A6-FDB30FC127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40880" y="6060000"/>
                  <a:ext cx="159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046C5C-8A4E-658C-1F45-8AD1714F5FD0}"/>
                    </a:ext>
                  </a:extLst>
                </p14:cNvPr>
                <p14:cNvContentPartPr/>
                <p14:nvPr/>
              </p14:nvContentPartPr>
              <p14:xfrm>
                <a:off x="7743480" y="5646000"/>
                <a:ext cx="131760" cy="201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046C5C-8A4E-658C-1F45-8AD1714F5FD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25840" y="5628000"/>
                  <a:ext cx="167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D4A44B-5865-C13B-C1DB-8049C20A3EBE}"/>
                    </a:ext>
                  </a:extLst>
                </p14:cNvPr>
                <p14:cNvContentPartPr/>
                <p14:nvPr/>
              </p14:nvContentPartPr>
              <p14:xfrm>
                <a:off x="8020320" y="5760480"/>
                <a:ext cx="70920" cy="181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D4A44B-5865-C13B-C1DB-8049C20A3EB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02320" y="5742840"/>
                  <a:ext cx="106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AE9E13-2F46-A048-70E4-E5EF6E34B6A9}"/>
                    </a:ext>
                  </a:extLst>
                </p14:cNvPr>
                <p14:cNvContentPartPr/>
                <p14:nvPr/>
              </p14:nvContentPartPr>
              <p14:xfrm>
                <a:off x="2175360" y="1192800"/>
                <a:ext cx="5977080" cy="5479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AE9E13-2F46-A048-70E4-E5EF6E34B6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57360" y="1175160"/>
                  <a:ext cx="6012720" cy="55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4B313CB-C1A3-D4FA-C021-0D456E64DEB8}"/>
                    </a:ext>
                  </a:extLst>
                </p14:cNvPr>
                <p14:cNvContentPartPr/>
                <p14:nvPr/>
              </p14:nvContentPartPr>
              <p14:xfrm>
                <a:off x="3258240" y="1056720"/>
                <a:ext cx="490680" cy="439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4B313CB-C1A3-D4FA-C021-0D456E64DE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40240" y="1039080"/>
                  <a:ext cx="526320" cy="47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EB756B2-5FE5-926F-8CFF-F70CBC2D7A7A}"/>
              </a:ext>
            </a:extLst>
          </p:cNvPr>
          <p:cNvGrpSpPr/>
          <p:nvPr/>
        </p:nvGrpSpPr>
        <p:grpSpPr>
          <a:xfrm>
            <a:off x="4037640" y="433560"/>
            <a:ext cx="3210480" cy="1977840"/>
            <a:chOff x="4037640" y="433560"/>
            <a:chExt cx="3210480" cy="19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292BDF9-6BD8-8BAB-B8A4-549FCB5D91C7}"/>
                    </a:ext>
                  </a:extLst>
                </p14:cNvPr>
                <p14:cNvContentPartPr/>
                <p14:nvPr/>
              </p14:nvContentPartPr>
              <p14:xfrm>
                <a:off x="4464960" y="726960"/>
                <a:ext cx="75960" cy="391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292BDF9-6BD8-8BAB-B8A4-549FCB5D91C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7320" y="708960"/>
                  <a:ext cx="1116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E34C96-214D-96F7-72F5-6578A0ADC546}"/>
                    </a:ext>
                  </a:extLst>
                </p14:cNvPr>
                <p14:cNvContentPartPr/>
                <p14:nvPr/>
              </p14:nvContentPartPr>
              <p14:xfrm>
                <a:off x="4338600" y="1072920"/>
                <a:ext cx="455400" cy="12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E34C96-214D-96F7-72F5-6578A0ADC54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0600" y="1054920"/>
                  <a:ext cx="491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E7B9A9-289D-5A52-DCEB-890BF2E28E0A}"/>
                    </a:ext>
                  </a:extLst>
                </p14:cNvPr>
                <p14:cNvContentPartPr/>
                <p14:nvPr/>
              </p14:nvContentPartPr>
              <p14:xfrm>
                <a:off x="4565400" y="1246080"/>
                <a:ext cx="104040" cy="31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E7B9A9-289D-5A52-DCEB-890BF2E28E0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47400" y="1228080"/>
                  <a:ext cx="139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299E3F-0294-0F44-A727-8B17DC7BE91F}"/>
                    </a:ext>
                  </a:extLst>
                </p14:cNvPr>
                <p14:cNvContentPartPr/>
                <p14:nvPr/>
              </p14:nvContentPartPr>
              <p14:xfrm>
                <a:off x="4626240" y="1299360"/>
                <a:ext cx="103680" cy="434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299E3F-0294-0F44-A727-8B17DC7BE9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08240" y="1281720"/>
                  <a:ext cx="1393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420845-C82C-F3FB-E647-A7D3A3E13236}"/>
                    </a:ext>
                  </a:extLst>
                </p14:cNvPr>
                <p14:cNvContentPartPr/>
                <p14:nvPr/>
              </p14:nvContentPartPr>
              <p14:xfrm>
                <a:off x="4468560" y="596280"/>
                <a:ext cx="703080" cy="129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420845-C82C-F3FB-E647-A7D3A3E132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0560" y="578280"/>
                  <a:ext cx="738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6C1CF3-6895-8B52-BFAF-0ECDF8DBF179}"/>
                    </a:ext>
                  </a:extLst>
                </p14:cNvPr>
                <p14:cNvContentPartPr/>
                <p14:nvPr/>
              </p14:nvContentPartPr>
              <p14:xfrm>
                <a:off x="5193960" y="589440"/>
                <a:ext cx="120960" cy="325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6C1CF3-6895-8B52-BFAF-0ECDF8DBF17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76320" y="571440"/>
                  <a:ext cx="1566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8F3A7DC-8C1C-4355-45EB-A85BC2BBA534}"/>
                    </a:ext>
                  </a:extLst>
                </p14:cNvPr>
                <p14:cNvContentPartPr/>
                <p14:nvPr/>
              </p14:nvContentPartPr>
              <p14:xfrm>
                <a:off x="5256240" y="918120"/>
                <a:ext cx="105840" cy="218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8F3A7DC-8C1C-4355-45EB-A85BC2BBA53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38240" y="900480"/>
                  <a:ext cx="141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E27681-C07E-4AC3-77DC-A4111E725AE1}"/>
                    </a:ext>
                  </a:extLst>
                </p14:cNvPr>
                <p14:cNvContentPartPr/>
                <p14:nvPr/>
              </p14:nvContentPartPr>
              <p14:xfrm>
                <a:off x="4857360" y="1140960"/>
                <a:ext cx="667800" cy="541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2E27681-C07E-4AC3-77DC-A4111E725A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39360" y="1123320"/>
                  <a:ext cx="7034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213F86-043E-6A4F-D3DA-6AC738F30F63}"/>
                    </a:ext>
                  </a:extLst>
                </p14:cNvPr>
                <p14:cNvContentPartPr/>
                <p14:nvPr/>
              </p14:nvContentPartPr>
              <p14:xfrm>
                <a:off x="5219520" y="433560"/>
                <a:ext cx="562320" cy="153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213F86-043E-6A4F-D3DA-6AC738F30F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01880" y="415920"/>
                  <a:ext cx="597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057162-4B2F-6D3D-AA26-232B30BEB1C5}"/>
                    </a:ext>
                  </a:extLst>
                </p14:cNvPr>
                <p14:cNvContentPartPr/>
                <p14:nvPr/>
              </p14:nvContentPartPr>
              <p14:xfrm>
                <a:off x="5762760" y="463800"/>
                <a:ext cx="142920" cy="473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057162-4B2F-6D3D-AA26-232B30BEB1C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45120" y="445800"/>
                  <a:ext cx="17856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7D9584-34A8-395B-E85D-C85AB2624615}"/>
                    </a:ext>
                  </a:extLst>
                </p14:cNvPr>
                <p14:cNvContentPartPr/>
                <p14:nvPr/>
              </p14:nvContentPartPr>
              <p14:xfrm>
                <a:off x="5603640" y="895080"/>
                <a:ext cx="526680" cy="601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7D9584-34A8-395B-E85D-C85AB26246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85640" y="877080"/>
                  <a:ext cx="5623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63D5C2-8721-8547-4884-652C03289524}"/>
                    </a:ext>
                  </a:extLst>
                </p14:cNvPr>
                <p14:cNvContentPartPr/>
                <p14:nvPr/>
              </p14:nvContentPartPr>
              <p14:xfrm>
                <a:off x="5436240" y="980760"/>
                <a:ext cx="281880" cy="977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63D5C2-8721-8547-4884-652C0328952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18600" y="962760"/>
                  <a:ext cx="31752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E17016-7032-559F-A399-7BDCD69E4E6B}"/>
                    </a:ext>
                  </a:extLst>
                </p14:cNvPr>
                <p14:cNvContentPartPr/>
                <p14:nvPr/>
              </p14:nvContentPartPr>
              <p14:xfrm>
                <a:off x="5636760" y="1881120"/>
                <a:ext cx="160200" cy="122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E17016-7032-559F-A399-7BDCD69E4E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18760" y="1863480"/>
                  <a:ext cx="195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4038FB-027F-B50E-8D24-58E9AA758219}"/>
                    </a:ext>
                  </a:extLst>
                </p14:cNvPr>
                <p14:cNvContentPartPr/>
                <p14:nvPr/>
              </p14:nvContentPartPr>
              <p14:xfrm>
                <a:off x="5605800" y="2182440"/>
                <a:ext cx="64080" cy="228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4038FB-027F-B50E-8D24-58E9AA7582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7800" y="2164440"/>
                  <a:ext cx="99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C3CEDA-7338-E834-F944-C30C6111C680}"/>
                    </a:ext>
                  </a:extLst>
                </p14:cNvPr>
                <p14:cNvContentPartPr/>
                <p14:nvPr/>
              </p14:nvContentPartPr>
              <p14:xfrm>
                <a:off x="5664120" y="2103240"/>
                <a:ext cx="111600" cy="17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C3CEDA-7338-E834-F944-C30C6111C68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46480" y="2085240"/>
                  <a:ext cx="147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C18429E-72B5-B3D9-B13F-258B5126FCC5}"/>
                    </a:ext>
                  </a:extLst>
                </p14:cNvPr>
                <p14:cNvContentPartPr/>
                <p14:nvPr/>
              </p14:nvContentPartPr>
              <p14:xfrm>
                <a:off x="5875800" y="2234280"/>
                <a:ext cx="34200" cy="118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C18429E-72B5-B3D9-B13F-258B5126FCC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57800" y="2216280"/>
                  <a:ext cx="69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6BFD46-02E9-5380-5B31-BFEA267FBE7A}"/>
                    </a:ext>
                  </a:extLst>
                </p14:cNvPr>
                <p14:cNvContentPartPr/>
                <p14:nvPr/>
              </p14:nvContentPartPr>
              <p14:xfrm>
                <a:off x="5992440" y="2157960"/>
                <a:ext cx="90000" cy="66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6BFD46-02E9-5380-5B31-BFEA267FBE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74440" y="2140320"/>
                  <a:ext cx="125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04BB35-5166-77AD-6863-1E2860DD22A4}"/>
                    </a:ext>
                  </a:extLst>
                </p14:cNvPr>
                <p14:cNvContentPartPr/>
                <p14:nvPr/>
              </p14:nvContentPartPr>
              <p14:xfrm>
                <a:off x="6008640" y="2111880"/>
                <a:ext cx="54720" cy="206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04BB35-5166-77AD-6863-1E2860DD22A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91000" y="2093880"/>
                  <a:ext cx="90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F0DBE3C-7D5F-4231-0A7C-DCA08DC40765}"/>
                    </a:ext>
                  </a:extLst>
                </p14:cNvPr>
                <p14:cNvContentPartPr/>
                <p14:nvPr/>
              </p14:nvContentPartPr>
              <p14:xfrm>
                <a:off x="6159480" y="2054640"/>
                <a:ext cx="63000" cy="165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F0DBE3C-7D5F-4231-0A7C-DCA08DC407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1840" y="2037000"/>
                  <a:ext cx="98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8B6FEA-201C-4CB3-AD86-2C8B7EDE9364}"/>
                    </a:ext>
                  </a:extLst>
                </p14:cNvPr>
                <p14:cNvContentPartPr/>
                <p14:nvPr/>
              </p14:nvContentPartPr>
              <p14:xfrm>
                <a:off x="6185760" y="1996320"/>
                <a:ext cx="108360" cy="74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8B6FEA-201C-4CB3-AD86-2C8B7EDE936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67760" y="1978320"/>
                  <a:ext cx="144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C99FCD-B77A-65BB-5428-C161B50CA813}"/>
                    </a:ext>
                  </a:extLst>
                </p14:cNvPr>
                <p14:cNvContentPartPr/>
                <p14:nvPr/>
              </p14:nvContentPartPr>
              <p14:xfrm>
                <a:off x="6397440" y="2004960"/>
                <a:ext cx="84600" cy="123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C99FCD-B77A-65BB-5428-C161B50CA8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79800" y="1987320"/>
                  <a:ext cx="120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EADCEE3-FA80-75AB-3EEA-7EB24CB9A1EB}"/>
                    </a:ext>
                  </a:extLst>
                </p14:cNvPr>
                <p14:cNvContentPartPr/>
                <p14:nvPr/>
              </p14:nvContentPartPr>
              <p14:xfrm>
                <a:off x="6190800" y="811920"/>
                <a:ext cx="73080" cy="182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EADCEE3-FA80-75AB-3EEA-7EB24CB9A1E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73160" y="794280"/>
                  <a:ext cx="108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A5F8B9F-E337-9E5C-DFD2-FDFD80E19F43}"/>
                    </a:ext>
                  </a:extLst>
                </p14:cNvPr>
                <p14:cNvContentPartPr/>
                <p14:nvPr/>
              </p14:nvContentPartPr>
              <p14:xfrm>
                <a:off x="6182880" y="791400"/>
                <a:ext cx="167400" cy="126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A5F8B9F-E337-9E5C-DFD2-FDFD80E19F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64880" y="773760"/>
                  <a:ext cx="20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D263BB-6380-3CC3-5246-4689D60D1D27}"/>
                    </a:ext>
                  </a:extLst>
                </p14:cNvPr>
                <p14:cNvContentPartPr/>
                <p14:nvPr/>
              </p14:nvContentPartPr>
              <p14:xfrm>
                <a:off x="6432360" y="824520"/>
                <a:ext cx="138600" cy="181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D263BB-6380-3CC3-5246-4689D60D1D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14720" y="806880"/>
                  <a:ext cx="174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035D5C7-CA2F-D61C-0E4C-EE3BD1432612}"/>
                    </a:ext>
                  </a:extLst>
                </p14:cNvPr>
                <p14:cNvContentPartPr/>
                <p14:nvPr/>
              </p14:nvContentPartPr>
              <p14:xfrm>
                <a:off x="6618480" y="733440"/>
                <a:ext cx="72360" cy="223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035D5C7-CA2F-D61C-0E4C-EE3BD143261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00840" y="715800"/>
                  <a:ext cx="108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94333F-A327-ECA1-1F16-FE07CEEDF1A5}"/>
                    </a:ext>
                  </a:extLst>
                </p14:cNvPr>
                <p14:cNvContentPartPr/>
                <p14:nvPr/>
              </p14:nvContentPartPr>
              <p14:xfrm>
                <a:off x="6734040" y="710040"/>
                <a:ext cx="115200" cy="204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94333F-A327-ECA1-1F16-FE07CEEDF1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16400" y="692400"/>
                  <a:ext cx="150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8C091E6-0409-C054-B02A-8EA212C1EE73}"/>
                    </a:ext>
                  </a:extLst>
                </p14:cNvPr>
                <p14:cNvContentPartPr/>
                <p14:nvPr/>
              </p14:nvContentPartPr>
              <p14:xfrm>
                <a:off x="6898200" y="695280"/>
                <a:ext cx="77040" cy="124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8C091E6-0409-C054-B02A-8EA212C1EE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80200" y="677640"/>
                  <a:ext cx="112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222EC69-3E16-F024-148E-149BC17D2D82}"/>
                    </a:ext>
                  </a:extLst>
                </p14:cNvPr>
                <p14:cNvContentPartPr/>
                <p14:nvPr/>
              </p14:nvContentPartPr>
              <p14:xfrm>
                <a:off x="6948240" y="624360"/>
                <a:ext cx="105840" cy="89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222EC69-3E16-F024-148E-149BC17D2D8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30600" y="606360"/>
                  <a:ext cx="141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96A5B55-94F5-7FDB-D07D-F10C65A26C0A}"/>
                    </a:ext>
                  </a:extLst>
                </p14:cNvPr>
                <p14:cNvContentPartPr/>
                <p14:nvPr/>
              </p14:nvContentPartPr>
              <p14:xfrm>
                <a:off x="7129320" y="673320"/>
                <a:ext cx="102960" cy="74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96A5B55-94F5-7FDB-D07D-F10C65A26C0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11680" y="655320"/>
                  <a:ext cx="138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E8E7C7-9290-B0C4-AE1C-A7720A82CFEC}"/>
                    </a:ext>
                  </a:extLst>
                </p14:cNvPr>
                <p14:cNvContentPartPr/>
                <p14:nvPr/>
              </p14:nvContentPartPr>
              <p14:xfrm>
                <a:off x="7220760" y="693840"/>
                <a:ext cx="27360" cy="188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E8E7C7-9290-B0C4-AE1C-A7720A82CF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02760" y="675840"/>
                  <a:ext cx="63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8805F7B-F725-97C0-9E40-0B13F9F317F5}"/>
                    </a:ext>
                  </a:extLst>
                </p14:cNvPr>
                <p14:cNvContentPartPr/>
                <p14:nvPr/>
              </p14:nvContentPartPr>
              <p14:xfrm>
                <a:off x="4037640" y="912720"/>
                <a:ext cx="157320" cy="212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8805F7B-F725-97C0-9E40-0B13F9F317F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19640" y="895080"/>
                  <a:ext cx="192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DBB7E5-958D-9DC5-4CC3-A734C572AB03}"/>
                    </a:ext>
                  </a:extLst>
                </p14:cNvPr>
                <p14:cNvContentPartPr/>
                <p14:nvPr/>
              </p14:nvContentPartPr>
              <p14:xfrm>
                <a:off x="4302600" y="990840"/>
                <a:ext cx="62640" cy="164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DBB7E5-958D-9DC5-4CC3-A734C572AB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84600" y="972840"/>
                  <a:ext cx="982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E34C7EC-A73F-D90B-2D9D-5B2D294A241F}"/>
              </a:ext>
            </a:extLst>
          </p:cNvPr>
          <p:cNvGrpSpPr/>
          <p:nvPr/>
        </p:nvGrpSpPr>
        <p:grpSpPr>
          <a:xfrm>
            <a:off x="7477440" y="210360"/>
            <a:ext cx="4212360" cy="1168920"/>
            <a:chOff x="7477440" y="210360"/>
            <a:chExt cx="4212360" cy="11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A3DC26A-0054-B6B4-9FA9-E048FCFD53D5}"/>
                    </a:ext>
                  </a:extLst>
                </p14:cNvPr>
                <p14:cNvContentPartPr/>
                <p14:nvPr/>
              </p14:nvContentPartPr>
              <p14:xfrm>
                <a:off x="7906560" y="289920"/>
                <a:ext cx="50760" cy="417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A3DC26A-0054-B6B4-9FA9-E048FCFD53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88560" y="271920"/>
                  <a:ext cx="864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0401F9-4C9F-7A53-5027-E80457B51019}"/>
                    </a:ext>
                  </a:extLst>
                </p14:cNvPr>
                <p14:cNvContentPartPr/>
                <p14:nvPr/>
              </p14:nvContentPartPr>
              <p14:xfrm>
                <a:off x="7747800" y="721560"/>
                <a:ext cx="418680" cy="21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0401F9-4C9F-7A53-5027-E80457B5101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29800" y="703560"/>
                  <a:ext cx="454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6E0C61A-A17C-BC56-69D7-C98E19328B76}"/>
                    </a:ext>
                  </a:extLst>
                </p14:cNvPr>
                <p14:cNvContentPartPr/>
                <p14:nvPr/>
              </p14:nvContentPartPr>
              <p14:xfrm>
                <a:off x="7942560" y="842880"/>
                <a:ext cx="67320" cy="15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6E0C61A-A17C-BC56-69D7-C98E19328B7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24560" y="825240"/>
                  <a:ext cx="102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316B290-E30B-9A18-0F67-D6424CAC37AB}"/>
                    </a:ext>
                  </a:extLst>
                </p14:cNvPr>
                <p14:cNvContentPartPr/>
                <p14:nvPr/>
              </p14:nvContentPartPr>
              <p14:xfrm>
                <a:off x="7952640" y="863760"/>
                <a:ext cx="66240" cy="470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316B290-E30B-9A18-0F67-D6424CAC37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34640" y="845760"/>
                  <a:ext cx="1018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0DEE056-D4AB-332D-94C0-2806EB93C4F7}"/>
                    </a:ext>
                  </a:extLst>
                </p14:cNvPr>
                <p14:cNvContentPartPr/>
                <p14:nvPr/>
              </p14:nvContentPartPr>
              <p14:xfrm>
                <a:off x="7909440" y="210360"/>
                <a:ext cx="892440" cy="93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0DEE056-D4AB-332D-94C0-2806EB93C4F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91800" y="192720"/>
                  <a:ext cx="928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D7C4673-F753-8F04-B15F-6566882C664F}"/>
                    </a:ext>
                  </a:extLst>
                </p14:cNvPr>
                <p14:cNvContentPartPr/>
                <p14:nvPr/>
              </p14:nvContentPartPr>
              <p14:xfrm>
                <a:off x="8756160" y="224760"/>
                <a:ext cx="15840" cy="37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D7C4673-F753-8F04-B15F-6566882C664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38520" y="207120"/>
                  <a:ext cx="514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E91333E-246C-7C87-09FE-4A81C18737F2}"/>
                    </a:ext>
                  </a:extLst>
                </p14:cNvPr>
                <p14:cNvContentPartPr/>
                <p14:nvPr/>
              </p14:nvContentPartPr>
              <p14:xfrm>
                <a:off x="7921680" y="620760"/>
                <a:ext cx="1028160" cy="758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E91333E-246C-7C87-09FE-4A81C18737F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03680" y="603120"/>
                  <a:ext cx="106380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9BE23C-0F3F-3535-DF7A-57EDF796B42E}"/>
                    </a:ext>
                  </a:extLst>
                </p14:cNvPr>
                <p14:cNvContentPartPr/>
                <p14:nvPr/>
              </p14:nvContentPartPr>
              <p14:xfrm>
                <a:off x="8963880" y="460560"/>
                <a:ext cx="235800" cy="388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9BE23C-0F3F-3535-DF7A-57EDF796B4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5880" y="442920"/>
                  <a:ext cx="2714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31A8CA4-B029-D741-4E2F-3016931B4809}"/>
                    </a:ext>
                  </a:extLst>
                </p14:cNvPr>
                <p14:cNvContentPartPr/>
                <p14:nvPr/>
              </p14:nvContentPartPr>
              <p14:xfrm>
                <a:off x="9156840" y="593760"/>
                <a:ext cx="63360" cy="167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31A8CA4-B029-D741-4E2F-3016931B480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39200" y="575760"/>
                  <a:ext cx="99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BE86474-2995-686C-5E7C-264A57C3579C}"/>
                    </a:ext>
                  </a:extLst>
                </p14:cNvPr>
                <p14:cNvContentPartPr/>
                <p14:nvPr/>
              </p14:nvContentPartPr>
              <p14:xfrm>
                <a:off x="9129840" y="553440"/>
                <a:ext cx="167400" cy="133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BE86474-2995-686C-5E7C-264A57C3579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12200" y="535800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389346-980A-B1D0-067C-18B882D12414}"/>
                    </a:ext>
                  </a:extLst>
                </p14:cNvPr>
                <p14:cNvContentPartPr/>
                <p14:nvPr/>
              </p14:nvContentPartPr>
              <p14:xfrm>
                <a:off x="9393000" y="657480"/>
                <a:ext cx="46800" cy="131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389346-980A-B1D0-067C-18B882D1241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75000" y="639480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7D9094-B3B1-DA5C-D075-EDE03DD2E01F}"/>
                    </a:ext>
                  </a:extLst>
                </p14:cNvPr>
                <p14:cNvContentPartPr/>
                <p14:nvPr/>
              </p14:nvContentPartPr>
              <p14:xfrm>
                <a:off x="9519000" y="576840"/>
                <a:ext cx="138600" cy="37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7D9094-B3B1-DA5C-D075-EDE03DD2E01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01360" y="558840"/>
                  <a:ext cx="174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BD2D745-87E8-33D5-A517-0B3A421639F1}"/>
                    </a:ext>
                  </a:extLst>
                </p14:cNvPr>
                <p14:cNvContentPartPr/>
                <p14:nvPr/>
              </p14:nvContentPartPr>
              <p14:xfrm>
                <a:off x="9576600" y="530040"/>
                <a:ext cx="45360" cy="175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BD2D745-87E8-33D5-A517-0B3A421639F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558960" y="512400"/>
                  <a:ext cx="81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1A414CD-70A2-2525-45C1-C07EB8BB03E1}"/>
                    </a:ext>
                  </a:extLst>
                </p14:cNvPr>
                <p14:cNvContentPartPr/>
                <p14:nvPr/>
              </p14:nvContentPartPr>
              <p14:xfrm>
                <a:off x="9711960" y="500160"/>
                <a:ext cx="29520" cy="138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1A414CD-70A2-2525-45C1-C07EB8BB03E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694320" y="482520"/>
                  <a:ext cx="65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1A40D2-E7F2-D2D7-B5F5-ECC2D8B0ABCD}"/>
                    </a:ext>
                  </a:extLst>
                </p14:cNvPr>
                <p14:cNvContentPartPr/>
                <p14:nvPr/>
              </p14:nvContentPartPr>
              <p14:xfrm>
                <a:off x="9677400" y="466680"/>
                <a:ext cx="127080" cy="123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1A40D2-E7F2-D2D7-B5F5-ECC2D8B0AB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59400" y="449040"/>
                  <a:ext cx="162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98AAE6-57E0-3ABF-89B0-D37F3ADF505A}"/>
                    </a:ext>
                  </a:extLst>
                </p14:cNvPr>
                <p14:cNvContentPartPr/>
                <p14:nvPr/>
              </p14:nvContentPartPr>
              <p14:xfrm>
                <a:off x="9878280" y="602760"/>
                <a:ext cx="70920" cy="94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98AAE6-57E0-3ABF-89B0-D37F3ADF505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60280" y="584760"/>
                  <a:ext cx="106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ED0E2F5-4CF0-B65B-902C-152DAB942E94}"/>
                    </a:ext>
                  </a:extLst>
                </p14:cNvPr>
                <p14:cNvContentPartPr/>
                <p14:nvPr/>
              </p14:nvContentPartPr>
              <p14:xfrm>
                <a:off x="9959640" y="433560"/>
                <a:ext cx="146160" cy="390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ED0E2F5-4CF0-B65B-902C-152DAB942E9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42000" y="415920"/>
                  <a:ext cx="1818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7BCE592-14B4-41F7-7F3A-DF4DD81A266A}"/>
                    </a:ext>
                  </a:extLst>
                </p14:cNvPr>
                <p14:cNvContentPartPr/>
                <p14:nvPr/>
              </p14:nvContentPartPr>
              <p14:xfrm>
                <a:off x="10200120" y="507360"/>
                <a:ext cx="41400" cy="231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7BCE592-14B4-41F7-7F3A-DF4DD81A266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82120" y="489360"/>
                  <a:ext cx="77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712EB68-5F46-B392-F8C8-6F5083F46E82}"/>
                    </a:ext>
                  </a:extLst>
                </p14:cNvPr>
                <p14:cNvContentPartPr/>
                <p14:nvPr/>
              </p14:nvContentPartPr>
              <p14:xfrm>
                <a:off x="10314240" y="494040"/>
                <a:ext cx="71280" cy="218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712EB68-5F46-B392-F8C8-6F5083F46E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96600" y="476400"/>
                  <a:ext cx="106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85FA914-EE11-72EE-7A08-24A7E4A50A82}"/>
                    </a:ext>
                  </a:extLst>
                </p14:cNvPr>
                <p14:cNvContentPartPr/>
                <p14:nvPr/>
              </p14:nvContentPartPr>
              <p14:xfrm>
                <a:off x="10471200" y="869160"/>
                <a:ext cx="147960" cy="385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85FA914-EE11-72EE-7A08-24A7E4A50A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53200" y="851160"/>
                  <a:ext cx="1836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4AE486-A248-20DC-6C96-162AAE4C0ECA}"/>
                    </a:ext>
                  </a:extLst>
                </p14:cNvPr>
                <p14:cNvContentPartPr/>
                <p14:nvPr/>
              </p14:nvContentPartPr>
              <p14:xfrm>
                <a:off x="10666320" y="1032240"/>
                <a:ext cx="69480" cy="207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4AE486-A248-20DC-6C96-162AAE4C0E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648320" y="1014600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829C60-DC62-FD97-658B-2AB12B6DA7F3}"/>
                    </a:ext>
                  </a:extLst>
                </p14:cNvPr>
                <p14:cNvContentPartPr/>
                <p14:nvPr/>
              </p14:nvContentPartPr>
              <p14:xfrm>
                <a:off x="10652280" y="960240"/>
                <a:ext cx="123480" cy="150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829C60-DC62-FD97-658B-2AB12B6DA7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34280" y="942600"/>
                  <a:ext cx="159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525C01-35D7-8686-1712-2527279B7F34}"/>
                    </a:ext>
                  </a:extLst>
                </p14:cNvPr>
                <p14:cNvContentPartPr/>
                <p14:nvPr/>
              </p14:nvContentPartPr>
              <p14:xfrm>
                <a:off x="10852080" y="1065000"/>
                <a:ext cx="103320" cy="210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525C01-35D7-8686-1712-2527279B7F3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34440" y="1047000"/>
                  <a:ext cx="138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0DA6A7F-0C21-86BC-009E-24FADFD8FC92}"/>
                    </a:ext>
                  </a:extLst>
                </p14:cNvPr>
                <p14:cNvContentPartPr/>
                <p14:nvPr/>
              </p14:nvContentPartPr>
              <p14:xfrm>
                <a:off x="11004720" y="1020360"/>
                <a:ext cx="33120" cy="147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0DA6A7F-0C21-86BC-009E-24FADFD8FC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86720" y="1002360"/>
                  <a:ext cx="68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871EFDB-966C-6BE7-A416-9136FB3EC287}"/>
                    </a:ext>
                  </a:extLst>
                </p14:cNvPr>
                <p14:cNvContentPartPr/>
                <p14:nvPr/>
              </p14:nvContentPartPr>
              <p14:xfrm>
                <a:off x="11074560" y="1018200"/>
                <a:ext cx="70200" cy="146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871EFDB-966C-6BE7-A416-9136FB3EC28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56560" y="1000560"/>
                  <a:ext cx="105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EAA3F04-F0CD-465C-F03E-C64ED74BB5AC}"/>
                    </a:ext>
                  </a:extLst>
                </p14:cNvPr>
                <p14:cNvContentPartPr/>
                <p14:nvPr/>
              </p14:nvContentPartPr>
              <p14:xfrm>
                <a:off x="11225040" y="1000560"/>
                <a:ext cx="86040" cy="160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EAA3F04-F0CD-465C-F03E-C64ED74BB5A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07040" y="982920"/>
                  <a:ext cx="121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F56789-D0B9-7A9D-11A9-F8B37F82B5F7}"/>
                    </a:ext>
                  </a:extLst>
                </p14:cNvPr>
                <p14:cNvContentPartPr/>
                <p14:nvPr/>
              </p14:nvContentPartPr>
              <p14:xfrm>
                <a:off x="11246640" y="955200"/>
                <a:ext cx="128520" cy="117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F56789-D0B9-7A9D-11A9-F8B37F82B5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29000" y="937200"/>
                  <a:ext cx="164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8A968D-9EBA-02DC-CE44-BB49A648D769}"/>
                    </a:ext>
                  </a:extLst>
                </p14:cNvPr>
                <p14:cNvContentPartPr/>
                <p14:nvPr/>
              </p14:nvContentPartPr>
              <p14:xfrm>
                <a:off x="11394240" y="1066440"/>
                <a:ext cx="109080" cy="108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8A968D-9EBA-02DC-CE44-BB49A648D7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76600" y="1048800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0A58A27-2CCD-EC98-70C7-307C94C7ABEC}"/>
                    </a:ext>
                  </a:extLst>
                </p14:cNvPr>
                <p14:cNvContentPartPr/>
                <p14:nvPr/>
              </p14:nvContentPartPr>
              <p14:xfrm>
                <a:off x="11492160" y="1074360"/>
                <a:ext cx="34920" cy="126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0A58A27-2CCD-EC98-70C7-307C94C7AB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74160" y="1056360"/>
                  <a:ext cx="70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34474A7-2491-E672-8F0C-0DDA074E77B1}"/>
                    </a:ext>
                  </a:extLst>
                </p14:cNvPr>
                <p14:cNvContentPartPr/>
                <p14:nvPr/>
              </p14:nvContentPartPr>
              <p14:xfrm>
                <a:off x="11518080" y="944400"/>
                <a:ext cx="171720" cy="228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34474A7-2491-E672-8F0C-0DDA074E77B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500080" y="926400"/>
                  <a:ext cx="207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0269591-7A2D-1B3C-7C20-27F685E8E274}"/>
                    </a:ext>
                  </a:extLst>
                </p14:cNvPr>
                <p14:cNvContentPartPr/>
                <p14:nvPr/>
              </p14:nvContentPartPr>
              <p14:xfrm>
                <a:off x="7477440" y="905160"/>
                <a:ext cx="150840" cy="159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0269591-7A2D-1B3C-7C20-27F685E8E27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59440" y="887160"/>
                  <a:ext cx="186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BE351B1-7EB2-3FE2-BE7A-A2DA6D85D7F2}"/>
                    </a:ext>
                  </a:extLst>
                </p14:cNvPr>
                <p14:cNvContentPartPr/>
                <p14:nvPr/>
              </p14:nvContentPartPr>
              <p14:xfrm>
                <a:off x="7736640" y="975000"/>
                <a:ext cx="81000" cy="217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BE351B1-7EB2-3FE2-BE7A-A2DA6D85D7F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719000" y="957360"/>
                  <a:ext cx="1166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28256A5-A5AA-B65F-D97D-33D39E785F3F}"/>
              </a:ext>
            </a:extLst>
          </p:cNvPr>
          <p:cNvGrpSpPr/>
          <p:nvPr/>
        </p:nvGrpSpPr>
        <p:grpSpPr>
          <a:xfrm>
            <a:off x="296880" y="428520"/>
            <a:ext cx="2731320" cy="1566360"/>
            <a:chOff x="296880" y="428520"/>
            <a:chExt cx="2731320" cy="156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F6DFCF1-A396-1FED-5AD5-779FD7B0FC7B}"/>
                    </a:ext>
                  </a:extLst>
                </p14:cNvPr>
                <p14:cNvContentPartPr/>
                <p14:nvPr/>
              </p14:nvContentPartPr>
              <p14:xfrm>
                <a:off x="296880" y="1426800"/>
                <a:ext cx="316440" cy="220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F6DFCF1-A396-1FED-5AD5-779FD7B0FC7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9240" y="1408800"/>
                  <a:ext cx="352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BBCA438-7173-A1AC-4511-9B8EACBD21CE}"/>
                    </a:ext>
                  </a:extLst>
                </p14:cNvPr>
                <p14:cNvContentPartPr/>
                <p14:nvPr/>
              </p14:nvContentPartPr>
              <p14:xfrm>
                <a:off x="584880" y="1143120"/>
                <a:ext cx="394920" cy="295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BBCA438-7173-A1AC-4511-9B8EACBD21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7240" y="1125120"/>
                  <a:ext cx="430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2ED10C-3E7F-8060-517E-8AC47B13FF68}"/>
                    </a:ext>
                  </a:extLst>
                </p14:cNvPr>
                <p14:cNvContentPartPr/>
                <p14:nvPr/>
              </p14:nvContentPartPr>
              <p14:xfrm>
                <a:off x="995280" y="1060680"/>
                <a:ext cx="222120" cy="167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2ED10C-3E7F-8060-517E-8AC47B13FF6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7640" y="1043040"/>
                  <a:ext cx="257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236F44A-2CD2-5C98-A206-28ECFCB4C303}"/>
                    </a:ext>
                  </a:extLst>
                </p14:cNvPr>
                <p14:cNvContentPartPr/>
                <p14:nvPr/>
              </p14:nvContentPartPr>
              <p14:xfrm>
                <a:off x="1284360" y="688080"/>
                <a:ext cx="374760" cy="345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236F44A-2CD2-5C98-A206-28ECFCB4C3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66360" y="670080"/>
                  <a:ext cx="4104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3F3CFF-C026-C855-50D7-CEC85944936A}"/>
                    </a:ext>
                  </a:extLst>
                </p14:cNvPr>
                <p14:cNvContentPartPr/>
                <p14:nvPr/>
              </p14:nvContentPartPr>
              <p14:xfrm>
                <a:off x="1701600" y="428520"/>
                <a:ext cx="392400" cy="306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3F3CFF-C026-C855-50D7-CEC85944936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83960" y="410520"/>
                  <a:ext cx="4280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C2684A7-CB12-E6EA-ACA3-1FC111BEFA28}"/>
                    </a:ext>
                  </a:extLst>
                </p14:cNvPr>
                <p14:cNvContentPartPr/>
                <p14:nvPr/>
              </p14:nvContentPartPr>
              <p14:xfrm>
                <a:off x="421440" y="854400"/>
                <a:ext cx="175320" cy="194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C2684A7-CB12-E6EA-ACA3-1FC111BEFA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3800" y="836400"/>
                  <a:ext cx="2109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EB944F4-9008-7465-5619-CA95D2A13FDE}"/>
                    </a:ext>
                  </a:extLst>
                </p14:cNvPr>
                <p14:cNvContentPartPr/>
                <p14:nvPr/>
              </p14:nvContentPartPr>
              <p14:xfrm>
                <a:off x="501720" y="758640"/>
                <a:ext cx="155520" cy="149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EB944F4-9008-7465-5619-CA95D2A13FD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4080" y="740640"/>
                  <a:ext cx="191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264B18E-7D46-EA5D-5CEB-C102E08E81F1}"/>
                    </a:ext>
                  </a:extLst>
                </p14:cNvPr>
                <p14:cNvContentPartPr/>
                <p14:nvPr/>
              </p14:nvContentPartPr>
              <p14:xfrm>
                <a:off x="768480" y="824160"/>
                <a:ext cx="91080" cy="106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264B18E-7D46-EA5D-5CEB-C102E08E81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0480" y="806160"/>
                  <a:ext cx="126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51BBEB4-E17A-E5FF-50DE-C8DB2962D833}"/>
                    </a:ext>
                  </a:extLst>
                </p14:cNvPr>
                <p14:cNvContentPartPr/>
                <p14:nvPr/>
              </p14:nvContentPartPr>
              <p14:xfrm>
                <a:off x="1038480" y="643800"/>
                <a:ext cx="91800" cy="128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51BBEB4-E17A-E5FF-50DE-C8DB2962D83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0480" y="626160"/>
                  <a:ext cx="127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771C867-BBFD-1385-DF3A-49E8A5C03910}"/>
                    </a:ext>
                  </a:extLst>
                </p14:cNvPr>
                <p14:cNvContentPartPr/>
                <p14:nvPr/>
              </p14:nvContentPartPr>
              <p14:xfrm>
                <a:off x="1001760" y="534000"/>
                <a:ext cx="173880" cy="111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771C867-BBFD-1385-DF3A-49E8A5C0391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4120" y="516000"/>
                  <a:ext cx="209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A372C09-595F-A15D-AC01-13A4DD2974F8}"/>
                    </a:ext>
                  </a:extLst>
                </p14:cNvPr>
                <p14:cNvContentPartPr/>
                <p14:nvPr/>
              </p14:nvContentPartPr>
              <p14:xfrm>
                <a:off x="1299840" y="498720"/>
                <a:ext cx="175680" cy="92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A372C09-595F-A15D-AC01-13A4DD2974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82200" y="481080"/>
                  <a:ext cx="211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ADB400D-F974-F0E4-9DDF-E489DB1B2EC4}"/>
                    </a:ext>
                  </a:extLst>
                </p14:cNvPr>
                <p14:cNvContentPartPr/>
                <p14:nvPr/>
              </p14:nvContentPartPr>
              <p14:xfrm>
                <a:off x="811680" y="1807320"/>
                <a:ext cx="156600" cy="187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ADB400D-F974-F0E4-9DDF-E489DB1B2EC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4040" y="1789320"/>
                  <a:ext cx="192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6B72590-0B3C-534A-F7BA-9DECCDAE3B08}"/>
                    </a:ext>
                  </a:extLst>
                </p14:cNvPr>
                <p14:cNvContentPartPr/>
                <p14:nvPr/>
              </p14:nvContentPartPr>
              <p14:xfrm>
                <a:off x="830760" y="1688880"/>
                <a:ext cx="183960" cy="156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6B72590-0B3C-534A-F7BA-9DECCDAE3B0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13120" y="1670880"/>
                  <a:ext cx="219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FD48C6F-8DD4-CF18-375E-7734DE271B91}"/>
                    </a:ext>
                  </a:extLst>
                </p14:cNvPr>
                <p14:cNvContentPartPr/>
                <p14:nvPr/>
              </p14:nvContentPartPr>
              <p14:xfrm>
                <a:off x="1154040" y="1702200"/>
                <a:ext cx="79560" cy="153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FD48C6F-8DD4-CF18-375E-7734DE271B9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6040" y="1684200"/>
                  <a:ext cx="115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D50BAFC-26A6-94C6-2D6C-46B6C6A439B8}"/>
                    </a:ext>
                  </a:extLst>
                </p14:cNvPr>
                <p14:cNvContentPartPr/>
                <p14:nvPr/>
              </p14:nvContentPartPr>
              <p14:xfrm>
                <a:off x="1278960" y="1657200"/>
                <a:ext cx="105480" cy="135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D50BAFC-26A6-94C6-2D6C-46B6C6A439B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61320" y="1639200"/>
                  <a:ext cx="141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DA46AA9-4804-9B58-9FD5-E0AA1371A3A1}"/>
                    </a:ext>
                  </a:extLst>
                </p14:cNvPr>
                <p14:cNvContentPartPr/>
                <p14:nvPr/>
              </p14:nvContentPartPr>
              <p14:xfrm>
                <a:off x="1404960" y="1593120"/>
                <a:ext cx="83880" cy="92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DA46AA9-4804-9B58-9FD5-E0AA1371A3A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86960" y="1575120"/>
                  <a:ext cx="119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E6AD67C-4ABD-5CCE-A721-5A927FA3864C}"/>
                    </a:ext>
                  </a:extLst>
                </p14:cNvPr>
                <p14:cNvContentPartPr/>
                <p14:nvPr/>
              </p14:nvContentPartPr>
              <p14:xfrm>
                <a:off x="1528800" y="1522200"/>
                <a:ext cx="40680" cy="106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E6AD67C-4ABD-5CCE-A721-5A927FA3864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10800" y="1504560"/>
                  <a:ext cx="76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A4C850F-6777-C8DF-FD0D-65E71E406EF9}"/>
                    </a:ext>
                  </a:extLst>
                </p14:cNvPr>
                <p14:cNvContentPartPr/>
                <p14:nvPr/>
              </p14:nvContentPartPr>
              <p14:xfrm>
                <a:off x="1494240" y="1432200"/>
                <a:ext cx="13680" cy="16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A4C850F-6777-C8DF-FD0D-65E71E406EF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76240" y="1414560"/>
                  <a:ext cx="4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3F8B5CC-0974-C7EE-D145-0C34E4265CA0}"/>
                    </a:ext>
                  </a:extLst>
                </p14:cNvPr>
                <p14:cNvContentPartPr/>
                <p14:nvPr/>
              </p14:nvContentPartPr>
              <p14:xfrm>
                <a:off x="1636440" y="1432200"/>
                <a:ext cx="77760" cy="119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3F8B5CC-0974-C7EE-D145-0C34E4265CA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618440" y="1414200"/>
                  <a:ext cx="1134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CB53265-E814-2AE7-7B82-FC301F12E0F6}"/>
                    </a:ext>
                  </a:extLst>
                </p14:cNvPr>
                <p14:cNvContentPartPr/>
                <p14:nvPr/>
              </p14:nvContentPartPr>
              <p14:xfrm>
                <a:off x="1785480" y="1355520"/>
                <a:ext cx="71640" cy="123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CB53265-E814-2AE7-7B82-FC301F12E0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767840" y="1337520"/>
                  <a:ext cx="107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8788370-A9FB-D309-DCD9-2295382A6E39}"/>
                    </a:ext>
                  </a:extLst>
                </p14:cNvPr>
                <p14:cNvContentPartPr/>
                <p14:nvPr/>
              </p14:nvContentPartPr>
              <p14:xfrm>
                <a:off x="1892040" y="1237080"/>
                <a:ext cx="26280" cy="34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8788370-A9FB-D309-DCD9-2295382A6E3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874400" y="1219440"/>
                  <a:ext cx="61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29D76DA-329B-2D60-FFEA-2BF4A6A61A96}"/>
                    </a:ext>
                  </a:extLst>
                </p14:cNvPr>
                <p14:cNvContentPartPr/>
                <p14:nvPr/>
              </p14:nvContentPartPr>
              <p14:xfrm>
                <a:off x="1928400" y="1240680"/>
                <a:ext cx="52920" cy="48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29D76DA-329B-2D60-FFEA-2BF4A6A61A9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910400" y="1222680"/>
                  <a:ext cx="88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599CB3B-912D-68C8-561E-35B973EE512C}"/>
                    </a:ext>
                  </a:extLst>
                </p14:cNvPr>
                <p14:cNvContentPartPr/>
                <p14:nvPr/>
              </p14:nvContentPartPr>
              <p14:xfrm>
                <a:off x="2053680" y="1024320"/>
                <a:ext cx="108360" cy="1648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599CB3B-912D-68C8-561E-35B973EE51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36040" y="1006320"/>
                  <a:ext cx="144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277D23-119F-8797-A8BC-C846892AD46A}"/>
                    </a:ext>
                  </a:extLst>
                </p14:cNvPr>
                <p14:cNvContentPartPr/>
                <p14:nvPr/>
              </p14:nvContentPartPr>
              <p14:xfrm>
                <a:off x="2047560" y="936840"/>
                <a:ext cx="159480" cy="139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277D23-119F-8797-A8BC-C846892AD46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029560" y="918840"/>
                  <a:ext cx="19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BA14B43-D147-B33D-DAE2-8CA89092948B}"/>
                    </a:ext>
                  </a:extLst>
                </p14:cNvPr>
                <p14:cNvContentPartPr/>
                <p14:nvPr/>
              </p14:nvContentPartPr>
              <p14:xfrm>
                <a:off x="2289480" y="976800"/>
                <a:ext cx="92520" cy="87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BA14B43-D147-B33D-DAE2-8CA89092948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271480" y="959160"/>
                  <a:ext cx="128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32B5FD-5C67-9689-20AE-92A00914355E}"/>
                    </a:ext>
                  </a:extLst>
                </p14:cNvPr>
                <p14:cNvContentPartPr/>
                <p14:nvPr/>
              </p14:nvContentPartPr>
              <p14:xfrm>
                <a:off x="2413320" y="801480"/>
                <a:ext cx="83160" cy="90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32B5FD-5C67-9689-20AE-92A00914355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95680" y="783840"/>
                  <a:ext cx="118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E95C556-ACF9-B8BB-FCC0-3725A6AB86EE}"/>
                    </a:ext>
                  </a:extLst>
                </p14:cNvPr>
                <p14:cNvContentPartPr/>
                <p14:nvPr/>
              </p14:nvContentPartPr>
              <p14:xfrm>
                <a:off x="2440680" y="794280"/>
                <a:ext cx="87480" cy="97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E95C556-ACF9-B8BB-FCC0-3725A6AB86E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423040" y="776280"/>
                  <a:ext cx="123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91EC586-AF4C-7E7C-E8A0-B150CC1AAE7A}"/>
                    </a:ext>
                  </a:extLst>
                </p14:cNvPr>
                <p14:cNvContentPartPr/>
                <p14:nvPr/>
              </p14:nvContentPartPr>
              <p14:xfrm>
                <a:off x="2657760" y="707160"/>
                <a:ext cx="113760" cy="110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91EC586-AF4C-7E7C-E8A0-B150CC1AAE7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639760" y="689160"/>
                  <a:ext cx="149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045A70F-CA45-B746-C63E-CE3588B147C6}"/>
                    </a:ext>
                  </a:extLst>
                </p14:cNvPr>
                <p14:cNvContentPartPr/>
                <p14:nvPr/>
              </p14:nvContentPartPr>
              <p14:xfrm>
                <a:off x="2644800" y="609960"/>
                <a:ext cx="154080" cy="136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045A70F-CA45-B746-C63E-CE3588B147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626800" y="592320"/>
                  <a:ext cx="189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A26A55F-2AD5-70D6-9A24-6D04F0055A01}"/>
                    </a:ext>
                  </a:extLst>
                </p14:cNvPr>
                <p14:cNvContentPartPr/>
                <p14:nvPr/>
              </p14:nvContentPartPr>
              <p14:xfrm>
                <a:off x="2879520" y="665400"/>
                <a:ext cx="148680" cy="111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A26A55F-2AD5-70D6-9A24-6D04F0055A0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61520" y="647760"/>
                  <a:ext cx="18432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1EF932E-2B10-B2B0-D070-A53D6F19E932}"/>
              </a:ext>
            </a:extLst>
          </p:cNvPr>
          <p:cNvGrpSpPr/>
          <p:nvPr/>
        </p:nvGrpSpPr>
        <p:grpSpPr>
          <a:xfrm>
            <a:off x="313080" y="4706400"/>
            <a:ext cx="3381120" cy="1986840"/>
            <a:chOff x="313080" y="4706400"/>
            <a:chExt cx="3381120" cy="19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4AAF119-0AFD-B7A5-4615-2DE90A512C36}"/>
                    </a:ext>
                  </a:extLst>
                </p14:cNvPr>
                <p14:cNvContentPartPr/>
                <p14:nvPr/>
              </p14:nvContentPartPr>
              <p14:xfrm>
                <a:off x="313080" y="5935800"/>
                <a:ext cx="243720" cy="202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4AAF119-0AFD-B7A5-4615-2DE90A512C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95080" y="5917800"/>
                  <a:ext cx="279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8992655-C912-C997-035A-F01C675EA2C2}"/>
                    </a:ext>
                  </a:extLst>
                </p14:cNvPr>
                <p14:cNvContentPartPr/>
                <p14:nvPr/>
              </p14:nvContentPartPr>
              <p14:xfrm>
                <a:off x="540960" y="5897640"/>
                <a:ext cx="46800" cy="10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8992655-C912-C997-035A-F01C675EA2C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2960" y="5879640"/>
                  <a:ext cx="82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22B9E10-D34B-A938-0BAD-104D0930FBC5}"/>
                    </a:ext>
                  </a:extLst>
                </p14:cNvPr>
                <p14:cNvContentPartPr/>
                <p14:nvPr/>
              </p14:nvContentPartPr>
              <p14:xfrm>
                <a:off x="479040" y="5525400"/>
                <a:ext cx="186840" cy="381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22B9E10-D34B-A938-0BAD-104D0930FBC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1400" y="5507760"/>
                  <a:ext cx="2224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0F4ADB-AE97-81C2-F18C-BFA0BC9FAC01}"/>
                    </a:ext>
                  </a:extLst>
                </p14:cNvPr>
                <p14:cNvContentPartPr/>
                <p14:nvPr/>
              </p14:nvContentPartPr>
              <p14:xfrm>
                <a:off x="645360" y="5240640"/>
                <a:ext cx="280080" cy="21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0F4ADB-AE97-81C2-F18C-BFA0BC9FAC0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27720" y="5222640"/>
                  <a:ext cx="3157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23284AC-8CD2-8496-20F6-209DC8693C7D}"/>
                    </a:ext>
                  </a:extLst>
                </p14:cNvPr>
                <p14:cNvContentPartPr/>
                <p14:nvPr/>
              </p14:nvContentPartPr>
              <p14:xfrm>
                <a:off x="936600" y="5012400"/>
                <a:ext cx="203400" cy="254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23284AC-8CD2-8496-20F6-209DC8693C7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8960" y="4994760"/>
                  <a:ext cx="239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F822459-317A-85CA-52F4-432CA580A920}"/>
                    </a:ext>
                  </a:extLst>
                </p14:cNvPr>
                <p14:cNvContentPartPr/>
                <p14:nvPr/>
              </p14:nvContentPartPr>
              <p14:xfrm>
                <a:off x="701520" y="5883600"/>
                <a:ext cx="202320" cy="221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F822459-317A-85CA-52F4-432CA580A9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83520" y="5865960"/>
                  <a:ext cx="237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037E36A-0647-1046-7601-17E0BB56A8F2}"/>
                    </a:ext>
                  </a:extLst>
                </p14:cNvPr>
                <p14:cNvContentPartPr/>
                <p14:nvPr/>
              </p14:nvContentPartPr>
              <p14:xfrm>
                <a:off x="899880" y="5847960"/>
                <a:ext cx="226800" cy="214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037E36A-0647-1046-7601-17E0BB56A8F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82240" y="5830320"/>
                  <a:ext cx="262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A979C3A-814E-1E60-F555-C0071A3692BB}"/>
                    </a:ext>
                  </a:extLst>
                </p14:cNvPr>
                <p14:cNvContentPartPr/>
                <p14:nvPr/>
              </p14:nvContentPartPr>
              <p14:xfrm>
                <a:off x="1111200" y="5612160"/>
                <a:ext cx="259560" cy="222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A979C3A-814E-1E60-F555-C0071A3692B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3560" y="5594160"/>
                  <a:ext cx="295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D09604-DEBB-C97B-22F2-977B85EEAE33}"/>
                    </a:ext>
                  </a:extLst>
                </p14:cNvPr>
                <p14:cNvContentPartPr/>
                <p14:nvPr/>
              </p14:nvContentPartPr>
              <p14:xfrm>
                <a:off x="1186440" y="4946880"/>
                <a:ext cx="411120" cy="723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D09604-DEBB-C97B-22F2-977B85EEAE3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68440" y="4929240"/>
                  <a:ext cx="44676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353318C-2AF6-9C20-F5D1-0F1A42255346}"/>
                    </a:ext>
                  </a:extLst>
                </p14:cNvPr>
                <p14:cNvContentPartPr/>
                <p14:nvPr/>
              </p14:nvContentPartPr>
              <p14:xfrm>
                <a:off x="1415040" y="4706400"/>
                <a:ext cx="516960" cy="451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353318C-2AF6-9C20-F5D1-0F1A4225534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97040" y="4688760"/>
                  <a:ext cx="5526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A331065-2B36-C3FA-9BB0-A2543C3B6244}"/>
                    </a:ext>
                  </a:extLst>
                </p14:cNvPr>
                <p14:cNvContentPartPr/>
                <p14:nvPr/>
              </p14:nvContentPartPr>
              <p14:xfrm>
                <a:off x="429360" y="5051640"/>
                <a:ext cx="131760" cy="121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A331065-2B36-C3FA-9BB0-A2543C3B624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1720" y="5034000"/>
                  <a:ext cx="167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55F7162-EB32-4894-80D3-7132281F9930}"/>
                    </a:ext>
                  </a:extLst>
                </p14:cNvPr>
                <p14:cNvContentPartPr/>
                <p14:nvPr/>
              </p14:nvContentPartPr>
              <p14:xfrm>
                <a:off x="390120" y="4894680"/>
                <a:ext cx="172080" cy="163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55F7162-EB32-4894-80D3-7132281F993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72120" y="4877040"/>
                  <a:ext cx="207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A0B0A4B-EF15-08F7-842B-A6F48DE48CFB}"/>
                    </a:ext>
                  </a:extLst>
                </p14:cNvPr>
                <p14:cNvContentPartPr/>
                <p14:nvPr/>
              </p14:nvContentPartPr>
              <p14:xfrm>
                <a:off x="603600" y="4915560"/>
                <a:ext cx="140400" cy="151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A0B0A4B-EF15-08F7-842B-A6F48DE48CF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5600" y="4897560"/>
                  <a:ext cx="176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527F28F-D6CF-0E22-3390-EB8E137D4F9B}"/>
                    </a:ext>
                  </a:extLst>
                </p14:cNvPr>
                <p14:cNvContentPartPr/>
                <p14:nvPr/>
              </p14:nvContentPartPr>
              <p14:xfrm>
                <a:off x="1326840" y="5845080"/>
                <a:ext cx="156240" cy="219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527F28F-D6CF-0E22-3390-EB8E137D4F9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309200" y="5827440"/>
                  <a:ext cx="191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F7D7649-5332-F7C4-B9F0-5C9BD2803AE1}"/>
                    </a:ext>
                  </a:extLst>
                </p14:cNvPr>
                <p14:cNvContentPartPr/>
                <p14:nvPr/>
              </p14:nvContentPartPr>
              <p14:xfrm>
                <a:off x="1371120" y="5837520"/>
                <a:ext cx="134280" cy="120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F7D7649-5332-F7C4-B9F0-5C9BD2803AE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353120" y="5819520"/>
                  <a:ext cx="169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85FFB64-DB26-F77D-6684-384A8CA09256}"/>
                    </a:ext>
                  </a:extLst>
                </p14:cNvPr>
                <p14:cNvContentPartPr/>
                <p14:nvPr/>
              </p14:nvContentPartPr>
              <p14:xfrm>
                <a:off x="1654080" y="5822760"/>
                <a:ext cx="6120" cy="14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85FFB64-DB26-F77D-6684-384A8CA0925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36080" y="5805120"/>
                  <a:ext cx="41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5C53AC3-D9EB-F6F8-60E8-469763D2CF07}"/>
                    </a:ext>
                  </a:extLst>
                </p14:cNvPr>
                <p14:cNvContentPartPr/>
                <p14:nvPr/>
              </p14:nvContentPartPr>
              <p14:xfrm>
                <a:off x="1637880" y="5796120"/>
                <a:ext cx="89280" cy="155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5C53AC3-D9EB-F6F8-60E8-469763D2CF0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19880" y="5778120"/>
                  <a:ext cx="1249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FBAA8E8-6DA5-5A18-0068-7C09D4995755}"/>
                    </a:ext>
                  </a:extLst>
                </p14:cNvPr>
                <p14:cNvContentPartPr/>
                <p14:nvPr/>
              </p14:nvContentPartPr>
              <p14:xfrm>
                <a:off x="1717440" y="5818080"/>
                <a:ext cx="105480" cy="145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FBAA8E8-6DA5-5A18-0068-7C09D499575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699440" y="5800440"/>
                  <a:ext cx="141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DFBF019-0393-19C0-EF11-BEFBCCD0E02A}"/>
                    </a:ext>
                  </a:extLst>
                </p14:cNvPr>
                <p14:cNvContentPartPr/>
                <p14:nvPr/>
              </p14:nvContentPartPr>
              <p14:xfrm>
                <a:off x="1917960" y="6499920"/>
                <a:ext cx="140400" cy="184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DFBF019-0393-19C0-EF11-BEFBCCD0E02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99960" y="6481920"/>
                  <a:ext cx="176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2D92131-7480-0A62-D528-E7330661740C}"/>
                    </a:ext>
                  </a:extLst>
                </p14:cNvPr>
                <p14:cNvContentPartPr/>
                <p14:nvPr/>
              </p14:nvContentPartPr>
              <p14:xfrm>
                <a:off x="1911480" y="6439080"/>
                <a:ext cx="189000" cy="138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2D92131-7480-0A62-D528-E7330661740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893480" y="6421080"/>
                  <a:ext cx="224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9E56C5-EEFC-2F27-E626-33872468C0C0}"/>
                    </a:ext>
                  </a:extLst>
                </p14:cNvPr>
                <p14:cNvContentPartPr/>
                <p14:nvPr/>
              </p14:nvContentPartPr>
              <p14:xfrm>
                <a:off x="2228280" y="6574800"/>
                <a:ext cx="88560" cy="118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9E56C5-EEFC-2F27-E626-33872468C0C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10280" y="6557160"/>
                  <a:ext cx="124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31E64A-5273-F90B-C55B-212E57CD1C56}"/>
                    </a:ext>
                  </a:extLst>
                </p14:cNvPr>
                <p14:cNvContentPartPr/>
                <p14:nvPr/>
              </p14:nvContentPartPr>
              <p14:xfrm>
                <a:off x="2245200" y="6524040"/>
                <a:ext cx="51840" cy="720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31E64A-5273-F90B-C55B-212E57CD1C5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27200" y="6506400"/>
                  <a:ext cx="87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2903552-9755-DE3E-D7F9-4873955A8CC3}"/>
                    </a:ext>
                  </a:extLst>
                </p14:cNvPr>
                <p14:cNvContentPartPr/>
                <p14:nvPr/>
              </p14:nvContentPartPr>
              <p14:xfrm>
                <a:off x="2332320" y="6504960"/>
                <a:ext cx="98640" cy="94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2903552-9755-DE3E-D7F9-4873955A8CC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314680" y="6487320"/>
                  <a:ext cx="134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2305AAC-E49D-837D-3A4F-69EA4DA36A76}"/>
                    </a:ext>
                  </a:extLst>
                </p14:cNvPr>
                <p14:cNvContentPartPr/>
                <p14:nvPr/>
              </p14:nvContentPartPr>
              <p14:xfrm>
                <a:off x="2455800" y="6422160"/>
                <a:ext cx="45360" cy="74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2305AAC-E49D-837D-3A4F-69EA4DA36A7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37800" y="6404160"/>
                  <a:ext cx="81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72EAD78-DF90-B574-6615-E83B393F6ADD}"/>
                    </a:ext>
                  </a:extLst>
                </p14:cNvPr>
                <p14:cNvContentPartPr/>
                <p14:nvPr/>
              </p14:nvContentPartPr>
              <p14:xfrm>
                <a:off x="2466960" y="6225960"/>
                <a:ext cx="29160" cy="49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72EAD78-DF90-B574-6615-E83B393F6A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448960" y="6207960"/>
                  <a:ext cx="64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5076F39-1B26-1CE1-3767-CE03C618C3A4}"/>
                    </a:ext>
                  </a:extLst>
                </p14:cNvPr>
                <p14:cNvContentPartPr/>
                <p14:nvPr/>
              </p14:nvContentPartPr>
              <p14:xfrm>
                <a:off x="2511240" y="6252600"/>
                <a:ext cx="28440" cy="41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5076F39-1B26-1CE1-3767-CE03C618C3A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93240" y="6234600"/>
                  <a:ext cx="64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0B6B1F9-9994-FCC6-3389-5987CDC0314E}"/>
                    </a:ext>
                  </a:extLst>
                </p14:cNvPr>
                <p14:cNvContentPartPr/>
                <p14:nvPr/>
              </p14:nvContentPartPr>
              <p14:xfrm>
                <a:off x="1640760" y="6130920"/>
                <a:ext cx="429480" cy="446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0B6B1F9-9994-FCC6-3389-5987CDC0314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622760" y="6113280"/>
                  <a:ext cx="4651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1ED0B24-8612-8F72-6EB8-3304C36CFF2C}"/>
                    </a:ext>
                  </a:extLst>
                </p14:cNvPr>
                <p14:cNvContentPartPr/>
                <p14:nvPr/>
              </p14:nvContentPartPr>
              <p14:xfrm>
                <a:off x="1647960" y="6146040"/>
                <a:ext cx="92880" cy="117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1ED0B24-8612-8F72-6EB8-3304C36CFF2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30320" y="612840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CA09319-72B3-1839-10D0-A5AB88BAF2B4}"/>
                    </a:ext>
                  </a:extLst>
                </p14:cNvPr>
                <p14:cNvContentPartPr/>
                <p14:nvPr/>
              </p14:nvContentPartPr>
              <p14:xfrm>
                <a:off x="2434200" y="5712960"/>
                <a:ext cx="147600" cy="207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CA09319-72B3-1839-10D0-A5AB88BAF2B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416560" y="5695320"/>
                  <a:ext cx="183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AFFE111-2F8A-C4AE-D714-60DA120E1DFB}"/>
                    </a:ext>
                  </a:extLst>
                </p14:cNvPr>
                <p14:cNvContentPartPr/>
                <p14:nvPr/>
              </p14:nvContentPartPr>
              <p14:xfrm>
                <a:off x="2535720" y="5860200"/>
                <a:ext cx="206280" cy="150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AFFE111-2F8A-C4AE-D714-60DA120E1D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518080" y="5842200"/>
                  <a:ext cx="241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D4FF18F-E6D6-A84D-0B16-79471332F089}"/>
                    </a:ext>
                  </a:extLst>
                </p14:cNvPr>
                <p14:cNvContentPartPr/>
                <p14:nvPr/>
              </p14:nvContentPartPr>
              <p14:xfrm>
                <a:off x="2720400" y="6143880"/>
                <a:ext cx="118800" cy="162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D4FF18F-E6D6-A84D-0B16-79471332F0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702760" y="6126240"/>
                  <a:ext cx="154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D28B4E1-F52D-B7AB-1B4C-3326A05DC6E5}"/>
                    </a:ext>
                  </a:extLst>
                </p14:cNvPr>
                <p14:cNvContentPartPr/>
                <p14:nvPr/>
              </p14:nvContentPartPr>
              <p14:xfrm>
                <a:off x="2717880" y="6107160"/>
                <a:ext cx="209160" cy="85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D28B4E1-F52D-B7AB-1B4C-3326A05DC6E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99880" y="6089520"/>
                  <a:ext cx="244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0337994-BEF0-B1BD-F9EE-9B701367A8E6}"/>
                    </a:ext>
                  </a:extLst>
                </p14:cNvPr>
                <p14:cNvContentPartPr/>
                <p14:nvPr/>
              </p14:nvContentPartPr>
              <p14:xfrm>
                <a:off x="2941440" y="6097440"/>
                <a:ext cx="110520" cy="113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0337994-BEF0-B1BD-F9EE-9B701367A8E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23440" y="6079440"/>
                  <a:ext cx="146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AD7CD52-7076-CBCE-F9DC-DA8948737C07}"/>
                    </a:ext>
                  </a:extLst>
                </p14:cNvPr>
                <p14:cNvContentPartPr/>
                <p14:nvPr/>
              </p14:nvContentPartPr>
              <p14:xfrm>
                <a:off x="2877720" y="5660040"/>
                <a:ext cx="103320" cy="68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AD7CD52-7076-CBCE-F9DC-DA8948737C0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859720" y="5642040"/>
                  <a:ext cx="138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76A7793-F354-39F1-C1B9-DE73A2C137BD}"/>
                    </a:ext>
                  </a:extLst>
                </p14:cNvPr>
                <p14:cNvContentPartPr/>
                <p14:nvPr/>
              </p14:nvContentPartPr>
              <p14:xfrm>
                <a:off x="2902560" y="5612520"/>
                <a:ext cx="91080" cy="144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76A7793-F354-39F1-C1B9-DE73A2C137B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884920" y="5594520"/>
                  <a:ext cx="126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A9A5B32-4F2F-2EE3-0E9B-84D34420FA25}"/>
                    </a:ext>
                  </a:extLst>
                </p14:cNvPr>
                <p14:cNvContentPartPr/>
                <p14:nvPr/>
              </p14:nvContentPartPr>
              <p14:xfrm>
                <a:off x="2989680" y="5429640"/>
                <a:ext cx="122400" cy="190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A9A5B32-4F2F-2EE3-0E9B-84D34420FA2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971680" y="5412000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2C9F23-37D2-5841-B63A-2E5F35E9204B}"/>
                    </a:ext>
                  </a:extLst>
                </p14:cNvPr>
                <p14:cNvContentPartPr/>
                <p14:nvPr/>
              </p14:nvContentPartPr>
              <p14:xfrm>
                <a:off x="3075720" y="5489760"/>
                <a:ext cx="247320" cy="210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2C9F23-37D2-5841-B63A-2E5F35E9204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58080" y="5472120"/>
                  <a:ext cx="282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F43EB9B-9D9E-CDEF-FE75-5AA9B01A01C3}"/>
                    </a:ext>
                  </a:extLst>
                </p14:cNvPr>
                <p14:cNvContentPartPr/>
                <p14:nvPr/>
              </p14:nvContentPartPr>
              <p14:xfrm>
                <a:off x="3257880" y="5822040"/>
                <a:ext cx="134640" cy="146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F43EB9B-9D9E-CDEF-FE75-5AA9B01A01C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240240" y="5804040"/>
                  <a:ext cx="170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0F2B940-A79D-F2B6-1E86-90C0D321DCA8}"/>
                    </a:ext>
                  </a:extLst>
                </p14:cNvPr>
                <p14:cNvContentPartPr/>
                <p14:nvPr/>
              </p14:nvContentPartPr>
              <p14:xfrm>
                <a:off x="3276240" y="5741400"/>
                <a:ext cx="175320" cy="135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0F2B940-A79D-F2B6-1E86-90C0D321DC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258600" y="5723400"/>
                  <a:ext cx="210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A61B5CA-1481-5E3B-22B4-139603A0027D}"/>
                    </a:ext>
                  </a:extLst>
                </p14:cNvPr>
                <p14:cNvContentPartPr/>
                <p14:nvPr/>
              </p14:nvContentPartPr>
              <p14:xfrm>
                <a:off x="3492960" y="5706120"/>
                <a:ext cx="201240" cy="200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A61B5CA-1481-5E3B-22B4-139603A0027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474960" y="5688480"/>
                  <a:ext cx="2368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9227D23F-1E9F-A99B-C98E-5CC229537BFA}"/>
              </a:ext>
            </a:extLst>
          </p:cNvPr>
          <p:cNvGrpSpPr/>
          <p:nvPr/>
        </p:nvGrpSpPr>
        <p:grpSpPr>
          <a:xfrm>
            <a:off x="87720" y="24600"/>
            <a:ext cx="6890760" cy="6791040"/>
            <a:chOff x="87720" y="24600"/>
            <a:chExt cx="6890760" cy="67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757F697-D803-45E3-9158-7FCB533D5971}"/>
                    </a:ext>
                  </a:extLst>
                </p14:cNvPr>
                <p14:cNvContentPartPr/>
                <p14:nvPr/>
              </p14:nvContentPartPr>
              <p14:xfrm>
                <a:off x="260160" y="24600"/>
                <a:ext cx="2886480" cy="2523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757F697-D803-45E3-9158-7FCB533D597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2520" y="6960"/>
                  <a:ext cx="2922120" cy="25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C676858-ACA2-B237-7FDD-ED209F0B8E9A}"/>
                    </a:ext>
                  </a:extLst>
                </p14:cNvPr>
                <p14:cNvContentPartPr/>
                <p14:nvPr/>
              </p14:nvContentPartPr>
              <p14:xfrm>
                <a:off x="2733000" y="1120440"/>
                <a:ext cx="2671560" cy="1078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C676858-ACA2-B237-7FDD-ED209F0B8E9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15360" y="1102800"/>
                  <a:ext cx="270720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7F2BE07-8B7D-CF79-54F7-D81058534AF1}"/>
                    </a:ext>
                  </a:extLst>
                </p14:cNvPr>
                <p14:cNvContentPartPr/>
                <p14:nvPr/>
              </p14:nvContentPartPr>
              <p14:xfrm>
                <a:off x="5323560" y="2084880"/>
                <a:ext cx="180720" cy="249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7F2BE07-8B7D-CF79-54F7-D81058534AF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305920" y="2067240"/>
                  <a:ext cx="216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B010CE2-C845-0607-2942-FA195B8BEB30}"/>
                    </a:ext>
                  </a:extLst>
                </p14:cNvPr>
                <p14:cNvContentPartPr/>
                <p14:nvPr/>
              </p14:nvContentPartPr>
              <p14:xfrm>
                <a:off x="87720" y="4085040"/>
                <a:ext cx="3998160" cy="2730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B010CE2-C845-0607-2942-FA195B8BEB3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0080" y="4067040"/>
                  <a:ext cx="4033800" cy="27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249BA4C-C63E-025A-F7CD-0DBCCF10FA4E}"/>
                    </a:ext>
                  </a:extLst>
                </p14:cNvPr>
                <p14:cNvContentPartPr/>
                <p14:nvPr/>
              </p14:nvContentPartPr>
              <p14:xfrm>
                <a:off x="3563520" y="1146720"/>
                <a:ext cx="3414960" cy="4261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249BA4C-C63E-025A-F7CD-0DBCCF10FA4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545880" y="1129080"/>
                  <a:ext cx="3450600" cy="429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730E5F2-76D6-AAD5-0F72-4D3159960AA2}"/>
              </a:ext>
            </a:extLst>
          </p:cNvPr>
          <p:cNvGrpSpPr/>
          <p:nvPr/>
        </p:nvGrpSpPr>
        <p:grpSpPr>
          <a:xfrm>
            <a:off x="4457400" y="4551600"/>
            <a:ext cx="2240280" cy="2061360"/>
            <a:chOff x="4457400" y="4551600"/>
            <a:chExt cx="2240280" cy="20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58531D5-A368-47AE-37FE-6D46CBF380AA}"/>
                    </a:ext>
                  </a:extLst>
                </p14:cNvPr>
                <p14:cNvContentPartPr/>
                <p14:nvPr/>
              </p14:nvContentPartPr>
              <p14:xfrm>
                <a:off x="5188200" y="5985840"/>
                <a:ext cx="284400" cy="43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58531D5-A368-47AE-37FE-6D46CBF380A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170560" y="5968200"/>
                  <a:ext cx="320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CC0CE37-A053-FE7E-A8FF-CFA6FB6B8FD3}"/>
                    </a:ext>
                  </a:extLst>
                </p14:cNvPr>
                <p14:cNvContentPartPr/>
                <p14:nvPr/>
              </p14:nvContentPartPr>
              <p14:xfrm>
                <a:off x="5493480" y="5758680"/>
                <a:ext cx="361800" cy="234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CC0CE37-A053-FE7E-A8FF-CFA6FB6B8FD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475480" y="5740680"/>
                  <a:ext cx="397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C05EC8-EF55-70E1-6E20-7ECD23E1D241}"/>
                    </a:ext>
                  </a:extLst>
                </p14:cNvPr>
                <p14:cNvContentPartPr/>
                <p14:nvPr/>
              </p14:nvContentPartPr>
              <p14:xfrm>
                <a:off x="5867880" y="5809440"/>
                <a:ext cx="378720" cy="105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C05EC8-EF55-70E1-6E20-7ECD23E1D24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50240" y="5791440"/>
                  <a:ext cx="414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8BC4F94-6B93-09C9-8E11-315151934B56}"/>
                    </a:ext>
                  </a:extLst>
                </p14:cNvPr>
                <p14:cNvContentPartPr/>
                <p14:nvPr/>
              </p14:nvContentPartPr>
              <p14:xfrm>
                <a:off x="5602200" y="5549880"/>
                <a:ext cx="360" cy="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8BC4F94-6B93-09C9-8E11-315151934B5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84560" y="55322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CAAEE8-1A48-854F-6E70-FBEB673B6680}"/>
                    </a:ext>
                  </a:extLst>
                </p14:cNvPr>
                <p14:cNvContentPartPr/>
                <p14:nvPr/>
              </p14:nvContentPartPr>
              <p14:xfrm>
                <a:off x="5544240" y="5526840"/>
                <a:ext cx="93600" cy="1562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CAAEE8-1A48-854F-6E70-FBEB673B668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526240" y="5509200"/>
                  <a:ext cx="129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CFD873-4DA2-E9FF-E0B1-F2C80118935F}"/>
                    </a:ext>
                  </a:extLst>
                </p14:cNvPr>
                <p14:cNvContentPartPr/>
                <p14:nvPr/>
              </p14:nvContentPartPr>
              <p14:xfrm>
                <a:off x="5550000" y="5447640"/>
                <a:ext cx="171000" cy="109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CFD873-4DA2-E9FF-E0B1-F2C80118935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32360" y="5430000"/>
                  <a:ext cx="206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A718AE3-D557-AFBC-CC7B-64D2A56BF5F3}"/>
                    </a:ext>
                  </a:extLst>
                </p14:cNvPr>
                <p14:cNvContentPartPr/>
                <p14:nvPr/>
              </p14:nvContentPartPr>
              <p14:xfrm>
                <a:off x="5820720" y="5395440"/>
                <a:ext cx="73800" cy="65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A718AE3-D557-AFBC-CC7B-64D2A56BF5F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803080" y="5377440"/>
                  <a:ext cx="109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C576E09-AFA7-9CA8-84C6-62ADA3F60868}"/>
                    </a:ext>
                  </a:extLst>
                </p14:cNvPr>
                <p14:cNvContentPartPr/>
                <p14:nvPr/>
              </p14:nvContentPartPr>
              <p14:xfrm>
                <a:off x="5846280" y="5422440"/>
                <a:ext cx="104760" cy="161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C576E09-AFA7-9CA8-84C6-62ADA3F6086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828280" y="5404440"/>
                  <a:ext cx="140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3598D4E-9FB2-EAAB-A069-2361B0B83C07}"/>
                    </a:ext>
                  </a:extLst>
                </p14:cNvPr>
                <p14:cNvContentPartPr/>
                <p14:nvPr/>
              </p14:nvContentPartPr>
              <p14:xfrm>
                <a:off x="5411400" y="6008520"/>
                <a:ext cx="104400" cy="290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3598D4E-9FB2-EAAB-A069-2361B0B83C0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393760" y="5990520"/>
                  <a:ext cx="1400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91873DB-01BA-15DC-D823-C02A114DF8CF}"/>
                    </a:ext>
                  </a:extLst>
                </p14:cNvPr>
                <p14:cNvContentPartPr/>
                <p14:nvPr/>
              </p14:nvContentPartPr>
              <p14:xfrm>
                <a:off x="5494920" y="6162240"/>
                <a:ext cx="695880" cy="1807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91873DB-01BA-15DC-D823-C02A114DF8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476920" y="6144240"/>
                  <a:ext cx="731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D9D3580-0641-EB0F-B943-D16B865C09F0}"/>
                    </a:ext>
                  </a:extLst>
                </p14:cNvPr>
                <p14:cNvContentPartPr/>
                <p14:nvPr/>
              </p14:nvContentPartPr>
              <p14:xfrm>
                <a:off x="6146520" y="5836800"/>
                <a:ext cx="147960" cy="345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D9D3580-0641-EB0F-B943-D16B865C09F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128880" y="5819160"/>
                  <a:ext cx="1836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9FC788A-5D08-EDA1-686F-1BEA2F43F835}"/>
                    </a:ext>
                  </a:extLst>
                </p14:cNvPr>
                <p14:cNvContentPartPr/>
                <p14:nvPr/>
              </p14:nvContentPartPr>
              <p14:xfrm>
                <a:off x="6265320" y="5865960"/>
                <a:ext cx="432360" cy="189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9FC788A-5D08-EDA1-686F-1BEA2F43F83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247320" y="5847960"/>
                  <a:ext cx="468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7D4E7FD-C8D7-1C0F-7FAC-86D4C098A425}"/>
                    </a:ext>
                  </a:extLst>
                </p14:cNvPr>
                <p14:cNvContentPartPr/>
                <p14:nvPr/>
              </p14:nvContentPartPr>
              <p14:xfrm>
                <a:off x="5479440" y="6173040"/>
                <a:ext cx="360" cy="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7D4E7FD-C8D7-1C0F-7FAC-86D4C098A42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461440" y="6155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2E8749D-605E-95D6-E483-0CE54222C87F}"/>
                    </a:ext>
                  </a:extLst>
                </p14:cNvPr>
                <p14:cNvContentPartPr/>
                <p14:nvPr/>
              </p14:nvContentPartPr>
              <p14:xfrm>
                <a:off x="4689240" y="6176280"/>
                <a:ext cx="794160" cy="169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2E8749D-605E-95D6-E483-0CE54222C8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671600" y="6158640"/>
                  <a:ext cx="829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D532279-61D9-598F-3D03-A5E403F53BF3}"/>
                    </a:ext>
                  </a:extLst>
                </p14:cNvPr>
                <p14:cNvContentPartPr/>
                <p14:nvPr/>
              </p14:nvContentPartPr>
              <p14:xfrm>
                <a:off x="5903160" y="6449520"/>
                <a:ext cx="95040" cy="1634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D532279-61D9-598F-3D03-A5E403F53BF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885520" y="6431880"/>
                  <a:ext cx="130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6E7A01F-1E88-4B57-78EE-A99464EF9C4F}"/>
                    </a:ext>
                  </a:extLst>
                </p14:cNvPr>
                <p14:cNvContentPartPr/>
                <p14:nvPr/>
              </p14:nvContentPartPr>
              <p14:xfrm>
                <a:off x="5909280" y="6406320"/>
                <a:ext cx="154080" cy="97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6E7A01F-1E88-4B57-78EE-A99464EF9C4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891640" y="6388320"/>
                  <a:ext cx="189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004EC1C-7DEC-3CF3-58D6-E5A6A30AFC61}"/>
                    </a:ext>
                  </a:extLst>
                </p14:cNvPr>
                <p14:cNvContentPartPr/>
                <p14:nvPr/>
              </p14:nvContentPartPr>
              <p14:xfrm>
                <a:off x="6152640" y="6399480"/>
                <a:ext cx="115560" cy="138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004EC1C-7DEC-3CF3-58D6-E5A6A30AFC6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134640" y="6381840"/>
                  <a:ext cx="151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208B586-A9E0-C37B-5751-F48212C6A85E}"/>
                    </a:ext>
                  </a:extLst>
                </p14:cNvPr>
                <p14:cNvContentPartPr/>
                <p14:nvPr/>
              </p14:nvContentPartPr>
              <p14:xfrm>
                <a:off x="4473960" y="5484000"/>
                <a:ext cx="157320" cy="214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208B586-A9E0-C37B-5751-F48212C6A85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456320" y="5466360"/>
                  <a:ext cx="192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7182F0D-4F27-07EE-55B7-EA98FF35EFE2}"/>
                    </a:ext>
                  </a:extLst>
                </p14:cNvPr>
                <p14:cNvContentPartPr/>
                <p14:nvPr/>
              </p14:nvContentPartPr>
              <p14:xfrm>
                <a:off x="4457400" y="5535120"/>
                <a:ext cx="296640" cy="264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7182F0D-4F27-07EE-55B7-EA98FF35EFE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439400" y="5517480"/>
                  <a:ext cx="33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7EB2A2C-1CE4-314F-0B36-79662D71F5DB}"/>
                    </a:ext>
                  </a:extLst>
                </p14:cNvPr>
                <p14:cNvContentPartPr/>
                <p14:nvPr/>
              </p14:nvContentPartPr>
              <p14:xfrm>
                <a:off x="4640280" y="5751120"/>
                <a:ext cx="142200" cy="168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7EB2A2C-1CE4-314F-0B36-79662D71F5D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622640" y="5733120"/>
                  <a:ext cx="177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1D5DEBF-1227-C655-F0DC-79E76A5C4C8C}"/>
                    </a:ext>
                  </a:extLst>
                </p14:cNvPr>
                <p14:cNvContentPartPr/>
                <p14:nvPr/>
              </p14:nvContentPartPr>
              <p14:xfrm>
                <a:off x="4675560" y="5683440"/>
                <a:ext cx="146160" cy="126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1D5DEBF-1227-C655-F0DC-79E76A5C4C8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657560" y="5665800"/>
                  <a:ext cx="181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9279363-F1A4-87BB-D3E8-5537EA4CA66D}"/>
                    </a:ext>
                  </a:extLst>
                </p14:cNvPr>
                <p14:cNvContentPartPr/>
                <p14:nvPr/>
              </p14:nvContentPartPr>
              <p14:xfrm>
                <a:off x="4855560" y="5642040"/>
                <a:ext cx="82800" cy="1342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9279363-F1A4-87BB-D3E8-5537EA4CA66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837920" y="5624400"/>
                  <a:ext cx="118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34A34EF-9393-ACDE-7A72-430F33201E79}"/>
                    </a:ext>
                  </a:extLst>
                </p14:cNvPr>
                <p14:cNvContentPartPr/>
                <p14:nvPr/>
              </p14:nvContentPartPr>
              <p14:xfrm>
                <a:off x="4955280" y="5624400"/>
                <a:ext cx="110160" cy="117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34A34EF-9393-ACDE-7A72-430F33201E7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937280" y="5606400"/>
                  <a:ext cx="145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6493B02-705C-08AB-16E0-A700AE41C08C}"/>
                    </a:ext>
                  </a:extLst>
                </p14:cNvPr>
                <p14:cNvContentPartPr/>
                <p14:nvPr/>
              </p14:nvContentPartPr>
              <p14:xfrm>
                <a:off x="5000280" y="5372760"/>
                <a:ext cx="50040" cy="64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6493B02-705C-08AB-16E0-A700AE41C08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982640" y="5354760"/>
                  <a:ext cx="856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5FB3A50-4D61-2A86-7513-AEC1AD83BFBC}"/>
                    </a:ext>
                  </a:extLst>
                </p14:cNvPr>
                <p14:cNvContentPartPr/>
                <p14:nvPr/>
              </p14:nvContentPartPr>
              <p14:xfrm>
                <a:off x="5109000" y="5363040"/>
                <a:ext cx="37440" cy="50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5FB3A50-4D61-2A86-7513-AEC1AD83BFBC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091360" y="5345040"/>
                  <a:ext cx="73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8D1F3B4-AEC9-69F5-ACF4-6BDB07D46B66}"/>
                    </a:ext>
                  </a:extLst>
                </p14:cNvPr>
                <p14:cNvContentPartPr/>
                <p14:nvPr/>
              </p14:nvContentPartPr>
              <p14:xfrm>
                <a:off x="5147880" y="4974240"/>
                <a:ext cx="177120" cy="245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8D1F3B4-AEC9-69F5-ACF4-6BDB07D46B6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130240" y="4956240"/>
                  <a:ext cx="212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5F113E2-D383-D10C-C286-E001E32B82EC}"/>
                    </a:ext>
                  </a:extLst>
                </p14:cNvPr>
                <p14:cNvContentPartPr/>
                <p14:nvPr/>
              </p14:nvContentPartPr>
              <p14:xfrm>
                <a:off x="5248680" y="5063160"/>
                <a:ext cx="261360" cy="186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5F113E2-D383-D10C-C286-E001E32B82E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231040" y="5045520"/>
                  <a:ext cx="297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C36AB8B-601B-F8AB-D053-7D3224666825}"/>
                    </a:ext>
                  </a:extLst>
                </p14:cNvPr>
                <p14:cNvContentPartPr/>
                <p14:nvPr/>
              </p14:nvContentPartPr>
              <p14:xfrm>
                <a:off x="5390880" y="5285280"/>
                <a:ext cx="120240" cy="123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C36AB8B-601B-F8AB-D053-7D322466682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372880" y="5267640"/>
                  <a:ext cx="155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4173E6C-6C29-E096-8949-D351B7BB19C7}"/>
                    </a:ext>
                  </a:extLst>
                </p14:cNvPr>
                <p14:cNvContentPartPr/>
                <p14:nvPr/>
              </p14:nvContentPartPr>
              <p14:xfrm>
                <a:off x="5412480" y="5199240"/>
                <a:ext cx="149040" cy="1303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4173E6C-6C29-E096-8949-D351B7BB19C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394480" y="5181240"/>
                  <a:ext cx="184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50CFC82-ECF2-FA14-C043-813CF84D7FF5}"/>
                    </a:ext>
                  </a:extLst>
                </p14:cNvPr>
                <p14:cNvContentPartPr/>
                <p14:nvPr/>
              </p14:nvContentPartPr>
              <p14:xfrm>
                <a:off x="5638200" y="5120760"/>
                <a:ext cx="48240" cy="88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50CFC82-ECF2-FA14-C043-813CF84D7FF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620560" y="5102760"/>
                  <a:ext cx="83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2F6A536-4C1E-22FF-BAC0-E1F60E9ACBD4}"/>
                    </a:ext>
                  </a:extLst>
                </p14:cNvPr>
                <p14:cNvContentPartPr/>
                <p14:nvPr/>
              </p14:nvContentPartPr>
              <p14:xfrm>
                <a:off x="5660520" y="5157480"/>
                <a:ext cx="76680" cy="117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2F6A536-4C1E-22FF-BAC0-E1F60E9ACBD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42880" y="5139840"/>
                  <a:ext cx="112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9D8800-4A7A-F048-2726-9AEFC29F1915}"/>
                    </a:ext>
                  </a:extLst>
                </p14:cNvPr>
                <p14:cNvContentPartPr/>
                <p14:nvPr/>
              </p14:nvContentPartPr>
              <p14:xfrm>
                <a:off x="5728920" y="4912320"/>
                <a:ext cx="64440" cy="936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9D8800-4A7A-F048-2726-9AEFC29F191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711280" y="4894320"/>
                  <a:ext cx="100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23CC762-FF0F-5A6E-5CAC-C216D9B6A26B}"/>
                    </a:ext>
                  </a:extLst>
                </p14:cNvPr>
                <p14:cNvContentPartPr/>
                <p14:nvPr/>
              </p14:nvContentPartPr>
              <p14:xfrm>
                <a:off x="5767800" y="4871280"/>
                <a:ext cx="49680" cy="62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23CC762-FF0F-5A6E-5CAC-C216D9B6A26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749800" y="4853280"/>
                  <a:ext cx="85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E03BD3C-E084-F1A4-B6A5-B110607A2A07}"/>
                    </a:ext>
                  </a:extLst>
                </p14:cNvPr>
                <p14:cNvContentPartPr/>
                <p14:nvPr/>
              </p14:nvContentPartPr>
              <p14:xfrm>
                <a:off x="5855280" y="4551600"/>
                <a:ext cx="111240" cy="2048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E03BD3C-E084-F1A4-B6A5-B110607A2A0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837640" y="4533960"/>
                  <a:ext cx="146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CC14693-40B9-63BC-DBC5-37E1A8FECA71}"/>
                    </a:ext>
                  </a:extLst>
                </p14:cNvPr>
                <p14:cNvContentPartPr/>
                <p14:nvPr/>
              </p14:nvContentPartPr>
              <p14:xfrm>
                <a:off x="5881560" y="4690560"/>
                <a:ext cx="243360" cy="1994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CC14693-40B9-63BC-DBC5-37E1A8FECA7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863920" y="4672920"/>
                  <a:ext cx="279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E1B661C-3D29-EFB0-ACA2-8C63AE45D6D3}"/>
                    </a:ext>
                  </a:extLst>
                </p14:cNvPr>
                <p14:cNvContentPartPr/>
                <p14:nvPr/>
              </p14:nvContentPartPr>
              <p14:xfrm>
                <a:off x="6042120" y="4953720"/>
                <a:ext cx="97920" cy="122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E1B661C-3D29-EFB0-ACA2-8C63AE45D6D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024120" y="4935720"/>
                  <a:ext cx="133560" cy="15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725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FDF1-7A8B-F227-B5A9-9C1A80F2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6CC6-1C7A-99E1-E713-4F0B87D48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16795F52-8A7A-344C-0F37-0905487EF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1" y="1667586"/>
            <a:ext cx="10086785" cy="39171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D469B6-8407-42CF-08EE-4EE61A643567}"/>
              </a:ext>
            </a:extLst>
          </p:cNvPr>
          <p:cNvSpPr/>
          <p:nvPr/>
        </p:nvSpPr>
        <p:spPr>
          <a:xfrm>
            <a:off x="1232704" y="3680749"/>
            <a:ext cx="6481823" cy="150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CE39A0-5790-CD7E-72EF-4C4F73BFDFC0}"/>
                  </a:ext>
                </a:extLst>
              </p14:cNvPr>
              <p14:cNvContentPartPr/>
              <p14:nvPr/>
            </p14:nvContentPartPr>
            <p14:xfrm>
              <a:off x="1451400" y="1567560"/>
              <a:ext cx="839520" cy="61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CE39A0-5790-CD7E-72EF-4C4F73BFDF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3400" y="1549560"/>
                <a:ext cx="87516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0390AC-3552-8165-949F-BD19C7E3CC25}"/>
                  </a:ext>
                </a:extLst>
              </p14:cNvPr>
              <p14:cNvContentPartPr/>
              <p14:nvPr/>
            </p14:nvContentPartPr>
            <p14:xfrm>
              <a:off x="1257000" y="2202240"/>
              <a:ext cx="1029240" cy="485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0390AC-3552-8165-949F-BD19C7E3CC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9360" y="2184240"/>
                <a:ext cx="106488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8E6BBE5-C9A9-C185-633C-5E70DF368498}"/>
              </a:ext>
            </a:extLst>
          </p:cNvPr>
          <p:cNvGrpSpPr/>
          <p:nvPr/>
        </p:nvGrpSpPr>
        <p:grpSpPr>
          <a:xfrm>
            <a:off x="8318400" y="1426440"/>
            <a:ext cx="600480" cy="596160"/>
            <a:chOff x="8318400" y="1426440"/>
            <a:chExt cx="60048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94FB67-7188-1BAF-3199-FF9AF6AA2CF2}"/>
                    </a:ext>
                  </a:extLst>
                </p14:cNvPr>
                <p14:cNvContentPartPr/>
                <p14:nvPr/>
              </p14:nvContentPartPr>
              <p14:xfrm>
                <a:off x="8479320" y="1636680"/>
                <a:ext cx="188280" cy="269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94FB67-7188-1BAF-3199-FF9AF6AA2C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61680" y="1618680"/>
                  <a:ext cx="2239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91C17A-6A45-D8ED-DE70-ED948C684ABC}"/>
                    </a:ext>
                  </a:extLst>
                </p14:cNvPr>
                <p14:cNvContentPartPr/>
                <p14:nvPr/>
              </p14:nvContentPartPr>
              <p14:xfrm>
                <a:off x="8318400" y="1426440"/>
                <a:ext cx="600480" cy="596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91C17A-6A45-D8ED-DE70-ED948C684A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00760" y="1408440"/>
                  <a:ext cx="636120" cy="63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2C1AA2-DEAE-86AC-0A71-AF16B9E81B40}"/>
              </a:ext>
            </a:extLst>
          </p:cNvPr>
          <p:cNvGrpSpPr/>
          <p:nvPr/>
        </p:nvGrpSpPr>
        <p:grpSpPr>
          <a:xfrm>
            <a:off x="8546640" y="2061840"/>
            <a:ext cx="582480" cy="298440"/>
            <a:chOff x="8546640" y="2061840"/>
            <a:chExt cx="58248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BB2548-F3A0-F7F8-4D31-F9BD0074C7FC}"/>
                    </a:ext>
                  </a:extLst>
                </p14:cNvPr>
                <p14:cNvContentPartPr/>
                <p14:nvPr/>
              </p14:nvContentPartPr>
              <p14:xfrm>
                <a:off x="8585520" y="2138880"/>
                <a:ext cx="203400" cy="98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BB2548-F3A0-F7F8-4D31-F9BD0074C7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67880" y="2121240"/>
                  <a:ext cx="239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47E623-2425-F509-36ED-232200AB3988}"/>
                    </a:ext>
                  </a:extLst>
                </p14:cNvPr>
                <p14:cNvContentPartPr/>
                <p14:nvPr/>
              </p14:nvContentPartPr>
              <p14:xfrm>
                <a:off x="8546640" y="2107920"/>
                <a:ext cx="138240" cy="252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47E623-2425-F509-36ED-232200AB39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28640" y="2089920"/>
                  <a:ext cx="1738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EDE8C6-471D-A87B-8221-52DA99CEA185}"/>
                    </a:ext>
                  </a:extLst>
                </p14:cNvPr>
                <p14:cNvContentPartPr/>
                <p14:nvPr/>
              </p14:nvContentPartPr>
              <p14:xfrm>
                <a:off x="8847600" y="2061840"/>
                <a:ext cx="135720" cy="137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EDE8C6-471D-A87B-8221-52DA99CEA1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29600" y="2043840"/>
                  <a:ext cx="171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FF02B6-7E89-DFE4-1B17-B485F57D2832}"/>
                    </a:ext>
                  </a:extLst>
                </p14:cNvPr>
                <p14:cNvContentPartPr/>
                <p14:nvPr/>
              </p14:nvContentPartPr>
              <p14:xfrm>
                <a:off x="9049920" y="2140320"/>
                <a:ext cx="79200" cy="163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FF02B6-7E89-DFE4-1B17-B485F57D28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31920" y="2122320"/>
                  <a:ext cx="11484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1598C2-1C31-1B9E-77A0-C9B2DED5B835}"/>
              </a:ext>
            </a:extLst>
          </p:cNvPr>
          <p:cNvGrpSpPr/>
          <p:nvPr/>
        </p:nvGrpSpPr>
        <p:grpSpPr>
          <a:xfrm>
            <a:off x="9569760" y="1697520"/>
            <a:ext cx="424080" cy="437760"/>
            <a:chOff x="9569760" y="1697520"/>
            <a:chExt cx="42408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036292-3B61-6F24-4830-A6774A736BF8}"/>
                    </a:ext>
                  </a:extLst>
                </p14:cNvPr>
                <p14:cNvContentPartPr/>
                <p14:nvPr/>
              </p14:nvContentPartPr>
              <p14:xfrm>
                <a:off x="9612600" y="1986960"/>
                <a:ext cx="120600" cy="127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036292-3B61-6F24-4830-A6774A736B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94600" y="1968960"/>
                  <a:ext cx="156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8C4374-16C4-0523-44A2-A0E1D923B251}"/>
                    </a:ext>
                  </a:extLst>
                </p14:cNvPr>
                <p14:cNvContentPartPr/>
                <p14:nvPr/>
              </p14:nvContentPartPr>
              <p14:xfrm>
                <a:off x="9569760" y="1961760"/>
                <a:ext cx="118800" cy="173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8C4374-16C4-0523-44A2-A0E1D923B2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51760" y="1944120"/>
                  <a:ext cx="154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88651A7-0CA7-7E8D-EEE7-87B342B43273}"/>
                    </a:ext>
                  </a:extLst>
                </p14:cNvPr>
                <p14:cNvContentPartPr/>
                <p14:nvPr/>
              </p14:nvContentPartPr>
              <p14:xfrm>
                <a:off x="9633840" y="1697520"/>
                <a:ext cx="126000" cy="193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88651A7-0CA7-7E8D-EEE7-87B342B432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16200" y="1679880"/>
                  <a:ext cx="161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070FA7-9987-C958-52F1-4A8E54D7732C}"/>
                    </a:ext>
                  </a:extLst>
                </p14:cNvPr>
                <p14:cNvContentPartPr/>
                <p14:nvPr/>
              </p14:nvContentPartPr>
              <p14:xfrm>
                <a:off x="9851640" y="1790760"/>
                <a:ext cx="142200" cy="15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070FA7-9987-C958-52F1-4A8E54D773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33640" y="1772760"/>
                  <a:ext cx="17784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46917D-836F-491A-230D-B99C1562E0BD}"/>
              </a:ext>
            </a:extLst>
          </p:cNvPr>
          <p:cNvGrpSpPr/>
          <p:nvPr/>
        </p:nvGrpSpPr>
        <p:grpSpPr>
          <a:xfrm>
            <a:off x="10617360" y="1691040"/>
            <a:ext cx="479520" cy="448200"/>
            <a:chOff x="10617360" y="1691040"/>
            <a:chExt cx="47952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FD4EB51-D361-398C-0D67-035EF9C072E4}"/>
                    </a:ext>
                  </a:extLst>
                </p14:cNvPr>
                <p14:cNvContentPartPr/>
                <p14:nvPr/>
              </p14:nvContentPartPr>
              <p14:xfrm>
                <a:off x="10617360" y="2016840"/>
                <a:ext cx="156240" cy="84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FD4EB51-D361-398C-0D67-035EF9C072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99360" y="1999200"/>
                  <a:ext cx="191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B561FB5-ECAF-4739-33D7-2CAE3D593153}"/>
                    </a:ext>
                  </a:extLst>
                </p14:cNvPr>
                <p14:cNvContentPartPr/>
                <p14:nvPr/>
              </p14:nvContentPartPr>
              <p14:xfrm>
                <a:off x="10636440" y="1938000"/>
                <a:ext cx="126720" cy="201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B561FB5-ECAF-4739-33D7-2CAE3D59315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18440" y="1920000"/>
                  <a:ext cx="162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0B2D1F-CDB8-DA8F-B209-43C217CE24D6}"/>
                    </a:ext>
                  </a:extLst>
                </p14:cNvPr>
                <p14:cNvContentPartPr/>
                <p14:nvPr/>
              </p14:nvContentPartPr>
              <p14:xfrm>
                <a:off x="10786560" y="1691040"/>
                <a:ext cx="132480" cy="164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0B2D1F-CDB8-DA8F-B209-43C217CE24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768560" y="1673040"/>
                  <a:ext cx="168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ACBFF1-A4E4-E713-AF02-37E6C88527B3}"/>
                    </a:ext>
                  </a:extLst>
                </p14:cNvPr>
                <p14:cNvContentPartPr/>
                <p14:nvPr/>
              </p14:nvContentPartPr>
              <p14:xfrm>
                <a:off x="11006160" y="1791120"/>
                <a:ext cx="90720" cy="155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ACBFF1-A4E4-E713-AF02-37E6C88527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88160" y="1773480"/>
                  <a:ext cx="12636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031398-1F23-C921-BCFD-4EB3B564C97F}"/>
              </a:ext>
            </a:extLst>
          </p:cNvPr>
          <p:cNvGrpSpPr/>
          <p:nvPr/>
        </p:nvGrpSpPr>
        <p:grpSpPr>
          <a:xfrm>
            <a:off x="8591640" y="2680320"/>
            <a:ext cx="795240" cy="302760"/>
            <a:chOff x="8591640" y="2680320"/>
            <a:chExt cx="79524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E03EB01-0352-38B5-27E8-5C896050BDE3}"/>
                    </a:ext>
                  </a:extLst>
                </p14:cNvPr>
                <p14:cNvContentPartPr/>
                <p14:nvPr/>
              </p14:nvContentPartPr>
              <p14:xfrm>
                <a:off x="8591640" y="2856720"/>
                <a:ext cx="16056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E03EB01-0352-38B5-27E8-5C896050BD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73640" y="2838720"/>
                  <a:ext cx="196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5A7A2B-B09D-FD91-EB16-626D9615F63E}"/>
                    </a:ext>
                  </a:extLst>
                </p14:cNvPr>
                <p14:cNvContentPartPr/>
                <p14:nvPr/>
              </p14:nvContentPartPr>
              <p14:xfrm>
                <a:off x="8611080" y="2829000"/>
                <a:ext cx="92880" cy="154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5A7A2B-B09D-FD91-EB16-626D9615F63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93080" y="2811000"/>
                  <a:ext cx="128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7E683E-6436-F302-A4A1-2A362A450D33}"/>
                    </a:ext>
                  </a:extLst>
                </p14:cNvPr>
                <p14:cNvContentPartPr/>
                <p14:nvPr/>
              </p14:nvContentPartPr>
              <p14:xfrm>
                <a:off x="8869200" y="2790480"/>
                <a:ext cx="165240" cy="140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7E683E-6436-F302-A4A1-2A362A450D3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51200" y="2772840"/>
                  <a:ext cx="200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FF0DEE-21B9-45BE-D9C0-4969C87E0214}"/>
                    </a:ext>
                  </a:extLst>
                </p14:cNvPr>
                <p14:cNvContentPartPr/>
                <p14:nvPr/>
              </p14:nvContentPartPr>
              <p14:xfrm>
                <a:off x="9098880" y="2773200"/>
                <a:ext cx="14760" cy="13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FF0DEE-21B9-45BE-D9C0-4969C87E02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81240" y="2755560"/>
                  <a:ext cx="50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870DB4D-456D-21D9-A904-614DE24D8B3E}"/>
                    </a:ext>
                  </a:extLst>
                </p14:cNvPr>
                <p14:cNvContentPartPr/>
                <p14:nvPr/>
              </p14:nvContentPartPr>
              <p14:xfrm>
                <a:off x="9116880" y="2719920"/>
                <a:ext cx="122400" cy="105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870DB4D-456D-21D9-A904-614DE24D8B3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98880" y="2702280"/>
                  <a:ext cx="158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8B1D7FF-8BD5-3E90-0AB3-B899B6F630F4}"/>
                    </a:ext>
                  </a:extLst>
                </p14:cNvPr>
                <p14:cNvContentPartPr/>
                <p14:nvPr/>
              </p14:nvContentPartPr>
              <p14:xfrm>
                <a:off x="9282480" y="2737920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8B1D7FF-8BD5-3E90-0AB3-B899B6F630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64840" y="2720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905D2C-6C69-E35A-8F66-9777459F28E6}"/>
                    </a:ext>
                  </a:extLst>
                </p14:cNvPr>
                <p14:cNvContentPartPr/>
                <p14:nvPr/>
              </p14:nvContentPartPr>
              <p14:xfrm>
                <a:off x="9285000" y="2741880"/>
                <a:ext cx="1440" cy="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905D2C-6C69-E35A-8F66-9777459F28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67360" y="2724240"/>
                  <a:ext cx="37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3FB772-B0BF-EDD1-9F70-96AD9D269943}"/>
                    </a:ext>
                  </a:extLst>
                </p14:cNvPr>
                <p14:cNvContentPartPr/>
                <p14:nvPr/>
              </p14:nvContentPartPr>
              <p14:xfrm>
                <a:off x="9300120" y="2689680"/>
                <a:ext cx="54360" cy="110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3FB772-B0BF-EDD1-9F70-96AD9D2699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82120" y="2672040"/>
                  <a:ext cx="90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78B258-6287-B6B4-5A89-58BE39588E62}"/>
                    </a:ext>
                  </a:extLst>
                </p14:cNvPr>
                <p14:cNvContentPartPr/>
                <p14:nvPr/>
              </p14:nvContentPartPr>
              <p14:xfrm>
                <a:off x="9321000" y="2680320"/>
                <a:ext cx="65880" cy="77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78B258-6287-B6B4-5A89-58BE39588E6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303360" y="2662320"/>
                  <a:ext cx="10152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687B0A3-C533-6CBB-5FF8-10A68F77EFE9}"/>
              </a:ext>
            </a:extLst>
          </p:cNvPr>
          <p:cNvGrpSpPr/>
          <p:nvPr/>
        </p:nvGrpSpPr>
        <p:grpSpPr>
          <a:xfrm>
            <a:off x="9601800" y="2894880"/>
            <a:ext cx="684360" cy="217080"/>
            <a:chOff x="9601800" y="2894880"/>
            <a:chExt cx="68436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92D351-F92D-DEE4-E4E8-A8ED07A40EB6}"/>
                    </a:ext>
                  </a:extLst>
                </p14:cNvPr>
                <p14:cNvContentPartPr/>
                <p14:nvPr/>
              </p14:nvContentPartPr>
              <p14:xfrm>
                <a:off x="9601800" y="3050040"/>
                <a:ext cx="111600" cy="23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92D351-F92D-DEE4-E4E8-A8ED07A40E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583800" y="3032040"/>
                  <a:ext cx="147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06AF2E-79D5-23CE-7319-3FBE9977EDEC}"/>
                    </a:ext>
                  </a:extLst>
                </p14:cNvPr>
                <p14:cNvContentPartPr/>
                <p14:nvPr/>
              </p14:nvContentPartPr>
              <p14:xfrm>
                <a:off x="9637080" y="3033840"/>
                <a:ext cx="82440" cy="75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06AF2E-79D5-23CE-7319-3FBE9977EDE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19080" y="3016200"/>
                  <a:ext cx="118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1324FA-3EE0-3F54-EBA4-3877B38BBE3B}"/>
                    </a:ext>
                  </a:extLst>
                </p14:cNvPr>
                <p14:cNvContentPartPr/>
                <p14:nvPr/>
              </p14:nvContentPartPr>
              <p14:xfrm>
                <a:off x="9799440" y="2957520"/>
                <a:ext cx="163080" cy="154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1324FA-3EE0-3F54-EBA4-3877B38BBE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81440" y="2939520"/>
                  <a:ext cx="198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D6EE3C-71AA-73B0-B8F0-AE2AA7CE3EBF}"/>
                    </a:ext>
                  </a:extLst>
                </p14:cNvPr>
                <p14:cNvContentPartPr/>
                <p14:nvPr/>
              </p14:nvContentPartPr>
              <p14:xfrm>
                <a:off x="10040280" y="2956440"/>
                <a:ext cx="27720" cy="120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D6EE3C-71AA-73B0-B8F0-AE2AA7CE3EB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22280" y="2938440"/>
                  <a:ext cx="6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67953B-79B4-1074-212D-458188217E68}"/>
                    </a:ext>
                  </a:extLst>
                </p14:cNvPr>
                <p14:cNvContentPartPr/>
                <p14:nvPr/>
              </p14:nvContentPartPr>
              <p14:xfrm>
                <a:off x="10038840" y="2923680"/>
                <a:ext cx="140760" cy="82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67953B-79B4-1074-212D-458188217E6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21200" y="2905680"/>
                  <a:ext cx="176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B666D5-ECF0-3EEF-7A5E-6DB8A9DA983E}"/>
                    </a:ext>
                  </a:extLst>
                </p14:cNvPr>
                <p14:cNvContentPartPr/>
                <p14:nvPr/>
              </p14:nvContentPartPr>
              <p14:xfrm>
                <a:off x="10194000" y="2910000"/>
                <a:ext cx="28080" cy="10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B666D5-ECF0-3EEF-7A5E-6DB8A9DA983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76360" y="2892360"/>
                  <a:ext cx="63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562FF4-89D7-0A95-0503-C35613A2ED4A}"/>
                    </a:ext>
                  </a:extLst>
                </p14:cNvPr>
                <p14:cNvContentPartPr/>
                <p14:nvPr/>
              </p14:nvContentPartPr>
              <p14:xfrm>
                <a:off x="10195080" y="2894880"/>
                <a:ext cx="91080" cy="104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562FF4-89D7-0A95-0503-C35613A2ED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77440" y="2876880"/>
                  <a:ext cx="12672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DB8C56-2E1C-3908-C03E-54C4D8950F89}"/>
              </a:ext>
            </a:extLst>
          </p:cNvPr>
          <p:cNvGrpSpPr/>
          <p:nvPr/>
        </p:nvGrpSpPr>
        <p:grpSpPr>
          <a:xfrm>
            <a:off x="10646520" y="3010080"/>
            <a:ext cx="27360" cy="68040"/>
            <a:chOff x="10646520" y="3010080"/>
            <a:chExt cx="27360" cy="6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27DCCD0-7C82-7A3D-EA25-9C78C7842297}"/>
                    </a:ext>
                  </a:extLst>
                </p14:cNvPr>
                <p14:cNvContentPartPr/>
                <p14:nvPr/>
              </p14:nvContentPartPr>
              <p14:xfrm>
                <a:off x="10646520" y="3022680"/>
                <a:ext cx="27360" cy="14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27DCCD0-7C82-7A3D-EA25-9C78C784229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28520" y="3005040"/>
                  <a:ext cx="63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43B0179-AF13-0C06-04EE-B75240869E42}"/>
                    </a:ext>
                  </a:extLst>
                </p14:cNvPr>
                <p14:cNvContentPartPr/>
                <p14:nvPr/>
              </p14:nvContentPartPr>
              <p14:xfrm>
                <a:off x="10648680" y="3010080"/>
                <a:ext cx="19800" cy="68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43B0179-AF13-0C06-04EE-B75240869E4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30680" y="2992080"/>
                  <a:ext cx="554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A472E91-8C3C-05CF-E047-EB7EB268CBD8}"/>
              </a:ext>
            </a:extLst>
          </p:cNvPr>
          <p:cNvGrpSpPr/>
          <p:nvPr/>
        </p:nvGrpSpPr>
        <p:grpSpPr>
          <a:xfrm>
            <a:off x="10857840" y="2839440"/>
            <a:ext cx="587520" cy="307800"/>
            <a:chOff x="10857840" y="2839440"/>
            <a:chExt cx="58752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B9EE67-5334-2AF6-6791-ECA67ED9C685}"/>
                    </a:ext>
                  </a:extLst>
                </p14:cNvPr>
                <p14:cNvContentPartPr/>
                <p14:nvPr/>
              </p14:nvContentPartPr>
              <p14:xfrm>
                <a:off x="10857840" y="3009000"/>
                <a:ext cx="202320" cy="13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B9EE67-5334-2AF6-6791-ECA67ED9C68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39840" y="2991000"/>
                  <a:ext cx="237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6C80DA-57E3-380D-5EC7-107FF1ABA2D0}"/>
                    </a:ext>
                  </a:extLst>
                </p14:cNvPr>
                <p14:cNvContentPartPr/>
                <p14:nvPr/>
              </p14:nvContentPartPr>
              <p14:xfrm>
                <a:off x="11191560" y="2980560"/>
                <a:ext cx="18720" cy="17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6C80DA-57E3-380D-5EC7-107FF1ABA2D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173920" y="2962560"/>
                  <a:ext cx="54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43BED6-74BF-E0DB-7262-5B5C8AB1D7A1}"/>
                    </a:ext>
                  </a:extLst>
                </p14:cNvPr>
                <p14:cNvContentPartPr/>
                <p14:nvPr/>
              </p14:nvContentPartPr>
              <p14:xfrm>
                <a:off x="11141880" y="2966160"/>
                <a:ext cx="30240" cy="143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43BED6-74BF-E0DB-7262-5B5C8AB1D7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124240" y="2948160"/>
                  <a:ext cx="65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8C74DA-50DC-B859-50CC-73979177387C}"/>
                    </a:ext>
                  </a:extLst>
                </p14:cNvPr>
                <p14:cNvContentPartPr/>
                <p14:nvPr/>
              </p14:nvContentPartPr>
              <p14:xfrm>
                <a:off x="11168880" y="2880840"/>
                <a:ext cx="145440" cy="153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8C74DA-50DC-B859-50CC-73979177387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151240" y="2862840"/>
                  <a:ext cx="181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B05B18-C4B0-0205-7A5D-2DC595084BB5}"/>
                    </a:ext>
                  </a:extLst>
                </p14:cNvPr>
                <p14:cNvContentPartPr/>
                <p14:nvPr/>
              </p14:nvContentPartPr>
              <p14:xfrm>
                <a:off x="11336640" y="2870760"/>
                <a:ext cx="39240" cy="114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B05B18-C4B0-0205-7A5D-2DC595084BB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19000" y="2852760"/>
                  <a:ext cx="74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AA3B59-25E3-61C0-DC15-555191393CE2}"/>
                    </a:ext>
                  </a:extLst>
                </p14:cNvPr>
                <p14:cNvContentPartPr/>
                <p14:nvPr/>
              </p14:nvContentPartPr>
              <p14:xfrm>
                <a:off x="11361480" y="2839440"/>
                <a:ext cx="83880" cy="83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AA3B59-25E3-61C0-DC15-555191393CE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343480" y="2821440"/>
                  <a:ext cx="1195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F8DB675-79C4-31E8-F2D4-9A24BDEF7A96}"/>
              </a:ext>
            </a:extLst>
          </p:cNvPr>
          <p:cNvGrpSpPr/>
          <p:nvPr/>
        </p:nvGrpSpPr>
        <p:grpSpPr>
          <a:xfrm>
            <a:off x="9245400" y="855480"/>
            <a:ext cx="1216800" cy="417600"/>
            <a:chOff x="9245400" y="855480"/>
            <a:chExt cx="121680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C322B9D-26F5-2013-32D0-4F772A822F51}"/>
                    </a:ext>
                  </a:extLst>
                </p14:cNvPr>
                <p14:cNvContentPartPr/>
                <p14:nvPr/>
              </p14:nvContentPartPr>
              <p14:xfrm>
                <a:off x="9245400" y="949080"/>
                <a:ext cx="164520" cy="233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C322B9D-26F5-2013-32D0-4F772A822F5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227760" y="931080"/>
                  <a:ext cx="200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44C599-6453-A476-AE2D-8775AA19C664}"/>
                    </a:ext>
                  </a:extLst>
                </p14:cNvPr>
                <p14:cNvContentPartPr/>
                <p14:nvPr/>
              </p14:nvContentPartPr>
              <p14:xfrm>
                <a:off x="9481920" y="1108200"/>
                <a:ext cx="84960" cy="164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44C599-6453-A476-AE2D-8775AA19C66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463920" y="1090200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455F6E4-3F4F-6B60-80D9-E84D47524E31}"/>
                    </a:ext>
                  </a:extLst>
                </p14:cNvPr>
                <p14:cNvContentPartPr/>
                <p14:nvPr/>
              </p14:nvContentPartPr>
              <p14:xfrm>
                <a:off x="9647160" y="1039800"/>
                <a:ext cx="67680" cy="34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455F6E4-3F4F-6B60-80D9-E84D47524E3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629160" y="1021800"/>
                  <a:ext cx="103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A2DEC3-977D-BD4B-9713-D17A6100916A}"/>
                    </a:ext>
                  </a:extLst>
                </p14:cNvPr>
                <p14:cNvContentPartPr/>
                <p14:nvPr/>
              </p14:nvContentPartPr>
              <p14:xfrm>
                <a:off x="9868920" y="935760"/>
                <a:ext cx="145800" cy="168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A2DEC3-977D-BD4B-9713-D17A6100916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51280" y="917760"/>
                  <a:ext cx="181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F0BB3C1-20BE-F1EE-53F0-40B7E2E464C3}"/>
                    </a:ext>
                  </a:extLst>
                </p14:cNvPr>
                <p14:cNvContentPartPr/>
                <p14:nvPr/>
              </p14:nvContentPartPr>
              <p14:xfrm>
                <a:off x="10085280" y="963840"/>
                <a:ext cx="15840" cy="147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F0BB3C1-20BE-F1EE-53F0-40B7E2E464C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67280" y="946200"/>
                  <a:ext cx="51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2F3087F-6270-3782-5EE4-A31C013ACF21}"/>
                    </a:ext>
                  </a:extLst>
                </p14:cNvPr>
                <p14:cNvContentPartPr/>
                <p14:nvPr/>
              </p14:nvContentPartPr>
              <p14:xfrm>
                <a:off x="10077000" y="900840"/>
                <a:ext cx="147960" cy="115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2F3087F-6270-3782-5EE4-A31C013ACF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059360" y="882840"/>
                  <a:ext cx="183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7E2678-7594-43C5-C309-BD88E1FF37E6}"/>
                    </a:ext>
                  </a:extLst>
                </p14:cNvPr>
                <p14:cNvContentPartPr/>
                <p14:nvPr/>
              </p14:nvContentPartPr>
              <p14:xfrm>
                <a:off x="10311360" y="878160"/>
                <a:ext cx="46080" cy="87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7E2678-7594-43C5-C309-BD88E1FF37E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293720" y="860160"/>
                  <a:ext cx="81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B1ED6E3-68B7-9A34-5D8F-DD3D6ECA9A2B}"/>
                    </a:ext>
                  </a:extLst>
                </p14:cNvPr>
                <p14:cNvContentPartPr/>
                <p14:nvPr/>
              </p14:nvContentPartPr>
              <p14:xfrm>
                <a:off x="10302360" y="855480"/>
                <a:ext cx="159840" cy="59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B1ED6E3-68B7-9A34-5D8F-DD3D6ECA9A2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284360" y="837480"/>
                  <a:ext cx="19548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533840F-6C50-C15E-B3F0-E58640B1E30F}"/>
              </a:ext>
            </a:extLst>
          </p:cNvPr>
          <p:cNvGrpSpPr/>
          <p:nvPr/>
        </p:nvGrpSpPr>
        <p:grpSpPr>
          <a:xfrm>
            <a:off x="10480560" y="1211520"/>
            <a:ext cx="1186200" cy="415440"/>
            <a:chOff x="10480560" y="1211520"/>
            <a:chExt cx="118620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2B6159-5555-C18B-CE5C-D0766577E50E}"/>
                    </a:ext>
                  </a:extLst>
                </p14:cNvPr>
                <p14:cNvContentPartPr/>
                <p14:nvPr/>
              </p14:nvContentPartPr>
              <p14:xfrm>
                <a:off x="10480560" y="1393320"/>
                <a:ext cx="178920" cy="190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2B6159-5555-C18B-CE5C-D0766577E50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62920" y="1375320"/>
                  <a:ext cx="214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076648-144B-2D51-4D48-4C5CEE6107F4}"/>
                    </a:ext>
                  </a:extLst>
                </p14:cNvPr>
                <p14:cNvContentPartPr/>
                <p14:nvPr/>
              </p14:nvContentPartPr>
              <p14:xfrm>
                <a:off x="10756680" y="1472160"/>
                <a:ext cx="95760" cy="154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076648-144B-2D51-4D48-4C5CEE6107F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38680" y="1454160"/>
                  <a:ext cx="131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88817C-35FE-FE9E-5C53-2FEEF46D2F43}"/>
                    </a:ext>
                  </a:extLst>
                </p14:cNvPr>
                <p14:cNvContentPartPr/>
                <p14:nvPr/>
              </p14:nvContentPartPr>
              <p14:xfrm>
                <a:off x="10925880" y="1425360"/>
                <a:ext cx="46080" cy="35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88817C-35FE-FE9E-5C53-2FEEF46D2F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08240" y="1407360"/>
                  <a:ext cx="81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C005160-FAE6-FE4A-BEE0-0B0E86BF7C3A}"/>
                    </a:ext>
                  </a:extLst>
                </p14:cNvPr>
                <p14:cNvContentPartPr/>
                <p14:nvPr/>
              </p14:nvContentPartPr>
              <p14:xfrm>
                <a:off x="11139360" y="1329240"/>
                <a:ext cx="174240" cy="160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C005160-FAE6-FE4A-BEE0-0B0E86BF7C3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121360" y="1311600"/>
                  <a:ext cx="209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C6A4EE5-2ED1-9C1C-C477-8FE3499A4AEF}"/>
                    </a:ext>
                  </a:extLst>
                </p14:cNvPr>
                <p14:cNvContentPartPr/>
                <p14:nvPr/>
              </p14:nvContentPartPr>
              <p14:xfrm>
                <a:off x="11352120" y="1335720"/>
                <a:ext cx="37800" cy="145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C6A4EE5-2ED1-9C1C-C477-8FE3499A4AE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334480" y="1317720"/>
                  <a:ext cx="73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EC0887-A17A-222C-D63D-10EA76B18432}"/>
                    </a:ext>
                  </a:extLst>
                </p14:cNvPr>
                <p14:cNvContentPartPr/>
                <p14:nvPr/>
              </p14:nvContentPartPr>
              <p14:xfrm>
                <a:off x="11375880" y="1294320"/>
                <a:ext cx="149400" cy="11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EC0887-A17A-222C-D63D-10EA76B184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357880" y="1276320"/>
                  <a:ext cx="185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83C9381-3170-0E7A-A150-9DF24E07A13A}"/>
                    </a:ext>
                  </a:extLst>
                </p14:cNvPr>
                <p14:cNvContentPartPr/>
                <p14:nvPr/>
              </p14:nvContentPartPr>
              <p14:xfrm>
                <a:off x="11529600" y="1217640"/>
                <a:ext cx="75600" cy="169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83C9381-3170-0E7A-A150-9DF24E07A13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511960" y="1199640"/>
                  <a:ext cx="111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D3195D0-28AD-C6FF-016E-3667FACD4054}"/>
                    </a:ext>
                  </a:extLst>
                </p14:cNvPr>
                <p14:cNvContentPartPr/>
                <p14:nvPr/>
              </p14:nvContentPartPr>
              <p14:xfrm>
                <a:off x="11578200" y="1211520"/>
                <a:ext cx="88560" cy="208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3195D0-28AD-C6FF-016E-3667FACD405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560560" y="1193520"/>
                  <a:ext cx="12420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10C5193-BA10-B252-1D7A-88C077F4C120}"/>
              </a:ext>
            </a:extLst>
          </p:cNvPr>
          <p:cNvGrpSpPr/>
          <p:nvPr/>
        </p:nvGrpSpPr>
        <p:grpSpPr>
          <a:xfrm>
            <a:off x="8963880" y="3731160"/>
            <a:ext cx="713520" cy="402120"/>
            <a:chOff x="8963880" y="3731160"/>
            <a:chExt cx="71352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E4D4F22-5EBE-BABA-B4DE-89AAADD6A50A}"/>
                    </a:ext>
                  </a:extLst>
                </p14:cNvPr>
                <p14:cNvContentPartPr/>
                <p14:nvPr/>
              </p14:nvContentPartPr>
              <p14:xfrm>
                <a:off x="8963880" y="3843120"/>
                <a:ext cx="210240" cy="290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4D4F22-5EBE-BABA-B4DE-89AAADD6A50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46240" y="3825120"/>
                  <a:ext cx="2458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B5B9F75-D4F9-3561-0007-C7BFF89A0882}"/>
                    </a:ext>
                  </a:extLst>
                </p14:cNvPr>
                <p14:cNvContentPartPr/>
                <p14:nvPr/>
              </p14:nvContentPartPr>
              <p14:xfrm>
                <a:off x="9312000" y="3731160"/>
                <a:ext cx="60480" cy="155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B5B9F75-D4F9-3561-0007-C7BFF89A088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94000" y="3713160"/>
                  <a:ext cx="96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51D8D6B-C6F8-5330-DD18-F2F76AB35B7B}"/>
                    </a:ext>
                  </a:extLst>
                </p14:cNvPr>
                <p14:cNvContentPartPr/>
                <p14:nvPr/>
              </p14:nvContentPartPr>
              <p14:xfrm>
                <a:off x="9281040" y="3836640"/>
                <a:ext cx="146520" cy="49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51D8D6B-C6F8-5330-DD18-F2F76AB35B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263400" y="3819000"/>
                  <a:ext cx="182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FC17AC-DEE1-D736-E633-F14787674D8A}"/>
                    </a:ext>
                  </a:extLst>
                </p14:cNvPr>
                <p14:cNvContentPartPr/>
                <p14:nvPr/>
              </p14:nvContentPartPr>
              <p14:xfrm>
                <a:off x="9508200" y="3790560"/>
                <a:ext cx="7920" cy="78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FC17AC-DEE1-D736-E633-F14787674D8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90560" y="3772560"/>
                  <a:ext cx="43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02FC96-2835-8168-C653-7A3A3835845C}"/>
                    </a:ext>
                  </a:extLst>
                </p14:cNvPr>
                <p14:cNvContentPartPr/>
                <p14:nvPr/>
              </p14:nvContentPartPr>
              <p14:xfrm>
                <a:off x="9500640" y="3735840"/>
                <a:ext cx="5400" cy="24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02FC96-2835-8168-C653-7A3A383584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83000" y="3717840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3D55F3-233D-E564-7CD8-E1CC0770E2DF}"/>
                    </a:ext>
                  </a:extLst>
                </p14:cNvPr>
                <p14:cNvContentPartPr/>
                <p14:nvPr/>
              </p14:nvContentPartPr>
              <p14:xfrm>
                <a:off x="9590640" y="3792720"/>
                <a:ext cx="86760" cy="39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3D55F3-233D-E564-7CD8-E1CC0770E2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73000" y="3775080"/>
                  <a:ext cx="1224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FB0CD2B-ECB2-E30D-4753-8BB11EDD68E0}"/>
              </a:ext>
            </a:extLst>
          </p:cNvPr>
          <p:cNvGrpSpPr/>
          <p:nvPr/>
        </p:nvGrpSpPr>
        <p:grpSpPr>
          <a:xfrm>
            <a:off x="8041920" y="5849760"/>
            <a:ext cx="2323800" cy="651240"/>
            <a:chOff x="8041920" y="5849760"/>
            <a:chExt cx="2323800" cy="6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C113924-1F21-40DC-53B0-008B6075FE81}"/>
                    </a:ext>
                  </a:extLst>
                </p14:cNvPr>
                <p14:cNvContentPartPr/>
                <p14:nvPr/>
              </p14:nvContentPartPr>
              <p14:xfrm>
                <a:off x="8147400" y="5900160"/>
                <a:ext cx="37800" cy="323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C113924-1F21-40DC-53B0-008B6075FE8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29400" y="5882520"/>
                  <a:ext cx="73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879C755-3A6B-BB5E-2824-A01807F88B0B}"/>
                    </a:ext>
                  </a:extLst>
                </p14:cNvPr>
                <p14:cNvContentPartPr/>
                <p14:nvPr/>
              </p14:nvContentPartPr>
              <p14:xfrm>
                <a:off x="8041920" y="6192480"/>
                <a:ext cx="168480" cy="42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879C755-3A6B-BB5E-2824-A01807F88B0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23920" y="6174480"/>
                  <a:ext cx="204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CEDE29-8F50-5171-13F1-FF89EE15895F}"/>
                    </a:ext>
                  </a:extLst>
                </p14:cNvPr>
                <p14:cNvContentPartPr/>
                <p14:nvPr/>
              </p14:nvContentPartPr>
              <p14:xfrm>
                <a:off x="8272320" y="6195000"/>
                <a:ext cx="36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ECEDE29-8F50-5171-13F1-FF89EE15895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54320" y="61773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6F0ED7-96CE-4DD8-0A0E-B86242CB1FB8}"/>
                    </a:ext>
                  </a:extLst>
                </p14:cNvPr>
                <p14:cNvContentPartPr/>
                <p14:nvPr/>
              </p14:nvContentPartPr>
              <p14:xfrm>
                <a:off x="8337120" y="6109680"/>
                <a:ext cx="42840" cy="101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6F0ED7-96CE-4DD8-0A0E-B86242CB1FB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19120" y="6091680"/>
                  <a:ext cx="78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15E453-9F08-F157-9CDC-0BD71115196B}"/>
                    </a:ext>
                  </a:extLst>
                </p14:cNvPr>
                <p14:cNvContentPartPr/>
                <p14:nvPr/>
              </p14:nvContentPartPr>
              <p14:xfrm>
                <a:off x="8489040" y="6017160"/>
                <a:ext cx="45720" cy="32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15E453-9F08-F157-9CDC-0BD7111519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71400" y="5999520"/>
                  <a:ext cx="81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DEB6595-EC3F-15C5-743C-4E1042B2421E}"/>
                    </a:ext>
                  </a:extLst>
                </p14:cNvPr>
                <p14:cNvContentPartPr/>
                <p14:nvPr/>
              </p14:nvContentPartPr>
              <p14:xfrm>
                <a:off x="8547360" y="6060720"/>
                <a:ext cx="70200" cy="51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DEB6595-EC3F-15C5-743C-4E1042B2421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9720" y="6042720"/>
                  <a:ext cx="105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FE1211-250A-96B1-103E-9381062982C3}"/>
                    </a:ext>
                  </a:extLst>
                </p14:cNvPr>
                <p14:cNvContentPartPr/>
                <p14:nvPr/>
              </p14:nvContentPartPr>
              <p14:xfrm>
                <a:off x="8755800" y="5849760"/>
                <a:ext cx="1041480" cy="191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FE1211-250A-96B1-103E-9381062982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38160" y="5832120"/>
                  <a:ext cx="1077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6E31E0F-D2FA-7C58-605C-E630A7CC1ECD}"/>
                    </a:ext>
                  </a:extLst>
                </p14:cNvPr>
                <p14:cNvContentPartPr/>
                <p14:nvPr/>
              </p14:nvContentPartPr>
              <p14:xfrm>
                <a:off x="8957760" y="6134880"/>
                <a:ext cx="149040" cy="154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6E31E0F-D2FA-7C58-605C-E630A7CC1EC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40120" y="6116880"/>
                  <a:ext cx="184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AB4DB4-6221-D694-0469-C3452319DC12}"/>
                    </a:ext>
                  </a:extLst>
                </p14:cNvPr>
                <p14:cNvContentPartPr/>
                <p14:nvPr/>
              </p14:nvContentPartPr>
              <p14:xfrm>
                <a:off x="9189240" y="6176280"/>
                <a:ext cx="106200" cy="11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AB4DB4-6221-D694-0469-C3452319DC1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71600" y="6158640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6D464A9-CA84-A363-1F3C-6EE3C5959586}"/>
                    </a:ext>
                  </a:extLst>
                </p14:cNvPr>
                <p14:cNvContentPartPr/>
                <p14:nvPr/>
              </p14:nvContentPartPr>
              <p14:xfrm>
                <a:off x="9263760" y="6122280"/>
                <a:ext cx="24480" cy="154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6D464A9-CA84-A363-1F3C-6EE3C59595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46120" y="6104640"/>
                  <a:ext cx="60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309F860-D492-4FEA-50CF-134434D303D6}"/>
                    </a:ext>
                  </a:extLst>
                </p14:cNvPr>
                <p14:cNvContentPartPr/>
                <p14:nvPr/>
              </p14:nvContentPartPr>
              <p14:xfrm>
                <a:off x="9462480" y="6078000"/>
                <a:ext cx="150480" cy="161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309F860-D492-4FEA-50CF-134434D303D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44840" y="6060360"/>
                  <a:ext cx="186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6CEACD-F40B-5D9C-7BC2-A52FF4FEE172}"/>
                    </a:ext>
                  </a:extLst>
                </p14:cNvPr>
                <p14:cNvContentPartPr/>
                <p14:nvPr/>
              </p14:nvContentPartPr>
              <p14:xfrm>
                <a:off x="9517920" y="6240000"/>
                <a:ext cx="110160" cy="11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6CEACD-F40B-5D9C-7BC2-A52FF4FEE1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00280" y="6222000"/>
                  <a:ext cx="145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B95D6F4-D770-17A1-4F39-F7953D93EA90}"/>
                    </a:ext>
                  </a:extLst>
                </p14:cNvPr>
                <p14:cNvContentPartPr/>
                <p14:nvPr/>
              </p14:nvContentPartPr>
              <p14:xfrm>
                <a:off x="8875680" y="6114720"/>
                <a:ext cx="88200" cy="386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B95D6F4-D770-17A1-4F39-F7953D93EA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57680" y="6097080"/>
                  <a:ext cx="1238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D6E3B6-A3C6-DB01-646A-9404F6AB2E95}"/>
                    </a:ext>
                  </a:extLst>
                </p14:cNvPr>
                <p14:cNvContentPartPr/>
                <p14:nvPr/>
              </p14:nvContentPartPr>
              <p14:xfrm>
                <a:off x="9697200" y="6061440"/>
                <a:ext cx="124200" cy="257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D6E3B6-A3C6-DB01-646A-9404F6AB2E9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79200" y="6043800"/>
                  <a:ext cx="159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582EBD-52C0-D323-2E83-D52CB9B47259}"/>
                    </a:ext>
                  </a:extLst>
                </p14:cNvPr>
                <p14:cNvContentPartPr/>
                <p14:nvPr/>
              </p14:nvContentPartPr>
              <p14:xfrm>
                <a:off x="9884760" y="6084120"/>
                <a:ext cx="64800" cy="154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582EBD-52C0-D323-2E83-D52CB9B472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66760" y="6066480"/>
                  <a:ext cx="100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57D74EC-4355-29F0-763C-C92689113E41}"/>
                    </a:ext>
                  </a:extLst>
                </p14:cNvPr>
                <p14:cNvContentPartPr/>
                <p14:nvPr/>
              </p14:nvContentPartPr>
              <p14:xfrm>
                <a:off x="9945240" y="6084480"/>
                <a:ext cx="97200" cy="117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57D74EC-4355-29F0-763C-C92689113E4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27240" y="6066480"/>
                  <a:ext cx="132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9B565F6-9565-D374-37E6-F2DD315A2CC8}"/>
                    </a:ext>
                  </a:extLst>
                </p14:cNvPr>
                <p14:cNvContentPartPr/>
                <p14:nvPr/>
              </p14:nvContentPartPr>
              <p14:xfrm>
                <a:off x="10172040" y="6024360"/>
                <a:ext cx="193680" cy="137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9B565F6-9565-D374-37E6-F2DD315A2CC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54400" y="6006360"/>
                  <a:ext cx="2293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443BDED-151A-93D4-621C-227F7BB0EF26}"/>
              </a:ext>
            </a:extLst>
          </p:cNvPr>
          <p:cNvGrpSpPr/>
          <p:nvPr/>
        </p:nvGrpSpPr>
        <p:grpSpPr>
          <a:xfrm>
            <a:off x="9080880" y="4083960"/>
            <a:ext cx="1998000" cy="1782000"/>
            <a:chOff x="9080880" y="4083960"/>
            <a:chExt cx="1998000" cy="178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E7D858-34BD-85A7-DEC5-317650304E2A}"/>
                    </a:ext>
                  </a:extLst>
                </p14:cNvPr>
                <p14:cNvContentPartPr/>
                <p14:nvPr/>
              </p14:nvContentPartPr>
              <p14:xfrm>
                <a:off x="9487680" y="4721880"/>
                <a:ext cx="163080" cy="66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E7D858-34BD-85A7-DEC5-317650304E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69680" y="4704240"/>
                  <a:ext cx="198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BF12BAF-2921-7CFE-AFC9-49DC5AC3BC30}"/>
                    </a:ext>
                  </a:extLst>
                </p14:cNvPr>
                <p14:cNvContentPartPr/>
                <p14:nvPr/>
              </p14:nvContentPartPr>
              <p14:xfrm>
                <a:off x="9872880" y="4674360"/>
                <a:ext cx="9000" cy="170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BF12BAF-2921-7CFE-AFC9-49DC5AC3BC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54880" y="4656360"/>
                  <a:ext cx="44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A6F7B01-2922-312F-3D83-ACAE28253D17}"/>
                    </a:ext>
                  </a:extLst>
                </p14:cNvPr>
                <p14:cNvContentPartPr/>
                <p14:nvPr/>
              </p14:nvContentPartPr>
              <p14:xfrm>
                <a:off x="9866040" y="4578960"/>
                <a:ext cx="13680" cy="10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A6F7B01-2922-312F-3D83-ACAE28253D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48040" y="4561320"/>
                  <a:ext cx="4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EA675B5-3EB3-E5F6-02B3-CAC7CA7989CF}"/>
                    </a:ext>
                  </a:extLst>
                </p14:cNvPr>
                <p14:cNvContentPartPr/>
                <p14:nvPr/>
              </p14:nvContentPartPr>
              <p14:xfrm>
                <a:off x="9872520" y="4605240"/>
                <a:ext cx="12960" cy="174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EA675B5-3EB3-E5F6-02B3-CAC7CA7989C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54880" y="4587240"/>
                  <a:ext cx="48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38A0031-DE7B-0A69-2618-CD793A157ED9}"/>
                    </a:ext>
                  </a:extLst>
                </p14:cNvPr>
                <p14:cNvContentPartPr/>
                <p14:nvPr/>
              </p14:nvContentPartPr>
              <p14:xfrm>
                <a:off x="9835080" y="4850040"/>
                <a:ext cx="105480" cy="32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38A0031-DE7B-0A69-2618-CD793A157E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17440" y="4832040"/>
                  <a:ext cx="141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2461022-9602-83E6-A59C-2F22084B81F9}"/>
                    </a:ext>
                  </a:extLst>
                </p14:cNvPr>
                <p14:cNvContentPartPr/>
                <p14:nvPr/>
              </p14:nvContentPartPr>
              <p14:xfrm>
                <a:off x="10016880" y="4780200"/>
                <a:ext cx="7920" cy="119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2461022-9602-83E6-A59C-2F22084B81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99240" y="4762200"/>
                  <a:ext cx="43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788695-6B9C-5F16-6A70-79BC8DA61BF6}"/>
                    </a:ext>
                  </a:extLst>
                </p14:cNvPr>
                <p14:cNvContentPartPr/>
                <p14:nvPr/>
              </p14:nvContentPartPr>
              <p14:xfrm>
                <a:off x="10041360" y="4625400"/>
                <a:ext cx="7920" cy="25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788695-6B9C-5F16-6A70-79BC8DA61BF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23720" y="4607760"/>
                  <a:ext cx="43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9DEA8D-77FF-8837-E05E-7DB82BB6E014}"/>
                    </a:ext>
                  </a:extLst>
                </p14:cNvPr>
                <p14:cNvContentPartPr/>
                <p14:nvPr/>
              </p14:nvContentPartPr>
              <p14:xfrm>
                <a:off x="10010040" y="4751760"/>
                <a:ext cx="45360" cy="133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9DEA8D-77FF-8837-E05E-7DB82BB6E01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92040" y="4734120"/>
                  <a:ext cx="81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54BBBF-8983-2E31-3534-02748F6A3858}"/>
                    </a:ext>
                  </a:extLst>
                </p14:cNvPr>
                <p14:cNvContentPartPr/>
                <p14:nvPr/>
              </p14:nvContentPartPr>
              <p14:xfrm>
                <a:off x="10024440" y="4901160"/>
                <a:ext cx="103680" cy="38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54BBBF-8983-2E31-3534-02748F6A385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06800" y="4883520"/>
                  <a:ext cx="1393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F3F9CC-A4B1-5EAB-BD9B-E3445497DC8D}"/>
                    </a:ext>
                  </a:extLst>
                </p14:cNvPr>
                <p14:cNvContentPartPr/>
                <p14:nvPr/>
              </p14:nvContentPartPr>
              <p14:xfrm>
                <a:off x="10430880" y="4682280"/>
                <a:ext cx="136800" cy="93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F3F9CC-A4B1-5EAB-BD9B-E3445497DC8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13240" y="4664640"/>
                  <a:ext cx="172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44B4478-D2DC-79A4-C18A-5C78DE14108F}"/>
                    </a:ext>
                  </a:extLst>
                </p14:cNvPr>
                <p14:cNvContentPartPr/>
                <p14:nvPr/>
              </p14:nvContentPartPr>
              <p14:xfrm>
                <a:off x="10793040" y="4637280"/>
                <a:ext cx="12960" cy="210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44B4478-D2DC-79A4-C18A-5C78DE14108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75040" y="4619280"/>
                  <a:ext cx="48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A22DFF4-89EA-0741-4076-03E8D90AA2A6}"/>
                    </a:ext>
                  </a:extLst>
                </p14:cNvPr>
                <p14:cNvContentPartPr/>
                <p14:nvPr/>
              </p14:nvContentPartPr>
              <p14:xfrm>
                <a:off x="10757760" y="4619640"/>
                <a:ext cx="88920" cy="60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A22DFF4-89EA-0741-4076-03E8D90AA2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40120" y="4601640"/>
                  <a:ext cx="124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04716AD-7817-316A-B60A-831A597D33B1}"/>
                    </a:ext>
                  </a:extLst>
                </p14:cNvPr>
                <p14:cNvContentPartPr/>
                <p14:nvPr/>
              </p14:nvContentPartPr>
              <p14:xfrm>
                <a:off x="10799160" y="4827360"/>
                <a:ext cx="50400" cy="28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04716AD-7817-316A-B60A-831A597D33B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81520" y="4809720"/>
                  <a:ext cx="860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52C4D92-A912-2740-E535-57CC72DE7874}"/>
                    </a:ext>
                  </a:extLst>
                </p14:cNvPr>
                <p14:cNvContentPartPr/>
                <p14:nvPr/>
              </p14:nvContentPartPr>
              <p14:xfrm>
                <a:off x="10952160" y="4757160"/>
                <a:ext cx="126720" cy="125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52C4D92-A912-2740-E535-57CC72DE78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34160" y="4739520"/>
                  <a:ext cx="16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7C546E5-B3B5-A33B-871E-9885D76BB697}"/>
                    </a:ext>
                  </a:extLst>
                </p14:cNvPr>
                <p14:cNvContentPartPr/>
                <p14:nvPr/>
              </p14:nvContentPartPr>
              <p14:xfrm>
                <a:off x="9862080" y="5569320"/>
                <a:ext cx="70560" cy="196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7C546E5-B3B5-A33B-871E-9885D76BB6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44440" y="5551680"/>
                  <a:ext cx="106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EC882B-2404-9A69-4255-B620026C669C}"/>
                    </a:ext>
                  </a:extLst>
                </p14:cNvPr>
                <p14:cNvContentPartPr/>
                <p14:nvPr/>
              </p14:nvContentPartPr>
              <p14:xfrm>
                <a:off x="10041720" y="5638440"/>
                <a:ext cx="2160" cy="34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EC882B-2404-9A69-4255-B620026C669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24080" y="5620440"/>
                  <a:ext cx="37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778C0B-2DAA-D299-7C6F-58BA9DF7B581}"/>
                    </a:ext>
                  </a:extLst>
                </p14:cNvPr>
                <p14:cNvContentPartPr/>
                <p14:nvPr/>
              </p14:nvContentPartPr>
              <p14:xfrm>
                <a:off x="10157640" y="5578320"/>
                <a:ext cx="143640" cy="78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778C0B-2DAA-D299-7C6F-58BA9DF7B5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39640" y="5560680"/>
                  <a:ext cx="179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09DFB6-44DB-0E89-F69A-EA3E9BA8BDC7}"/>
                    </a:ext>
                  </a:extLst>
                </p14:cNvPr>
                <p14:cNvContentPartPr/>
                <p14:nvPr/>
              </p14:nvContentPartPr>
              <p14:xfrm>
                <a:off x="9080880" y="5619360"/>
                <a:ext cx="178920" cy="246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09DFB6-44DB-0E89-F69A-EA3E9BA8BDC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62880" y="5601720"/>
                  <a:ext cx="2145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310D92-B47F-1F78-9FAA-E4F5BF8AE8A1}"/>
                    </a:ext>
                  </a:extLst>
                </p14:cNvPr>
                <p14:cNvContentPartPr/>
                <p14:nvPr/>
              </p14:nvContentPartPr>
              <p14:xfrm>
                <a:off x="10358880" y="4083960"/>
                <a:ext cx="630360" cy="514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310D92-B47F-1F78-9FAA-E4F5BF8AE8A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41240" y="4065960"/>
                  <a:ext cx="6660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6EEF2CA-B46C-579E-A742-8255B5C8E940}"/>
                    </a:ext>
                  </a:extLst>
                </p14:cNvPr>
                <p14:cNvContentPartPr/>
                <p14:nvPr/>
              </p14:nvContentPartPr>
              <p14:xfrm>
                <a:off x="9122280" y="4337760"/>
                <a:ext cx="1451880" cy="1250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6EEF2CA-B46C-579E-A742-8255B5C8E94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04280" y="4320120"/>
                  <a:ext cx="1487520" cy="12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E536EE-EDEC-F429-2671-541716E54814}"/>
                    </a:ext>
                  </a:extLst>
                </p14:cNvPr>
                <p14:cNvContentPartPr/>
                <p14:nvPr/>
              </p14:nvContentPartPr>
              <p14:xfrm>
                <a:off x="9101400" y="5441880"/>
                <a:ext cx="157680" cy="78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E536EE-EDEC-F429-2671-541716E548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83400" y="5423880"/>
                  <a:ext cx="1933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36E8C1E-9089-E94C-05F2-8169D2C776F6}"/>
              </a:ext>
            </a:extLst>
          </p:cNvPr>
          <p:cNvGrpSpPr/>
          <p:nvPr/>
        </p:nvGrpSpPr>
        <p:grpSpPr>
          <a:xfrm>
            <a:off x="10610880" y="5689920"/>
            <a:ext cx="273240" cy="294480"/>
            <a:chOff x="10610880" y="5689920"/>
            <a:chExt cx="27324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9901CFE-0121-89AA-600E-4E1AAFB2A5CB}"/>
                    </a:ext>
                  </a:extLst>
                </p14:cNvPr>
                <p14:cNvContentPartPr/>
                <p14:nvPr/>
              </p14:nvContentPartPr>
              <p14:xfrm>
                <a:off x="10645080" y="5689920"/>
                <a:ext cx="59040" cy="239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9901CFE-0121-89AA-600E-4E1AAFB2A5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27080" y="5671920"/>
                  <a:ext cx="94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DE0A775-A377-4CCF-AC8F-B5C0CDA94DF9}"/>
                    </a:ext>
                  </a:extLst>
                </p14:cNvPr>
                <p14:cNvContentPartPr/>
                <p14:nvPr/>
              </p14:nvContentPartPr>
              <p14:xfrm>
                <a:off x="10610880" y="5890800"/>
                <a:ext cx="57960" cy="43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DE0A775-A377-4CCF-AC8F-B5C0CDA94DF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93240" y="5873160"/>
                  <a:ext cx="93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650F265-4FB9-69F6-CA91-F4B8D59E522E}"/>
                    </a:ext>
                  </a:extLst>
                </p14:cNvPr>
                <p14:cNvContentPartPr/>
                <p14:nvPr/>
              </p14:nvContentPartPr>
              <p14:xfrm>
                <a:off x="10801320" y="5873160"/>
                <a:ext cx="82800" cy="111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650F265-4FB9-69F6-CA91-F4B8D59E522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83320" y="5855520"/>
                  <a:ext cx="1184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8D038D1-1C33-0998-16BA-A11F95C15DF2}"/>
              </a:ext>
            </a:extLst>
          </p:cNvPr>
          <p:cNvGrpSpPr/>
          <p:nvPr/>
        </p:nvGrpSpPr>
        <p:grpSpPr>
          <a:xfrm>
            <a:off x="11082120" y="5757240"/>
            <a:ext cx="675000" cy="104040"/>
            <a:chOff x="11082120" y="5757240"/>
            <a:chExt cx="675000" cy="1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2C269CC-469A-B10B-0289-27638B99A2AB}"/>
                    </a:ext>
                  </a:extLst>
                </p14:cNvPr>
                <p14:cNvContentPartPr/>
                <p14:nvPr/>
              </p14:nvContentPartPr>
              <p14:xfrm>
                <a:off x="11082120" y="5805480"/>
                <a:ext cx="30600" cy="16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2C269CC-469A-B10B-0289-27638B99A2A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64480" y="5787840"/>
                  <a:ext cx="66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EB1E7D-86C4-B77D-0595-25E1A0F85310}"/>
                    </a:ext>
                  </a:extLst>
                </p14:cNvPr>
                <p14:cNvContentPartPr/>
                <p14:nvPr/>
              </p14:nvContentPartPr>
              <p14:xfrm>
                <a:off x="11090040" y="5849040"/>
                <a:ext cx="63360" cy="12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EB1E7D-86C4-B77D-0595-25E1A0F8531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72040" y="5831040"/>
                  <a:ext cx="99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131E0AC-2152-330C-0356-2E38C13E916E}"/>
                    </a:ext>
                  </a:extLst>
                </p14:cNvPr>
                <p14:cNvContentPartPr/>
                <p14:nvPr/>
              </p14:nvContentPartPr>
              <p14:xfrm>
                <a:off x="11313960" y="5757240"/>
                <a:ext cx="443160" cy="79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131E0AC-2152-330C-0356-2E38C13E916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295960" y="5739600"/>
                  <a:ext cx="4788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C71E16B-875F-A128-298C-4722B15E7672}"/>
              </a:ext>
            </a:extLst>
          </p:cNvPr>
          <p:cNvGrpSpPr/>
          <p:nvPr/>
        </p:nvGrpSpPr>
        <p:grpSpPr>
          <a:xfrm>
            <a:off x="11435280" y="5969640"/>
            <a:ext cx="322560" cy="232560"/>
            <a:chOff x="11435280" y="5969640"/>
            <a:chExt cx="32256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8DA4EEC-EA5A-0379-153D-4CB76C04385A}"/>
                    </a:ext>
                  </a:extLst>
                </p14:cNvPr>
                <p14:cNvContentPartPr/>
                <p14:nvPr/>
              </p14:nvContentPartPr>
              <p14:xfrm>
                <a:off x="11473080" y="5969640"/>
                <a:ext cx="106560" cy="44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8DA4EEC-EA5A-0379-153D-4CB76C04385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55440" y="5951640"/>
                  <a:ext cx="142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AC68FB9-81D6-112D-5A77-E4950BE46B22}"/>
                    </a:ext>
                  </a:extLst>
                </p14:cNvPr>
                <p14:cNvContentPartPr/>
                <p14:nvPr/>
              </p14:nvContentPartPr>
              <p14:xfrm>
                <a:off x="11435280" y="6051360"/>
                <a:ext cx="49680" cy="150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AC68FB9-81D6-112D-5A77-E4950BE46B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17280" y="6033720"/>
                  <a:ext cx="85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77DBC4D-A948-3A4B-D9FE-E13FF1B01674}"/>
                    </a:ext>
                  </a:extLst>
                </p14:cNvPr>
                <p14:cNvContentPartPr/>
                <p14:nvPr/>
              </p14:nvContentPartPr>
              <p14:xfrm>
                <a:off x="11608800" y="6013200"/>
                <a:ext cx="31680" cy="159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77DBC4D-A948-3A4B-D9FE-E13FF1B0167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90800" y="5995200"/>
                  <a:ext cx="67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13B60BF-62B2-DEE2-BA03-817E4D52D834}"/>
                    </a:ext>
                  </a:extLst>
                </p14:cNvPr>
                <p14:cNvContentPartPr/>
                <p14:nvPr/>
              </p14:nvContentPartPr>
              <p14:xfrm>
                <a:off x="11646960" y="6030840"/>
                <a:ext cx="110880" cy="111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13B60BF-62B2-DEE2-BA03-817E4D52D83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29320" y="6012840"/>
                  <a:ext cx="1465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6D3A5E8-EA76-45EB-914B-1DCC8926E653}"/>
              </a:ext>
            </a:extLst>
          </p:cNvPr>
          <p:cNvGrpSpPr/>
          <p:nvPr/>
        </p:nvGrpSpPr>
        <p:grpSpPr>
          <a:xfrm>
            <a:off x="11334840" y="5383920"/>
            <a:ext cx="758520" cy="293400"/>
            <a:chOff x="11334840" y="5383920"/>
            <a:chExt cx="75852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8455E3A-437F-E6FE-4465-42EAECE6AE8C}"/>
                    </a:ext>
                  </a:extLst>
                </p14:cNvPr>
                <p14:cNvContentPartPr/>
                <p14:nvPr/>
              </p14:nvContentPartPr>
              <p14:xfrm>
                <a:off x="11334840" y="5495880"/>
                <a:ext cx="153360" cy="132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8455E3A-437F-E6FE-4465-42EAECE6AE8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317200" y="5478240"/>
                  <a:ext cx="189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7BBAD9-AF29-EE0F-2E63-AF20F542C9A2}"/>
                    </a:ext>
                  </a:extLst>
                </p14:cNvPr>
                <p14:cNvContentPartPr/>
                <p14:nvPr/>
              </p14:nvContentPartPr>
              <p14:xfrm>
                <a:off x="11712480" y="5383920"/>
                <a:ext cx="29880" cy="264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7BBAD9-AF29-EE0F-2E63-AF20F542C9A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94840" y="5365920"/>
                  <a:ext cx="65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408F3E3-8C09-CD84-EE7E-BED330AB0970}"/>
                    </a:ext>
                  </a:extLst>
                </p14:cNvPr>
                <p14:cNvContentPartPr/>
                <p14:nvPr/>
              </p14:nvContentPartPr>
              <p14:xfrm>
                <a:off x="11658840" y="5646000"/>
                <a:ext cx="96840" cy="31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408F3E3-8C09-CD84-EE7E-BED330AB09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640840" y="5628000"/>
                  <a:ext cx="132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9E7521-52AD-95B1-3DFA-ABA50E53BD4F}"/>
                    </a:ext>
                  </a:extLst>
                </p14:cNvPr>
                <p14:cNvContentPartPr/>
                <p14:nvPr/>
              </p14:nvContentPartPr>
              <p14:xfrm>
                <a:off x="11871240" y="5573280"/>
                <a:ext cx="32040" cy="77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9E7521-52AD-95B1-3DFA-ABA50E53BD4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853600" y="5555280"/>
                  <a:ext cx="67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6A35C79-5525-4F49-D8D3-202F5329BA5B}"/>
                    </a:ext>
                  </a:extLst>
                </p14:cNvPr>
                <p14:cNvContentPartPr/>
                <p14:nvPr/>
              </p14:nvContentPartPr>
              <p14:xfrm>
                <a:off x="11846760" y="5488680"/>
                <a:ext cx="16920" cy="10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6A35C79-5525-4F49-D8D3-202F5329BA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829120" y="5471040"/>
                  <a:ext cx="52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F6A755A-EE72-DD7A-AD2F-4F5EE154F714}"/>
                    </a:ext>
                  </a:extLst>
                </p14:cNvPr>
                <p14:cNvContentPartPr/>
                <p14:nvPr/>
              </p14:nvContentPartPr>
              <p14:xfrm>
                <a:off x="11956200" y="5553120"/>
                <a:ext cx="137160" cy="80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F6A755A-EE72-DD7A-AD2F-4F5EE154F71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938560" y="5535120"/>
                  <a:ext cx="172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9506114-1E8E-F6C3-5059-174419B9ED0A}"/>
                    </a:ext>
                  </a:extLst>
                </p14:cNvPr>
                <p14:cNvContentPartPr/>
                <p14:nvPr/>
              </p14:nvContentPartPr>
              <p14:xfrm>
                <a:off x="11610960" y="5401200"/>
                <a:ext cx="114480" cy="21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9506114-1E8E-F6C3-5059-174419B9ED0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93320" y="5383200"/>
                  <a:ext cx="15012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C5EFA85-BC9A-84ED-FE71-D533E79C46FB}"/>
              </a:ext>
            </a:extLst>
          </p:cNvPr>
          <p:cNvGrpSpPr/>
          <p:nvPr/>
        </p:nvGrpSpPr>
        <p:grpSpPr>
          <a:xfrm>
            <a:off x="1323960" y="2632080"/>
            <a:ext cx="7330680" cy="2311920"/>
            <a:chOff x="1323960" y="2632080"/>
            <a:chExt cx="7330680" cy="23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6B9675-5380-1515-9F28-9BD7CEEB463A}"/>
                    </a:ext>
                  </a:extLst>
                </p14:cNvPr>
                <p14:cNvContentPartPr/>
                <p14:nvPr/>
              </p14:nvContentPartPr>
              <p14:xfrm>
                <a:off x="1340160" y="2632080"/>
                <a:ext cx="468360" cy="424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6B9675-5380-1515-9F28-9BD7CEEB463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22160" y="2614080"/>
                  <a:ext cx="50400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BE9990-16B5-2A7C-92D5-83D621FB3DE4}"/>
                    </a:ext>
                  </a:extLst>
                </p14:cNvPr>
                <p14:cNvContentPartPr/>
                <p14:nvPr/>
              </p14:nvContentPartPr>
              <p14:xfrm>
                <a:off x="8230920" y="3754560"/>
                <a:ext cx="131040" cy="207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BE9990-16B5-2A7C-92D5-83D621FB3DE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212920" y="3736560"/>
                  <a:ext cx="166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C1AE20-E789-B2C0-06FD-290A619F5901}"/>
                    </a:ext>
                  </a:extLst>
                </p14:cNvPr>
                <p14:cNvContentPartPr/>
                <p14:nvPr/>
              </p14:nvContentPartPr>
              <p14:xfrm>
                <a:off x="8366640" y="3846720"/>
                <a:ext cx="53640" cy="18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C1AE20-E789-B2C0-06FD-290A619F590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48640" y="3829080"/>
                  <a:ext cx="89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97BA2F-1250-2929-5D1C-E318C240B1C6}"/>
                    </a:ext>
                  </a:extLst>
                </p14:cNvPr>
                <p14:cNvContentPartPr/>
                <p14:nvPr/>
              </p14:nvContentPartPr>
              <p14:xfrm>
                <a:off x="8000880" y="3613440"/>
                <a:ext cx="653760" cy="621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97BA2F-1250-2929-5D1C-E318C240B1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83240" y="3595440"/>
                  <a:ext cx="68940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BB9B825-E793-D5F3-4953-93A3D429ED7D}"/>
                    </a:ext>
                  </a:extLst>
                </p14:cNvPr>
                <p14:cNvContentPartPr/>
                <p14:nvPr/>
              </p14:nvContentPartPr>
              <p14:xfrm>
                <a:off x="1323960" y="3195480"/>
                <a:ext cx="587520" cy="714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BB9B825-E793-D5F3-4953-93A3D429ED7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306320" y="3177480"/>
                  <a:ext cx="623160" cy="7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FC7C0E-A733-F3B7-847C-B25B36F7DE63}"/>
                    </a:ext>
                  </a:extLst>
                </p14:cNvPr>
                <p14:cNvContentPartPr/>
                <p14:nvPr/>
              </p14:nvContentPartPr>
              <p14:xfrm>
                <a:off x="1655880" y="3673920"/>
                <a:ext cx="6179760" cy="127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FC7C0E-A733-F3B7-847C-B25B36F7DE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637880" y="3655920"/>
                  <a:ext cx="621540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3101B1-CE1F-EEB9-D31B-54B884CB4CDC}"/>
                    </a:ext>
                  </a:extLst>
                </p14:cNvPr>
                <p14:cNvContentPartPr/>
                <p14:nvPr/>
              </p14:nvContentPartPr>
              <p14:xfrm>
                <a:off x="7678320" y="3797400"/>
                <a:ext cx="129240" cy="418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3101B1-CE1F-EEB9-D31B-54B884CB4CD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660320" y="3779400"/>
                  <a:ext cx="1648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6C2587-2865-18FF-6980-F9CE4DAC9532}"/>
                    </a:ext>
                  </a:extLst>
                </p14:cNvPr>
                <p14:cNvContentPartPr/>
                <p14:nvPr/>
              </p14:nvContentPartPr>
              <p14:xfrm>
                <a:off x="1509000" y="2661600"/>
                <a:ext cx="720720" cy="402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6C2587-2865-18FF-6980-F9CE4DAC953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491360" y="2643600"/>
                  <a:ext cx="7563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16B5E18-D1D3-142B-DF11-EA1D1AFB3CC2}"/>
                    </a:ext>
                  </a:extLst>
                </p14:cNvPr>
                <p14:cNvContentPartPr/>
                <p14:nvPr/>
              </p14:nvContentPartPr>
              <p14:xfrm>
                <a:off x="2256720" y="3116280"/>
                <a:ext cx="727560" cy="511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16B5E18-D1D3-142B-DF11-EA1D1AFB3CC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238720" y="3098640"/>
                  <a:ext cx="763200" cy="54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958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46AA-8C79-F6DC-A9A7-A2A76FB3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38E6884-2949-ABC7-11FC-DB5AC57F0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09" y="1944621"/>
            <a:ext cx="8630259" cy="27604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6B902-1D0D-C650-E932-4DD9452E1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566DD4-F971-1573-9E1C-A5B811312328}"/>
                  </a:ext>
                </a:extLst>
              </p14:cNvPr>
              <p14:cNvContentPartPr/>
              <p14:nvPr/>
            </p14:nvContentPartPr>
            <p14:xfrm>
              <a:off x="4900920" y="2575920"/>
              <a:ext cx="19800" cy="6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566DD4-F971-1573-9E1C-A5B811312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2920" y="2558280"/>
                <a:ext cx="554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25038B-7E0F-76A3-1847-8A79A390CEFF}"/>
                  </a:ext>
                </a:extLst>
              </p14:cNvPr>
              <p14:cNvContentPartPr/>
              <p14:nvPr/>
            </p14:nvContentPartPr>
            <p14:xfrm>
              <a:off x="5701560" y="2270640"/>
              <a:ext cx="91800" cy="239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25038B-7E0F-76A3-1847-8A79A390CE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83920" y="2252640"/>
                <a:ext cx="12744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6CEB46-75F2-EA91-6F16-222F67A48E9D}"/>
                  </a:ext>
                </a:extLst>
              </p14:cNvPr>
              <p14:cNvContentPartPr/>
              <p14:nvPr/>
            </p14:nvContentPartPr>
            <p14:xfrm>
              <a:off x="5330400" y="3509400"/>
              <a:ext cx="5040" cy="19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6CEB46-75F2-EA91-6F16-222F67A48E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12400" y="3491400"/>
                <a:ext cx="40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0A045C8-48E2-91ED-4572-2E57FA98571C}"/>
                  </a:ext>
                </a:extLst>
              </p14:cNvPr>
              <p14:cNvContentPartPr/>
              <p14:nvPr/>
            </p14:nvContentPartPr>
            <p14:xfrm>
              <a:off x="5574480" y="3415080"/>
              <a:ext cx="223920" cy="125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0A045C8-48E2-91ED-4572-2E57FA9857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56480" y="3397080"/>
                <a:ext cx="2595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D778426-3C1A-19A9-6AC5-DE98386F45DE}"/>
                  </a:ext>
                </a:extLst>
              </p14:cNvPr>
              <p14:cNvContentPartPr/>
              <p14:nvPr/>
            </p14:nvContentPartPr>
            <p14:xfrm>
              <a:off x="4863120" y="4505880"/>
              <a:ext cx="2520" cy="26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D778426-3C1A-19A9-6AC5-DE98386F45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45480" y="4487880"/>
                <a:ext cx="381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6E49FB-3D7A-F67A-1A10-065429984E87}"/>
                  </a:ext>
                </a:extLst>
              </p14:cNvPr>
              <p14:cNvContentPartPr/>
              <p14:nvPr/>
            </p14:nvContentPartPr>
            <p14:xfrm>
              <a:off x="5124120" y="4688400"/>
              <a:ext cx="172440" cy="258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6E49FB-3D7A-F67A-1A10-065429984E8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06120" y="4670400"/>
                <a:ext cx="208080" cy="2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278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3A373CDE-D6E5-7684-C39C-5E4A32FD5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58" y="1847896"/>
            <a:ext cx="3177815" cy="2270957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D3A089AC-33F6-EB86-3A62-C96762B009C9}"/>
              </a:ext>
            </a:extLst>
          </p:cNvPr>
          <p:cNvGrpSpPr/>
          <p:nvPr/>
        </p:nvGrpSpPr>
        <p:grpSpPr>
          <a:xfrm>
            <a:off x="5762760" y="2331480"/>
            <a:ext cx="887400" cy="434880"/>
            <a:chOff x="5762760" y="2331480"/>
            <a:chExt cx="88740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56CA1B9-1C59-D29F-8532-AF0CF2E21B6E}"/>
                    </a:ext>
                  </a:extLst>
                </p14:cNvPr>
                <p14:cNvContentPartPr/>
                <p14:nvPr/>
              </p14:nvContentPartPr>
              <p14:xfrm>
                <a:off x="5762760" y="2331480"/>
                <a:ext cx="223200" cy="261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56CA1B9-1C59-D29F-8532-AF0CF2E21B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44760" y="2313840"/>
                  <a:ext cx="258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625B24-5C20-585E-9A63-0FEE85D74930}"/>
                    </a:ext>
                  </a:extLst>
                </p14:cNvPr>
                <p14:cNvContentPartPr/>
                <p14:nvPr/>
              </p14:nvContentPartPr>
              <p14:xfrm>
                <a:off x="6081360" y="2514000"/>
                <a:ext cx="61920" cy="252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625B24-5C20-585E-9A63-0FEE85D7493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3720" y="2496000"/>
                  <a:ext cx="975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6CA2F6-A9FC-E05D-7081-05C26C699D20}"/>
                    </a:ext>
                  </a:extLst>
                </p14:cNvPr>
                <p14:cNvContentPartPr/>
                <p14:nvPr/>
              </p14:nvContentPartPr>
              <p14:xfrm>
                <a:off x="6084960" y="2504640"/>
                <a:ext cx="175680" cy="130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6CA2F6-A9FC-E05D-7081-05C26C699D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66960" y="2487000"/>
                  <a:ext cx="211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341B289-9FC3-41F5-6A3B-75F41654908B}"/>
                    </a:ext>
                  </a:extLst>
                </p14:cNvPr>
                <p14:cNvContentPartPr/>
                <p14:nvPr/>
              </p14:nvContentPartPr>
              <p14:xfrm>
                <a:off x="6316800" y="2575560"/>
                <a:ext cx="36360" cy="99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341B289-9FC3-41F5-6A3B-75F4165490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98800" y="2557920"/>
                  <a:ext cx="72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35A1C5-3F73-6D84-4020-1A8DF39E4E33}"/>
                    </a:ext>
                  </a:extLst>
                </p14:cNvPr>
                <p14:cNvContentPartPr/>
                <p14:nvPr/>
              </p14:nvContentPartPr>
              <p14:xfrm>
                <a:off x="6513360" y="2435880"/>
                <a:ext cx="78480" cy="29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35A1C5-3F73-6D84-4020-1A8DF39E4E3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95720" y="2417880"/>
                  <a:ext cx="114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B6C318-9F25-B140-7799-DAA69BF898A4}"/>
                    </a:ext>
                  </a:extLst>
                </p14:cNvPr>
                <p14:cNvContentPartPr/>
                <p14:nvPr/>
              </p14:nvContentPartPr>
              <p14:xfrm>
                <a:off x="6565920" y="2483400"/>
                <a:ext cx="84240" cy="50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B6C318-9F25-B140-7799-DAA69BF898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48280" y="2465760"/>
                  <a:ext cx="1198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D7FFD2-764F-9F4F-6614-A3067E50276C}"/>
              </a:ext>
            </a:extLst>
          </p:cNvPr>
          <p:cNvGrpSpPr/>
          <p:nvPr/>
        </p:nvGrpSpPr>
        <p:grpSpPr>
          <a:xfrm>
            <a:off x="6912600" y="1623000"/>
            <a:ext cx="1485720" cy="1216080"/>
            <a:chOff x="6912600" y="1623000"/>
            <a:chExt cx="1485720" cy="12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8FB8B7-5E36-16F9-28C0-E739DA2CB1A8}"/>
                    </a:ext>
                  </a:extLst>
                </p14:cNvPr>
                <p14:cNvContentPartPr/>
                <p14:nvPr/>
              </p14:nvContentPartPr>
              <p14:xfrm>
                <a:off x="6912600" y="2167320"/>
                <a:ext cx="1148760" cy="270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8FB8B7-5E36-16F9-28C0-E739DA2CB1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94960" y="2149320"/>
                  <a:ext cx="11844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CC43FC-20A3-5BF0-0767-62C830CB37C1}"/>
                    </a:ext>
                  </a:extLst>
                </p14:cNvPr>
                <p14:cNvContentPartPr/>
                <p14:nvPr/>
              </p14:nvContentPartPr>
              <p14:xfrm>
                <a:off x="7144440" y="2612280"/>
                <a:ext cx="136440" cy="226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CC43FC-20A3-5BF0-0767-62C830CB37C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26800" y="2594280"/>
                  <a:ext cx="172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590A97-B088-200D-12AF-AD5B630AB800}"/>
                    </a:ext>
                  </a:extLst>
                </p14:cNvPr>
                <p14:cNvContentPartPr/>
                <p14:nvPr/>
              </p14:nvContentPartPr>
              <p14:xfrm>
                <a:off x="7225800" y="2586360"/>
                <a:ext cx="161640" cy="138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590A97-B088-200D-12AF-AD5B630AB8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08160" y="2568720"/>
                  <a:ext cx="197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3F6289-4940-2FD4-3B48-931C0DBCD2AD}"/>
                    </a:ext>
                  </a:extLst>
                </p14:cNvPr>
                <p14:cNvContentPartPr/>
                <p14:nvPr/>
              </p14:nvContentPartPr>
              <p14:xfrm>
                <a:off x="7495080" y="2668080"/>
                <a:ext cx="73080" cy="131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3F6289-4940-2FD4-3B48-931C0DBCD2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77080" y="2650440"/>
                  <a:ext cx="108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A2D3D6-F659-DE72-60E8-090B883BC87C}"/>
                    </a:ext>
                  </a:extLst>
                </p14:cNvPr>
                <p14:cNvContentPartPr/>
                <p14:nvPr/>
              </p14:nvContentPartPr>
              <p14:xfrm>
                <a:off x="7644840" y="2572320"/>
                <a:ext cx="147960" cy="7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A2D3D6-F659-DE72-60E8-090B883BC87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26840" y="2554320"/>
                  <a:ext cx="183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1384FBC-0AEB-8464-A8D2-1BE7CA399838}"/>
                    </a:ext>
                  </a:extLst>
                </p14:cNvPr>
                <p14:cNvContentPartPr/>
                <p14:nvPr/>
              </p14:nvContentPartPr>
              <p14:xfrm>
                <a:off x="7745280" y="2506080"/>
                <a:ext cx="58320" cy="231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1384FBC-0AEB-8464-A8D2-1BE7CA39983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27280" y="2488440"/>
                  <a:ext cx="939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3298044-43F4-A552-98D7-862ECA5D8E49}"/>
                    </a:ext>
                  </a:extLst>
                </p14:cNvPr>
                <p14:cNvContentPartPr/>
                <p14:nvPr/>
              </p14:nvContentPartPr>
              <p14:xfrm>
                <a:off x="7906200" y="2500680"/>
                <a:ext cx="70560" cy="9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3298044-43F4-A552-98D7-862ECA5D8E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88560" y="2483040"/>
                  <a:ext cx="106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E95D6B-2D88-DC2A-9C17-06721CE66F35}"/>
                    </a:ext>
                  </a:extLst>
                </p14:cNvPr>
                <p14:cNvContentPartPr/>
                <p14:nvPr/>
              </p14:nvContentPartPr>
              <p14:xfrm>
                <a:off x="7923840" y="2395560"/>
                <a:ext cx="178920" cy="108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CE95D6B-2D88-DC2A-9C17-06721CE66F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06200" y="2377920"/>
                  <a:ext cx="214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EAF944-66F3-0203-99BA-07C64478D9B6}"/>
                    </a:ext>
                  </a:extLst>
                </p14:cNvPr>
                <p14:cNvContentPartPr/>
                <p14:nvPr/>
              </p14:nvContentPartPr>
              <p14:xfrm>
                <a:off x="8238840" y="2489520"/>
                <a:ext cx="159480" cy="84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EAF944-66F3-0203-99BA-07C64478D9B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21200" y="2471520"/>
                  <a:ext cx="195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FC33E6-4B18-B8BD-7297-50B530EDE24B}"/>
                    </a:ext>
                  </a:extLst>
                </p14:cNvPr>
                <p14:cNvContentPartPr/>
                <p14:nvPr/>
              </p14:nvContentPartPr>
              <p14:xfrm>
                <a:off x="7201680" y="1836120"/>
                <a:ext cx="101880" cy="240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FC33E6-4B18-B8BD-7297-50B530EDE24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83680" y="1818480"/>
                  <a:ext cx="137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843D6E-DA20-60C7-CDF1-EBACB7B53967}"/>
                    </a:ext>
                  </a:extLst>
                </p14:cNvPr>
                <p14:cNvContentPartPr/>
                <p14:nvPr/>
              </p14:nvContentPartPr>
              <p14:xfrm>
                <a:off x="7197000" y="1794720"/>
                <a:ext cx="144000" cy="166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843D6E-DA20-60C7-CDF1-EBACB7B539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79360" y="1777080"/>
                  <a:ext cx="179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1F83FB-B48D-238F-9BF6-8307A762C030}"/>
                    </a:ext>
                  </a:extLst>
                </p14:cNvPr>
                <p14:cNvContentPartPr/>
                <p14:nvPr/>
              </p14:nvContentPartPr>
              <p14:xfrm>
                <a:off x="7460160" y="1848720"/>
                <a:ext cx="67680" cy="142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1F83FB-B48D-238F-9BF6-8307A762C03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42160" y="1830720"/>
                  <a:ext cx="103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9C78DC-1817-8EF7-2725-D167DA7F571C}"/>
                    </a:ext>
                  </a:extLst>
                </p14:cNvPr>
                <p14:cNvContentPartPr/>
                <p14:nvPr/>
              </p14:nvContentPartPr>
              <p14:xfrm>
                <a:off x="7748520" y="1623000"/>
                <a:ext cx="268200" cy="265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9C78DC-1817-8EF7-2725-D167DA7F571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30880" y="1605000"/>
                  <a:ext cx="303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FF0BCA-CF0F-F47E-5B67-B8CE16030E50}"/>
                    </a:ext>
                  </a:extLst>
                </p14:cNvPr>
                <p14:cNvContentPartPr/>
                <p14:nvPr/>
              </p14:nvContentPartPr>
              <p14:xfrm>
                <a:off x="8124720" y="1751160"/>
                <a:ext cx="81360" cy="187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FF0BCA-CF0F-F47E-5B67-B8CE16030E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07080" y="1733520"/>
                  <a:ext cx="1170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D68F3A-6ED2-269B-41B1-ABB231CAED8A}"/>
              </a:ext>
            </a:extLst>
          </p:cNvPr>
          <p:cNvGrpSpPr/>
          <p:nvPr/>
        </p:nvGrpSpPr>
        <p:grpSpPr>
          <a:xfrm>
            <a:off x="3787800" y="2012160"/>
            <a:ext cx="1921680" cy="994320"/>
            <a:chOff x="3787800" y="2012160"/>
            <a:chExt cx="1921680" cy="9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A3D00F-F4AE-00EA-8968-4E8CAE15AE3C}"/>
                    </a:ext>
                  </a:extLst>
                </p14:cNvPr>
                <p14:cNvContentPartPr/>
                <p14:nvPr/>
              </p14:nvContentPartPr>
              <p14:xfrm>
                <a:off x="3859800" y="2012160"/>
                <a:ext cx="822600" cy="55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A3D00F-F4AE-00EA-8968-4E8CAE15AE3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41800" y="1994160"/>
                  <a:ext cx="858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766F46-EA52-7E14-12C4-37909980E0F0}"/>
                    </a:ext>
                  </a:extLst>
                </p14:cNvPr>
                <p14:cNvContentPartPr/>
                <p14:nvPr/>
              </p14:nvContentPartPr>
              <p14:xfrm>
                <a:off x="3787800" y="2913240"/>
                <a:ext cx="1074600" cy="93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766F46-EA52-7E14-12C4-37909980E0F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69800" y="2895240"/>
                  <a:ext cx="1110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ECECE7-D44A-D099-3225-FA021D7F0F6D}"/>
                    </a:ext>
                  </a:extLst>
                </p14:cNvPr>
                <p14:cNvContentPartPr/>
                <p14:nvPr/>
              </p14:nvContentPartPr>
              <p14:xfrm>
                <a:off x="4581960" y="2046000"/>
                <a:ext cx="55800" cy="405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ECECE7-D44A-D099-3225-FA021D7F0F6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63960" y="2028360"/>
                  <a:ext cx="914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60EC8C-D3A2-8A01-3D60-0037D3FB4E95}"/>
                    </a:ext>
                  </a:extLst>
                </p14:cNvPr>
                <p14:cNvContentPartPr/>
                <p14:nvPr/>
              </p14:nvContentPartPr>
              <p14:xfrm>
                <a:off x="4500960" y="2060400"/>
                <a:ext cx="216000" cy="179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60EC8C-D3A2-8A01-3D60-0037D3FB4E9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82960" y="2042400"/>
                  <a:ext cx="25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D9C7D9F-2C67-6E94-419F-5D3C3ECD0751}"/>
                    </a:ext>
                  </a:extLst>
                </p14:cNvPr>
                <p14:cNvContentPartPr/>
                <p14:nvPr/>
              </p14:nvContentPartPr>
              <p14:xfrm>
                <a:off x="4593840" y="2669520"/>
                <a:ext cx="93240" cy="168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D9C7D9F-2C67-6E94-419F-5D3C3ECD07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75840" y="2651880"/>
                  <a:ext cx="128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3D6C01-4EDC-626C-85E5-02FCF5BEAA09}"/>
                    </a:ext>
                  </a:extLst>
                </p14:cNvPr>
                <p14:cNvContentPartPr/>
                <p14:nvPr/>
              </p14:nvContentPartPr>
              <p14:xfrm>
                <a:off x="4583040" y="2805600"/>
                <a:ext cx="127440" cy="54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3D6C01-4EDC-626C-85E5-02FCF5BEAA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65040" y="2787600"/>
                  <a:ext cx="163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6116B5-E238-04E9-8866-3888CC7ACAA9}"/>
                    </a:ext>
                  </a:extLst>
                </p14:cNvPr>
                <p14:cNvContentPartPr/>
                <p14:nvPr/>
              </p14:nvContentPartPr>
              <p14:xfrm>
                <a:off x="5024400" y="2431560"/>
                <a:ext cx="685080" cy="19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6116B5-E238-04E9-8866-3888CC7ACAA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06400" y="2413920"/>
                  <a:ext cx="720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6522A4-A4F6-5A7E-C737-E9136FA5DFA3}"/>
                    </a:ext>
                  </a:extLst>
                </p14:cNvPr>
                <p14:cNvContentPartPr/>
                <p14:nvPr/>
              </p14:nvContentPartPr>
              <p14:xfrm>
                <a:off x="5580600" y="2473680"/>
                <a:ext cx="71280" cy="20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6522A4-A4F6-5A7E-C737-E9136FA5DF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62960" y="2456040"/>
                  <a:ext cx="10692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B6BE187-D446-B52C-DFE0-D2C4BCE72B7E}"/>
              </a:ext>
            </a:extLst>
          </p:cNvPr>
          <p:cNvGrpSpPr/>
          <p:nvPr/>
        </p:nvGrpSpPr>
        <p:grpSpPr>
          <a:xfrm>
            <a:off x="4485480" y="3152640"/>
            <a:ext cx="4353480" cy="1604880"/>
            <a:chOff x="4485480" y="3152640"/>
            <a:chExt cx="4353480" cy="160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8E1A5B-E77D-3CF4-A554-18A9748AAA94}"/>
                    </a:ext>
                  </a:extLst>
                </p14:cNvPr>
                <p14:cNvContentPartPr/>
                <p14:nvPr/>
              </p14:nvContentPartPr>
              <p14:xfrm>
                <a:off x="6096480" y="4084320"/>
                <a:ext cx="298080" cy="360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8E1A5B-E77D-3CF4-A554-18A9748AAA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78480" y="4066680"/>
                  <a:ext cx="3337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839B44-6EF3-484E-C8C0-E672601DD8EF}"/>
                    </a:ext>
                  </a:extLst>
                </p14:cNvPr>
                <p14:cNvContentPartPr/>
                <p14:nvPr/>
              </p14:nvContentPartPr>
              <p14:xfrm>
                <a:off x="6461520" y="4353600"/>
                <a:ext cx="60480" cy="189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839B44-6EF3-484E-C8C0-E672601DD8E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3520" y="4335600"/>
                  <a:ext cx="96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96DBDB-BA0B-349A-E25F-6E9C468AF144}"/>
                    </a:ext>
                  </a:extLst>
                </p14:cNvPr>
                <p14:cNvContentPartPr/>
                <p14:nvPr/>
              </p14:nvContentPartPr>
              <p14:xfrm>
                <a:off x="6453960" y="4237680"/>
                <a:ext cx="139320" cy="151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96DBDB-BA0B-349A-E25F-6E9C468AF14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36320" y="4220040"/>
                  <a:ext cx="17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B9522B-4C3A-2B88-40EE-48653308428A}"/>
                    </a:ext>
                  </a:extLst>
                </p14:cNvPr>
                <p14:cNvContentPartPr/>
                <p14:nvPr/>
              </p14:nvContentPartPr>
              <p14:xfrm>
                <a:off x="6715680" y="4261800"/>
                <a:ext cx="119880" cy="82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B9522B-4C3A-2B88-40EE-48653308428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97680" y="4244160"/>
                  <a:ext cx="155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B7F387-FA46-60FE-9951-EA08296384D8}"/>
                    </a:ext>
                  </a:extLst>
                </p14:cNvPr>
                <p14:cNvContentPartPr/>
                <p14:nvPr/>
              </p14:nvContentPartPr>
              <p14:xfrm>
                <a:off x="6991440" y="4198800"/>
                <a:ext cx="47880" cy="2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B7F387-FA46-60FE-9951-EA08296384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73440" y="4180800"/>
                  <a:ext cx="83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150D4C-6EA8-D769-C0EE-0B75CD9A53EB}"/>
                    </a:ext>
                  </a:extLst>
                </p14:cNvPr>
                <p14:cNvContentPartPr/>
                <p14:nvPr/>
              </p14:nvContentPartPr>
              <p14:xfrm>
                <a:off x="7047960" y="4249560"/>
                <a:ext cx="55800" cy="3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150D4C-6EA8-D769-C0EE-0B75CD9A53E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30320" y="4231560"/>
                  <a:ext cx="91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D9FB24-0DC9-DFEB-61BC-609EF29D6AF1}"/>
                    </a:ext>
                  </a:extLst>
                </p14:cNvPr>
                <p14:cNvContentPartPr/>
                <p14:nvPr/>
              </p14:nvContentPartPr>
              <p14:xfrm>
                <a:off x="7272240" y="3911880"/>
                <a:ext cx="1423800" cy="245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D9FB24-0DC9-DFEB-61BC-609EF29D6AF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54600" y="3894240"/>
                  <a:ext cx="1459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FF0DCD-C14F-E234-0560-5A428D293DDE}"/>
                    </a:ext>
                  </a:extLst>
                </p14:cNvPr>
                <p14:cNvContentPartPr/>
                <p14:nvPr/>
              </p14:nvContentPartPr>
              <p14:xfrm>
                <a:off x="7627920" y="4407600"/>
                <a:ext cx="113040" cy="25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FF0DCD-C14F-E234-0560-5A428D293DD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09920" y="4389600"/>
                  <a:ext cx="148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726697-B4A9-29BB-A8D3-8D5C919FB4EA}"/>
                    </a:ext>
                  </a:extLst>
                </p14:cNvPr>
                <p14:cNvContentPartPr/>
                <p14:nvPr/>
              </p14:nvContentPartPr>
              <p14:xfrm>
                <a:off x="7666080" y="4365120"/>
                <a:ext cx="226440" cy="145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726697-B4A9-29BB-A8D3-8D5C919FB4E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48440" y="4347480"/>
                  <a:ext cx="262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D89C79-E081-95FC-7DF0-D1BCB0C6D6D6}"/>
                    </a:ext>
                  </a:extLst>
                </p14:cNvPr>
                <p14:cNvContentPartPr/>
                <p14:nvPr/>
              </p14:nvContentPartPr>
              <p14:xfrm>
                <a:off x="8059920" y="4409040"/>
                <a:ext cx="40320" cy="164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D89C79-E081-95FC-7DF0-D1BCB0C6D6D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41920" y="4391040"/>
                  <a:ext cx="75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7C3DD8-7951-8DDE-7A63-272709BDCE7C}"/>
                    </a:ext>
                  </a:extLst>
                </p14:cNvPr>
                <p14:cNvContentPartPr/>
                <p14:nvPr/>
              </p14:nvContentPartPr>
              <p14:xfrm>
                <a:off x="8174760" y="4349640"/>
                <a:ext cx="186120" cy="59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7C3DD8-7951-8DDE-7A63-272709BDCE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57120" y="4332000"/>
                  <a:ext cx="221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FA8879-C0D6-3055-4B5C-813DB093B2B0}"/>
                    </a:ext>
                  </a:extLst>
                </p14:cNvPr>
                <p14:cNvContentPartPr/>
                <p14:nvPr/>
              </p14:nvContentPartPr>
              <p14:xfrm>
                <a:off x="8276280" y="4287000"/>
                <a:ext cx="55080" cy="155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FA8879-C0D6-3055-4B5C-813DB093B2B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58640" y="4269000"/>
                  <a:ext cx="90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E0B1BB-878D-6F0B-DC24-6A35B9799593}"/>
                    </a:ext>
                  </a:extLst>
                </p14:cNvPr>
                <p14:cNvContentPartPr/>
                <p14:nvPr/>
              </p14:nvContentPartPr>
              <p14:xfrm>
                <a:off x="8432160" y="4338840"/>
                <a:ext cx="70920" cy="136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E0B1BB-878D-6F0B-DC24-6A35B97995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14160" y="4320840"/>
                  <a:ext cx="106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981E2C-14B7-64D3-24AB-F0932A502B0B}"/>
                    </a:ext>
                  </a:extLst>
                </p14:cNvPr>
                <p14:cNvContentPartPr/>
                <p14:nvPr/>
              </p14:nvContentPartPr>
              <p14:xfrm>
                <a:off x="8439360" y="4252440"/>
                <a:ext cx="133560" cy="165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981E2C-14B7-64D3-24AB-F0932A502B0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21720" y="4234440"/>
                  <a:ext cx="169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138B12-ABF7-3AC5-C165-10C1D0DE9CE3}"/>
                    </a:ext>
                  </a:extLst>
                </p14:cNvPr>
                <p14:cNvContentPartPr/>
                <p14:nvPr/>
              </p14:nvContentPartPr>
              <p14:xfrm>
                <a:off x="7595160" y="3602640"/>
                <a:ext cx="96840" cy="269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138B12-ABF7-3AC5-C165-10C1D0DE9CE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77520" y="3584640"/>
                  <a:ext cx="132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007E83-E226-D004-67BE-35E2B822FB0F}"/>
                    </a:ext>
                  </a:extLst>
                </p14:cNvPr>
                <p14:cNvContentPartPr/>
                <p14:nvPr/>
              </p14:nvContentPartPr>
              <p14:xfrm>
                <a:off x="7622160" y="3538200"/>
                <a:ext cx="217800" cy="210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007E83-E226-D004-67BE-35E2B822FB0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04520" y="3520560"/>
                  <a:ext cx="253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C8CEA1-5BF2-3DD0-B379-2D90A474F116}"/>
                    </a:ext>
                  </a:extLst>
                </p14:cNvPr>
                <p14:cNvContentPartPr/>
                <p14:nvPr/>
              </p14:nvContentPartPr>
              <p14:xfrm>
                <a:off x="7876680" y="3693000"/>
                <a:ext cx="189000" cy="117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C8CEA1-5BF2-3DD0-B379-2D90A474F11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58680" y="3675000"/>
                  <a:ext cx="224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214AC7-8387-C6F5-681A-148484C1DA68}"/>
                    </a:ext>
                  </a:extLst>
                </p14:cNvPr>
                <p14:cNvContentPartPr/>
                <p14:nvPr/>
              </p14:nvContentPartPr>
              <p14:xfrm>
                <a:off x="8121120" y="3490680"/>
                <a:ext cx="169200" cy="186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214AC7-8387-C6F5-681A-148484C1DA6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03480" y="3472680"/>
                  <a:ext cx="204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D71F9A7-DFA5-2C3B-0513-82A24D2E2A3E}"/>
                    </a:ext>
                  </a:extLst>
                </p14:cNvPr>
                <p14:cNvContentPartPr/>
                <p14:nvPr/>
              </p14:nvContentPartPr>
              <p14:xfrm>
                <a:off x="8387520" y="3613800"/>
                <a:ext cx="81360" cy="162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D71F9A7-DFA5-2C3B-0513-82A24D2E2A3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69520" y="3595800"/>
                  <a:ext cx="117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3FA9D8-F07D-6585-3C1F-B1A12AE703C0}"/>
                    </a:ext>
                  </a:extLst>
                </p14:cNvPr>
                <p14:cNvContentPartPr/>
                <p14:nvPr/>
              </p14:nvContentPartPr>
              <p14:xfrm>
                <a:off x="4508880" y="3156600"/>
                <a:ext cx="38520" cy="340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3FA9D8-F07D-6585-3C1F-B1A12AE703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90880" y="3138600"/>
                  <a:ext cx="741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37A723-E4AA-44AD-E4A9-9387E917E70B}"/>
                    </a:ext>
                  </a:extLst>
                </p14:cNvPr>
                <p14:cNvContentPartPr/>
                <p14:nvPr/>
              </p14:nvContentPartPr>
              <p14:xfrm>
                <a:off x="4485480" y="3152640"/>
                <a:ext cx="71640" cy="127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37A723-E4AA-44AD-E4A9-9387E917E70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467840" y="3135000"/>
                  <a:ext cx="107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31206D-F29D-A9BE-F092-3B81A58C0C4F}"/>
                    </a:ext>
                  </a:extLst>
                </p14:cNvPr>
                <p14:cNvContentPartPr/>
                <p14:nvPr/>
              </p14:nvContentPartPr>
              <p14:xfrm>
                <a:off x="4548480" y="3859680"/>
                <a:ext cx="19800" cy="210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31206D-F29D-A9BE-F092-3B81A58C0C4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530840" y="3841680"/>
                  <a:ext cx="55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8397E8-B53E-4BB8-23B3-3CE6C09F9B01}"/>
                    </a:ext>
                  </a:extLst>
                </p14:cNvPr>
                <p14:cNvContentPartPr/>
                <p14:nvPr/>
              </p14:nvContentPartPr>
              <p14:xfrm>
                <a:off x="4488720" y="4043280"/>
                <a:ext cx="97200" cy="43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8397E8-B53E-4BB8-23B3-3CE6C09F9B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471080" y="4025280"/>
                  <a:ext cx="132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F911BF-E9A6-9598-13A3-149A1068FF59}"/>
                    </a:ext>
                  </a:extLst>
                </p14:cNvPr>
                <p14:cNvContentPartPr/>
                <p14:nvPr/>
              </p14:nvContentPartPr>
              <p14:xfrm>
                <a:off x="4701480" y="3604080"/>
                <a:ext cx="1374840" cy="1020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F911BF-E9A6-9598-13A3-149A1068FF5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83480" y="3586440"/>
                  <a:ext cx="1410480" cy="10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9FB317C-238D-EB95-FB53-F8D35BC94BD3}"/>
                    </a:ext>
                  </a:extLst>
                </p14:cNvPr>
                <p14:cNvContentPartPr/>
                <p14:nvPr/>
              </p14:nvContentPartPr>
              <p14:xfrm>
                <a:off x="5983080" y="4499760"/>
                <a:ext cx="177840" cy="257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9FB317C-238D-EB95-FB53-F8D35BC94BD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65440" y="4481760"/>
                  <a:ext cx="213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487BFB-0672-B42D-140C-2F8AACF245EA}"/>
                    </a:ext>
                  </a:extLst>
                </p14:cNvPr>
                <p14:cNvContentPartPr/>
                <p14:nvPr/>
              </p14:nvContentPartPr>
              <p14:xfrm>
                <a:off x="8669760" y="4320840"/>
                <a:ext cx="169200" cy="197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487BFB-0672-B42D-140C-2F8AACF245E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651760" y="4303200"/>
                  <a:ext cx="204840" cy="23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D2AB-EAC4-5FAE-E7AE-8DBFEF41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802E38-2E12-CFBD-20FF-212270B6C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943" y="1547898"/>
            <a:ext cx="3825572" cy="19966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2D2D2-3E67-A7CF-0D2F-2FB485E97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5C329694-A513-B382-C7B0-BB3C07B35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04419"/>
            <a:ext cx="4214225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1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B15E-B14A-840F-11F5-ED436544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Fuse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128D62D5-F191-CFBB-5042-E4E203362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1190074"/>
            <a:ext cx="8855207" cy="23624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4647C-4EF8-49CF-1A50-86F96DA71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9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4120F3A-7421-C5FD-B759-B2F9FF963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24" y="4158352"/>
            <a:ext cx="8992379" cy="1844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14:cNvPr>
              <p14:cNvContentPartPr/>
              <p14:nvPr/>
            </p14:nvContentPartPr>
            <p14:xfrm>
              <a:off x="7918132" y="2487190"/>
              <a:ext cx="407880" cy="44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766647-F3D6-8F43-F034-9ADBEAB355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0132" y="2469550"/>
                <a:ext cx="443520" cy="4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42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0792-1DEB-9B03-BA7E-E727E368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E6D97-1E1F-3F7B-5B31-9CB37D311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05D18A8F-5767-A73E-703E-820472B43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89" y="1149147"/>
            <a:ext cx="6867244" cy="476328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B840B96-F06D-4ADB-557A-35582DC493AA}"/>
              </a:ext>
            </a:extLst>
          </p:cNvPr>
          <p:cNvGrpSpPr/>
          <p:nvPr/>
        </p:nvGrpSpPr>
        <p:grpSpPr>
          <a:xfrm>
            <a:off x="5813880" y="5181240"/>
            <a:ext cx="1415520" cy="549360"/>
            <a:chOff x="5813880" y="5181240"/>
            <a:chExt cx="1415520" cy="54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BA6E76-B72C-1E57-6F37-6FB6C716EE7F}"/>
                    </a:ext>
                  </a:extLst>
                </p14:cNvPr>
                <p14:cNvContentPartPr/>
                <p14:nvPr/>
              </p14:nvContentPartPr>
              <p14:xfrm>
                <a:off x="6457920" y="5415240"/>
                <a:ext cx="222480" cy="315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BA6E76-B72C-1E57-6F37-6FB6C716EE7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39920" y="5397240"/>
                  <a:ext cx="2581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000F5AF-2D4B-4EDB-1BA7-2981946FC8A1}"/>
                    </a:ext>
                  </a:extLst>
                </p14:cNvPr>
                <p14:cNvContentPartPr/>
                <p14:nvPr/>
              </p14:nvContentPartPr>
              <p14:xfrm>
                <a:off x="6798480" y="5512440"/>
                <a:ext cx="16920" cy="192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000F5AF-2D4B-4EDB-1BA7-2981946FC8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80480" y="5494800"/>
                  <a:ext cx="52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C63796-1CF5-1272-2B75-9BCB741C0D61}"/>
                    </a:ext>
                  </a:extLst>
                </p14:cNvPr>
                <p14:cNvContentPartPr/>
                <p14:nvPr/>
              </p14:nvContentPartPr>
              <p14:xfrm>
                <a:off x="6804600" y="5430360"/>
                <a:ext cx="174960" cy="186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C63796-1CF5-1272-2B75-9BCB741C0D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86960" y="5412720"/>
                  <a:ext cx="210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83BC61-7008-BE2E-1413-8748207359CF}"/>
                    </a:ext>
                  </a:extLst>
                </p14:cNvPr>
                <p14:cNvContentPartPr/>
                <p14:nvPr/>
              </p14:nvContentPartPr>
              <p14:xfrm>
                <a:off x="7081440" y="5415240"/>
                <a:ext cx="97920" cy="258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83BC61-7008-BE2E-1413-8748207359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63440" y="5397240"/>
                  <a:ext cx="1335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9578A49-D7A3-C9E5-4EEF-12F5428FB580}"/>
                    </a:ext>
                  </a:extLst>
                </p14:cNvPr>
                <p14:cNvContentPartPr/>
                <p14:nvPr/>
              </p14:nvContentPartPr>
              <p14:xfrm>
                <a:off x="7112760" y="5457360"/>
                <a:ext cx="116640" cy="175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9578A49-D7A3-C9E5-4EEF-12F5428FB5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94760" y="5439360"/>
                  <a:ext cx="152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2DF959-6ED4-33DD-AAD9-2EC4CDD87A7B}"/>
                    </a:ext>
                  </a:extLst>
                </p14:cNvPr>
                <p14:cNvContentPartPr/>
                <p14:nvPr/>
              </p14:nvContentPartPr>
              <p14:xfrm>
                <a:off x="5813880" y="5181240"/>
                <a:ext cx="441000" cy="32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2DF959-6ED4-33DD-AAD9-2EC4CDD87A7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95880" y="5163600"/>
                  <a:ext cx="4766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352B8B-4F02-6A9D-61E6-3B7582DB5490}"/>
                    </a:ext>
                  </a:extLst>
                </p14:cNvPr>
                <p14:cNvContentPartPr/>
                <p14:nvPr/>
              </p14:nvContentPartPr>
              <p14:xfrm>
                <a:off x="6212760" y="5428200"/>
                <a:ext cx="83520" cy="139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352B8B-4F02-6A9D-61E6-3B7582DB54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94760" y="5410560"/>
                  <a:ext cx="119160" cy="17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0976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21BE-A580-DDF6-C125-CA1B0DD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nodes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DCE1E861-E8D1-AAD0-A596-5EECA09E3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694" y="1341132"/>
            <a:ext cx="8187899" cy="45587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B085F-ABCA-EB96-6801-E76F3938D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0302DB-83F5-224C-57E6-0B910596E194}"/>
              </a:ext>
            </a:extLst>
          </p:cNvPr>
          <p:cNvGrpSpPr/>
          <p:nvPr/>
        </p:nvGrpSpPr>
        <p:grpSpPr>
          <a:xfrm>
            <a:off x="4517520" y="2480880"/>
            <a:ext cx="837360" cy="545760"/>
            <a:chOff x="4517520" y="2480880"/>
            <a:chExt cx="83736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FA3A8C-E9E2-555E-486C-647636B082B5}"/>
                    </a:ext>
                  </a:extLst>
                </p14:cNvPr>
                <p14:cNvContentPartPr/>
                <p14:nvPr/>
              </p14:nvContentPartPr>
              <p14:xfrm>
                <a:off x="4517520" y="2852760"/>
                <a:ext cx="223560" cy="17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FA3A8C-E9E2-555E-486C-647636B082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9880" y="2835120"/>
                  <a:ext cx="259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E5E1B4-9139-6A13-5515-3F7DF9E8C4B3}"/>
                    </a:ext>
                  </a:extLst>
                </p14:cNvPr>
                <p14:cNvContentPartPr/>
                <p14:nvPr/>
              </p14:nvContentPartPr>
              <p14:xfrm>
                <a:off x="4656840" y="2817120"/>
                <a:ext cx="156960" cy="126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E5E1B4-9139-6A13-5515-3F7DF9E8C4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38840" y="2799480"/>
                  <a:ext cx="192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A30423-B823-F32C-2179-66388BEA9D13}"/>
                    </a:ext>
                  </a:extLst>
                </p14:cNvPr>
                <p14:cNvContentPartPr/>
                <p14:nvPr/>
              </p14:nvContentPartPr>
              <p14:xfrm>
                <a:off x="4941240" y="2480880"/>
                <a:ext cx="215280" cy="263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A30423-B823-F32C-2179-66388BEA9D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23600" y="2462880"/>
                  <a:ext cx="250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1980C4-32BA-01FA-3E36-426A61AEC0E6}"/>
                    </a:ext>
                  </a:extLst>
                </p14:cNvPr>
                <p14:cNvContentPartPr/>
                <p14:nvPr/>
              </p14:nvContentPartPr>
              <p14:xfrm>
                <a:off x="5282880" y="2593560"/>
                <a:ext cx="72000" cy="162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1980C4-32BA-01FA-3E36-426A61AEC0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5240" y="2575920"/>
                  <a:ext cx="1076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ABC8FA-76EF-6271-A39B-21D5B75707F5}"/>
              </a:ext>
            </a:extLst>
          </p:cNvPr>
          <p:cNvGrpSpPr/>
          <p:nvPr/>
        </p:nvGrpSpPr>
        <p:grpSpPr>
          <a:xfrm>
            <a:off x="7690200" y="2636400"/>
            <a:ext cx="431280" cy="370080"/>
            <a:chOff x="7690200" y="2636400"/>
            <a:chExt cx="43128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16308EB-8C36-DD39-2A75-75A39B566DC7}"/>
                    </a:ext>
                  </a:extLst>
                </p14:cNvPr>
                <p14:cNvContentPartPr/>
                <p14:nvPr/>
              </p14:nvContentPartPr>
              <p14:xfrm>
                <a:off x="7690200" y="2892000"/>
                <a:ext cx="56880" cy="79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16308EB-8C36-DD39-2A75-75A39B566D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72560" y="2874000"/>
                  <a:ext cx="92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F1046D3-B3F5-4560-51C6-487C8080901D}"/>
                    </a:ext>
                  </a:extLst>
                </p14:cNvPr>
                <p14:cNvContentPartPr/>
                <p14:nvPr/>
              </p14:nvContentPartPr>
              <p14:xfrm>
                <a:off x="7746720" y="2949240"/>
                <a:ext cx="64440" cy="57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F1046D3-B3F5-4560-51C6-487C808090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28720" y="2931240"/>
                  <a:ext cx="100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09E384-B712-06F7-35A1-22665278A126}"/>
                    </a:ext>
                  </a:extLst>
                </p14:cNvPr>
                <p14:cNvContentPartPr/>
                <p14:nvPr/>
              </p14:nvContentPartPr>
              <p14:xfrm>
                <a:off x="7945080" y="2636400"/>
                <a:ext cx="138600" cy="22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09E384-B712-06F7-35A1-22665278A1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27080" y="2618400"/>
                  <a:ext cx="174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092C13-B130-DAA6-F5AB-80047013FB02}"/>
                    </a:ext>
                  </a:extLst>
                </p14:cNvPr>
                <p14:cNvContentPartPr/>
                <p14:nvPr/>
              </p14:nvContentPartPr>
              <p14:xfrm>
                <a:off x="8115000" y="2930880"/>
                <a:ext cx="6480" cy="2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092C13-B130-DAA6-F5AB-80047013FB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97000" y="2912880"/>
                  <a:ext cx="4212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50408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9B78-157B-D2AD-76B5-A783A5DE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currents</a:t>
            </a:r>
          </a:p>
        </p:txBody>
      </p:sp>
      <p:pic>
        <p:nvPicPr>
          <p:cNvPr id="6" name="Content Placeholder 5" descr="A text on a white background&#10;&#10;Description automatically generated">
            <a:extLst>
              <a:ext uri="{FF2B5EF4-FFF2-40B4-BE49-F238E27FC236}">
                <a16:creationId xmlns:a16="http://schemas.microsoft.com/office/drawing/2014/main" id="{4C89C210-92DC-0576-E10A-46AE81318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58" y="292101"/>
            <a:ext cx="5121084" cy="126503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54AA2-D7F0-9902-3CCC-BA4DA727D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DCAE2787-19CD-F34C-AFC5-B896F259F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458" y="1788195"/>
            <a:ext cx="4991533" cy="42675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A946A1-3297-073F-6689-9C5B94B96FA4}"/>
                  </a:ext>
                </a:extLst>
              </p14:cNvPr>
              <p14:cNvContentPartPr/>
              <p14:nvPr/>
            </p14:nvContentPartPr>
            <p14:xfrm>
              <a:off x="5039160" y="2939880"/>
              <a:ext cx="493560" cy="49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A946A1-3297-073F-6689-9C5B94B96F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1160" y="2922240"/>
                <a:ext cx="529200" cy="52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2E9A9C2-9F13-CA01-D927-D43884A876D6}"/>
              </a:ext>
            </a:extLst>
          </p:cNvPr>
          <p:cNvGrpSpPr/>
          <p:nvPr/>
        </p:nvGrpSpPr>
        <p:grpSpPr>
          <a:xfrm>
            <a:off x="6456840" y="2851680"/>
            <a:ext cx="797040" cy="1308600"/>
            <a:chOff x="6456840" y="2851680"/>
            <a:chExt cx="797040" cy="13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2B0C04-3A5F-87B7-40CE-DC746438726F}"/>
                    </a:ext>
                  </a:extLst>
                </p14:cNvPr>
                <p14:cNvContentPartPr/>
                <p14:nvPr/>
              </p14:nvContentPartPr>
              <p14:xfrm>
                <a:off x="6456840" y="2851680"/>
                <a:ext cx="504360" cy="699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2B0C04-3A5F-87B7-40CE-DC74643872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38840" y="2833680"/>
                  <a:ext cx="54000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FC501FA-00C7-D60F-B5DC-C2A73C2F5509}"/>
                    </a:ext>
                  </a:extLst>
                </p14:cNvPr>
                <p14:cNvContentPartPr/>
                <p14:nvPr/>
              </p14:nvContentPartPr>
              <p14:xfrm>
                <a:off x="6753840" y="3662760"/>
                <a:ext cx="500040" cy="497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FC501FA-00C7-D60F-B5DC-C2A73C2F55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36200" y="3644760"/>
                  <a:ext cx="535680" cy="53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F4C196-E06C-0F84-5C6E-DF160E433CE8}"/>
              </a:ext>
            </a:extLst>
          </p:cNvPr>
          <p:cNvGrpSpPr/>
          <p:nvPr/>
        </p:nvGrpSpPr>
        <p:grpSpPr>
          <a:xfrm>
            <a:off x="8018160" y="2547120"/>
            <a:ext cx="526320" cy="389880"/>
            <a:chOff x="8018160" y="2547120"/>
            <a:chExt cx="52632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0775F92-4FDB-8ACA-3E20-52D05F3005F5}"/>
                    </a:ext>
                  </a:extLst>
                </p14:cNvPr>
                <p14:cNvContentPartPr/>
                <p14:nvPr/>
              </p14:nvContentPartPr>
              <p14:xfrm>
                <a:off x="8053440" y="2660160"/>
                <a:ext cx="62280" cy="246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0775F92-4FDB-8ACA-3E20-52D05F3005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35800" y="2642160"/>
                  <a:ext cx="97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CB86D6-E1E9-339C-5AD1-7BE3F566B3F3}"/>
                    </a:ext>
                  </a:extLst>
                </p14:cNvPr>
                <p14:cNvContentPartPr/>
                <p14:nvPr/>
              </p14:nvContentPartPr>
              <p14:xfrm>
                <a:off x="8018160" y="2547120"/>
                <a:ext cx="10800" cy="1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CB86D6-E1E9-339C-5AD1-7BE3F566B3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00160" y="2529480"/>
                  <a:ext cx="46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87409B-F188-E522-B4BF-C3942697653A}"/>
                    </a:ext>
                  </a:extLst>
                </p14:cNvPr>
                <p14:cNvContentPartPr/>
                <p14:nvPr/>
              </p14:nvContentPartPr>
              <p14:xfrm>
                <a:off x="8279880" y="2770320"/>
                <a:ext cx="36360" cy="166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87409B-F188-E522-B4BF-C394269765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61880" y="2752320"/>
                  <a:ext cx="72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55FF34-B912-2891-5372-5B3B6D80AAF1}"/>
                    </a:ext>
                  </a:extLst>
                </p14:cNvPr>
                <p14:cNvContentPartPr/>
                <p14:nvPr/>
              </p14:nvContentPartPr>
              <p14:xfrm>
                <a:off x="8433240" y="2727840"/>
                <a:ext cx="33120" cy="2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55FF34-B912-2891-5372-5B3B6D80AAF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15240" y="2710200"/>
                  <a:ext cx="68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F2D209-9E4A-0E4F-0E66-EEEA86FE7F84}"/>
                    </a:ext>
                  </a:extLst>
                </p14:cNvPr>
                <p14:cNvContentPartPr/>
                <p14:nvPr/>
              </p14:nvContentPartPr>
              <p14:xfrm>
                <a:off x="8481840" y="2750880"/>
                <a:ext cx="62640" cy="32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F2D209-9E4A-0E4F-0E66-EEEA86FE7F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64200" y="2733240"/>
                  <a:ext cx="9828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9CD7D8-8EE5-0D60-402B-8D76A91EB963}"/>
                  </a:ext>
                </a:extLst>
              </p14:cNvPr>
              <p14:cNvContentPartPr/>
              <p14:nvPr/>
            </p14:nvContentPartPr>
            <p14:xfrm>
              <a:off x="8710080" y="2418960"/>
              <a:ext cx="33480" cy="19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9CD7D8-8EE5-0D60-402B-8D76A91EB9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2440" y="2401320"/>
                <a:ext cx="691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34CC8830-39EE-BCDC-1E9A-2D67FEDEA78C}"/>
              </a:ext>
            </a:extLst>
          </p:cNvPr>
          <p:cNvGrpSpPr/>
          <p:nvPr/>
        </p:nvGrpSpPr>
        <p:grpSpPr>
          <a:xfrm>
            <a:off x="8729160" y="2596800"/>
            <a:ext cx="377280" cy="237960"/>
            <a:chOff x="8729160" y="2596800"/>
            <a:chExt cx="37728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0AD48C-06A1-4C95-0AC5-F7963475B4D0}"/>
                    </a:ext>
                  </a:extLst>
                </p14:cNvPr>
                <p14:cNvContentPartPr/>
                <p14:nvPr/>
              </p14:nvContentPartPr>
              <p14:xfrm>
                <a:off x="8729160" y="2596800"/>
                <a:ext cx="113760" cy="181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0AD48C-06A1-4C95-0AC5-F7963475B4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11520" y="2578800"/>
                  <a:ext cx="149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8446825-DE63-2C1F-AA13-8BD480893A99}"/>
                    </a:ext>
                  </a:extLst>
                </p14:cNvPr>
                <p14:cNvContentPartPr/>
                <p14:nvPr/>
              </p14:nvContentPartPr>
              <p14:xfrm>
                <a:off x="8952360" y="2714520"/>
                <a:ext cx="154080" cy="120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8446825-DE63-2C1F-AA13-8BD480893A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34720" y="2696520"/>
                  <a:ext cx="18972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E3591BE-68C6-CE9C-79AE-262E384D1F15}"/>
                  </a:ext>
                </a:extLst>
              </p14:cNvPr>
              <p14:cNvContentPartPr/>
              <p14:nvPr/>
            </p14:nvContentPartPr>
            <p14:xfrm>
              <a:off x="8268720" y="3245880"/>
              <a:ext cx="10800" cy="5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E3591BE-68C6-CE9C-79AE-262E384D1F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51080" y="3227880"/>
                <a:ext cx="4644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4679D89-4200-4677-30B5-5300224827F7}"/>
              </a:ext>
            </a:extLst>
          </p:cNvPr>
          <p:cNvGrpSpPr/>
          <p:nvPr/>
        </p:nvGrpSpPr>
        <p:grpSpPr>
          <a:xfrm>
            <a:off x="8237400" y="3418320"/>
            <a:ext cx="523080" cy="202680"/>
            <a:chOff x="8237400" y="3418320"/>
            <a:chExt cx="52308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0601737-B01E-08B3-F615-2AFCE4743CC2}"/>
                    </a:ext>
                  </a:extLst>
                </p14:cNvPr>
                <p14:cNvContentPartPr/>
                <p14:nvPr/>
              </p14:nvContentPartPr>
              <p14:xfrm>
                <a:off x="8237400" y="3418320"/>
                <a:ext cx="110880" cy="18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0601737-B01E-08B3-F615-2AFCE4743C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19760" y="3400320"/>
                  <a:ext cx="146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2C1BDC-29AA-12BE-4BDD-A0CBA14CB2C1}"/>
                    </a:ext>
                  </a:extLst>
                </p14:cNvPr>
                <p14:cNvContentPartPr/>
                <p14:nvPr/>
              </p14:nvContentPartPr>
              <p14:xfrm>
                <a:off x="8437920" y="3479880"/>
                <a:ext cx="146880" cy="141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2C1BDC-29AA-12BE-4BDD-A0CBA14CB2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19920" y="3462240"/>
                  <a:ext cx="182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EF0440-8767-64EA-FF84-03FE7FB36D61}"/>
                    </a:ext>
                  </a:extLst>
                </p14:cNvPr>
                <p14:cNvContentPartPr/>
                <p14:nvPr/>
              </p14:nvContentPartPr>
              <p14:xfrm>
                <a:off x="8688840" y="3429480"/>
                <a:ext cx="55440" cy="37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EF0440-8767-64EA-FF84-03FE7FB36D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70840" y="3411480"/>
                  <a:ext cx="91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09C005-8D02-CF79-DF31-69FC953CEEA2}"/>
                    </a:ext>
                  </a:extLst>
                </p14:cNvPr>
                <p14:cNvContentPartPr/>
                <p14:nvPr/>
              </p14:nvContentPartPr>
              <p14:xfrm>
                <a:off x="8730600" y="3483480"/>
                <a:ext cx="29880" cy="2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09C005-8D02-CF79-DF31-69FC953CEE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12960" y="3465480"/>
                  <a:ext cx="6552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C0B0295-85E7-9AD9-57E5-790AA67A98DA}"/>
                  </a:ext>
                </a:extLst>
              </p14:cNvPr>
              <p14:cNvContentPartPr/>
              <p14:nvPr/>
            </p14:nvContentPartPr>
            <p14:xfrm>
              <a:off x="8979000" y="3134640"/>
              <a:ext cx="20520" cy="37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C0B0295-85E7-9AD9-57E5-790AA67A98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61000" y="3117000"/>
                <a:ext cx="5616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4F6C4236-8BA1-6E2F-7BAF-DB3B2769AF1C}"/>
              </a:ext>
            </a:extLst>
          </p:cNvPr>
          <p:cNvGrpSpPr/>
          <p:nvPr/>
        </p:nvGrpSpPr>
        <p:grpSpPr>
          <a:xfrm>
            <a:off x="8989440" y="3309600"/>
            <a:ext cx="328680" cy="221040"/>
            <a:chOff x="8989440" y="3309600"/>
            <a:chExt cx="32868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EBC4BA-B2B5-F869-9FDE-6CD5530B6BBF}"/>
                    </a:ext>
                  </a:extLst>
                </p14:cNvPr>
                <p14:cNvContentPartPr/>
                <p14:nvPr/>
              </p14:nvContentPartPr>
              <p14:xfrm>
                <a:off x="8989440" y="3309600"/>
                <a:ext cx="108000" cy="149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EBC4BA-B2B5-F869-9FDE-6CD5530B6B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71800" y="3291960"/>
                  <a:ext cx="143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BB5679-3A41-F803-4704-1317F0AA9DE6}"/>
                    </a:ext>
                  </a:extLst>
                </p14:cNvPr>
                <p14:cNvContentPartPr/>
                <p14:nvPr/>
              </p14:nvContentPartPr>
              <p14:xfrm>
                <a:off x="9197520" y="3327960"/>
                <a:ext cx="120600" cy="202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BB5679-3A41-F803-4704-1317F0AA9D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9880" y="3309960"/>
                  <a:ext cx="15624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B9182D1-4E4E-5922-CB2C-5B73E9217918}"/>
                  </a:ext>
                </a:extLst>
              </p14:cNvPr>
              <p14:cNvContentPartPr/>
              <p14:nvPr/>
            </p14:nvContentPartPr>
            <p14:xfrm>
              <a:off x="8562840" y="3943920"/>
              <a:ext cx="144000" cy="1987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B9182D1-4E4E-5922-CB2C-5B73E921791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45200" y="3926280"/>
                <a:ext cx="1796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9FAA836-9465-1512-6DB1-5E43CA1C8A9A}"/>
                  </a:ext>
                </a:extLst>
              </p14:cNvPr>
              <p14:cNvContentPartPr/>
              <p14:nvPr/>
            </p14:nvContentPartPr>
            <p14:xfrm>
              <a:off x="8550960" y="3779400"/>
              <a:ext cx="25560" cy="19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9FAA836-9465-1512-6DB1-5E43CA1C8A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32960" y="3761400"/>
                <a:ext cx="612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C532440-2AE8-C2D2-0F4D-C32CD50E18BE}"/>
                  </a:ext>
                </a:extLst>
              </p14:cNvPr>
              <p14:cNvContentPartPr/>
              <p14:nvPr/>
            </p14:nvContentPartPr>
            <p14:xfrm>
              <a:off x="9400920" y="3702360"/>
              <a:ext cx="16560" cy="12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C532440-2AE8-C2D2-0F4D-C32CD50E18B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82920" y="3684720"/>
                <a:ext cx="5220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0E0585E1-F1B9-2682-A1CF-C24A456C0E7B}"/>
              </a:ext>
            </a:extLst>
          </p:cNvPr>
          <p:cNvGrpSpPr/>
          <p:nvPr/>
        </p:nvGrpSpPr>
        <p:grpSpPr>
          <a:xfrm>
            <a:off x="8890080" y="3838800"/>
            <a:ext cx="758160" cy="353520"/>
            <a:chOff x="8890080" y="3838800"/>
            <a:chExt cx="75816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246E0C-D926-3DB6-BCB9-8BC1D0B8D9D7}"/>
                    </a:ext>
                  </a:extLst>
                </p14:cNvPr>
                <p14:cNvContentPartPr/>
                <p14:nvPr/>
              </p14:nvContentPartPr>
              <p14:xfrm>
                <a:off x="8890080" y="4050480"/>
                <a:ext cx="105840" cy="14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246E0C-D926-3DB6-BCB9-8BC1D0B8D9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72440" y="4032480"/>
                  <a:ext cx="141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74B3FD-925A-A196-95D7-97E4A97C10FD}"/>
                    </a:ext>
                  </a:extLst>
                </p14:cNvPr>
                <p14:cNvContentPartPr/>
                <p14:nvPr/>
              </p14:nvContentPartPr>
              <p14:xfrm>
                <a:off x="9135960" y="3919440"/>
                <a:ext cx="46080" cy="32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74B3FD-925A-A196-95D7-97E4A97C10F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18320" y="3901440"/>
                  <a:ext cx="81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4EDA2B4-9C7B-AA76-072B-6DE638CB82D5}"/>
                    </a:ext>
                  </a:extLst>
                </p14:cNvPr>
                <p14:cNvContentPartPr/>
                <p14:nvPr/>
              </p14:nvContentPartPr>
              <p14:xfrm>
                <a:off x="9178080" y="3991440"/>
                <a:ext cx="58680" cy="22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4EDA2B4-9C7B-AA76-072B-6DE638CB82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60080" y="3973800"/>
                  <a:ext cx="94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0CD08C-F100-D3F4-68A8-922935CF10FD}"/>
                    </a:ext>
                  </a:extLst>
                </p14:cNvPr>
                <p14:cNvContentPartPr/>
                <p14:nvPr/>
              </p14:nvContentPartPr>
              <p14:xfrm>
                <a:off x="9346560" y="3845640"/>
                <a:ext cx="125640" cy="187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0CD08C-F100-D3F4-68A8-922935CF10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28920" y="3827640"/>
                  <a:ext cx="1612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BD6AA5-735B-CF76-E11C-20E208E12D2D}"/>
                    </a:ext>
                  </a:extLst>
                </p14:cNvPr>
                <p14:cNvContentPartPr/>
                <p14:nvPr/>
              </p14:nvContentPartPr>
              <p14:xfrm>
                <a:off x="9609360" y="3838800"/>
                <a:ext cx="38880" cy="161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BD6AA5-735B-CF76-E11C-20E208E12D2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91720" y="3820800"/>
                  <a:ext cx="74520" cy="19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6139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9532-7935-00A3-3F2B-2A764600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drop directions</a:t>
            </a:r>
          </a:p>
        </p:txBody>
      </p:sp>
      <p:pic>
        <p:nvPicPr>
          <p:cNvPr id="6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711D683F-35CE-54EF-14F3-79835AF92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607" y="946205"/>
            <a:ext cx="5318332" cy="52784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52C5-E96C-95C7-1093-E65BC96C2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A223D2-A655-024E-3A49-0A8AA0AFBC25}"/>
              </a:ext>
            </a:extLst>
          </p:cNvPr>
          <p:cNvGrpSpPr/>
          <p:nvPr/>
        </p:nvGrpSpPr>
        <p:grpSpPr>
          <a:xfrm>
            <a:off x="6272160" y="1869960"/>
            <a:ext cx="1013760" cy="345960"/>
            <a:chOff x="6272160" y="1869960"/>
            <a:chExt cx="101376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FCD344-039D-0253-F77C-0E2A8F516BA9}"/>
                    </a:ext>
                  </a:extLst>
                </p14:cNvPr>
                <p14:cNvContentPartPr/>
                <p14:nvPr/>
              </p14:nvContentPartPr>
              <p14:xfrm>
                <a:off x="6272160" y="1869960"/>
                <a:ext cx="220320" cy="205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FCD344-039D-0253-F77C-0E2A8F516B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54520" y="1852320"/>
                  <a:ext cx="2559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DE496AA-F980-F138-5BDC-0C7829F2E2E9}"/>
                    </a:ext>
                  </a:extLst>
                </p14:cNvPr>
                <p14:cNvContentPartPr/>
                <p14:nvPr/>
              </p14:nvContentPartPr>
              <p14:xfrm>
                <a:off x="6646920" y="2047800"/>
                <a:ext cx="83520" cy="168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DE496AA-F980-F138-5BDC-0C7829F2E2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9280" y="2029800"/>
                  <a:ext cx="119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4EB6A6-B9C1-1EC7-8F65-2280ED2CCA89}"/>
                    </a:ext>
                  </a:extLst>
                </p14:cNvPr>
                <p14:cNvContentPartPr/>
                <p14:nvPr/>
              </p14:nvContentPartPr>
              <p14:xfrm>
                <a:off x="6636480" y="2007840"/>
                <a:ext cx="156960" cy="124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4EB6A6-B9C1-1EC7-8F65-2280ED2CCA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18840" y="1990200"/>
                  <a:ext cx="192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08A5EC-3529-95B7-5BAA-94C32DD709EF}"/>
                    </a:ext>
                  </a:extLst>
                </p14:cNvPr>
                <p14:cNvContentPartPr/>
                <p14:nvPr/>
              </p14:nvContentPartPr>
              <p14:xfrm>
                <a:off x="6912240" y="2040600"/>
                <a:ext cx="74160" cy="136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08A5EC-3529-95B7-5BAA-94C32DD709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94240" y="2022960"/>
                  <a:ext cx="109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A32C9F-2462-ABA2-14C9-4AAFA45B81AC}"/>
                    </a:ext>
                  </a:extLst>
                </p14:cNvPr>
                <p14:cNvContentPartPr/>
                <p14:nvPr/>
              </p14:nvContentPartPr>
              <p14:xfrm>
                <a:off x="6970920" y="2145000"/>
                <a:ext cx="47520" cy="52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A32C9F-2462-ABA2-14C9-4AAFA45B81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53280" y="2127360"/>
                  <a:ext cx="83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D782E3-1046-0E62-9B6E-2BC7BFB9BC6E}"/>
                    </a:ext>
                  </a:extLst>
                </p14:cNvPr>
                <p14:cNvContentPartPr/>
                <p14:nvPr/>
              </p14:nvContentPartPr>
              <p14:xfrm>
                <a:off x="7183680" y="1974360"/>
                <a:ext cx="50040" cy="24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D782E3-1046-0E62-9B6E-2BC7BFB9BC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65680" y="1956720"/>
                  <a:ext cx="85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672AE7-5718-10B6-D868-06297AEE0806}"/>
                    </a:ext>
                  </a:extLst>
                </p14:cNvPr>
                <p14:cNvContentPartPr/>
                <p14:nvPr/>
              </p14:nvContentPartPr>
              <p14:xfrm>
                <a:off x="7208520" y="2023680"/>
                <a:ext cx="77400" cy="37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672AE7-5718-10B6-D868-06297AEE080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90880" y="2006040"/>
                  <a:ext cx="11304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58ADD61-A812-1DCF-E460-79BA0690A5C5}"/>
                  </a:ext>
                </a:extLst>
              </p14:cNvPr>
              <p14:cNvContentPartPr/>
              <p14:nvPr/>
            </p14:nvContentPartPr>
            <p14:xfrm>
              <a:off x="7503720" y="1924680"/>
              <a:ext cx="75600" cy="22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58ADD61-A812-1DCF-E460-79BA0690A5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85720" y="1907040"/>
                <a:ext cx="1112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3EBE12-0E85-248D-7CD9-801748E97751}"/>
                  </a:ext>
                </a:extLst>
              </p14:cNvPr>
              <p14:cNvContentPartPr/>
              <p14:nvPr/>
            </p14:nvContentPartPr>
            <p14:xfrm>
              <a:off x="7500480" y="1809480"/>
              <a:ext cx="30240" cy="9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3EBE12-0E85-248D-7CD9-801748E977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82480" y="1791840"/>
                <a:ext cx="65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9F66536-3F84-CD0F-5EFF-55957E46BE4F}"/>
                  </a:ext>
                </a:extLst>
              </p14:cNvPr>
              <p14:cNvContentPartPr/>
              <p14:nvPr/>
            </p14:nvContentPartPr>
            <p14:xfrm>
              <a:off x="7748160" y="2025840"/>
              <a:ext cx="31320" cy="147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9F66536-3F84-CD0F-5EFF-55957E46BE4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30160" y="2007840"/>
                <a:ext cx="6696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B195AEB-053F-4BCF-D9D7-3D23FDE28E1A}"/>
              </a:ext>
            </a:extLst>
          </p:cNvPr>
          <p:cNvGrpSpPr/>
          <p:nvPr/>
        </p:nvGrpSpPr>
        <p:grpSpPr>
          <a:xfrm>
            <a:off x="7935360" y="1840080"/>
            <a:ext cx="357120" cy="253440"/>
            <a:chOff x="7935360" y="1840080"/>
            <a:chExt cx="35712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D86FD3-3339-59EB-85D7-3DC4E41117BA}"/>
                    </a:ext>
                  </a:extLst>
                </p14:cNvPr>
                <p14:cNvContentPartPr/>
                <p14:nvPr/>
              </p14:nvContentPartPr>
              <p14:xfrm>
                <a:off x="7935360" y="1885800"/>
                <a:ext cx="70200" cy="207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D86FD3-3339-59EB-85D7-3DC4E41117B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17360" y="1868160"/>
                  <a:ext cx="105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AF225A-552E-74F9-9B04-EC846F7D3792}"/>
                    </a:ext>
                  </a:extLst>
                </p14:cNvPr>
                <p14:cNvContentPartPr/>
                <p14:nvPr/>
              </p14:nvContentPartPr>
              <p14:xfrm>
                <a:off x="7956240" y="1840080"/>
                <a:ext cx="167760" cy="15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AF225A-552E-74F9-9B04-EC846F7D37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38600" y="1822080"/>
                  <a:ext cx="203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2C3D509-B395-A54A-226F-1D9E524C1298}"/>
                    </a:ext>
                  </a:extLst>
                </p14:cNvPr>
                <p14:cNvContentPartPr/>
                <p14:nvPr/>
              </p14:nvContentPartPr>
              <p14:xfrm>
                <a:off x="8240640" y="1927920"/>
                <a:ext cx="51840" cy="131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2C3D509-B395-A54A-226F-1D9E524C129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23000" y="1909920"/>
                  <a:ext cx="8748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43D3E0-6C36-0C02-70CF-3F7B5D5F4D32}"/>
              </a:ext>
            </a:extLst>
          </p:cNvPr>
          <p:cNvGrpSpPr/>
          <p:nvPr/>
        </p:nvGrpSpPr>
        <p:grpSpPr>
          <a:xfrm>
            <a:off x="8192040" y="2867160"/>
            <a:ext cx="857520" cy="435960"/>
            <a:chOff x="8192040" y="2867160"/>
            <a:chExt cx="85752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788A63-F382-89C2-F3D6-973B89611A70}"/>
                    </a:ext>
                  </a:extLst>
                </p14:cNvPr>
                <p14:cNvContentPartPr/>
                <p14:nvPr/>
              </p14:nvContentPartPr>
              <p14:xfrm>
                <a:off x="8192040" y="2867160"/>
                <a:ext cx="237960" cy="278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788A63-F382-89C2-F3D6-973B89611A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74400" y="2849520"/>
                  <a:ext cx="273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D1F592-B111-9477-8241-0A5D03BFFC5B}"/>
                    </a:ext>
                  </a:extLst>
                </p14:cNvPr>
                <p14:cNvContentPartPr/>
                <p14:nvPr/>
              </p14:nvContentPartPr>
              <p14:xfrm>
                <a:off x="8544480" y="3086760"/>
                <a:ext cx="46080" cy="216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D1F592-B111-9477-8241-0A5D03BFFC5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26840" y="3069120"/>
                  <a:ext cx="81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DE77DE-9F1D-54B1-D9BA-B6149FF0F99D}"/>
                    </a:ext>
                  </a:extLst>
                </p14:cNvPr>
                <p14:cNvContentPartPr/>
                <p14:nvPr/>
              </p14:nvContentPartPr>
              <p14:xfrm>
                <a:off x="8544840" y="3052560"/>
                <a:ext cx="116640" cy="124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DE77DE-9F1D-54B1-D9BA-B6149FF0F9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27200" y="3034920"/>
                  <a:ext cx="152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817E4B-08ED-98C4-44EA-6CEC0169F0B8}"/>
                    </a:ext>
                  </a:extLst>
                </p14:cNvPr>
                <p14:cNvContentPartPr/>
                <p14:nvPr/>
              </p14:nvContentPartPr>
              <p14:xfrm>
                <a:off x="8778840" y="3089280"/>
                <a:ext cx="109440" cy="13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817E4B-08ED-98C4-44EA-6CEC0169F0B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60840" y="3071280"/>
                  <a:ext cx="145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E7401B-D79B-E408-5C55-76C1E93CA1DC}"/>
                    </a:ext>
                  </a:extLst>
                </p14:cNvPr>
                <p14:cNvContentPartPr/>
                <p14:nvPr/>
              </p14:nvContentPartPr>
              <p14:xfrm>
                <a:off x="8991600" y="2999280"/>
                <a:ext cx="48600" cy="2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E7401B-D79B-E408-5C55-76C1E93CA1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73600" y="2981640"/>
                  <a:ext cx="84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C2CBFF-E6BE-440E-261F-137DADD0EF20}"/>
                    </a:ext>
                  </a:extLst>
                </p14:cNvPr>
                <p14:cNvContentPartPr/>
                <p14:nvPr/>
              </p14:nvContentPartPr>
              <p14:xfrm>
                <a:off x="9008880" y="3048600"/>
                <a:ext cx="40680" cy="27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C2CBFF-E6BE-440E-261F-137DADD0EF2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90880" y="3030600"/>
                  <a:ext cx="7632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AFE81E2-9349-26B9-3DCF-23118A87BB56}"/>
                  </a:ext>
                </a:extLst>
              </p14:cNvPr>
              <p14:cNvContentPartPr/>
              <p14:nvPr/>
            </p14:nvContentPartPr>
            <p14:xfrm>
              <a:off x="9224160" y="2800200"/>
              <a:ext cx="36720" cy="16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AFE81E2-9349-26B9-3DCF-23118A87BB5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206160" y="2782560"/>
                <a:ext cx="7236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99CB1E16-7710-816C-CFB0-08D814CD540D}"/>
              </a:ext>
            </a:extLst>
          </p:cNvPr>
          <p:cNvGrpSpPr/>
          <p:nvPr/>
        </p:nvGrpSpPr>
        <p:grpSpPr>
          <a:xfrm>
            <a:off x="9219480" y="2907120"/>
            <a:ext cx="303480" cy="195120"/>
            <a:chOff x="9219480" y="2907120"/>
            <a:chExt cx="30348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7E6E6A3-55B1-3146-557A-F743DC10A876}"/>
                    </a:ext>
                  </a:extLst>
                </p14:cNvPr>
                <p14:cNvContentPartPr/>
                <p14:nvPr/>
              </p14:nvContentPartPr>
              <p14:xfrm>
                <a:off x="9219480" y="2907120"/>
                <a:ext cx="97200" cy="178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7E6E6A3-55B1-3146-557A-F743DC10A87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01480" y="2889120"/>
                  <a:ext cx="132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76A049F-F26E-D1CB-3869-1AD9CCA7FACB}"/>
                    </a:ext>
                  </a:extLst>
                </p14:cNvPr>
                <p14:cNvContentPartPr/>
                <p14:nvPr/>
              </p14:nvContentPartPr>
              <p14:xfrm>
                <a:off x="9405960" y="2943480"/>
                <a:ext cx="117000" cy="158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76A049F-F26E-D1CB-3869-1AD9CCA7FAC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88320" y="2925840"/>
                  <a:ext cx="1526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CE1B07-7FCD-67CC-0BB0-DE591E287342}"/>
              </a:ext>
            </a:extLst>
          </p:cNvPr>
          <p:cNvGrpSpPr/>
          <p:nvPr/>
        </p:nvGrpSpPr>
        <p:grpSpPr>
          <a:xfrm>
            <a:off x="9692160" y="2782560"/>
            <a:ext cx="515880" cy="199080"/>
            <a:chOff x="9692160" y="2782560"/>
            <a:chExt cx="5158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8398B6-067E-C0B7-AA31-42CD6DDB2CCE}"/>
                    </a:ext>
                  </a:extLst>
                </p14:cNvPr>
                <p14:cNvContentPartPr/>
                <p14:nvPr/>
              </p14:nvContentPartPr>
              <p14:xfrm>
                <a:off x="9692160" y="2963640"/>
                <a:ext cx="4320" cy="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8398B6-067E-C0B7-AA31-42CD6DDB2CC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74520" y="2945640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43C879-08AF-FD55-EFED-7BE9C0D4F401}"/>
                    </a:ext>
                  </a:extLst>
                </p14:cNvPr>
                <p14:cNvContentPartPr/>
                <p14:nvPr/>
              </p14:nvContentPartPr>
              <p14:xfrm>
                <a:off x="9826080" y="2847360"/>
                <a:ext cx="47880" cy="134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43C879-08AF-FD55-EFED-7BE9C0D4F4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08080" y="2829720"/>
                  <a:ext cx="83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6524DE5-B0CB-A494-8029-99D12A50056E}"/>
                    </a:ext>
                  </a:extLst>
                </p14:cNvPr>
                <p14:cNvContentPartPr/>
                <p14:nvPr/>
              </p14:nvContentPartPr>
              <p14:xfrm>
                <a:off x="9816720" y="2782560"/>
                <a:ext cx="169920" cy="133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6524DE5-B0CB-A494-8029-99D12A50056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99080" y="2764560"/>
                  <a:ext cx="205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A2F136-7579-1A0E-C8CA-C8CBC5B9C770}"/>
                    </a:ext>
                  </a:extLst>
                </p14:cNvPr>
                <p14:cNvContentPartPr/>
                <p14:nvPr/>
              </p14:nvContentPartPr>
              <p14:xfrm>
                <a:off x="10095720" y="2861040"/>
                <a:ext cx="112320" cy="112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A2F136-7579-1A0E-C8CA-C8CBC5B9C7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78080" y="2843040"/>
                  <a:ext cx="14796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923BC95-B455-D032-BE98-3AD9834169D8}"/>
                  </a:ext>
                </a:extLst>
              </p14:cNvPr>
              <p14:cNvContentPartPr/>
              <p14:nvPr/>
            </p14:nvContentPartPr>
            <p14:xfrm>
              <a:off x="5894520" y="2509320"/>
              <a:ext cx="84600" cy="64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923BC95-B455-D032-BE98-3AD9834169D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76520" y="2491320"/>
                <a:ext cx="1202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F06709C5-4F91-B4A9-8779-691A3DFC3974}"/>
              </a:ext>
            </a:extLst>
          </p:cNvPr>
          <p:cNvGrpSpPr/>
          <p:nvPr/>
        </p:nvGrpSpPr>
        <p:grpSpPr>
          <a:xfrm>
            <a:off x="5981280" y="2168760"/>
            <a:ext cx="282960" cy="141480"/>
            <a:chOff x="5981280" y="2168760"/>
            <a:chExt cx="282960" cy="14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1B5CB8-6100-6B6F-C52F-A7CADACF13B7}"/>
                    </a:ext>
                  </a:extLst>
                </p14:cNvPr>
                <p14:cNvContentPartPr/>
                <p14:nvPr/>
              </p14:nvContentPartPr>
              <p14:xfrm>
                <a:off x="5981280" y="2168760"/>
                <a:ext cx="219960" cy="141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1B5CB8-6100-6B6F-C52F-A7CADACF13B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63280" y="2151120"/>
                  <a:ext cx="255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2CC8C7F-B6D6-8765-A529-A8AC79826C5B}"/>
                    </a:ext>
                  </a:extLst>
                </p14:cNvPr>
                <p14:cNvContentPartPr/>
                <p14:nvPr/>
              </p14:nvContentPartPr>
              <p14:xfrm>
                <a:off x="6247680" y="2214840"/>
                <a:ext cx="16560" cy="26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2CC8C7F-B6D6-8765-A529-A8AC79826C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29680" y="2197200"/>
                  <a:ext cx="522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1D80A6-B930-A05C-78A6-6CC8051B668D}"/>
              </a:ext>
            </a:extLst>
          </p:cNvPr>
          <p:cNvGrpSpPr/>
          <p:nvPr/>
        </p:nvGrpSpPr>
        <p:grpSpPr>
          <a:xfrm>
            <a:off x="7537560" y="2398800"/>
            <a:ext cx="500760" cy="181080"/>
            <a:chOff x="7537560" y="2398800"/>
            <a:chExt cx="50076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E44D5D-ACB2-67A8-F72F-6C0963944DAE}"/>
                    </a:ext>
                  </a:extLst>
                </p14:cNvPr>
                <p14:cNvContentPartPr/>
                <p14:nvPr/>
              </p14:nvContentPartPr>
              <p14:xfrm>
                <a:off x="7537560" y="2551800"/>
                <a:ext cx="50400" cy="28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E44D5D-ACB2-67A8-F72F-6C0963944D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19920" y="2534160"/>
                  <a:ext cx="86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2669F9-EA73-0A8F-8230-0A0B798C533A}"/>
                    </a:ext>
                  </a:extLst>
                </p14:cNvPr>
                <p14:cNvContentPartPr/>
                <p14:nvPr/>
              </p14:nvContentPartPr>
              <p14:xfrm>
                <a:off x="7727640" y="2459280"/>
                <a:ext cx="9720" cy="9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2669F9-EA73-0A8F-8230-0A0B798C53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10000" y="2441640"/>
                  <a:ext cx="45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7301F3-A3F2-0605-0939-4A3A006841F8}"/>
                    </a:ext>
                  </a:extLst>
                </p14:cNvPr>
                <p14:cNvContentPartPr/>
                <p14:nvPr/>
              </p14:nvContentPartPr>
              <p14:xfrm>
                <a:off x="7717560" y="2398800"/>
                <a:ext cx="168480" cy="120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7301F3-A3F2-0605-0939-4A3A006841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99560" y="2381160"/>
                  <a:ext cx="204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CA84B1-A2C6-C0BC-41B5-EE855FC2C7AE}"/>
                    </a:ext>
                  </a:extLst>
                </p14:cNvPr>
                <p14:cNvContentPartPr/>
                <p14:nvPr/>
              </p14:nvContentPartPr>
              <p14:xfrm>
                <a:off x="7919880" y="2418600"/>
                <a:ext cx="118440" cy="90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CA84B1-A2C6-C0BC-41B5-EE855FC2C7A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01880" y="2400600"/>
                  <a:ext cx="15408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AC28503-73E9-7559-04D7-EFCBF44375D9}"/>
                  </a:ext>
                </a:extLst>
              </p14:cNvPr>
              <p14:cNvContentPartPr/>
              <p14:nvPr/>
            </p14:nvContentPartPr>
            <p14:xfrm>
              <a:off x="9108960" y="1386480"/>
              <a:ext cx="175320" cy="288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AC28503-73E9-7559-04D7-EFCBF44375D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091320" y="1368480"/>
                <a:ext cx="21096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998E35DA-D286-532F-1C8B-733FC8C7FCC5}"/>
              </a:ext>
            </a:extLst>
          </p:cNvPr>
          <p:cNvGrpSpPr/>
          <p:nvPr/>
        </p:nvGrpSpPr>
        <p:grpSpPr>
          <a:xfrm>
            <a:off x="9462480" y="1225920"/>
            <a:ext cx="1893600" cy="570960"/>
            <a:chOff x="9462480" y="1225920"/>
            <a:chExt cx="1893600" cy="57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F6038F8-630D-067D-AA52-B81D19E0EFF3}"/>
                    </a:ext>
                  </a:extLst>
                </p14:cNvPr>
                <p14:cNvContentPartPr/>
                <p14:nvPr/>
              </p14:nvContentPartPr>
              <p14:xfrm>
                <a:off x="9468600" y="1632720"/>
                <a:ext cx="35280" cy="164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F6038F8-630D-067D-AA52-B81D19E0EFF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50960" y="1614720"/>
                  <a:ext cx="70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5E38243-36A3-D9CB-46AC-076ADAA46C04}"/>
                    </a:ext>
                  </a:extLst>
                </p14:cNvPr>
                <p14:cNvContentPartPr/>
                <p14:nvPr/>
              </p14:nvContentPartPr>
              <p14:xfrm>
                <a:off x="9462480" y="1561440"/>
                <a:ext cx="148320" cy="131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5E38243-36A3-D9CB-46AC-076ADAA46C0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44480" y="1543440"/>
                  <a:ext cx="183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16F7FB5-9746-0BF7-E2A5-0530E5D59081}"/>
                    </a:ext>
                  </a:extLst>
                </p14:cNvPr>
                <p14:cNvContentPartPr/>
                <p14:nvPr/>
              </p14:nvContentPartPr>
              <p14:xfrm>
                <a:off x="9708720" y="1656120"/>
                <a:ext cx="16200" cy="125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16F7FB5-9746-0BF7-E2A5-0530E5D5908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91080" y="1638480"/>
                  <a:ext cx="51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8F28C8-96F3-6381-F935-01A43D2B209E}"/>
                    </a:ext>
                  </a:extLst>
                </p14:cNvPr>
                <p14:cNvContentPartPr/>
                <p14:nvPr/>
              </p14:nvContentPartPr>
              <p14:xfrm>
                <a:off x="9817080" y="1568640"/>
                <a:ext cx="71640" cy="25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8F28C8-96F3-6381-F935-01A43D2B209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99440" y="1550640"/>
                  <a:ext cx="107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7468E9A-A91A-D132-DCAE-FEEBF694C735}"/>
                    </a:ext>
                  </a:extLst>
                </p14:cNvPr>
                <p14:cNvContentPartPr/>
                <p14:nvPr/>
              </p14:nvContentPartPr>
              <p14:xfrm>
                <a:off x="9876120" y="1640280"/>
                <a:ext cx="54720" cy="24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7468E9A-A91A-D132-DCAE-FEEBF694C7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58120" y="1622640"/>
                  <a:ext cx="90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2EFE6A-A323-C1FE-A84C-C0C059ADB135}"/>
                    </a:ext>
                  </a:extLst>
                </p14:cNvPr>
                <p14:cNvContentPartPr/>
                <p14:nvPr/>
              </p14:nvContentPartPr>
              <p14:xfrm>
                <a:off x="9992760" y="1288560"/>
                <a:ext cx="198720" cy="261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2EFE6A-A323-C1FE-A84C-C0C059ADB13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75120" y="1270560"/>
                  <a:ext cx="2343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157471-1F8D-02A4-C591-65848C871729}"/>
                    </a:ext>
                  </a:extLst>
                </p14:cNvPr>
                <p14:cNvContentPartPr/>
                <p14:nvPr/>
              </p14:nvContentPartPr>
              <p14:xfrm>
                <a:off x="10185000" y="1334280"/>
                <a:ext cx="124200" cy="167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157471-1F8D-02A4-C591-65848C87172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67360" y="1316280"/>
                  <a:ext cx="159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69DEA0-5B34-54B9-8D3F-5DAD194E315E}"/>
                    </a:ext>
                  </a:extLst>
                </p14:cNvPr>
                <p14:cNvContentPartPr/>
                <p14:nvPr/>
              </p14:nvContentPartPr>
              <p14:xfrm>
                <a:off x="10422600" y="1456320"/>
                <a:ext cx="27360" cy="93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69DEA0-5B34-54B9-8D3F-5DAD194E315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04960" y="1438320"/>
                  <a:ext cx="63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00052A4-7049-0664-D746-850769A455E9}"/>
                    </a:ext>
                  </a:extLst>
                </p14:cNvPr>
                <p14:cNvContentPartPr/>
                <p14:nvPr/>
              </p14:nvContentPartPr>
              <p14:xfrm>
                <a:off x="10567320" y="1389720"/>
                <a:ext cx="149400" cy="5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00052A4-7049-0664-D746-850769A455E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49680" y="1371720"/>
                  <a:ext cx="185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9D5583-50E2-7A68-DF68-BAA35934AA5D}"/>
                    </a:ext>
                  </a:extLst>
                </p14:cNvPr>
                <p14:cNvContentPartPr/>
                <p14:nvPr/>
              </p14:nvContentPartPr>
              <p14:xfrm>
                <a:off x="10813560" y="1225920"/>
                <a:ext cx="231120" cy="208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9D5583-50E2-7A68-DF68-BAA35934AA5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95920" y="1208280"/>
                  <a:ext cx="266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D12FFA-EDA0-95AE-5378-EEA0B94FCE58}"/>
                    </a:ext>
                  </a:extLst>
                </p14:cNvPr>
                <p14:cNvContentPartPr/>
                <p14:nvPr/>
              </p14:nvContentPartPr>
              <p14:xfrm>
                <a:off x="11146920" y="1332480"/>
                <a:ext cx="209160" cy="10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D12FFA-EDA0-95AE-5378-EEA0B94FCE5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28920" y="1314480"/>
                  <a:ext cx="244800" cy="13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34056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D91C-782A-DD0F-9D67-4906A0BA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equations based on KCL and Ohm’s law </a:t>
            </a:r>
          </a:p>
        </p:txBody>
      </p:sp>
      <p:pic>
        <p:nvPicPr>
          <p:cNvPr id="6" name="Content Placeholder 5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062345C9-BBB4-2068-8A53-217BC9417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32" y="1113183"/>
            <a:ext cx="5700963" cy="51273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940A-2F9E-4A78-5598-2B891D64A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C11A9576-5BDC-F778-F3FC-F9F60B878B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7" t="20939" r="21758" b="37185"/>
          <a:stretch/>
        </p:blipFill>
        <p:spPr>
          <a:xfrm>
            <a:off x="143122" y="3277926"/>
            <a:ext cx="3140765" cy="221046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B392ED9-C507-E878-D514-045E610626AD}"/>
              </a:ext>
            </a:extLst>
          </p:cNvPr>
          <p:cNvGrpSpPr/>
          <p:nvPr/>
        </p:nvGrpSpPr>
        <p:grpSpPr>
          <a:xfrm>
            <a:off x="566880" y="1925040"/>
            <a:ext cx="1427400" cy="1091520"/>
            <a:chOff x="566880" y="1925040"/>
            <a:chExt cx="1427400" cy="10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9F401D8-5A82-B5A2-0C68-231F8220816F}"/>
                    </a:ext>
                  </a:extLst>
                </p14:cNvPr>
                <p14:cNvContentPartPr/>
                <p14:nvPr/>
              </p14:nvContentPartPr>
              <p14:xfrm>
                <a:off x="566880" y="2656200"/>
                <a:ext cx="217080" cy="276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9F401D8-5A82-B5A2-0C68-231F822081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9240" y="2638560"/>
                  <a:ext cx="252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6E9EAA-8D3F-7ECF-276B-77EF75AEA988}"/>
                    </a:ext>
                  </a:extLst>
                </p14:cNvPr>
                <p14:cNvContentPartPr/>
                <p14:nvPr/>
              </p14:nvContentPartPr>
              <p14:xfrm>
                <a:off x="872520" y="2746560"/>
                <a:ext cx="116280" cy="19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6E9EAA-8D3F-7ECF-276B-77EF75AEA9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4880" y="2728560"/>
                  <a:ext cx="151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724EA5E-2CE6-B92D-DD8F-69C9D41A1EEB}"/>
                    </a:ext>
                  </a:extLst>
                </p14:cNvPr>
                <p14:cNvContentPartPr/>
                <p14:nvPr/>
              </p14:nvContentPartPr>
              <p14:xfrm>
                <a:off x="1066920" y="2705880"/>
                <a:ext cx="21600" cy="1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724EA5E-2CE6-B92D-DD8F-69C9D41A1E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8920" y="2687880"/>
                  <a:ext cx="57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16AC60-A0A8-2343-A054-B074194A5CCF}"/>
                    </a:ext>
                  </a:extLst>
                </p14:cNvPr>
                <p14:cNvContentPartPr/>
                <p14:nvPr/>
              </p14:nvContentPartPr>
              <p14:xfrm>
                <a:off x="1115160" y="2694000"/>
                <a:ext cx="45360" cy="62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16AC60-A0A8-2343-A054-B074194A5C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97160" y="2676360"/>
                  <a:ext cx="81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3DD19C-B072-5758-6364-290B014391E9}"/>
                    </a:ext>
                  </a:extLst>
                </p14:cNvPr>
                <p14:cNvContentPartPr/>
                <p14:nvPr/>
              </p14:nvContentPartPr>
              <p14:xfrm>
                <a:off x="1162680" y="2346240"/>
                <a:ext cx="312480" cy="230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3DD19C-B072-5758-6364-290B014391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4680" y="2328240"/>
                  <a:ext cx="348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B6A917-7947-75A7-DDE6-1BA6D17C29B8}"/>
                    </a:ext>
                  </a:extLst>
                </p14:cNvPr>
                <p14:cNvContentPartPr/>
                <p14:nvPr/>
              </p14:nvContentPartPr>
              <p14:xfrm>
                <a:off x="1563720" y="2426520"/>
                <a:ext cx="74160" cy="90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B6A917-7947-75A7-DDE6-1BA6D17C29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46080" y="2408880"/>
                  <a:ext cx="109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710BD5-7516-2D99-4B6B-371C830AFA03}"/>
                    </a:ext>
                  </a:extLst>
                </p14:cNvPr>
                <p14:cNvContentPartPr/>
                <p14:nvPr/>
              </p14:nvContentPartPr>
              <p14:xfrm>
                <a:off x="1682880" y="2200800"/>
                <a:ext cx="99360" cy="100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710BD5-7516-2D99-4B6B-371C830AFA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65240" y="2183160"/>
                  <a:ext cx="135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2F9A58-B253-0311-82D0-D24F5329EB74}"/>
                    </a:ext>
                  </a:extLst>
                </p14:cNvPr>
                <p14:cNvContentPartPr/>
                <p14:nvPr/>
              </p14:nvContentPartPr>
              <p14:xfrm>
                <a:off x="1853520" y="1925040"/>
                <a:ext cx="140760" cy="19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2F9A58-B253-0311-82D0-D24F5329EB7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35520" y="1907040"/>
                  <a:ext cx="176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BBEEBD-3EDB-E982-A7FB-84E3D9EE7B12}"/>
                    </a:ext>
                  </a:extLst>
                </p14:cNvPr>
                <p14:cNvContentPartPr/>
                <p14:nvPr/>
              </p14:nvContentPartPr>
              <p14:xfrm>
                <a:off x="1460400" y="2894880"/>
                <a:ext cx="42480" cy="56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BBEEBD-3EDB-E982-A7FB-84E3D9EE7B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42400" y="2876880"/>
                  <a:ext cx="78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F54982-1E81-B686-0403-C145121285D9}"/>
                    </a:ext>
                  </a:extLst>
                </p14:cNvPr>
                <p14:cNvContentPartPr/>
                <p14:nvPr/>
              </p14:nvContentPartPr>
              <p14:xfrm>
                <a:off x="1550400" y="2999280"/>
                <a:ext cx="10800" cy="1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F54982-1E81-B686-0403-C145121285D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32400" y="2981640"/>
                  <a:ext cx="46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8B3505-F95A-9706-621A-5232BB29F1F5}"/>
                    </a:ext>
                  </a:extLst>
                </p14:cNvPr>
                <p14:cNvContentPartPr/>
                <p14:nvPr/>
              </p14:nvContentPartPr>
              <p14:xfrm>
                <a:off x="1590360" y="2684640"/>
                <a:ext cx="267480" cy="165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8B3505-F95A-9706-621A-5232BB29F1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2720" y="2667000"/>
                  <a:ext cx="303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A737E2-2266-504B-1F25-4C44A2D16E53}"/>
                    </a:ext>
                  </a:extLst>
                </p14:cNvPr>
                <p14:cNvContentPartPr/>
                <p14:nvPr/>
              </p14:nvContentPartPr>
              <p14:xfrm>
                <a:off x="1901400" y="2686440"/>
                <a:ext cx="79560" cy="7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A737E2-2266-504B-1F25-4C44A2D16E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83400" y="2668800"/>
                  <a:ext cx="11520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3F0DD74-8327-9296-31C3-77F91E64A72E}"/>
                  </a:ext>
                </a:extLst>
              </p14:cNvPr>
              <p14:cNvContentPartPr/>
              <p14:nvPr/>
            </p14:nvContentPartPr>
            <p14:xfrm>
              <a:off x="5007840" y="4740600"/>
              <a:ext cx="835920" cy="750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3F0DD74-8327-9296-31C3-77F91E64A72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89840" y="4722960"/>
                <a:ext cx="871560" cy="7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6DE2C98-914B-F1F5-62CF-FB39592524D3}"/>
                  </a:ext>
                </a:extLst>
              </p14:cNvPr>
              <p14:cNvContentPartPr/>
              <p14:nvPr/>
            </p14:nvContentPartPr>
            <p14:xfrm>
              <a:off x="677400" y="3763920"/>
              <a:ext cx="28440" cy="16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6DE2C98-914B-F1F5-62CF-FB39592524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9760" y="3745920"/>
                <a:ext cx="640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07CD04B-D2A1-25EB-3D37-F5E5E481565C}"/>
              </a:ext>
            </a:extLst>
          </p:cNvPr>
          <p:cNvGrpSpPr/>
          <p:nvPr/>
        </p:nvGrpSpPr>
        <p:grpSpPr>
          <a:xfrm>
            <a:off x="1030200" y="3859680"/>
            <a:ext cx="1464480" cy="1840320"/>
            <a:chOff x="1030200" y="3859680"/>
            <a:chExt cx="1464480" cy="18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FDAFE0C-A8A2-D7BF-0F92-96D5DA90830E}"/>
                    </a:ext>
                  </a:extLst>
                </p14:cNvPr>
                <p14:cNvContentPartPr/>
                <p14:nvPr/>
              </p14:nvContentPartPr>
              <p14:xfrm>
                <a:off x="1030200" y="3859680"/>
                <a:ext cx="497160" cy="1344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FDAFE0C-A8A2-D7BF-0F92-96D5DA9083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2560" y="3841680"/>
                  <a:ext cx="532800" cy="13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1E503B-1AB8-B4D5-FF15-39757A8E4018}"/>
                    </a:ext>
                  </a:extLst>
                </p14:cNvPr>
                <p14:cNvContentPartPr/>
                <p14:nvPr/>
              </p14:nvContentPartPr>
              <p14:xfrm>
                <a:off x="1473360" y="5076840"/>
                <a:ext cx="145800" cy="132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1E503B-1AB8-B4D5-FF15-39757A8E40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55720" y="5059200"/>
                  <a:ext cx="181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9A5B1E9-7D51-4A14-07AB-67E5D83CED62}"/>
                    </a:ext>
                  </a:extLst>
                </p14:cNvPr>
                <p14:cNvContentPartPr/>
                <p14:nvPr/>
              </p14:nvContentPartPr>
              <p14:xfrm>
                <a:off x="1620600" y="5587320"/>
                <a:ext cx="129240" cy="11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9A5B1E9-7D51-4A14-07AB-67E5D83CED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02960" y="5569320"/>
                  <a:ext cx="164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95F44E-2BA3-BE08-C38E-753D71397CF4}"/>
                    </a:ext>
                  </a:extLst>
                </p14:cNvPr>
                <p14:cNvContentPartPr/>
                <p14:nvPr/>
              </p14:nvContentPartPr>
              <p14:xfrm>
                <a:off x="1582800" y="5478960"/>
                <a:ext cx="24120" cy="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95F44E-2BA3-BE08-C38E-753D71397C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65160" y="5461320"/>
                  <a:ext cx="59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79894D-3762-FC45-9FFB-B6E7C72B2694}"/>
                    </a:ext>
                  </a:extLst>
                </p14:cNvPr>
                <p14:cNvContentPartPr/>
                <p14:nvPr/>
              </p14:nvContentPartPr>
              <p14:xfrm>
                <a:off x="1866120" y="5507760"/>
                <a:ext cx="96480" cy="173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79894D-3762-FC45-9FFB-B6E7C72B26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48120" y="5489760"/>
                  <a:ext cx="132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8B2476-AD46-637A-C5CA-670F9D6C3131}"/>
                    </a:ext>
                  </a:extLst>
                </p14:cNvPr>
                <p14:cNvContentPartPr/>
                <p14:nvPr/>
              </p14:nvContentPartPr>
              <p14:xfrm>
                <a:off x="1992120" y="5436840"/>
                <a:ext cx="25560" cy="1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8B2476-AD46-637A-C5CA-670F9D6C31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4120" y="5418840"/>
                  <a:ext cx="61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AE385F4-FCB7-63A9-60EE-38FE846A8DD0}"/>
                    </a:ext>
                  </a:extLst>
                </p14:cNvPr>
                <p14:cNvContentPartPr/>
                <p14:nvPr/>
              </p14:nvContentPartPr>
              <p14:xfrm>
                <a:off x="2059440" y="5409120"/>
                <a:ext cx="28800" cy="57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AE385F4-FCB7-63A9-60EE-38FE846A8D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41800" y="5391480"/>
                  <a:ext cx="64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B87473-5B8A-18E6-CA58-DEE2AD2C97F4}"/>
                    </a:ext>
                  </a:extLst>
                </p14:cNvPr>
                <p14:cNvContentPartPr/>
                <p14:nvPr/>
              </p14:nvContentPartPr>
              <p14:xfrm>
                <a:off x="2131800" y="5315160"/>
                <a:ext cx="129960" cy="81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B87473-5B8A-18E6-CA58-DEE2AD2C97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14160" y="5297520"/>
                  <a:ext cx="165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3D58D7-6A97-73B9-5C52-433439807ABC}"/>
                    </a:ext>
                  </a:extLst>
                </p14:cNvPr>
                <p14:cNvContentPartPr/>
                <p14:nvPr/>
              </p14:nvContentPartPr>
              <p14:xfrm>
                <a:off x="2089320" y="5206440"/>
                <a:ext cx="20160" cy="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3D58D7-6A97-73B9-5C52-433439807A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1680" y="5188440"/>
                  <a:ext cx="55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E2DB7B-8AB3-448C-3FE6-AEEBA54B75F6}"/>
                    </a:ext>
                  </a:extLst>
                </p14:cNvPr>
                <p14:cNvContentPartPr/>
                <p14:nvPr/>
              </p14:nvContentPartPr>
              <p14:xfrm>
                <a:off x="2396760" y="5264760"/>
                <a:ext cx="97920" cy="151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E2DB7B-8AB3-448C-3FE6-AEEBA54B75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79120" y="5246760"/>
                  <a:ext cx="13356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2D889C-53CD-5ABB-EB08-A322E07ABBD8}"/>
              </a:ext>
            </a:extLst>
          </p:cNvPr>
          <p:cNvGrpSpPr/>
          <p:nvPr/>
        </p:nvGrpSpPr>
        <p:grpSpPr>
          <a:xfrm>
            <a:off x="2870160" y="3762840"/>
            <a:ext cx="36360" cy="48240"/>
            <a:chOff x="2870160" y="3762840"/>
            <a:chExt cx="36360" cy="4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0D3F76-D08A-BC0A-DB15-30B0AB0C54CC}"/>
                    </a:ext>
                  </a:extLst>
                </p14:cNvPr>
                <p14:cNvContentPartPr/>
                <p14:nvPr/>
              </p14:nvContentPartPr>
              <p14:xfrm>
                <a:off x="2870160" y="3762840"/>
                <a:ext cx="25200" cy="18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0D3F76-D08A-BC0A-DB15-30B0AB0C54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52520" y="3744840"/>
                  <a:ext cx="60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33F351-552E-6910-86CC-8701AC558AEF}"/>
                    </a:ext>
                  </a:extLst>
                </p14:cNvPr>
                <p14:cNvContentPartPr/>
                <p14:nvPr/>
              </p14:nvContentPartPr>
              <p14:xfrm>
                <a:off x="2870160" y="3765360"/>
                <a:ext cx="36360" cy="45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33F351-552E-6910-86CC-8701AC558A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52160" y="3747720"/>
                  <a:ext cx="720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B4C036C-77F0-E94B-7AE2-AAA7225D3E76}"/>
              </a:ext>
            </a:extLst>
          </p:cNvPr>
          <p:cNvGrpSpPr/>
          <p:nvPr/>
        </p:nvGrpSpPr>
        <p:grpSpPr>
          <a:xfrm>
            <a:off x="2786280" y="2949600"/>
            <a:ext cx="685080" cy="420120"/>
            <a:chOff x="2786280" y="2949600"/>
            <a:chExt cx="68508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78492E-87EB-6863-FC0C-5748C09440AE}"/>
                    </a:ext>
                  </a:extLst>
                </p14:cNvPr>
                <p14:cNvContentPartPr/>
                <p14:nvPr/>
              </p14:nvContentPartPr>
              <p14:xfrm>
                <a:off x="2838840" y="3269280"/>
                <a:ext cx="118800" cy="100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78492E-87EB-6863-FC0C-5748C09440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20840" y="3251640"/>
                  <a:ext cx="154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D43515-8D05-23BD-6B62-DB605E17D208}"/>
                    </a:ext>
                  </a:extLst>
                </p14:cNvPr>
                <p14:cNvContentPartPr/>
                <p14:nvPr/>
              </p14:nvContentPartPr>
              <p14:xfrm>
                <a:off x="2786280" y="3124200"/>
                <a:ext cx="28440" cy="28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D43515-8D05-23BD-6B62-DB605E17D2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68640" y="3106560"/>
                  <a:ext cx="64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6F892E-2802-E79B-94C9-0DD6AB1637E0}"/>
                    </a:ext>
                  </a:extLst>
                </p14:cNvPr>
                <p14:cNvContentPartPr/>
                <p14:nvPr/>
              </p14:nvContentPartPr>
              <p14:xfrm>
                <a:off x="3000840" y="3242280"/>
                <a:ext cx="78480" cy="90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6F892E-2802-E79B-94C9-0DD6AB1637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83200" y="3224280"/>
                  <a:ext cx="114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BB6824-6B87-7511-004E-42BEBF839481}"/>
                    </a:ext>
                  </a:extLst>
                </p14:cNvPr>
                <p14:cNvContentPartPr/>
                <p14:nvPr/>
              </p14:nvContentPartPr>
              <p14:xfrm>
                <a:off x="3057720" y="3182160"/>
                <a:ext cx="28800" cy="45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BB6824-6B87-7511-004E-42BEBF8394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40080" y="3164160"/>
                  <a:ext cx="64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4B14BA-A51D-BF1B-FA8D-6AA379563E8A}"/>
                    </a:ext>
                  </a:extLst>
                </p14:cNvPr>
                <p14:cNvContentPartPr/>
                <p14:nvPr/>
              </p14:nvContentPartPr>
              <p14:xfrm>
                <a:off x="3101640" y="3254880"/>
                <a:ext cx="16200" cy="21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4B14BA-A51D-BF1B-FA8D-6AA379563E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84000" y="3236880"/>
                  <a:ext cx="51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FB2F60-3D56-3BF4-8F9B-1A8402F8512C}"/>
                    </a:ext>
                  </a:extLst>
                </p14:cNvPr>
                <p14:cNvContentPartPr/>
                <p14:nvPr/>
              </p14:nvContentPartPr>
              <p14:xfrm>
                <a:off x="3165360" y="3063000"/>
                <a:ext cx="111960" cy="9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FB2F60-3D56-3BF4-8F9B-1A8402F851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47720" y="3045000"/>
                  <a:ext cx="147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8CC9345-C23B-C20E-62FC-06B31D4F5007}"/>
                    </a:ext>
                  </a:extLst>
                </p14:cNvPr>
                <p14:cNvContentPartPr/>
                <p14:nvPr/>
              </p14:nvContentPartPr>
              <p14:xfrm>
                <a:off x="3130440" y="2949600"/>
                <a:ext cx="27720" cy="12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8CC9345-C23B-C20E-62FC-06B31D4F50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12440" y="2931600"/>
                  <a:ext cx="633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45ADB56-8D58-662A-FD8C-9C61878D68A9}"/>
                    </a:ext>
                  </a:extLst>
                </p14:cNvPr>
                <p14:cNvContentPartPr/>
                <p14:nvPr/>
              </p14:nvContentPartPr>
              <p14:xfrm>
                <a:off x="3348240" y="3032040"/>
                <a:ext cx="123120" cy="95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45ADB56-8D58-662A-FD8C-9C61878D68A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30240" y="3014040"/>
                  <a:ext cx="15876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046BF80-A73E-9B0F-E4BB-7F16543A6DF3}"/>
                  </a:ext>
                </a:extLst>
              </p14:cNvPr>
              <p14:cNvContentPartPr/>
              <p14:nvPr/>
            </p14:nvContentPartPr>
            <p14:xfrm>
              <a:off x="661920" y="4836000"/>
              <a:ext cx="108720" cy="66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046BF80-A73E-9B0F-E4BB-7F16543A6DF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3920" y="4818000"/>
                <a:ext cx="14436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CA6FA327-53D9-4F9E-73F9-93D60EE83E48}"/>
              </a:ext>
            </a:extLst>
          </p:cNvPr>
          <p:cNvGrpSpPr/>
          <p:nvPr/>
        </p:nvGrpSpPr>
        <p:grpSpPr>
          <a:xfrm>
            <a:off x="400200" y="5370600"/>
            <a:ext cx="826200" cy="619920"/>
            <a:chOff x="400200" y="5370600"/>
            <a:chExt cx="826200" cy="6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7DD238-6B36-0E94-4FB4-2E5EA794821B}"/>
                    </a:ext>
                  </a:extLst>
                </p14:cNvPr>
                <p14:cNvContentPartPr/>
                <p14:nvPr/>
              </p14:nvContentPartPr>
              <p14:xfrm>
                <a:off x="452400" y="5862000"/>
                <a:ext cx="190080" cy="128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7DD238-6B36-0E94-4FB4-2E5EA794821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4760" y="5844000"/>
                  <a:ext cx="225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B7781C-3838-32C1-B641-A5888EE4CECB}"/>
                    </a:ext>
                  </a:extLst>
                </p14:cNvPr>
                <p14:cNvContentPartPr/>
                <p14:nvPr/>
              </p14:nvContentPartPr>
              <p14:xfrm>
                <a:off x="400200" y="5748600"/>
                <a:ext cx="14400" cy="6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B7781C-3838-32C1-B641-A5888EE4CE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2200" y="5730960"/>
                  <a:ext cx="50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1B261D-5814-F043-640C-C8F424739854}"/>
                    </a:ext>
                  </a:extLst>
                </p14:cNvPr>
                <p14:cNvContentPartPr/>
                <p14:nvPr/>
              </p14:nvContentPartPr>
              <p14:xfrm>
                <a:off x="748680" y="5743200"/>
                <a:ext cx="139680" cy="77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1B261D-5814-F043-640C-C8F42473985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0680" y="5725200"/>
                  <a:ext cx="175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1DFEA0-8A55-476C-8641-5C7DB794B13F}"/>
                    </a:ext>
                  </a:extLst>
                </p14:cNvPr>
                <p14:cNvContentPartPr/>
                <p14:nvPr/>
              </p14:nvContentPartPr>
              <p14:xfrm>
                <a:off x="879720" y="5574360"/>
                <a:ext cx="38520" cy="42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1DFEA0-8A55-476C-8641-5C7DB794B1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2080" y="5556360"/>
                  <a:ext cx="74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43B1E3-5B74-9506-85A7-B2F94AF7376A}"/>
                    </a:ext>
                  </a:extLst>
                </p14:cNvPr>
                <p14:cNvContentPartPr/>
                <p14:nvPr/>
              </p14:nvContentPartPr>
              <p14:xfrm>
                <a:off x="927960" y="5616120"/>
                <a:ext cx="29160" cy="39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43B1E3-5B74-9506-85A7-B2F94AF7376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320" y="5598120"/>
                  <a:ext cx="64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E214D7-BC7F-3C4A-0E22-7CDEFEC0E4BD}"/>
                    </a:ext>
                  </a:extLst>
                </p14:cNvPr>
                <p14:cNvContentPartPr/>
                <p14:nvPr/>
              </p14:nvContentPartPr>
              <p14:xfrm>
                <a:off x="961800" y="5493000"/>
                <a:ext cx="148320" cy="80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E214D7-BC7F-3C4A-0E22-7CDEFEC0E4B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3800" y="5475360"/>
                  <a:ext cx="183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A63CF59-3691-48B0-32D0-259DB6052D5F}"/>
                    </a:ext>
                  </a:extLst>
                </p14:cNvPr>
                <p14:cNvContentPartPr/>
                <p14:nvPr/>
              </p14:nvContentPartPr>
              <p14:xfrm>
                <a:off x="933720" y="5372400"/>
                <a:ext cx="21960" cy="3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A63CF59-3691-48B0-32D0-259DB6052D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5720" y="5354400"/>
                  <a:ext cx="5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372487-DCE6-E492-4742-EC25B1D60F81}"/>
                    </a:ext>
                  </a:extLst>
                </p14:cNvPr>
                <p14:cNvContentPartPr/>
                <p14:nvPr/>
              </p14:nvContentPartPr>
              <p14:xfrm>
                <a:off x="1155120" y="5370600"/>
                <a:ext cx="71280" cy="169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0372487-DCE6-E492-4742-EC25B1D60F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7120" y="5352600"/>
                  <a:ext cx="106920" cy="20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4620212-6CBF-F062-475F-25165EFB7A9F}"/>
                  </a:ext>
                </a:extLst>
              </p14:cNvPr>
              <p14:cNvContentPartPr/>
              <p14:nvPr/>
            </p14:nvContentPartPr>
            <p14:xfrm>
              <a:off x="160800" y="4646640"/>
              <a:ext cx="1257840" cy="16938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4620212-6CBF-F062-475F-25165EFB7A9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2800" y="4628640"/>
                <a:ext cx="1293480" cy="17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63CA095-306C-F976-7245-2215FD77DD21}"/>
                  </a:ext>
                </a:extLst>
              </p14:cNvPr>
              <p14:cNvContentPartPr/>
              <p14:nvPr/>
            </p14:nvContentPartPr>
            <p14:xfrm>
              <a:off x="2583240" y="2641800"/>
              <a:ext cx="1199880" cy="1302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63CA095-306C-F976-7245-2215FD77DD2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565240" y="2624160"/>
                <a:ext cx="1235520" cy="13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B7AF99B-AE70-DE75-58EF-A4F1BAACB9F8}"/>
                  </a:ext>
                </a:extLst>
              </p14:cNvPr>
              <p14:cNvContentPartPr/>
              <p14:nvPr/>
            </p14:nvContentPartPr>
            <p14:xfrm>
              <a:off x="394440" y="3291600"/>
              <a:ext cx="2402280" cy="27032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B7AF99B-AE70-DE75-58EF-A4F1BAACB9F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6440" y="3273600"/>
                <a:ext cx="2437920" cy="27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392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0CE8-8591-FD2D-F755-8CA9604C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equations based on KCL and Ohm’s law </a:t>
            </a:r>
          </a:p>
        </p:txBody>
      </p:sp>
      <p:pic>
        <p:nvPicPr>
          <p:cNvPr id="6" name="Content Placeholder 5" descr="A white paper with black text&#10;&#10;Description automatically generated">
            <a:extLst>
              <a:ext uri="{FF2B5EF4-FFF2-40B4-BE49-F238E27FC236}">
                <a16:creationId xmlns:a16="http://schemas.microsoft.com/office/drawing/2014/main" id="{F86F6DC3-AC14-1869-FF86-DD653F8C7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720" y="1789044"/>
            <a:ext cx="7544603" cy="347494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26C24-EB2F-7995-710F-D456F46ED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9E0D3B82-77A9-DB1F-00C3-A6B9B028D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9" b="37185"/>
          <a:stretch/>
        </p:blipFill>
        <p:spPr>
          <a:xfrm>
            <a:off x="188181" y="4017397"/>
            <a:ext cx="5318332" cy="221046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2C360B4-BA38-010D-1F1A-DBAB32D9CB1E}"/>
              </a:ext>
            </a:extLst>
          </p:cNvPr>
          <p:cNvGrpSpPr/>
          <p:nvPr/>
        </p:nvGrpSpPr>
        <p:grpSpPr>
          <a:xfrm>
            <a:off x="1150080" y="3678600"/>
            <a:ext cx="752040" cy="636480"/>
            <a:chOff x="1150080" y="3678600"/>
            <a:chExt cx="752040" cy="6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C85CDC-9361-C90F-D2DB-62EBA1B6F954}"/>
                    </a:ext>
                  </a:extLst>
                </p14:cNvPr>
                <p14:cNvContentPartPr/>
                <p14:nvPr/>
              </p14:nvContentPartPr>
              <p14:xfrm>
                <a:off x="1150080" y="4081800"/>
                <a:ext cx="160920" cy="233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C85CDC-9361-C90F-D2DB-62EBA1B6F9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2440" y="4064160"/>
                  <a:ext cx="196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673427-A2FE-D450-CD27-27C9761E27E1}"/>
                    </a:ext>
                  </a:extLst>
                </p14:cNvPr>
                <p14:cNvContentPartPr/>
                <p14:nvPr/>
              </p14:nvContentPartPr>
              <p14:xfrm>
                <a:off x="1193280" y="4005480"/>
                <a:ext cx="163800" cy="148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673427-A2FE-D450-CD27-27C9761E27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5640" y="3987480"/>
                  <a:ext cx="199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623C62-C346-5144-5D1B-7EB73FEEA80D}"/>
                    </a:ext>
                  </a:extLst>
                </p14:cNvPr>
                <p14:cNvContentPartPr/>
                <p14:nvPr/>
              </p14:nvContentPartPr>
              <p14:xfrm>
                <a:off x="1412160" y="4019880"/>
                <a:ext cx="81000" cy="70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623C62-C346-5144-5D1B-7EB73FEEA8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4160" y="4002240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2D774D-5FAC-765E-9F8E-7902E61AC490}"/>
                    </a:ext>
                  </a:extLst>
                </p14:cNvPr>
                <p14:cNvContentPartPr/>
                <p14:nvPr/>
              </p14:nvContentPartPr>
              <p14:xfrm>
                <a:off x="1499280" y="3842760"/>
                <a:ext cx="129240" cy="191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2D774D-5FAC-765E-9F8E-7902E61AC4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1280" y="3825120"/>
                  <a:ext cx="164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74AADB-795D-63EB-BD66-0741DBAB7C40}"/>
                    </a:ext>
                  </a:extLst>
                </p14:cNvPr>
                <p14:cNvContentPartPr/>
                <p14:nvPr/>
              </p14:nvContentPartPr>
              <p14:xfrm>
                <a:off x="1662720" y="3837000"/>
                <a:ext cx="140040" cy="100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74AADB-795D-63EB-BD66-0741DBAB7C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4720" y="3819000"/>
                  <a:ext cx="175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5F7400-163A-19D2-92A8-04832DD62453}"/>
                    </a:ext>
                  </a:extLst>
                </p14:cNvPr>
                <p14:cNvContentPartPr/>
                <p14:nvPr/>
              </p14:nvContentPartPr>
              <p14:xfrm>
                <a:off x="1786920" y="3678600"/>
                <a:ext cx="115200" cy="228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5F7400-163A-19D2-92A8-04832DD624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69280" y="3660600"/>
                  <a:ext cx="15084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AB1E01-5B9E-6E8B-7119-547B7DEE74ED}"/>
              </a:ext>
            </a:extLst>
          </p:cNvPr>
          <p:cNvGrpSpPr/>
          <p:nvPr/>
        </p:nvGrpSpPr>
        <p:grpSpPr>
          <a:xfrm>
            <a:off x="3918480" y="3552240"/>
            <a:ext cx="934920" cy="559080"/>
            <a:chOff x="3918480" y="3552240"/>
            <a:chExt cx="93492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3C38E6E-3F8E-10FC-CB86-9FB8680CA5B4}"/>
                    </a:ext>
                  </a:extLst>
                </p14:cNvPr>
                <p14:cNvContentPartPr/>
                <p14:nvPr/>
              </p14:nvContentPartPr>
              <p14:xfrm>
                <a:off x="3918480" y="3922320"/>
                <a:ext cx="72000" cy="18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3C38E6E-3F8E-10FC-CB86-9FB8680CA5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00840" y="3904320"/>
                  <a:ext cx="107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069008-DBEE-E4D8-E92B-32DB146023B1}"/>
                    </a:ext>
                  </a:extLst>
                </p14:cNvPr>
                <p14:cNvContentPartPr/>
                <p14:nvPr/>
              </p14:nvContentPartPr>
              <p14:xfrm>
                <a:off x="3923160" y="3798480"/>
                <a:ext cx="167400" cy="197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069008-DBEE-E4D8-E92B-32DB146023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5160" y="3780840"/>
                  <a:ext cx="203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EA9F28-C24E-0BE4-705D-C6001136251F}"/>
                    </a:ext>
                  </a:extLst>
                </p14:cNvPr>
                <p14:cNvContentPartPr/>
                <p14:nvPr/>
              </p14:nvContentPartPr>
              <p14:xfrm>
                <a:off x="4193160" y="3832320"/>
                <a:ext cx="85680" cy="10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EA9F28-C24E-0BE4-705D-C600113625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75520" y="3814680"/>
                  <a:ext cx="121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A177FB-B770-611A-A9B7-D26FA96647EB}"/>
                    </a:ext>
                  </a:extLst>
                </p14:cNvPr>
                <p14:cNvContentPartPr/>
                <p14:nvPr/>
              </p14:nvContentPartPr>
              <p14:xfrm>
                <a:off x="4368120" y="3663480"/>
                <a:ext cx="143280" cy="209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A177FB-B770-611A-A9B7-D26FA96647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0480" y="3645480"/>
                  <a:ext cx="178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6ED29B-545C-F73A-951D-29E9F388BEB4}"/>
                    </a:ext>
                  </a:extLst>
                </p14:cNvPr>
                <p14:cNvContentPartPr/>
                <p14:nvPr/>
              </p14:nvContentPartPr>
              <p14:xfrm>
                <a:off x="4542360" y="3691200"/>
                <a:ext cx="106560" cy="87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6ED29B-545C-F73A-951D-29E9F388BE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4360" y="3673560"/>
                  <a:ext cx="142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98A3B0-4CC2-DB4C-C528-17F1C83A827D}"/>
                    </a:ext>
                  </a:extLst>
                </p14:cNvPr>
                <p14:cNvContentPartPr/>
                <p14:nvPr/>
              </p14:nvContentPartPr>
              <p14:xfrm>
                <a:off x="4691400" y="3552240"/>
                <a:ext cx="162000" cy="131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98A3B0-4CC2-DB4C-C528-17F1C83A82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3400" y="3534600"/>
                  <a:ext cx="1976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59A301-C36F-95A9-4853-B75FBC8AB130}"/>
              </a:ext>
            </a:extLst>
          </p:cNvPr>
          <p:cNvGrpSpPr/>
          <p:nvPr/>
        </p:nvGrpSpPr>
        <p:grpSpPr>
          <a:xfrm>
            <a:off x="2920920" y="5786400"/>
            <a:ext cx="920880" cy="344160"/>
            <a:chOff x="2920920" y="5786400"/>
            <a:chExt cx="92088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C97B78-0F0D-CC2E-2C5E-5D510354CCC8}"/>
                    </a:ext>
                  </a:extLst>
                </p14:cNvPr>
                <p14:cNvContentPartPr/>
                <p14:nvPr/>
              </p14:nvContentPartPr>
              <p14:xfrm>
                <a:off x="2920920" y="5909520"/>
                <a:ext cx="94320" cy="22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C97B78-0F0D-CC2E-2C5E-5D510354CC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02920" y="5891880"/>
                  <a:ext cx="129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2C7D574-E1BA-B461-C403-6807698440A5}"/>
                    </a:ext>
                  </a:extLst>
                </p14:cNvPr>
                <p14:cNvContentPartPr/>
                <p14:nvPr/>
              </p14:nvContentPartPr>
              <p14:xfrm>
                <a:off x="2937480" y="5904480"/>
                <a:ext cx="177120" cy="108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2C7D574-E1BA-B461-C403-6807698440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19840" y="5886480"/>
                  <a:ext cx="212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1DA072-EE59-CA64-A292-D4F5B315CB75}"/>
                    </a:ext>
                  </a:extLst>
                </p14:cNvPr>
                <p14:cNvContentPartPr/>
                <p14:nvPr/>
              </p14:nvContentPartPr>
              <p14:xfrm>
                <a:off x="3209280" y="5901600"/>
                <a:ext cx="86400" cy="11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1DA072-EE59-CA64-A292-D4F5B315CB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1280" y="5883600"/>
                  <a:ext cx="122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7527D3-5D01-DE45-CE40-F30082D525D5}"/>
                    </a:ext>
                  </a:extLst>
                </p14:cNvPr>
                <p14:cNvContentPartPr/>
                <p14:nvPr/>
              </p14:nvContentPartPr>
              <p14:xfrm>
                <a:off x="3392880" y="5796840"/>
                <a:ext cx="123480" cy="182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7527D3-5D01-DE45-CE40-F30082D525D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74880" y="5779200"/>
                  <a:ext cx="159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01E18A-A6E2-9233-1F10-9B788EFE3D4D}"/>
                    </a:ext>
                  </a:extLst>
                </p14:cNvPr>
                <p14:cNvContentPartPr/>
                <p14:nvPr/>
              </p14:nvContentPartPr>
              <p14:xfrm>
                <a:off x="3575040" y="5822400"/>
                <a:ext cx="61920" cy="113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01E18A-A6E2-9233-1F10-9B788EFE3D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57040" y="5804760"/>
                  <a:ext cx="97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EB20256-3BF9-EE33-31DB-33F74C84CC9D}"/>
                    </a:ext>
                  </a:extLst>
                </p14:cNvPr>
                <p14:cNvContentPartPr/>
                <p14:nvPr/>
              </p14:nvContentPartPr>
              <p14:xfrm>
                <a:off x="3714360" y="5786400"/>
                <a:ext cx="127440" cy="161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EB20256-3BF9-EE33-31DB-33F74C84CC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96720" y="5768760"/>
                  <a:ext cx="16308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B1DA03F-4003-8951-6A80-515EA56B0B82}"/>
                  </a:ext>
                </a:extLst>
              </p14:cNvPr>
              <p14:cNvContentPartPr/>
              <p14:nvPr/>
            </p14:nvContentPartPr>
            <p14:xfrm>
              <a:off x="5443080" y="3629280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B1DA03F-4003-8951-6A80-515EA56B0B8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25440" y="361164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F7D7131-13FE-3B78-58BD-798EB8B2541D}"/>
                  </a:ext>
                </a:extLst>
              </p14:cNvPr>
              <p14:cNvContentPartPr/>
              <p14:nvPr/>
            </p14:nvContentPartPr>
            <p14:xfrm>
              <a:off x="7407240" y="3172800"/>
              <a:ext cx="297000" cy="3343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F7D7131-13FE-3B78-58BD-798EB8B2541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89600" y="3155160"/>
                <a:ext cx="332640" cy="337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9F0DDB0D-434F-3FCC-CA88-4AE91334D6E1}"/>
              </a:ext>
            </a:extLst>
          </p:cNvPr>
          <p:cNvGrpSpPr/>
          <p:nvPr/>
        </p:nvGrpSpPr>
        <p:grpSpPr>
          <a:xfrm>
            <a:off x="8221560" y="3160200"/>
            <a:ext cx="1266480" cy="3369600"/>
            <a:chOff x="8221560" y="3160200"/>
            <a:chExt cx="1266480" cy="336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ECE21A-223C-74D1-1790-268FF082DD0C}"/>
                    </a:ext>
                  </a:extLst>
                </p14:cNvPr>
                <p14:cNvContentPartPr/>
                <p14:nvPr/>
              </p14:nvContentPartPr>
              <p14:xfrm>
                <a:off x="8221560" y="3366120"/>
                <a:ext cx="95760" cy="275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ECE21A-223C-74D1-1790-268FF082DD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03560" y="3348480"/>
                  <a:ext cx="131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6D752A-3C5E-9DBE-E752-8480383596D9}"/>
                    </a:ext>
                  </a:extLst>
                </p14:cNvPr>
                <p14:cNvContentPartPr/>
                <p14:nvPr/>
              </p14:nvContentPartPr>
              <p14:xfrm>
                <a:off x="8306880" y="3409320"/>
                <a:ext cx="99720" cy="128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6D752A-3C5E-9DBE-E752-8480383596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88880" y="3391320"/>
                  <a:ext cx="135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A2C1E5-7F43-F654-4AE1-592267FB65C7}"/>
                    </a:ext>
                  </a:extLst>
                </p14:cNvPr>
                <p14:cNvContentPartPr/>
                <p14:nvPr/>
              </p14:nvContentPartPr>
              <p14:xfrm>
                <a:off x="8538720" y="3435600"/>
                <a:ext cx="145080" cy="120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A2C1E5-7F43-F654-4AE1-592267FB65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20720" y="3417600"/>
                  <a:ext cx="180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990A6E-2685-4ACD-14FF-12ECB99D34CF}"/>
                    </a:ext>
                  </a:extLst>
                </p14:cNvPr>
                <p14:cNvContentPartPr/>
                <p14:nvPr/>
              </p14:nvContentPartPr>
              <p14:xfrm>
                <a:off x="8794320" y="3383400"/>
                <a:ext cx="143280" cy="153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990A6E-2685-4ACD-14FF-12ECB99D34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76320" y="3365760"/>
                  <a:ext cx="178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C005C8-058F-6FAD-5D4D-AD2D8557B632}"/>
                    </a:ext>
                  </a:extLst>
                </p14:cNvPr>
                <p14:cNvContentPartPr/>
                <p14:nvPr/>
              </p14:nvContentPartPr>
              <p14:xfrm>
                <a:off x="9124080" y="3160200"/>
                <a:ext cx="363960" cy="3369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C005C8-058F-6FAD-5D4D-AD2D8557B6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06080" y="3142560"/>
                  <a:ext cx="399600" cy="340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A8D666-6962-A1E7-D6D6-1343612B0D3A}"/>
              </a:ext>
            </a:extLst>
          </p:cNvPr>
          <p:cNvGrpSpPr/>
          <p:nvPr/>
        </p:nvGrpSpPr>
        <p:grpSpPr>
          <a:xfrm>
            <a:off x="7622880" y="3826560"/>
            <a:ext cx="535320" cy="464400"/>
            <a:chOff x="7622880" y="3826560"/>
            <a:chExt cx="53532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70A5A4-9185-9079-7E2C-B9D68E9269A0}"/>
                    </a:ext>
                  </a:extLst>
                </p14:cNvPr>
                <p14:cNvContentPartPr/>
                <p14:nvPr/>
              </p14:nvContentPartPr>
              <p14:xfrm>
                <a:off x="7716120" y="3979920"/>
                <a:ext cx="199440" cy="243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70A5A4-9185-9079-7E2C-B9D68E9269A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98120" y="3961920"/>
                  <a:ext cx="235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76548D-6931-CB16-DF75-4AB6970F53EB}"/>
                    </a:ext>
                  </a:extLst>
                </p14:cNvPr>
                <p14:cNvContentPartPr/>
                <p14:nvPr/>
              </p14:nvContentPartPr>
              <p14:xfrm>
                <a:off x="7985760" y="3963720"/>
                <a:ext cx="52920" cy="133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76548D-6931-CB16-DF75-4AB6970F53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68120" y="3946080"/>
                  <a:ext cx="88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CB6D81-66EF-1196-CC5E-0A9E8918094A}"/>
                    </a:ext>
                  </a:extLst>
                </p14:cNvPr>
                <p14:cNvContentPartPr/>
                <p14:nvPr/>
              </p14:nvContentPartPr>
              <p14:xfrm>
                <a:off x="7622880" y="3942840"/>
                <a:ext cx="122760" cy="348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CB6D81-66EF-1196-CC5E-0A9E8918094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04880" y="3924840"/>
                  <a:ext cx="1584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E9C1AF9-862E-E896-464A-B520E6BF8D15}"/>
                    </a:ext>
                  </a:extLst>
                </p14:cNvPr>
                <p14:cNvContentPartPr/>
                <p14:nvPr/>
              </p14:nvContentPartPr>
              <p14:xfrm>
                <a:off x="7643040" y="3826560"/>
                <a:ext cx="515160" cy="453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E9C1AF9-862E-E896-464A-B520E6BF8D1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25040" y="3808920"/>
                  <a:ext cx="55080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BDEDCC-09CC-45B0-8E1E-896F69D62488}"/>
              </a:ext>
            </a:extLst>
          </p:cNvPr>
          <p:cNvGrpSpPr/>
          <p:nvPr/>
        </p:nvGrpSpPr>
        <p:grpSpPr>
          <a:xfrm>
            <a:off x="7787760" y="4848240"/>
            <a:ext cx="539280" cy="556920"/>
            <a:chOff x="7787760" y="4848240"/>
            <a:chExt cx="539280" cy="55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F99F46-115E-422E-B1DA-CF41CB413826}"/>
                    </a:ext>
                  </a:extLst>
                </p14:cNvPr>
                <p14:cNvContentPartPr/>
                <p14:nvPr/>
              </p14:nvContentPartPr>
              <p14:xfrm>
                <a:off x="7832760" y="5062080"/>
                <a:ext cx="29520" cy="226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F99F46-115E-422E-B1DA-CF41CB4138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15120" y="5044440"/>
                  <a:ext cx="65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4D9FE1-2A7E-D95E-AC65-643496C8F10F}"/>
                    </a:ext>
                  </a:extLst>
                </p14:cNvPr>
                <p14:cNvContentPartPr/>
                <p14:nvPr/>
              </p14:nvContentPartPr>
              <p14:xfrm>
                <a:off x="7854720" y="4992600"/>
                <a:ext cx="133920" cy="181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4D9FE1-2A7E-D95E-AC65-643496C8F1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36720" y="4974960"/>
                  <a:ext cx="169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D46A571-4096-A747-1FD9-8D125D3536EF}"/>
                    </a:ext>
                  </a:extLst>
                </p14:cNvPr>
                <p14:cNvContentPartPr/>
                <p14:nvPr/>
              </p14:nvContentPartPr>
              <p14:xfrm>
                <a:off x="8053800" y="5090160"/>
                <a:ext cx="151200" cy="63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D46A571-4096-A747-1FD9-8D125D3536E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35800" y="5072520"/>
                  <a:ext cx="186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28567E-1576-96D6-D4DA-51146A267464}"/>
                    </a:ext>
                  </a:extLst>
                </p14:cNvPr>
                <p14:cNvContentPartPr/>
                <p14:nvPr/>
              </p14:nvContentPartPr>
              <p14:xfrm>
                <a:off x="7787760" y="4848240"/>
                <a:ext cx="539280" cy="498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28567E-1576-96D6-D4DA-51146A2674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69760" y="4830240"/>
                  <a:ext cx="57492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420BDB-2814-6BCE-C21F-74DE7BFDAC95}"/>
                    </a:ext>
                  </a:extLst>
                </p14:cNvPr>
                <p14:cNvContentPartPr/>
                <p14:nvPr/>
              </p14:nvContentPartPr>
              <p14:xfrm>
                <a:off x="7800000" y="5080800"/>
                <a:ext cx="249840" cy="324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420BDB-2814-6BCE-C21F-74DE7BFDAC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82000" y="5062800"/>
                  <a:ext cx="28548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9ACF3C-8BED-26C9-6686-C89777BFFE01}"/>
              </a:ext>
            </a:extLst>
          </p:cNvPr>
          <p:cNvGrpSpPr/>
          <p:nvPr/>
        </p:nvGrpSpPr>
        <p:grpSpPr>
          <a:xfrm>
            <a:off x="7912680" y="6058560"/>
            <a:ext cx="658800" cy="609120"/>
            <a:chOff x="7912680" y="6058560"/>
            <a:chExt cx="65880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7A7DD0-721A-325A-0D27-8F8660E922FE}"/>
                    </a:ext>
                  </a:extLst>
                </p14:cNvPr>
                <p14:cNvContentPartPr/>
                <p14:nvPr/>
              </p14:nvContentPartPr>
              <p14:xfrm>
                <a:off x="7955520" y="6299760"/>
                <a:ext cx="2880" cy="1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7A7DD0-721A-325A-0D27-8F8660E922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37520" y="6281760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A51BE8-755B-BD57-15D4-09B28CE726F7}"/>
                    </a:ext>
                  </a:extLst>
                </p14:cNvPr>
                <p14:cNvContentPartPr/>
                <p14:nvPr/>
              </p14:nvContentPartPr>
              <p14:xfrm>
                <a:off x="8002680" y="6294720"/>
                <a:ext cx="38880" cy="21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A51BE8-755B-BD57-15D4-09B28CE726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5040" y="6277080"/>
                  <a:ext cx="74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AD7C8F-795C-4A39-13EA-67BC4AD93240}"/>
                    </a:ext>
                  </a:extLst>
                </p14:cNvPr>
                <p14:cNvContentPartPr/>
                <p14:nvPr/>
              </p14:nvContentPartPr>
              <p14:xfrm>
                <a:off x="8025360" y="6248280"/>
                <a:ext cx="129240" cy="144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AD7C8F-795C-4A39-13EA-67BC4AD932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07360" y="6230280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DC3A98-11D8-6DAC-1BB0-1D6A4A160566}"/>
                    </a:ext>
                  </a:extLst>
                </p14:cNvPr>
                <p14:cNvContentPartPr/>
                <p14:nvPr/>
              </p14:nvContentPartPr>
              <p14:xfrm>
                <a:off x="8271240" y="6290760"/>
                <a:ext cx="102240" cy="159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DC3A98-11D8-6DAC-1BB0-1D6A4A1605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53240" y="6273120"/>
                  <a:ext cx="137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0B44C7-14CB-D7BC-B448-601E74F55E1F}"/>
                    </a:ext>
                  </a:extLst>
                </p14:cNvPr>
                <p14:cNvContentPartPr/>
                <p14:nvPr/>
              </p14:nvContentPartPr>
              <p14:xfrm>
                <a:off x="7912680" y="6058560"/>
                <a:ext cx="658800" cy="609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0B44C7-14CB-D7BC-B448-601E74F55E1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94680" y="6040920"/>
                  <a:ext cx="6944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104D6FC-0A7A-5446-BF89-67501400C5E8}"/>
                    </a:ext>
                  </a:extLst>
                </p14:cNvPr>
                <p14:cNvContentPartPr/>
                <p14:nvPr/>
              </p14:nvContentPartPr>
              <p14:xfrm>
                <a:off x="7931760" y="6299040"/>
                <a:ext cx="70920" cy="311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104D6FC-0A7A-5446-BF89-67501400C5E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14120" y="6281400"/>
                  <a:ext cx="1065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BB2CCEA-4FDC-FC18-86E8-D72D93729FA3}"/>
              </a:ext>
            </a:extLst>
          </p:cNvPr>
          <p:cNvGrpSpPr/>
          <p:nvPr/>
        </p:nvGrpSpPr>
        <p:grpSpPr>
          <a:xfrm>
            <a:off x="8210400" y="4194480"/>
            <a:ext cx="973800" cy="375480"/>
            <a:chOff x="8210400" y="4194480"/>
            <a:chExt cx="97380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08507B-57D8-29EC-C1B3-C8DECD2E3107}"/>
                    </a:ext>
                  </a:extLst>
                </p14:cNvPr>
                <p14:cNvContentPartPr/>
                <p14:nvPr/>
              </p14:nvContentPartPr>
              <p14:xfrm>
                <a:off x="8210400" y="4380240"/>
                <a:ext cx="128520" cy="167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08507B-57D8-29EC-C1B3-C8DECD2E31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92760" y="4362240"/>
                  <a:ext cx="164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B47598D-1032-3964-0DDA-F38FE4517B08}"/>
                    </a:ext>
                  </a:extLst>
                </p14:cNvPr>
                <p14:cNvContentPartPr/>
                <p14:nvPr/>
              </p14:nvContentPartPr>
              <p14:xfrm>
                <a:off x="8229480" y="4289160"/>
                <a:ext cx="45360" cy="30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B47598D-1032-3964-0DDA-F38FE4517B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11840" y="4271160"/>
                  <a:ext cx="81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1CABC8-626C-512A-804A-37FEACE0D0AA}"/>
                    </a:ext>
                  </a:extLst>
                </p14:cNvPr>
                <p14:cNvContentPartPr/>
                <p14:nvPr/>
              </p14:nvContentPartPr>
              <p14:xfrm>
                <a:off x="8441880" y="4411200"/>
                <a:ext cx="82800" cy="158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1CABC8-626C-512A-804A-37FEACE0D0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24240" y="4393560"/>
                  <a:ext cx="118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DF0C31E-B5D0-DB82-4AF3-8704CD17A750}"/>
                    </a:ext>
                  </a:extLst>
                </p14:cNvPr>
                <p14:cNvContentPartPr/>
                <p14:nvPr/>
              </p14:nvContentPartPr>
              <p14:xfrm>
                <a:off x="8652480" y="4382400"/>
                <a:ext cx="41400" cy="23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DF0C31E-B5D0-DB82-4AF3-8704CD17A75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34840" y="4364760"/>
                  <a:ext cx="77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277515-0008-0C39-7225-C9154B922FCA}"/>
                    </a:ext>
                  </a:extLst>
                </p14:cNvPr>
                <p14:cNvContentPartPr/>
                <p14:nvPr/>
              </p14:nvContentPartPr>
              <p14:xfrm>
                <a:off x="8703240" y="4407600"/>
                <a:ext cx="60120" cy="45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277515-0008-0C39-7225-C9154B922F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85240" y="4389600"/>
                  <a:ext cx="95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59440B-C569-0DCD-2DCF-63E8660239D1}"/>
                    </a:ext>
                  </a:extLst>
                </p14:cNvPr>
                <p14:cNvContentPartPr/>
                <p14:nvPr/>
              </p14:nvContentPartPr>
              <p14:xfrm>
                <a:off x="8926800" y="4322280"/>
                <a:ext cx="114480" cy="132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59440B-C569-0DCD-2DCF-63E8660239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09160" y="4304280"/>
                  <a:ext cx="150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38B320-FA8B-F550-7FEC-00F99CB397FF}"/>
                    </a:ext>
                  </a:extLst>
                </p14:cNvPr>
                <p14:cNvContentPartPr/>
                <p14:nvPr/>
              </p14:nvContentPartPr>
              <p14:xfrm>
                <a:off x="8912040" y="4194480"/>
                <a:ext cx="28800" cy="16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38B320-FA8B-F550-7FEC-00F99CB397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94040" y="4176480"/>
                  <a:ext cx="64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D7D929-B3C5-D1BD-6232-24E487324016}"/>
                    </a:ext>
                  </a:extLst>
                </p14:cNvPr>
                <p14:cNvContentPartPr/>
                <p14:nvPr/>
              </p14:nvContentPartPr>
              <p14:xfrm>
                <a:off x="9130920" y="4374120"/>
                <a:ext cx="53280" cy="154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D7D929-B3C5-D1BD-6232-24E4873240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12920" y="4356480"/>
                  <a:ext cx="889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B00DADC-571D-6BB5-41BC-41C5E1487355}"/>
              </a:ext>
            </a:extLst>
          </p:cNvPr>
          <p:cNvGrpSpPr/>
          <p:nvPr/>
        </p:nvGrpSpPr>
        <p:grpSpPr>
          <a:xfrm>
            <a:off x="8297880" y="5248920"/>
            <a:ext cx="912960" cy="464040"/>
            <a:chOff x="8297880" y="5248920"/>
            <a:chExt cx="91296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DC5074-9626-3FCE-700A-35310D4DCCF5}"/>
                    </a:ext>
                  </a:extLst>
                </p14:cNvPr>
                <p14:cNvContentPartPr/>
                <p14:nvPr/>
              </p14:nvContentPartPr>
              <p14:xfrm>
                <a:off x="8297880" y="5561040"/>
                <a:ext cx="69480" cy="151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DC5074-9626-3FCE-700A-35310D4DCC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80240" y="5543400"/>
                  <a:ext cx="105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191DF7-1B7B-32C7-7CD2-BC59518F8820}"/>
                    </a:ext>
                  </a:extLst>
                </p14:cNvPr>
                <p14:cNvContentPartPr/>
                <p14:nvPr/>
              </p14:nvContentPartPr>
              <p14:xfrm>
                <a:off x="8308680" y="5437200"/>
                <a:ext cx="17280" cy="3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191DF7-1B7B-32C7-7CD2-BC59518F882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91040" y="5419560"/>
                  <a:ext cx="52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7DCD05B-367B-BFA7-E6B8-F1FAC68DCBFD}"/>
                    </a:ext>
                  </a:extLst>
                </p14:cNvPr>
                <p14:cNvContentPartPr/>
                <p14:nvPr/>
              </p14:nvContentPartPr>
              <p14:xfrm>
                <a:off x="8504160" y="5586600"/>
                <a:ext cx="32760" cy="9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7DCD05B-367B-BFA7-E6B8-F1FAC68DCBF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86160" y="5568960"/>
                  <a:ext cx="68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D6B3F2-2DBE-07F4-BEE8-670C7B92F597}"/>
                    </a:ext>
                  </a:extLst>
                </p14:cNvPr>
                <p14:cNvContentPartPr/>
                <p14:nvPr/>
              </p14:nvContentPartPr>
              <p14:xfrm>
                <a:off x="8640960" y="5519280"/>
                <a:ext cx="64440" cy="40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DD6B3F2-2DBE-07F4-BEE8-670C7B92F5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22960" y="5501280"/>
                  <a:ext cx="100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598D387-434C-6A10-96D2-5EE76696B5C6}"/>
                    </a:ext>
                  </a:extLst>
                </p14:cNvPr>
                <p14:cNvContentPartPr/>
                <p14:nvPr/>
              </p14:nvContentPartPr>
              <p14:xfrm>
                <a:off x="8709360" y="5556720"/>
                <a:ext cx="27360" cy="27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598D387-434C-6A10-96D2-5EE76696B5C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91720" y="5539080"/>
                  <a:ext cx="63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9972C2-404C-F115-7AB8-B6B81F5DA85A}"/>
                    </a:ext>
                  </a:extLst>
                </p14:cNvPr>
                <p14:cNvContentPartPr/>
                <p14:nvPr/>
              </p14:nvContentPartPr>
              <p14:xfrm>
                <a:off x="8899440" y="5408400"/>
                <a:ext cx="116280" cy="123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9972C2-404C-F115-7AB8-B6B81F5DA8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81440" y="5390400"/>
                  <a:ext cx="151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861DCA8-B885-522E-0084-9B73B9B27F0A}"/>
                    </a:ext>
                  </a:extLst>
                </p14:cNvPr>
                <p14:cNvContentPartPr/>
                <p14:nvPr/>
              </p14:nvContentPartPr>
              <p14:xfrm>
                <a:off x="8923560" y="5248920"/>
                <a:ext cx="19800" cy="8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861DCA8-B885-522E-0084-9B73B9B27F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05920" y="5230920"/>
                  <a:ext cx="55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46BF13-8F92-D9A4-2BEE-CE4523872F67}"/>
                    </a:ext>
                  </a:extLst>
                </p14:cNvPr>
                <p14:cNvContentPartPr/>
                <p14:nvPr/>
              </p14:nvContentPartPr>
              <p14:xfrm>
                <a:off x="9081600" y="5413080"/>
                <a:ext cx="129240" cy="110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46BF13-8F92-D9A4-2BEE-CE4523872F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63600" y="5395080"/>
                  <a:ext cx="16488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EE037C0-FDC2-F80C-4E4B-68DCEFD1E60C}"/>
              </a:ext>
            </a:extLst>
          </p:cNvPr>
          <p:cNvGrpSpPr/>
          <p:nvPr/>
        </p:nvGrpSpPr>
        <p:grpSpPr>
          <a:xfrm>
            <a:off x="8711160" y="6318480"/>
            <a:ext cx="722160" cy="413640"/>
            <a:chOff x="8711160" y="6318480"/>
            <a:chExt cx="72216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CC8AEA-DBD7-9DA9-A4AB-1C2BCD5F6AC5}"/>
                    </a:ext>
                  </a:extLst>
                </p14:cNvPr>
                <p14:cNvContentPartPr/>
                <p14:nvPr/>
              </p14:nvContentPartPr>
              <p14:xfrm>
                <a:off x="8734560" y="6594240"/>
                <a:ext cx="88920" cy="137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CC8AEA-DBD7-9DA9-A4AB-1C2BCD5F6AC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16920" y="6576600"/>
                  <a:ext cx="124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206A5A-91AF-BCB6-1A4B-1EA7195E93A8}"/>
                    </a:ext>
                  </a:extLst>
                </p14:cNvPr>
                <p14:cNvContentPartPr/>
                <p14:nvPr/>
              </p14:nvContentPartPr>
              <p14:xfrm>
                <a:off x="8711160" y="6465720"/>
                <a:ext cx="24840" cy="21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206A5A-91AF-BCB6-1A4B-1EA7195E93A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93160" y="6447720"/>
                  <a:ext cx="60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3EC6BE-DD66-4D5C-95DA-CA5CA15A7F55}"/>
                    </a:ext>
                  </a:extLst>
                </p14:cNvPr>
                <p14:cNvContentPartPr/>
                <p14:nvPr/>
              </p14:nvContentPartPr>
              <p14:xfrm>
                <a:off x="8880360" y="6600360"/>
                <a:ext cx="114120" cy="95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3EC6BE-DD66-4D5C-95DA-CA5CA15A7F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62720" y="6582720"/>
                  <a:ext cx="149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31180B1-F396-2211-FBA1-ABB923E4E2C3}"/>
                    </a:ext>
                  </a:extLst>
                </p14:cNvPr>
                <p14:cNvContentPartPr/>
                <p14:nvPr/>
              </p14:nvContentPartPr>
              <p14:xfrm>
                <a:off x="9054960" y="6517200"/>
                <a:ext cx="27000" cy="17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31180B1-F396-2211-FBA1-ABB923E4E2C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36960" y="6499200"/>
                  <a:ext cx="62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6A5792-245D-F48F-541E-669A3A1A67F8}"/>
                    </a:ext>
                  </a:extLst>
                </p14:cNvPr>
                <p14:cNvContentPartPr/>
                <p14:nvPr/>
              </p14:nvContentPartPr>
              <p14:xfrm>
                <a:off x="9079080" y="6560400"/>
                <a:ext cx="32760" cy="2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6A5792-245D-F48F-541E-669A3A1A67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61440" y="6542760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E208202-50C3-F473-4C37-DCACE242BC5C}"/>
                    </a:ext>
                  </a:extLst>
                </p14:cNvPr>
                <p14:cNvContentPartPr/>
                <p14:nvPr/>
              </p14:nvContentPartPr>
              <p14:xfrm>
                <a:off x="9237480" y="6421080"/>
                <a:ext cx="34200" cy="14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E208202-50C3-F473-4C37-DCACE242BC5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19840" y="6403440"/>
                  <a:ext cx="69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C601F22-42DE-1D03-B6C4-F6DDFEEEAA87}"/>
                    </a:ext>
                  </a:extLst>
                </p14:cNvPr>
                <p14:cNvContentPartPr/>
                <p14:nvPr/>
              </p14:nvContentPartPr>
              <p14:xfrm>
                <a:off x="9220920" y="6318480"/>
                <a:ext cx="18360" cy="28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C601F22-42DE-1D03-B6C4-F6DDFEEEAA8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02920" y="6300840"/>
                  <a:ext cx="54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342B83-50DD-D52C-E2A2-5EF73A697EDB}"/>
                    </a:ext>
                  </a:extLst>
                </p14:cNvPr>
                <p14:cNvContentPartPr/>
                <p14:nvPr/>
              </p14:nvContentPartPr>
              <p14:xfrm>
                <a:off x="9366000" y="6543840"/>
                <a:ext cx="67320" cy="154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342B83-50DD-D52C-E2A2-5EF73A697ED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48000" y="6526200"/>
                  <a:ext cx="1029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0B1EDAF-BEA1-A5D2-217F-8E6F644D0EE3}"/>
                  </a:ext>
                </a:extLst>
              </p14:cNvPr>
              <p14:cNvContentPartPr/>
              <p14:nvPr/>
            </p14:nvContentPartPr>
            <p14:xfrm>
              <a:off x="2175000" y="4043280"/>
              <a:ext cx="1180080" cy="12819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0B1EDAF-BEA1-A5D2-217F-8E6F644D0EE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157360" y="4025640"/>
                <a:ext cx="1215720" cy="13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BED2AE8-907F-8888-35E4-FEB25B3472F8}"/>
                  </a:ext>
                </a:extLst>
              </p14:cNvPr>
              <p14:cNvContentPartPr/>
              <p14:nvPr/>
            </p14:nvContentPartPr>
            <p14:xfrm>
              <a:off x="3609600" y="4626840"/>
              <a:ext cx="871560" cy="10774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BED2AE8-907F-8888-35E4-FEB25B3472F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591960" y="4608840"/>
                <a:ext cx="907200" cy="11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4A99A7F-1CF9-7318-E06F-B7C28FD16242}"/>
              </a:ext>
            </a:extLst>
          </p:cNvPr>
          <p:cNvGrpSpPr/>
          <p:nvPr/>
        </p:nvGrpSpPr>
        <p:grpSpPr>
          <a:xfrm>
            <a:off x="2804640" y="2703720"/>
            <a:ext cx="8265240" cy="1481400"/>
            <a:chOff x="2804640" y="2703720"/>
            <a:chExt cx="8265240" cy="148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DB4DB9-6DE3-6B9D-6F06-8B319A48106B}"/>
                    </a:ext>
                  </a:extLst>
                </p14:cNvPr>
                <p14:cNvContentPartPr/>
                <p14:nvPr/>
              </p14:nvContentPartPr>
              <p14:xfrm>
                <a:off x="2804640" y="2703720"/>
                <a:ext cx="7526880" cy="1481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DB4DB9-6DE3-6B9D-6F06-8B319A48106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87000" y="2685720"/>
                  <a:ext cx="7562520" cy="15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A1D95E-8DD4-BA94-763D-05FFC7A633DD}"/>
                    </a:ext>
                  </a:extLst>
                </p14:cNvPr>
                <p14:cNvContentPartPr/>
                <p14:nvPr/>
              </p14:nvContentPartPr>
              <p14:xfrm>
                <a:off x="10247640" y="3688680"/>
                <a:ext cx="195840" cy="195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A1D95E-8DD4-BA94-763D-05FFC7A633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30000" y="3671040"/>
                  <a:ext cx="231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FAFBD5B-4B17-EE69-19FF-23BF0E9521EF}"/>
                    </a:ext>
                  </a:extLst>
                </p14:cNvPr>
                <p14:cNvContentPartPr/>
                <p14:nvPr/>
              </p14:nvContentPartPr>
              <p14:xfrm>
                <a:off x="10098240" y="3127440"/>
                <a:ext cx="196920" cy="242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FAFBD5B-4B17-EE69-19FF-23BF0E9521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80240" y="3109800"/>
                  <a:ext cx="2325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D87A96-2F74-E6F1-5A38-4AC803CEBDE6}"/>
                    </a:ext>
                  </a:extLst>
                </p14:cNvPr>
                <p14:cNvContentPartPr/>
                <p14:nvPr/>
              </p14:nvContentPartPr>
              <p14:xfrm>
                <a:off x="10358520" y="3125280"/>
                <a:ext cx="195840" cy="192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D87A96-2F74-E6F1-5A38-4AC803CEBDE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40880" y="3107640"/>
                  <a:ext cx="231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7989E8C-4D2D-A177-F89B-2875B6DFB00F}"/>
                    </a:ext>
                  </a:extLst>
                </p14:cNvPr>
                <p14:cNvContentPartPr/>
                <p14:nvPr/>
              </p14:nvContentPartPr>
              <p14:xfrm>
                <a:off x="10627080" y="3202680"/>
                <a:ext cx="246600" cy="82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7989E8C-4D2D-A177-F89B-2875B6DFB00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09440" y="3185040"/>
                  <a:ext cx="282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9AC7B3-247A-719F-76D9-9A755488E513}"/>
                    </a:ext>
                  </a:extLst>
                </p14:cNvPr>
                <p14:cNvContentPartPr/>
                <p14:nvPr/>
              </p14:nvContentPartPr>
              <p14:xfrm>
                <a:off x="10878000" y="2980200"/>
                <a:ext cx="20160" cy="79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9AC7B3-247A-719F-76D9-9A755488E51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60000" y="2962560"/>
                  <a:ext cx="55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5391B0-2770-DF1F-98FF-1FEF46137345}"/>
                    </a:ext>
                  </a:extLst>
                </p14:cNvPr>
                <p14:cNvContentPartPr/>
                <p14:nvPr/>
              </p14:nvContentPartPr>
              <p14:xfrm>
                <a:off x="11018400" y="3185400"/>
                <a:ext cx="51480" cy="106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5391B0-2770-DF1F-98FF-1FEF4613734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00760" y="3167760"/>
                  <a:ext cx="871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C3759E1-F24C-B0FE-29F4-C443F4C1784F}"/>
              </a:ext>
            </a:extLst>
          </p:cNvPr>
          <p:cNvGrpSpPr/>
          <p:nvPr/>
        </p:nvGrpSpPr>
        <p:grpSpPr>
          <a:xfrm>
            <a:off x="11308920" y="3067320"/>
            <a:ext cx="476640" cy="240120"/>
            <a:chOff x="11308920" y="3067320"/>
            <a:chExt cx="47664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BAEF82-4198-5360-D2E9-F1C57574A017}"/>
                    </a:ext>
                  </a:extLst>
                </p14:cNvPr>
                <p14:cNvContentPartPr/>
                <p14:nvPr/>
              </p14:nvContentPartPr>
              <p14:xfrm>
                <a:off x="11308920" y="3067320"/>
                <a:ext cx="39960" cy="208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BAEF82-4198-5360-D2E9-F1C57574A0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90920" y="3049320"/>
                  <a:ext cx="75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DE28325-7CDA-C948-B62C-28F097C752EA}"/>
                    </a:ext>
                  </a:extLst>
                </p14:cNvPr>
                <p14:cNvContentPartPr/>
                <p14:nvPr/>
              </p14:nvContentPartPr>
              <p14:xfrm>
                <a:off x="11439600" y="3211680"/>
                <a:ext cx="104040" cy="95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DE28325-7CDA-C948-B62C-28F097C752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21600" y="3194040"/>
                  <a:ext cx="139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17C4997-F2C4-FB2D-A1BF-B04785061CAF}"/>
                    </a:ext>
                  </a:extLst>
                </p14:cNvPr>
                <p14:cNvContentPartPr/>
                <p14:nvPr/>
              </p14:nvContentPartPr>
              <p14:xfrm>
                <a:off x="11614920" y="3178920"/>
                <a:ext cx="170640" cy="101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17C4997-F2C4-FB2D-A1BF-B04785061CA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96920" y="3160920"/>
                  <a:ext cx="2062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353F2F9-A655-C597-CF6E-B3FC203E35A8}"/>
              </a:ext>
            </a:extLst>
          </p:cNvPr>
          <p:cNvGrpSpPr/>
          <p:nvPr/>
        </p:nvGrpSpPr>
        <p:grpSpPr>
          <a:xfrm>
            <a:off x="9693960" y="4013760"/>
            <a:ext cx="1957680" cy="1007640"/>
            <a:chOff x="9693960" y="4013760"/>
            <a:chExt cx="1957680" cy="10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6464D56-BFE2-0243-5BF7-796865DB6DF5}"/>
                    </a:ext>
                  </a:extLst>
                </p14:cNvPr>
                <p14:cNvContentPartPr/>
                <p14:nvPr/>
              </p14:nvContentPartPr>
              <p14:xfrm>
                <a:off x="9693960" y="4125000"/>
                <a:ext cx="203400" cy="243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6464D56-BFE2-0243-5BF7-796865DB6D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75960" y="4107000"/>
                  <a:ext cx="2390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A64B0B3-0652-BC10-F680-93114D20DD15}"/>
                    </a:ext>
                  </a:extLst>
                </p14:cNvPr>
                <p14:cNvContentPartPr/>
                <p14:nvPr/>
              </p14:nvContentPartPr>
              <p14:xfrm>
                <a:off x="9985560" y="4336320"/>
                <a:ext cx="51120" cy="208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A64B0B3-0652-BC10-F680-93114D20DD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67560" y="4318320"/>
                  <a:ext cx="86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99CC0D-CBE6-41AE-972A-D5773429A74A}"/>
                    </a:ext>
                  </a:extLst>
                </p14:cNvPr>
                <p14:cNvContentPartPr/>
                <p14:nvPr/>
              </p14:nvContentPartPr>
              <p14:xfrm>
                <a:off x="9998880" y="4305360"/>
                <a:ext cx="136080" cy="14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99CC0D-CBE6-41AE-972A-D5773429A7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80880" y="4287720"/>
                  <a:ext cx="171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962A63-DDA9-2B44-A93F-BE188B31052D}"/>
                    </a:ext>
                  </a:extLst>
                </p14:cNvPr>
                <p14:cNvContentPartPr/>
                <p14:nvPr/>
              </p14:nvContentPartPr>
              <p14:xfrm>
                <a:off x="10231800" y="4333440"/>
                <a:ext cx="15840" cy="7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962A63-DDA9-2B44-A93F-BE188B31052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214160" y="4315440"/>
                  <a:ext cx="51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BA913AA-F35F-3A58-2726-137B46F47778}"/>
                    </a:ext>
                  </a:extLst>
                </p14:cNvPr>
                <p14:cNvContentPartPr/>
                <p14:nvPr/>
              </p14:nvContentPartPr>
              <p14:xfrm>
                <a:off x="10258440" y="4311120"/>
                <a:ext cx="40320" cy="182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BA913AA-F35F-3A58-2726-137B46F4777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40440" y="4293120"/>
                  <a:ext cx="75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1E8D486-1BB8-6C4E-B9AF-0F76DD1479E1}"/>
                    </a:ext>
                  </a:extLst>
                </p14:cNvPr>
                <p14:cNvContentPartPr/>
                <p14:nvPr/>
              </p14:nvContentPartPr>
              <p14:xfrm>
                <a:off x="10437720" y="4251000"/>
                <a:ext cx="52920" cy="24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1E8D486-1BB8-6C4E-B9AF-0F76DD1479E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19720" y="4233000"/>
                  <a:ext cx="88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BF646B1-F4E3-65EF-DA72-F3145CF66CEA}"/>
                    </a:ext>
                  </a:extLst>
                </p14:cNvPr>
                <p14:cNvContentPartPr/>
                <p14:nvPr/>
              </p14:nvContentPartPr>
              <p14:xfrm>
                <a:off x="10505760" y="4290960"/>
                <a:ext cx="46800" cy="17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BF646B1-F4E3-65EF-DA72-F3145CF66CE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487760" y="4272960"/>
                  <a:ext cx="82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FC798E-1747-A2DA-90B1-E3751CF66176}"/>
                    </a:ext>
                  </a:extLst>
                </p14:cNvPr>
                <p14:cNvContentPartPr/>
                <p14:nvPr/>
              </p14:nvContentPartPr>
              <p14:xfrm>
                <a:off x="10826160" y="4147680"/>
                <a:ext cx="41400" cy="171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FC798E-1747-A2DA-90B1-E3751CF6617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808160" y="4129680"/>
                  <a:ext cx="77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1ECE1DB-8BC9-0CB0-1AE4-BDB9846C6342}"/>
                    </a:ext>
                  </a:extLst>
                </p14:cNvPr>
                <p14:cNvContentPartPr/>
                <p14:nvPr/>
              </p14:nvContentPartPr>
              <p14:xfrm>
                <a:off x="10796280" y="4013760"/>
                <a:ext cx="21960" cy="7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1ECE1DB-8BC9-0CB0-1AE4-BDB9846C634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778640" y="3995760"/>
                  <a:ext cx="57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C8B010-975D-8622-4AB1-0D06E32225AA}"/>
                    </a:ext>
                  </a:extLst>
                </p14:cNvPr>
                <p14:cNvContentPartPr/>
                <p14:nvPr/>
              </p14:nvContentPartPr>
              <p14:xfrm>
                <a:off x="11003640" y="4260720"/>
                <a:ext cx="16200" cy="118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C8B010-975D-8622-4AB1-0D06E32225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86000" y="4242720"/>
                  <a:ext cx="51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04DC056-009F-06F2-8912-844E0F1AFAC3}"/>
                    </a:ext>
                  </a:extLst>
                </p14:cNvPr>
                <p14:cNvContentPartPr/>
                <p14:nvPr/>
              </p14:nvContentPartPr>
              <p14:xfrm>
                <a:off x="11212080" y="4219320"/>
                <a:ext cx="8640" cy="1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04DC056-009F-06F2-8912-844E0F1AFAC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194080" y="4201680"/>
                  <a:ext cx="4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1B7E56D-6917-E0BF-200D-68F4F31E502D}"/>
                    </a:ext>
                  </a:extLst>
                </p14:cNvPr>
                <p14:cNvContentPartPr/>
                <p14:nvPr/>
              </p14:nvContentPartPr>
              <p14:xfrm>
                <a:off x="11361480" y="4104120"/>
                <a:ext cx="47160" cy="167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1B7E56D-6917-E0BF-200D-68F4F31E502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343480" y="4086480"/>
                  <a:ext cx="82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8F4DB6D-141E-B204-80CD-23308DC30124}"/>
                    </a:ext>
                  </a:extLst>
                </p14:cNvPr>
                <p14:cNvContentPartPr/>
                <p14:nvPr/>
              </p14:nvContentPartPr>
              <p14:xfrm>
                <a:off x="11394240" y="4030680"/>
                <a:ext cx="135360" cy="165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8F4DB6D-141E-B204-80CD-23308DC30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376240" y="4012680"/>
                  <a:ext cx="171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9126FD-CA8B-317A-3673-393252F21EA3}"/>
                    </a:ext>
                  </a:extLst>
                </p14:cNvPr>
                <p14:cNvContentPartPr/>
                <p14:nvPr/>
              </p14:nvContentPartPr>
              <p14:xfrm>
                <a:off x="11612400" y="4170360"/>
                <a:ext cx="39240" cy="129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9126FD-CA8B-317A-3673-393252F21E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594400" y="4152720"/>
                  <a:ext cx="74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EA394C3-03AE-F7BB-9CC1-043EDA78C010}"/>
                    </a:ext>
                  </a:extLst>
                </p14:cNvPr>
                <p14:cNvContentPartPr/>
                <p14:nvPr/>
              </p14:nvContentPartPr>
              <p14:xfrm>
                <a:off x="9703320" y="4819440"/>
                <a:ext cx="200880" cy="169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EA394C3-03AE-F7BB-9CC1-043EDA78C0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685680" y="4801800"/>
                  <a:ext cx="236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08E480-C519-E6E3-F463-67ABC548DB84}"/>
                    </a:ext>
                  </a:extLst>
                </p14:cNvPr>
                <p14:cNvContentPartPr/>
                <p14:nvPr/>
              </p14:nvContentPartPr>
              <p14:xfrm>
                <a:off x="10032360" y="4923480"/>
                <a:ext cx="26280" cy="97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08E480-C519-E6E3-F463-67ABC548DB8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14360" y="4905480"/>
                  <a:ext cx="61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434E7C-D39E-63A9-5F72-CCCACC83F08D}"/>
                    </a:ext>
                  </a:extLst>
                </p14:cNvPr>
                <p14:cNvContentPartPr/>
                <p14:nvPr/>
              </p14:nvContentPartPr>
              <p14:xfrm>
                <a:off x="10194720" y="4867320"/>
                <a:ext cx="135360" cy="29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434E7C-D39E-63A9-5F72-CCCACC83F08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76720" y="4849680"/>
                  <a:ext cx="171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784C96-2096-B5B2-60B4-BB1249C27BE4}"/>
                    </a:ext>
                  </a:extLst>
                </p14:cNvPr>
                <p14:cNvContentPartPr/>
                <p14:nvPr/>
              </p14:nvContentPartPr>
              <p14:xfrm>
                <a:off x="10400640" y="4733760"/>
                <a:ext cx="168120" cy="110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784C96-2096-B5B2-60B4-BB1249C27BE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82640" y="4715760"/>
                  <a:ext cx="203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A96BA2D-55F9-B63F-70B9-203823C1A76E}"/>
                    </a:ext>
                  </a:extLst>
                </p14:cNvPr>
                <p14:cNvContentPartPr/>
                <p14:nvPr/>
              </p14:nvContentPartPr>
              <p14:xfrm>
                <a:off x="10631760" y="4803960"/>
                <a:ext cx="104400" cy="99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A96BA2D-55F9-B63F-70B9-203823C1A7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14120" y="4785960"/>
                  <a:ext cx="140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95A4C86-3C9D-7A7A-DEC3-A045D119963F}"/>
                    </a:ext>
                  </a:extLst>
                </p14:cNvPr>
                <p14:cNvContentPartPr/>
                <p14:nvPr/>
              </p14:nvContentPartPr>
              <p14:xfrm>
                <a:off x="10844880" y="4772640"/>
                <a:ext cx="58320" cy="10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95A4C86-3C9D-7A7A-DEC3-A045D11996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27240" y="4754640"/>
                  <a:ext cx="93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5CF387-CEA9-85FF-5147-FEC2A488E871}"/>
                    </a:ext>
                  </a:extLst>
                </p14:cNvPr>
                <p14:cNvContentPartPr/>
                <p14:nvPr/>
              </p14:nvContentPartPr>
              <p14:xfrm>
                <a:off x="10896720" y="4809000"/>
                <a:ext cx="65880" cy="20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5CF387-CEA9-85FF-5147-FEC2A488E87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878720" y="4791360"/>
                  <a:ext cx="101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FEE1A2-0408-9C47-636F-9ABE6F2CDACA}"/>
                    </a:ext>
                  </a:extLst>
                </p14:cNvPr>
                <p14:cNvContentPartPr/>
                <p14:nvPr/>
              </p14:nvContentPartPr>
              <p14:xfrm>
                <a:off x="11116680" y="4708560"/>
                <a:ext cx="70560" cy="142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FEE1A2-0408-9C47-636F-9ABE6F2CDA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099040" y="4690560"/>
                  <a:ext cx="106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B612A20-85A5-2783-E50F-62D9EE12EA69}"/>
                    </a:ext>
                  </a:extLst>
                </p14:cNvPr>
                <p14:cNvContentPartPr/>
                <p14:nvPr/>
              </p14:nvContentPartPr>
              <p14:xfrm>
                <a:off x="11117040" y="4566720"/>
                <a:ext cx="12240" cy="20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B612A20-85A5-2783-E50F-62D9EE12EA6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099040" y="4548720"/>
                  <a:ext cx="47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276972E-7640-2692-2EF9-7DA2A8668D27}"/>
                    </a:ext>
                  </a:extLst>
                </p14:cNvPr>
                <p14:cNvContentPartPr/>
                <p14:nvPr/>
              </p14:nvContentPartPr>
              <p14:xfrm>
                <a:off x="11334840" y="4744920"/>
                <a:ext cx="17280" cy="115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276972E-7640-2692-2EF9-7DA2A8668D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317200" y="4727280"/>
                  <a:ext cx="52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1E65D55-D8B0-DA80-8DC0-2575D4FEA66F}"/>
                    </a:ext>
                  </a:extLst>
                </p14:cNvPr>
                <p14:cNvContentPartPr/>
                <p14:nvPr/>
              </p14:nvContentPartPr>
              <p14:xfrm>
                <a:off x="11457600" y="4695960"/>
                <a:ext cx="41760" cy="170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1E65D55-D8B0-DA80-8DC0-2575D4FEA66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439960" y="4677960"/>
                  <a:ext cx="77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CE11F62-A920-D1C1-278C-2186EEF51BF5}"/>
                    </a:ext>
                  </a:extLst>
                </p14:cNvPr>
                <p14:cNvContentPartPr/>
                <p14:nvPr/>
              </p14:nvContentPartPr>
              <p14:xfrm>
                <a:off x="11481000" y="4637280"/>
                <a:ext cx="124560" cy="135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CE11F62-A920-D1C1-278C-2186EEF51BF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463000" y="4619640"/>
                  <a:ext cx="1602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3E15BE8-A45A-3301-1BC4-68892AF6044F}"/>
              </a:ext>
            </a:extLst>
          </p:cNvPr>
          <p:cNvGrpSpPr/>
          <p:nvPr/>
        </p:nvGrpSpPr>
        <p:grpSpPr>
          <a:xfrm>
            <a:off x="11754600" y="4684800"/>
            <a:ext cx="132840" cy="239760"/>
            <a:chOff x="11754600" y="4684800"/>
            <a:chExt cx="13284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841E943-E12C-2925-B6FE-65AD582A1D16}"/>
                    </a:ext>
                  </a:extLst>
                </p14:cNvPr>
                <p14:cNvContentPartPr/>
                <p14:nvPr/>
              </p14:nvContentPartPr>
              <p14:xfrm>
                <a:off x="11754600" y="4684800"/>
                <a:ext cx="86040" cy="239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841E943-E12C-2925-B6FE-65AD582A1D1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736600" y="4667160"/>
                  <a:ext cx="1216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5536CF-5C24-B4D5-E16A-EC2130DA116B}"/>
                    </a:ext>
                  </a:extLst>
                </p14:cNvPr>
                <p14:cNvContentPartPr/>
                <p14:nvPr/>
              </p14:nvContentPartPr>
              <p14:xfrm>
                <a:off x="11826240" y="4886040"/>
                <a:ext cx="61200" cy="37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5536CF-5C24-B4D5-E16A-EC2130DA11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808240" y="4868400"/>
                  <a:ext cx="9684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B351303-752F-69E2-371D-B5635499E34F}"/>
              </a:ext>
            </a:extLst>
          </p:cNvPr>
          <p:cNvGrpSpPr/>
          <p:nvPr/>
        </p:nvGrpSpPr>
        <p:grpSpPr>
          <a:xfrm>
            <a:off x="4263000" y="5231280"/>
            <a:ext cx="5702040" cy="588600"/>
            <a:chOff x="4263000" y="5231280"/>
            <a:chExt cx="5702040" cy="58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ED9BB7-C153-E5D0-9871-5F1CEF93D8F9}"/>
                    </a:ext>
                  </a:extLst>
                </p14:cNvPr>
                <p14:cNvContentPartPr/>
                <p14:nvPr/>
              </p14:nvContentPartPr>
              <p14:xfrm>
                <a:off x="4263000" y="5231280"/>
                <a:ext cx="5702040" cy="576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ED9BB7-C153-E5D0-9871-5F1CEF93D8F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45360" y="5213640"/>
                  <a:ext cx="573768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E23495-44ED-34CC-153A-EECB2575B0F9}"/>
                    </a:ext>
                  </a:extLst>
                </p14:cNvPr>
                <p14:cNvContentPartPr/>
                <p14:nvPr/>
              </p14:nvContentPartPr>
              <p14:xfrm>
                <a:off x="9871800" y="5548440"/>
                <a:ext cx="92880" cy="271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E23495-44ED-34CC-153A-EECB2575B0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53800" y="5530440"/>
                  <a:ext cx="12852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18C8B7F-DE71-DF66-A3A1-DE471423F69B}"/>
              </a:ext>
            </a:extLst>
          </p:cNvPr>
          <p:cNvGrpSpPr/>
          <p:nvPr/>
        </p:nvGrpSpPr>
        <p:grpSpPr>
          <a:xfrm>
            <a:off x="10134240" y="5194200"/>
            <a:ext cx="706320" cy="369000"/>
            <a:chOff x="10134240" y="5194200"/>
            <a:chExt cx="70632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A04F19-6E56-327E-E9C9-48E2508D0FE2}"/>
                    </a:ext>
                  </a:extLst>
                </p14:cNvPr>
                <p14:cNvContentPartPr/>
                <p14:nvPr/>
              </p14:nvContentPartPr>
              <p14:xfrm>
                <a:off x="10134240" y="5194200"/>
                <a:ext cx="276120" cy="259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A04F19-6E56-327E-E9C9-48E2508D0FE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16600" y="5176560"/>
                  <a:ext cx="3117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37F869-718A-0A62-D6E8-2001C4AC750D}"/>
                    </a:ext>
                  </a:extLst>
                </p14:cNvPr>
                <p14:cNvContentPartPr/>
                <p14:nvPr/>
              </p14:nvContentPartPr>
              <p14:xfrm>
                <a:off x="10515840" y="5408400"/>
                <a:ext cx="29160" cy="154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37F869-718A-0A62-D6E8-2001C4AC75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97840" y="5390400"/>
                  <a:ext cx="64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86B2303-25AA-079E-147D-E0E8465EF447}"/>
                    </a:ext>
                  </a:extLst>
                </p14:cNvPr>
                <p14:cNvContentPartPr/>
                <p14:nvPr/>
              </p14:nvContentPartPr>
              <p14:xfrm>
                <a:off x="10512240" y="5339280"/>
                <a:ext cx="149400" cy="124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86B2303-25AA-079E-147D-E0E8465EF44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94240" y="5321640"/>
                  <a:ext cx="185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3B1A9F-D450-1293-4635-E8FD8E5EF622}"/>
                    </a:ext>
                  </a:extLst>
                </p14:cNvPr>
                <p14:cNvContentPartPr/>
                <p14:nvPr/>
              </p14:nvContentPartPr>
              <p14:xfrm>
                <a:off x="10735440" y="5405520"/>
                <a:ext cx="105120" cy="108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3B1A9F-D450-1293-4635-E8FD8E5EF62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17800" y="5387520"/>
                  <a:ext cx="140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7BAE632-F26F-DF5E-A92F-BCB7A8D97E46}"/>
              </a:ext>
            </a:extLst>
          </p:cNvPr>
          <p:cNvGrpSpPr/>
          <p:nvPr/>
        </p:nvGrpSpPr>
        <p:grpSpPr>
          <a:xfrm>
            <a:off x="11017680" y="5384640"/>
            <a:ext cx="55080" cy="78120"/>
            <a:chOff x="11017680" y="5384640"/>
            <a:chExt cx="5508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EBF07E1-507D-8D23-0A50-FD0EC0A8868C}"/>
                    </a:ext>
                  </a:extLst>
                </p14:cNvPr>
                <p14:cNvContentPartPr/>
                <p14:nvPr/>
              </p14:nvContentPartPr>
              <p14:xfrm>
                <a:off x="11017680" y="5384640"/>
                <a:ext cx="30240" cy="5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EBF07E1-507D-8D23-0A50-FD0EC0A886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00040" y="5367000"/>
                  <a:ext cx="65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B9FB0F8-481F-063A-AB0B-B677A855E881}"/>
                    </a:ext>
                  </a:extLst>
                </p14:cNvPr>
                <p14:cNvContentPartPr/>
                <p14:nvPr/>
              </p14:nvContentPartPr>
              <p14:xfrm>
                <a:off x="11023800" y="5440080"/>
                <a:ext cx="48960" cy="22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B9FB0F8-481F-063A-AB0B-B677A855E88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006160" y="5422440"/>
                  <a:ext cx="8460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76C05ED-5876-7063-BD59-DFCC6A1DDB02}"/>
              </a:ext>
            </a:extLst>
          </p:cNvPr>
          <p:cNvGrpSpPr/>
          <p:nvPr/>
        </p:nvGrpSpPr>
        <p:grpSpPr>
          <a:xfrm>
            <a:off x="11256720" y="5187000"/>
            <a:ext cx="729000" cy="310680"/>
            <a:chOff x="11256720" y="5187000"/>
            <a:chExt cx="72900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AD2FCCE-DE37-93CA-AD94-FF16EC4CD10B}"/>
                    </a:ext>
                  </a:extLst>
                </p14:cNvPr>
                <p14:cNvContentPartPr/>
                <p14:nvPr/>
              </p14:nvContentPartPr>
              <p14:xfrm>
                <a:off x="11256720" y="5295000"/>
                <a:ext cx="65160" cy="174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AD2FCCE-DE37-93CA-AD94-FF16EC4CD10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239080" y="5277360"/>
                  <a:ext cx="100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44141B5-60EB-F615-3B22-34A72167DA13}"/>
                    </a:ext>
                  </a:extLst>
                </p14:cNvPr>
                <p14:cNvContentPartPr/>
                <p14:nvPr/>
              </p14:nvContentPartPr>
              <p14:xfrm>
                <a:off x="11266440" y="5187000"/>
                <a:ext cx="29160" cy="33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44141B5-60EB-F615-3B22-34A72167DA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248440" y="5169000"/>
                  <a:ext cx="64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F6E9FB-6C5E-AF49-B797-A356BAC983FC}"/>
                    </a:ext>
                  </a:extLst>
                </p14:cNvPr>
                <p14:cNvContentPartPr/>
                <p14:nvPr/>
              </p14:nvContentPartPr>
              <p14:xfrm>
                <a:off x="11436000" y="5399400"/>
                <a:ext cx="90720" cy="98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F6E9FB-6C5E-AF49-B797-A356BAC983F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18360" y="5381760"/>
                  <a:ext cx="126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29BBB0B-A8EE-9BCF-52CA-0339F087A43D}"/>
                    </a:ext>
                  </a:extLst>
                </p14:cNvPr>
                <p14:cNvContentPartPr/>
                <p14:nvPr/>
              </p14:nvContentPartPr>
              <p14:xfrm>
                <a:off x="11668920" y="5316600"/>
                <a:ext cx="2880" cy="162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29BBB0B-A8EE-9BCF-52CA-0339F087A43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650920" y="5298960"/>
                  <a:ext cx="38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9C48C4D-69DC-C85D-806A-9ECEA3722256}"/>
                    </a:ext>
                  </a:extLst>
                </p14:cNvPr>
                <p14:cNvContentPartPr/>
                <p14:nvPr/>
              </p14:nvContentPartPr>
              <p14:xfrm>
                <a:off x="11659920" y="5271600"/>
                <a:ext cx="144720" cy="118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9C48C4D-69DC-C85D-806A-9ECEA372225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641920" y="5253960"/>
                  <a:ext cx="180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0D5160D-C132-D403-F483-68CBD7E38709}"/>
                    </a:ext>
                  </a:extLst>
                </p14:cNvPr>
                <p14:cNvContentPartPr/>
                <p14:nvPr/>
              </p14:nvContentPartPr>
              <p14:xfrm>
                <a:off x="11873040" y="5392920"/>
                <a:ext cx="112680" cy="95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0D5160D-C132-D403-F483-68CBD7E3870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855040" y="5374920"/>
                  <a:ext cx="1483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F4B3E77-D759-148D-A47F-41203127ED4A}"/>
              </a:ext>
            </a:extLst>
          </p:cNvPr>
          <p:cNvGrpSpPr/>
          <p:nvPr/>
        </p:nvGrpSpPr>
        <p:grpSpPr>
          <a:xfrm>
            <a:off x="9995640" y="5993040"/>
            <a:ext cx="618480" cy="201240"/>
            <a:chOff x="9995640" y="5993040"/>
            <a:chExt cx="61848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993A985-122C-F3C0-48A2-8DAAB3E0D3BA}"/>
                    </a:ext>
                  </a:extLst>
                </p14:cNvPr>
                <p14:cNvContentPartPr/>
                <p14:nvPr/>
              </p14:nvContentPartPr>
              <p14:xfrm>
                <a:off x="9995640" y="5993040"/>
                <a:ext cx="253800" cy="201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993A985-122C-F3C0-48A2-8DAAB3E0D3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977640" y="5975400"/>
                  <a:ext cx="289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E26929A-7BB0-24C2-EA21-14D06F6618BD}"/>
                    </a:ext>
                  </a:extLst>
                </p14:cNvPr>
                <p14:cNvContentPartPr/>
                <p14:nvPr/>
              </p14:nvContentPartPr>
              <p14:xfrm>
                <a:off x="10310640" y="6072960"/>
                <a:ext cx="141840" cy="100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E26929A-7BB0-24C2-EA21-14D06F6618B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92640" y="6054960"/>
                  <a:ext cx="177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2C85288-A85B-0835-60EE-1F3E9842C025}"/>
                    </a:ext>
                  </a:extLst>
                </p14:cNvPr>
                <p14:cNvContentPartPr/>
                <p14:nvPr/>
              </p14:nvContentPartPr>
              <p14:xfrm>
                <a:off x="10550400" y="5994480"/>
                <a:ext cx="63720" cy="30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2C85288-A85B-0835-60EE-1F3E9842C0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32400" y="5976840"/>
                  <a:ext cx="9936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0D2F1E3-C00A-90F6-A408-B6EEA82E2421}"/>
              </a:ext>
            </a:extLst>
          </p:cNvPr>
          <p:cNvGrpSpPr/>
          <p:nvPr/>
        </p:nvGrpSpPr>
        <p:grpSpPr>
          <a:xfrm>
            <a:off x="10812120" y="5809080"/>
            <a:ext cx="1155240" cy="272520"/>
            <a:chOff x="10812120" y="5809080"/>
            <a:chExt cx="115524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5DB2DCE-C204-C402-0E99-507DBD581667}"/>
                    </a:ext>
                  </a:extLst>
                </p14:cNvPr>
                <p14:cNvContentPartPr/>
                <p14:nvPr/>
              </p14:nvContentPartPr>
              <p14:xfrm>
                <a:off x="10812120" y="5873160"/>
                <a:ext cx="100440" cy="181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5DB2DCE-C204-C402-0E99-507DBD58166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94120" y="5855160"/>
                  <a:ext cx="136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042E75-CB82-67E8-1D76-4873BB979539}"/>
                    </a:ext>
                  </a:extLst>
                </p14:cNvPr>
                <p14:cNvContentPartPr/>
                <p14:nvPr/>
              </p14:nvContentPartPr>
              <p14:xfrm>
                <a:off x="11036760" y="5941920"/>
                <a:ext cx="47160" cy="10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042E75-CB82-67E8-1D76-4873BB97953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19120" y="5924280"/>
                  <a:ext cx="82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019E54E-7FE1-352F-7DB2-EAC777EFB8F0}"/>
                    </a:ext>
                  </a:extLst>
                </p14:cNvPr>
                <p14:cNvContentPartPr/>
                <p14:nvPr/>
              </p14:nvContentPartPr>
              <p14:xfrm>
                <a:off x="11096520" y="5978280"/>
                <a:ext cx="60480" cy="14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019E54E-7FE1-352F-7DB2-EAC777EFB8F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78880" y="5960280"/>
                  <a:ext cx="96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7A2F9DC-4297-B136-B8AB-74B961F17038}"/>
                    </a:ext>
                  </a:extLst>
                </p14:cNvPr>
                <p14:cNvContentPartPr/>
                <p14:nvPr/>
              </p14:nvContentPartPr>
              <p14:xfrm>
                <a:off x="11270400" y="5898720"/>
                <a:ext cx="108360" cy="18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7A2F9DC-4297-B136-B8AB-74B961F1703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52400" y="5880720"/>
                  <a:ext cx="144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56F988C-BB7B-A714-6C24-081E704489BB}"/>
                    </a:ext>
                  </a:extLst>
                </p14:cNvPr>
                <p14:cNvContentPartPr/>
                <p14:nvPr/>
              </p14:nvContentPartPr>
              <p14:xfrm>
                <a:off x="11285160" y="5809080"/>
                <a:ext cx="28440" cy="14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56F988C-BB7B-A714-6C24-081E704489B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267520" y="5791080"/>
                  <a:ext cx="64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720AB15-31EA-5942-A8F8-CCD5CE0F3759}"/>
                    </a:ext>
                  </a:extLst>
                </p14:cNvPr>
                <p14:cNvContentPartPr/>
                <p14:nvPr/>
              </p14:nvContentPartPr>
              <p14:xfrm>
                <a:off x="11431320" y="5991240"/>
                <a:ext cx="122760" cy="64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720AB15-31EA-5942-A8F8-CCD5CE0F375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13320" y="5973600"/>
                  <a:ext cx="158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87B605F-877B-F392-4B56-090ED81D558C}"/>
                    </a:ext>
                  </a:extLst>
                </p14:cNvPr>
                <p14:cNvContentPartPr/>
                <p14:nvPr/>
              </p14:nvContentPartPr>
              <p14:xfrm>
                <a:off x="11640840" y="5918520"/>
                <a:ext cx="36720" cy="163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87B605F-877B-F392-4B56-090ED81D558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23200" y="5900520"/>
                  <a:ext cx="723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787C7C0-F936-162B-1A1A-5CDA5B594DC4}"/>
                    </a:ext>
                  </a:extLst>
                </p14:cNvPr>
                <p14:cNvContentPartPr/>
                <p14:nvPr/>
              </p14:nvContentPartPr>
              <p14:xfrm>
                <a:off x="11661360" y="5840040"/>
                <a:ext cx="101160" cy="100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787C7C0-F936-162B-1A1A-5CDA5B594DC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643360" y="5822040"/>
                  <a:ext cx="136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55CB452-00B6-74D8-50AD-72F1F1175D36}"/>
                    </a:ext>
                  </a:extLst>
                </p14:cNvPr>
                <p14:cNvContentPartPr/>
                <p14:nvPr/>
              </p14:nvContentPartPr>
              <p14:xfrm>
                <a:off x="11857920" y="5897280"/>
                <a:ext cx="109440" cy="94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55CB452-00B6-74D8-50AD-72F1F1175D3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839920" y="5879280"/>
                  <a:ext cx="145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FD1AEB2-3D89-44F3-248D-B9F4A644C447}"/>
              </a:ext>
            </a:extLst>
          </p:cNvPr>
          <p:cNvGrpSpPr/>
          <p:nvPr/>
        </p:nvGrpSpPr>
        <p:grpSpPr>
          <a:xfrm>
            <a:off x="10226760" y="6342240"/>
            <a:ext cx="1471680" cy="271440"/>
            <a:chOff x="10226760" y="6342240"/>
            <a:chExt cx="147168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20E60FA-16EA-1557-80BB-3C5477083660}"/>
                    </a:ext>
                  </a:extLst>
                </p14:cNvPr>
                <p14:cNvContentPartPr/>
                <p14:nvPr/>
              </p14:nvContentPartPr>
              <p14:xfrm>
                <a:off x="10226760" y="6414600"/>
                <a:ext cx="216360" cy="129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20E60FA-16EA-1557-80BB-3C547708366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08760" y="6396600"/>
                  <a:ext cx="252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BE0626D-1E78-C847-35F5-9845CC667EA0}"/>
                    </a:ext>
                  </a:extLst>
                </p14:cNvPr>
                <p14:cNvContentPartPr/>
                <p14:nvPr/>
              </p14:nvContentPartPr>
              <p14:xfrm>
                <a:off x="10570560" y="6445560"/>
                <a:ext cx="129960" cy="87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BE0626D-1E78-C847-35F5-9845CC667EA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52920" y="6427560"/>
                  <a:ext cx="165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CF99E8E-1078-A53D-E5F2-68F2EB48D94A}"/>
                    </a:ext>
                  </a:extLst>
                </p14:cNvPr>
                <p14:cNvContentPartPr/>
                <p14:nvPr/>
              </p14:nvContentPartPr>
              <p14:xfrm>
                <a:off x="10796640" y="6481920"/>
                <a:ext cx="27360" cy="8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CF99E8E-1078-A53D-E5F2-68F2EB48D9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78640" y="6464280"/>
                  <a:ext cx="63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C1FF43-3E77-EF1F-3922-EC7F65B81492}"/>
                    </a:ext>
                  </a:extLst>
                </p14:cNvPr>
                <p14:cNvContentPartPr/>
                <p14:nvPr/>
              </p14:nvContentPartPr>
              <p14:xfrm>
                <a:off x="10837680" y="6505680"/>
                <a:ext cx="30960" cy="14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C1FF43-3E77-EF1F-3922-EC7F65B8149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20040" y="6487680"/>
                  <a:ext cx="66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A69269C-EA81-3D44-9969-BDFCC66788F1}"/>
                    </a:ext>
                  </a:extLst>
                </p14:cNvPr>
                <p14:cNvContentPartPr/>
                <p14:nvPr/>
              </p14:nvContentPartPr>
              <p14:xfrm>
                <a:off x="11008680" y="6443400"/>
                <a:ext cx="93600" cy="170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A69269C-EA81-3D44-9969-BDFCC66788F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990680" y="6425400"/>
                  <a:ext cx="129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E86B99D-B522-C731-9CD2-D7E478B8033A}"/>
                    </a:ext>
                  </a:extLst>
                </p14:cNvPr>
                <p14:cNvContentPartPr/>
                <p14:nvPr/>
              </p14:nvContentPartPr>
              <p14:xfrm>
                <a:off x="11039640" y="6342240"/>
                <a:ext cx="25200" cy="10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E86B99D-B522-C731-9CD2-D7E478B8033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21640" y="6324240"/>
                  <a:ext cx="60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02632C0-0A71-791C-FC34-D0BBF923B623}"/>
                    </a:ext>
                  </a:extLst>
                </p14:cNvPr>
                <p14:cNvContentPartPr/>
                <p14:nvPr/>
              </p14:nvContentPartPr>
              <p14:xfrm>
                <a:off x="11174280" y="6506040"/>
                <a:ext cx="113760" cy="75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02632C0-0A71-791C-FC34-D0BBF923B6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156640" y="6488040"/>
                  <a:ext cx="149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2FAACAE-2CBF-C540-F036-3474AD36FA3A}"/>
                    </a:ext>
                  </a:extLst>
                </p14:cNvPr>
                <p14:cNvContentPartPr/>
                <p14:nvPr/>
              </p14:nvContentPartPr>
              <p14:xfrm>
                <a:off x="11420160" y="6423960"/>
                <a:ext cx="11880" cy="146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2FAACAE-2CBF-C540-F036-3474AD36FA3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402160" y="6406320"/>
                  <a:ext cx="47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2F87FDF-D9E3-2FED-C298-1615F69166AB}"/>
                    </a:ext>
                  </a:extLst>
                </p14:cNvPr>
                <p14:cNvContentPartPr/>
                <p14:nvPr/>
              </p14:nvContentPartPr>
              <p14:xfrm>
                <a:off x="11383440" y="6348720"/>
                <a:ext cx="131760" cy="145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2F87FDF-D9E3-2FED-C298-1615F69166A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65440" y="6331080"/>
                  <a:ext cx="167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4ACCDC5-3F90-F01D-EC78-A1E7C5F83BBB}"/>
                    </a:ext>
                  </a:extLst>
                </p14:cNvPr>
                <p14:cNvContentPartPr/>
                <p14:nvPr/>
              </p14:nvContentPartPr>
              <p14:xfrm>
                <a:off x="11585400" y="6454200"/>
                <a:ext cx="113040" cy="100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4ACCDC5-3F90-F01D-EC78-A1E7C5F83BB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567760" y="6436560"/>
                  <a:ext cx="148680" cy="13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1162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ECBA-A6B7-C367-7488-B243E956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equations based on KCL and Ohm’s law </a:t>
            </a:r>
          </a:p>
        </p:txBody>
      </p:sp>
      <p:pic>
        <p:nvPicPr>
          <p:cNvPr id="6" name="Content Placeholder 5" descr="A white text with black lines and symbols&#10;&#10;Description automatically generated with medium confidence">
            <a:extLst>
              <a:ext uri="{FF2B5EF4-FFF2-40B4-BE49-F238E27FC236}">
                <a16:creationId xmlns:a16="http://schemas.microsoft.com/office/drawing/2014/main" id="{66206BD6-DC52-649A-99E5-C248B12A3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67" y="1304013"/>
            <a:ext cx="4916833" cy="47536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5F424-20C3-E922-49B0-871A1A921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BF361F69-547D-AFA3-54BA-A68AB73EA7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9" b="37185"/>
          <a:stretch/>
        </p:blipFill>
        <p:spPr>
          <a:xfrm>
            <a:off x="6096000" y="2323769"/>
            <a:ext cx="5318332" cy="221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34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B340-A599-0ABC-EEB7-FDDF96E9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for unknowns </a:t>
            </a:r>
          </a:p>
        </p:txBody>
      </p:sp>
      <p:pic>
        <p:nvPicPr>
          <p:cNvPr id="6" name="Content Placeholder 5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48F139F2-86D9-2D38-501E-EA54F31BF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957" y="1240816"/>
            <a:ext cx="6970761" cy="42054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6A395-124A-70E0-D1B8-80F3A50DB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1C64B1F0-F372-3372-64E1-2713A113A5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39" b="37185"/>
          <a:stretch/>
        </p:blipFill>
        <p:spPr>
          <a:xfrm>
            <a:off x="214685" y="2349610"/>
            <a:ext cx="4690179" cy="194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05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4054" y="214837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97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57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93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774" y="2032090"/>
                  <a:ext cx="9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894" y="1962970"/>
                  <a:ext cx="94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73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57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313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97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094" y="3625450"/>
                  <a:ext cx="531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909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733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774" y="292237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45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894" y="3606370"/>
                  <a:ext cx="531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454" y="2016970"/>
                  <a:ext cx="1339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41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113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73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97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694" y="417625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70"/>
                  <a:ext cx="867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774" y="5196850"/>
                  <a:ext cx="901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774" y="5208010"/>
                  <a:ext cx="678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14" y="5080570"/>
                  <a:ext cx="1020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930"/>
                  <a:ext cx="641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4254" y="3639490"/>
                  <a:ext cx="12420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8254" y="4260850"/>
                  <a:ext cx="207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934" y="4529770"/>
                  <a:ext cx="867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854" y="1827250"/>
                  <a:ext cx="380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69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97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454" y="147013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654" y="1301650"/>
                  <a:ext cx="182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574" y="5114410"/>
                  <a:ext cx="635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54" y="5196130"/>
                  <a:ext cx="3520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49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654" y="5389090"/>
                  <a:ext cx="60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814" y="530377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570"/>
                  <a:ext cx="72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34" y="5309530"/>
                  <a:ext cx="169560" cy="27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5526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65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574" y="288709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65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6054" y="446569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814" y="443581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7254" y="4563250"/>
                  <a:ext cx="1159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7094" y="1567690"/>
                  <a:ext cx="60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454" y="1556170"/>
                  <a:ext cx="208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14" y="1642570"/>
                  <a:ext cx="1756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805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694" y="3182290"/>
                  <a:ext cx="205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374" y="3235570"/>
                  <a:ext cx="112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2734" y="3296050"/>
                  <a:ext cx="396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37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934" y="4862410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8374" y="4877530"/>
                  <a:ext cx="972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894" y="1442770"/>
                <a:ext cx="396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7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454" y="2643370"/>
                  <a:ext cx="119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694" y="2623570"/>
                  <a:ext cx="28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217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8134" y="4283170"/>
                  <a:ext cx="22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433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614" y="145825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517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654" y="160009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374" y="3173650"/>
                  <a:ext cx="85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494" y="3111730"/>
                  <a:ext cx="210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14" y="3182650"/>
                  <a:ext cx="1738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70014" y="4680610"/>
                  <a:ext cx="91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494" y="4597090"/>
                  <a:ext cx="147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494" y="4670170"/>
                  <a:ext cx="236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610"/>
                  <a:ext cx="70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1014" y="472021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305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50334" y="2722930"/>
                  <a:ext cx="56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854" y="270745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610"/>
                  <a:ext cx="73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81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505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574" y="4425730"/>
                  <a:ext cx="23832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5833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101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925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6334" y="3572890"/>
                  <a:ext cx="1501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729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401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814" y="508525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934" y="1828330"/>
                <a:ext cx="1918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521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4294" y="508237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805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574" y="2139370"/>
                  <a:ext cx="193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854" y="3508450"/>
                  <a:ext cx="166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89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34" y="5290450"/>
                  <a:ext cx="1962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929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774" y="5439130"/>
                  <a:ext cx="20700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45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930"/>
                  <a:ext cx="141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417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4005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5254" y="331621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14" y="3322330"/>
                  <a:ext cx="1508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3214" y="4891210"/>
                  <a:ext cx="196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974" y="5021530"/>
                  <a:ext cx="16560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494" y="1714570"/>
                  <a:ext cx="187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6014" y="1812490"/>
                  <a:ext cx="2062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81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894" y="4804090"/>
                  <a:ext cx="190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894" y="481201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6549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10"/>
                <a:ext cx="2052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130"/>
                  <a:ext cx="143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454" y="1556170"/>
                  <a:ext cx="56664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61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10"/>
                  <a:ext cx="266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34" y="2471650"/>
                  <a:ext cx="154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125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694" y="218617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89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414" y="2087890"/>
                  <a:ext cx="398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77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57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494" y="1607650"/>
                  <a:ext cx="1404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4094" y="1866490"/>
                  <a:ext cx="170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00174" y="1987450"/>
                  <a:ext cx="20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694" y="196405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53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574" y="195973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1025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81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534" y="1595770"/>
                <a:ext cx="1468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61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934" y="187729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4094" y="185533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734" y="1945330"/>
                  <a:ext cx="6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374" y="1767130"/>
                  <a:ext cx="25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6174" y="1644730"/>
                <a:ext cx="105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654" y="1470850"/>
                <a:ext cx="770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654" y="185281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9014" y="1824730"/>
                  <a:ext cx="187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305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530"/>
                <a:ext cx="8784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814" y="280141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010"/>
                  <a:ext cx="1353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934" y="2777650"/>
                <a:ext cx="126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233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6094" y="283381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814" y="259189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61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694" y="2871250"/>
                  <a:ext cx="5508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50054" y="3296410"/>
                <a:ext cx="6300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81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49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9014" y="362293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717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4174" y="355885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65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414" y="3622930"/>
                <a:ext cx="1749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494" y="3648850"/>
                  <a:ext cx="205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294" y="3582250"/>
                  <a:ext cx="6804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1174" y="3316210"/>
                <a:ext cx="536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73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5094" y="3509530"/>
                  <a:ext cx="18144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9094" y="4457410"/>
                <a:ext cx="561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974" y="495349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521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574" y="4851610"/>
                <a:ext cx="4824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8454" y="5137090"/>
                  <a:ext cx="46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209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4894" y="5110810"/>
                  <a:ext cx="49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10001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521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93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3134" y="502333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5014" y="4862770"/>
                <a:ext cx="5652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513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9214" y="5271010"/>
                  <a:ext cx="121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934" y="513565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89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CB946772-DA23-3690-126E-8447E598F6F5}"/>
                  </a:ext>
                </a:extLst>
              </p14:cNvPr>
              <p14:cNvContentPartPr/>
              <p14:nvPr/>
            </p14:nvContentPartPr>
            <p14:xfrm>
              <a:off x="2770440" y="1700760"/>
              <a:ext cx="342000" cy="3726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CB946772-DA23-3690-126E-8447E598F6F5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2752800" y="1682760"/>
                <a:ext cx="377640" cy="40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B19D1FE-E7EA-44CB-44D8-465855CE234D}"/>
              </a:ext>
            </a:extLst>
          </p:cNvPr>
          <p:cNvGrpSpPr/>
          <p:nvPr/>
        </p:nvGrpSpPr>
        <p:grpSpPr>
          <a:xfrm>
            <a:off x="2796360" y="1748280"/>
            <a:ext cx="745200" cy="880200"/>
            <a:chOff x="2796360" y="1748280"/>
            <a:chExt cx="745200" cy="88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2883133-776F-DE03-8C65-730BF4593050}"/>
                    </a:ext>
                  </a:extLst>
                </p14:cNvPr>
                <p14:cNvContentPartPr/>
                <p14:nvPr/>
              </p14:nvContentPartPr>
              <p14:xfrm>
                <a:off x="2796360" y="1748280"/>
                <a:ext cx="339840" cy="361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2883133-776F-DE03-8C65-730BF459305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778720" y="1730640"/>
                  <a:ext cx="3754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36262A1-0601-001D-20DF-505C46FDF684}"/>
                    </a:ext>
                  </a:extLst>
                </p14:cNvPr>
                <p14:cNvContentPartPr/>
                <p14:nvPr/>
              </p14:nvContentPartPr>
              <p14:xfrm>
                <a:off x="2897520" y="1761960"/>
                <a:ext cx="228600" cy="324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36262A1-0601-001D-20DF-505C46FDF68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879880" y="1744320"/>
                  <a:ext cx="2642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4E042A3-5825-F5C4-1FF2-392880F22103}"/>
                    </a:ext>
                  </a:extLst>
                </p14:cNvPr>
                <p14:cNvContentPartPr/>
                <p14:nvPr/>
              </p14:nvContentPartPr>
              <p14:xfrm>
                <a:off x="3149160" y="2231400"/>
                <a:ext cx="13680" cy="378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4E042A3-5825-F5C4-1FF2-392880F2210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131160" y="2213760"/>
                  <a:ext cx="493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085FAC4-EC89-0143-ABE3-888F0C2E1C42}"/>
                    </a:ext>
                  </a:extLst>
                </p14:cNvPr>
                <p14:cNvContentPartPr/>
                <p14:nvPr/>
              </p14:nvContentPartPr>
              <p14:xfrm>
                <a:off x="3144120" y="2627760"/>
                <a:ext cx="720" cy="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085FAC4-EC89-0143-ABE3-888F0C2E1C4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126480" y="2609760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15D8741-F8C3-92AC-D805-D2DDF7D76905}"/>
                    </a:ext>
                  </a:extLst>
                </p14:cNvPr>
                <p14:cNvContentPartPr/>
                <p14:nvPr/>
              </p14:nvContentPartPr>
              <p14:xfrm>
                <a:off x="3080040" y="2483400"/>
                <a:ext cx="162360" cy="119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15D8741-F8C3-92AC-D805-D2DDF7D7690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062400" y="2465760"/>
                  <a:ext cx="198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09C5202-830F-C79F-A1C4-70C8EDAFB784}"/>
                    </a:ext>
                  </a:extLst>
                </p14:cNvPr>
                <p14:cNvContentPartPr/>
                <p14:nvPr/>
              </p14:nvContentPartPr>
              <p14:xfrm>
                <a:off x="3239520" y="2113320"/>
                <a:ext cx="290520" cy="29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09C5202-830F-C79F-A1C4-70C8EDAFB78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221880" y="2095320"/>
                  <a:ext cx="326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77FFDF3-3852-F73F-D3EC-6EA19105922E}"/>
                    </a:ext>
                  </a:extLst>
                </p14:cNvPr>
                <p14:cNvContentPartPr/>
                <p14:nvPr/>
              </p14:nvContentPartPr>
              <p14:xfrm>
                <a:off x="3424920" y="2025480"/>
                <a:ext cx="116640" cy="215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77FFDF3-3852-F73F-D3EC-6EA19105922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406920" y="2007840"/>
                  <a:ext cx="15228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67361E57-41A1-42C5-525F-DBD5DA66BE7F}"/>
              </a:ext>
            </a:extLst>
          </p:cNvPr>
          <p:cNvGrpSpPr/>
          <p:nvPr/>
        </p:nvGrpSpPr>
        <p:grpSpPr>
          <a:xfrm>
            <a:off x="386160" y="1698600"/>
            <a:ext cx="1822680" cy="1362600"/>
            <a:chOff x="386160" y="1698600"/>
            <a:chExt cx="1822680" cy="13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EDDE968-E65F-AF3B-425A-7D702B5F414E}"/>
                    </a:ext>
                  </a:extLst>
                </p14:cNvPr>
                <p14:cNvContentPartPr/>
                <p14:nvPr/>
              </p14:nvContentPartPr>
              <p14:xfrm>
                <a:off x="681720" y="1948440"/>
                <a:ext cx="305280" cy="479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EDDE968-E65F-AF3B-425A-7D702B5F414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64080" y="1930800"/>
                  <a:ext cx="3409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5998574-7114-E4EC-C309-EA3AA6A4696B}"/>
                    </a:ext>
                  </a:extLst>
                </p14:cNvPr>
                <p14:cNvContentPartPr/>
                <p14:nvPr/>
              </p14:nvContentPartPr>
              <p14:xfrm>
                <a:off x="792600" y="2256240"/>
                <a:ext cx="258840" cy="212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5998574-7114-E4EC-C309-EA3AA6A4696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74960" y="2238240"/>
                  <a:ext cx="294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6AA7028-EC21-3875-AED3-5E798DBC09C8}"/>
                    </a:ext>
                  </a:extLst>
                </p14:cNvPr>
                <p14:cNvContentPartPr/>
                <p14:nvPr/>
              </p14:nvContentPartPr>
              <p14:xfrm>
                <a:off x="929400" y="1844040"/>
                <a:ext cx="142920" cy="171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6AA7028-EC21-3875-AED3-5E798DBC09C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11760" y="1826040"/>
                  <a:ext cx="1785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15DA76-587B-997D-1593-8B86C262A232}"/>
                    </a:ext>
                  </a:extLst>
                </p14:cNvPr>
                <p14:cNvContentPartPr/>
                <p14:nvPr/>
              </p14:nvContentPartPr>
              <p14:xfrm>
                <a:off x="901680" y="1766280"/>
                <a:ext cx="38520" cy="32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15DA76-587B-997D-1593-8B86C262A23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3680" y="1748280"/>
                  <a:ext cx="74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FE26C8-7381-8DD3-3D4E-64446C4B5B1F}"/>
                    </a:ext>
                  </a:extLst>
                </p14:cNvPr>
                <p14:cNvContentPartPr/>
                <p14:nvPr/>
              </p14:nvContentPartPr>
              <p14:xfrm>
                <a:off x="1073760" y="1998480"/>
                <a:ext cx="55440" cy="72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FE26C8-7381-8DD3-3D4E-64446C4B5B1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55760" y="1980840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5E6C422-803C-431E-1950-645CC997E71F}"/>
                    </a:ext>
                  </a:extLst>
                </p14:cNvPr>
                <p14:cNvContentPartPr/>
                <p14:nvPr/>
              </p14:nvContentPartPr>
              <p14:xfrm>
                <a:off x="1188600" y="1849440"/>
                <a:ext cx="124920" cy="94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5E6C422-803C-431E-1950-645CC997E71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70600" y="1831800"/>
                  <a:ext cx="160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EC8D93B-E2E3-338E-F24A-E26DB0276A33}"/>
                    </a:ext>
                  </a:extLst>
                </p14:cNvPr>
                <p14:cNvContentPartPr/>
                <p14:nvPr/>
              </p14:nvContentPartPr>
              <p14:xfrm>
                <a:off x="1256280" y="1881480"/>
                <a:ext cx="37440" cy="74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EC8D93B-E2E3-338E-F24A-E26DB0276A3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238640" y="1863480"/>
                  <a:ext cx="7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CB027D0-88A2-D3C4-1797-95A925BCCF97}"/>
                    </a:ext>
                  </a:extLst>
                </p14:cNvPr>
                <p14:cNvContentPartPr/>
                <p14:nvPr/>
              </p14:nvContentPartPr>
              <p14:xfrm>
                <a:off x="1318200" y="1817760"/>
                <a:ext cx="73800" cy="67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CB027D0-88A2-D3C4-1797-95A925BCCF9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300200" y="1799760"/>
                  <a:ext cx="109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13182BB-38CB-99C8-914D-5F50D6E30464}"/>
                    </a:ext>
                  </a:extLst>
                </p14:cNvPr>
                <p14:cNvContentPartPr/>
                <p14:nvPr/>
              </p14:nvContentPartPr>
              <p14:xfrm>
                <a:off x="1388400" y="1698600"/>
                <a:ext cx="99720" cy="166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13182BB-38CB-99C8-914D-5F50D6E3046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370760" y="1680960"/>
                  <a:ext cx="135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1915A4D-9056-71D8-CE09-162CE024B1A2}"/>
                    </a:ext>
                  </a:extLst>
                </p14:cNvPr>
                <p14:cNvContentPartPr/>
                <p14:nvPr/>
              </p14:nvContentPartPr>
              <p14:xfrm>
                <a:off x="1424400" y="1723800"/>
                <a:ext cx="57960" cy="1123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1915A4D-9056-71D8-CE09-162CE024B1A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406760" y="1705800"/>
                  <a:ext cx="93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00580C6-1249-EC9F-0EC2-AE340CEEEF17}"/>
                    </a:ext>
                  </a:extLst>
                </p14:cNvPr>
                <p14:cNvContentPartPr/>
                <p14:nvPr/>
              </p14:nvContentPartPr>
              <p14:xfrm>
                <a:off x="956400" y="2461800"/>
                <a:ext cx="20160" cy="5878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00580C6-1249-EC9F-0EC2-AE340CEEEF1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38760" y="2444160"/>
                  <a:ext cx="558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5502FDA-441A-5195-209D-718B9B4F8496}"/>
                    </a:ext>
                  </a:extLst>
                </p14:cNvPr>
                <p14:cNvContentPartPr/>
                <p14:nvPr/>
              </p14:nvContentPartPr>
              <p14:xfrm>
                <a:off x="901320" y="2984520"/>
                <a:ext cx="132120" cy="766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5502FDA-441A-5195-209D-718B9B4F849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83320" y="2966520"/>
                  <a:ext cx="167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3D4653C-6861-AAC1-8DE1-2465A58F593B}"/>
                    </a:ext>
                  </a:extLst>
                </p14:cNvPr>
                <p14:cNvContentPartPr/>
                <p14:nvPr/>
              </p14:nvContentPartPr>
              <p14:xfrm>
                <a:off x="1012920" y="2373960"/>
                <a:ext cx="540720" cy="96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3D4653C-6861-AAC1-8DE1-2465A58F593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94920" y="2356320"/>
                  <a:ext cx="576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283B1C4-348A-6EE0-5E03-6AFD0AE09465}"/>
                    </a:ext>
                  </a:extLst>
                </p14:cNvPr>
                <p14:cNvContentPartPr/>
                <p14:nvPr/>
              </p14:nvContentPartPr>
              <p14:xfrm>
                <a:off x="1461840" y="2292960"/>
                <a:ext cx="138600" cy="174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283B1C4-348A-6EE0-5E03-6AFD0AE0946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443840" y="2274960"/>
                  <a:ext cx="174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E3A6CF8-BBE4-D5AF-550E-6BC3EC25DCFA}"/>
                    </a:ext>
                  </a:extLst>
                </p14:cNvPr>
                <p14:cNvContentPartPr/>
                <p14:nvPr/>
              </p14:nvContentPartPr>
              <p14:xfrm>
                <a:off x="409560" y="2871840"/>
                <a:ext cx="162360" cy="147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E3A6CF8-BBE4-D5AF-550E-6BC3EC25DCF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91920" y="2853840"/>
                  <a:ext cx="198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783B00B-64E5-14C9-EB81-8DC129037753}"/>
                    </a:ext>
                  </a:extLst>
                </p14:cNvPr>
                <p14:cNvContentPartPr/>
                <p14:nvPr/>
              </p14:nvContentPartPr>
              <p14:xfrm>
                <a:off x="386160" y="2764560"/>
                <a:ext cx="20160" cy="27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783B00B-64E5-14C9-EB81-8DC12903775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68160" y="2746560"/>
                  <a:ext cx="55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FEFBF62-DA0A-9656-8022-DADCB193F280}"/>
                    </a:ext>
                  </a:extLst>
                </p14:cNvPr>
                <p14:cNvContentPartPr/>
                <p14:nvPr/>
              </p14:nvContentPartPr>
              <p14:xfrm>
                <a:off x="615120" y="2848080"/>
                <a:ext cx="73440" cy="95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FEFBF62-DA0A-9656-8022-DADCB193F28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97480" y="2830440"/>
                  <a:ext cx="109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D0E1B29-A213-E45A-FD00-73974B65B91B}"/>
                    </a:ext>
                  </a:extLst>
                </p14:cNvPr>
                <p14:cNvContentPartPr/>
                <p14:nvPr/>
              </p14:nvContentPartPr>
              <p14:xfrm>
                <a:off x="602520" y="2767800"/>
                <a:ext cx="232200" cy="1054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D0E1B29-A213-E45A-FD00-73974B65B91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84880" y="2750160"/>
                  <a:ext cx="267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600ABAA-7535-86C8-E3D3-4DAD5F4FDCF4}"/>
                    </a:ext>
                  </a:extLst>
                </p14:cNvPr>
                <p14:cNvContentPartPr/>
                <p14:nvPr/>
              </p14:nvContentPartPr>
              <p14:xfrm>
                <a:off x="1685040" y="2097480"/>
                <a:ext cx="165960" cy="145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600ABAA-7535-86C8-E3D3-4DAD5F4FDCF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667400" y="2079840"/>
                  <a:ext cx="201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C523F8D-A3BB-904A-3E0B-DF64342520FA}"/>
                    </a:ext>
                  </a:extLst>
                </p14:cNvPr>
                <p14:cNvContentPartPr/>
                <p14:nvPr/>
              </p14:nvContentPartPr>
              <p14:xfrm>
                <a:off x="1682520" y="1973640"/>
                <a:ext cx="18360" cy="262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C523F8D-A3BB-904A-3E0B-DF64342520F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664520" y="1955640"/>
                  <a:ext cx="54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AC7ECEC-C31F-02D2-A7A2-F7AE883E1668}"/>
                    </a:ext>
                  </a:extLst>
                </p14:cNvPr>
                <p14:cNvContentPartPr/>
                <p14:nvPr/>
              </p14:nvContentPartPr>
              <p14:xfrm>
                <a:off x="1935240" y="2080560"/>
                <a:ext cx="61560" cy="1123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AC7ECEC-C31F-02D2-A7A2-F7AE883E166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917600" y="2062560"/>
                  <a:ext cx="97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1685BAA-178F-235D-683B-293AC12B685A}"/>
                    </a:ext>
                  </a:extLst>
                </p14:cNvPr>
                <p14:cNvContentPartPr/>
                <p14:nvPr/>
              </p14:nvContentPartPr>
              <p14:xfrm>
                <a:off x="1900320" y="2012160"/>
                <a:ext cx="141480" cy="810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1685BAA-178F-235D-683B-293AC12B685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882680" y="1994520"/>
                  <a:ext cx="177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C564546-5F03-164B-9957-D42C94538B85}"/>
                    </a:ext>
                  </a:extLst>
                </p14:cNvPr>
                <p14:cNvContentPartPr/>
                <p14:nvPr/>
              </p14:nvContentPartPr>
              <p14:xfrm>
                <a:off x="2093280" y="1994160"/>
                <a:ext cx="115560" cy="133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C564546-5F03-164B-9957-D42C94538B8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075280" y="1976520"/>
                  <a:ext cx="1512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75FCA80-B963-B43E-8F48-B19F5F62400C}"/>
              </a:ext>
            </a:extLst>
          </p:cNvPr>
          <p:cNvGrpSpPr/>
          <p:nvPr/>
        </p:nvGrpSpPr>
        <p:grpSpPr>
          <a:xfrm>
            <a:off x="3143400" y="3200160"/>
            <a:ext cx="580680" cy="909720"/>
            <a:chOff x="3143400" y="3200160"/>
            <a:chExt cx="580680" cy="9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CD59774-3AF0-B663-3C92-2D9A2DB80BFF}"/>
                    </a:ext>
                  </a:extLst>
                </p14:cNvPr>
                <p14:cNvContentPartPr/>
                <p14:nvPr/>
              </p14:nvContentPartPr>
              <p14:xfrm>
                <a:off x="3211080" y="3200160"/>
                <a:ext cx="33840" cy="441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CD59774-3AF0-B663-3C92-2D9A2DB80BFF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193440" y="3182160"/>
                  <a:ext cx="694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7670DAC-CC26-62D0-1689-8E0B816455A8}"/>
                    </a:ext>
                  </a:extLst>
                </p14:cNvPr>
                <p14:cNvContentPartPr/>
                <p14:nvPr/>
              </p14:nvContentPartPr>
              <p14:xfrm>
                <a:off x="3143400" y="3474120"/>
                <a:ext cx="261000" cy="174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7670DAC-CC26-62D0-1689-8E0B816455A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125400" y="3456120"/>
                  <a:ext cx="296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A6CDCA6-34B6-E933-61BC-37A8C1D73AF0}"/>
                    </a:ext>
                  </a:extLst>
                </p14:cNvPr>
                <p14:cNvContentPartPr/>
                <p14:nvPr/>
              </p14:nvContentPartPr>
              <p14:xfrm>
                <a:off x="3202440" y="3667440"/>
                <a:ext cx="44640" cy="4424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A6CDCA6-34B6-E933-61BC-37A8C1D73AF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184800" y="3649440"/>
                  <a:ext cx="802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FDC4C26-16BB-C3B3-1998-964277850B99}"/>
                    </a:ext>
                  </a:extLst>
                </p14:cNvPr>
                <p14:cNvContentPartPr/>
                <p14:nvPr/>
              </p14:nvContentPartPr>
              <p14:xfrm>
                <a:off x="3150960" y="3981000"/>
                <a:ext cx="152280" cy="1029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FDC4C26-16BB-C3B3-1998-964277850B9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132960" y="3963000"/>
                  <a:ext cx="187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794FA76-3FFF-58E0-9E4E-C792141C4DAE}"/>
                    </a:ext>
                  </a:extLst>
                </p14:cNvPr>
                <p14:cNvContentPartPr/>
                <p14:nvPr/>
              </p14:nvContentPartPr>
              <p14:xfrm>
                <a:off x="3243120" y="3636120"/>
                <a:ext cx="480960" cy="604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794FA76-3FFF-58E0-9E4E-C792141C4DA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225120" y="3618480"/>
                  <a:ext cx="516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7FF5258-FB92-8924-DF27-7A123B5B6E2F}"/>
                    </a:ext>
                  </a:extLst>
                </p14:cNvPr>
                <p14:cNvContentPartPr/>
                <p14:nvPr/>
              </p14:nvContentPartPr>
              <p14:xfrm>
                <a:off x="3592320" y="3548640"/>
                <a:ext cx="131760" cy="2300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7FF5258-FB92-8924-DF27-7A123B5B6E2F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574320" y="3531000"/>
                  <a:ext cx="16740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343DB8FF-CEB0-0062-F3AC-7D640D286087}"/>
              </a:ext>
            </a:extLst>
          </p:cNvPr>
          <p:cNvGrpSpPr/>
          <p:nvPr/>
        </p:nvGrpSpPr>
        <p:grpSpPr>
          <a:xfrm>
            <a:off x="6164160" y="4715400"/>
            <a:ext cx="539280" cy="704160"/>
            <a:chOff x="6164160" y="4715400"/>
            <a:chExt cx="539280" cy="70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335474D-C975-1226-D6E9-B8A5BCB0D422}"/>
                    </a:ext>
                  </a:extLst>
                </p14:cNvPr>
                <p14:cNvContentPartPr/>
                <p14:nvPr/>
              </p14:nvContentPartPr>
              <p14:xfrm>
                <a:off x="6164160" y="5032560"/>
                <a:ext cx="170280" cy="3870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335474D-C975-1226-D6E9-B8A5BCB0D42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146160" y="5014920"/>
                  <a:ext cx="2059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644AF93-4FE7-463A-EA26-0BDF0E85B7A1}"/>
                    </a:ext>
                  </a:extLst>
                </p14:cNvPr>
                <p14:cNvContentPartPr/>
                <p14:nvPr/>
              </p14:nvContentPartPr>
              <p14:xfrm>
                <a:off x="6427680" y="4715400"/>
                <a:ext cx="275760" cy="1929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644AF93-4FE7-463A-EA26-0BDF0E85B7A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409680" y="4697760"/>
                  <a:ext cx="31140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5AC9FA8F-8F8A-54EC-8042-AE1E283F4C99}"/>
              </a:ext>
            </a:extLst>
          </p:cNvPr>
          <p:cNvGrpSpPr/>
          <p:nvPr/>
        </p:nvGrpSpPr>
        <p:grpSpPr>
          <a:xfrm>
            <a:off x="5662680" y="5568240"/>
            <a:ext cx="535680" cy="379800"/>
            <a:chOff x="5662680" y="5568240"/>
            <a:chExt cx="53568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B3489C0-7EC3-CF0E-7F65-6A2FEA8F8D4C}"/>
                    </a:ext>
                  </a:extLst>
                </p14:cNvPr>
                <p14:cNvContentPartPr/>
                <p14:nvPr/>
              </p14:nvContentPartPr>
              <p14:xfrm>
                <a:off x="5662680" y="5706840"/>
                <a:ext cx="168840" cy="2412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B3489C0-7EC3-CF0E-7F65-6A2FEA8F8D4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645040" y="5689200"/>
                  <a:ext cx="204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21E1EC6-AEFA-9FF5-C49D-14BD9A8BD36D}"/>
                    </a:ext>
                  </a:extLst>
                </p14:cNvPr>
                <p14:cNvContentPartPr/>
                <p14:nvPr/>
              </p14:nvContentPartPr>
              <p14:xfrm>
                <a:off x="5675280" y="5628000"/>
                <a:ext cx="183240" cy="1598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21E1EC6-AEFA-9FF5-C49D-14BD9A8BD36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657640" y="5610000"/>
                  <a:ext cx="218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C8A7371-5FAB-A6F1-FFD5-44EE07B8196C}"/>
                    </a:ext>
                  </a:extLst>
                </p14:cNvPr>
                <p14:cNvContentPartPr/>
                <p14:nvPr/>
              </p14:nvContentPartPr>
              <p14:xfrm>
                <a:off x="5948520" y="5640240"/>
                <a:ext cx="90360" cy="1209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C8A7371-5FAB-A6F1-FFD5-44EE07B8196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930520" y="5622240"/>
                  <a:ext cx="126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01C7837-86F9-3E6C-E2AD-65C52A9E6390}"/>
                    </a:ext>
                  </a:extLst>
                </p14:cNvPr>
                <p14:cNvContentPartPr/>
                <p14:nvPr/>
              </p14:nvContentPartPr>
              <p14:xfrm>
                <a:off x="6081000" y="5568240"/>
                <a:ext cx="117360" cy="1195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01C7837-86F9-3E6C-E2AD-65C52A9E639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063360" y="5550240"/>
                  <a:ext cx="15300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4CECE2FB-9AEC-E039-2194-20C43CDCC31B}"/>
                  </a:ext>
                </a:extLst>
              </p14:cNvPr>
              <p14:cNvContentPartPr/>
              <p14:nvPr/>
            </p14:nvContentPartPr>
            <p14:xfrm>
              <a:off x="6898560" y="4645200"/>
              <a:ext cx="24120" cy="720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4CECE2FB-9AEC-E039-2194-20C43CDCC31B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6880920" y="4627200"/>
                <a:ext cx="597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E5F398B-720C-92A3-4B9F-CFD5D3C8040B}"/>
                  </a:ext>
                </a:extLst>
              </p14:cNvPr>
              <p14:cNvContentPartPr/>
              <p14:nvPr/>
            </p14:nvContentPartPr>
            <p14:xfrm>
              <a:off x="6731520" y="5176560"/>
              <a:ext cx="184320" cy="2019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E5F398B-720C-92A3-4B9F-CFD5D3C8040B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6713880" y="5158560"/>
                <a:ext cx="21996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7" name="Group 336">
            <a:extLst>
              <a:ext uri="{FF2B5EF4-FFF2-40B4-BE49-F238E27FC236}">
                <a16:creationId xmlns:a16="http://schemas.microsoft.com/office/drawing/2014/main" id="{A0640BC6-35EE-D24F-3C9D-F16D72887E60}"/>
              </a:ext>
            </a:extLst>
          </p:cNvPr>
          <p:cNvGrpSpPr/>
          <p:nvPr/>
        </p:nvGrpSpPr>
        <p:grpSpPr>
          <a:xfrm>
            <a:off x="7766160" y="104880"/>
            <a:ext cx="1968120" cy="1534680"/>
            <a:chOff x="7766160" y="104880"/>
            <a:chExt cx="1968120" cy="153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5D224C3-0FE5-8131-6D53-9AF06E08C5AA}"/>
                    </a:ext>
                  </a:extLst>
                </p14:cNvPr>
                <p14:cNvContentPartPr/>
                <p14:nvPr/>
              </p14:nvContentPartPr>
              <p14:xfrm>
                <a:off x="7766160" y="191640"/>
                <a:ext cx="501840" cy="4654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5D224C3-0FE5-8131-6D53-9AF06E08C5A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748160" y="174000"/>
                  <a:ext cx="53748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5F70A73-BCD2-8241-CEAF-A158D07998A4}"/>
                    </a:ext>
                  </a:extLst>
                </p14:cNvPr>
                <p14:cNvContentPartPr/>
                <p14:nvPr/>
              </p14:nvContentPartPr>
              <p14:xfrm>
                <a:off x="8030400" y="409800"/>
                <a:ext cx="266760" cy="2084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5F70A73-BCD2-8241-CEAF-A158D07998A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012760" y="391800"/>
                  <a:ext cx="302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2636C72-A47F-0C6B-6ECB-F292AABE7DAA}"/>
                    </a:ext>
                  </a:extLst>
                </p14:cNvPr>
                <p14:cNvContentPartPr/>
                <p14:nvPr/>
              </p14:nvContentPartPr>
              <p14:xfrm>
                <a:off x="8116080" y="471360"/>
                <a:ext cx="180360" cy="1533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2636C72-A47F-0C6B-6ECB-F292AABE7DA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098080" y="453720"/>
                  <a:ext cx="216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F4F47A7-5246-8120-7BB0-F0212AD1F92C}"/>
                    </a:ext>
                  </a:extLst>
                </p14:cNvPr>
                <p14:cNvContentPartPr/>
                <p14:nvPr/>
              </p14:nvContentPartPr>
              <p14:xfrm>
                <a:off x="8321280" y="616800"/>
                <a:ext cx="32040" cy="1137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F4F47A7-5246-8120-7BB0-F0212AD1F92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303640" y="599160"/>
                  <a:ext cx="67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CE4DBC1-AC41-9729-BC01-6A1B6B91EC91}"/>
                    </a:ext>
                  </a:extLst>
                </p14:cNvPr>
                <p14:cNvContentPartPr/>
                <p14:nvPr/>
              </p14:nvContentPartPr>
              <p14:xfrm>
                <a:off x="8308680" y="625440"/>
                <a:ext cx="310320" cy="2714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CE4DBC1-AC41-9729-BC01-6A1B6B91EC91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291040" y="607800"/>
                  <a:ext cx="345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DFF1790-3B0C-2754-4316-A4D39602AD11}"/>
                    </a:ext>
                  </a:extLst>
                </p14:cNvPr>
                <p14:cNvContentPartPr/>
                <p14:nvPr/>
              </p14:nvContentPartPr>
              <p14:xfrm>
                <a:off x="8303280" y="527520"/>
                <a:ext cx="594360" cy="1522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DFF1790-3B0C-2754-4316-A4D39602AD11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285640" y="509520"/>
                  <a:ext cx="630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7873022-C27F-A75B-FE77-8F11E834850A}"/>
                    </a:ext>
                  </a:extLst>
                </p14:cNvPr>
                <p14:cNvContentPartPr/>
                <p14:nvPr/>
              </p14:nvContentPartPr>
              <p14:xfrm>
                <a:off x="8218320" y="750720"/>
                <a:ext cx="259560" cy="3636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7873022-C27F-A75B-FE77-8F11E834850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200320" y="733080"/>
                  <a:ext cx="2952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0525BF4-F265-A927-6252-E279C8F3885A}"/>
                    </a:ext>
                  </a:extLst>
                </p14:cNvPr>
                <p14:cNvContentPartPr/>
                <p14:nvPr/>
              </p14:nvContentPartPr>
              <p14:xfrm>
                <a:off x="8607120" y="1193520"/>
                <a:ext cx="1800" cy="46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0525BF4-F265-A927-6252-E279C8F3885A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589480" y="1175520"/>
                  <a:ext cx="3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4C8DF54-7340-0D1A-DCDB-D06E1ECCDF27}"/>
                    </a:ext>
                  </a:extLst>
                </p14:cNvPr>
                <p14:cNvContentPartPr/>
                <p14:nvPr/>
              </p14:nvContentPartPr>
              <p14:xfrm>
                <a:off x="8605320" y="1043400"/>
                <a:ext cx="373320" cy="1519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4C8DF54-7340-0D1A-DCDB-D06E1ECCDF2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587680" y="1025760"/>
                  <a:ext cx="40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93DD007-9BF3-4F2B-0518-17B73C81DDD0}"/>
                    </a:ext>
                  </a:extLst>
                </p14:cNvPr>
                <p14:cNvContentPartPr/>
                <p14:nvPr/>
              </p14:nvContentPartPr>
              <p14:xfrm>
                <a:off x="8910600" y="653160"/>
                <a:ext cx="143280" cy="218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93DD007-9BF3-4F2B-0518-17B73C81DDD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892960" y="635160"/>
                  <a:ext cx="178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409FC4D-35F2-9FAD-FEBF-A5B809980945}"/>
                    </a:ext>
                  </a:extLst>
                </p14:cNvPr>
                <p14:cNvContentPartPr/>
                <p14:nvPr/>
              </p14:nvContentPartPr>
              <p14:xfrm>
                <a:off x="9020400" y="1100280"/>
                <a:ext cx="178920" cy="2145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409FC4D-35F2-9FAD-FEBF-A5B809980945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002760" y="1082640"/>
                  <a:ext cx="214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9F91339-3ECF-0128-1559-49163AF1C338}"/>
                    </a:ext>
                  </a:extLst>
                </p14:cNvPr>
                <p14:cNvContentPartPr/>
                <p14:nvPr/>
              </p14:nvContentPartPr>
              <p14:xfrm>
                <a:off x="9080160" y="1243200"/>
                <a:ext cx="161640" cy="914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9F91339-3ECF-0128-1559-49163AF1C33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062520" y="1225200"/>
                  <a:ext cx="197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3026D3D-5E1C-467C-2231-42718512720E}"/>
                    </a:ext>
                  </a:extLst>
                </p14:cNvPr>
                <p14:cNvContentPartPr/>
                <p14:nvPr/>
              </p14:nvContentPartPr>
              <p14:xfrm>
                <a:off x="8931480" y="978600"/>
                <a:ext cx="731880" cy="660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3026D3D-5E1C-467C-2231-42718512720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913840" y="960600"/>
                  <a:ext cx="76752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493D394-4DD9-ACAC-0C6B-7F1848A42AE5}"/>
                    </a:ext>
                  </a:extLst>
                </p14:cNvPr>
                <p14:cNvContentPartPr/>
                <p14:nvPr/>
              </p14:nvContentPartPr>
              <p14:xfrm>
                <a:off x="8480040" y="265080"/>
                <a:ext cx="95760" cy="943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493D394-4DD9-ACAC-0C6B-7F1848A42AE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462400" y="247080"/>
                  <a:ext cx="131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9AEC274-98A9-32A7-BB65-7DEDC4D184A5}"/>
                    </a:ext>
                  </a:extLst>
                </p14:cNvPr>
                <p14:cNvContentPartPr/>
                <p14:nvPr/>
              </p14:nvContentPartPr>
              <p14:xfrm>
                <a:off x="8488680" y="104880"/>
                <a:ext cx="12960" cy="334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9AEC274-98A9-32A7-BB65-7DEDC4D184A5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470680" y="86880"/>
                  <a:ext cx="48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9B949B2-27CB-C2B2-3DA3-B5D01995E8E3}"/>
                    </a:ext>
                  </a:extLst>
                </p14:cNvPr>
                <p14:cNvContentPartPr/>
                <p14:nvPr/>
              </p14:nvContentPartPr>
              <p14:xfrm>
                <a:off x="8615040" y="269760"/>
                <a:ext cx="58680" cy="82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9B949B2-27CB-C2B2-3DA3-B5D01995E8E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597400" y="252120"/>
                  <a:ext cx="94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39067BB-3374-41E9-EEAF-F3336ED6C5A5}"/>
                    </a:ext>
                  </a:extLst>
                </p14:cNvPr>
                <p14:cNvContentPartPr/>
                <p14:nvPr/>
              </p14:nvContentPartPr>
              <p14:xfrm>
                <a:off x="8644560" y="251040"/>
                <a:ext cx="168480" cy="795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39067BB-3374-41E9-EEAF-F3336ED6C5A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626920" y="233040"/>
                  <a:ext cx="204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CBEA00F-397E-4252-38CC-0E7F4F9C2CDD}"/>
                    </a:ext>
                  </a:extLst>
                </p14:cNvPr>
                <p14:cNvContentPartPr/>
                <p14:nvPr/>
              </p14:nvContentPartPr>
              <p14:xfrm>
                <a:off x="8864160" y="138720"/>
                <a:ext cx="51480" cy="135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CBEA00F-397E-4252-38CC-0E7F4F9C2CD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846160" y="120720"/>
                  <a:ext cx="87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C7B625-0C75-2364-8B5A-635B28777DE0}"/>
                    </a:ext>
                  </a:extLst>
                </p14:cNvPr>
                <p14:cNvContentPartPr/>
                <p14:nvPr/>
              </p14:nvContentPartPr>
              <p14:xfrm>
                <a:off x="8880360" y="149160"/>
                <a:ext cx="71640" cy="928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C7B625-0C75-2364-8B5A-635B28777DE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862720" y="131520"/>
                  <a:ext cx="107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D22FE6D-96AA-BF89-8378-0F53A957CC96}"/>
                    </a:ext>
                  </a:extLst>
                </p14:cNvPr>
                <p14:cNvContentPartPr/>
                <p14:nvPr/>
              </p14:nvContentPartPr>
              <p14:xfrm>
                <a:off x="9285360" y="1001280"/>
                <a:ext cx="86760" cy="885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D22FE6D-96AA-BF89-8378-0F53A957CC96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267720" y="983280"/>
                  <a:ext cx="122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D49F2DE-E3CD-E158-D5AB-0EC1E13F7F07}"/>
                    </a:ext>
                  </a:extLst>
                </p14:cNvPr>
                <p14:cNvContentPartPr/>
                <p14:nvPr/>
              </p14:nvContentPartPr>
              <p14:xfrm>
                <a:off x="9284640" y="868080"/>
                <a:ext cx="15480" cy="136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D49F2DE-E3CD-E158-D5AB-0EC1E13F7F0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267000" y="850080"/>
                  <a:ext cx="51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2539FC2-29CD-A352-A0F0-847B732FC2B1}"/>
                    </a:ext>
                  </a:extLst>
                </p14:cNvPr>
                <p14:cNvContentPartPr/>
                <p14:nvPr/>
              </p14:nvContentPartPr>
              <p14:xfrm>
                <a:off x="9400200" y="945480"/>
                <a:ext cx="74160" cy="630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2539FC2-29CD-A352-A0F0-847B732FC2B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382200" y="927840"/>
                  <a:ext cx="109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B2C3E6B-B86D-3274-E52F-01CC4878410B}"/>
                    </a:ext>
                  </a:extLst>
                </p14:cNvPr>
                <p14:cNvContentPartPr/>
                <p14:nvPr/>
              </p14:nvContentPartPr>
              <p14:xfrm>
                <a:off x="9423240" y="939000"/>
                <a:ext cx="86760" cy="1000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B2C3E6B-B86D-3274-E52F-01CC4878410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405600" y="921000"/>
                  <a:ext cx="122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D8D3CE1-7D36-D636-61FD-F974EF003930}"/>
                    </a:ext>
                  </a:extLst>
                </p14:cNvPr>
                <p14:cNvContentPartPr/>
                <p14:nvPr/>
              </p14:nvContentPartPr>
              <p14:xfrm>
                <a:off x="9533760" y="913800"/>
                <a:ext cx="66960" cy="478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D8D3CE1-7D36-D636-61FD-F974EF003930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516120" y="896160"/>
                  <a:ext cx="102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3508CDC-DF48-46E5-F970-186416746463}"/>
                    </a:ext>
                  </a:extLst>
                </p14:cNvPr>
                <p14:cNvContentPartPr/>
                <p14:nvPr/>
              </p14:nvContentPartPr>
              <p14:xfrm>
                <a:off x="9612960" y="814440"/>
                <a:ext cx="60120" cy="1080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3508CDC-DF48-46E5-F970-18641674646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94960" y="796800"/>
                  <a:ext cx="95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4D0952-8192-A61D-B3BB-DB65451C3653}"/>
                    </a:ext>
                  </a:extLst>
                </p14:cNvPr>
                <p14:cNvContentPartPr/>
                <p14:nvPr/>
              </p14:nvContentPartPr>
              <p14:xfrm>
                <a:off x="9634920" y="819840"/>
                <a:ext cx="99360" cy="957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4D0952-8192-A61D-B3BB-DB65451C365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617280" y="801840"/>
                  <a:ext cx="135000" cy="13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2277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40"/>
                <a:ext cx="205200" cy="2483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638"/>
                  <a:ext cx="143640" cy="168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094" y="1556226"/>
                  <a:ext cx="566640" cy="531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25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43"/>
                  <a:ext cx="266400" cy="229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89" y="2471695"/>
                  <a:ext cx="153972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089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334" y="218581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53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054" y="2086762"/>
                  <a:ext cx="398880" cy="1570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41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21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072" y="1607650"/>
                  <a:ext cx="140523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3686" y="1866490"/>
                  <a:ext cx="170735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099775" y="1987090"/>
                  <a:ext cx="20275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334" y="196369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17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214" y="195937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0989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45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116" y="1595770"/>
                <a:ext cx="146996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25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574" y="187693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3734" y="185497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165" y="1944970"/>
                  <a:ext cx="67374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403" y="1767317"/>
                  <a:ext cx="258423" cy="69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5721" y="1644730"/>
                <a:ext cx="105665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136" y="1471021"/>
                <a:ext cx="77353" cy="72741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294" y="185245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8654" y="1824792"/>
                  <a:ext cx="187200" cy="1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269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692"/>
                <a:ext cx="87840" cy="74919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454" y="280105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343"/>
                  <a:ext cx="135360" cy="540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574" y="2777681"/>
                <a:ext cx="126360" cy="242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197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5734" y="283345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454" y="259153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25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334" y="2871284"/>
                  <a:ext cx="55080" cy="22457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49454" y="3296410"/>
                <a:ext cx="63475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45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13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8654" y="362257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681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3814" y="355849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29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007" y="3622570"/>
                <a:ext cx="175052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096" y="3648490"/>
                  <a:ext cx="205276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492" y="3581890"/>
                  <a:ext cx="67648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0814" y="3315250"/>
                <a:ext cx="53640" cy="47988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37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4689" y="3509530"/>
                  <a:ext cx="181528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8413" y="4457008"/>
                <a:ext cx="56796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614" y="495313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485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214" y="4851712"/>
                <a:ext cx="48240" cy="98438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9054" y="5136730"/>
                  <a:ext cx="44892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173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5344" y="5110409"/>
                  <a:ext cx="48789" cy="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09965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485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57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2774" y="502297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4654" y="4862210"/>
                <a:ext cx="56520" cy="68796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477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8778" y="5270650"/>
                  <a:ext cx="12183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574" y="513529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53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6E96109-8F8C-D098-9F52-A2E91EDB07F5}"/>
              </a:ext>
            </a:extLst>
          </p:cNvPr>
          <p:cNvGrpSpPr/>
          <p:nvPr/>
        </p:nvGrpSpPr>
        <p:grpSpPr>
          <a:xfrm>
            <a:off x="221134" y="2865490"/>
            <a:ext cx="467280" cy="304920"/>
            <a:chOff x="221134" y="2865490"/>
            <a:chExt cx="46728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14:cNvPr>
                <p14:cNvContentPartPr/>
                <p14:nvPr/>
              </p14:nvContentPartPr>
              <p14:xfrm>
                <a:off x="221134" y="2865490"/>
                <a:ext cx="190080" cy="30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3134" y="2847850"/>
                  <a:ext cx="225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14:cNvPr>
                <p14:cNvContentPartPr/>
                <p14:nvPr/>
              </p14:nvContentPartPr>
              <p14:xfrm>
                <a:off x="557014" y="2979250"/>
                <a:ext cx="59040" cy="12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39374" y="2961610"/>
                  <a:ext cx="9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14:cNvPr>
                <p14:cNvContentPartPr/>
                <p14:nvPr/>
              </p14:nvContentPartPr>
              <p14:xfrm>
                <a:off x="571774" y="3044050"/>
                <a:ext cx="116640" cy="54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53774" y="3026410"/>
                  <a:ext cx="1522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D3F6FC3-EE5A-E46E-7BB8-48D8D7132688}"/>
              </a:ext>
            </a:extLst>
          </p:cNvPr>
          <p:cNvGrpSpPr/>
          <p:nvPr/>
        </p:nvGrpSpPr>
        <p:grpSpPr>
          <a:xfrm>
            <a:off x="869854" y="2860450"/>
            <a:ext cx="332640" cy="307800"/>
            <a:chOff x="869854" y="2860450"/>
            <a:chExt cx="33264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14:cNvPr>
                <p14:cNvContentPartPr/>
                <p14:nvPr/>
              </p14:nvContentPartPr>
              <p14:xfrm>
                <a:off x="869854" y="2860450"/>
                <a:ext cx="23040" cy="276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51854" y="2842810"/>
                  <a:ext cx="58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14:cNvPr>
                <p14:cNvContentPartPr/>
                <p14:nvPr/>
              </p14:nvContentPartPr>
              <p14:xfrm>
                <a:off x="1066054" y="2902570"/>
                <a:ext cx="22320" cy="265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8054" y="2884570"/>
                  <a:ext cx="5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14:cNvPr>
                <p14:cNvContentPartPr/>
                <p14:nvPr/>
              </p14:nvContentPartPr>
              <p14:xfrm>
                <a:off x="1061014" y="2877730"/>
                <a:ext cx="141480" cy="126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43374" y="2860090"/>
                  <a:ext cx="17712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14:cNvPr>
              <p14:cNvContentPartPr/>
              <p14:nvPr/>
            </p14:nvContentPartPr>
            <p14:xfrm>
              <a:off x="305014" y="3610690"/>
              <a:ext cx="96840" cy="2826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287374" y="3593050"/>
                <a:ext cx="13248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F87D69ED-2714-2914-5254-7C0A8CD8A7D5}"/>
              </a:ext>
            </a:extLst>
          </p:cNvPr>
          <p:cNvGrpSpPr/>
          <p:nvPr/>
        </p:nvGrpSpPr>
        <p:grpSpPr>
          <a:xfrm>
            <a:off x="568534" y="3508810"/>
            <a:ext cx="1633680" cy="456840"/>
            <a:chOff x="568534" y="3508810"/>
            <a:chExt cx="163368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14:cNvPr>
                <p14:cNvContentPartPr/>
                <p14:nvPr/>
              </p14:nvContentPartPr>
              <p14:xfrm>
                <a:off x="568534" y="3806170"/>
                <a:ext cx="3960" cy="153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50894" y="3788170"/>
                  <a:ext cx="3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14:cNvPr>
                <p14:cNvContentPartPr/>
                <p14:nvPr/>
              </p14:nvContentPartPr>
              <p14:xfrm>
                <a:off x="688054" y="3707170"/>
                <a:ext cx="183240" cy="5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70054" y="3689170"/>
                  <a:ext cx="21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14:cNvPr>
                <p14:cNvContentPartPr/>
                <p14:nvPr/>
              </p14:nvContentPartPr>
              <p14:xfrm>
                <a:off x="964174" y="3559210"/>
                <a:ext cx="147960" cy="289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46174" y="3541570"/>
                  <a:ext cx="183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14:cNvPr>
                <p14:cNvContentPartPr/>
                <p14:nvPr/>
              </p14:nvContentPartPr>
              <p14:xfrm>
                <a:off x="1141294" y="3722290"/>
                <a:ext cx="95400" cy="155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23654" y="3704650"/>
                  <a:ext cx="131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14:cNvPr>
                <p14:cNvContentPartPr/>
                <p14:nvPr/>
              </p14:nvContentPartPr>
              <p14:xfrm>
                <a:off x="1330294" y="3683050"/>
                <a:ext cx="77400" cy="39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312654" y="3665410"/>
                  <a:ext cx="11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14:cNvPr>
                <p14:cNvContentPartPr/>
                <p14:nvPr/>
              </p14:nvContentPartPr>
              <p14:xfrm>
                <a:off x="1324534" y="3737410"/>
                <a:ext cx="120960" cy="51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306534" y="3719770"/>
                  <a:ext cx="156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14:cNvPr>
                <p14:cNvContentPartPr/>
                <p14:nvPr/>
              </p14:nvContentPartPr>
              <p14:xfrm>
                <a:off x="1574734" y="3638770"/>
                <a:ext cx="71280" cy="173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557094" y="3621130"/>
                  <a:ext cx="106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14:cNvPr>
                <p14:cNvContentPartPr/>
                <p14:nvPr/>
              </p14:nvContentPartPr>
              <p14:xfrm>
                <a:off x="1583374" y="3508810"/>
                <a:ext cx="23040" cy="11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65734" y="3490810"/>
                  <a:ext cx="5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14:cNvPr>
                <p14:cNvContentPartPr/>
                <p14:nvPr/>
              </p14:nvContentPartPr>
              <p14:xfrm>
                <a:off x="1782814" y="3798610"/>
                <a:ext cx="26280" cy="167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764814" y="3780610"/>
                  <a:ext cx="61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14:cNvPr>
                <p14:cNvContentPartPr/>
                <p14:nvPr/>
              </p14:nvContentPartPr>
              <p14:xfrm>
                <a:off x="1969654" y="3574690"/>
                <a:ext cx="9720" cy="241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51654" y="3557050"/>
                  <a:ext cx="45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14:cNvPr>
                <p14:cNvContentPartPr/>
                <p14:nvPr/>
              </p14:nvContentPartPr>
              <p14:xfrm>
                <a:off x="1935094" y="3545530"/>
                <a:ext cx="192240" cy="172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917094" y="3527890"/>
                  <a:ext cx="227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14:cNvPr>
                <p14:cNvContentPartPr/>
                <p14:nvPr/>
              </p14:nvContentPartPr>
              <p14:xfrm>
                <a:off x="2184574" y="3689170"/>
                <a:ext cx="17640" cy="180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166934" y="3671530"/>
                  <a:ext cx="5328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14:cNvPr>
              <p14:cNvContentPartPr/>
              <p14:nvPr/>
            </p14:nvContentPartPr>
            <p14:xfrm>
              <a:off x="799654" y="4306930"/>
              <a:ext cx="11520" cy="176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781654" y="4288930"/>
                <a:ext cx="471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14:cNvPr>
              <p14:cNvContentPartPr/>
              <p14:nvPr/>
            </p14:nvContentPartPr>
            <p14:xfrm>
              <a:off x="831334" y="4509970"/>
              <a:ext cx="23760" cy="86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813694" y="4492330"/>
                <a:ext cx="59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14:cNvPr>
              <p14:cNvContentPartPr/>
              <p14:nvPr/>
            </p14:nvContentPartPr>
            <p14:xfrm>
              <a:off x="840694" y="4682770"/>
              <a:ext cx="33120" cy="2278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823054" y="4664770"/>
                <a:ext cx="687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C4E6C41-211B-E6C2-DBD4-A514FDAC8F43}"/>
              </a:ext>
            </a:extLst>
          </p:cNvPr>
          <p:cNvGrpSpPr/>
          <p:nvPr/>
        </p:nvGrpSpPr>
        <p:grpSpPr>
          <a:xfrm>
            <a:off x="254974" y="5033050"/>
            <a:ext cx="2226960" cy="521280"/>
            <a:chOff x="254974" y="5033050"/>
            <a:chExt cx="222696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14:cNvPr>
                <p14:cNvContentPartPr/>
                <p14:nvPr/>
              </p14:nvContentPartPr>
              <p14:xfrm>
                <a:off x="254974" y="5114050"/>
                <a:ext cx="159480" cy="303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37334" y="5096050"/>
                  <a:ext cx="195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14:cNvPr>
                <p14:cNvContentPartPr/>
                <p14:nvPr/>
              </p14:nvContentPartPr>
              <p14:xfrm>
                <a:off x="492934" y="5283970"/>
                <a:ext cx="108360" cy="231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75294" y="5265970"/>
                  <a:ext cx="144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14:cNvPr>
                <p14:cNvContentPartPr/>
                <p14:nvPr/>
              </p14:nvContentPartPr>
              <p14:xfrm>
                <a:off x="730174" y="5249410"/>
                <a:ext cx="167400" cy="36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12534" y="5231410"/>
                  <a:ext cx="203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14:cNvPr>
                <p14:cNvContentPartPr/>
                <p14:nvPr/>
              </p14:nvContentPartPr>
              <p14:xfrm>
                <a:off x="979294" y="5078410"/>
                <a:ext cx="151200" cy="313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61294" y="5060770"/>
                  <a:ext cx="186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14:cNvPr>
                <p14:cNvContentPartPr/>
                <p14:nvPr/>
              </p14:nvContentPartPr>
              <p14:xfrm>
                <a:off x="1143454" y="5321050"/>
                <a:ext cx="120240" cy="225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5454" y="5303050"/>
                  <a:ext cx="155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14:cNvPr>
                <p14:cNvContentPartPr/>
                <p14:nvPr/>
              </p14:nvContentPartPr>
              <p14:xfrm>
                <a:off x="1364134" y="5268130"/>
                <a:ext cx="76320" cy="37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346134" y="5250130"/>
                  <a:ext cx="111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14:cNvPr>
                <p14:cNvContentPartPr/>
                <p14:nvPr/>
              </p14:nvContentPartPr>
              <p14:xfrm>
                <a:off x="1406614" y="5358130"/>
                <a:ext cx="116280" cy="32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388614" y="5340130"/>
                  <a:ext cx="151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14:cNvPr>
                <p14:cNvContentPartPr/>
                <p14:nvPr/>
              </p14:nvContentPartPr>
              <p14:xfrm>
                <a:off x="1615774" y="5199370"/>
                <a:ext cx="65160" cy="2239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97774" y="5181730"/>
                  <a:ext cx="100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14:cNvPr>
                <p14:cNvContentPartPr/>
                <p14:nvPr/>
              </p14:nvContentPartPr>
              <p14:xfrm>
                <a:off x="1657174" y="5033050"/>
                <a:ext cx="8280" cy="23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639534" y="5015050"/>
                  <a:ext cx="43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14:cNvPr>
                <p14:cNvContentPartPr/>
                <p14:nvPr/>
              </p14:nvContentPartPr>
              <p14:xfrm>
                <a:off x="1797934" y="5430490"/>
                <a:ext cx="22320" cy="123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780294" y="5412850"/>
                  <a:ext cx="57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14:cNvPr>
                <p14:cNvContentPartPr/>
                <p14:nvPr/>
              </p14:nvContentPartPr>
              <p14:xfrm>
                <a:off x="1876054" y="5388730"/>
                <a:ext cx="121680" cy="159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858414" y="5371090"/>
                  <a:ext cx="157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14:cNvPr>
                <p14:cNvContentPartPr/>
                <p14:nvPr/>
              </p14:nvContentPartPr>
              <p14:xfrm>
                <a:off x="2082694" y="5155450"/>
                <a:ext cx="19440" cy="207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64694" y="5137810"/>
                  <a:ext cx="55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14:cNvPr>
                <p14:cNvContentPartPr/>
                <p14:nvPr/>
              </p14:nvContentPartPr>
              <p14:xfrm>
                <a:off x="2071174" y="5077690"/>
                <a:ext cx="173520" cy="187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53534" y="5059690"/>
                  <a:ext cx="209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14:cNvPr>
                <p14:cNvContentPartPr/>
                <p14:nvPr/>
              </p14:nvContentPartPr>
              <p14:xfrm>
                <a:off x="2298334" y="5299450"/>
                <a:ext cx="12240" cy="19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80694" y="5281810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14:cNvPr>
                <p14:cNvContentPartPr/>
                <p14:nvPr/>
              </p14:nvContentPartPr>
              <p14:xfrm>
                <a:off x="2402734" y="5309530"/>
                <a:ext cx="79200" cy="145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385094" y="5291890"/>
                  <a:ext cx="11484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739DEAB-92D9-45C7-CC01-007BB10ECBF3}"/>
                  </a:ext>
                </a:extLst>
              </p14:cNvPr>
              <p14:cNvContentPartPr/>
              <p14:nvPr/>
            </p14:nvContentPartPr>
            <p14:xfrm>
              <a:off x="3070320" y="2691480"/>
              <a:ext cx="349920" cy="6724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739DEAB-92D9-45C7-CC01-007BB10ECBF3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3016680" y="2583840"/>
                <a:ext cx="457560" cy="8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8DE18F1-2A02-0C13-1337-4BC1B531897A}"/>
                  </a:ext>
                </a:extLst>
              </p14:cNvPr>
              <p14:cNvContentPartPr/>
              <p14:nvPr/>
            </p14:nvContentPartPr>
            <p14:xfrm>
              <a:off x="2994720" y="4346760"/>
              <a:ext cx="438480" cy="5335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8DE18F1-2A02-0C13-1337-4BC1B531897A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2941080" y="4238760"/>
                <a:ext cx="54612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1A7753F-8444-1C3E-8084-655A714632C9}"/>
                  </a:ext>
                </a:extLst>
              </p14:cNvPr>
              <p14:cNvContentPartPr/>
              <p14:nvPr/>
            </p14:nvContentPartPr>
            <p14:xfrm>
              <a:off x="4632720" y="4143000"/>
              <a:ext cx="307080" cy="48672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1A7753F-8444-1C3E-8084-655A714632C9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4578720" y="4035000"/>
                <a:ext cx="41472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FFFBAA6-754A-460A-3734-13B3A02B170E}"/>
                  </a:ext>
                </a:extLst>
              </p14:cNvPr>
              <p14:cNvContentPartPr/>
              <p14:nvPr/>
            </p14:nvContentPartPr>
            <p14:xfrm>
              <a:off x="3692040" y="5192400"/>
              <a:ext cx="529920" cy="40356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FFFBAA6-754A-460A-3734-13B3A02B170E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3638400" y="5084760"/>
                <a:ext cx="63756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696D9AEB-183E-6E7F-D53C-820DBD117779}"/>
                  </a:ext>
                </a:extLst>
              </p14:cNvPr>
              <p14:cNvContentPartPr/>
              <p14:nvPr/>
            </p14:nvContentPartPr>
            <p14:xfrm>
              <a:off x="4444080" y="2511480"/>
              <a:ext cx="214920" cy="27792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696D9AEB-183E-6E7F-D53C-820DBD117779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4390080" y="2403480"/>
                <a:ext cx="32256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8F0320B3-9FB1-827D-0ADF-9F70E512A388}"/>
                  </a:ext>
                </a:extLst>
              </p14:cNvPr>
              <p14:cNvContentPartPr/>
              <p14:nvPr/>
            </p14:nvContentPartPr>
            <p14:xfrm>
              <a:off x="4600320" y="2605080"/>
              <a:ext cx="219240" cy="42768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8F0320B3-9FB1-827D-0ADF-9F70E512A388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4546320" y="2497080"/>
                <a:ext cx="326880" cy="6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199C964-057B-452F-76A4-AFCD39754725}"/>
                  </a:ext>
                </a:extLst>
              </p14:cNvPr>
              <p14:cNvContentPartPr/>
              <p14:nvPr/>
            </p14:nvContentPartPr>
            <p14:xfrm>
              <a:off x="5112960" y="1918920"/>
              <a:ext cx="352440" cy="23004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199C964-057B-452F-76A4-AFCD39754725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5059320" y="1811280"/>
                <a:ext cx="46008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45C93C1F-52BE-7E1B-95B0-CB360635D9A6}"/>
                  </a:ext>
                </a:extLst>
              </p14:cNvPr>
              <p14:cNvContentPartPr/>
              <p14:nvPr/>
            </p14:nvContentPartPr>
            <p14:xfrm>
              <a:off x="5291160" y="3493200"/>
              <a:ext cx="630000" cy="3312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45C93C1F-52BE-7E1B-95B0-CB360635D9A6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5237160" y="3385560"/>
                <a:ext cx="737640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1F9743D3-C8AA-716C-93ED-4C9915702978}"/>
                  </a:ext>
                </a:extLst>
              </p14:cNvPr>
              <p14:cNvContentPartPr/>
              <p14:nvPr/>
            </p14:nvContentPartPr>
            <p14:xfrm>
              <a:off x="6234000" y="2699040"/>
              <a:ext cx="259920" cy="42876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1F9743D3-C8AA-716C-93ED-4C9915702978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6180360" y="2591040"/>
                <a:ext cx="36756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7C8A0E5F-9AFA-5855-3D13-F48235F8F8A9}"/>
                  </a:ext>
                </a:extLst>
              </p14:cNvPr>
              <p14:cNvContentPartPr/>
              <p14:nvPr/>
            </p14:nvContentPartPr>
            <p14:xfrm>
              <a:off x="6415080" y="4266840"/>
              <a:ext cx="343080" cy="37260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7C8A0E5F-9AFA-5855-3D13-F48235F8F8A9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6361080" y="4158840"/>
                <a:ext cx="45072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427FF3DC-7FEB-C4C9-B96D-880552998206}"/>
                  </a:ext>
                </a:extLst>
              </p14:cNvPr>
              <p14:cNvContentPartPr/>
              <p14:nvPr/>
            </p14:nvContentPartPr>
            <p14:xfrm>
              <a:off x="5536680" y="5008800"/>
              <a:ext cx="495720" cy="2710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427FF3DC-7FEB-C4C9-B96D-880552998206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5483040" y="4901160"/>
                <a:ext cx="60336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640E0D79-7DBA-2CAE-47ED-A5418825C92A}"/>
                  </a:ext>
                </a:extLst>
              </p14:cNvPr>
              <p14:cNvContentPartPr/>
              <p14:nvPr/>
            </p14:nvContentPartPr>
            <p14:xfrm>
              <a:off x="94920" y="2698680"/>
              <a:ext cx="1307160" cy="71280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640E0D79-7DBA-2CAE-47ED-A5418825C92A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40920" y="2591040"/>
                <a:ext cx="1414800" cy="9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CEBADE68-416E-5B9D-84AC-BA60989B9100}"/>
                  </a:ext>
                </a:extLst>
              </p14:cNvPr>
              <p14:cNvContentPartPr/>
              <p14:nvPr/>
            </p14:nvContentPartPr>
            <p14:xfrm>
              <a:off x="241440" y="3035640"/>
              <a:ext cx="48600" cy="2628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CEBADE68-416E-5B9D-84AC-BA60989B9100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187800" y="2927640"/>
                <a:ext cx="1562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0631EF93-41D1-0715-EB43-AD0C9C76FC93}"/>
                  </a:ext>
                </a:extLst>
              </p14:cNvPr>
              <p14:cNvContentPartPr/>
              <p14:nvPr/>
            </p14:nvContentPartPr>
            <p14:xfrm>
              <a:off x="3494040" y="2016840"/>
              <a:ext cx="477000" cy="31212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0631EF93-41D1-0715-EB43-AD0C9C76FC93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3440040" y="1908840"/>
                <a:ext cx="584640" cy="52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2005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5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00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3" name="Picture 152" descr="A white paper with black numbers and symbols&#10;&#10;Description automatically generated">
            <a:extLst>
              <a:ext uri="{FF2B5EF4-FFF2-40B4-BE49-F238E27FC236}">
                <a16:creationId xmlns:a16="http://schemas.microsoft.com/office/drawing/2014/main" id="{06621E05-0F8A-4B8E-0A39-83B8509E0B46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826" y="1008440"/>
            <a:ext cx="3867858" cy="55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76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screenshot of a math test&#10;&#10;Description automatically generated">
            <a:extLst>
              <a:ext uri="{FF2B5EF4-FFF2-40B4-BE49-F238E27FC236}">
                <a16:creationId xmlns:a16="http://schemas.microsoft.com/office/drawing/2014/main" id="{46A89DB5-AD3E-B9C9-40CA-70EF6AD9139B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814" y="840336"/>
            <a:ext cx="2769661" cy="586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30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0F0-04BC-5A6B-F84C-BBAF99FD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circuits</a:t>
            </a:r>
          </a:p>
        </p:txBody>
      </p:sp>
      <p:pic>
        <p:nvPicPr>
          <p:cNvPr id="6" name="Content Placeholder 5" descr="A diagram of a black box&#10;&#10;Description automatically generated">
            <a:extLst>
              <a:ext uri="{FF2B5EF4-FFF2-40B4-BE49-F238E27FC236}">
                <a16:creationId xmlns:a16="http://schemas.microsoft.com/office/drawing/2014/main" id="{FED7D7D0-C46C-0077-4E5C-CA4CD515B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52" y="1812897"/>
            <a:ext cx="10107368" cy="30581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953C0-F8FE-71F5-D6D4-57C081893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13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A8E1-6F31-3374-7A58-8BBF85C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BFC027-7C85-B220-72EB-80B9E8CA3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73" y="1176793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D2A8-ED2B-1EAA-7297-15590629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74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C1E1-ABB8-6B5C-67D4-C4207C48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C5A0A12-2B81-0D07-24E1-6BDB4246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385" y="1571183"/>
            <a:ext cx="555348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F0F3-CAC1-D731-45D2-E8B8833F4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858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7284-6480-AFA2-D32C-85EE156E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9AEEE8CC-210C-5F12-CF21-778D8A31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9" y="1795026"/>
            <a:ext cx="11073401" cy="32679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6E9A-D2E9-FF09-9DD3-1D1392C1A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02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5C7A-BACF-CE70-CA01-6BB2C15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CFC8D6A8-1C0B-2257-8B15-2A10F13C3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22" y="1411231"/>
            <a:ext cx="3687426" cy="32323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566A-8B72-14E8-856F-2D5CF83C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669A0189-6DC2-151E-28DD-F33B5A3C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921" y="1300886"/>
            <a:ext cx="4003574" cy="366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5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86C8-C731-3D40-F142-DC56C18F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Diagram of an air-core inductor&#10;&#10;Description automatically generated">
            <a:extLst>
              <a:ext uri="{FF2B5EF4-FFF2-40B4-BE49-F238E27FC236}">
                <a16:creationId xmlns:a16="http://schemas.microsoft.com/office/drawing/2014/main" id="{F4A15D06-5BF5-E85E-820E-A2C852033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58" y="1554511"/>
            <a:ext cx="10416484" cy="33752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6D20-072D-2D29-881B-49AC4180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01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773-9BD3-CCC7-875D-786ECB30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A black and white logo&#10;&#10;Description automatically generated">
            <a:extLst>
              <a:ext uri="{FF2B5EF4-FFF2-40B4-BE49-F238E27FC236}">
                <a16:creationId xmlns:a16="http://schemas.microsoft.com/office/drawing/2014/main" id="{06D0ED81-235E-7456-2BB3-9341E9535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48" y="2343055"/>
            <a:ext cx="4092295" cy="13793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5E82B-4E41-8529-AA29-A7EB6AA5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electrical component&#10;&#10;Description automatically generated">
            <a:extLst>
              <a:ext uri="{FF2B5EF4-FFF2-40B4-BE49-F238E27FC236}">
                <a16:creationId xmlns:a16="http://schemas.microsoft.com/office/drawing/2014/main" id="{CC0F3822-26D5-4367-320D-68A3C817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43" y="2010707"/>
            <a:ext cx="2304737" cy="212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1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22888</TotalTime>
  <Words>208</Words>
  <Application>Microsoft Office PowerPoint</Application>
  <PresentationFormat>Widescreen</PresentationFormat>
  <Paragraphs>78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Voltage divider</vt:lpstr>
      <vt:lpstr>Current divider</vt:lpstr>
      <vt:lpstr>Measuring voltage, current, resistance</vt:lpstr>
      <vt:lpstr>Finding nodes</vt:lpstr>
      <vt:lpstr>Find the node connected to the source</vt:lpstr>
      <vt:lpstr>Find other nodes </vt:lpstr>
      <vt:lpstr>Merge elements sharing the same nodes</vt:lpstr>
      <vt:lpstr>Practice problems</vt:lpstr>
      <vt:lpstr>Practice problems</vt:lpstr>
      <vt:lpstr>Practice</vt:lpstr>
      <vt:lpstr>Practice </vt:lpstr>
      <vt:lpstr>Fuse</vt:lpstr>
      <vt:lpstr>Nodal analysis</vt:lpstr>
      <vt:lpstr>Label nodes</vt:lpstr>
      <vt:lpstr>Label currents</vt:lpstr>
      <vt:lpstr>Voltage drop directions</vt:lpstr>
      <vt:lpstr>Write equations based on KCL and Ohm’s law </vt:lpstr>
      <vt:lpstr>Write equations based on KCL and Ohm’s law </vt:lpstr>
      <vt:lpstr>Write equations based on KCL and Ohm’s law </vt:lpstr>
      <vt:lpstr>Solve for unknowns 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Equivalent circuits</vt:lpstr>
      <vt:lpstr>Thevenin’s equivalent circuit</vt:lpstr>
      <vt:lpstr>Norton’s equivalent circuit</vt:lpstr>
      <vt:lpstr>Capacitors </vt:lpstr>
      <vt:lpstr>Capacitors </vt:lpstr>
      <vt:lpstr>Inductors </vt:lpstr>
      <vt:lpstr>Inductors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925</cp:revision>
  <cp:lastPrinted>2017-03-30T23:40:26Z</cp:lastPrinted>
  <dcterms:created xsi:type="dcterms:W3CDTF">2014-02-24T21:19:39Z</dcterms:created>
  <dcterms:modified xsi:type="dcterms:W3CDTF">2025-09-11T22:15:55Z</dcterms:modified>
</cp:coreProperties>
</file>