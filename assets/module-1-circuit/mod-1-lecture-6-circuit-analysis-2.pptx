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794" r:id="rId2"/>
    <p:sldId id="830" r:id="rId3"/>
    <p:sldId id="823" r:id="rId4"/>
    <p:sldId id="831" r:id="rId5"/>
    <p:sldId id="832" r:id="rId6"/>
    <p:sldId id="833" r:id="rId7"/>
    <p:sldId id="825" r:id="rId8"/>
    <p:sldId id="826" r:id="rId9"/>
    <p:sldId id="834" r:id="rId10"/>
    <p:sldId id="828" r:id="rId11"/>
    <p:sldId id="795" r:id="rId12"/>
    <p:sldId id="835" r:id="rId13"/>
    <p:sldId id="837" r:id="rId14"/>
    <p:sldId id="802" r:id="rId15"/>
    <p:sldId id="803" r:id="rId16"/>
    <p:sldId id="804" r:id="rId17"/>
    <p:sldId id="805" r:id="rId18"/>
    <p:sldId id="806" r:id="rId19"/>
    <p:sldId id="807" r:id="rId20"/>
    <p:sldId id="808" r:id="rId21"/>
    <p:sldId id="809" r:id="rId22"/>
    <p:sldId id="810" r:id="rId23"/>
    <p:sldId id="811" r:id="rId24"/>
    <p:sldId id="812" r:id="rId25"/>
    <p:sldId id="813" r:id="rId26"/>
    <p:sldId id="814" r:id="rId27"/>
    <p:sldId id="817" r:id="rId28"/>
    <p:sldId id="829" r:id="rId29"/>
    <p:sldId id="827" r:id="rId30"/>
    <p:sldId id="818" r:id="rId31"/>
    <p:sldId id="820" r:id="rId32"/>
    <p:sldId id="821" r:id="rId33"/>
    <p:sldId id="822" r:id="rId34"/>
    <p:sldId id="798" r:id="rId35"/>
    <p:sldId id="799" r:id="rId36"/>
    <p:sldId id="800" r:id="rId37"/>
    <p:sldId id="801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69379" autoAdjust="0"/>
  </p:normalViewPr>
  <p:slideViewPr>
    <p:cSldViewPr snapToGrid="0">
      <p:cViewPr varScale="1">
        <p:scale>
          <a:sx n="96" d="100"/>
          <a:sy n="96" d="100"/>
        </p:scale>
        <p:origin x="1531" y="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8:03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618 152 456 0 0,'0'-6'120'0'0,"0"0"0"0"0,0 0 0 0 0,-1 0 0 0 0,0 0-1 0 0,-1 0 1 0 0,1 0 0 0 0,-1 0 0 0 0,0 0 0 0 0,-1 1 0 0 0,1-1 0 0 0,-1 1 0 0 0,0 0-1 0 0,0 0 1 0 0,-1 0 0 0 0,0 0 0 0 0,0 0 0 0 0,0 1 0 0 0,-6-5 0 0 0,4 4 28 0 0,0 0 0 0 0,-1 1-1 0 0,0 0 1 0 0,0 0 0 0 0,0 0 0 0 0,0 1 0 0 0,-1 0 0 0 0,1 1 0 0 0,-1 0 0 0 0,0 0 0 0 0,0 0 0 0 0,0 1 0 0 0,-10 0 0 0 0,-4 0 45 0 0,0 1 0 0 0,0 1-1 0 0,1 1 1 0 0,-1 0 0 0 0,0 2 0 0 0,-25 8 0 0 0,37-9-54 0 0,1 1 0 0 0,-1 0-1 0 0,1 1 1 0 0,0 0 0 0 0,0 0 0 0 0,0 1 0 0 0,1 0 0 0 0,0 1 0 0 0,0 0 0 0 0,1 0 0 0 0,0 0 0 0 0,0 1 0 0 0,1 0 0 0 0,0 1 0 0 0,-7 11 0 0 0,-17 39-67 0 0,2 2 0 0 0,2 0 1 0 0,-22 87-1 0 0,44-131 282 0 0,1 1 0 0 0,1 0 1 0 0,0 0-1 0 0,1 0 0 0 0,1 0 0 0 0,1 0 0 0 0,0 0 0 0 0,7 31 0 0 0,7 11-85 0 0,25 69-1 0 0,-28-93-208 0 0,-2-12 86 0 0,1-1 1 0 0,1 1 0 0 0,1-2-1 0 0,1 0 1 0 0,1 0 0 0 0,1-1 0 0 0,1-1-1 0 0,1-1 1 0 0,0 0 0 0 0,1-2-1 0 0,1 0 1 0 0,1-1 0 0 0,40 23-1 0 0,-41-29-110 0 0,1-1-1 0 0,0-1 0 0 0,1-1 0 0 0,0-1 1 0 0,0 0-1 0 0,0-2 0 0 0,1-1 1 0 0,-1-1-1 0 0,1 0 0 0 0,0-2 0 0 0,-1-1 1 0 0,1 0-1 0 0,0-2 0 0 0,-1 0 0 0 0,1-2 1 0 0,-1-1-1 0 0,28-10 0 0 0,-32 7-18 0 0,-1 0 0 0 0,0-1 0 0 0,0 0 0 0 0,-1-2 0 0 0,-1 0 0 0 0,0 0 0 0 0,19-21 0 0 0,-10 6 17 0 0,-1-1 0 0 0,-1-2 0 0 0,20-33 0 0 0,-24 31-21 0 0,-2-1-1 0 0,-1-1 1 0 0,-2 0-1 0 0,-1-1 1 0 0,13-66-1 0 0,-23 85 0 0 0,0-1 0 0 0,-1 1 1 0 0,-1-1-1 0 0,-1 1 0 0 0,0-1 0 0 0,-5-23 1 0 0,-31-97 106 0 0,12 51-87 0 0,18 58-27 0 0,4 11 9 0 0,-2-1 1 0 0,0 1-1 0 0,-10-21 0 0 0,12 33-11 0 0,0-1 0 0 0,0 2 0 0 0,0-1 0 0 0,0 0-1 0 0,-1 1 1 0 0,0-1 0 0 0,0 1 0 0 0,0 0 0 0 0,0 0-1 0 0,-1 1 1 0 0,1-1 0 0 0,-1 1 0 0 0,0 0 0 0 0,-8-3-1 0 0,-47-17-185 0 0,-113-27 0 0 0,16 6-172 0 0,155 43 271 0 0,-2-1-163 0 0,0 1 0 0 0,0 0 0 0 0,0-1-1 0 0,0 2 1 0 0,0-1 0 0 0,-1 0 0 0 0,1 1-1 0 0,0 0 1 0 0,0 0 0 0 0,-7 0 0 0 0,0 5-4262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3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55 316 456 0 0,'-10'-26'992'0'0,"9"22"-734"0"0,0 0 1 0 0,0 1 0 0 0,-1-1 0 0 0,1 0 0 0 0,-1 1 0 0 0,0-1 0 0 0,0 1 0 0 0,0-1 0 0 0,-1 1 0 0 0,1 0 0 0 0,-1 0 0 0 0,0 0 0 0 0,1 0-1 0 0,-1 0 1 0 0,-1 1 0 0 0,-7 0 3735 0 0,11 3-3926 0 0,3 13 1084 0 0,3 8-1091 0 0,35 110 1352 0 0,-21-62-461 0 0,3-1 0 0 0,41 85 0 0 0,-54-134-775 0 0,2 0 1 0 0,24 32-1 0 0,-32-47-101 0 0,0 0 0 0 0,0 0 0 0 0,0-1 1 0 0,1 1-1 0 0,0-1 0 0 0,0 0 0 0 0,0-1 0 0 0,0 1 1 0 0,0-1-1 0 0,1 0 0 0 0,-1 0 0 0 0,1-1 0 0 0,0 1 1 0 0,0-1-1 0 0,7 1 0 0 0,-9-3-1 0 0,0 0 1 0 0,-1-1-1 0 0,1 1 1 0 0,-1-1-1 0 0,1 0 1 0 0,0 0-1 0 0,-1 0 1 0 0,0-1-1 0 0,1 1 1 0 0,-1-1-1 0 0,0 0 1 0 0,0 0-1 0 0,0 0 1 0 0,0 0-1 0 0,0 0 1 0 0,0-1-1 0 0,-1 1 0 0 0,1-1 1 0 0,-1 0-1 0 0,1 0 1 0 0,1-3-1 0 0,4-5 71 0 0,-1 0-1 0 0,0-1 0 0 0,-1 1 1 0 0,7-19-1 0 0,-5 6-89 0 0,-1 1 0 0 0,-1-2 0 0 0,5-47-1 0 0,-2-79 210 0 0,-6 66-205 0 0,0 16-206 0 0,-2 19-215 0 0,2 1-1 0 0,3 0 1 0 0,16-69 0 0 0,-22 117 312 0 0,0 0 0 0 0,0 1 0 0 0,0-1 0 0 0,0 0 0 0 0,0 1 0 0 0,0-1 0 0 0,0 1 0 0 0,0-1 0 0 0,1 0 0 0 0,-1 1 0 0 0,0-1 0 0 0,0 1-1 0 0,0-1 1 0 0,1 1 0 0 0,-1-1 0 0 0,0 1 0 0 0,1-1 0 0 0,-1 1 0 0 0,1-1 0 0 0,-1 1 0 0 0,0-1 0 0 0,1 1 0 0 0,-1 0 0 0 0,1-1 0 0 0,-1 1 0 0 0,1 0 0 0 0,0-1 0 0 0,-1 1 0 0 0,1 0-1 0 0,-1 0 1 0 0,1-1 0 0 0,-1 1 0 0 0,1 0 0 0 0,0 0 0 0 0,-1 0 0 0 0,1 0 0 0 0,-1 0 0 0 0,1 0 0 0 0,0 0 0 0 0,-1 0 0 0 0,1 0 0 0 0,0 0 0 0 0,-1 0 0 0 0,1 0 0 0 0,-1 0 0 0 0,1 1-1 0 0,-1-1 1 0 0,1 0 0 0 0,0 0 0 0 0,-1 1 0 0 0,1-1 0 0 0,-1 0 0 0 0,1 1 0 0 0,-1-1 0 0 0,1 1 0 0 0,-1-1 0 0 0,0 0 0 0 0,1 1 0 0 0,-1-1 0 0 0,1 2 0 0 0,6 6-1209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3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34 9218 0 0,'0'-1'24'0'0,"0"1"-1"0"0,-1 0 1 0 0,1 0 0 0 0,0 0-1 0 0,-1 0 1 0 0,1 0 0 0 0,0 0-1 0 0,0-1 1 0 0,-1 1 0 0 0,1 0-1 0 0,0 0 1 0 0,0-1 0 0 0,-1 1-1 0 0,1 0 1 0 0,0 0 0 0 0,0-1-1 0 0,0 1 1 0 0,-1 0-1 0 0,1 0 1 0 0,0-1 0 0 0,0 1-1 0 0,0 0 1 0 0,0-1 0 0 0,0 1-1 0 0,0 0 1 0 0,0-1 0 0 0,0 1-1 0 0,0 0 1 0 0,0-1 0 0 0,0 1-1 0 0,0 0 1 0 0,0-1 0 0 0,0 1-1 0 0,0 0 1 0 0,0 0 0 0 0,0-1-1 0 0,0 1 1 0 0,0 0 0 0 0,0-1-1 0 0,0 1 1 0 0,0 0 0 0 0,1-1-1 0 0,-1 1 1 0 0,0 0 0 0 0,0-1-1 0 0,19-8 348 0 0,28-1-118 0 0,-41 9-558 0 0,0 1 1 0 0,1 0-1 0 0,-1 0 0 0 0,0 0 0 0 0,1 1 0 0 0,11 2 0 0 0,-14-1-430 0 0,1-1 0 0 0,-1 1 0 0 0,0 0 0 0 0,1 0-1 0 0,-1 0 1 0 0,4 4 0 0 0,-2-1 214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6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0 152 8290 0 0,'1'-1'3'0'0,"-1"1"-1"0"0,0-1 1 0 0,1 0 0 0 0,-1 0 0 0 0,0 0-1 0 0,1 0 1 0 0,-1 1 0 0 0,1-1 0 0 0,-1 0-1 0 0,1 1 1 0 0,0-1 0 0 0,-1 0 0 0 0,1 1-1 0 0,0-1 1 0 0,0 1 0 0 0,-1-1 0 0 0,1 1-1 0 0,0-1 1 0 0,0 1 0 0 0,0-1 0 0 0,-1 1 0 0 0,3 0-1 0 0,36-22-676 0 0,-10 6 393 0 0,2-5 169 0 0,-4 3 177 0 0,32-17-1 0 0,-51 31-40 0 0,1 0 0 0 0,0 1 0 0 0,-1-1 0 0 0,1 2-1 0 0,0-1 1 0 0,1 1 0 0 0,-1 1 0 0 0,15-1 0 0 0,-11 3-550 0 0,1 3-2041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5.6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53 103 5529 0 0,'-4'-6'428'0'0,"0"0"1"0"0,0 0-1 0 0,1 0 0 0 0,0-1 0 0 0,1 1 0 0 0,-4-12 1 0 0,4 11 415 0 0,0-1 0 0 0,-1 1 0 0 0,0-1 0 0 0,-7-9 0 0 0,3 57 1212 0 0,27 228-58 0 0,-3-75-1210 0 0,-4-85-1361 0 0,-4-41-1077 0 0,-5 0-3823 0 0,-4-44 1181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1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47 2304 0 0,'-2'-3'-316'0'0,"-12"-24"4414"0"0,14 26-3865 0 0,-1 0-1 0 0,0-1 1 0 0,1 1-1 0 0,-1 0 1 0 0,0 0-1 0 0,0 0 1 0 0,0 0 0 0 0,1 0-1 0 0,-1 0 1 0 0,0 0-1 0 0,-1 0 1 0 0,1 1-1 0 0,0-1 1 0 0,0 0-1 0 0,0 1 1 0 0,-2-2-1 0 0,2 3-160 0 0,0-1 0 0 0,1 0-1 0 0,-1 1 1 0 0,0-1 0 0 0,0 1-1 0 0,1-1 1 0 0,-1 1-1 0 0,0 0 1 0 0,1-1 0 0 0,-1 1-1 0 0,1 0 1 0 0,-1-1 0 0 0,1 1-1 0 0,-1 0 1 0 0,1 0-1 0 0,-1-1 1 0 0,1 1 0 0 0,0 0-1 0 0,-1 0 1 0 0,1 0-1 0 0,0-1 1 0 0,0 1 0 0 0,0 0-1 0 0,-1 2 1 0 0,-3 24 256 0 0,4-25-254 0 0,-8 91 1246 0 0,5 0 0 0 0,10 108-1 0 0,-7 57-3584 0 0,-3-214-2819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9 102 3681 0 0,'-1'-2'173'0'0,"-1"0"0"0"0,1-1 0 0 0,0 1 0 0 0,1-1 0 0 0,-1 0 1 0 0,0 1-1 0 0,1-1 0 0 0,-1 0 0 0 0,1 1 0 0 0,0-1 0 0 0,0 0 0 0 0,0 0 0 0 0,0 1 1 0 0,0-1-1 0 0,1 0 0 0 0,0 1 0 0 0,-1-1 0 0 0,1 0 0 0 0,0 1 0 0 0,0-1 0 0 0,2-2 1 0 0,-2 2-89 0 0,0 0 1 0 0,0 0 0 0 0,0 0 0 0 0,0 1 0 0 0,1-1 0 0 0,0 0 0 0 0,-1 1 0 0 0,1-1-1 0 0,0 1 1 0 0,0 0 0 0 0,0 0 0 0 0,1 0 0 0 0,2-2 0 0 0,-4 3-30 0 0,1 1 1 0 0,-1-1 0 0 0,1 0-1 0 0,-1 1 1 0 0,1 0 0 0 0,0-1-1 0 0,-1 1 1 0 0,1 0-1 0 0,-1 0 1 0 0,1 0 0 0 0,0 0-1 0 0,-1 0 1 0 0,1 0 0 0 0,0 1-1 0 0,-1-1 1 0 0,1 0-1 0 0,-1 1 1 0 0,1 0 0 0 0,-1-1-1 0 0,1 1 1 0 0,-1 0 0 0 0,1-1-1 0 0,-1 1 1 0 0,2 2-1 0 0,6 2 78 0 0,-1 0-1 0 0,0 1 0 0 0,0 1 0 0 0,0-1 0 0 0,-1 1 0 0 0,0 0 0 0 0,-1 1 0 0 0,11 15 0 0 0,-14-19-159 0 0,-1 1 0 0 0,1 0-1 0 0,-1 0 1 0 0,-1 0 0 0 0,1 1 0 0 0,0-1 0 0 0,-1 0 0 0 0,0 1 0 0 0,-1-1-1 0 0,1 1 1 0 0,-1-1 0 0 0,0 1 0 0 0,0-1 0 0 0,-1 0 0 0 0,0 1 0 0 0,0-1-1 0 0,-3 10 1 0 0,-1 1-143 0 0,-1 0 0 0 0,0 0-1 0 0,-2-1 1 0 0,1 0-1 0 0,-20 26 1 0 0,26-41 235 0 0,0 1-1 0 0,1 0 1 0 0,-1 0-1 0 0,0-1 1 0 0,0 1-1 0 0,1 0 1 0 0,-1 0-1 0 0,1 0 0 0 0,-1 0 1 0 0,1 0-1 0 0,-1 0 1 0 0,1 0-1 0 0,-1 0 1 0 0,1 0-1 0 0,0 0 1 0 0,0 0-1 0 0,-1 0 1 0 0,1 0-1 0 0,0 0 1 0 0,0 0-1 0 0,0 1 1 0 0,0-1-1 0 0,0 0 1 0 0,1 0-1 0 0,-1 0 1 0 0,0 0-1 0 0,0 0 1 0 0,1 2-1 0 0,1-2 5 0 0,-1 0-1 0 0,0 0 1 0 0,1 0-1 0 0,-1 0 1 0 0,1 0-1 0 0,-1 0 1 0 0,1 0-1 0 0,0 0 1 0 0,-1-1-1 0 0,1 1 1 0 0,0-1-1 0 0,0 1 1 0 0,-1-1-1 0 0,1 0 1 0 0,2 1-1 0 0,10 0 389 0 0,-1-1 0 0 0,0 0 0 0 0,20-3-1 0 0,38-14 1375 0 0,-58 13-1537 0 0,0 0 0 0 0,0 1 0 0 0,0 1 0 0 0,1 0-1 0 0,-1 0 1 0 0,22 1 0 0 0,-25 4-1141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5.7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214 21 8290 0 0,'3'-9'1098'0'0,"1"-1"201"0"0,-4 9-777 0 0,-1 3-177 0 0,0-1-62 0 0,-2 4-89 0 0,-163 231 1185 0 0,117-172 950 0 0,49-63-2308 0 0,0-1-1 0 0,0 0 0 0 0,0 1 1 0 0,0-1-1 0 0,0 0 1 0 0,0 1-1 0 0,0-1 0 0 0,0 1 1 0 0,0-1-1 0 0,0 0 0 0 0,0 1 1 0 0,0-1-1 0 0,0 0 1 0 0,0 1-1 0 0,0-1 0 0 0,0 0 1 0 0,1 1-1 0 0,-1-1 0 0 0,0 0 1 0 0,0 1-1 0 0,0-1 0 0 0,1 0 1 0 0,-1 0-1 0 0,0 1 1 0 0,0-1-1 0 0,1 0 0 0 0,-1 0 1 0 0,0 1-1 0 0,1-1 0 0 0,-1 0 1 0 0,0 0-1 0 0,1 0 1 0 0,-1 1-1 0 0,0-1 0 0 0,1 0 1 0 0,-1 0-1 0 0,0 0 0 0 0,1 0 1 0 0,-1 0-1 0 0,0 0 1 0 0,1 0-1 0 0,0 0 0 0 0,23 7-7 0 0,-17-6 48 0 0,37 12-287 0 0,-25-9 160 0 0,-1 1 1 0 0,0 1-1 0 0,0 1 1 0 0,21 11 0 0 0,-33-15 59 0 0,-1 1 0 0 0,0-1 1 0 0,-1 1-1 0 0,1 0 1 0 0,-1 0-1 0 0,1 0 1 0 0,-1 1-1 0 0,-1 0 1 0 0,1 0-1 0 0,0 0 0 0 0,-1 0 1 0 0,0 0-1 0 0,-1 0 1 0 0,1 1-1 0 0,-1 0 1 0 0,0-1-1 0 0,3 13 0 0 0,-4-12 18 0 0,0 0 1 0 0,-1 0-1 0 0,1 0 0 0 0,-1 0 0 0 0,0 1 0 0 0,-1-1 0 0 0,0 0 0 0 0,1 0 0 0 0,-2 0 0 0 0,1 0 0 0 0,-1 0 0 0 0,0 0 0 0 0,0 0 0 0 0,-1 0 0 0 0,0-1 0 0 0,0 1 0 0 0,0-1 0 0 0,0 0 0 0 0,-1 0 0 0 0,-5 5 0 0 0,-8 8 467 0 0,-1-2-1 0 0,-1 0 0 0 0,-40 26 0 0 0,36-27-827 0 0,1 1-1 0 0,-21 21 1 0 0,35-22-2229 0 0,7-10 1262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4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 6913 0 0,'1'-14'5372'0'0,"2"28"-4223"0"0,1 34-1103 0 0,-6 66 616 0 0,-1 25-313 0 0,8-47-4823 0 0,-3-74 162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8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0 155 11979 0 0,'7'-6'537'0'0,"0"2"1"0"0,1-1 0 0 0,-1 1 0 0 0,10-5-1 0 0,-6 3-481 0 0,29-13-230 0 0,0 1 0 0 0,2 2-1 0 0,45-12 1 0 0,5 3-3406 0 0,-77 21 1956 0 0,-1 1-1 0 0,1 0 0 0 0,0 1 0 0 0,27-1 1 0 0,0 11 744 0 0,-34-6 1037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2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411 49 5329 0 0,'-1'-3'79'0'0,"0"0"0"0"0,0 1 0 0 0,0-1 0 0 0,0 0 0 0 0,0 1 0 0 0,0-1 0 0 0,-1 1 0 0 0,1 0 0 0 0,-1-1 0 0 0,0 1 0 0 0,1 0 0 0 0,-1 0 0 0 0,0 0 0 0 0,0 0 0 0 0,-1 0 0 0 0,1 1-1 0 0,0-1 1 0 0,-1 1 0 0 0,1-1 0 0 0,-3 0 0 0 0,2 1 24 0 0,0 1-1 0 0,0-1 0 0 0,0 1 0 0 0,0 0 1 0 0,0 0-1 0 0,0 0 0 0 0,0 0 1 0 0,0 1-1 0 0,0-1 0 0 0,0 1 0 0 0,0 0 1 0 0,0 0-1 0 0,0 0 0 0 0,0 0 1 0 0,-4 2-1 0 0,-4 4 188 0 0,-1 1 0 0 0,2 0-1 0 0,-1 0 1 0 0,1 1 0 0 0,0 0 0 0 0,1 1 0 0 0,-10 12-1 0 0,-15 22 1225 0 0,-50 91 0 0 0,82-132-1497 0 0,1 0 1 0 0,0 0-1 0 0,0 1 1 0 0,0-1 0 0 0,0 1-1 0 0,0-1 1 0 0,1 0 0 0 0,0 1-1 0 0,0-1 1 0 0,0 1-1 0 0,0-1 1 0 0,0 1 0 0 0,0-1-1 0 0,1 1 1 0 0,0-1 0 0 0,0 1-1 0 0,0-1 1 0 0,0 0-1 0 0,0 1 1 0 0,1-1 0 0 0,-1 0-1 0 0,1 0 1 0 0,0 0-1 0 0,0 0 1 0 0,0-1 0 0 0,4 5-1 0 0,8 8-103 0 0,0-1 0 0 0,0-1 0 0 0,28 19 0 0 0,-9-6-283 0 0,-26-20 363 0 0,0 1 0 0 0,0 0-1 0 0,-1 1 1 0 0,0 0-1 0 0,-1 0 1 0 0,1 0 0 0 0,-1 1-1 0 0,-1-1 1 0 0,0 1 0 0 0,0 0-1 0 0,-1 0 1 0 0,0 1-1 0 0,3 15 1 0 0,-5-19 53 0 0,0 0 0 0 0,-1 0 1 0 0,1 0-1 0 0,-1 0 0 0 0,-1 0 0 0 0,1 0 0 0 0,-1-1 0 0 0,0 1 1 0 0,0 0-1 0 0,-1 0 0 0 0,1-1 0 0 0,-1 1 0 0 0,0-1 0 0 0,-1 1 1 0 0,0-1-1 0 0,0 0 0 0 0,0 0 0 0 0,0 0 0 0 0,-1 0 0 0 0,1-1 1 0 0,-1 1-1 0 0,0-1 0 0 0,-8 6 0 0 0,0-1-1 0 0,0 0-1 0 0,-1-1 0 0 0,1 0 1 0 0,-1-1-1 0 0,-1-1 0 0 0,1 0 1 0 0,-1-1-1 0 0,0 0 0 0 0,-1-1 1 0 0,1-1-1 0 0,-1 0 0 0 0,0-1 1 0 0,1 0-1 0 0,-25-2 0 0 0,14 0-2375 0 0,13 0-2513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6 130 3681 0 0,'-1'-2'25'0'0,"0"0"1"0"0,0 1 0 0 0,1-1 0 0 0,-1 0-1 0 0,1 0 1 0 0,-1-1 0 0 0,1 1-1 0 0,0 0 1 0 0,0 0 0 0 0,0 0-1 0 0,0 0 1 0 0,0 0 0 0 0,0 0 0 0 0,0 0-1 0 0,1 0 1 0 0,-1 0 0 0 0,1 0-1 0 0,0 0 1 0 0,-1 0 0 0 0,1 0-1 0 0,0 0 1 0 0,0 0 0 0 0,0 0 0 0 0,2-2-1 0 0,0-2 75 0 0,1 1-1 0 0,-1-1 0 0 0,1 0 1 0 0,0 1-1 0 0,1 0 1 0 0,-1 0-1 0 0,6-4 0 0 0,-4 5 107 0 0,0 0 0 0 0,-1 1 0 0 0,2 0 0 0 0,-1 0 0 0 0,0 0 0 0 0,0 1 0 0 0,1 0 0 0 0,-1 0 0 0 0,1 1 0 0 0,0-1 0 0 0,0 2 0 0 0,-1-1 0 0 0,9 1-1 0 0,-13 0-129 0 0,1 0-1 0 0,0 0 1 0 0,-1 1-1 0 0,1-1 0 0 0,-1 1 1 0 0,1 0-1 0 0,0 0 0 0 0,-1 0 1 0 0,0 0-1 0 0,1 0 0 0 0,-1 0 1 0 0,0 1-1 0 0,1-1 0 0 0,-1 1 1 0 0,0 0-1 0 0,0-1 1 0 0,0 1-1 0 0,-1 0 0 0 0,1 0 1 0 0,0 0-1 0 0,-1 1 0 0 0,1-1 1 0 0,-1 0-1 0 0,0 1 0 0 0,1-1 1 0 0,-1 0-1 0 0,0 1 0 0 0,-1-1 1 0 0,1 1-1 0 0,0 0 1 0 0,-1-1-1 0 0,1 1 0 0 0,-1 0 1 0 0,0-1-1 0 0,0 4 0 0 0,-1 33 232 0 0,-2 0 0 0 0,-2 0-1 0 0,-1 0 1 0 0,-2-1 0 0 0,-20 59 0 0 0,19-73 598 0 0,6-19-468 0 0,1 0 0 0 0,0 0 0 0 0,1 0 1 0 0,-1 0-1 0 0,1 0 0 0 0,0 0 0 0 0,0 7 0 0 0,1-11-422 0 0,0-1 0 0 0,0 0-1 0 0,1 1 1 0 0,-1-1 0 0 0,0 0 0 0 0,1 1 0 0 0,-1-1 0 0 0,0 0-1 0 0,1 0 1 0 0,-1 1 0 0 0,0-1 0 0 0,1 0 0 0 0,-1 0 0 0 0,1 0-1 0 0,-1 1 1 0 0,0-1 0 0 0,1 0 0 0 0,-1 0 0 0 0,1 0 0 0 0,-1 0 0 0 0,0 0-1 0 0,1 0 1 0 0,-1 0 0 0 0,1 0 0 0 0,-1 0 0 0 0,1 0 0 0 0,-1 0-1 0 0,0 0 1 0 0,1 0 0 0 0,-1 0 0 0 0,1 0 0 0 0,-1-1 0 0 0,0 1-1 0 0,1 0 1 0 0,-1 0 0 0 0,1-1 0 0 0,20-5-408 0 0,-17 5 370 0 0,72-31-2172 0 0,-58 25 1367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1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5 108 10594 0 0,'0'0'44'0'0,"-1"-1"-1"0"0,1 1 1 0 0,0 0-1 0 0,-1-1 1 0 0,1 1-1 0 0,0-1 0 0 0,-1 1 1 0 0,1-1-1 0 0,0 1 1 0 0,0-1-1 0 0,-1 1 1 0 0,1-1-1 0 0,0 1 1 0 0,0-1-1 0 0,0 1 0 0 0,0-1 1 0 0,0 1-1 0 0,0-1 1 0 0,0 0-1 0 0,0 1 1 0 0,0-1-1 0 0,0 1 1 0 0,0-1-1 0 0,0 1 0 0 0,0-1 1 0 0,1 1-1 0 0,-1-1 1 0 0,0 1-1 0 0,1-1 1 0 0,14-16 184 0 0,31-11-1013 0 0,-39 24 693 0 0,4-3-399 0 0,1 1 1 0 0,-1 1-1 0 0,1 0 1 0 0,0 0-1 0 0,0 1 0 0 0,0 1 1 0 0,0 0-1 0 0,1 1 0 0 0,15-1 1 0 0,-19 4 436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4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28 141 10594 0 0,'-12'1'532'0'0,"-3"-2"1028"0"0,15 1-1504 0 0,0 0-1 0 0,0-1 1 0 0,-1 1-1 0 0,1 0 1 0 0,0-1-1 0 0,0 1 1 0 0,0 0-1 0 0,0-1 1 0 0,0 1-1 0 0,0-1 1 0 0,0 1 0 0 0,0 0-1 0 0,0-1 1 0 0,0 1-1 0 0,0 0 1 0 0,0-1-1 0 0,0 1 1 0 0,1-1-1 0 0,-1 1 1 0 0,0 0-1 0 0,0-1 1 0 0,0 1-1 0 0,0 0 1 0 0,1-1-1 0 0,-1 1 1 0 0,0 0 0 0 0,0 0-1 0 0,1-1 1 0 0,-1 1-1 0 0,0 0 1 0 0,1 0-1 0 0,-1-1 1 0 0,0 1-1 0 0,0 0 1 0 0,1 0-1 0 0,-1 0 1 0 0,1-1-1 0 0,9-8-259 0 0,0 0-1 0 0,1 0 0 0 0,0 1 0 0 0,0 0 1 0 0,1 1-1 0 0,0 0 0 0 0,0 1 0 0 0,16-6 1 0 0,8-1-2064 0 0,64-15 1 0 0,-34 19-1979 0 0,-56 6 4138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9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70 1 7834 0 0,'-1'3'324'0'0,"-1"0"1"0"0,1 0-1 0 0,0 0 1 0 0,1 1-1 0 0,-1-1 1 0 0,0 0-1 0 0,1 6 1 0 0,-2 2-298 0 0,-21 73 754 0 0,-8 43 611 0 0,28-112-928 0 0,2-1 1 0 0,-1 0-1 0 0,2 1 0 0 0,0-1 0 0 0,0 1 0 0 0,5 23 0 0 0,-3-30-206 0 0,0 0 0 0 0,1 0-1 0 0,-1 0 1 0 0,2 0-1 0 0,-1-1 1 0 0,1 0 0 0 0,0 0-1 0 0,10 13 1 0 0,-13-18-260 0 0,1 0 0 0 0,-1 0 0 0 0,1-1 0 0 0,0 1 0 0 0,-1-1 0 0 0,1 1 0 0 0,0-1 0 0 0,0 0 1 0 0,0 0-1 0 0,0 0 0 0 0,0 0 0 0 0,0 0 0 0 0,1 0 0 0 0,-1 0 0 0 0,0-1 0 0 0,0 1 0 0 0,1-1 0 0 0,-1 0 1 0 0,0 0-1 0 0,1 1 0 0 0,-1-1 0 0 0,0-1 0 0 0,1 1 0 0 0,-1 0 0 0 0,0-1 0 0 0,0 1 0 0 0,1-1 0 0 0,-1 1 1 0 0,0-1-1 0 0,0 0 0 0 0,0 0 0 0 0,0 0 0 0 0,0 0 0 0 0,0-1 0 0 0,3-2 0 0 0,6-4-799 0 0,-1 0-1 0 0,0-1 1 0 0,0-1-1 0 0,13-17 1 0 0,-10 9-4399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0.3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32 13827 0 0,'-6'-7'608'0'0,"5"3"128"0"0,1 1-584 0 0,0 1-152 0 0,1 0 0 0 0,1 0 0 0 0,0 1-136 0 0,1-1-56 0 0,3-2-16 0 0,1 1 0 0 0,1 1-592 0 0,-1 4-128 0 0,-1 0-16 0 0,-1 3-9 0 0,0 2 745 0 0,-1-2 208 0 0,-1 0-80 0 0,1-1 80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1.7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34 2761 0 0,'1'-3'266'0'0,"15"-28"12016"0"0,-18 91-11461 0 0,2 0 1 0 0,3 0 0 0 0,14 80 0 0 0,-14-117-878 0 0,-2-10-266 0 0,1 0 0 0 0,0 0 0 0 0,1 0 0 0 0,0-1 0 0 0,1 1 0 0 0,0-1-1 0 0,8 15 1 0 0,-9-23-902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2.4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 6913 0 0,'-1'3'42'0'0,"1"0"-1"0"0,-1 1 1 0 0,0-1-1 0 0,1 0 1 0 0,0 1-1 0 0,0-1 0 0 0,0 1 1 0 0,0-1-1 0 0,1 7 1 0 0,0 7 638 0 0,-13 95 2890 0 0,5-60-2067 0 0,3 0-1 0 0,2 79 1 0 0,8 16-1876 0 0,-5-50-3171 0 0,-1-77 2305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1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26 216 4145 0 0,'-3'-4'94'0'0,"1"1"1"0"0,-1-1-1 0 0,0 0 0 0 0,1 0 1 0 0,0 0-1 0 0,0 0 0 0 0,0 0 1 0 0,1-1-1 0 0,-1 1 1 0 0,1-1-1 0 0,0 1 0 0 0,0-1 1 0 0,1 1-1 0 0,0-1 0 0 0,-1 1 1 0 0,1-1-1 0 0,1 0 1 0 0,-1 1-1 0 0,1-1 0 0 0,-1 1 1 0 0,1-1-1 0 0,3-7 0 0 0,-1 6-4 0 0,-1 1 0 0 0,1 0 0 0 0,0 0 0 0 0,0 1 0 0 0,1-1 0 0 0,0 1 0 0 0,-1 0 0 0 0,1-1 0 0 0,1 2 0 0 0,-1-1 0 0 0,0 0 0 0 0,1 1 0 0 0,0 0 0 0 0,0 0 0 0 0,0 0 0 0 0,0 1-1 0 0,0 0 1 0 0,8-3 0 0 0,19-5 644 0 0,50-9 0 0 0,-74 17-644 0 0,1 1-1 0 0,-1 0 1 0 0,0 1-1 0 0,0 0 1 0 0,0 0 0 0 0,1 0-1 0 0,-1 1 1 0 0,0 0 0 0 0,0 1-1 0 0,0 0 1 0 0,0 0-1 0 0,9 5 1 0 0,-13-5-94 0 0,-1 0 0 0 0,0 0 0 0 0,0 0-1 0 0,0 1 1 0 0,0-1 0 0 0,0 1 0 0 0,-1 0 0 0 0,1 0 0 0 0,-1 0 0 0 0,1 0-1 0 0,-1 0 1 0 0,0 0 0 0 0,-1 1 0 0 0,1-1 0 0 0,1 6 0 0 0,0-2-34 0 0,-2 0 0 0 0,1 0 1 0 0,-1 1-1 0 0,0-1 0 0 0,-1 0 1 0 0,0 1-1 0 0,-1 12 0 0 0,0-7 21 0 0,-1 0-1 0 0,-1 0 1 0 0,0-1 0 0 0,-1 1-1 0 0,-1-1 1 0 0,1 0 0 0 0,-2-1-1 0 0,0 1 1 0 0,-7 10-1 0 0,2-6 136 0 0,-1-1-1 0 0,-1 0 0 0 0,0-1 0 0 0,-1 0 1 0 0,-1-2-1 0 0,0 1 0 0 0,0-2 0 0 0,-1 0 1 0 0,-1-1-1 0 0,0 0 0 0 0,-18 6 0 0 0,29-15 39 0 0,11-4-58 0 0,11-5 321 0 0,131-12 2519 0 0,-131 19-2652 0 0,0 1 0 0 0,1 0 0 0 0,-1 1 0 0 0,0 1 1 0 0,0 1-1 0 0,32 9 0 0 0,-39-8-464 0 0,-1 0 1 0 0,1 1-1 0 0,-1 0 1 0 0,0 1-1 0 0,14 11 1 0 0,10 8-3718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4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5065 0 0,'1'0'122'0'0,"1"-1"0"0"0,-1 1-1 0 0,1 0 1 0 0,0 0 0 0 0,-1 0 0 0 0,1 0 0 0 0,0 0-1 0 0,-1 0 1 0 0,1 1 0 0 0,-1-1 0 0 0,1 0-1 0 0,0 1 1 0 0,-1-1 0 0 0,1 1 0 0 0,-1 0 0 0 0,1-1-1 0 0,-1 1 1 0 0,2 1 0 0 0,-1 1 155 0 0,0-1 0 0 0,0 1 0 0 0,-1 0 0 0 0,1-1 1 0 0,-1 1-1 0 0,0 0 0 0 0,0 0 0 0 0,0 0 0 0 0,0 0 0 0 0,0 1 0 0 0,-1-1 1 0 0,1 0-1 0 0,-1 0 0 0 0,0 0 0 0 0,0 0 0 0 0,0 4 0 0 0,-9 61 2198 0 0,3-33-1387 0 0,-3 147 1739 0 0,8-60-5058 0 0,1-89-3664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45 11522 0 0,'-2'-2'387'0'0,"0"-1"0"0"0,0 0-1 0 0,0 0 1 0 0,0 0 0 0 0,0 0-1 0 0,1 0 1 0 0,0 0 0 0 0,-2-4-1 0 0,3 7-383 0 0,0-1 1 0 0,0 1-1 0 0,-1 0 0 0 0,1-1 0 0 0,0 1 1 0 0,0 0-1 0 0,0-1 0 0 0,0 1 0 0 0,0-1 1 0 0,0 1-1 0 0,-1 0 0 0 0,1-1 0 0 0,0 1 1 0 0,0-1-1 0 0,0 1 0 0 0,0 0 0 0 0,1-1 1 0 0,-1 1-1 0 0,0-1 0 0 0,0 1 0 0 0,0 0 1 0 0,0-1-1 0 0,0 1 0 0 0,0-1 0 0 0,1 1 1 0 0,-1 0-1 0 0,0-1 0 0 0,0 1 0 0 0,0 0 1 0 0,1-1-1 0 0,-1 1 0 0 0,0 0 0 0 0,1-1 1 0 0,-1 1-1 0 0,0 0 0 0 0,1 0 0 0 0,-1 0 1 0 0,0-1-1 0 0,1 1 0 0 0,-1 0 0 0 0,0 0 1 0 0,1 0-1 0 0,-1 0 0 0 0,1-1 0 0 0,-1 1 1 0 0,0 0-1 0 0,1 0 0 0 0,-1 0 0 0 0,1 0 1 0 0,-1 0-1 0 0,0 0 0 0 0,1 0 0 0 0,-1 0 1 0 0,1 0-1 0 0,-1 0 0 0 0,0 1 0 0 0,1-1 1 0 0,-1 0-1 0 0,1 0 0 0 0,-1 0 0 0 0,0 0 1 0 0,1 0-1 0 0,-1 1 0 0 0,0-1 0 0 0,1 0 1 0 0,-1 0-1 0 0,1 1 0 0 0,0 0-305 0 0,0 0-1 0 0,0 0 1 0 0,0 0-1 0 0,1 1 0 0 0,-1-1 1 0 0,0 0-1 0 0,-1 0 1 0 0,1 1-1 0 0,0-1 1 0 0,0 0-1 0 0,-1 1 0 0 0,1-1 1 0 0,0 1-1 0 0,-1-1 1 0 0,0 1-1 0 0,1-1 1 0 0,-1 1-1 0 0,0 0 1 0 0,0-1-1 0 0,0 1 0 0 0,0-1 1 0 0,0 1-1 0 0,0 1 1 0 0,0 8-3155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8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 10594 0 0,'0'-5'3392'0'0,"0"5"-3323"0"0,21-1-1196 0 0,-19 1 1038 0 0,0 0-1 0 0,0 0 1 0 0,0 0-1 0 0,0 0 1 0 0,0 1-1 0 0,0-1 1 0 0,0 0-1 0 0,0 1 0 0 0,0 0 1 0 0,0-1-1 0 0,0 1 1 0 0,0 0-1 0 0,0 0 1 0 0,-1 0-1 0 0,1 0 1 0 0,0 1-1 0 0,-1-1 1 0 0,1 0-1 0 0,-1 1 1 0 0,1-1-1 0 0,-1 1 1 0 0,2 1-1 0 0,-3 0 79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9.1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0 9218 0 0,'-4'2'290'0'0,"0"-1"0"0"0,0 1 0 0 0,1 0 1 0 0,-1 0-1 0 0,1 0 0 0 0,0 1 0 0 0,-1-1 0 0 0,1 1 0 0 0,0-1 0 0 0,-4 7 0 0 0,3-3-667 0 0,1 0 0 0 0,0 1 0 0 0,0-1-1 0 0,-4 14 1 0 0,4-10-977 0 0,-16 45 1183 0 0,12-39 159 0 0</inkml:trace>
  <inkml:trace contextRef="#ctx0" brushRef="#br0" timeOffset="1">39 584 10594 0 0,'-3'1'472'0'0,"-1"-1"96"0"0,3 2-455 0 0,-1-2-113 0 0,4 2 64 0 0,-2 0-64 0 0,0-1 0 0 0,0 1-385 0 0,-7 26-1303 0 0,1-18 1688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5.2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318 55 6449 0 0,'1'-18'1284'0'0,"0"16"-1081"0"0,-1-1 1 0 0,0 0 0 0 0,0 0-1 0 0,0 0 1 0 0,0 0 0 0 0,0 1-1 0 0,0-1 1 0 0,-1 0 0 0 0,0-3-1 0 0,1 5-163 0 0,-1 1-1 0 0,1-1 0 0 0,0 1 0 0 0,0 0 0 0 0,-1-1 0 0 0,1 1 1 0 0,0 0-1 0 0,-1 0 0 0 0,1-1 0 0 0,0 1 0 0 0,-1 0 1 0 0,1 0-1 0 0,0-1 0 0 0,-1 1 0 0 0,1 0 0 0 0,-1 0 0 0 0,1 0 1 0 0,0 0-1 0 0,-1 0 0 0 0,1 0 0 0 0,-1-1 0 0 0,1 1 0 0 0,0 0 1 0 0,-1 0-1 0 0,1 0 0 0 0,-1 1 0 0 0,-21 7 1274 0 0,9 2-809 0 0,-1 0 0 0 0,1 0 0 0 0,1 1 0 0 0,0 1-1 0 0,0 0 1 0 0,-17 26 0 0 0,-53 90 745 0 0,69-104-913 0 0,6-14-265 0 0,4-5-22 0 0,-1 0-1 0 0,1 1 1 0 0,0-1 0 0 0,1 1 0 0 0,-1-1 0 0 0,1 1 0 0 0,0 0-1 0 0,1 0 1 0 0,-1 0 0 0 0,0 7 0 0 0,3-13-60 0 0,-1 1 0 0 0,0-1 0 0 0,1 1 0 0 0,-1 0 0 0 0,0-1 0 0 0,1 1 0 0 0,-1-1 0 0 0,1 1 0 0 0,-1-1 0 0 0,1 0 0 0 0,-1 1 0 0 0,1-1 0 0 0,-1 0 0 0 0,1 1 0 0 0,-1-1 0 0 0,1 0 0 0 0,-1 1 0 0 0,1-1 0 0 0,0 0 0 0 0,-1 0 0 0 0,1 0 0 0 0,0 0 0 0 0,-1 1 0 0 0,1-1 0 0 0,-1 0 0 0 0,2 0 0 0 0,24 2-525 0 0,-16-1 329 0 0,13 3 174 0 0,0 0 1 0 0,-1 2-1 0 0,0 0 0 0 0,0 2 1 0 0,-1 1-1 0 0,0 0 1 0 0,0 1-1 0 0,-1 2 1 0 0,0 0-1 0 0,-1 1 1 0 0,-1 0-1 0 0,0 2 1 0 0,0 0-1 0 0,20 25 0 0 0,-36-38 40 0 0,-1 0-1 0 0,1 0 0 0 0,-1 1 1 0 0,0-1-1 0 0,0 0 0 0 0,0 0 1 0 0,0 1-1 0 0,0-1 0 0 0,0 1 1 0 0,-1-1-1 0 0,1 1 0 0 0,-1-1 1 0 0,1 1-1 0 0,-1-1 0 0 0,0 1 1 0 0,0 0-1 0 0,-1 2 0 0 0,0 1 54 0 0,0-1-1 0 0,0 0 0 0 0,-1 0 1 0 0,0 0-1 0 0,0 0 0 0 0,0 0 1 0 0,-1-1-1 0 0,-3 6 0 0 0,-1 0 99 0 0,-1 0-1 0 0,0 0 1 0 0,-1 0 0 0 0,0-1-1 0 0,-1 0 1 0 0,-12 9 0 0 0,-7-1 146 0 0,0-2 0 0 0,-1 0 0 0 0,-1-2 0 0 0,0-1 1 0 0,-34 8-1 0 0,-3 2-1831 0 0,3 3-3280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0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266 96 5529 0 0,'-4'-13'1117'0'0,"2"4"-562"0"0,-1 1-1 0 0,0-1 1 0 0,0 1 0 0 0,-1 0-1 0 0,0 0 1 0 0,-6-8-1 0 0,9 14-502 0 0,-1 1-1 0 0,1 0 1 0 0,0-1-1 0 0,-1 1 1 0 0,1 0-1 0 0,0 0 0 0 0,-1 0 1 0 0,1 0-1 0 0,-1 0 1 0 0,0 0-1 0 0,1 0 1 0 0,-1 1-1 0 0,0-1 0 0 0,1 1 1 0 0,-1-1-1 0 0,0 1 1 0 0,0 0-1 0 0,0-1 1 0 0,1 1-1 0 0,-1 0 0 0 0,0 0 1 0 0,0 0-1 0 0,0 1 1 0 0,1-1-1 0 0,-1 0 1 0 0,0 1-1 0 0,0-1 0 0 0,1 1 1 0 0,-1-1-1 0 0,0 1 1 0 0,1 0-1 0 0,-1 0 1 0 0,0 0-1 0 0,1 0 0 0 0,-1 0 1 0 0,1 0-1 0 0,-2 1 1 0 0,-5 5 243 0 0,-1 0 0 0 0,1 1 0 0 0,0 0 0 0 0,0 0 1 0 0,1 0-1 0 0,1 1 0 0 0,-1 0 0 0 0,-7 15 1 0 0,-36 84 1048 0 0,41-87-1243 0 0,2-4-52 0 0,1-1 0 0 0,0 1 0 0 0,2 1 1 0 0,0-1-1 0 0,1 1 0 0 0,0-1 0 0 0,2 1 0 0 0,0 0 0 0 0,1 0 0 0 0,3 28 1 0 0,-1-36-29 0 0,0-1 0 0 0,0 1 0 0 0,1 0 0 0 0,0-1 0 0 0,1 0 0 0 0,0 0 0 0 0,0 0 1 0 0,1 0-1 0 0,0-1 0 0 0,1 1 0 0 0,0-1 0 0 0,0-1 0 0 0,1 1 0 0 0,-1-1 0 0 0,2 0 1 0 0,-1-1-1 0 0,1 1 0 0 0,0-2 0 0 0,0 1 0 0 0,14 6 0 0 0,-16-9-2 0 0,0 0 1 0 0,0 0-1 0 0,1-1 1 0 0,-1 0-1 0 0,1 0 0 0 0,-1-1 1 0 0,1 0-1 0 0,-1 0 1 0 0,1-1-1 0 0,0 1 0 0 0,-1-1 1 0 0,1-1-1 0 0,0 1 1 0 0,8-3-1 0 0,-11 2 3 0 0,-1 0 0 0 0,1-1 0 0 0,-1 1 1 0 0,1-1-1 0 0,-1 0 0 0 0,0 0 0 0 0,0 0 0 0 0,0 0 0 0 0,0-1 0 0 0,0 1 0 0 0,0-1 0 0 0,-1 0 1 0 0,1 1-1 0 0,-1-1 0 0 0,0-1 0 0 0,1 1 0 0 0,-2 0 0 0 0,1 0 0 0 0,0-1 0 0 0,-1 1 1 0 0,1-1-1 0 0,-1 1 0 0 0,0-1 0 0 0,0 0 0 0 0,0 0 0 0 0,0-5 0 0 0,-1 2-33 0 0,1 0-1 0 0,-1 1 1 0 0,-1-1-1 0 0,1 1 1 0 0,-1-1-1 0 0,0 0 1 0 0,-1 1-1 0 0,1-1 1 0 0,-1 1 0 0 0,0 0-1 0 0,-1 0 1 0 0,0 0-1 0 0,0 0 1 0 0,0 0-1 0 0,-5-6 1 0 0,6 9-38 0 0,0 1 0 0 0,0-1 1 0 0,0 1-1 0 0,-1 0 0 0 0,1 0 1 0 0,0 0-1 0 0,-1 0 0 0 0,0 0 1 0 0,1 0-1 0 0,-1 1 1 0 0,0-1-1 0 0,0 1 0 0 0,0 0 1 0 0,0 0-1 0 0,0 0 0 0 0,0 0 1 0 0,0 0-1 0 0,0 1 0 0 0,0-1 1 0 0,0 1-1 0 0,-1 0 0 0 0,1 0 1 0 0,0 0-1 0 0,0 1 0 0 0,0-1 1 0 0,0 1-1 0 0,-1-1 0 0 0,1 1 1 0 0,0 0-1 0 0,0 0 1 0 0,0 1-1 0 0,1-1 0 0 0,-4 2 1 0 0,-14 9-945 0 0,0 0 0 0 0,1 1 0 0 0,0 1 0 0 0,1 0 1 0 0,1 2-1 0 0,-20 21 0 0 0,21-17-2700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8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37 100 5985 0 0,'-28'-3'1730'0'0,"20"0"502"0"0,18-2-1067 0 0,194-30 3217 0 0,-80 16-3531 0 0,-87 11-1166 0 0,52-19 0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2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419 61 6913 0 0,'-2'-23'1042'0'0,"2"20"-929"0"0,0 0 0 0 0,0-1 0 0 0,0 1 0 0 0,0 0 0 0 0,-1 0 0 0 0,0 0 0 0 0,1 0 0 0 0,-2-3 0 0 0,1 5-91 0 0,1 1 1 0 0,0-1-1 0 0,0 1 1 0 0,-1 0 0 0 0,1-1-1 0 0,0 1 1 0 0,-1-1 0 0 0,1 1-1 0 0,0 0 1 0 0,-1 0-1 0 0,1-1 1 0 0,-1 1 0 0 0,1 0-1 0 0,0 0 1 0 0,-1-1 0 0 0,1 1-1 0 0,-1 0 1 0 0,1 0 0 0 0,-1 0-1 0 0,1 0 1 0 0,-1 0-1 0 0,1 0 1 0 0,-1 0 0 0 0,-18 6 620 0 0,2 8 110 0 0,1-1-1 0 0,0 2 0 0 0,1 0 1 0 0,1 1-1 0 0,0 1 0 0 0,-19 31 1 0 0,10-17-423 0 0,2-3-66 0 0,-39 55 555 0 0,53-71-606 0 0,0 0 0 0 0,1 0 0 0 0,0 0 0 0 0,1 1 0 0 0,-5 15 0 0 0,10-26-218 0 0,0 0 1 0 0,0 1 0 0 0,0-1-1 0 0,0 0 1 0 0,0 0 0 0 0,0 0-1 0 0,1 0 1 0 0,-1 1-1 0 0,1-1 1 0 0,-1 0 0 0 0,1 0-1 0 0,0 0 1 0 0,0 0-1 0 0,0 0 1 0 0,0 0 0 0 0,0 0-1 0 0,0-1 1 0 0,1 1-1 0 0,-1 0 1 0 0,1 0 0 0 0,-1-1-1 0 0,1 1 1 0 0,-1-1 0 0 0,1 0-1 0 0,0 1 1 0 0,4 1-1 0 0,6 4-219 0 0,0 0 0 0 0,1-1 1 0 0,15 6-1 0 0,-11-5 192 0 0,-4-1 18 0 0,0 0 1 0 0,0 1-1 0 0,0 0 0 0 0,20 17 0 0 0,-31-22 35 0 0,1 0 0 0 0,0 0 0 0 0,-1 1 0 0 0,1 0 0 0 0,-1-1 0 0 0,0 1 0 0 0,0 0 0 0 0,0 0 0 0 0,0 0 0 0 0,-1 0 0 0 0,1 1 0 0 0,-1-1 0 0 0,0 0 0 0 0,0 1 0 0 0,0-1 0 0 0,0 0 1 0 0,0 1-1 0 0,-1-1 0 0 0,0 1 0 0 0,0-1 0 0 0,0 1 0 0 0,0 0 0 0 0,0-1 0 0 0,-1 1 0 0 0,0 3 0 0 0,-4 8 17 0 0,-1 0 1 0 0,0 0 0 0 0,-1 0-1 0 0,0-1 1 0 0,-1 0-1 0 0,-1 0 1 0 0,-1-1 0 0 0,1 0-1 0 0,-2-1 1 0 0,0 0-1 0 0,0-1 1 0 0,-1 0 0 0 0,-1-1-1 0 0,0 0 1 0 0,0-1 0 0 0,-1 0-1 0 0,-18 8 1 0 0,18-10-407 0 0,0-1 1 0 0,-1-1-1 0 0,0 0 1 0 0,-1-1-1 0 0,1 0 1 0 0,-22 1-1 0 0,28-3-818 0 0,2-1-207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8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311 0 11979 0 0,'2'3'121'0'0,"1"1"1"0"0,-1-1-1 0 0,0 1 1 0 0,0-1 0 0 0,0 1-1 0 0,0 0 1 0 0,-1-1 0 0 0,1 1-1 0 0,0 7 1 0 0,-1-2-189 0 0,0 0 0 0 0,-1 0 1 0 0,0 0-1 0 0,0 1 0 0 0,-1-1 1 0 0,0 0-1 0 0,-1 0 0 0 0,0 0 1 0 0,-1 0-1 0 0,1 0 0 0 0,-2 0 1 0 0,-4 10-1 0 0,-8 12-72 0 0,-35 53 1 0 0,44-73 445 0 0,-1-2 0 0 0,0 1 0 0 0,0-1 0 0 0,-1 0 0 0 0,0 0 1 0 0,-1-1-1 0 0,-11 7 0 0 0,17-12-312 0 0,0 0 0 0 0,0-1 0 0 0,-1 1 0 0 0,1-1 0 0 0,-1 0 0 0 0,1 0-1 0 0,-1-1 1 0 0,0 0 0 0 0,0 1 0 0 0,0-2 0 0 0,1 1 0 0 0,-1 0 0 0 0,0-1 0 0 0,0 0 0 0 0,0 0 0 0 0,0-1 0 0 0,0 1 0 0 0,0-1 0 0 0,0 0 0 0 0,-8-3 0 0 0,9 2-73 0 0,0-1-1 0 0,0 0 1 0 0,0 0 0 0 0,1 0 0 0 0,-1 0-1 0 0,1 0 1 0 0,0-1 0 0 0,0 0 0 0 0,0 1 0 0 0,1-1-1 0 0,-1 0 1 0 0,1 0 0 0 0,0-1 0 0 0,0 1-1 0 0,0 0 1 0 0,1-1 0 0 0,-1 1 0 0 0,1-1 0 0 0,0 1-1 0 0,0-1 1 0 0,1 0 0 0 0,0-7 0 0 0,-2-8-30 0 0,2-1 0 0 0,1 0 0 0 0,5-35 0 0 0,-5 51 111 0 0,0 0 0 0 0,0 0 1 0 0,1 1-1 0 0,-1-1 0 0 0,1 0 1 0 0,0 1-1 0 0,1 0 0 0 0,-1-1 0 0 0,1 1 1 0 0,0 0-1 0 0,0 0 0 0 0,0 0 1 0 0,0 0-1 0 0,0 1 0 0 0,1 0 1 0 0,0-1-1 0 0,0 1 0 0 0,0 0 1 0 0,0 1-1 0 0,0-1 0 0 0,1 1 1 0 0,-1 0-1 0 0,1 0 0 0 0,-1 0 1 0 0,1 0-1 0 0,0 1 0 0 0,0 0 1 0 0,0 0-1 0 0,0 0 0 0 0,-1 1 0 0 0,7 0 1 0 0,-4-1 48 0 0,0 1 1 0 0,-1 1 0 0 0,1-1-1 0 0,0 1 1 0 0,0 0-1 0 0,-1 1 1 0 0,1 0 0 0 0,-1 0-1 0 0,1 0 1 0 0,-1 1 0 0 0,0 0-1 0 0,0 0 1 0 0,0 0-1 0 0,0 1 1 0 0,-1 0 0 0 0,1 0-1 0 0,-1 0 1 0 0,0 1-1 0 0,0 0 1 0 0,-1 0 0 0 0,1 0-1 0 0,4 8 1 0 0,-2 1 90 0 0,-2 0 1 0 0,1 0-1 0 0,-2 0 1 0 0,0 1-1 0 0,-1 0 1 0 0,0-1 0 0 0,-1 1-1 0 0,-1 0 1 0 0,0 0-1 0 0,-1 0 1 0 0,0 0-1 0 0,-2 0 1 0 0,0 0-1 0 0,-5 21 1 0 0,-3 6-545 0 0,-2-2 0 0 0,-2 0 0 0 0,-36 73 0 0 0,45-106-736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2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0 103 9362 0 0,'5'-1'100'0'0,"-1"0"0"0"0,1-1 0 0 0,-1 1 0 0 0,0-1 0 0 0,0 0 0 0 0,1-1 0 0 0,-1 1 0 0 0,-1-1 0 0 0,7-4 0 0 0,7-5-68 0 0,-14 10-27 0 0,18-10-469 0 0,-1 0 0 0 0,2 2-1 0 0,-1 0 1 0 0,31-9 0 0 0,-45 17-2437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79 8754 0 0,'-11'11'2969'0'0,"42"-31"173"0"0,-18 11-4060 0 0,7 0 17 0 0,1 1 0 0 0,-1 1 0 0 0,1 0-1 0 0,0 2 1 0 0,1 1 0 0 0,-1 0 0 0 0,26 0 0 0 0,17-4 511 0 0,-43 3 379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4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1 8754 0 0,'-1'0'57'0'0,"1"0"1"0"0,-1 0-1 0 0,1 0 0 0 0,-1 0 1 0 0,0 0-1 0 0,1 0 0 0 0,-1 0 1 0 0,0 0-1 0 0,1 0 0 0 0,-1 1 1 0 0,1-1-1 0 0,-1 0 0 0 0,0 0 1 0 0,1 1-1 0 0,-1-1 1 0 0,1 0-1 0 0,-1 1 0 0 0,1-1 1 0 0,-1 1-1 0 0,1-1 0 0 0,-1 0 1 0 0,1 1-1 0 0,0-1 0 0 0,-1 1 1 0 0,1 0-1 0 0,-1-1 0 0 0,1 2 1 0 0,-13 14 200 0 0,7-4 156 0 0,-1 1-1 0 0,1 0 1 0 0,1 0-1 0 0,1 1 1 0 0,-1 0 0 0 0,-1 15-1 0 0,-10 86 1932 0 0,14-90-1864 0 0,0 1 0 0 0,2-1 0 0 0,2 1 0 0 0,0-1 0 0 0,9 40 0 0 0,-8-52-305 0 0,0 0-1 0 0,1 0 1 0 0,1 0 0 0 0,0 0-1 0 0,1 0 1 0 0,1-1 0 0 0,0 0 0 0 0,0-1-1 0 0,1 0 1 0 0,0 0 0 0 0,20 19-1 0 0,-26-28-213 0 0,0 0-1 0 0,0-1 1 0 0,0 1-1 0 0,1-1 1 0 0,-1 1-1 0 0,0-1 1 0 0,1 0-1 0 0,-1 0 1 0 0,1 0-1 0 0,-1-1 0 0 0,1 1 1 0 0,-1-1-1 0 0,1 1 1 0 0,0-1-1 0 0,-1 0 1 0 0,5 0-1 0 0,-4 0-213 0 0,-1 0-1 0 0,0-1 1 0 0,0 1-1 0 0,1-1 1 0 0,-1 0 0 0 0,0 0-1 0 0,0 0 1 0 0,0 0-1 0 0,0 0 1 0 0,0 0-1 0 0,0 0 1 0 0,2-2 0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23 2761 0 0,'-3'-20'8455'0'0,"3"19"-8126"0"0,10-1 751 0 0,-9 2-1184 0 0,3 7-1999 0 0,-3-4 1940 0 0,0 0-1 0 0,0 0 1 0 0,0-1 0 0 0,0 1 0 0 0,0 0 0 0 0,-1 0-1 0 0,1 0 1 0 0,-1 0 0 0 0,0 0 0 0 0,0 0 0 0 0,0 0-1 0 0,0 0 1 0 0,-1 0 0 0 0,0 5 0 0 0,-2-1 163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4.7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3 6913 0 0,'-6'-2'2311'0'0,"-3"8"1372"0"0,3 4-3111 0 0,0 0 0 0 0,1 1 0 0 0,0-1 1 0 0,1 1-1 0 0,0 0 0 0 0,1 0 0 0 0,0 1 1 0 0,1-1-1 0 0,-2 22 0 0 0,1 6-304 0 0,3 66-1 0 0,8-42-3296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12 139 2304 0 0,'5'35'-1080'0'0,"-12"11"1945"0"0,3-25 526 0 0,1 0 0 0 0,1 1 1 0 0,2 33-1 0 0,0-50-1214 0 0,0 0 1 0 0,1 0-1 0 0,0 0 0 0 0,0 0 1 0 0,0 0-1 0 0,1 0 0 0 0,-1-1 1 0 0,1 1-1 0 0,0 0 0 0 0,1-1 1 0 0,-1 0-1 0 0,1 1 1 0 0,0-1-1 0 0,0 0 0 0 0,0-1 1 0 0,0 1-1 0 0,1 0 0 0 0,0-1 1 0 0,-1 0-1 0 0,8 5 0 0 0,-8-7-165 0 0,1 1 0 0 0,-1-1 0 0 0,0 0 0 0 0,1 0 0 0 0,-1-1 0 0 0,1 1 0 0 0,-1-1 0 0 0,1 1 0 0 0,-1-1 0 0 0,1 0 0 0 0,0 0 0 0 0,-1-1 0 0 0,1 1 0 0 0,-1-1 0 0 0,1 0 0 0 0,-1 0 0 0 0,0 0 0 0 0,1 0 0 0 0,-1 0 0 0 0,0-1 0 0 0,0 0 0 0 0,0 0 0 0 0,0 1 0 0 0,4-5 0 0 0,7-4 80 0 0,-1 0 0 0 0,0-2-1 0 0,18-20 1 0 0,-14 14-215 0 0,-1-1 0 0 0,-1-1 1 0 0,-1 0-1 0 0,-1-1 0 0 0,-1-1 0 0 0,19-44 0 0 0,-29 60-2 0 0,-1-1 0 0 0,0 1 0 0 0,0 0 0 0 0,0-1 0 0 0,-1 0-1 0 0,0 1 1 0 0,0-1 0 0 0,-1 1 0 0 0,1-1 0 0 0,-2 1 0 0 0,1 0 0 0 0,-5-13 0 0 0,5 14 55 0 0,-1 0 0 0 0,0 0 0 0 0,-1 1 0 0 0,1-1 0 0 0,-1 1 0 0 0,0-1 0 0 0,0 1 0 0 0,0 0 0 0 0,-1 0 0 0 0,1 0 0 0 0,-1 1 0 0 0,0-1 1 0 0,0 1-1 0 0,-1 0 0 0 0,1 0 0 0 0,-8-3 0 0 0,0 2-322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5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9 14283 0 0,'-1'0'-21'0'0,"1"-1"0"0"0,0 1 0 0 0,-1-1 0 0 0,1 1 0 0 0,0-1 0 0 0,-1 1 0 0 0,1-1 0 0 0,-1 1 0 0 0,1-1 0 0 0,0 1 0 0 0,-1 0 0 0 0,1-1 0 0 0,-1 1 0 0 0,1 0 0 0 0,-1-1 0 0 0,0 1 0 0 0,1 0 0 0 0,-1 0 0 0 0,1 0-1 0 0,-1-1 1 0 0,1 1 0 0 0,-1 0 0 0 0,0 0 0 0 0,1 0 0 0 0,-1 0 0 0 0,0 0 0 0 0,1 15-1656 0 0,1 5 2098 0 0,-3 83 1429 0 0,2 74 336 0 0,2-145-1909 0 0,1-1 1 0 0,2 0-1 0 0,13 48 0 0 0,-11-48-179 0 0,-6-24-392 0 0,0 0-1 0 0,1 0 1 0 0,0-1 0 0 0,0 1 0 0 0,0 0-1 0 0,6 9 1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0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5 262 6913 0 0,'-2'-7'-203'0'0,"1"1"0"0"0,0-1-1 0 0,1 0 1 0 0,0 0 0 0 0,0 1-1 0 0,0-1 1 0 0,1 0 0 0 0,0 0-1 0 0,0 1 1 0 0,1-1-1 0 0,0 1 1 0 0,0-1 0 0 0,0 1-1 0 0,1-1 1 0 0,0 1 0 0 0,7-10-1 0 0,-3 4-114 0 0,0 0 1 0 0,2 1-1 0 0,-1 0 0 0 0,1 1 0 0 0,1 0 0 0 0,0 0 0 0 0,17-12 1 0 0,-20 17 770 0 0,1 0 0 0 0,0 0 1 0 0,0 0-1 0 0,1 1 0 0 0,-1 1 1 0 0,1 0-1 0 0,0 0 0 0 0,0 0 1 0 0,0 1-1 0 0,13-1 0 0 0,-18 2-317 0 0,0 1-1 0 0,-1 1 0 0 0,1-1 1 0 0,0 0-1 0 0,-1 1 0 0 0,1 0 0 0 0,-1 0 1 0 0,1 0-1 0 0,-1 0 0 0 0,1 0 1 0 0,-1 1-1 0 0,0 0 0 0 0,0 0 1 0 0,1-1-1 0 0,-1 2 0 0 0,0-1 1 0 0,-1 0-1 0 0,1 1 0 0 0,0-1 0 0 0,-1 1 1 0 0,0 0-1 0 0,1 0 0 0 0,-1 0 1 0 0,0 0-1 0 0,0 0 0 0 0,-1 0 1 0 0,1 0-1 0 0,-1 1 0 0 0,2 4 0 0 0,0 0-119 0 0,-1 1-1 0 0,0 0 0 0 0,0 0 0 0 0,-1 1 0 0 0,0-1 0 0 0,-1 0 1 0 0,0 0-1 0 0,0 0 0 0 0,-1 1 0 0 0,0-1 0 0 0,-1 0 0 0 0,0 0 1 0 0,0 0-1 0 0,-1 0 0 0 0,0-1 0 0 0,0 1 0 0 0,-7 11 0 0 0,-8 10 888 0 0,-1 0-1 0 0,-1-1 1 0 0,-27 30-1 0 0,39-49-384 0 0,6-8-443 0 0,0 0-1 0 0,1 0 0 0 0,-1 0 1 0 0,1 0-1 0 0,-1 0 0 0 0,1 0 1 0 0,0 1-1 0 0,0-1 0 0 0,0 0 1 0 0,0 1-1 0 0,0-1 0 0 0,1 0 1 0 0,-1 1-1 0 0,1-1 0 0 0,0 1 0 0 0,-1-1 1 0 0,1 1-1 0 0,0-1 0 0 0,0 1 1 0 0,1-1-1 0 0,-1 1 0 0 0,0-1 1 0 0,1 1-1 0 0,0-1 0 0 0,-1 1 1 0 0,1-1-1 0 0,0 0 0 0 0,3 5 1 0 0,-1-3 13 0 0,0 0 1 0 0,1 0-1 0 0,0 0 1 0 0,-1-1-1 0 0,1 1 1 0 0,1-1-1 0 0,-1 0 1 0 0,0 0-1 0 0,1-1 1 0 0,0 1-1 0 0,-1-1 0 0 0,1 0 1 0 0,6 2-1 0 0,2-1 29 0 0,0-1-1 0 0,0 0 1 0 0,1 0-1 0 0,-1-1 1 0 0,0-1-1 0 0,0 0 1 0 0,0-1-1 0 0,1-1 1 0 0,15-3-1 0 0,-5 1-1582 0 0,36-1-1 0 0,-46 5 532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3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3225 0 0,'10'28'7341'0'0,"0"1"-5110"0"0,-7-20-2289 0 0,0 1 0 0 0,-1-1 1 0 0,-1 1-1 0 0,1 0 0 0 0,-1 15 1 0 0,-17 164 1420 0 0,0 1 94 0 0,16-172-5134 0 0,0-2-1300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9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76 5529 0 0,'1'-4'-6'0'0,"0"1"1"0"0,1 0-1 0 0,0 0 0 0 0,0-1 1 0 0,0 1-1 0 0,0 0 0 0 0,0 1 1 0 0,0-1-1 0 0,6-5 0 0 0,13-17 4508 0 0,-23 34-2300 0 0,-9 20-564 0 0,10-26-1692 0 0,-6 16 231 0 0,1 1-1 0 0,1-1 1 0 0,1 1 0 0 0,1 0-1 0 0,0 0 1 0 0,1 37-1 0 0,2-47-131 0 0,1-1 0 0 0,-1 1 0 0 0,2-1 0 0 0,-1 1 0 0 0,1-1 0 0 0,1 0-1 0 0,0 0 1 0 0,0 0 0 0 0,1 0 0 0 0,0-1 0 0 0,0 1 0 0 0,1-1 0 0 0,0 0 0 0 0,1 0 0 0 0,0-1-1 0 0,8 9 1 0 0,-12-14-49 0 0,-1-1-1 0 0,1 1 1 0 0,0-1-1 0 0,-1 0 1 0 0,1 0-1 0 0,0 0 1 0 0,0 0-1 0 0,0 0 1 0 0,0 0-1 0 0,0 0 1 0 0,0-1-1 0 0,0 1 1 0 0,0-1-1 0 0,1 1 1 0 0,-1-1-1 0 0,0 0 1 0 0,0 0-1 0 0,0 0 1 0 0,0 0-1 0 0,1 0 1 0 0,1-1-1 0 0,0 0 51 0 0,0-1 0 0 0,0 1 0 0 0,0-1 0 0 0,0 0 0 0 0,0 0 0 0 0,-1 0 0 0 0,1-1 0 0 0,-1 1 0 0 0,0-1 0 0 0,5-4 0 0 0,-1-1 130 0 0,0 1 0 0 0,-1-1-1 0 0,0-1 1 0 0,0 1 0 0 0,-1-1 0 0 0,0 0-1 0 0,-1 0 1 0 0,6-15 0 0 0,-8 13-34 0 0,0 1 0 0 0,0-1 0 0 0,-1 0 0 0 0,-1 0 0 0 0,0 0 0 0 0,0 0 0 0 0,-1 0 0 0 0,0 1 0 0 0,-1-1 0 0 0,0 0 0 0 0,-1 1 0 0 0,0-1 0 0 0,-8-17 0 0 0,7 20-240 0 0,0 1 0 0 0,0-1 0 0 0,0 1 0 0 0,-1 0 0 0 0,0 0 0 0 0,-1 0 0 0 0,1 1 1 0 0,-1 0-1 0 0,0 0 0 0 0,-1 0 0 0 0,0 1 0 0 0,0 0 0 0 0,0 0 0 0 0,0 1 0 0 0,-1 0 0 0 0,1 0 1 0 0,-1 1-1 0 0,-9-3 0 0 0,-2 2-6392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021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customXml" Target="../ink/ink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4.xml"/><Relationship Id="rId21" Type="http://schemas.openxmlformats.org/officeDocument/2006/relationships/image" Target="../media/image34.png"/><Relationship Id="rId42" Type="http://schemas.openxmlformats.org/officeDocument/2006/relationships/customXml" Target="../ink/ink22.xml"/><Relationship Id="rId47" Type="http://schemas.openxmlformats.org/officeDocument/2006/relationships/image" Target="../media/image47.png"/><Relationship Id="rId63" Type="http://schemas.openxmlformats.org/officeDocument/2006/relationships/image" Target="../media/image55.png"/><Relationship Id="rId68" Type="http://schemas.openxmlformats.org/officeDocument/2006/relationships/customXml" Target="../ink/ink35.xml"/><Relationship Id="rId84" Type="http://schemas.openxmlformats.org/officeDocument/2006/relationships/customXml" Target="../ink/ink43.xml"/><Relationship Id="rId89" Type="http://schemas.openxmlformats.org/officeDocument/2006/relationships/image" Target="../media/image68.png"/><Relationship Id="rId16" Type="http://schemas.openxmlformats.org/officeDocument/2006/relationships/customXml" Target="../ink/ink9.xml"/><Relationship Id="rId11" Type="http://schemas.openxmlformats.org/officeDocument/2006/relationships/image" Target="../media/image29.png"/><Relationship Id="rId32" Type="http://schemas.openxmlformats.org/officeDocument/2006/relationships/customXml" Target="../ink/ink17.xml"/><Relationship Id="rId37" Type="http://schemas.openxmlformats.org/officeDocument/2006/relationships/image" Target="../media/image42.png"/><Relationship Id="rId53" Type="http://schemas.openxmlformats.org/officeDocument/2006/relationships/image" Target="../media/image50.png"/><Relationship Id="rId58" Type="http://schemas.openxmlformats.org/officeDocument/2006/relationships/customXml" Target="../ink/ink30.xml"/><Relationship Id="rId74" Type="http://schemas.openxmlformats.org/officeDocument/2006/relationships/customXml" Target="../ink/ink38.xml"/><Relationship Id="rId79" Type="http://schemas.openxmlformats.org/officeDocument/2006/relationships/image" Target="../media/image63.png"/><Relationship Id="rId5" Type="http://schemas.openxmlformats.org/officeDocument/2006/relationships/image" Target="../media/image26.png"/><Relationship Id="rId90" Type="http://schemas.openxmlformats.org/officeDocument/2006/relationships/customXml" Target="../ink/ink46.xml"/><Relationship Id="rId14" Type="http://schemas.openxmlformats.org/officeDocument/2006/relationships/customXml" Target="../ink/ink8.xml"/><Relationship Id="rId22" Type="http://schemas.openxmlformats.org/officeDocument/2006/relationships/customXml" Target="../ink/ink12.xml"/><Relationship Id="rId27" Type="http://schemas.openxmlformats.org/officeDocument/2006/relationships/image" Target="../media/image37.png"/><Relationship Id="rId30" Type="http://schemas.openxmlformats.org/officeDocument/2006/relationships/customXml" Target="../ink/ink16.xml"/><Relationship Id="rId35" Type="http://schemas.openxmlformats.org/officeDocument/2006/relationships/image" Target="../media/image41.png"/><Relationship Id="rId43" Type="http://schemas.openxmlformats.org/officeDocument/2006/relationships/image" Target="../media/image45.png"/><Relationship Id="rId48" Type="http://schemas.openxmlformats.org/officeDocument/2006/relationships/customXml" Target="../ink/ink25.xml"/><Relationship Id="rId56" Type="http://schemas.openxmlformats.org/officeDocument/2006/relationships/customXml" Target="../ink/ink29.xml"/><Relationship Id="rId64" Type="http://schemas.openxmlformats.org/officeDocument/2006/relationships/customXml" Target="../ink/ink33.xml"/><Relationship Id="rId69" Type="http://schemas.openxmlformats.org/officeDocument/2006/relationships/image" Target="../media/image58.png"/><Relationship Id="rId77" Type="http://schemas.openxmlformats.org/officeDocument/2006/relationships/image" Target="../media/image62.png"/><Relationship Id="rId8" Type="http://schemas.openxmlformats.org/officeDocument/2006/relationships/customXml" Target="../ink/ink5.xml"/><Relationship Id="rId51" Type="http://schemas.openxmlformats.org/officeDocument/2006/relationships/image" Target="../media/image49.png"/><Relationship Id="rId72" Type="http://schemas.openxmlformats.org/officeDocument/2006/relationships/customXml" Target="../ink/ink37.xml"/><Relationship Id="rId80" Type="http://schemas.openxmlformats.org/officeDocument/2006/relationships/customXml" Target="../ink/ink41.xml"/><Relationship Id="rId85" Type="http://schemas.openxmlformats.org/officeDocument/2006/relationships/image" Target="../media/image66.png"/><Relationship Id="rId3" Type="http://schemas.openxmlformats.org/officeDocument/2006/relationships/image" Target="../media/image2510.png"/><Relationship Id="rId12" Type="http://schemas.openxmlformats.org/officeDocument/2006/relationships/customXml" Target="../ink/ink7.xml"/><Relationship Id="rId17" Type="http://schemas.openxmlformats.org/officeDocument/2006/relationships/image" Target="../media/image32.png"/><Relationship Id="rId25" Type="http://schemas.openxmlformats.org/officeDocument/2006/relationships/image" Target="../media/image36.png"/><Relationship Id="rId33" Type="http://schemas.openxmlformats.org/officeDocument/2006/relationships/image" Target="../media/image40.png"/><Relationship Id="rId38" Type="http://schemas.openxmlformats.org/officeDocument/2006/relationships/customXml" Target="../ink/ink20.xml"/><Relationship Id="rId46" Type="http://schemas.openxmlformats.org/officeDocument/2006/relationships/customXml" Target="../ink/ink24.xml"/><Relationship Id="rId59" Type="http://schemas.openxmlformats.org/officeDocument/2006/relationships/image" Target="../media/image53.png"/><Relationship Id="rId67" Type="http://schemas.openxmlformats.org/officeDocument/2006/relationships/image" Target="../media/image57.png"/><Relationship Id="rId20" Type="http://schemas.openxmlformats.org/officeDocument/2006/relationships/customXml" Target="../ink/ink11.xml"/><Relationship Id="rId41" Type="http://schemas.openxmlformats.org/officeDocument/2006/relationships/image" Target="../media/image44.png"/><Relationship Id="rId54" Type="http://schemas.openxmlformats.org/officeDocument/2006/relationships/customXml" Target="../ink/ink28.xml"/><Relationship Id="rId62" Type="http://schemas.openxmlformats.org/officeDocument/2006/relationships/customXml" Target="../ink/ink32.xml"/><Relationship Id="rId70" Type="http://schemas.openxmlformats.org/officeDocument/2006/relationships/customXml" Target="../ink/ink36.xml"/><Relationship Id="rId75" Type="http://schemas.openxmlformats.org/officeDocument/2006/relationships/image" Target="../media/image61.png"/><Relationship Id="rId83" Type="http://schemas.openxmlformats.org/officeDocument/2006/relationships/image" Target="../media/image65.png"/><Relationship Id="rId88" Type="http://schemas.openxmlformats.org/officeDocument/2006/relationships/customXml" Target="../ink/ink45.xml"/><Relationship Id="rId91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15" Type="http://schemas.openxmlformats.org/officeDocument/2006/relationships/image" Target="../media/image31.png"/><Relationship Id="rId23" Type="http://schemas.openxmlformats.org/officeDocument/2006/relationships/image" Target="../media/image35.png"/><Relationship Id="rId28" Type="http://schemas.openxmlformats.org/officeDocument/2006/relationships/customXml" Target="../ink/ink15.xml"/><Relationship Id="rId36" Type="http://schemas.openxmlformats.org/officeDocument/2006/relationships/customXml" Target="../ink/ink19.xml"/><Relationship Id="rId49" Type="http://schemas.openxmlformats.org/officeDocument/2006/relationships/image" Target="../media/image48.png"/><Relationship Id="rId57" Type="http://schemas.openxmlformats.org/officeDocument/2006/relationships/image" Target="../media/image52.png"/><Relationship Id="rId10" Type="http://schemas.openxmlformats.org/officeDocument/2006/relationships/customXml" Target="../ink/ink6.xml"/><Relationship Id="rId31" Type="http://schemas.openxmlformats.org/officeDocument/2006/relationships/image" Target="../media/image39.png"/><Relationship Id="rId44" Type="http://schemas.openxmlformats.org/officeDocument/2006/relationships/customXml" Target="../ink/ink23.xml"/><Relationship Id="rId52" Type="http://schemas.openxmlformats.org/officeDocument/2006/relationships/customXml" Target="../ink/ink27.xml"/><Relationship Id="rId60" Type="http://schemas.openxmlformats.org/officeDocument/2006/relationships/customXml" Target="../ink/ink31.xml"/><Relationship Id="rId65" Type="http://schemas.openxmlformats.org/officeDocument/2006/relationships/image" Target="../media/image56.png"/><Relationship Id="rId73" Type="http://schemas.openxmlformats.org/officeDocument/2006/relationships/image" Target="../media/image60.png"/><Relationship Id="rId78" Type="http://schemas.openxmlformats.org/officeDocument/2006/relationships/customXml" Target="../ink/ink40.xml"/><Relationship Id="rId81" Type="http://schemas.openxmlformats.org/officeDocument/2006/relationships/image" Target="../media/image64.png"/><Relationship Id="rId86" Type="http://schemas.openxmlformats.org/officeDocument/2006/relationships/customXml" Target="../ink/ink44.xml"/><Relationship Id="rId4" Type="http://schemas.openxmlformats.org/officeDocument/2006/relationships/customXml" Target="../ink/ink3.xml"/><Relationship Id="rId9" Type="http://schemas.openxmlformats.org/officeDocument/2006/relationships/image" Target="../media/image28.png"/><Relationship Id="rId13" Type="http://schemas.openxmlformats.org/officeDocument/2006/relationships/image" Target="../media/image30.png"/><Relationship Id="rId18" Type="http://schemas.openxmlformats.org/officeDocument/2006/relationships/customXml" Target="../ink/ink10.xml"/><Relationship Id="rId39" Type="http://schemas.openxmlformats.org/officeDocument/2006/relationships/image" Target="../media/image43.png"/><Relationship Id="rId34" Type="http://schemas.openxmlformats.org/officeDocument/2006/relationships/customXml" Target="../ink/ink18.xml"/><Relationship Id="rId50" Type="http://schemas.openxmlformats.org/officeDocument/2006/relationships/customXml" Target="../ink/ink26.xml"/><Relationship Id="rId55" Type="http://schemas.openxmlformats.org/officeDocument/2006/relationships/image" Target="../media/image51.png"/><Relationship Id="rId76" Type="http://schemas.openxmlformats.org/officeDocument/2006/relationships/customXml" Target="../ink/ink39.xml"/><Relationship Id="rId7" Type="http://schemas.openxmlformats.org/officeDocument/2006/relationships/image" Target="../media/image27.png"/><Relationship Id="rId71" Type="http://schemas.openxmlformats.org/officeDocument/2006/relationships/image" Target="../media/image59.png"/><Relationship Id="rId2" Type="http://schemas.openxmlformats.org/officeDocument/2006/relationships/customXml" Target="../ink/ink2.xml"/><Relationship Id="rId29" Type="http://schemas.openxmlformats.org/officeDocument/2006/relationships/image" Target="../media/image38.png"/><Relationship Id="rId24" Type="http://schemas.openxmlformats.org/officeDocument/2006/relationships/customXml" Target="../ink/ink13.xml"/><Relationship Id="rId40" Type="http://schemas.openxmlformats.org/officeDocument/2006/relationships/customXml" Target="../ink/ink21.xml"/><Relationship Id="rId45" Type="http://schemas.openxmlformats.org/officeDocument/2006/relationships/image" Target="../media/image46.png"/><Relationship Id="rId66" Type="http://schemas.openxmlformats.org/officeDocument/2006/relationships/customXml" Target="../ink/ink34.xml"/><Relationship Id="rId87" Type="http://schemas.openxmlformats.org/officeDocument/2006/relationships/image" Target="../media/image67.png"/><Relationship Id="rId61" Type="http://schemas.openxmlformats.org/officeDocument/2006/relationships/image" Target="../media/image54.png"/><Relationship Id="rId82" Type="http://schemas.openxmlformats.org/officeDocument/2006/relationships/customXml" Target="../ink/ink42.xml"/><Relationship Id="rId19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3.png"/><Relationship Id="rId21" Type="http://schemas.openxmlformats.org/officeDocument/2006/relationships/image" Target="../media/image77.png"/><Relationship Id="rId42" Type="http://schemas.openxmlformats.org/officeDocument/2006/relationships/customXml" Target="../ink/ink67.xml"/><Relationship Id="rId63" Type="http://schemas.openxmlformats.org/officeDocument/2006/relationships/image" Target="../media/image97.png"/><Relationship Id="rId84" Type="http://schemas.openxmlformats.org/officeDocument/2006/relationships/customXml" Target="../ink/ink88.xml"/><Relationship Id="rId138" Type="http://schemas.openxmlformats.org/officeDocument/2006/relationships/customXml" Target="../ink/ink115.xml"/><Relationship Id="rId159" Type="http://schemas.openxmlformats.org/officeDocument/2006/relationships/image" Target="../media/image144.png"/><Relationship Id="rId170" Type="http://schemas.openxmlformats.org/officeDocument/2006/relationships/customXml" Target="../ink/ink131.xml"/><Relationship Id="rId107" Type="http://schemas.openxmlformats.org/officeDocument/2006/relationships/image" Target="../media/image118.png"/><Relationship Id="rId11" Type="http://schemas.openxmlformats.org/officeDocument/2006/relationships/image" Target="../media/image72.png"/><Relationship Id="rId32" Type="http://schemas.openxmlformats.org/officeDocument/2006/relationships/customXml" Target="../ink/ink62.xml"/><Relationship Id="rId53" Type="http://schemas.openxmlformats.org/officeDocument/2006/relationships/image" Target="../media/image93.png"/><Relationship Id="rId74" Type="http://schemas.openxmlformats.org/officeDocument/2006/relationships/customXml" Target="../ink/ink83.xml"/><Relationship Id="rId128" Type="http://schemas.openxmlformats.org/officeDocument/2006/relationships/customXml" Target="../ink/ink110.xml"/><Relationship Id="rId149" Type="http://schemas.openxmlformats.org/officeDocument/2006/relationships/image" Target="../media/image139.png"/><Relationship Id="rId5" Type="http://schemas.openxmlformats.org/officeDocument/2006/relationships/image" Target="../media/image70.png"/><Relationship Id="rId95" Type="http://schemas.openxmlformats.org/officeDocument/2006/relationships/image" Target="../media/image112.png"/><Relationship Id="rId160" Type="http://schemas.openxmlformats.org/officeDocument/2006/relationships/customXml" Target="../ink/ink126.xml"/><Relationship Id="rId181" Type="http://schemas.openxmlformats.org/officeDocument/2006/relationships/image" Target="../media/image155.png"/><Relationship Id="rId22" Type="http://schemas.openxmlformats.org/officeDocument/2006/relationships/customXml" Target="../ink/ink57.xml"/><Relationship Id="rId43" Type="http://schemas.openxmlformats.org/officeDocument/2006/relationships/image" Target="../media/image88.png"/><Relationship Id="rId64" Type="http://schemas.openxmlformats.org/officeDocument/2006/relationships/customXml" Target="../ink/ink78.xml"/><Relationship Id="rId118" Type="http://schemas.openxmlformats.org/officeDocument/2006/relationships/customXml" Target="../ink/ink105.xml"/><Relationship Id="rId139" Type="http://schemas.openxmlformats.org/officeDocument/2006/relationships/image" Target="../media/image134.png"/><Relationship Id="rId85" Type="http://schemas.openxmlformats.org/officeDocument/2006/relationships/image" Target="../media/image107.png"/><Relationship Id="rId150" Type="http://schemas.openxmlformats.org/officeDocument/2006/relationships/customXml" Target="../ink/ink121.xml"/><Relationship Id="rId171" Type="http://schemas.openxmlformats.org/officeDocument/2006/relationships/image" Target="../media/image150.png"/><Relationship Id="rId12" Type="http://schemas.openxmlformats.org/officeDocument/2006/relationships/customXml" Target="../ink/ink52.xml"/><Relationship Id="rId33" Type="http://schemas.openxmlformats.org/officeDocument/2006/relationships/image" Target="../media/image83.png"/><Relationship Id="rId108" Type="http://schemas.openxmlformats.org/officeDocument/2006/relationships/customXml" Target="../ink/ink100.xml"/><Relationship Id="rId129" Type="http://schemas.openxmlformats.org/officeDocument/2006/relationships/image" Target="../media/image129.png"/><Relationship Id="rId54" Type="http://schemas.openxmlformats.org/officeDocument/2006/relationships/customXml" Target="../ink/ink73.xml"/><Relationship Id="rId75" Type="http://schemas.openxmlformats.org/officeDocument/2006/relationships/image" Target="../media/image102.png"/><Relationship Id="rId96" Type="http://schemas.openxmlformats.org/officeDocument/2006/relationships/customXml" Target="../ink/ink94.xml"/><Relationship Id="rId140" Type="http://schemas.openxmlformats.org/officeDocument/2006/relationships/customXml" Target="../ink/ink116.xml"/><Relationship Id="rId161" Type="http://schemas.openxmlformats.org/officeDocument/2006/relationships/image" Target="../media/image145.png"/><Relationship Id="rId6" Type="http://schemas.openxmlformats.org/officeDocument/2006/relationships/customXml" Target="../ink/ink49.xml"/><Relationship Id="rId23" Type="http://schemas.openxmlformats.org/officeDocument/2006/relationships/image" Target="../media/image78.png"/><Relationship Id="rId119" Type="http://schemas.openxmlformats.org/officeDocument/2006/relationships/image" Target="../media/image124.png"/><Relationship Id="rId44" Type="http://schemas.openxmlformats.org/officeDocument/2006/relationships/customXml" Target="../ink/ink68.xml"/><Relationship Id="rId60" Type="http://schemas.openxmlformats.org/officeDocument/2006/relationships/customXml" Target="../ink/ink76.xml"/><Relationship Id="rId65" Type="http://schemas.openxmlformats.org/officeDocument/2006/relationships/image" Target="../media/image98.png"/><Relationship Id="rId81" Type="http://schemas.openxmlformats.org/officeDocument/2006/relationships/image" Target="../media/image105.png"/><Relationship Id="rId86" Type="http://schemas.openxmlformats.org/officeDocument/2006/relationships/customXml" Target="../ink/ink89.xml"/><Relationship Id="rId130" Type="http://schemas.openxmlformats.org/officeDocument/2006/relationships/customXml" Target="../ink/ink111.xml"/><Relationship Id="rId135" Type="http://schemas.openxmlformats.org/officeDocument/2006/relationships/image" Target="../media/image132.png"/><Relationship Id="rId151" Type="http://schemas.openxmlformats.org/officeDocument/2006/relationships/image" Target="../media/image140.png"/><Relationship Id="rId156" Type="http://schemas.openxmlformats.org/officeDocument/2006/relationships/customXml" Target="../ink/ink124.xml"/><Relationship Id="rId177" Type="http://schemas.openxmlformats.org/officeDocument/2006/relationships/image" Target="../media/image153.png"/><Relationship Id="rId172" Type="http://schemas.openxmlformats.org/officeDocument/2006/relationships/customXml" Target="../ink/ink132.xml"/><Relationship Id="rId13" Type="http://schemas.openxmlformats.org/officeDocument/2006/relationships/image" Target="../media/image73.png"/><Relationship Id="rId18" Type="http://schemas.openxmlformats.org/officeDocument/2006/relationships/customXml" Target="../ink/ink55.xml"/><Relationship Id="rId39" Type="http://schemas.openxmlformats.org/officeDocument/2006/relationships/image" Target="../media/image86.png"/><Relationship Id="rId109" Type="http://schemas.openxmlformats.org/officeDocument/2006/relationships/image" Target="../media/image119.png"/><Relationship Id="rId34" Type="http://schemas.openxmlformats.org/officeDocument/2006/relationships/customXml" Target="../ink/ink63.xml"/><Relationship Id="rId50" Type="http://schemas.openxmlformats.org/officeDocument/2006/relationships/customXml" Target="../ink/ink71.xml"/><Relationship Id="rId55" Type="http://schemas.openxmlformats.org/officeDocument/2006/relationships/image" Target="../media/image94.png"/><Relationship Id="rId76" Type="http://schemas.openxmlformats.org/officeDocument/2006/relationships/customXml" Target="../ink/ink84.xml"/><Relationship Id="rId97" Type="http://schemas.openxmlformats.org/officeDocument/2006/relationships/image" Target="../media/image113.png"/><Relationship Id="rId104" Type="http://schemas.openxmlformats.org/officeDocument/2006/relationships/customXml" Target="../ink/ink98.xml"/><Relationship Id="rId120" Type="http://schemas.openxmlformats.org/officeDocument/2006/relationships/customXml" Target="../ink/ink106.xml"/><Relationship Id="rId125" Type="http://schemas.openxmlformats.org/officeDocument/2006/relationships/image" Target="../media/image127.png"/><Relationship Id="rId141" Type="http://schemas.openxmlformats.org/officeDocument/2006/relationships/image" Target="../media/image135.png"/><Relationship Id="rId146" Type="http://schemas.openxmlformats.org/officeDocument/2006/relationships/customXml" Target="../ink/ink119.xml"/><Relationship Id="rId167" Type="http://schemas.openxmlformats.org/officeDocument/2006/relationships/image" Target="../media/image148.png"/><Relationship Id="rId7" Type="http://schemas.openxmlformats.org/officeDocument/2006/relationships/image" Target="../media/image71.png"/><Relationship Id="rId71" Type="http://schemas.openxmlformats.org/officeDocument/2006/relationships/image" Target="../media/image59.png"/><Relationship Id="rId92" Type="http://schemas.openxmlformats.org/officeDocument/2006/relationships/customXml" Target="../ink/ink92.xml"/><Relationship Id="rId162" Type="http://schemas.openxmlformats.org/officeDocument/2006/relationships/customXml" Target="../ink/ink127.xml"/><Relationship Id="rId2" Type="http://schemas.openxmlformats.org/officeDocument/2006/relationships/customXml" Target="../ink/ink47.xml"/><Relationship Id="rId29" Type="http://schemas.openxmlformats.org/officeDocument/2006/relationships/image" Target="../media/image81.png"/><Relationship Id="rId24" Type="http://schemas.openxmlformats.org/officeDocument/2006/relationships/customXml" Target="../ink/ink58.xml"/><Relationship Id="rId40" Type="http://schemas.openxmlformats.org/officeDocument/2006/relationships/customXml" Target="../ink/ink66.xml"/><Relationship Id="rId45" Type="http://schemas.openxmlformats.org/officeDocument/2006/relationships/image" Target="../media/image89.png"/><Relationship Id="rId66" Type="http://schemas.openxmlformats.org/officeDocument/2006/relationships/customXml" Target="../ink/ink79.xml"/><Relationship Id="rId87" Type="http://schemas.openxmlformats.org/officeDocument/2006/relationships/image" Target="../media/image108.png"/><Relationship Id="rId110" Type="http://schemas.openxmlformats.org/officeDocument/2006/relationships/customXml" Target="../ink/ink101.xml"/><Relationship Id="rId115" Type="http://schemas.openxmlformats.org/officeDocument/2006/relationships/image" Target="../media/image122.png"/><Relationship Id="rId131" Type="http://schemas.openxmlformats.org/officeDocument/2006/relationships/image" Target="../media/image130.png"/><Relationship Id="rId136" Type="http://schemas.openxmlformats.org/officeDocument/2006/relationships/customXml" Target="../ink/ink114.xml"/><Relationship Id="rId157" Type="http://schemas.openxmlformats.org/officeDocument/2006/relationships/image" Target="../media/image143.png"/><Relationship Id="rId178" Type="http://schemas.openxmlformats.org/officeDocument/2006/relationships/customXml" Target="../ink/ink135.xml"/><Relationship Id="rId61" Type="http://schemas.openxmlformats.org/officeDocument/2006/relationships/image" Target="../media/image96.png"/><Relationship Id="rId82" Type="http://schemas.openxmlformats.org/officeDocument/2006/relationships/customXml" Target="../ink/ink87.xml"/><Relationship Id="rId152" Type="http://schemas.openxmlformats.org/officeDocument/2006/relationships/customXml" Target="../ink/ink122.xml"/><Relationship Id="rId173" Type="http://schemas.openxmlformats.org/officeDocument/2006/relationships/image" Target="../media/image151.png"/><Relationship Id="rId19" Type="http://schemas.openxmlformats.org/officeDocument/2006/relationships/image" Target="../media/image76.png"/><Relationship Id="rId14" Type="http://schemas.openxmlformats.org/officeDocument/2006/relationships/customXml" Target="../ink/ink53.xml"/><Relationship Id="rId30" Type="http://schemas.openxmlformats.org/officeDocument/2006/relationships/customXml" Target="../ink/ink61.xml"/><Relationship Id="rId35" Type="http://schemas.openxmlformats.org/officeDocument/2006/relationships/image" Target="../media/image84.png"/><Relationship Id="rId56" Type="http://schemas.openxmlformats.org/officeDocument/2006/relationships/customXml" Target="../ink/ink74.xml"/><Relationship Id="rId77" Type="http://schemas.openxmlformats.org/officeDocument/2006/relationships/image" Target="../media/image103.png"/><Relationship Id="rId100" Type="http://schemas.openxmlformats.org/officeDocument/2006/relationships/customXml" Target="../ink/ink96.xml"/><Relationship Id="rId105" Type="http://schemas.openxmlformats.org/officeDocument/2006/relationships/image" Target="../media/image117.png"/><Relationship Id="rId126" Type="http://schemas.openxmlformats.org/officeDocument/2006/relationships/customXml" Target="../ink/ink109.xml"/><Relationship Id="rId147" Type="http://schemas.openxmlformats.org/officeDocument/2006/relationships/image" Target="../media/image138.png"/><Relationship Id="rId168" Type="http://schemas.openxmlformats.org/officeDocument/2006/relationships/customXml" Target="../ink/ink130.xml"/><Relationship Id="rId8" Type="http://schemas.openxmlformats.org/officeDocument/2006/relationships/customXml" Target="../ink/ink50.xml"/><Relationship Id="rId51" Type="http://schemas.openxmlformats.org/officeDocument/2006/relationships/image" Target="../media/image92.png"/><Relationship Id="rId72" Type="http://schemas.openxmlformats.org/officeDocument/2006/relationships/customXml" Target="../ink/ink82.xml"/><Relationship Id="rId93" Type="http://schemas.openxmlformats.org/officeDocument/2006/relationships/image" Target="../media/image111.png"/><Relationship Id="rId98" Type="http://schemas.openxmlformats.org/officeDocument/2006/relationships/customXml" Target="../ink/ink95.xml"/><Relationship Id="rId121" Type="http://schemas.openxmlformats.org/officeDocument/2006/relationships/image" Target="../media/image125.png"/><Relationship Id="rId142" Type="http://schemas.openxmlformats.org/officeDocument/2006/relationships/customXml" Target="../ink/ink117.xml"/><Relationship Id="rId163" Type="http://schemas.openxmlformats.org/officeDocument/2006/relationships/image" Target="../media/image146.png"/><Relationship Id="rId3" Type="http://schemas.openxmlformats.org/officeDocument/2006/relationships/image" Target="../media/image2510.png"/><Relationship Id="rId25" Type="http://schemas.openxmlformats.org/officeDocument/2006/relationships/image" Target="../media/image79.png"/><Relationship Id="rId46" Type="http://schemas.openxmlformats.org/officeDocument/2006/relationships/customXml" Target="../ink/ink69.xml"/><Relationship Id="rId67" Type="http://schemas.openxmlformats.org/officeDocument/2006/relationships/image" Target="../media/image99.png"/><Relationship Id="rId116" Type="http://schemas.openxmlformats.org/officeDocument/2006/relationships/customXml" Target="../ink/ink104.xml"/><Relationship Id="rId137" Type="http://schemas.openxmlformats.org/officeDocument/2006/relationships/image" Target="../media/image133.png"/><Relationship Id="rId158" Type="http://schemas.openxmlformats.org/officeDocument/2006/relationships/customXml" Target="../ink/ink125.xml"/><Relationship Id="rId20" Type="http://schemas.openxmlformats.org/officeDocument/2006/relationships/customXml" Target="../ink/ink56.xml"/><Relationship Id="rId41" Type="http://schemas.openxmlformats.org/officeDocument/2006/relationships/image" Target="../media/image87.png"/><Relationship Id="rId62" Type="http://schemas.openxmlformats.org/officeDocument/2006/relationships/customXml" Target="../ink/ink77.xml"/><Relationship Id="rId83" Type="http://schemas.openxmlformats.org/officeDocument/2006/relationships/image" Target="../media/image106.png"/><Relationship Id="rId88" Type="http://schemas.openxmlformats.org/officeDocument/2006/relationships/customXml" Target="../ink/ink90.xml"/><Relationship Id="rId111" Type="http://schemas.openxmlformats.org/officeDocument/2006/relationships/image" Target="../media/image120.png"/><Relationship Id="rId132" Type="http://schemas.openxmlformats.org/officeDocument/2006/relationships/customXml" Target="../ink/ink112.xml"/><Relationship Id="rId153" Type="http://schemas.openxmlformats.org/officeDocument/2006/relationships/image" Target="../media/image141.png"/><Relationship Id="rId174" Type="http://schemas.openxmlformats.org/officeDocument/2006/relationships/customXml" Target="../ink/ink133.xml"/><Relationship Id="rId179" Type="http://schemas.openxmlformats.org/officeDocument/2006/relationships/image" Target="../media/image154.png"/><Relationship Id="rId15" Type="http://schemas.openxmlformats.org/officeDocument/2006/relationships/image" Target="../media/image74.png"/><Relationship Id="rId36" Type="http://schemas.openxmlformats.org/officeDocument/2006/relationships/customXml" Target="../ink/ink64.xml"/><Relationship Id="rId57" Type="http://schemas.openxmlformats.org/officeDocument/2006/relationships/image" Target="../media/image95.png"/><Relationship Id="rId106" Type="http://schemas.openxmlformats.org/officeDocument/2006/relationships/customXml" Target="../ink/ink99.xml"/><Relationship Id="rId127" Type="http://schemas.openxmlformats.org/officeDocument/2006/relationships/image" Target="../media/image128.png"/><Relationship Id="rId10" Type="http://schemas.openxmlformats.org/officeDocument/2006/relationships/customXml" Target="../ink/ink51.xml"/><Relationship Id="rId31" Type="http://schemas.openxmlformats.org/officeDocument/2006/relationships/image" Target="../media/image82.png"/><Relationship Id="rId52" Type="http://schemas.openxmlformats.org/officeDocument/2006/relationships/customXml" Target="../ink/ink72.xml"/><Relationship Id="rId73" Type="http://schemas.openxmlformats.org/officeDocument/2006/relationships/image" Target="../media/image101.png"/><Relationship Id="rId78" Type="http://schemas.openxmlformats.org/officeDocument/2006/relationships/customXml" Target="../ink/ink85.xml"/><Relationship Id="rId94" Type="http://schemas.openxmlformats.org/officeDocument/2006/relationships/customXml" Target="../ink/ink93.xml"/><Relationship Id="rId99" Type="http://schemas.openxmlformats.org/officeDocument/2006/relationships/image" Target="../media/image114.png"/><Relationship Id="rId101" Type="http://schemas.openxmlformats.org/officeDocument/2006/relationships/image" Target="../media/image115.png"/><Relationship Id="rId122" Type="http://schemas.openxmlformats.org/officeDocument/2006/relationships/customXml" Target="../ink/ink107.xml"/><Relationship Id="rId143" Type="http://schemas.openxmlformats.org/officeDocument/2006/relationships/image" Target="../media/image136.png"/><Relationship Id="rId148" Type="http://schemas.openxmlformats.org/officeDocument/2006/relationships/customXml" Target="../ink/ink120.xml"/><Relationship Id="rId164" Type="http://schemas.openxmlformats.org/officeDocument/2006/relationships/customXml" Target="../ink/ink128.xml"/><Relationship Id="rId169" Type="http://schemas.openxmlformats.org/officeDocument/2006/relationships/image" Target="../media/image149.png"/><Relationship Id="rId4" Type="http://schemas.openxmlformats.org/officeDocument/2006/relationships/customXml" Target="../ink/ink48.xml"/><Relationship Id="rId9" Type="http://schemas.openxmlformats.org/officeDocument/2006/relationships/image" Target="../media/image28.png"/><Relationship Id="rId180" Type="http://schemas.openxmlformats.org/officeDocument/2006/relationships/customXml" Target="../ink/ink136.xml"/><Relationship Id="rId26" Type="http://schemas.openxmlformats.org/officeDocument/2006/relationships/customXml" Target="../ink/ink59.xml"/><Relationship Id="rId47" Type="http://schemas.openxmlformats.org/officeDocument/2006/relationships/image" Target="../media/image90.png"/><Relationship Id="rId68" Type="http://schemas.openxmlformats.org/officeDocument/2006/relationships/customXml" Target="../ink/ink80.xml"/><Relationship Id="rId89" Type="http://schemas.openxmlformats.org/officeDocument/2006/relationships/image" Target="../media/image109.png"/><Relationship Id="rId112" Type="http://schemas.openxmlformats.org/officeDocument/2006/relationships/customXml" Target="../ink/ink102.xml"/><Relationship Id="rId133" Type="http://schemas.openxmlformats.org/officeDocument/2006/relationships/image" Target="../media/image131.png"/><Relationship Id="rId154" Type="http://schemas.openxmlformats.org/officeDocument/2006/relationships/customXml" Target="../ink/ink123.xml"/><Relationship Id="rId175" Type="http://schemas.openxmlformats.org/officeDocument/2006/relationships/image" Target="../media/image152.png"/><Relationship Id="rId16" Type="http://schemas.openxmlformats.org/officeDocument/2006/relationships/customXml" Target="../ink/ink54.xml"/><Relationship Id="rId37" Type="http://schemas.openxmlformats.org/officeDocument/2006/relationships/image" Target="../media/image85.png"/><Relationship Id="rId58" Type="http://schemas.openxmlformats.org/officeDocument/2006/relationships/customXml" Target="../ink/ink75.xml"/><Relationship Id="rId79" Type="http://schemas.openxmlformats.org/officeDocument/2006/relationships/image" Target="../media/image104.png"/><Relationship Id="rId102" Type="http://schemas.openxmlformats.org/officeDocument/2006/relationships/customXml" Target="../ink/ink97.xml"/><Relationship Id="rId123" Type="http://schemas.openxmlformats.org/officeDocument/2006/relationships/image" Target="../media/image126.png"/><Relationship Id="rId144" Type="http://schemas.openxmlformats.org/officeDocument/2006/relationships/customXml" Target="../ink/ink118.xml"/><Relationship Id="rId90" Type="http://schemas.openxmlformats.org/officeDocument/2006/relationships/customXml" Target="../ink/ink91.xml"/><Relationship Id="rId165" Type="http://schemas.openxmlformats.org/officeDocument/2006/relationships/image" Target="../media/image147.png"/><Relationship Id="rId27" Type="http://schemas.openxmlformats.org/officeDocument/2006/relationships/image" Target="../media/image80.png"/><Relationship Id="rId48" Type="http://schemas.openxmlformats.org/officeDocument/2006/relationships/customXml" Target="../ink/ink70.xml"/><Relationship Id="rId69" Type="http://schemas.openxmlformats.org/officeDocument/2006/relationships/image" Target="../media/image100.png"/><Relationship Id="rId113" Type="http://schemas.openxmlformats.org/officeDocument/2006/relationships/image" Target="../media/image121.png"/><Relationship Id="rId134" Type="http://schemas.openxmlformats.org/officeDocument/2006/relationships/customXml" Target="../ink/ink113.xml"/><Relationship Id="rId80" Type="http://schemas.openxmlformats.org/officeDocument/2006/relationships/customXml" Target="../ink/ink86.xml"/><Relationship Id="rId155" Type="http://schemas.openxmlformats.org/officeDocument/2006/relationships/image" Target="../media/image142.png"/><Relationship Id="rId176" Type="http://schemas.openxmlformats.org/officeDocument/2006/relationships/customXml" Target="../ink/ink134.xml"/><Relationship Id="rId17" Type="http://schemas.openxmlformats.org/officeDocument/2006/relationships/image" Target="../media/image75.png"/><Relationship Id="rId38" Type="http://schemas.openxmlformats.org/officeDocument/2006/relationships/customXml" Target="../ink/ink65.xml"/><Relationship Id="rId59" Type="http://schemas.openxmlformats.org/officeDocument/2006/relationships/image" Target="../media/image53.png"/><Relationship Id="rId103" Type="http://schemas.openxmlformats.org/officeDocument/2006/relationships/image" Target="../media/image116.png"/><Relationship Id="rId124" Type="http://schemas.openxmlformats.org/officeDocument/2006/relationships/customXml" Target="../ink/ink108.xml"/><Relationship Id="rId70" Type="http://schemas.openxmlformats.org/officeDocument/2006/relationships/customXml" Target="../ink/ink81.xml"/><Relationship Id="rId91" Type="http://schemas.openxmlformats.org/officeDocument/2006/relationships/image" Target="../media/image110.png"/><Relationship Id="rId145" Type="http://schemas.openxmlformats.org/officeDocument/2006/relationships/image" Target="../media/image137.png"/><Relationship Id="rId166" Type="http://schemas.openxmlformats.org/officeDocument/2006/relationships/customXml" Target="../ink/ink129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60.xml"/><Relationship Id="rId49" Type="http://schemas.openxmlformats.org/officeDocument/2006/relationships/image" Target="../media/image91.png"/><Relationship Id="rId114" Type="http://schemas.openxmlformats.org/officeDocument/2006/relationships/customXml" Target="../ink/ink103.xml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1" Type="http://schemas.openxmlformats.org/officeDocument/2006/relationships/image" Target="../media/image77.png"/><Relationship Id="rId42" Type="http://schemas.openxmlformats.org/officeDocument/2006/relationships/customXml" Target="../ink/ink157.xml"/><Relationship Id="rId63" Type="http://schemas.openxmlformats.org/officeDocument/2006/relationships/image" Target="../media/image97.png"/><Relationship Id="rId84" Type="http://schemas.openxmlformats.org/officeDocument/2006/relationships/customXml" Target="../ink/ink178.xml"/><Relationship Id="rId138" Type="http://schemas.openxmlformats.org/officeDocument/2006/relationships/customXml" Target="../ink/ink205.xml"/><Relationship Id="rId159" Type="http://schemas.openxmlformats.org/officeDocument/2006/relationships/image" Target="../media/image188.png"/><Relationship Id="rId170" Type="http://schemas.openxmlformats.org/officeDocument/2006/relationships/customXml" Target="../ink/ink221.xml"/><Relationship Id="rId191" Type="http://schemas.openxmlformats.org/officeDocument/2006/relationships/image" Target="../media/image204.png"/><Relationship Id="rId205" Type="http://schemas.openxmlformats.org/officeDocument/2006/relationships/image" Target="../media/image211.png"/><Relationship Id="rId226" Type="http://schemas.openxmlformats.org/officeDocument/2006/relationships/customXml" Target="../ink/ink249.xml"/><Relationship Id="rId247" Type="http://schemas.openxmlformats.org/officeDocument/2006/relationships/customXml" Target="../ink/ink260.xml"/><Relationship Id="rId107" Type="http://schemas.openxmlformats.org/officeDocument/2006/relationships/image" Target="../media/image163.png"/><Relationship Id="rId11" Type="http://schemas.openxmlformats.org/officeDocument/2006/relationships/image" Target="../media/image72.png"/><Relationship Id="rId32" Type="http://schemas.openxmlformats.org/officeDocument/2006/relationships/customXml" Target="../ink/ink152.xml"/><Relationship Id="rId53" Type="http://schemas.openxmlformats.org/officeDocument/2006/relationships/image" Target="../media/image93.png"/><Relationship Id="rId74" Type="http://schemas.openxmlformats.org/officeDocument/2006/relationships/customXml" Target="../ink/ink173.xml"/><Relationship Id="rId128" Type="http://schemas.openxmlformats.org/officeDocument/2006/relationships/customXml" Target="../ink/ink200.xml"/><Relationship Id="rId149" Type="http://schemas.openxmlformats.org/officeDocument/2006/relationships/image" Target="../media/image183.png"/><Relationship Id="rId5" Type="http://schemas.openxmlformats.org/officeDocument/2006/relationships/image" Target="../media/image70.png"/><Relationship Id="rId95" Type="http://schemas.openxmlformats.org/officeDocument/2006/relationships/image" Target="../media/image157.png"/><Relationship Id="rId160" Type="http://schemas.openxmlformats.org/officeDocument/2006/relationships/customXml" Target="../ink/ink216.xml"/><Relationship Id="rId181" Type="http://schemas.openxmlformats.org/officeDocument/2006/relationships/image" Target="../media/image199.png"/><Relationship Id="rId216" Type="http://schemas.openxmlformats.org/officeDocument/2006/relationships/customXml" Target="../ink/ink244.xml"/><Relationship Id="rId237" Type="http://schemas.openxmlformats.org/officeDocument/2006/relationships/customXml" Target="../ink/ink255.xml"/><Relationship Id="rId22" Type="http://schemas.openxmlformats.org/officeDocument/2006/relationships/customXml" Target="../ink/ink147.xml"/><Relationship Id="rId43" Type="http://schemas.openxmlformats.org/officeDocument/2006/relationships/image" Target="../media/image88.png"/><Relationship Id="rId64" Type="http://schemas.openxmlformats.org/officeDocument/2006/relationships/customXml" Target="../ink/ink168.xml"/><Relationship Id="rId118" Type="http://schemas.openxmlformats.org/officeDocument/2006/relationships/customXml" Target="../ink/ink195.xml"/><Relationship Id="rId139" Type="http://schemas.openxmlformats.org/officeDocument/2006/relationships/image" Target="../media/image178.png"/><Relationship Id="rId85" Type="http://schemas.openxmlformats.org/officeDocument/2006/relationships/image" Target="../media/image107.png"/><Relationship Id="rId150" Type="http://schemas.openxmlformats.org/officeDocument/2006/relationships/customXml" Target="../ink/ink211.xml"/><Relationship Id="rId171" Type="http://schemas.openxmlformats.org/officeDocument/2006/relationships/image" Target="../media/image194.png"/><Relationship Id="rId192" Type="http://schemas.openxmlformats.org/officeDocument/2006/relationships/customXml" Target="../ink/ink232.xml"/><Relationship Id="rId206" Type="http://schemas.openxmlformats.org/officeDocument/2006/relationships/customXml" Target="../ink/ink239.xml"/><Relationship Id="rId227" Type="http://schemas.openxmlformats.org/officeDocument/2006/relationships/customXml" Target="../ink/ink250.xml"/><Relationship Id="rId248" Type="http://schemas.openxmlformats.org/officeDocument/2006/relationships/image" Target="../media/image232.png"/><Relationship Id="rId12" Type="http://schemas.openxmlformats.org/officeDocument/2006/relationships/customXml" Target="../ink/ink142.xml"/><Relationship Id="rId33" Type="http://schemas.openxmlformats.org/officeDocument/2006/relationships/image" Target="../media/image83.png"/><Relationship Id="rId108" Type="http://schemas.openxmlformats.org/officeDocument/2006/relationships/customXml" Target="../ink/ink190.xml"/><Relationship Id="rId129" Type="http://schemas.openxmlformats.org/officeDocument/2006/relationships/image" Target="../media/image129.png"/><Relationship Id="rId54" Type="http://schemas.openxmlformats.org/officeDocument/2006/relationships/customXml" Target="../ink/ink163.xml"/><Relationship Id="rId75" Type="http://schemas.openxmlformats.org/officeDocument/2006/relationships/image" Target="../media/image102.png"/><Relationship Id="rId96" Type="http://schemas.openxmlformats.org/officeDocument/2006/relationships/customXml" Target="../ink/ink184.xml"/><Relationship Id="rId140" Type="http://schemas.openxmlformats.org/officeDocument/2006/relationships/customXml" Target="../ink/ink206.xml"/><Relationship Id="rId161" Type="http://schemas.openxmlformats.org/officeDocument/2006/relationships/image" Target="../media/image189.png"/><Relationship Id="rId182" Type="http://schemas.openxmlformats.org/officeDocument/2006/relationships/customXml" Target="../ink/ink227.xml"/><Relationship Id="rId217" Type="http://schemas.openxmlformats.org/officeDocument/2006/relationships/image" Target="../media/image217.png"/><Relationship Id="rId6" Type="http://schemas.openxmlformats.org/officeDocument/2006/relationships/customXml" Target="../ink/ink139.xml"/><Relationship Id="rId238" Type="http://schemas.openxmlformats.org/officeDocument/2006/relationships/image" Target="../media/image227.png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44" Type="http://schemas.openxmlformats.org/officeDocument/2006/relationships/customXml" Target="../ink/ink158.xml"/><Relationship Id="rId65" Type="http://schemas.openxmlformats.org/officeDocument/2006/relationships/image" Target="../media/image98.png"/><Relationship Id="rId86" Type="http://schemas.openxmlformats.org/officeDocument/2006/relationships/customXml" Target="../ink/ink179.xml"/><Relationship Id="rId130" Type="http://schemas.openxmlformats.org/officeDocument/2006/relationships/customXml" Target="../ink/ink201.xml"/><Relationship Id="rId151" Type="http://schemas.openxmlformats.org/officeDocument/2006/relationships/image" Target="../media/image184.png"/><Relationship Id="rId172" Type="http://schemas.openxmlformats.org/officeDocument/2006/relationships/customXml" Target="../ink/ink222.xml"/><Relationship Id="rId193" Type="http://schemas.openxmlformats.org/officeDocument/2006/relationships/image" Target="../media/image205.png"/><Relationship Id="rId207" Type="http://schemas.openxmlformats.org/officeDocument/2006/relationships/image" Target="../media/image212.png"/><Relationship Id="rId228" Type="http://schemas.openxmlformats.org/officeDocument/2006/relationships/image" Target="../media/image222.png"/><Relationship Id="rId249" Type="http://schemas.openxmlformats.org/officeDocument/2006/relationships/customXml" Target="../ink/ink261.xml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34" Type="http://schemas.openxmlformats.org/officeDocument/2006/relationships/customXml" Target="../ink/ink153.xml"/><Relationship Id="rId55" Type="http://schemas.openxmlformats.org/officeDocument/2006/relationships/image" Target="../media/image94.png"/><Relationship Id="rId76" Type="http://schemas.openxmlformats.org/officeDocument/2006/relationships/customXml" Target="../ink/ink174.xml"/><Relationship Id="rId97" Type="http://schemas.openxmlformats.org/officeDocument/2006/relationships/image" Target="../media/image158.png"/><Relationship Id="rId120" Type="http://schemas.openxmlformats.org/officeDocument/2006/relationships/customXml" Target="../ink/ink196.xml"/><Relationship Id="rId141" Type="http://schemas.openxmlformats.org/officeDocument/2006/relationships/image" Target="../media/image179.png"/><Relationship Id="rId7" Type="http://schemas.openxmlformats.org/officeDocument/2006/relationships/image" Target="../media/image71.png"/><Relationship Id="rId162" Type="http://schemas.openxmlformats.org/officeDocument/2006/relationships/customXml" Target="../ink/ink217.xml"/><Relationship Id="rId183" Type="http://schemas.openxmlformats.org/officeDocument/2006/relationships/image" Target="../media/image200.png"/><Relationship Id="rId218" Type="http://schemas.openxmlformats.org/officeDocument/2006/relationships/customXml" Target="../ink/ink245.xml"/><Relationship Id="rId239" Type="http://schemas.openxmlformats.org/officeDocument/2006/relationships/customXml" Target="../ink/ink256.xml"/><Relationship Id="rId250" Type="http://schemas.openxmlformats.org/officeDocument/2006/relationships/image" Target="../media/image233.png"/><Relationship Id="rId24" Type="http://schemas.openxmlformats.org/officeDocument/2006/relationships/customXml" Target="../ink/ink148.xml"/><Relationship Id="rId45" Type="http://schemas.openxmlformats.org/officeDocument/2006/relationships/image" Target="../media/image89.png"/><Relationship Id="rId66" Type="http://schemas.openxmlformats.org/officeDocument/2006/relationships/customXml" Target="../ink/ink169.xml"/><Relationship Id="rId87" Type="http://schemas.openxmlformats.org/officeDocument/2006/relationships/image" Target="../media/image108.png"/><Relationship Id="rId110" Type="http://schemas.openxmlformats.org/officeDocument/2006/relationships/customXml" Target="../ink/ink191.xml"/><Relationship Id="rId131" Type="http://schemas.openxmlformats.org/officeDocument/2006/relationships/image" Target="../media/image174.png"/><Relationship Id="rId152" Type="http://schemas.openxmlformats.org/officeDocument/2006/relationships/customXml" Target="../ink/ink212.xml"/><Relationship Id="rId173" Type="http://schemas.openxmlformats.org/officeDocument/2006/relationships/image" Target="../media/image195.png"/><Relationship Id="rId194" Type="http://schemas.openxmlformats.org/officeDocument/2006/relationships/customXml" Target="../ink/ink233.xml"/><Relationship Id="rId208" Type="http://schemas.openxmlformats.org/officeDocument/2006/relationships/customXml" Target="../ink/ink240.xml"/><Relationship Id="rId229" Type="http://schemas.openxmlformats.org/officeDocument/2006/relationships/customXml" Target="../ink/ink251.xml"/><Relationship Id="rId240" Type="http://schemas.openxmlformats.org/officeDocument/2006/relationships/image" Target="../media/image228.png"/><Relationship Id="rId14" Type="http://schemas.openxmlformats.org/officeDocument/2006/relationships/customXml" Target="../ink/ink143.xml"/><Relationship Id="rId35" Type="http://schemas.openxmlformats.org/officeDocument/2006/relationships/image" Target="../media/image84.png"/><Relationship Id="rId56" Type="http://schemas.openxmlformats.org/officeDocument/2006/relationships/customXml" Target="../ink/ink164.xml"/><Relationship Id="rId77" Type="http://schemas.openxmlformats.org/officeDocument/2006/relationships/image" Target="../media/image103.png"/><Relationship Id="rId100" Type="http://schemas.openxmlformats.org/officeDocument/2006/relationships/customXml" Target="../ink/ink186.xml"/><Relationship Id="rId8" Type="http://schemas.openxmlformats.org/officeDocument/2006/relationships/customXml" Target="../ink/ink140.xml"/><Relationship Id="rId98" Type="http://schemas.openxmlformats.org/officeDocument/2006/relationships/customXml" Target="../ink/ink185.xml"/><Relationship Id="rId121" Type="http://schemas.openxmlformats.org/officeDocument/2006/relationships/image" Target="../media/image170.png"/><Relationship Id="rId142" Type="http://schemas.openxmlformats.org/officeDocument/2006/relationships/customXml" Target="../ink/ink207.xml"/><Relationship Id="rId163" Type="http://schemas.openxmlformats.org/officeDocument/2006/relationships/image" Target="../media/image190.png"/><Relationship Id="rId184" Type="http://schemas.openxmlformats.org/officeDocument/2006/relationships/customXml" Target="../ink/ink228.xml"/><Relationship Id="rId219" Type="http://schemas.openxmlformats.org/officeDocument/2006/relationships/image" Target="../media/image218.png"/><Relationship Id="rId230" Type="http://schemas.openxmlformats.org/officeDocument/2006/relationships/image" Target="../media/image223.png"/><Relationship Id="rId25" Type="http://schemas.openxmlformats.org/officeDocument/2006/relationships/image" Target="../media/image79.png"/><Relationship Id="rId46" Type="http://schemas.openxmlformats.org/officeDocument/2006/relationships/customXml" Target="../ink/ink159.xml"/><Relationship Id="rId67" Type="http://schemas.openxmlformats.org/officeDocument/2006/relationships/image" Target="../media/image99.png"/><Relationship Id="rId88" Type="http://schemas.openxmlformats.org/officeDocument/2006/relationships/customXml" Target="../ink/ink180.xml"/><Relationship Id="rId111" Type="http://schemas.openxmlformats.org/officeDocument/2006/relationships/image" Target="../media/image165.png"/><Relationship Id="rId132" Type="http://schemas.openxmlformats.org/officeDocument/2006/relationships/customXml" Target="../ink/ink202.xml"/><Relationship Id="rId153" Type="http://schemas.openxmlformats.org/officeDocument/2006/relationships/image" Target="../media/image185.png"/><Relationship Id="rId174" Type="http://schemas.openxmlformats.org/officeDocument/2006/relationships/customXml" Target="../ink/ink223.xml"/><Relationship Id="rId195" Type="http://schemas.openxmlformats.org/officeDocument/2006/relationships/image" Target="../media/image206.png"/><Relationship Id="rId209" Type="http://schemas.openxmlformats.org/officeDocument/2006/relationships/image" Target="../media/image213.png"/><Relationship Id="rId220" Type="http://schemas.openxmlformats.org/officeDocument/2006/relationships/customXml" Target="../ink/ink246.xml"/><Relationship Id="rId241" Type="http://schemas.openxmlformats.org/officeDocument/2006/relationships/customXml" Target="../ink/ink257.xml"/><Relationship Id="rId15" Type="http://schemas.openxmlformats.org/officeDocument/2006/relationships/image" Target="../media/image74.png"/><Relationship Id="rId36" Type="http://schemas.openxmlformats.org/officeDocument/2006/relationships/customXml" Target="../ink/ink154.xml"/><Relationship Id="rId57" Type="http://schemas.openxmlformats.org/officeDocument/2006/relationships/image" Target="../media/image95.png"/><Relationship Id="rId78" Type="http://schemas.openxmlformats.org/officeDocument/2006/relationships/customXml" Target="../ink/ink175.xml"/><Relationship Id="rId99" Type="http://schemas.openxmlformats.org/officeDocument/2006/relationships/image" Target="../media/image159.png"/><Relationship Id="rId101" Type="http://schemas.openxmlformats.org/officeDocument/2006/relationships/image" Target="../media/image160.png"/><Relationship Id="rId122" Type="http://schemas.openxmlformats.org/officeDocument/2006/relationships/customXml" Target="../ink/ink197.xml"/><Relationship Id="rId143" Type="http://schemas.openxmlformats.org/officeDocument/2006/relationships/image" Target="../media/image180.png"/><Relationship Id="rId164" Type="http://schemas.openxmlformats.org/officeDocument/2006/relationships/customXml" Target="../ink/ink218.xml"/><Relationship Id="rId185" Type="http://schemas.openxmlformats.org/officeDocument/2006/relationships/image" Target="../media/image201.png"/><Relationship Id="rId4" Type="http://schemas.openxmlformats.org/officeDocument/2006/relationships/customXml" Target="../ink/ink138.xml"/><Relationship Id="rId9" Type="http://schemas.openxmlformats.org/officeDocument/2006/relationships/image" Target="../media/image28.png"/><Relationship Id="rId180" Type="http://schemas.openxmlformats.org/officeDocument/2006/relationships/customXml" Target="../ink/ink226.xml"/><Relationship Id="rId210" Type="http://schemas.openxmlformats.org/officeDocument/2006/relationships/customXml" Target="../ink/ink241.xml"/><Relationship Id="rId215" Type="http://schemas.openxmlformats.org/officeDocument/2006/relationships/image" Target="../media/image216.png"/><Relationship Id="rId236" Type="http://schemas.openxmlformats.org/officeDocument/2006/relationships/image" Target="../media/image226.png"/><Relationship Id="rId26" Type="http://schemas.openxmlformats.org/officeDocument/2006/relationships/customXml" Target="../ink/ink149.xml"/><Relationship Id="rId231" Type="http://schemas.openxmlformats.org/officeDocument/2006/relationships/customXml" Target="../ink/ink252.xml"/><Relationship Id="rId47" Type="http://schemas.openxmlformats.org/officeDocument/2006/relationships/image" Target="../media/image90.png"/><Relationship Id="rId68" Type="http://schemas.openxmlformats.org/officeDocument/2006/relationships/customXml" Target="../ink/ink170.xml"/><Relationship Id="rId89" Type="http://schemas.openxmlformats.org/officeDocument/2006/relationships/image" Target="../media/image109.png"/><Relationship Id="rId112" Type="http://schemas.openxmlformats.org/officeDocument/2006/relationships/customXml" Target="../ink/ink192.xml"/><Relationship Id="rId133" Type="http://schemas.openxmlformats.org/officeDocument/2006/relationships/image" Target="../media/image175.png"/><Relationship Id="rId154" Type="http://schemas.openxmlformats.org/officeDocument/2006/relationships/customXml" Target="../ink/ink213.xml"/><Relationship Id="rId175" Type="http://schemas.openxmlformats.org/officeDocument/2006/relationships/image" Target="../media/image196.png"/><Relationship Id="rId196" Type="http://schemas.openxmlformats.org/officeDocument/2006/relationships/customXml" Target="../ink/ink234.xml"/><Relationship Id="rId200" Type="http://schemas.openxmlformats.org/officeDocument/2006/relationships/customXml" Target="../ink/ink236.xml"/><Relationship Id="rId16" Type="http://schemas.openxmlformats.org/officeDocument/2006/relationships/customXml" Target="../ink/ink144.xml"/><Relationship Id="rId221" Type="http://schemas.openxmlformats.org/officeDocument/2006/relationships/image" Target="../media/image219.png"/><Relationship Id="rId242" Type="http://schemas.openxmlformats.org/officeDocument/2006/relationships/image" Target="../media/image229.png"/><Relationship Id="rId37" Type="http://schemas.openxmlformats.org/officeDocument/2006/relationships/image" Target="../media/image85.png"/><Relationship Id="rId58" Type="http://schemas.openxmlformats.org/officeDocument/2006/relationships/customXml" Target="../ink/ink165.xml"/><Relationship Id="rId79" Type="http://schemas.openxmlformats.org/officeDocument/2006/relationships/image" Target="../media/image104.png"/><Relationship Id="rId102" Type="http://schemas.openxmlformats.org/officeDocument/2006/relationships/customXml" Target="../ink/ink187.xml"/><Relationship Id="rId123" Type="http://schemas.openxmlformats.org/officeDocument/2006/relationships/image" Target="../media/image171.png"/><Relationship Id="rId144" Type="http://schemas.openxmlformats.org/officeDocument/2006/relationships/customXml" Target="../ink/ink208.xml"/><Relationship Id="rId90" Type="http://schemas.openxmlformats.org/officeDocument/2006/relationships/customXml" Target="../ink/ink181.xml"/><Relationship Id="rId165" Type="http://schemas.openxmlformats.org/officeDocument/2006/relationships/image" Target="../media/image191.png"/><Relationship Id="rId186" Type="http://schemas.openxmlformats.org/officeDocument/2006/relationships/customXml" Target="../ink/ink229.xml"/><Relationship Id="rId211" Type="http://schemas.openxmlformats.org/officeDocument/2006/relationships/image" Target="../media/image214.png"/><Relationship Id="rId232" Type="http://schemas.openxmlformats.org/officeDocument/2006/relationships/image" Target="../media/image224.png"/><Relationship Id="rId27" Type="http://schemas.openxmlformats.org/officeDocument/2006/relationships/image" Target="../media/image80.png"/><Relationship Id="rId48" Type="http://schemas.openxmlformats.org/officeDocument/2006/relationships/customXml" Target="../ink/ink160.xml"/><Relationship Id="rId69" Type="http://schemas.openxmlformats.org/officeDocument/2006/relationships/image" Target="../media/image100.png"/><Relationship Id="rId113" Type="http://schemas.openxmlformats.org/officeDocument/2006/relationships/image" Target="../media/image166.png"/><Relationship Id="rId134" Type="http://schemas.openxmlformats.org/officeDocument/2006/relationships/customXml" Target="../ink/ink203.xml"/><Relationship Id="rId80" Type="http://schemas.openxmlformats.org/officeDocument/2006/relationships/customXml" Target="../ink/ink176.xml"/><Relationship Id="rId155" Type="http://schemas.openxmlformats.org/officeDocument/2006/relationships/image" Target="../media/image186.png"/><Relationship Id="rId176" Type="http://schemas.openxmlformats.org/officeDocument/2006/relationships/customXml" Target="../ink/ink224.xml"/><Relationship Id="rId197" Type="http://schemas.openxmlformats.org/officeDocument/2006/relationships/image" Target="../media/image207.png"/><Relationship Id="rId201" Type="http://schemas.openxmlformats.org/officeDocument/2006/relationships/image" Target="../media/image209.png"/><Relationship Id="rId222" Type="http://schemas.openxmlformats.org/officeDocument/2006/relationships/customXml" Target="../ink/ink247.xml"/><Relationship Id="rId243" Type="http://schemas.openxmlformats.org/officeDocument/2006/relationships/customXml" Target="../ink/ink258.xml"/><Relationship Id="rId17" Type="http://schemas.openxmlformats.org/officeDocument/2006/relationships/image" Target="../media/image75.png"/><Relationship Id="rId38" Type="http://schemas.openxmlformats.org/officeDocument/2006/relationships/customXml" Target="../ink/ink155.xml"/><Relationship Id="rId59" Type="http://schemas.openxmlformats.org/officeDocument/2006/relationships/image" Target="../media/image53.png"/><Relationship Id="rId103" Type="http://schemas.openxmlformats.org/officeDocument/2006/relationships/image" Target="../media/image161.png"/><Relationship Id="rId124" Type="http://schemas.openxmlformats.org/officeDocument/2006/relationships/customXml" Target="../ink/ink198.xml"/><Relationship Id="rId70" Type="http://schemas.openxmlformats.org/officeDocument/2006/relationships/customXml" Target="../ink/ink171.xml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66" Type="http://schemas.openxmlformats.org/officeDocument/2006/relationships/customXml" Target="../ink/ink219.xml"/><Relationship Id="rId187" Type="http://schemas.openxmlformats.org/officeDocument/2006/relationships/image" Target="../media/image20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42.xml"/><Relationship Id="rId233" Type="http://schemas.openxmlformats.org/officeDocument/2006/relationships/customXml" Target="../ink/ink253.xml"/><Relationship Id="rId28" Type="http://schemas.openxmlformats.org/officeDocument/2006/relationships/customXml" Target="../ink/ink150.xml"/><Relationship Id="rId49" Type="http://schemas.openxmlformats.org/officeDocument/2006/relationships/image" Target="../media/image91.png"/><Relationship Id="rId114" Type="http://schemas.openxmlformats.org/officeDocument/2006/relationships/customXml" Target="../ink/ink193.xml"/><Relationship Id="rId60" Type="http://schemas.openxmlformats.org/officeDocument/2006/relationships/customXml" Target="../ink/ink166.xml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56" Type="http://schemas.openxmlformats.org/officeDocument/2006/relationships/customXml" Target="../ink/ink214.xml"/><Relationship Id="rId177" Type="http://schemas.openxmlformats.org/officeDocument/2006/relationships/image" Target="../media/image197.png"/><Relationship Id="rId198" Type="http://schemas.openxmlformats.org/officeDocument/2006/relationships/customXml" Target="../ink/ink235.xml"/><Relationship Id="rId202" Type="http://schemas.openxmlformats.org/officeDocument/2006/relationships/customXml" Target="../ink/ink237.xml"/><Relationship Id="rId223" Type="http://schemas.openxmlformats.org/officeDocument/2006/relationships/image" Target="../media/image220.png"/><Relationship Id="rId244" Type="http://schemas.openxmlformats.org/officeDocument/2006/relationships/image" Target="../media/image230.png"/><Relationship Id="rId18" Type="http://schemas.openxmlformats.org/officeDocument/2006/relationships/customXml" Target="../ink/ink145.xml"/><Relationship Id="rId39" Type="http://schemas.openxmlformats.org/officeDocument/2006/relationships/image" Target="../media/image86.png"/><Relationship Id="rId50" Type="http://schemas.openxmlformats.org/officeDocument/2006/relationships/customXml" Target="../ink/ink161.xml"/><Relationship Id="rId104" Type="http://schemas.openxmlformats.org/officeDocument/2006/relationships/customXml" Target="../ink/ink188.xml"/><Relationship Id="rId125" Type="http://schemas.openxmlformats.org/officeDocument/2006/relationships/image" Target="../media/image172.png"/><Relationship Id="rId146" Type="http://schemas.openxmlformats.org/officeDocument/2006/relationships/customXml" Target="../ink/ink209.xml"/><Relationship Id="rId167" Type="http://schemas.openxmlformats.org/officeDocument/2006/relationships/image" Target="../media/image192.png"/><Relationship Id="rId188" Type="http://schemas.openxmlformats.org/officeDocument/2006/relationships/customXml" Target="../ink/ink230.xml"/><Relationship Id="rId71" Type="http://schemas.openxmlformats.org/officeDocument/2006/relationships/image" Target="../media/image59.png"/><Relationship Id="rId92" Type="http://schemas.openxmlformats.org/officeDocument/2006/relationships/customXml" Target="../ink/ink182.xml"/><Relationship Id="rId213" Type="http://schemas.openxmlformats.org/officeDocument/2006/relationships/image" Target="../media/image215.png"/><Relationship Id="rId234" Type="http://schemas.openxmlformats.org/officeDocument/2006/relationships/image" Target="../media/image225.png"/><Relationship Id="rId2" Type="http://schemas.openxmlformats.org/officeDocument/2006/relationships/customXml" Target="../ink/ink137.xml"/><Relationship Id="rId29" Type="http://schemas.openxmlformats.org/officeDocument/2006/relationships/image" Target="../media/image81.png"/><Relationship Id="rId40" Type="http://schemas.openxmlformats.org/officeDocument/2006/relationships/customXml" Target="../ink/ink156.xml"/><Relationship Id="rId115" Type="http://schemas.openxmlformats.org/officeDocument/2006/relationships/image" Target="../media/image167.png"/><Relationship Id="rId136" Type="http://schemas.openxmlformats.org/officeDocument/2006/relationships/customXml" Target="../ink/ink204.xml"/><Relationship Id="rId157" Type="http://schemas.openxmlformats.org/officeDocument/2006/relationships/image" Target="../media/image187.png"/><Relationship Id="rId178" Type="http://schemas.openxmlformats.org/officeDocument/2006/relationships/customXml" Target="../ink/ink225.xml"/><Relationship Id="rId61" Type="http://schemas.openxmlformats.org/officeDocument/2006/relationships/image" Target="../media/image96.png"/><Relationship Id="rId82" Type="http://schemas.openxmlformats.org/officeDocument/2006/relationships/customXml" Target="../ink/ink177.xml"/><Relationship Id="rId199" Type="http://schemas.openxmlformats.org/officeDocument/2006/relationships/image" Target="../media/image208.png"/><Relationship Id="rId203" Type="http://schemas.openxmlformats.org/officeDocument/2006/relationships/image" Target="../media/image210.png"/><Relationship Id="rId19" Type="http://schemas.openxmlformats.org/officeDocument/2006/relationships/image" Target="../media/image76.png"/><Relationship Id="rId224" Type="http://schemas.openxmlformats.org/officeDocument/2006/relationships/customXml" Target="../ink/ink248.xml"/><Relationship Id="rId245" Type="http://schemas.openxmlformats.org/officeDocument/2006/relationships/customXml" Target="../ink/ink259.xml"/><Relationship Id="rId30" Type="http://schemas.openxmlformats.org/officeDocument/2006/relationships/customXml" Target="../ink/ink151.xml"/><Relationship Id="rId105" Type="http://schemas.openxmlformats.org/officeDocument/2006/relationships/image" Target="../media/image162.png"/><Relationship Id="rId126" Type="http://schemas.openxmlformats.org/officeDocument/2006/relationships/customXml" Target="../ink/ink199.xml"/><Relationship Id="rId147" Type="http://schemas.openxmlformats.org/officeDocument/2006/relationships/image" Target="../media/image182.png"/><Relationship Id="rId168" Type="http://schemas.openxmlformats.org/officeDocument/2006/relationships/customXml" Target="../ink/ink220.xml"/><Relationship Id="rId51" Type="http://schemas.openxmlformats.org/officeDocument/2006/relationships/image" Target="../media/image92.png"/><Relationship Id="rId72" Type="http://schemas.openxmlformats.org/officeDocument/2006/relationships/customXml" Target="../ink/ink172.xml"/><Relationship Id="rId93" Type="http://schemas.openxmlformats.org/officeDocument/2006/relationships/image" Target="../media/image156.png"/><Relationship Id="rId189" Type="http://schemas.openxmlformats.org/officeDocument/2006/relationships/image" Target="../media/image203.png"/><Relationship Id="rId3" Type="http://schemas.openxmlformats.org/officeDocument/2006/relationships/image" Target="../media/image2510.png"/><Relationship Id="rId214" Type="http://schemas.openxmlformats.org/officeDocument/2006/relationships/customXml" Target="../ink/ink243.xml"/><Relationship Id="rId235" Type="http://schemas.openxmlformats.org/officeDocument/2006/relationships/customXml" Target="../ink/ink254.xml"/><Relationship Id="rId116" Type="http://schemas.openxmlformats.org/officeDocument/2006/relationships/customXml" Target="../ink/ink194.xml"/><Relationship Id="rId137" Type="http://schemas.openxmlformats.org/officeDocument/2006/relationships/image" Target="../media/image177.png"/><Relationship Id="rId158" Type="http://schemas.openxmlformats.org/officeDocument/2006/relationships/customXml" Target="../ink/ink215.xml"/><Relationship Id="rId20" Type="http://schemas.openxmlformats.org/officeDocument/2006/relationships/customXml" Target="../ink/ink146.xml"/><Relationship Id="rId41" Type="http://schemas.openxmlformats.org/officeDocument/2006/relationships/image" Target="../media/image87.png"/><Relationship Id="rId62" Type="http://schemas.openxmlformats.org/officeDocument/2006/relationships/customXml" Target="../ink/ink167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190" Type="http://schemas.openxmlformats.org/officeDocument/2006/relationships/customXml" Target="../ink/ink231.xml"/><Relationship Id="rId204" Type="http://schemas.openxmlformats.org/officeDocument/2006/relationships/customXml" Target="../ink/ink238.xml"/><Relationship Id="rId225" Type="http://schemas.openxmlformats.org/officeDocument/2006/relationships/image" Target="../media/image221.png"/><Relationship Id="rId246" Type="http://schemas.openxmlformats.org/officeDocument/2006/relationships/image" Target="../media/image231.png"/><Relationship Id="rId106" Type="http://schemas.openxmlformats.org/officeDocument/2006/relationships/customXml" Target="../ink/ink189.xml"/><Relationship Id="rId127" Type="http://schemas.openxmlformats.org/officeDocument/2006/relationships/image" Target="../media/image173.png"/><Relationship Id="rId10" Type="http://schemas.openxmlformats.org/officeDocument/2006/relationships/customXml" Target="../ink/ink141.xml"/><Relationship Id="rId31" Type="http://schemas.openxmlformats.org/officeDocument/2006/relationships/image" Target="../media/image82.png"/><Relationship Id="rId52" Type="http://schemas.openxmlformats.org/officeDocument/2006/relationships/customXml" Target="../ink/ink162.xml"/><Relationship Id="rId73" Type="http://schemas.openxmlformats.org/officeDocument/2006/relationships/image" Target="../media/image101.png"/><Relationship Id="rId94" Type="http://schemas.openxmlformats.org/officeDocument/2006/relationships/customXml" Target="../ink/ink183.xml"/><Relationship Id="rId148" Type="http://schemas.openxmlformats.org/officeDocument/2006/relationships/customXml" Target="../ink/ink210.xml"/><Relationship Id="rId169" Type="http://schemas.openxmlformats.org/officeDocument/2006/relationships/image" Target="../media/image193.png"/></Relationships>
</file>

<file path=ppt/slides/_rels/slide2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99" Type="http://schemas.openxmlformats.org/officeDocument/2006/relationships/customXml" Target="../ink/ink411.xml"/><Relationship Id="rId21" Type="http://schemas.openxmlformats.org/officeDocument/2006/relationships/image" Target="../media/image77.png"/><Relationship Id="rId63" Type="http://schemas.openxmlformats.org/officeDocument/2006/relationships/image" Target="../media/image97.png"/><Relationship Id="rId159" Type="http://schemas.openxmlformats.org/officeDocument/2006/relationships/image" Target="../media/image188.png"/><Relationship Id="rId324" Type="http://schemas.openxmlformats.org/officeDocument/2006/relationships/image" Target="../media/image303.png"/><Relationship Id="rId366" Type="http://schemas.openxmlformats.org/officeDocument/2006/relationships/image" Target="../media/image324.png"/><Relationship Id="rId170" Type="http://schemas.openxmlformats.org/officeDocument/2006/relationships/customXml" Target="../ink/ink346.xml"/><Relationship Id="rId226" Type="http://schemas.openxmlformats.org/officeDocument/2006/relationships/customXml" Target="../ink/ink374.xml"/><Relationship Id="rId268" Type="http://schemas.openxmlformats.org/officeDocument/2006/relationships/image" Target="../media/image275.png"/><Relationship Id="rId32" Type="http://schemas.openxmlformats.org/officeDocument/2006/relationships/customXml" Target="../ink/ink277.xml"/><Relationship Id="rId74" Type="http://schemas.openxmlformats.org/officeDocument/2006/relationships/customXml" Target="../ink/ink298.xml"/><Relationship Id="rId128" Type="http://schemas.openxmlformats.org/officeDocument/2006/relationships/customXml" Target="../ink/ink325.xml"/><Relationship Id="rId335" Type="http://schemas.openxmlformats.org/officeDocument/2006/relationships/customXml" Target="../ink/ink429.xml"/><Relationship Id="rId377" Type="http://schemas.openxmlformats.org/officeDocument/2006/relationships/customXml" Target="../ink/ink450.xml"/><Relationship Id="rId5" Type="http://schemas.openxmlformats.org/officeDocument/2006/relationships/image" Target="../media/image70.png"/><Relationship Id="rId181" Type="http://schemas.openxmlformats.org/officeDocument/2006/relationships/image" Target="../media/image199.png"/><Relationship Id="rId237" Type="http://schemas.openxmlformats.org/officeDocument/2006/relationships/customXml" Target="../ink/ink380.xml"/><Relationship Id="rId402" Type="http://schemas.openxmlformats.org/officeDocument/2006/relationships/image" Target="../media/image342.png"/><Relationship Id="rId279" Type="http://schemas.openxmlformats.org/officeDocument/2006/relationships/customXml" Target="../ink/ink401.xml"/><Relationship Id="rId43" Type="http://schemas.openxmlformats.org/officeDocument/2006/relationships/image" Target="../media/image88.png"/><Relationship Id="rId139" Type="http://schemas.openxmlformats.org/officeDocument/2006/relationships/image" Target="../media/image178.png"/><Relationship Id="rId290" Type="http://schemas.openxmlformats.org/officeDocument/2006/relationships/image" Target="../media/image286.png"/><Relationship Id="rId304" Type="http://schemas.openxmlformats.org/officeDocument/2006/relationships/image" Target="../media/image293.png"/><Relationship Id="rId346" Type="http://schemas.openxmlformats.org/officeDocument/2006/relationships/image" Target="../media/image314.png"/><Relationship Id="rId388" Type="http://schemas.openxmlformats.org/officeDocument/2006/relationships/image" Target="../media/image335.png"/><Relationship Id="rId85" Type="http://schemas.openxmlformats.org/officeDocument/2006/relationships/image" Target="../media/image107.png"/><Relationship Id="rId150" Type="http://schemas.openxmlformats.org/officeDocument/2006/relationships/customXml" Target="../ink/ink336.xml"/><Relationship Id="rId192" Type="http://schemas.openxmlformats.org/officeDocument/2006/relationships/customXml" Target="../ink/ink357.xml"/><Relationship Id="rId206" Type="http://schemas.openxmlformats.org/officeDocument/2006/relationships/customXml" Target="../ink/ink364.xml"/><Relationship Id="rId413" Type="http://schemas.openxmlformats.org/officeDocument/2006/relationships/customXml" Target="../ink/ink468.xml"/><Relationship Id="rId248" Type="http://schemas.openxmlformats.org/officeDocument/2006/relationships/image" Target="../media/image265.png"/><Relationship Id="rId12" Type="http://schemas.openxmlformats.org/officeDocument/2006/relationships/customXml" Target="../ink/ink267.xml"/><Relationship Id="rId108" Type="http://schemas.openxmlformats.org/officeDocument/2006/relationships/customXml" Target="../ink/ink315.xml"/><Relationship Id="rId315" Type="http://schemas.openxmlformats.org/officeDocument/2006/relationships/customXml" Target="../ink/ink419.xml"/><Relationship Id="rId357" Type="http://schemas.openxmlformats.org/officeDocument/2006/relationships/customXml" Target="../ink/ink440.xml"/><Relationship Id="rId54" Type="http://schemas.openxmlformats.org/officeDocument/2006/relationships/customXml" Target="../ink/ink288.xml"/><Relationship Id="rId96" Type="http://schemas.openxmlformats.org/officeDocument/2006/relationships/customXml" Target="../ink/ink309.xml"/><Relationship Id="rId161" Type="http://schemas.openxmlformats.org/officeDocument/2006/relationships/image" Target="../media/image189.png"/><Relationship Id="rId217" Type="http://schemas.openxmlformats.org/officeDocument/2006/relationships/image" Target="../media/image250.png"/><Relationship Id="rId399" Type="http://schemas.openxmlformats.org/officeDocument/2006/relationships/customXml" Target="../ink/ink461.xml"/><Relationship Id="rId259" Type="http://schemas.openxmlformats.org/officeDocument/2006/relationships/customXml" Target="../ink/ink391.xml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270" Type="http://schemas.openxmlformats.org/officeDocument/2006/relationships/image" Target="../media/image276.png"/><Relationship Id="rId326" Type="http://schemas.openxmlformats.org/officeDocument/2006/relationships/image" Target="../media/image304.png"/><Relationship Id="rId65" Type="http://schemas.openxmlformats.org/officeDocument/2006/relationships/image" Target="../media/image98.png"/><Relationship Id="rId130" Type="http://schemas.openxmlformats.org/officeDocument/2006/relationships/customXml" Target="../ink/ink326.xml"/><Relationship Id="rId368" Type="http://schemas.openxmlformats.org/officeDocument/2006/relationships/image" Target="../media/image325.png"/><Relationship Id="rId172" Type="http://schemas.openxmlformats.org/officeDocument/2006/relationships/customXml" Target="../ink/ink347.xml"/><Relationship Id="rId228" Type="http://schemas.openxmlformats.org/officeDocument/2006/relationships/image" Target="../media/image255.png"/><Relationship Id="rId281" Type="http://schemas.openxmlformats.org/officeDocument/2006/relationships/customXml" Target="../ink/ink402.xml"/><Relationship Id="rId337" Type="http://schemas.openxmlformats.org/officeDocument/2006/relationships/customXml" Target="../ink/ink430.xml"/><Relationship Id="rId34" Type="http://schemas.openxmlformats.org/officeDocument/2006/relationships/customXml" Target="../ink/ink278.xml"/><Relationship Id="rId76" Type="http://schemas.openxmlformats.org/officeDocument/2006/relationships/customXml" Target="../ink/ink299.xml"/><Relationship Id="rId141" Type="http://schemas.openxmlformats.org/officeDocument/2006/relationships/image" Target="../media/image179.png"/><Relationship Id="rId379" Type="http://schemas.openxmlformats.org/officeDocument/2006/relationships/customXml" Target="../ink/ink451.xml"/><Relationship Id="rId7" Type="http://schemas.openxmlformats.org/officeDocument/2006/relationships/image" Target="../media/image71.png"/><Relationship Id="rId183" Type="http://schemas.openxmlformats.org/officeDocument/2006/relationships/image" Target="../media/image200.png"/><Relationship Id="rId239" Type="http://schemas.openxmlformats.org/officeDocument/2006/relationships/customXml" Target="../ink/ink381.xml"/><Relationship Id="rId390" Type="http://schemas.openxmlformats.org/officeDocument/2006/relationships/image" Target="../media/image336.png"/><Relationship Id="rId404" Type="http://schemas.openxmlformats.org/officeDocument/2006/relationships/image" Target="../media/image343.png"/><Relationship Id="rId250" Type="http://schemas.openxmlformats.org/officeDocument/2006/relationships/image" Target="../media/image266.png"/><Relationship Id="rId292" Type="http://schemas.openxmlformats.org/officeDocument/2006/relationships/image" Target="../media/image287.png"/><Relationship Id="rId306" Type="http://schemas.openxmlformats.org/officeDocument/2006/relationships/image" Target="../media/image294.png"/><Relationship Id="rId45" Type="http://schemas.openxmlformats.org/officeDocument/2006/relationships/image" Target="../media/image89.png"/><Relationship Id="rId87" Type="http://schemas.openxmlformats.org/officeDocument/2006/relationships/image" Target="../media/image108.png"/><Relationship Id="rId110" Type="http://schemas.openxmlformats.org/officeDocument/2006/relationships/customXml" Target="../ink/ink316.xml"/><Relationship Id="rId348" Type="http://schemas.openxmlformats.org/officeDocument/2006/relationships/image" Target="../media/image315.png"/><Relationship Id="rId152" Type="http://schemas.openxmlformats.org/officeDocument/2006/relationships/customXml" Target="../ink/ink337.xml"/><Relationship Id="rId194" Type="http://schemas.openxmlformats.org/officeDocument/2006/relationships/customXml" Target="../ink/ink358.xml"/><Relationship Id="rId208" Type="http://schemas.openxmlformats.org/officeDocument/2006/relationships/customXml" Target="../ink/ink365.xml"/><Relationship Id="rId415" Type="http://schemas.openxmlformats.org/officeDocument/2006/relationships/customXml" Target="../ink/ink469.xml"/><Relationship Id="rId261" Type="http://schemas.openxmlformats.org/officeDocument/2006/relationships/customXml" Target="../ink/ink392.xml"/><Relationship Id="rId14" Type="http://schemas.openxmlformats.org/officeDocument/2006/relationships/customXml" Target="../ink/ink268.xml"/><Relationship Id="rId56" Type="http://schemas.openxmlformats.org/officeDocument/2006/relationships/customXml" Target="../ink/ink289.xml"/><Relationship Id="rId317" Type="http://schemas.openxmlformats.org/officeDocument/2006/relationships/customXml" Target="../ink/ink420.xml"/><Relationship Id="rId359" Type="http://schemas.openxmlformats.org/officeDocument/2006/relationships/customXml" Target="../ink/ink441.xml"/><Relationship Id="rId98" Type="http://schemas.openxmlformats.org/officeDocument/2006/relationships/customXml" Target="../ink/ink310.xml"/><Relationship Id="rId121" Type="http://schemas.openxmlformats.org/officeDocument/2006/relationships/image" Target="../media/image170.png"/><Relationship Id="rId163" Type="http://schemas.openxmlformats.org/officeDocument/2006/relationships/image" Target="../media/image190.png"/><Relationship Id="rId219" Type="http://schemas.openxmlformats.org/officeDocument/2006/relationships/image" Target="../media/image251.png"/><Relationship Id="rId370" Type="http://schemas.openxmlformats.org/officeDocument/2006/relationships/image" Target="../media/image326.png"/><Relationship Id="rId230" Type="http://schemas.openxmlformats.org/officeDocument/2006/relationships/image" Target="../media/image256.png"/><Relationship Id="rId25" Type="http://schemas.openxmlformats.org/officeDocument/2006/relationships/image" Target="../media/image79.png"/><Relationship Id="rId67" Type="http://schemas.openxmlformats.org/officeDocument/2006/relationships/image" Target="../media/image99.png"/><Relationship Id="rId272" Type="http://schemas.openxmlformats.org/officeDocument/2006/relationships/image" Target="../media/image277.png"/><Relationship Id="rId328" Type="http://schemas.openxmlformats.org/officeDocument/2006/relationships/image" Target="../media/image305.png"/><Relationship Id="rId132" Type="http://schemas.openxmlformats.org/officeDocument/2006/relationships/customXml" Target="../ink/ink327.xml"/><Relationship Id="rId174" Type="http://schemas.openxmlformats.org/officeDocument/2006/relationships/customXml" Target="../ink/ink348.xml"/><Relationship Id="rId381" Type="http://schemas.openxmlformats.org/officeDocument/2006/relationships/customXml" Target="../ink/ink452.xml"/><Relationship Id="rId241" Type="http://schemas.openxmlformats.org/officeDocument/2006/relationships/customXml" Target="../ink/ink382.xml"/><Relationship Id="rId36" Type="http://schemas.openxmlformats.org/officeDocument/2006/relationships/customXml" Target="../ink/ink279.xml"/><Relationship Id="rId283" Type="http://schemas.openxmlformats.org/officeDocument/2006/relationships/customXml" Target="../ink/ink403.xml"/><Relationship Id="rId339" Type="http://schemas.openxmlformats.org/officeDocument/2006/relationships/customXml" Target="../ink/ink431.xml"/><Relationship Id="rId78" Type="http://schemas.openxmlformats.org/officeDocument/2006/relationships/customXml" Target="../ink/ink300.xml"/><Relationship Id="rId101" Type="http://schemas.openxmlformats.org/officeDocument/2006/relationships/image" Target="../media/image160.png"/><Relationship Id="rId143" Type="http://schemas.openxmlformats.org/officeDocument/2006/relationships/image" Target="../media/image180.png"/><Relationship Id="rId185" Type="http://schemas.openxmlformats.org/officeDocument/2006/relationships/image" Target="../media/image234.png"/><Relationship Id="rId350" Type="http://schemas.openxmlformats.org/officeDocument/2006/relationships/image" Target="../media/image316.png"/><Relationship Id="rId406" Type="http://schemas.openxmlformats.org/officeDocument/2006/relationships/image" Target="../media/image344.png"/><Relationship Id="rId9" Type="http://schemas.openxmlformats.org/officeDocument/2006/relationships/image" Target="../media/image28.png"/><Relationship Id="rId210" Type="http://schemas.openxmlformats.org/officeDocument/2006/relationships/customXml" Target="../ink/ink366.xml"/><Relationship Id="rId392" Type="http://schemas.openxmlformats.org/officeDocument/2006/relationships/image" Target="../media/image337.png"/><Relationship Id="rId252" Type="http://schemas.openxmlformats.org/officeDocument/2006/relationships/image" Target="../media/image267.png"/><Relationship Id="rId294" Type="http://schemas.openxmlformats.org/officeDocument/2006/relationships/image" Target="../media/image288.png"/><Relationship Id="rId308" Type="http://schemas.openxmlformats.org/officeDocument/2006/relationships/image" Target="../media/image295.png"/><Relationship Id="rId47" Type="http://schemas.openxmlformats.org/officeDocument/2006/relationships/image" Target="../media/image90.png"/><Relationship Id="rId89" Type="http://schemas.openxmlformats.org/officeDocument/2006/relationships/image" Target="../media/image109.png"/><Relationship Id="rId112" Type="http://schemas.openxmlformats.org/officeDocument/2006/relationships/customXml" Target="../ink/ink317.xml"/><Relationship Id="rId154" Type="http://schemas.openxmlformats.org/officeDocument/2006/relationships/customXml" Target="../ink/ink338.xml"/><Relationship Id="rId361" Type="http://schemas.openxmlformats.org/officeDocument/2006/relationships/customXml" Target="../ink/ink442.xml"/><Relationship Id="rId196" Type="http://schemas.openxmlformats.org/officeDocument/2006/relationships/customXml" Target="../ink/ink359.xml"/><Relationship Id="rId417" Type="http://schemas.openxmlformats.org/officeDocument/2006/relationships/customXml" Target="../ink/ink470.xml"/><Relationship Id="rId16" Type="http://schemas.openxmlformats.org/officeDocument/2006/relationships/customXml" Target="../ink/ink269.xml"/><Relationship Id="rId221" Type="http://schemas.openxmlformats.org/officeDocument/2006/relationships/image" Target="../media/image252.png"/><Relationship Id="rId263" Type="http://schemas.openxmlformats.org/officeDocument/2006/relationships/customXml" Target="../ink/ink393.xml"/><Relationship Id="rId319" Type="http://schemas.openxmlformats.org/officeDocument/2006/relationships/customXml" Target="../ink/ink421.xml"/><Relationship Id="rId58" Type="http://schemas.openxmlformats.org/officeDocument/2006/relationships/customXml" Target="../ink/ink290.xml"/><Relationship Id="rId123" Type="http://schemas.openxmlformats.org/officeDocument/2006/relationships/image" Target="../media/image171.png"/><Relationship Id="rId330" Type="http://schemas.openxmlformats.org/officeDocument/2006/relationships/image" Target="../media/image306.png"/><Relationship Id="rId165" Type="http://schemas.openxmlformats.org/officeDocument/2006/relationships/image" Target="../media/image191.png"/><Relationship Id="rId372" Type="http://schemas.openxmlformats.org/officeDocument/2006/relationships/image" Target="../media/image327.png"/><Relationship Id="rId232" Type="http://schemas.openxmlformats.org/officeDocument/2006/relationships/image" Target="../media/image257.png"/><Relationship Id="rId274" Type="http://schemas.openxmlformats.org/officeDocument/2006/relationships/image" Target="../media/image278.png"/><Relationship Id="rId27" Type="http://schemas.openxmlformats.org/officeDocument/2006/relationships/image" Target="../media/image80.png"/><Relationship Id="rId69" Type="http://schemas.openxmlformats.org/officeDocument/2006/relationships/image" Target="../media/image100.png"/><Relationship Id="rId134" Type="http://schemas.openxmlformats.org/officeDocument/2006/relationships/customXml" Target="../ink/ink328.xml"/><Relationship Id="rId80" Type="http://schemas.openxmlformats.org/officeDocument/2006/relationships/customXml" Target="../ink/ink301.xml"/><Relationship Id="rId176" Type="http://schemas.openxmlformats.org/officeDocument/2006/relationships/customXml" Target="../ink/ink349.xml"/><Relationship Id="rId341" Type="http://schemas.openxmlformats.org/officeDocument/2006/relationships/customXml" Target="../ink/ink432.xml"/><Relationship Id="rId383" Type="http://schemas.openxmlformats.org/officeDocument/2006/relationships/customXml" Target="../ink/ink453.xml"/><Relationship Id="rId201" Type="http://schemas.openxmlformats.org/officeDocument/2006/relationships/image" Target="../media/image242.png"/><Relationship Id="rId222" Type="http://schemas.openxmlformats.org/officeDocument/2006/relationships/customXml" Target="../ink/ink372.xml"/><Relationship Id="rId243" Type="http://schemas.openxmlformats.org/officeDocument/2006/relationships/customXml" Target="../ink/ink383.xml"/><Relationship Id="rId264" Type="http://schemas.openxmlformats.org/officeDocument/2006/relationships/image" Target="../media/image273.png"/><Relationship Id="rId285" Type="http://schemas.openxmlformats.org/officeDocument/2006/relationships/customXml" Target="../ink/ink404.xml"/><Relationship Id="rId17" Type="http://schemas.openxmlformats.org/officeDocument/2006/relationships/image" Target="../media/image75.png"/><Relationship Id="rId38" Type="http://schemas.openxmlformats.org/officeDocument/2006/relationships/customXml" Target="../ink/ink280.xml"/><Relationship Id="rId59" Type="http://schemas.openxmlformats.org/officeDocument/2006/relationships/image" Target="../media/image53.png"/><Relationship Id="rId103" Type="http://schemas.openxmlformats.org/officeDocument/2006/relationships/image" Target="../media/image161.png"/><Relationship Id="rId124" Type="http://schemas.openxmlformats.org/officeDocument/2006/relationships/customXml" Target="../ink/ink323.xml"/><Relationship Id="rId310" Type="http://schemas.openxmlformats.org/officeDocument/2006/relationships/image" Target="../media/image296.png"/><Relationship Id="rId70" Type="http://schemas.openxmlformats.org/officeDocument/2006/relationships/customXml" Target="../ink/ink296.xml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66" Type="http://schemas.openxmlformats.org/officeDocument/2006/relationships/customXml" Target="../ink/ink344.xml"/><Relationship Id="rId187" Type="http://schemas.openxmlformats.org/officeDocument/2006/relationships/image" Target="../media/image235.png"/><Relationship Id="rId331" Type="http://schemas.openxmlformats.org/officeDocument/2006/relationships/customXml" Target="../ink/ink427.xml"/><Relationship Id="rId352" Type="http://schemas.openxmlformats.org/officeDocument/2006/relationships/image" Target="../media/image317.png"/><Relationship Id="rId373" Type="http://schemas.openxmlformats.org/officeDocument/2006/relationships/customXml" Target="../ink/ink448.xml"/><Relationship Id="rId394" Type="http://schemas.openxmlformats.org/officeDocument/2006/relationships/image" Target="../media/image338.png"/><Relationship Id="rId408" Type="http://schemas.openxmlformats.org/officeDocument/2006/relationships/image" Target="../media/image34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67.xml"/><Relationship Id="rId233" Type="http://schemas.openxmlformats.org/officeDocument/2006/relationships/customXml" Target="../ink/ink378.xml"/><Relationship Id="rId254" Type="http://schemas.openxmlformats.org/officeDocument/2006/relationships/image" Target="../media/image268.png"/><Relationship Id="rId28" Type="http://schemas.openxmlformats.org/officeDocument/2006/relationships/customXml" Target="../ink/ink275.xml"/><Relationship Id="rId49" Type="http://schemas.openxmlformats.org/officeDocument/2006/relationships/image" Target="../media/image91.png"/><Relationship Id="rId114" Type="http://schemas.openxmlformats.org/officeDocument/2006/relationships/customXml" Target="../ink/ink318.xml"/><Relationship Id="rId275" Type="http://schemas.openxmlformats.org/officeDocument/2006/relationships/customXml" Target="../ink/ink399.xml"/><Relationship Id="rId296" Type="http://schemas.openxmlformats.org/officeDocument/2006/relationships/image" Target="../media/image289.png"/><Relationship Id="rId300" Type="http://schemas.openxmlformats.org/officeDocument/2006/relationships/image" Target="../media/image291.png"/><Relationship Id="rId60" Type="http://schemas.openxmlformats.org/officeDocument/2006/relationships/customXml" Target="../ink/ink291.xml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56" Type="http://schemas.openxmlformats.org/officeDocument/2006/relationships/customXml" Target="../ink/ink339.xml"/><Relationship Id="rId177" Type="http://schemas.openxmlformats.org/officeDocument/2006/relationships/image" Target="../media/image197.png"/><Relationship Id="rId198" Type="http://schemas.openxmlformats.org/officeDocument/2006/relationships/customXml" Target="../ink/ink360.xml"/><Relationship Id="rId321" Type="http://schemas.openxmlformats.org/officeDocument/2006/relationships/customXml" Target="../ink/ink422.xml"/><Relationship Id="rId342" Type="http://schemas.openxmlformats.org/officeDocument/2006/relationships/image" Target="../media/image312.png"/><Relationship Id="rId363" Type="http://schemas.openxmlformats.org/officeDocument/2006/relationships/customXml" Target="../ink/ink443.xml"/><Relationship Id="rId384" Type="http://schemas.openxmlformats.org/officeDocument/2006/relationships/image" Target="../media/image333.png"/><Relationship Id="rId202" Type="http://schemas.openxmlformats.org/officeDocument/2006/relationships/customXml" Target="../ink/ink362.xml"/><Relationship Id="rId223" Type="http://schemas.openxmlformats.org/officeDocument/2006/relationships/image" Target="../media/image253.png"/><Relationship Id="rId244" Type="http://schemas.openxmlformats.org/officeDocument/2006/relationships/image" Target="../media/image263.png"/><Relationship Id="rId18" Type="http://schemas.openxmlformats.org/officeDocument/2006/relationships/customXml" Target="../ink/ink270.xml"/><Relationship Id="rId39" Type="http://schemas.openxmlformats.org/officeDocument/2006/relationships/image" Target="../media/image86.png"/><Relationship Id="rId265" Type="http://schemas.openxmlformats.org/officeDocument/2006/relationships/customXml" Target="../ink/ink394.xml"/><Relationship Id="rId286" Type="http://schemas.openxmlformats.org/officeDocument/2006/relationships/image" Target="../media/image284.png"/><Relationship Id="rId50" Type="http://schemas.openxmlformats.org/officeDocument/2006/relationships/customXml" Target="../ink/ink286.xml"/><Relationship Id="rId104" Type="http://schemas.openxmlformats.org/officeDocument/2006/relationships/customXml" Target="../ink/ink313.xml"/><Relationship Id="rId125" Type="http://schemas.openxmlformats.org/officeDocument/2006/relationships/image" Target="../media/image172.png"/><Relationship Id="rId146" Type="http://schemas.openxmlformats.org/officeDocument/2006/relationships/customXml" Target="../ink/ink334.xml"/><Relationship Id="rId167" Type="http://schemas.openxmlformats.org/officeDocument/2006/relationships/image" Target="../media/image192.png"/><Relationship Id="rId188" Type="http://schemas.openxmlformats.org/officeDocument/2006/relationships/customXml" Target="../ink/ink355.xml"/><Relationship Id="rId311" Type="http://schemas.openxmlformats.org/officeDocument/2006/relationships/customXml" Target="../ink/ink417.xml"/><Relationship Id="rId332" Type="http://schemas.openxmlformats.org/officeDocument/2006/relationships/image" Target="../media/image307.png"/><Relationship Id="rId353" Type="http://schemas.openxmlformats.org/officeDocument/2006/relationships/customXml" Target="../ink/ink438.xml"/><Relationship Id="rId374" Type="http://schemas.openxmlformats.org/officeDocument/2006/relationships/image" Target="../media/image328.png"/><Relationship Id="rId395" Type="http://schemas.openxmlformats.org/officeDocument/2006/relationships/customXml" Target="../ink/ink459.xml"/><Relationship Id="rId409" Type="http://schemas.openxmlformats.org/officeDocument/2006/relationships/customXml" Target="../ink/ink466.xml"/><Relationship Id="rId71" Type="http://schemas.openxmlformats.org/officeDocument/2006/relationships/image" Target="../media/image59.png"/><Relationship Id="rId92" Type="http://schemas.openxmlformats.org/officeDocument/2006/relationships/customXml" Target="../ink/ink307.xml"/><Relationship Id="rId213" Type="http://schemas.openxmlformats.org/officeDocument/2006/relationships/image" Target="../media/image248.png"/><Relationship Id="rId234" Type="http://schemas.openxmlformats.org/officeDocument/2006/relationships/image" Target="../media/image258.png"/><Relationship Id="rId2" Type="http://schemas.openxmlformats.org/officeDocument/2006/relationships/customXml" Target="../ink/ink262.xml"/><Relationship Id="rId29" Type="http://schemas.openxmlformats.org/officeDocument/2006/relationships/image" Target="../media/image81.png"/><Relationship Id="rId255" Type="http://schemas.openxmlformats.org/officeDocument/2006/relationships/customXml" Target="../ink/ink389.xml"/><Relationship Id="rId276" Type="http://schemas.openxmlformats.org/officeDocument/2006/relationships/image" Target="../media/image279.png"/><Relationship Id="rId297" Type="http://schemas.openxmlformats.org/officeDocument/2006/relationships/customXml" Target="../ink/ink410.xml"/><Relationship Id="rId40" Type="http://schemas.openxmlformats.org/officeDocument/2006/relationships/customXml" Target="../ink/ink281.xml"/><Relationship Id="rId115" Type="http://schemas.openxmlformats.org/officeDocument/2006/relationships/image" Target="../media/image167.png"/><Relationship Id="rId136" Type="http://schemas.openxmlformats.org/officeDocument/2006/relationships/customXml" Target="../ink/ink329.xml"/><Relationship Id="rId157" Type="http://schemas.openxmlformats.org/officeDocument/2006/relationships/image" Target="../media/image187.png"/><Relationship Id="rId178" Type="http://schemas.openxmlformats.org/officeDocument/2006/relationships/customXml" Target="../ink/ink350.xml"/><Relationship Id="rId301" Type="http://schemas.openxmlformats.org/officeDocument/2006/relationships/customXml" Target="../ink/ink412.xml"/><Relationship Id="rId322" Type="http://schemas.openxmlformats.org/officeDocument/2006/relationships/image" Target="../media/image302.png"/><Relationship Id="rId343" Type="http://schemas.openxmlformats.org/officeDocument/2006/relationships/customXml" Target="../ink/ink433.xml"/><Relationship Id="rId364" Type="http://schemas.openxmlformats.org/officeDocument/2006/relationships/image" Target="../media/image323.png"/><Relationship Id="rId61" Type="http://schemas.openxmlformats.org/officeDocument/2006/relationships/image" Target="../media/image96.png"/><Relationship Id="rId82" Type="http://schemas.openxmlformats.org/officeDocument/2006/relationships/customXml" Target="../ink/ink302.xml"/><Relationship Id="rId199" Type="http://schemas.openxmlformats.org/officeDocument/2006/relationships/image" Target="../media/image241.png"/><Relationship Id="rId203" Type="http://schemas.openxmlformats.org/officeDocument/2006/relationships/image" Target="../media/image243.png"/><Relationship Id="rId385" Type="http://schemas.openxmlformats.org/officeDocument/2006/relationships/customXml" Target="../ink/ink454.xml"/><Relationship Id="rId19" Type="http://schemas.openxmlformats.org/officeDocument/2006/relationships/image" Target="../media/image76.png"/><Relationship Id="rId224" Type="http://schemas.openxmlformats.org/officeDocument/2006/relationships/customXml" Target="../ink/ink373.xml"/><Relationship Id="rId245" Type="http://schemas.openxmlformats.org/officeDocument/2006/relationships/customXml" Target="../ink/ink384.xml"/><Relationship Id="rId266" Type="http://schemas.openxmlformats.org/officeDocument/2006/relationships/image" Target="../media/image274.png"/><Relationship Id="rId287" Type="http://schemas.openxmlformats.org/officeDocument/2006/relationships/customXml" Target="../ink/ink405.xml"/><Relationship Id="rId410" Type="http://schemas.openxmlformats.org/officeDocument/2006/relationships/image" Target="../media/image346.png"/><Relationship Id="rId30" Type="http://schemas.openxmlformats.org/officeDocument/2006/relationships/customXml" Target="../ink/ink276.xml"/><Relationship Id="rId105" Type="http://schemas.openxmlformats.org/officeDocument/2006/relationships/image" Target="../media/image162.png"/><Relationship Id="rId126" Type="http://schemas.openxmlformats.org/officeDocument/2006/relationships/customXml" Target="../ink/ink324.xml"/><Relationship Id="rId147" Type="http://schemas.openxmlformats.org/officeDocument/2006/relationships/image" Target="../media/image182.png"/><Relationship Id="rId168" Type="http://schemas.openxmlformats.org/officeDocument/2006/relationships/customXml" Target="../ink/ink345.xml"/><Relationship Id="rId312" Type="http://schemas.openxmlformats.org/officeDocument/2006/relationships/image" Target="../media/image297.png"/><Relationship Id="rId333" Type="http://schemas.openxmlformats.org/officeDocument/2006/relationships/customXml" Target="../ink/ink428.xml"/><Relationship Id="rId354" Type="http://schemas.openxmlformats.org/officeDocument/2006/relationships/image" Target="../media/image318.png"/><Relationship Id="rId51" Type="http://schemas.openxmlformats.org/officeDocument/2006/relationships/image" Target="../media/image92.png"/><Relationship Id="rId72" Type="http://schemas.openxmlformats.org/officeDocument/2006/relationships/customXml" Target="../ink/ink297.xml"/><Relationship Id="rId93" Type="http://schemas.openxmlformats.org/officeDocument/2006/relationships/image" Target="../media/image156.png"/><Relationship Id="rId189" Type="http://schemas.openxmlformats.org/officeDocument/2006/relationships/image" Target="../media/image236.png"/><Relationship Id="rId375" Type="http://schemas.openxmlformats.org/officeDocument/2006/relationships/customXml" Target="../ink/ink449.xml"/><Relationship Id="rId396" Type="http://schemas.openxmlformats.org/officeDocument/2006/relationships/image" Target="../media/image339.png"/><Relationship Id="rId3" Type="http://schemas.openxmlformats.org/officeDocument/2006/relationships/image" Target="../media/image2510.png"/><Relationship Id="rId214" Type="http://schemas.openxmlformats.org/officeDocument/2006/relationships/customXml" Target="../ink/ink368.xml"/><Relationship Id="rId235" Type="http://schemas.openxmlformats.org/officeDocument/2006/relationships/customXml" Target="../ink/ink379.xml"/><Relationship Id="rId256" Type="http://schemas.openxmlformats.org/officeDocument/2006/relationships/image" Target="../media/image269.png"/><Relationship Id="rId277" Type="http://schemas.openxmlformats.org/officeDocument/2006/relationships/customXml" Target="../ink/ink400.xml"/><Relationship Id="rId298" Type="http://schemas.openxmlformats.org/officeDocument/2006/relationships/image" Target="../media/image290.png"/><Relationship Id="rId400" Type="http://schemas.openxmlformats.org/officeDocument/2006/relationships/image" Target="../media/image341.png"/><Relationship Id="rId116" Type="http://schemas.openxmlformats.org/officeDocument/2006/relationships/customXml" Target="../ink/ink319.xml"/><Relationship Id="rId137" Type="http://schemas.openxmlformats.org/officeDocument/2006/relationships/image" Target="../media/image177.png"/><Relationship Id="rId158" Type="http://schemas.openxmlformats.org/officeDocument/2006/relationships/customXml" Target="../ink/ink340.xml"/><Relationship Id="rId302" Type="http://schemas.openxmlformats.org/officeDocument/2006/relationships/image" Target="../media/image292.png"/><Relationship Id="rId323" Type="http://schemas.openxmlformats.org/officeDocument/2006/relationships/customXml" Target="../ink/ink423.xml"/><Relationship Id="rId344" Type="http://schemas.openxmlformats.org/officeDocument/2006/relationships/image" Target="../media/image313.png"/><Relationship Id="rId20" Type="http://schemas.openxmlformats.org/officeDocument/2006/relationships/customXml" Target="../ink/ink271.xml"/><Relationship Id="rId41" Type="http://schemas.openxmlformats.org/officeDocument/2006/relationships/image" Target="../media/image87.png"/><Relationship Id="rId62" Type="http://schemas.openxmlformats.org/officeDocument/2006/relationships/customXml" Target="../ink/ink292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365" Type="http://schemas.openxmlformats.org/officeDocument/2006/relationships/customXml" Target="../ink/ink444.xml"/><Relationship Id="rId386" Type="http://schemas.openxmlformats.org/officeDocument/2006/relationships/image" Target="../media/image334.png"/><Relationship Id="rId190" Type="http://schemas.openxmlformats.org/officeDocument/2006/relationships/customXml" Target="../ink/ink356.xml"/><Relationship Id="rId204" Type="http://schemas.openxmlformats.org/officeDocument/2006/relationships/customXml" Target="../ink/ink363.xml"/><Relationship Id="rId225" Type="http://schemas.openxmlformats.org/officeDocument/2006/relationships/image" Target="../media/image254.png"/><Relationship Id="rId246" Type="http://schemas.openxmlformats.org/officeDocument/2006/relationships/image" Target="../media/image264.png"/><Relationship Id="rId267" Type="http://schemas.openxmlformats.org/officeDocument/2006/relationships/customXml" Target="../ink/ink395.xml"/><Relationship Id="rId288" Type="http://schemas.openxmlformats.org/officeDocument/2006/relationships/image" Target="../media/image285.png"/><Relationship Id="rId411" Type="http://schemas.openxmlformats.org/officeDocument/2006/relationships/customXml" Target="../ink/ink467.xml"/><Relationship Id="rId106" Type="http://schemas.openxmlformats.org/officeDocument/2006/relationships/customXml" Target="../ink/ink314.xml"/><Relationship Id="rId127" Type="http://schemas.openxmlformats.org/officeDocument/2006/relationships/image" Target="../media/image173.png"/><Relationship Id="rId313" Type="http://schemas.openxmlformats.org/officeDocument/2006/relationships/customXml" Target="../ink/ink418.xml"/><Relationship Id="rId10" Type="http://schemas.openxmlformats.org/officeDocument/2006/relationships/customXml" Target="../ink/ink266.xml"/><Relationship Id="rId31" Type="http://schemas.openxmlformats.org/officeDocument/2006/relationships/image" Target="../media/image82.png"/><Relationship Id="rId52" Type="http://schemas.openxmlformats.org/officeDocument/2006/relationships/customXml" Target="../ink/ink287.xml"/><Relationship Id="rId73" Type="http://schemas.openxmlformats.org/officeDocument/2006/relationships/image" Target="../media/image101.png"/><Relationship Id="rId94" Type="http://schemas.openxmlformats.org/officeDocument/2006/relationships/customXml" Target="../ink/ink308.xml"/><Relationship Id="rId148" Type="http://schemas.openxmlformats.org/officeDocument/2006/relationships/customXml" Target="../ink/ink335.xml"/><Relationship Id="rId169" Type="http://schemas.openxmlformats.org/officeDocument/2006/relationships/image" Target="../media/image193.png"/><Relationship Id="rId334" Type="http://schemas.openxmlformats.org/officeDocument/2006/relationships/image" Target="../media/image308.png"/><Relationship Id="rId355" Type="http://schemas.openxmlformats.org/officeDocument/2006/relationships/customXml" Target="../ink/ink439.xml"/><Relationship Id="rId376" Type="http://schemas.openxmlformats.org/officeDocument/2006/relationships/image" Target="../media/image329.png"/><Relationship Id="rId397" Type="http://schemas.openxmlformats.org/officeDocument/2006/relationships/customXml" Target="../ink/ink460.xml"/><Relationship Id="rId4" Type="http://schemas.openxmlformats.org/officeDocument/2006/relationships/customXml" Target="../ink/ink263.xml"/><Relationship Id="rId180" Type="http://schemas.openxmlformats.org/officeDocument/2006/relationships/customXml" Target="../ink/ink351.xml"/><Relationship Id="rId215" Type="http://schemas.openxmlformats.org/officeDocument/2006/relationships/image" Target="../media/image249.png"/><Relationship Id="rId236" Type="http://schemas.openxmlformats.org/officeDocument/2006/relationships/image" Target="../media/image259.png"/><Relationship Id="rId257" Type="http://schemas.openxmlformats.org/officeDocument/2006/relationships/customXml" Target="../ink/ink390.xml"/><Relationship Id="rId278" Type="http://schemas.openxmlformats.org/officeDocument/2006/relationships/image" Target="../media/image280.png"/><Relationship Id="rId401" Type="http://schemas.openxmlformats.org/officeDocument/2006/relationships/customXml" Target="../ink/ink462.xml"/><Relationship Id="rId303" Type="http://schemas.openxmlformats.org/officeDocument/2006/relationships/customXml" Target="../ink/ink413.xml"/><Relationship Id="rId42" Type="http://schemas.openxmlformats.org/officeDocument/2006/relationships/customXml" Target="../ink/ink282.xml"/><Relationship Id="rId84" Type="http://schemas.openxmlformats.org/officeDocument/2006/relationships/customXml" Target="../ink/ink303.xml"/><Relationship Id="rId138" Type="http://schemas.openxmlformats.org/officeDocument/2006/relationships/customXml" Target="../ink/ink330.xml"/><Relationship Id="rId345" Type="http://schemas.openxmlformats.org/officeDocument/2006/relationships/customXml" Target="../ink/ink434.xml"/><Relationship Id="rId387" Type="http://schemas.openxmlformats.org/officeDocument/2006/relationships/customXml" Target="../ink/ink455.xml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47" Type="http://schemas.openxmlformats.org/officeDocument/2006/relationships/customXml" Target="../ink/ink385.xml"/><Relationship Id="rId412" Type="http://schemas.openxmlformats.org/officeDocument/2006/relationships/image" Target="../media/image347.png"/><Relationship Id="rId107" Type="http://schemas.openxmlformats.org/officeDocument/2006/relationships/image" Target="../media/image163.png"/><Relationship Id="rId289" Type="http://schemas.openxmlformats.org/officeDocument/2006/relationships/customXml" Target="../ink/ink406.xml"/><Relationship Id="rId11" Type="http://schemas.openxmlformats.org/officeDocument/2006/relationships/image" Target="../media/image72.png"/><Relationship Id="rId53" Type="http://schemas.openxmlformats.org/officeDocument/2006/relationships/image" Target="../media/image93.png"/><Relationship Id="rId149" Type="http://schemas.openxmlformats.org/officeDocument/2006/relationships/image" Target="../media/image183.png"/><Relationship Id="rId314" Type="http://schemas.openxmlformats.org/officeDocument/2006/relationships/image" Target="../media/image298.png"/><Relationship Id="rId356" Type="http://schemas.openxmlformats.org/officeDocument/2006/relationships/image" Target="../media/image319.png"/><Relationship Id="rId398" Type="http://schemas.openxmlformats.org/officeDocument/2006/relationships/image" Target="../media/image340.png"/><Relationship Id="rId95" Type="http://schemas.openxmlformats.org/officeDocument/2006/relationships/image" Target="../media/image157.png"/><Relationship Id="rId160" Type="http://schemas.openxmlformats.org/officeDocument/2006/relationships/customXml" Target="../ink/ink341.xml"/><Relationship Id="rId216" Type="http://schemas.openxmlformats.org/officeDocument/2006/relationships/customXml" Target="../ink/ink369.xml"/><Relationship Id="rId258" Type="http://schemas.openxmlformats.org/officeDocument/2006/relationships/image" Target="../media/image270.png"/><Relationship Id="rId22" Type="http://schemas.openxmlformats.org/officeDocument/2006/relationships/customXml" Target="../ink/ink272.xml"/><Relationship Id="rId64" Type="http://schemas.openxmlformats.org/officeDocument/2006/relationships/customXml" Target="../ink/ink293.xml"/><Relationship Id="rId118" Type="http://schemas.openxmlformats.org/officeDocument/2006/relationships/customXml" Target="../ink/ink320.xml"/><Relationship Id="rId325" Type="http://schemas.openxmlformats.org/officeDocument/2006/relationships/customXml" Target="../ink/ink424.xml"/><Relationship Id="rId367" Type="http://schemas.openxmlformats.org/officeDocument/2006/relationships/customXml" Target="../ink/ink445.xml"/><Relationship Id="rId171" Type="http://schemas.openxmlformats.org/officeDocument/2006/relationships/image" Target="../media/image194.png"/><Relationship Id="rId227" Type="http://schemas.openxmlformats.org/officeDocument/2006/relationships/customXml" Target="../ink/ink375.xml"/><Relationship Id="rId269" Type="http://schemas.openxmlformats.org/officeDocument/2006/relationships/customXml" Target="../ink/ink396.xml"/><Relationship Id="rId33" Type="http://schemas.openxmlformats.org/officeDocument/2006/relationships/image" Target="../media/image83.png"/><Relationship Id="rId129" Type="http://schemas.openxmlformats.org/officeDocument/2006/relationships/image" Target="../media/image129.png"/><Relationship Id="rId280" Type="http://schemas.openxmlformats.org/officeDocument/2006/relationships/image" Target="../media/image281.png"/><Relationship Id="rId336" Type="http://schemas.openxmlformats.org/officeDocument/2006/relationships/image" Target="../media/image309.png"/><Relationship Id="rId75" Type="http://schemas.openxmlformats.org/officeDocument/2006/relationships/image" Target="../media/image102.png"/><Relationship Id="rId140" Type="http://schemas.openxmlformats.org/officeDocument/2006/relationships/customXml" Target="../ink/ink331.xml"/><Relationship Id="rId182" Type="http://schemas.openxmlformats.org/officeDocument/2006/relationships/customXml" Target="../ink/ink352.xml"/><Relationship Id="rId378" Type="http://schemas.openxmlformats.org/officeDocument/2006/relationships/image" Target="../media/image330.png"/><Relationship Id="rId403" Type="http://schemas.openxmlformats.org/officeDocument/2006/relationships/customXml" Target="../ink/ink463.xml"/><Relationship Id="rId6" Type="http://schemas.openxmlformats.org/officeDocument/2006/relationships/customXml" Target="../ink/ink264.xml"/><Relationship Id="rId238" Type="http://schemas.openxmlformats.org/officeDocument/2006/relationships/image" Target="../media/image260.png"/><Relationship Id="rId291" Type="http://schemas.openxmlformats.org/officeDocument/2006/relationships/customXml" Target="../ink/ink407.xml"/><Relationship Id="rId305" Type="http://schemas.openxmlformats.org/officeDocument/2006/relationships/customXml" Target="../ink/ink414.xml"/><Relationship Id="rId347" Type="http://schemas.openxmlformats.org/officeDocument/2006/relationships/customXml" Target="../ink/ink435.xml"/><Relationship Id="rId44" Type="http://schemas.openxmlformats.org/officeDocument/2006/relationships/customXml" Target="../ink/ink283.xml"/><Relationship Id="rId86" Type="http://schemas.openxmlformats.org/officeDocument/2006/relationships/customXml" Target="../ink/ink304.xml"/><Relationship Id="rId151" Type="http://schemas.openxmlformats.org/officeDocument/2006/relationships/image" Target="../media/image184.png"/><Relationship Id="rId389" Type="http://schemas.openxmlformats.org/officeDocument/2006/relationships/customXml" Target="../ink/ink456.xml"/><Relationship Id="rId193" Type="http://schemas.openxmlformats.org/officeDocument/2006/relationships/image" Target="../media/image238.png"/><Relationship Id="rId207" Type="http://schemas.openxmlformats.org/officeDocument/2006/relationships/image" Target="../media/image245.png"/><Relationship Id="rId249" Type="http://schemas.openxmlformats.org/officeDocument/2006/relationships/customXml" Target="../ink/ink386.xml"/><Relationship Id="rId414" Type="http://schemas.openxmlformats.org/officeDocument/2006/relationships/image" Target="../media/image348.png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260" Type="http://schemas.openxmlformats.org/officeDocument/2006/relationships/image" Target="../media/image271.png"/><Relationship Id="rId316" Type="http://schemas.openxmlformats.org/officeDocument/2006/relationships/image" Target="../media/image299.png"/><Relationship Id="rId55" Type="http://schemas.openxmlformats.org/officeDocument/2006/relationships/image" Target="../media/image94.png"/><Relationship Id="rId97" Type="http://schemas.openxmlformats.org/officeDocument/2006/relationships/image" Target="../media/image158.png"/><Relationship Id="rId120" Type="http://schemas.openxmlformats.org/officeDocument/2006/relationships/customXml" Target="../ink/ink321.xml"/><Relationship Id="rId358" Type="http://schemas.openxmlformats.org/officeDocument/2006/relationships/image" Target="../media/image320.png"/><Relationship Id="rId162" Type="http://schemas.openxmlformats.org/officeDocument/2006/relationships/customXml" Target="../ink/ink342.xml"/><Relationship Id="rId218" Type="http://schemas.openxmlformats.org/officeDocument/2006/relationships/customXml" Target="../ink/ink370.xml"/><Relationship Id="rId271" Type="http://schemas.openxmlformats.org/officeDocument/2006/relationships/customXml" Target="../ink/ink397.xml"/><Relationship Id="rId24" Type="http://schemas.openxmlformats.org/officeDocument/2006/relationships/customXml" Target="../ink/ink273.xml"/><Relationship Id="rId66" Type="http://schemas.openxmlformats.org/officeDocument/2006/relationships/customXml" Target="../ink/ink294.xml"/><Relationship Id="rId131" Type="http://schemas.openxmlformats.org/officeDocument/2006/relationships/image" Target="../media/image174.png"/><Relationship Id="rId327" Type="http://schemas.openxmlformats.org/officeDocument/2006/relationships/customXml" Target="../ink/ink425.xml"/><Relationship Id="rId369" Type="http://schemas.openxmlformats.org/officeDocument/2006/relationships/customXml" Target="../ink/ink446.xml"/><Relationship Id="rId173" Type="http://schemas.openxmlformats.org/officeDocument/2006/relationships/image" Target="../media/image195.png"/><Relationship Id="rId229" Type="http://schemas.openxmlformats.org/officeDocument/2006/relationships/customXml" Target="../ink/ink376.xml"/><Relationship Id="rId380" Type="http://schemas.openxmlformats.org/officeDocument/2006/relationships/image" Target="../media/image331.png"/><Relationship Id="rId240" Type="http://schemas.openxmlformats.org/officeDocument/2006/relationships/image" Target="../media/image261.png"/><Relationship Id="rId35" Type="http://schemas.openxmlformats.org/officeDocument/2006/relationships/image" Target="../media/image84.png"/><Relationship Id="rId77" Type="http://schemas.openxmlformats.org/officeDocument/2006/relationships/image" Target="../media/image103.png"/><Relationship Id="rId100" Type="http://schemas.openxmlformats.org/officeDocument/2006/relationships/customXml" Target="../ink/ink311.xml"/><Relationship Id="rId282" Type="http://schemas.openxmlformats.org/officeDocument/2006/relationships/image" Target="../media/image282.png"/><Relationship Id="rId338" Type="http://schemas.openxmlformats.org/officeDocument/2006/relationships/image" Target="../media/image310.png"/><Relationship Id="rId8" Type="http://schemas.openxmlformats.org/officeDocument/2006/relationships/customXml" Target="../ink/ink265.xml"/><Relationship Id="rId142" Type="http://schemas.openxmlformats.org/officeDocument/2006/relationships/customXml" Target="../ink/ink332.xml"/><Relationship Id="rId184" Type="http://schemas.openxmlformats.org/officeDocument/2006/relationships/customXml" Target="../ink/ink353.xml"/><Relationship Id="rId391" Type="http://schemas.openxmlformats.org/officeDocument/2006/relationships/customXml" Target="../ink/ink457.xml"/><Relationship Id="rId405" Type="http://schemas.openxmlformats.org/officeDocument/2006/relationships/customXml" Target="../ink/ink464.xml"/><Relationship Id="rId251" Type="http://schemas.openxmlformats.org/officeDocument/2006/relationships/customXml" Target="../ink/ink387.xml"/><Relationship Id="rId46" Type="http://schemas.openxmlformats.org/officeDocument/2006/relationships/customXml" Target="../ink/ink284.xml"/><Relationship Id="rId293" Type="http://schemas.openxmlformats.org/officeDocument/2006/relationships/customXml" Target="../ink/ink408.xml"/><Relationship Id="rId307" Type="http://schemas.openxmlformats.org/officeDocument/2006/relationships/customXml" Target="../ink/ink415.xml"/><Relationship Id="rId349" Type="http://schemas.openxmlformats.org/officeDocument/2006/relationships/customXml" Target="../ink/ink436.xml"/><Relationship Id="rId88" Type="http://schemas.openxmlformats.org/officeDocument/2006/relationships/customXml" Target="../ink/ink305.xml"/><Relationship Id="rId111" Type="http://schemas.openxmlformats.org/officeDocument/2006/relationships/image" Target="../media/image165.png"/><Relationship Id="rId153" Type="http://schemas.openxmlformats.org/officeDocument/2006/relationships/image" Target="../media/image185.png"/><Relationship Id="rId195" Type="http://schemas.openxmlformats.org/officeDocument/2006/relationships/image" Target="../media/image239.png"/><Relationship Id="rId209" Type="http://schemas.openxmlformats.org/officeDocument/2006/relationships/image" Target="../media/image246.png"/><Relationship Id="rId360" Type="http://schemas.openxmlformats.org/officeDocument/2006/relationships/image" Target="../media/image321.png"/><Relationship Id="rId416" Type="http://schemas.openxmlformats.org/officeDocument/2006/relationships/image" Target="../media/image349.png"/><Relationship Id="rId220" Type="http://schemas.openxmlformats.org/officeDocument/2006/relationships/customXml" Target="../ink/ink371.xml"/><Relationship Id="rId15" Type="http://schemas.openxmlformats.org/officeDocument/2006/relationships/image" Target="../media/image74.png"/><Relationship Id="rId57" Type="http://schemas.openxmlformats.org/officeDocument/2006/relationships/image" Target="../media/image95.png"/><Relationship Id="rId262" Type="http://schemas.openxmlformats.org/officeDocument/2006/relationships/image" Target="../media/image272.png"/><Relationship Id="rId318" Type="http://schemas.openxmlformats.org/officeDocument/2006/relationships/image" Target="../media/image300.png"/><Relationship Id="rId99" Type="http://schemas.openxmlformats.org/officeDocument/2006/relationships/image" Target="../media/image159.png"/><Relationship Id="rId122" Type="http://schemas.openxmlformats.org/officeDocument/2006/relationships/customXml" Target="../ink/ink322.xml"/><Relationship Id="rId164" Type="http://schemas.openxmlformats.org/officeDocument/2006/relationships/customXml" Target="../ink/ink343.xml"/><Relationship Id="rId371" Type="http://schemas.openxmlformats.org/officeDocument/2006/relationships/customXml" Target="../ink/ink447.xml"/><Relationship Id="rId26" Type="http://schemas.openxmlformats.org/officeDocument/2006/relationships/customXml" Target="../ink/ink274.xml"/><Relationship Id="rId231" Type="http://schemas.openxmlformats.org/officeDocument/2006/relationships/customXml" Target="../ink/ink377.xml"/><Relationship Id="rId273" Type="http://schemas.openxmlformats.org/officeDocument/2006/relationships/customXml" Target="../ink/ink398.xml"/><Relationship Id="rId329" Type="http://schemas.openxmlformats.org/officeDocument/2006/relationships/customXml" Target="../ink/ink426.xml"/><Relationship Id="rId68" Type="http://schemas.openxmlformats.org/officeDocument/2006/relationships/customXml" Target="../ink/ink295.xml"/><Relationship Id="rId133" Type="http://schemas.openxmlformats.org/officeDocument/2006/relationships/image" Target="../media/image175.png"/><Relationship Id="rId175" Type="http://schemas.openxmlformats.org/officeDocument/2006/relationships/image" Target="../media/image196.png"/><Relationship Id="rId340" Type="http://schemas.openxmlformats.org/officeDocument/2006/relationships/image" Target="../media/image311.png"/><Relationship Id="rId200" Type="http://schemas.openxmlformats.org/officeDocument/2006/relationships/customXml" Target="../ink/ink361.xml"/><Relationship Id="rId382" Type="http://schemas.openxmlformats.org/officeDocument/2006/relationships/image" Target="../media/image332.png"/><Relationship Id="rId242" Type="http://schemas.openxmlformats.org/officeDocument/2006/relationships/image" Target="../media/image262.png"/><Relationship Id="rId284" Type="http://schemas.openxmlformats.org/officeDocument/2006/relationships/image" Target="../media/image283.png"/><Relationship Id="rId37" Type="http://schemas.openxmlformats.org/officeDocument/2006/relationships/image" Target="../media/image85.png"/><Relationship Id="rId79" Type="http://schemas.openxmlformats.org/officeDocument/2006/relationships/image" Target="../media/image104.png"/><Relationship Id="rId102" Type="http://schemas.openxmlformats.org/officeDocument/2006/relationships/customXml" Target="../ink/ink312.xml"/><Relationship Id="rId144" Type="http://schemas.openxmlformats.org/officeDocument/2006/relationships/customXml" Target="../ink/ink333.xml"/><Relationship Id="rId90" Type="http://schemas.openxmlformats.org/officeDocument/2006/relationships/customXml" Target="../ink/ink306.xml"/><Relationship Id="rId186" Type="http://schemas.openxmlformats.org/officeDocument/2006/relationships/customXml" Target="../ink/ink354.xml"/><Relationship Id="rId351" Type="http://schemas.openxmlformats.org/officeDocument/2006/relationships/customXml" Target="../ink/ink437.xml"/><Relationship Id="rId393" Type="http://schemas.openxmlformats.org/officeDocument/2006/relationships/customXml" Target="../ink/ink458.xml"/><Relationship Id="rId407" Type="http://schemas.openxmlformats.org/officeDocument/2006/relationships/customXml" Target="../ink/ink465.xml"/><Relationship Id="rId211" Type="http://schemas.openxmlformats.org/officeDocument/2006/relationships/image" Target="../media/image247.png"/><Relationship Id="rId253" Type="http://schemas.openxmlformats.org/officeDocument/2006/relationships/customXml" Target="../ink/ink388.xml"/><Relationship Id="rId295" Type="http://schemas.openxmlformats.org/officeDocument/2006/relationships/customXml" Target="../ink/ink409.xml"/><Relationship Id="rId309" Type="http://schemas.openxmlformats.org/officeDocument/2006/relationships/customXml" Target="../ink/ink416.xml"/><Relationship Id="rId48" Type="http://schemas.openxmlformats.org/officeDocument/2006/relationships/customXml" Target="../ink/ink285.xml"/><Relationship Id="rId113" Type="http://schemas.openxmlformats.org/officeDocument/2006/relationships/image" Target="../media/image166.png"/><Relationship Id="rId320" Type="http://schemas.openxmlformats.org/officeDocument/2006/relationships/image" Target="../media/image301.png"/><Relationship Id="rId155" Type="http://schemas.openxmlformats.org/officeDocument/2006/relationships/image" Target="../media/image186.png"/><Relationship Id="rId197" Type="http://schemas.openxmlformats.org/officeDocument/2006/relationships/image" Target="../media/image240.png"/><Relationship Id="rId362" Type="http://schemas.openxmlformats.org/officeDocument/2006/relationships/image" Target="../media/image322.png"/><Relationship Id="rId418" Type="http://schemas.openxmlformats.org/officeDocument/2006/relationships/image" Target="../media/image350.png"/></Relationships>
</file>

<file path=ppt/slides/_rels/slide2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99" Type="http://schemas.openxmlformats.org/officeDocument/2006/relationships/customXml" Target="../ink/ink620.xml"/><Relationship Id="rId21" Type="http://schemas.openxmlformats.org/officeDocument/2006/relationships/image" Target="../media/image77.png"/><Relationship Id="rId63" Type="http://schemas.openxmlformats.org/officeDocument/2006/relationships/image" Target="../media/image97.png"/><Relationship Id="rId159" Type="http://schemas.openxmlformats.org/officeDocument/2006/relationships/image" Target="../media/image188.png"/><Relationship Id="rId324" Type="http://schemas.openxmlformats.org/officeDocument/2006/relationships/image" Target="../media/image387.png"/><Relationship Id="rId366" Type="http://schemas.openxmlformats.org/officeDocument/2006/relationships/image" Target="../media/image408.png"/><Relationship Id="rId170" Type="http://schemas.openxmlformats.org/officeDocument/2006/relationships/customXml" Target="../ink/ink555.xml"/><Relationship Id="rId226" Type="http://schemas.openxmlformats.org/officeDocument/2006/relationships/customXml" Target="../ink/ink583.xml"/><Relationship Id="rId433" Type="http://schemas.openxmlformats.org/officeDocument/2006/relationships/customXml" Target="../ink/ink687.xml"/><Relationship Id="rId268" Type="http://schemas.openxmlformats.org/officeDocument/2006/relationships/image" Target="../media/image359.png"/><Relationship Id="rId475" Type="http://schemas.openxmlformats.org/officeDocument/2006/relationships/customXml" Target="../ink/ink708.xml"/><Relationship Id="rId32" Type="http://schemas.openxmlformats.org/officeDocument/2006/relationships/customXml" Target="../ink/ink486.xml"/><Relationship Id="rId74" Type="http://schemas.openxmlformats.org/officeDocument/2006/relationships/customXml" Target="../ink/ink507.xml"/><Relationship Id="rId128" Type="http://schemas.openxmlformats.org/officeDocument/2006/relationships/customXml" Target="../ink/ink534.xml"/><Relationship Id="rId335" Type="http://schemas.openxmlformats.org/officeDocument/2006/relationships/customXml" Target="../ink/ink638.xml"/><Relationship Id="rId377" Type="http://schemas.openxmlformats.org/officeDocument/2006/relationships/customXml" Target="../ink/ink659.xml"/><Relationship Id="rId5" Type="http://schemas.openxmlformats.org/officeDocument/2006/relationships/image" Target="../media/image70.png"/><Relationship Id="rId181" Type="http://schemas.openxmlformats.org/officeDocument/2006/relationships/image" Target="../media/image199.png"/><Relationship Id="rId237" Type="http://schemas.openxmlformats.org/officeDocument/2006/relationships/customXml" Target="../ink/ink589.xml"/><Relationship Id="rId402" Type="http://schemas.openxmlformats.org/officeDocument/2006/relationships/image" Target="../media/image426.png"/><Relationship Id="rId279" Type="http://schemas.openxmlformats.org/officeDocument/2006/relationships/customXml" Target="../ink/ink610.xml"/><Relationship Id="rId444" Type="http://schemas.openxmlformats.org/officeDocument/2006/relationships/image" Target="../media/image447.png"/><Relationship Id="rId486" Type="http://schemas.openxmlformats.org/officeDocument/2006/relationships/image" Target="../media/image468.png"/><Relationship Id="rId43" Type="http://schemas.openxmlformats.org/officeDocument/2006/relationships/image" Target="../media/image88.png"/><Relationship Id="rId139" Type="http://schemas.openxmlformats.org/officeDocument/2006/relationships/image" Target="../media/image178.png"/><Relationship Id="rId290" Type="http://schemas.openxmlformats.org/officeDocument/2006/relationships/image" Target="../media/image370.png"/><Relationship Id="rId304" Type="http://schemas.openxmlformats.org/officeDocument/2006/relationships/image" Target="../media/image377.png"/><Relationship Id="rId346" Type="http://schemas.openxmlformats.org/officeDocument/2006/relationships/image" Target="../media/image398.png"/><Relationship Id="rId388" Type="http://schemas.openxmlformats.org/officeDocument/2006/relationships/image" Target="../media/image419.png"/><Relationship Id="rId85" Type="http://schemas.openxmlformats.org/officeDocument/2006/relationships/image" Target="../media/image107.png"/><Relationship Id="rId150" Type="http://schemas.openxmlformats.org/officeDocument/2006/relationships/customXml" Target="../ink/ink545.xml"/><Relationship Id="rId192" Type="http://schemas.openxmlformats.org/officeDocument/2006/relationships/customXml" Target="../ink/ink566.xml"/><Relationship Id="rId206" Type="http://schemas.openxmlformats.org/officeDocument/2006/relationships/customXml" Target="../ink/ink573.xml"/><Relationship Id="rId413" Type="http://schemas.openxmlformats.org/officeDocument/2006/relationships/customXml" Target="../ink/ink677.xml"/><Relationship Id="rId248" Type="http://schemas.openxmlformats.org/officeDocument/2006/relationships/image" Target="../media/image265.png"/><Relationship Id="rId455" Type="http://schemas.openxmlformats.org/officeDocument/2006/relationships/customXml" Target="../ink/ink698.xml"/><Relationship Id="rId12" Type="http://schemas.openxmlformats.org/officeDocument/2006/relationships/customXml" Target="../ink/ink476.xml"/><Relationship Id="rId108" Type="http://schemas.openxmlformats.org/officeDocument/2006/relationships/customXml" Target="../ink/ink524.xml"/><Relationship Id="rId315" Type="http://schemas.openxmlformats.org/officeDocument/2006/relationships/customXml" Target="../ink/ink628.xml"/><Relationship Id="rId357" Type="http://schemas.openxmlformats.org/officeDocument/2006/relationships/customXml" Target="../ink/ink649.xml"/><Relationship Id="rId54" Type="http://schemas.openxmlformats.org/officeDocument/2006/relationships/customXml" Target="../ink/ink497.xml"/><Relationship Id="rId96" Type="http://schemas.openxmlformats.org/officeDocument/2006/relationships/customXml" Target="../ink/ink518.xml"/><Relationship Id="rId161" Type="http://schemas.openxmlformats.org/officeDocument/2006/relationships/image" Target="../media/image189.png"/><Relationship Id="rId217" Type="http://schemas.openxmlformats.org/officeDocument/2006/relationships/image" Target="../media/image250.png"/><Relationship Id="rId399" Type="http://schemas.openxmlformats.org/officeDocument/2006/relationships/customXml" Target="../ink/ink670.xml"/><Relationship Id="rId259" Type="http://schemas.openxmlformats.org/officeDocument/2006/relationships/customXml" Target="../ink/ink600.xml"/><Relationship Id="rId424" Type="http://schemas.openxmlformats.org/officeDocument/2006/relationships/image" Target="../media/image437.png"/><Relationship Id="rId466" Type="http://schemas.openxmlformats.org/officeDocument/2006/relationships/image" Target="../media/image458.png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270" Type="http://schemas.openxmlformats.org/officeDocument/2006/relationships/image" Target="../media/image360.png"/><Relationship Id="rId326" Type="http://schemas.openxmlformats.org/officeDocument/2006/relationships/image" Target="../media/image388.png"/><Relationship Id="rId65" Type="http://schemas.openxmlformats.org/officeDocument/2006/relationships/image" Target="../media/image98.png"/><Relationship Id="rId130" Type="http://schemas.openxmlformats.org/officeDocument/2006/relationships/customXml" Target="../ink/ink535.xml"/><Relationship Id="rId368" Type="http://schemas.openxmlformats.org/officeDocument/2006/relationships/image" Target="../media/image409.png"/><Relationship Id="rId172" Type="http://schemas.openxmlformats.org/officeDocument/2006/relationships/customXml" Target="../ink/ink556.xml"/><Relationship Id="rId228" Type="http://schemas.openxmlformats.org/officeDocument/2006/relationships/image" Target="../media/image255.png"/><Relationship Id="rId435" Type="http://schemas.openxmlformats.org/officeDocument/2006/relationships/customXml" Target="../ink/ink688.xml"/><Relationship Id="rId477" Type="http://schemas.openxmlformats.org/officeDocument/2006/relationships/customXml" Target="../ink/ink709.xml"/><Relationship Id="rId281" Type="http://schemas.openxmlformats.org/officeDocument/2006/relationships/customXml" Target="../ink/ink611.xml"/><Relationship Id="rId337" Type="http://schemas.openxmlformats.org/officeDocument/2006/relationships/customXml" Target="../ink/ink639.xml"/><Relationship Id="rId34" Type="http://schemas.openxmlformats.org/officeDocument/2006/relationships/customXml" Target="../ink/ink487.xml"/><Relationship Id="rId76" Type="http://schemas.openxmlformats.org/officeDocument/2006/relationships/customXml" Target="../ink/ink508.xml"/><Relationship Id="rId141" Type="http://schemas.openxmlformats.org/officeDocument/2006/relationships/image" Target="../media/image179.png"/><Relationship Id="rId379" Type="http://schemas.openxmlformats.org/officeDocument/2006/relationships/customXml" Target="../ink/ink660.xml"/><Relationship Id="rId7" Type="http://schemas.openxmlformats.org/officeDocument/2006/relationships/image" Target="../media/image71.png"/><Relationship Id="rId183" Type="http://schemas.openxmlformats.org/officeDocument/2006/relationships/image" Target="../media/image200.png"/><Relationship Id="rId239" Type="http://schemas.openxmlformats.org/officeDocument/2006/relationships/customXml" Target="../ink/ink590.xml"/><Relationship Id="rId390" Type="http://schemas.openxmlformats.org/officeDocument/2006/relationships/image" Target="../media/image420.png"/><Relationship Id="rId404" Type="http://schemas.openxmlformats.org/officeDocument/2006/relationships/image" Target="../media/image427.png"/><Relationship Id="rId446" Type="http://schemas.openxmlformats.org/officeDocument/2006/relationships/image" Target="../media/image448.png"/><Relationship Id="rId250" Type="http://schemas.openxmlformats.org/officeDocument/2006/relationships/image" Target="../media/image266.png"/><Relationship Id="rId292" Type="http://schemas.openxmlformats.org/officeDocument/2006/relationships/image" Target="../media/image371.png"/><Relationship Id="rId306" Type="http://schemas.openxmlformats.org/officeDocument/2006/relationships/image" Target="../media/image378.png"/><Relationship Id="rId488" Type="http://schemas.openxmlformats.org/officeDocument/2006/relationships/image" Target="../media/image469.png"/><Relationship Id="rId45" Type="http://schemas.openxmlformats.org/officeDocument/2006/relationships/image" Target="../media/image89.png"/><Relationship Id="rId87" Type="http://schemas.openxmlformats.org/officeDocument/2006/relationships/image" Target="../media/image108.png"/><Relationship Id="rId110" Type="http://schemas.openxmlformats.org/officeDocument/2006/relationships/customXml" Target="../ink/ink525.xml"/><Relationship Id="rId348" Type="http://schemas.openxmlformats.org/officeDocument/2006/relationships/image" Target="../media/image399.png"/><Relationship Id="rId152" Type="http://schemas.openxmlformats.org/officeDocument/2006/relationships/customXml" Target="../ink/ink546.xml"/><Relationship Id="rId194" Type="http://schemas.openxmlformats.org/officeDocument/2006/relationships/customXml" Target="../ink/ink567.xml"/><Relationship Id="rId208" Type="http://schemas.openxmlformats.org/officeDocument/2006/relationships/customXml" Target="../ink/ink574.xml"/><Relationship Id="rId415" Type="http://schemas.openxmlformats.org/officeDocument/2006/relationships/customXml" Target="../ink/ink678.xml"/><Relationship Id="rId457" Type="http://schemas.openxmlformats.org/officeDocument/2006/relationships/customXml" Target="../ink/ink699.xml"/><Relationship Id="rId261" Type="http://schemas.openxmlformats.org/officeDocument/2006/relationships/customXml" Target="../ink/ink601.xml"/><Relationship Id="rId14" Type="http://schemas.openxmlformats.org/officeDocument/2006/relationships/customXml" Target="../ink/ink477.xml"/><Relationship Id="rId56" Type="http://schemas.openxmlformats.org/officeDocument/2006/relationships/customXml" Target="../ink/ink498.xml"/><Relationship Id="rId317" Type="http://schemas.openxmlformats.org/officeDocument/2006/relationships/customXml" Target="../ink/ink629.xml"/><Relationship Id="rId359" Type="http://schemas.openxmlformats.org/officeDocument/2006/relationships/customXml" Target="../ink/ink650.xml"/><Relationship Id="rId98" Type="http://schemas.openxmlformats.org/officeDocument/2006/relationships/customXml" Target="../ink/ink519.xml"/><Relationship Id="rId121" Type="http://schemas.openxmlformats.org/officeDocument/2006/relationships/image" Target="../media/image170.png"/><Relationship Id="rId163" Type="http://schemas.openxmlformats.org/officeDocument/2006/relationships/image" Target="../media/image190.png"/><Relationship Id="rId219" Type="http://schemas.openxmlformats.org/officeDocument/2006/relationships/image" Target="../media/image251.png"/><Relationship Id="rId370" Type="http://schemas.openxmlformats.org/officeDocument/2006/relationships/image" Target="../media/image410.png"/><Relationship Id="rId426" Type="http://schemas.openxmlformats.org/officeDocument/2006/relationships/image" Target="../media/image438.png"/><Relationship Id="rId230" Type="http://schemas.openxmlformats.org/officeDocument/2006/relationships/image" Target="../media/image256.png"/><Relationship Id="rId468" Type="http://schemas.openxmlformats.org/officeDocument/2006/relationships/image" Target="../media/image459.png"/><Relationship Id="rId25" Type="http://schemas.openxmlformats.org/officeDocument/2006/relationships/image" Target="../media/image79.png"/><Relationship Id="rId67" Type="http://schemas.openxmlformats.org/officeDocument/2006/relationships/image" Target="../media/image99.png"/><Relationship Id="rId272" Type="http://schemas.openxmlformats.org/officeDocument/2006/relationships/image" Target="../media/image361.png"/><Relationship Id="rId328" Type="http://schemas.openxmlformats.org/officeDocument/2006/relationships/image" Target="../media/image389.png"/><Relationship Id="rId132" Type="http://schemas.openxmlformats.org/officeDocument/2006/relationships/customXml" Target="../ink/ink536.xml"/><Relationship Id="rId174" Type="http://schemas.openxmlformats.org/officeDocument/2006/relationships/customXml" Target="../ink/ink557.xml"/><Relationship Id="rId381" Type="http://schemas.openxmlformats.org/officeDocument/2006/relationships/customXml" Target="../ink/ink661.xml"/><Relationship Id="rId241" Type="http://schemas.openxmlformats.org/officeDocument/2006/relationships/customXml" Target="../ink/ink591.xml"/><Relationship Id="rId437" Type="http://schemas.openxmlformats.org/officeDocument/2006/relationships/customXml" Target="../ink/ink689.xml"/><Relationship Id="rId479" Type="http://schemas.openxmlformats.org/officeDocument/2006/relationships/customXml" Target="../ink/ink710.xml"/><Relationship Id="rId36" Type="http://schemas.openxmlformats.org/officeDocument/2006/relationships/customXml" Target="../ink/ink488.xml"/><Relationship Id="rId283" Type="http://schemas.openxmlformats.org/officeDocument/2006/relationships/customXml" Target="../ink/ink612.xml"/><Relationship Id="rId339" Type="http://schemas.openxmlformats.org/officeDocument/2006/relationships/customXml" Target="../ink/ink640.xml"/><Relationship Id="rId490" Type="http://schemas.openxmlformats.org/officeDocument/2006/relationships/image" Target="../media/image470.png"/><Relationship Id="rId78" Type="http://schemas.openxmlformats.org/officeDocument/2006/relationships/customXml" Target="../ink/ink509.xml"/><Relationship Id="rId101" Type="http://schemas.openxmlformats.org/officeDocument/2006/relationships/image" Target="../media/image160.png"/><Relationship Id="rId143" Type="http://schemas.openxmlformats.org/officeDocument/2006/relationships/image" Target="../media/image180.png"/><Relationship Id="rId185" Type="http://schemas.openxmlformats.org/officeDocument/2006/relationships/image" Target="../media/image234.png"/><Relationship Id="rId350" Type="http://schemas.openxmlformats.org/officeDocument/2006/relationships/image" Target="../media/image400.png"/><Relationship Id="rId406" Type="http://schemas.openxmlformats.org/officeDocument/2006/relationships/image" Target="../media/image428.png"/><Relationship Id="rId9" Type="http://schemas.openxmlformats.org/officeDocument/2006/relationships/image" Target="../media/image28.png"/><Relationship Id="rId210" Type="http://schemas.openxmlformats.org/officeDocument/2006/relationships/customXml" Target="../ink/ink575.xml"/><Relationship Id="rId392" Type="http://schemas.openxmlformats.org/officeDocument/2006/relationships/image" Target="../media/image421.png"/><Relationship Id="rId448" Type="http://schemas.openxmlformats.org/officeDocument/2006/relationships/image" Target="../media/image449.png"/><Relationship Id="rId252" Type="http://schemas.openxmlformats.org/officeDocument/2006/relationships/image" Target="../media/image351.png"/><Relationship Id="rId294" Type="http://schemas.openxmlformats.org/officeDocument/2006/relationships/image" Target="../media/image372.png"/><Relationship Id="rId308" Type="http://schemas.openxmlformats.org/officeDocument/2006/relationships/image" Target="../media/image379.png"/><Relationship Id="rId47" Type="http://schemas.openxmlformats.org/officeDocument/2006/relationships/image" Target="../media/image90.png"/><Relationship Id="rId89" Type="http://schemas.openxmlformats.org/officeDocument/2006/relationships/image" Target="../media/image109.png"/><Relationship Id="rId112" Type="http://schemas.openxmlformats.org/officeDocument/2006/relationships/customXml" Target="../ink/ink526.xml"/><Relationship Id="rId154" Type="http://schemas.openxmlformats.org/officeDocument/2006/relationships/customXml" Target="../ink/ink547.xml"/><Relationship Id="rId361" Type="http://schemas.openxmlformats.org/officeDocument/2006/relationships/customXml" Target="../ink/ink651.xml"/><Relationship Id="rId196" Type="http://schemas.openxmlformats.org/officeDocument/2006/relationships/customXml" Target="../ink/ink568.xml"/><Relationship Id="rId417" Type="http://schemas.openxmlformats.org/officeDocument/2006/relationships/customXml" Target="../ink/ink679.xml"/><Relationship Id="rId459" Type="http://schemas.openxmlformats.org/officeDocument/2006/relationships/customXml" Target="../ink/ink700.xml"/><Relationship Id="rId16" Type="http://schemas.openxmlformats.org/officeDocument/2006/relationships/customXml" Target="../ink/ink478.xml"/><Relationship Id="rId221" Type="http://schemas.openxmlformats.org/officeDocument/2006/relationships/image" Target="../media/image252.png"/><Relationship Id="rId263" Type="http://schemas.openxmlformats.org/officeDocument/2006/relationships/customXml" Target="../ink/ink602.xml"/><Relationship Id="rId319" Type="http://schemas.openxmlformats.org/officeDocument/2006/relationships/customXml" Target="../ink/ink630.xml"/><Relationship Id="rId470" Type="http://schemas.openxmlformats.org/officeDocument/2006/relationships/image" Target="../media/image460.png"/><Relationship Id="rId58" Type="http://schemas.openxmlformats.org/officeDocument/2006/relationships/customXml" Target="../ink/ink499.xml"/><Relationship Id="rId123" Type="http://schemas.openxmlformats.org/officeDocument/2006/relationships/image" Target="../media/image171.png"/><Relationship Id="rId330" Type="http://schemas.openxmlformats.org/officeDocument/2006/relationships/image" Target="../media/image390.png"/><Relationship Id="rId165" Type="http://schemas.openxmlformats.org/officeDocument/2006/relationships/image" Target="../media/image191.png"/><Relationship Id="rId372" Type="http://schemas.openxmlformats.org/officeDocument/2006/relationships/image" Target="../media/image411.png"/><Relationship Id="rId428" Type="http://schemas.openxmlformats.org/officeDocument/2006/relationships/image" Target="../media/image439.png"/><Relationship Id="rId232" Type="http://schemas.openxmlformats.org/officeDocument/2006/relationships/image" Target="../media/image257.png"/><Relationship Id="rId274" Type="http://schemas.openxmlformats.org/officeDocument/2006/relationships/image" Target="../media/image362.png"/><Relationship Id="rId481" Type="http://schemas.openxmlformats.org/officeDocument/2006/relationships/customXml" Target="../ink/ink711.xml"/><Relationship Id="rId27" Type="http://schemas.openxmlformats.org/officeDocument/2006/relationships/image" Target="../media/image80.png"/><Relationship Id="rId69" Type="http://schemas.openxmlformats.org/officeDocument/2006/relationships/image" Target="../media/image100.png"/><Relationship Id="rId134" Type="http://schemas.openxmlformats.org/officeDocument/2006/relationships/customXml" Target="../ink/ink537.xml"/><Relationship Id="rId80" Type="http://schemas.openxmlformats.org/officeDocument/2006/relationships/customXml" Target="../ink/ink510.xml"/><Relationship Id="rId176" Type="http://schemas.openxmlformats.org/officeDocument/2006/relationships/customXml" Target="../ink/ink558.xml"/><Relationship Id="rId341" Type="http://schemas.openxmlformats.org/officeDocument/2006/relationships/customXml" Target="../ink/ink641.xml"/><Relationship Id="rId383" Type="http://schemas.openxmlformats.org/officeDocument/2006/relationships/customXml" Target="../ink/ink662.xml"/><Relationship Id="rId439" Type="http://schemas.openxmlformats.org/officeDocument/2006/relationships/customXml" Target="../ink/ink690.xml"/><Relationship Id="rId201" Type="http://schemas.openxmlformats.org/officeDocument/2006/relationships/image" Target="../media/image242.png"/><Relationship Id="rId243" Type="http://schemas.openxmlformats.org/officeDocument/2006/relationships/customXml" Target="../ink/ink592.xml"/><Relationship Id="rId285" Type="http://schemas.openxmlformats.org/officeDocument/2006/relationships/customXml" Target="../ink/ink613.xml"/><Relationship Id="rId450" Type="http://schemas.openxmlformats.org/officeDocument/2006/relationships/image" Target="../media/image450.png"/><Relationship Id="rId38" Type="http://schemas.openxmlformats.org/officeDocument/2006/relationships/customXml" Target="../ink/ink489.xml"/><Relationship Id="rId103" Type="http://schemas.openxmlformats.org/officeDocument/2006/relationships/image" Target="../media/image161.png"/><Relationship Id="rId310" Type="http://schemas.openxmlformats.org/officeDocument/2006/relationships/image" Target="../media/image380.png"/><Relationship Id="rId492" Type="http://schemas.openxmlformats.org/officeDocument/2006/relationships/image" Target="../media/image471.png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87" Type="http://schemas.openxmlformats.org/officeDocument/2006/relationships/image" Target="../media/image235.png"/><Relationship Id="rId352" Type="http://schemas.openxmlformats.org/officeDocument/2006/relationships/image" Target="../media/image401.png"/><Relationship Id="rId394" Type="http://schemas.openxmlformats.org/officeDocument/2006/relationships/image" Target="../media/image422.png"/><Relationship Id="rId408" Type="http://schemas.openxmlformats.org/officeDocument/2006/relationships/image" Target="../media/image429.png"/><Relationship Id="rId212" Type="http://schemas.openxmlformats.org/officeDocument/2006/relationships/customXml" Target="../ink/ink576.xml"/><Relationship Id="rId254" Type="http://schemas.openxmlformats.org/officeDocument/2006/relationships/image" Target="../media/image352.png"/><Relationship Id="rId49" Type="http://schemas.openxmlformats.org/officeDocument/2006/relationships/image" Target="../media/image91.png"/><Relationship Id="rId114" Type="http://schemas.openxmlformats.org/officeDocument/2006/relationships/customXml" Target="../ink/ink527.xml"/><Relationship Id="rId296" Type="http://schemas.openxmlformats.org/officeDocument/2006/relationships/image" Target="../media/image373.png"/><Relationship Id="rId461" Type="http://schemas.openxmlformats.org/officeDocument/2006/relationships/customXml" Target="../ink/ink701.xml"/><Relationship Id="rId60" Type="http://schemas.openxmlformats.org/officeDocument/2006/relationships/customXml" Target="../ink/ink500.xml"/><Relationship Id="rId156" Type="http://schemas.openxmlformats.org/officeDocument/2006/relationships/customXml" Target="../ink/ink548.xml"/><Relationship Id="rId198" Type="http://schemas.openxmlformats.org/officeDocument/2006/relationships/customXml" Target="../ink/ink569.xml"/><Relationship Id="rId321" Type="http://schemas.openxmlformats.org/officeDocument/2006/relationships/customXml" Target="../ink/ink631.xml"/><Relationship Id="rId363" Type="http://schemas.openxmlformats.org/officeDocument/2006/relationships/customXml" Target="../ink/ink652.xml"/><Relationship Id="rId419" Type="http://schemas.openxmlformats.org/officeDocument/2006/relationships/customXml" Target="../ink/ink680.xml"/><Relationship Id="rId223" Type="http://schemas.openxmlformats.org/officeDocument/2006/relationships/image" Target="../media/image253.png"/><Relationship Id="rId430" Type="http://schemas.openxmlformats.org/officeDocument/2006/relationships/image" Target="../media/image440.png"/><Relationship Id="rId18" Type="http://schemas.openxmlformats.org/officeDocument/2006/relationships/customXml" Target="../ink/ink479.xml"/><Relationship Id="rId265" Type="http://schemas.openxmlformats.org/officeDocument/2006/relationships/customXml" Target="../ink/ink603.xml"/><Relationship Id="rId472" Type="http://schemas.openxmlformats.org/officeDocument/2006/relationships/image" Target="../media/image461.png"/><Relationship Id="rId125" Type="http://schemas.openxmlformats.org/officeDocument/2006/relationships/image" Target="../media/image172.png"/><Relationship Id="rId167" Type="http://schemas.openxmlformats.org/officeDocument/2006/relationships/image" Target="../media/image192.png"/><Relationship Id="rId332" Type="http://schemas.openxmlformats.org/officeDocument/2006/relationships/image" Target="../media/image391.png"/><Relationship Id="rId374" Type="http://schemas.openxmlformats.org/officeDocument/2006/relationships/image" Target="../media/image412.png"/><Relationship Id="rId71" Type="http://schemas.openxmlformats.org/officeDocument/2006/relationships/image" Target="../media/image59.png"/><Relationship Id="rId234" Type="http://schemas.openxmlformats.org/officeDocument/2006/relationships/image" Target="../media/image258.png"/><Relationship Id="rId2" Type="http://schemas.openxmlformats.org/officeDocument/2006/relationships/customXml" Target="../ink/ink471.xml"/><Relationship Id="rId29" Type="http://schemas.openxmlformats.org/officeDocument/2006/relationships/image" Target="../media/image81.png"/><Relationship Id="rId276" Type="http://schemas.openxmlformats.org/officeDocument/2006/relationships/image" Target="../media/image363.png"/><Relationship Id="rId441" Type="http://schemas.openxmlformats.org/officeDocument/2006/relationships/customXml" Target="../ink/ink691.xml"/><Relationship Id="rId483" Type="http://schemas.openxmlformats.org/officeDocument/2006/relationships/customXml" Target="../ink/ink712.xml"/><Relationship Id="rId40" Type="http://schemas.openxmlformats.org/officeDocument/2006/relationships/customXml" Target="../ink/ink490.xml"/><Relationship Id="rId136" Type="http://schemas.openxmlformats.org/officeDocument/2006/relationships/customXml" Target="../ink/ink538.xml"/><Relationship Id="rId178" Type="http://schemas.openxmlformats.org/officeDocument/2006/relationships/customXml" Target="../ink/ink559.xml"/><Relationship Id="rId301" Type="http://schemas.openxmlformats.org/officeDocument/2006/relationships/customXml" Target="../ink/ink621.xml"/><Relationship Id="rId343" Type="http://schemas.openxmlformats.org/officeDocument/2006/relationships/customXml" Target="../ink/ink642.xml"/><Relationship Id="rId82" Type="http://schemas.openxmlformats.org/officeDocument/2006/relationships/customXml" Target="../ink/ink511.xml"/><Relationship Id="rId203" Type="http://schemas.openxmlformats.org/officeDocument/2006/relationships/image" Target="../media/image243.png"/><Relationship Id="rId385" Type="http://schemas.openxmlformats.org/officeDocument/2006/relationships/customXml" Target="../ink/ink663.xml"/><Relationship Id="rId245" Type="http://schemas.openxmlformats.org/officeDocument/2006/relationships/customXml" Target="../ink/ink593.xml"/><Relationship Id="rId287" Type="http://schemas.openxmlformats.org/officeDocument/2006/relationships/customXml" Target="../ink/ink614.xml"/><Relationship Id="rId410" Type="http://schemas.openxmlformats.org/officeDocument/2006/relationships/image" Target="../media/image430.png"/><Relationship Id="rId452" Type="http://schemas.openxmlformats.org/officeDocument/2006/relationships/image" Target="../media/image451.png"/><Relationship Id="rId105" Type="http://schemas.openxmlformats.org/officeDocument/2006/relationships/image" Target="../media/image162.png"/><Relationship Id="rId147" Type="http://schemas.openxmlformats.org/officeDocument/2006/relationships/image" Target="../media/image182.png"/><Relationship Id="rId312" Type="http://schemas.openxmlformats.org/officeDocument/2006/relationships/image" Target="../media/image381.png"/><Relationship Id="rId354" Type="http://schemas.openxmlformats.org/officeDocument/2006/relationships/image" Target="../media/image402.png"/><Relationship Id="rId51" Type="http://schemas.openxmlformats.org/officeDocument/2006/relationships/image" Target="../media/image92.png"/><Relationship Id="rId93" Type="http://schemas.openxmlformats.org/officeDocument/2006/relationships/image" Target="../media/image156.png"/><Relationship Id="rId189" Type="http://schemas.openxmlformats.org/officeDocument/2006/relationships/image" Target="../media/image236.png"/><Relationship Id="rId396" Type="http://schemas.openxmlformats.org/officeDocument/2006/relationships/image" Target="../media/image423.png"/><Relationship Id="rId214" Type="http://schemas.openxmlformats.org/officeDocument/2006/relationships/customXml" Target="../ink/ink577.xml"/><Relationship Id="rId256" Type="http://schemas.openxmlformats.org/officeDocument/2006/relationships/image" Target="../media/image353.png"/><Relationship Id="rId298" Type="http://schemas.openxmlformats.org/officeDocument/2006/relationships/image" Target="../media/image374.png"/><Relationship Id="rId421" Type="http://schemas.openxmlformats.org/officeDocument/2006/relationships/customXml" Target="../ink/ink681.xml"/><Relationship Id="rId463" Type="http://schemas.openxmlformats.org/officeDocument/2006/relationships/customXml" Target="../ink/ink702.xml"/><Relationship Id="rId116" Type="http://schemas.openxmlformats.org/officeDocument/2006/relationships/customXml" Target="../ink/ink528.xml"/><Relationship Id="rId158" Type="http://schemas.openxmlformats.org/officeDocument/2006/relationships/customXml" Target="../ink/ink549.xml"/><Relationship Id="rId323" Type="http://schemas.openxmlformats.org/officeDocument/2006/relationships/customXml" Target="../ink/ink632.xml"/><Relationship Id="rId20" Type="http://schemas.openxmlformats.org/officeDocument/2006/relationships/customXml" Target="../ink/ink480.xml"/><Relationship Id="rId41" Type="http://schemas.openxmlformats.org/officeDocument/2006/relationships/image" Target="../media/image87.png"/><Relationship Id="rId62" Type="http://schemas.openxmlformats.org/officeDocument/2006/relationships/customXml" Target="../ink/ink501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365" Type="http://schemas.openxmlformats.org/officeDocument/2006/relationships/customXml" Target="../ink/ink653.xml"/><Relationship Id="rId386" Type="http://schemas.openxmlformats.org/officeDocument/2006/relationships/image" Target="../media/image418.png"/><Relationship Id="rId190" Type="http://schemas.openxmlformats.org/officeDocument/2006/relationships/customXml" Target="../ink/ink565.xml"/><Relationship Id="rId204" Type="http://schemas.openxmlformats.org/officeDocument/2006/relationships/customXml" Target="../ink/ink572.xml"/><Relationship Id="rId225" Type="http://schemas.openxmlformats.org/officeDocument/2006/relationships/image" Target="../media/image254.png"/><Relationship Id="rId246" Type="http://schemas.openxmlformats.org/officeDocument/2006/relationships/image" Target="../media/image264.png"/><Relationship Id="rId267" Type="http://schemas.openxmlformats.org/officeDocument/2006/relationships/customXml" Target="../ink/ink604.xml"/><Relationship Id="rId288" Type="http://schemas.openxmlformats.org/officeDocument/2006/relationships/image" Target="../media/image369.png"/><Relationship Id="rId411" Type="http://schemas.openxmlformats.org/officeDocument/2006/relationships/customXml" Target="../ink/ink676.xml"/><Relationship Id="rId432" Type="http://schemas.openxmlformats.org/officeDocument/2006/relationships/image" Target="../media/image441.png"/><Relationship Id="rId453" Type="http://schemas.openxmlformats.org/officeDocument/2006/relationships/customXml" Target="../ink/ink697.xml"/><Relationship Id="rId474" Type="http://schemas.openxmlformats.org/officeDocument/2006/relationships/image" Target="../media/image462.png"/><Relationship Id="rId106" Type="http://schemas.openxmlformats.org/officeDocument/2006/relationships/customXml" Target="../ink/ink523.xml"/><Relationship Id="rId127" Type="http://schemas.openxmlformats.org/officeDocument/2006/relationships/image" Target="../media/image173.png"/><Relationship Id="rId313" Type="http://schemas.openxmlformats.org/officeDocument/2006/relationships/customXml" Target="../ink/ink627.xml"/><Relationship Id="rId10" Type="http://schemas.openxmlformats.org/officeDocument/2006/relationships/customXml" Target="../ink/ink475.xml"/><Relationship Id="rId31" Type="http://schemas.openxmlformats.org/officeDocument/2006/relationships/image" Target="../media/image82.png"/><Relationship Id="rId52" Type="http://schemas.openxmlformats.org/officeDocument/2006/relationships/customXml" Target="../ink/ink496.xml"/><Relationship Id="rId73" Type="http://schemas.openxmlformats.org/officeDocument/2006/relationships/image" Target="../media/image101.png"/><Relationship Id="rId94" Type="http://schemas.openxmlformats.org/officeDocument/2006/relationships/customXml" Target="../ink/ink517.xml"/><Relationship Id="rId148" Type="http://schemas.openxmlformats.org/officeDocument/2006/relationships/customXml" Target="../ink/ink544.xml"/><Relationship Id="rId169" Type="http://schemas.openxmlformats.org/officeDocument/2006/relationships/image" Target="../media/image193.png"/><Relationship Id="rId334" Type="http://schemas.openxmlformats.org/officeDocument/2006/relationships/image" Target="../media/image392.png"/><Relationship Id="rId355" Type="http://schemas.openxmlformats.org/officeDocument/2006/relationships/customXml" Target="../ink/ink648.xml"/><Relationship Id="rId376" Type="http://schemas.openxmlformats.org/officeDocument/2006/relationships/image" Target="../media/image413.png"/><Relationship Id="rId397" Type="http://schemas.openxmlformats.org/officeDocument/2006/relationships/customXml" Target="../ink/ink669.xml"/><Relationship Id="rId4" Type="http://schemas.openxmlformats.org/officeDocument/2006/relationships/customXml" Target="../ink/ink472.xml"/><Relationship Id="rId180" Type="http://schemas.openxmlformats.org/officeDocument/2006/relationships/customXml" Target="../ink/ink560.xml"/><Relationship Id="rId215" Type="http://schemas.openxmlformats.org/officeDocument/2006/relationships/image" Target="../media/image249.png"/><Relationship Id="rId236" Type="http://schemas.openxmlformats.org/officeDocument/2006/relationships/image" Target="../media/image259.png"/><Relationship Id="rId257" Type="http://schemas.openxmlformats.org/officeDocument/2006/relationships/customXml" Target="../ink/ink599.xml"/><Relationship Id="rId278" Type="http://schemas.openxmlformats.org/officeDocument/2006/relationships/image" Target="../media/image364.png"/><Relationship Id="rId401" Type="http://schemas.openxmlformats.org/officeDocument/2006/relationships/customXml" Target="../ink/ink671.xml"/><Relationship Id="rId422" Type="http://schemas.openxmlformats.org/officeDocument/2006/relationships/image" Target="../media/image436.png"/><Relationship Id="rId443" Type="http://schemas.openxmlformats.org/officeDocument/2006/relationships/customXml" Target="../ink/ink692.xml"/><Relationship Id="rId464" Type="http://schemas.openxmlformats.org/officeDocument/2006/relationships/image" Target="../media/image457.png"/><Relationship Id="rId303" Type="http://schemas.openxmlformats.org/officeDocument/2006/relationships/customXml" Target="../ink/ink622.xml"/><Relationship Id="rId485" Type="http://schemas.openxmlformats.org/officeDocument/2006/relationships/customXml" Target="../ink/ink713.xml"/><Relationship Id="rId42" Type="http://schemas.openxmlformats.org/officeDocument/2006/relationships/customXml" Target="../ink/ink491.xml"/><Relationship Id="rId84" Type="http://schemas.openxmlformats.org/officeDocument/2006/relationships/customXml" Target="../ink/ink512.xml"/><Relationship Id="rId138" Type="http://schemas.openxmlformats.org/officeDocument/2006/relationships/customXml" Target="../ink/ink539.xml"/><Relationship Id="rId345" Type="http://schemas.openxmlformats.org/officeDocument/2006/relationships/customXml" Target="../ink/ink643.xml"/><Relationship Id="rId387" Type="http://schemas.openxmlformats.org/officeDocument/2006/relationships/customXml" Target="../ink/ink664.xml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47" Type="http://schemas.openxmlformats.org/officeDocument/2006/relationships/customXml" Target="../ink/ink594.xml"/><Relationship Id="rId412" Type="http://schemas.openxmlformats.org/officeDocument/2006/relationships/image" Target="../media/image431.png"/><Relationship Id="rId107" Type="http://schemas.openxmlformats.org/officeDocument/2006/relationships/image" Target="../media/image163.png"/><Relationship Id="rId289" Type="http://schemas.openxmlformats.org/officeDocument/2006/relationships/customXml" Target="../ink/ink615.xml"/><Relationship Id="rId454" Type="http://schemas.openxmlformats.org/officeDocument/2006/relationships/image" Target="../media/image452.png"/><Relationship Id="rId11" Type="http://schemas.openxmlformats.org/officeDocument/2006/relationships/image" Target="../media/image72.png"/><Relationship Id="rId53" Type="http://schemas.openxmlformats.org/officeDocument/2006/relationships/image" Target="../media/image93.png"/><Relationship Id="rId149" Type="http://schemas.openxmlformats.org/officeDocument/2006/relationships/image" Target="../media/image183.png"/><Relationship Id="rId314" Type="http://schemas.openxmlformats.org/officeDocument/2006/relationships/image" Target="../media/image382.png"/><Relationship Id="rId356" Type="http://schemas.openxmlformats.org/officeDocument/2006/relationships/image" Target="../media/image403.png"/><Relationship Id="rId398" Type="http://schemas.openxmlformats.org/officeDocument/2006/relationships/image" Target="../media/image424.png"/><Relationship Id="rId95" Type="http://schemas.openxmlformats.org/officeDocument/2006/relationships/image" Target="../media/image157.png"/><Relationship Id="rId160" Type="http://schemas.openxmlformats.org/officeDocument/2006/relationships/customXml" Target="../ink/ink550.xml"/><Relationship Id="rId216" Type="http://schemas.openxmlformats.org/officeDocument/2006/relationships/customXml" Target="../ink/ink578.xml"/><Relationship Id="rId423" Type="http://schemas.openxmlformats.org/officeDocument/2006/relationships/customXml" Target="../ink/ink682.xml"/><Relationship Id="rId258" Type="http://schemas.openxmlformats.org/officeDocument/2006/relationships/image" Target="../media/image354.png"/><Relationship Id="rId465" Type="http://schemas.openxmlformats.org/officeDocument/2006/relationships/customXml" Target="../ink/ink703.xml"/><Relationship Id="rId22" Type="http://schemas.openxmlformats.org/officeDocument/2006/relationships/customXml" Target="../ink/ink481.xml"/><Relationship Id="rId64" Type="http://schemas.openxmlformats.org/officeDocument/2006/relationships/customXml" Target="../ink/ink502.xml"/><Relationship Id="rId118" Type="http://schemas.openxmlformats.org/officeDocument/2006/relationships/customXml" Target="../ink/ink529.xml"/><Relationship Id="rId325" Type="http://schemas.openxmlformats.org/officeDocument/2006/relationships/customXml" Target="../ink/ink633.xml"/><Relationship Id="rId367" Type="http://schemas.openxmlformats.org/officeDocument/2006/relationships/customXml" Target="../ink/ink654.xml"/><Relationship Id="rId171" Type="http://schemas.openxmlformats.org/officeDocument/2006/relationships/image" Target="../media/image194.png"/><Relationship Id="rId227" Type="http://schemas.openxmlformats.org/officeDocument/2006/relationships/customXml" Target="../ink/ink584.xml"/><Relationship Id="rId269" Type="http://schemas.openxmlformats.org/officeDocument/2006/relationships/customXml" Target="../ink/ink605.xml"/><Relationship Id="rId434" Type="http://schemas.openxmlformats.org/officeDocument/2006/relationships/image" Target="../media/image442.png"/><Relationship Id="rId476" Type="http://schemas.openxmlformats.org/officeDocument/2006/relationships/image" Target="../media/image463.png"/><Relationship Id="rId33" Type="http://schemas.openxmlformats.org/officeDocument/2006/relationships/image" Target="../media/image83.png"/><Relationship Id="rId129" Type="http://schemas.openxmlformats.org/officeDocument/2006/relationships/image" Target="../media/image129.png"/><Relationship Id="rId280" Type="http://schemas.openxmlformats.org/officeDocument/2006/relationships/image" Target="../media/image365.png"/><Relationship Id="rId336" Type="http://schemas.openxmlformats.org/officeDocument/2006/relationships/image" Target="../media/image393.png"/><Relationship Id="rId75" Type="http://schemas.openxmlformats.org/officeDocument/2006/relationships/image" Target="../media/image102.png"/><Relationship Id="rId140" Type="http://schemas.openxmlformats.org/officeDocument/2006/relationships/customXml" Target="../ink/ink540.xml"/><Relationship Id="rId182" Type="http://schemas.openxmlformats.org/officeDocument/2006/relationships/customXml" Target="../ink/ink561.xml"/><Relationship Id="rId378" Type="http://schemas.openxmlformats.org/officeDocument/2006/relationships/image" Target="../media/image414.png"/><Relationship Id="rId403" Type="http://schemas.openxmlformats.org/officeDocument/2006/relationships/customXml" Target="../ink/ink672.xml"/><Relationship Id="rId6" Type="http://schemas.openxmlformats.org/officeDocument/2006/relationships/customXml" Target="../ink/ink473.xml"/><Relationship Id="rId238" Type="http://schemas.openxmlformats.org/officeDocument/2006/relationships/image" Target="../media/image260.png"/><Relationship Id="rId445" Type="http://schemas.openxmlformats.org/officeDocument/2006/relationships/customXml" Target="../ink/ink693.xml"/><Relationship Id="rId487" Type="http://schemas.openxmlformats.org/officeDocument/2006/relationships/customXml" Target="../ink/ink714.xml"/><Relationship Id="rId291" Type="http://schemas.openxmlformats.org/officeDocument/2006/relationships/customXml" Target="../ink/ink616.xml"/><Relationship Id="rId305" Type="http://schemas.openxmlformats.org/officeDocument/2006/relationships/customXml" Target="../ink/ink623.xml"/><Relationship Id="rId347" Type="http://schemas.openxmlformats.org/officeDocument/2006/relationships/customXml" Target="../ink/ink644.xml"/><Relationship Id="rId44" Type="http://schemas.openxmlformats.org/officeDocument/2006/relationships/customXml" Target="../ink/ink492.xml"/><Relationship Id="rId86" Type="http://schemas.openxmlformats.org/officeDocument/2006/relationships/customXml" Target="../ink/ink513.xml"/><Relationship Id="rId151" Type="http://schemas.openxmlformats.org/officeDocument/2006/relationships/image" Target="../media/image184.png"/><Relationship Id="rId389" Type="http://schemas.openxmlformats.org/officeDocument/2006/relationships/customXml" Target="../ink/ink665.xml"/><Relationship Id="rId193" Type="http://schemas.openxmlformats.org/officeDocument/2006/relationships/image" Target="../media/image238.png"/><Relationship Id="rId207" Type="http://schemas.openxmlformats.org/officeDocument/2006/relationships/image" Target="../media/image245.png"/><Relationship Id="rId249" Type="http://schemas.openxmlformats.org/officeDocument/2006/relationships/customXml" Target="../ink/ink595.xml"/><Relationship Id="rId414" Type="http://schemas.openxmlformats.org/officeDocument/2006/relationships/image" Target="../media/image432.png"/><Relationship Id="rId456" Type="http://schemas.openxmlformats.org/officeDocument/2006/relationships/image" Target="../media/image453.png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260" Type="http://schemas.openxmlformats.org/officeDocument/2006/relationships/image" Target="../media/image355.png"/><Relationship Id="rId316" Type="http://schemas.openxmlformats.org/officeDocument/2006/relationships/image" Target="../media/image383.png"/><Relationship Id="rId55" Type="http://schemas.openxmlformats.org/officeDocument/2006/relationships/image" Target="../media/image94.png"/><Relationship Id="rId97" Type="http://schemas.openxmlformats.org/officeDocument/2006/relationships/image" Target="../media/image158.png"/><Relationship Id="rId120" Type="http://schemas.openxmlformats.org/officeDocument/2006/relationships/customXml" Target="../ink/ink530.xml"/><Relationship Id="rId358" Type="http://schemas.openxmlformats.org/officeDocument/2006/relationships/image" Target="../media/image404.png"/><Relationship Id="rId162" Type="http://schemas.openxmlformats.org/officeDocument/2006/relationships/customXml" Target="../ink/ink551.xml"/><Relationship Id="rId218" Type="http://schemas.openxmlformats.org/officeDocument/2006/relationships/customXml" Target="../ink/ink579.xml"/><Relationship Id="rId425" Type="http://schemas.openxmlformats.org/officeDocument/2006/relationships/customXml" Target="../ink/ink683.xml"/><Relationship Id="rId467" Type="http://schemas.openxmlformats.org/officeDocument/2006/relationships/customXml" Target="../ink/ink704.xml"/><Relationship Id="rId271" Type="http://schemas.openxmlformats.org/officeDocument/2006/relationships/customXml" Target="../ink/ink606.xml"/><Relationship Id="rId24" Type="http://schemas.openxmlformats.org/officeDocument/2006/relationships/customXml" Target="../ink/ink482.xml"/><Relationship Id="rId66" Type="http://schemas.openxmlformats.org/officeDocument/2006/relationships/customXml" Target="../ink/ink503.xml"/><Relationship Id="rId131" Type="http://schemas.openxmlformats.org/officeDocument/2006/relationships/image" Target="../media/image174.png"/><Relationship Id="rId327" Type="http://schemas.openxmlformats.org/officeDocument/2006/relationships/customXml" Target="../ink/ink634.xml"/><Relationship Id="rId369" Type="http://schemas.openxmlformats.org/officeDocument/2006/relationships/customXml" Target="../ink/ink655.xml"/><Relationship Id="rId173" Type="http://schemas.openxmlformats.org/officeDocument/2006/relationships/image" Target="../media/image195.png"/><Relationship Id="rId229" Type="http://schemas.openxmlformats.org/officeDocument/2006/relationships/customXml" Target="../ink/ink585.xml"/><Relationship Id="rId380" Type="http://schemas.openxmlformats.org/officeDocument/2006/relationships/image" Target="../media/image415.png"/><Relationship Id="rId436" Type="http://schemas.openxmlformats.org/officeDocument/2006/relationships/image" Target="../media/image443.png"/><Relationship Id="rId240" Type="http://schemas.openxmlformats.org/officeDocument/2006/relationships/image" Target="../media/image261.png"/><Relationship Id="rId478" Type="http://schemas.openxmlformats.org/officeDocument/2006/relationships/image" Target="../media/image464.png"/><Relationship Id="rId35" Type="http://schemas.openxmlformats.org/officeDocument/2006/relationships/image" Target="../media/image84.png"/><Relationship Id="rId77" Type="http://schemas.openxmlformats.org/officeDocument/2006/relationships/image" Target="../media/image103.png"/><Relationship Id="rId100" Type="http://schemas.openxmlformats.org/officeDocument/2006/relationships/customXml" Target="../ink/ink520.xml"/><Relationship Id="rId282" Type="http://schemas.openxmlformats.org/officeDocument/2006/relationships/image" Target="../media/image366.png"/><Relationship Id="rId338" Type="http://schemas.openxmlformats.org/officeDocument/2006/relationships/image" Target="../media/image394.png"/><Relationship Id="rId8" Type="http://schemas.openxmlformats.org/officeDocument/2006/relationships/customXml" Target="../ink/ink474.xml"/><Relationship Id="rId142" Type="http://schemas.openxmlformats.org/officeDocument/2006/relationships/customXml" Target="../ink/ink541.xml"/><Relationship Id="rId184" Type="http://schemas.openxmlformats.org/officeDocument/2006/relationships/customXml" Target="../ink/ink562.xml"/><Relationship Id="rId391" Type="http://schemas.openxmlformats.org/officeDocument/2006/relationships/customXml" Target="../ink/ink666.xml"/><Relationship Id="rId405" Type="http://schemas.openxmlformats.org/officeDocument/2006/relationships/customXml" Target="../ink/ink673.xml"/><Relationship Id="rId447" Type="http://schemas.openxmlformats.org/officeDocument/2006/relationships/customXml" Target="../ink/ink694.xml"/><Relationship Id="rId251" Type="http://schemas.openxmlformats.org/officeDocument/2006/relationships/customXml" Target="../ink/ink596.xml"/><Relationship Id="rId489" Type="http://schemas.openxmlformats.org/officeDocument/2006/relationships/customXml" Target="../ink/ink715.xml"/><Relationship Id="rId46" Type="http://schemas.openxmlformats.org/officeDocument/2006/relationships/customXml" Target="../ink/ink493.xml"/><Relationship Id="rId293" Type="http://schemas.openxmlformats.org/officeDocument/2006/relationships/customXml" Target="../ink/ink617.xml"/><Relationship Id="rId307" Type="http://schemas.openxmlformats.org/officeDocument/2006/relationships/customXml" Target="../ink/ink624.xml"/><Relationship Id="rId349" Type="http://schemas.openxmlformats.org/officeDocument/2006/relationships/customXml" Target="../ink/ink645.xml"/><Relationship Id="rId88" Type="http://schemas.openxmlformats.org/officeDocument/2006/relationships/customXml" Target="../ink/ink514.xml"/><Relationship Id="rId111" Type="http://schemas.openxmlformats.org/officeDocument/2006/relationships/image" Target="../media/image165.png"/><Relationship Id="rId153" Type="http://schemas.openxmlformats.org/officeDocument/2006/relationships/image" Target="../media/image185.png"/><Relationship Id="rId195" Type="http://schemas.openxmlformats.org/officeDocument/2006/relationships/image" Target="../media/image239.png"/><Relationship Id="rId209" Type="http://schemas.openxmlformats.org/officeDocument/2006/relationships/image" Target="../media/image246.png"/><Relationship Id="rId360" Type="http://schemas.openxmlformats.org/officeDocument/2006/relationships/image" Target="../media/image405.png"/><Relationship Id="rId416" Type="http://schemas.openxmlformats.org/officeDocument/2006/relationships/image" Target="../media/image433.png"/><Relationship Id="rId220" Type="http://schemas.openxmlformats.org/officeDocument/2006/relationships/customXml" Target="../ink/ink580.xml"/><Relationship Id="rId458" Type="http://schemas.openxmlformats.org/officeDocument/2006/relationships/image" Target="../media/image454.png"/><Relationship Id="rId15" Type="http://schemas.openxmlformats.org/officeDocument/2006/relationships/image" Target="../media/image74.png"/><Relationship Id="rId57" Type="http://schemas.openxmlformats.org/officeDocument/2006/relationships/image" Target="../media/image95.png"/><Relationship Id="rId262" Type="http://schemas.openxmlformats.org/officeDocument/2006/relationships/image" Target="../media/image356.png"/><Relationship Id="rId318" Type="http://schemas.openxmlformats.org/officeDocument/2006/relationships/image" Target="../media/image384.png"/><Relationship Id="rId99" Type="http://schemas.openxmlformats.org/officeDocument/2006/relationships/image" Target="../media/image159.png"/><Relationship Id="rId122" Type="http://schemas.openxmlformats.org/officeDocument/2006/relationships/customXml" Target="../ink/ink531.xml"/><Relationship Id="rId164" Type="http://schemas.openxmlformats.org/officeDocument/2006/relationships/customXml" Target="../ink/ink552.xml"/><Relationship Id="rId371" Type="http://schemas.openxmlformats.org/officeDocument/2006/relationships/customXml" Target="../ink/ink656.xml"/><Relationship Id="rId427" Type="http://schemas.openxmlformats.org/officeDocument/2006/relationships/customXml" Target="../ink/ink684.xml"/><Relationship Id="rId469" Type="http://schemas.openxmlformats.org/officeDocument/2006/relationships/customXml" Target="../ink/ink705.xml"/><Relationship Id="rId26" Type="http://schemas.openxmlformats.org/officeDocument/2006/relationships/customXml" Target="../ink/ink483.xml"/><Relationship Id="rId231" Type="http://schemas.openxmlformats.org/officeDocument/2006/relationships/customXml" Target="../ink/ink586.xml"/><Relationship Id="rId273" Type="http://schemas.openxmlformats.org/officeDocument/2006/relationships/customXml" Target="../ink/ink607.xml"/><Relationship Id="rId329" Type="http://schemas.openxmlformats.org/officeDocument/2006/relationships/customXml" Target="../ink/ink635.xml"/><Relationship Id="rId480" Type="http://schemas.openxmlformats.org/officeDocument/2006/relationships/image" Target="../media/image465.png"/><Relationship Id="rId68" Type="http://schemas.openxmlformats.org/officeDocument/2006/relationships/customXml" Target="../ink/ink504.xml"/><Relationship Id="rId133" Type="http://schemas.openxmlformats.org/officeDocument/2006/relationships/image" Target="../media/image175.png"/><Relationship Id="rId175" Type="http://schemas.openxmlformats.org/officeDocument/2006/relationships/image" Target="../media/image196.png"/><Relationship Id="rId340" Type="http://schemas.openxmlformats.org/officeDocument/2006/relationships/image" Target="../media/image395.png"/><Relationship Id="rId200" Type="http://schemas.openxmlformats.org/officeDocument/2006/relationships/customXml" Target="../ink/ink570.xml"/><Relationship Id="rId382" Type="http://schemas.openxmlformats.org/officeDocument/2006/relationships/image" Target="../media/image416.png"/><Relationship Id="rId438" Type="http://schemas.openxmlformats.org/officeDocument/2006/relationships/image" Target="../media/image444.png"/><Relationship Id="rId242" Type="http://schemas.openxmlformats.org/officeDocument/2006/relationships/image" Target="../media/image262.png"/><Relationship Id="rId284" Type="http://schemas.openxmlformats.org/officeDocument/2006/relationships/image" Target="../media/image367.png"/><Relationship Id="rId491" Type="http://schemas.openxmlformats.org/officeDocument/2006/relationships/customXml" Target="../ink/ink716.xml"/><Relationship Id="rId37" Type="http://schemas.openxmlformats.org/officeDocument/2006/relationships/image" Target="../media/image85.png"/><Relationship Id="rId79" Type="http://schemas.openxmlformats.org/officeDocument/2006/relationships/image" Target="../media/image104.png"/><Relationship Id="rId102" Type="http://schemas.openxmlformats.org/officeDocument/2006/relationships/customXml" Target="../ink/ink521.xml"/><Relationship Id="rId144" Type="http://schemas.openxmlformats.org/officeDocument/2006/relationships/customXml" Target="../ink/ink542.xml"/><Relationship Id="rId90" Type="http://schemas.openxmlformats.org/officeDocument/2006/relationships/customXml" Target="../ink/ink515.xml"/><Relationship Id="rId186" Type="http://schemas.openxmlformats.org/officeDocument/2006/relationships/customXml" Target="../ink/ink563.xml"/><Relationship Id="rId351" Type="http://schemas.openxmlformats.org/officeDocument/2006/relationships/customXml" Target="../ink/ink646.xml"/><Relationship Id="rId393" Type="http://schemas.openxmlformats.org/officeDocument/2006/relationships/customXml" Target="../ink/ink667.xml"/><Relationship Id="rId407" Type="http://schemas.openxmlformats.org/officeDocument/2006/relationships/customXml" Target="../ink/ink674.xml"/><Relationship Id="rId449" Type="http://schemas.openxmlformats.org/officeDocument/2006/relationships/customXml" Target="../ink/ink695.xml"/><Relationship Id="rId211" Type="http://schemas.openxmlformats.org/officeDocument/2006/relationships/image" Target="../media/image247.png"/><Relationship Id="rId253" Type="http://schemas.openxmlformats.org/officeDocument/2006/relationships/customXml" Target="../ink/ink597.xml"/><Relationship Id="rId295" Type="http://schemas.openxmlformats.org/officeDocument/2006/relationships/customXml" Target="../ink/ink618.xml"/><Relationship Id="rId309" Type="http://schemas.openxmlformats.org/officeDocument/2006/relationships/customXml" Target="../ink/ink625.xml"/><Relationship Id="rId460" Type="http://schemas.openxmlformats.org/officeDocument/2006/relationships/image" Target="../media/image455.png"/><Relationship Id="rId48" Type="http://schemas.openxmlformats.org/officeDocument/2006/relationships/customXml" Target="../ink/ink494.xml"/><Relationship Id="rId113" Type="http://schemas.openxmlformats.org/officeDocument/2006/relationships/image" Target="../media/image166.png"/><Relationship Id="rId320" Type="http://schemas.openxmlformats.org/officeDocument/2006/relationships/image" Target="../media/image385.png"/><Relationship Id="rId155" Type="http://schemas.openxmlformats.org/officeDocument/2006/relationships/image" Target="../media/image186.png"/><Relationship Id="rId197" Type="http://schemas.openxmlformats.org/officeDocument/2006/relationships/image" Target="../media/image240.png"/><Relationship Id="rId362" Type="http://schemas.openxmlformats.org/officeDocument/2006/relationships/image" Target="../media/image406.png"/><Relationship Id="rId418" Type="http://schemas.openxmlformats.org/officeDocument/2006/relationships/image" Target="../media/image434.png"/><Relationship Id="rId222" Type="http://schemas.openxmlformats.org/officeDocument/2006/relationships/customXml" Target="../ink/ink581.xml"/><Relationship Id="rId264" Type="http://schemas.openxmlformats.org/officeDocument/2006/relationships/image" Target="../media/image357.png"/><Relationship Id="rId471" Type="http://schemas.openxmlformats.org/officeDocument/2006/relationships/customXml" Target="../ink/ink706.xml"/><Relationship Id="rId17" Type="http://schemas.openxmlformats.org/officeDocument/2006/relationships/image" Target="../media/image75.png"/><Relationship Id="rId59" Type="http://schemas.openxmlformats.org/officeDocument/2006/relationships/image" Target="../media/image53.png"/><Relationship Id="rId124" Type="http://schemas.openxmlformats.org/officeDocument/2006/relationships/customXml" Target="../ink/ink532.xml"/><Relationship Id="rId70" Type="http://schemas.openxmlformats.org/officeDocument/2006/relationships/customXml" Target="../ink/ink505.xml"/><Relationship Id="rId166" Type="http://schemas.openxmlformats.org/officeDocument/2006/relationships/customXml" Target="../ink/ink553.xml"/><Relationship Id="rId331" Type="http://schemas.openxmlformats.org/officeDocument/2006/relationships/customXml" Target="../ink/ink636.xml"/><Relationship Id="rId373" Type="http://schemas.openxmlformats.org/officeDocument/2006/relationships/customXml" Target="../ink/ink657.xml"/><Relationship Id="rId429" Type="http://schemas.openxmlformats.org/officeDocument/2006/relationships/customXml" Target="../ink/ink685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587.xml"/><Relationship Id="rId440" Type="http://schemas.openxmlformats.org/officeDocument/2006/relationships/image" Target="../media/image445.png"/><Relationship Id="rId28" Type="http://schemas.openxmlformats.org/officeDocument/2006/relationships/customXml" Target="../ink/ink484.xml"/><Relationship Id="rId275" Type="http://schemas.openxmlformats.org/officeDocument/2006/relationships/customXml" Target="../ink/ink608.xml"/><Relationship Id="rId300" Type="http://schemas.openxmlformats.org/officeDocument/2006/relationships/image" Target="../media/image375.png"/><Relationship Id="rId482" Type="http://schemas.openxmlformats.org/officeDocument/2006/relationships/image" Target="../media/image466.png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77" Type="http://schemas.openxmlformats.org/officeDocument/2006/relationships/image" Target="../media/image197.png"/><Relationship Id="rId342" Type="http://schemas.openxmlformats.org/officeDocument/2006/relationships/image" Target="../media/image396.png"/><Relationship Id="rId384" Type="http://schemas.openxmlformats.org/officeDocument/2006/relationships/image" Target="../media/image417.png"/><Relationship Id="rId202" Type="http://schemas.openxmlformats.org/officeDocument/2006/relationships/customXml" Target="../ink/ink571.xml"/><Relationship Id="rId244" Type="http://schemas.openxmlformats.org/officeDocument/2006/relationships/image" Target="../media/image263.png"/><Relationship Id="rId39" Type="http://schemas.openxmlformats.org/officeDocument/2006/relationships/image" Target="../media/image86.png"/><Relationship Id="rId286" Type="http://schemas.openxmlformats.org/officeDocument/2006/relationships/image" Target="../media/image368.png"/><Relationship Id="rId451" Type="http://schemas.openxmlformats.org/officeDocument/2006/relationships/customXml" Target="../ink/ink696.xml"/><Relationship Id="rId50" Type="http://schemas.openxmlformats.org/officeDocument/2006/relationships/customXml" Target="../ink/ink495.xml"/><Relationship Id="rId104" Type="http://schemas.openxmlformats.org/officeDocument/2006/relationships/customXml" Target="../ink/ink522.xml"/><Relationship Id="rId146" Type="http://schemas.openxmlformats.org/officeDocument/2006/relationships/customXml" Target="../ink/ink543.xml"/><Relationship Id="rId188" Type="http://schemas.openxmlformats.org/officeDocument/2006/relationships/customXml" Target="../ink/ink564.xml"/><Relationship Id="rId311" Type="http://schemas.openxmlformats.org/officeDocument/2006/relationships/customXml" Target="../ink/ink626.xml"/><Relationship Id="rId353" Type="http://schemas.openxmlformats.org/officeDocument/2006/relationships/customXml" Target="../ink/ink647.xml"/><Relationship Id="rId395" Type="http://schemas.openxmlformats.org/officeDocument/2006/relationships/customXml" Target="../ink/ink668.xml"/><Relationship Id="rId409" Type="http://schemas.openxmlformats.org/officeDocument/2006/relationships/customXml" Target="../ink/ink675.xml"/><Relationship Id="rId92" Type="http://schemas.openxmlformats.org/officeDocument/2006/relationships/customXml" Target="../ink/ink516.xml"/><Relationship Id="rId213" Type="http://schemas.openxmlformats.org/officeDocument/2006/relationships/image" Target="../media/image248.png"/><Relationship Id="rId420" Type="http://schemas.openxmlformats.org/officeDocument/2006/relationships/image" Target="../media/image435.png"/><Relationship Id="rId255" Type="http://schemas.openxmlformats.org/officeDocument/2006/relationships/customXml" Target="../ink/ink598.xml"/><Relationship Id="rId297" Type="http://schemas.openxmlformats.org/officeDocument/2006/relationships/customXml" Target="../ink/ink619.xml"/><Relationship Id="rId462" Type="http://schemas.openxmlformats.org/officeDocument/2006/relationships/image" Target="../media/image456.png"/><Relationship Id="rId115" Type="http://schemas.openxmlformats.org/officeDocument/2006/relationships/image" Target="../media/image167.png"/><Relationship Id="rId157" Type="http://schemas.openxmlformats.org/officeDocument/2006/relationships/image" Target="../media/image187.png"/><Relationship Id="rId322" Type="http://schemas.openxmlformats.org/officeDocument/2006/relationships/image" Target="../media/image386.png"/><Relationship Id="rId364" Type="http://schemas.openxmlformats.org/officeDocument/2006/relationships/image" Target="../media/image407.png"/><Relationship Id="rId61" Type="http://schemas.openxmlformats.org/officeDocument/2006/relationships/image" Target="../media/image96.png"/><Relationship Id="rId199" Type="http://schemas.openxmlformats.org/officeDocument/2006/relationships/image" Target="../media/image241.png"/><Relationship Id="rId19" Type="http://schemas.openxmlformats.org/officeDocument/2006/relationships/image" Target="../media/image76.png"/><Relationship Id="rId224" Type="http://schemas.openxmlformats.org/officeDocument/2006/relationships/customXml" Target="../ink/ink582.xml"/><Relationship Id="rId266" Type="http://schemas.openxmlformats.org/officeDocument/2006/relationships/image" Target="../media/image358.png"/><Relationship Id="rId431" Type="http://schemas.openxmlformats.org/officeDocument/2006/relationships/customXml" Target="../ink/ink686.xml"/><Relationship Id="rId473" Type="http://schemas.openxmlformats.org/officeDocument/2006/relationships/customXml" Target="../ink/ink707.xml"/><Relationship Id="rId30" Type="http://schemas.openxmlformats.org/officeDocument/2006/relationships/customXml" Target="../ink/ink485.xml"/><Relationship Id="rId126" Type="http://schemas.openxmlformats.org/officeDocument/2006/relationships/customXml" Target="../ink/ink533.xml"/><Relationship Id="rId168" Type="http://schemas.openxmlformats.org/officeDocument/2006/relationships/customXml" Target="../ink/ink554.xml"/><Relationship Id="rId333" Type="http://schemas.openxmlformats.org/officeDocument/2006/relationships/customXml" Target="../ink/ink637.xml"/><Relationship Id="rId72" Type="http://schemas.openxmlformats.org/officeDocument/2006/relationships/customXml" Target="../ink/ink506.xml"/><Relationship Id="rId375" Type="http://schemas.openxmlformats.org/officeDocument/2006/relationships/customXml" Target="../ink/ink658.xml"/><Relationship Id="rId3" Type="http://schemas.openxmlformats.org/officeDocument/2006/relationships/image" Target="../media/image2510.png"/><Relationship Id="rId235" Type="http://schemas.openxmlformats.org/officeDocument/2006/relationships/customXml" Target="../ink/ink588.xml"/><Relationship Id="rId277" Type="http://schemas.openxmlformats.org/officeDocument/2006/relationships/customXml" Target="../ink/ink609.xml"/><Relationship Id="rId400" Type="http://schemas.openxmlformats.org/officeDocument/2006/relationships/image" Target="../media/image425.png"/><Relationship Id="rId442" Type="http://schemas.openxmlformats.org/officeDocument/2006/relationships/image" Target="../media/image446.png"/><Relationship Id="rId484" Type="http://schemas.openxmlformats.org/officeDocument/2006/relationships/image" Target="../media/image467.png"/><Relationship Id="rId137" Type="http://schemas.openxmlformats.org/officeDocument/2006/relationships/image" Target="../media/image177.png"/><Relationship Id="rId302" Type="http://schemas.openxmlformats.org/officeDocument/2006/relationships/image" Target="../media/image376.png"/><Relationship Id="rId344" Type="http://schemas.openxmlformats.org/officeDocument/2006/relationships/image" Target="../media/image397.png"/></Relationships>
</file>

<file path=ppt/slides/_rels/slide2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1" Type="http://schemas.openxmlformats.org/officeDocument/2006/relationships/image" Target="../media/image77.png"/><Relationship Id="rId42" Type="http://schemas.openxmlformats.org/officeDocument/2006/relationships/customXml" Target="../ink/ink737.xml"/><Relationship Id="rId63" Type="http://schemas.openxmlformats.org/officeDocument/2006/relationships/image" Target="../media/image97.png"/><Relationship Id="rId84" Type="http://schemas.openxmlformats.org/officeDocument/2006/relationships/customXml" Target="../ink/ink758.xml"/><Relationship Id="rId138" Type="http://schemas.openxmlformats.org/officeDocument/2006/relationships/customXml" Target="../ink/ink785.xml"/><Relationship Id="rId159" Type="http://schemas.openxmlformats.org/officeDocument/2006/relationships/image" Target="../media/image188.png"/><Relationship Id="rId170" Type="http://schemas.openxmlformats.org/officeDocument/2006/relationships/customXml" Target="../ink/ink801.xml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26" Type="http://schemas.openxmlformats.org/officeDocument/2006/relationships/customXml" Target="../ink/ink829.xml"/><Relationship Id="rId247" Type="http://schemas.openxmlformats.org/officeDocument/2006/relationships/customXml" Target="../ink/ink840.xml"/><Relationship Id="rId107" Type="http://schemas.openxmlformats.org/officeDocument/2006/relationships/image" Target="../media/image163.png"/><Relationship Id="rId11" Type="http://schemas.openxmlformats.org/officeDocument/2006/relationships/image" Target="../media/image72.png"/><Relationship Id="rId32" Type="http://schemas.openxmlformats.org/officeDocument/2006/relationships/customXml" Target="../ink/ink732.xml"/><Relationship Id="rId53" Type="http://schemas.openxmlformats.org/officeDocument/2006/relationships/image" Target="../media/image93.png"/><Relationship Id="rId74" Type="http://schemas.openxmlformats.org/officeDocument/2006/relationships/customXml" Target="../ink/ink753.xml"/><Relationship Id="rId128" Type="http://schemas.openxmlformats.org/officeDocument/2006/relationships/customXml" Target="../ink/ink780.xml"/><Relationship Id="rId149" Type="http://schemas.openxmlformats.org/officeDocument/2006/relationships/image" Target="../media/image183.png"/><Relationship Id="rId5" Type="http://schemas.openxmlformats.org/officeDocument/2006/relationships/image" Target="../media/image70.png"/><Relationship Id="rId95" Type="http://schemas.openxmlformats.org/officeDocument/2006/relationships/image" Target="../media/image157.png"/><Relationship Id="rId160" Type="http://schemas.openxmlformats.org/officeDocument/2006/relationships/customXml" Target="../ink/ink796.xml"/><Relationship Id="rId181" Type="http://schemas.openxmlformats.org/officeDocument/2006/relationships/image" Target="../media/image199.png"/><Relationship Id="rId216" Type="http://schemas.openxmlformats.org/officeDocument/2006/relationships/customXml" Target="../ink/ink824.xml"/><Relationship Id="rId237" Type="http://schemas.openxmlformats.org/officeDocument/2006/relationships/customXml" Target="../ink/ink835.xml"/><Relationship Id="rId22" Type="http://schemas.openxmlformats.org/officeDocument/2006/relationships/customXml" Target="../ink/ink727.xml"/><Relationship Id="rId43" Type="http://schemas.openxmlformats.org/officeDocument/2006/relationships/image" Target="../media/image88.png"/><Relationship Id="rId64" Type="http://schemas.openxmlformats.org/officeDocument/2006/relationships/customXml" Target="../ink/ink748.xml"/><Relationship Id="rId118" Type="http://schemas.openxmlformats.org/officeDocument/2006/relationships/customXml" Target="../ink/ink775.xml"/><Relationship Id="rId139" Type="http://schemas.openxmlformats.org/officeDocument/2006/relationships/image" Target="../media/image178.png"/><Relationship Id="rId85" Type="http://schemas.openxmlformats.org/officeDocument/2006/relationships/image" Target="../media/image107.png"/><Relationship Id="rId150" Type="http://schemas.openxmlformats.org/officeDocument/2006/relationships/customXml" Target="../ink/ink791.xml"/><Relationship Id="rId171" Type="http://schemas.openxmlformats.org/officeDocument/2006/relationships/image" Target="../media/image194.png"/><Relationship Id="rId192" Type="http://schemas.openxmlformats.org/officeDocument/2006/relationships/customXml" Target="../ink/ink812.xml"/><Relationship Id="rId206" Type="http://schemas.openxmlformats.org/officeDocument/2006/relationships/customXml" Target="../ink/ink819.xml"/><Relationship Id="rId227" Type="http://schemas.openxmlformats.org/officeDocument/2006/relationships/customXml" Target="../ink/ink830.xml"/><Relationship Id="rId248" Type="http://schemas.openxmlformats.org/officeDocument/2006/relationships/image" Target="../media/image265.png"/><Relationship Id="rId12" Type="http://schemas.openxmlformats.org/officeDocument/2006/relationships/customXml" Target="../ink/ink722.xml"/><Relationship Id="rId33" Type="http://schemas.openxmlformats.org/officeDocument/2006/relationships/image" Target="../media/image83.png"/><Relationship Id="rId108" Type="http://schemas.openxmlformats.org/officeDocument/2006/relationships/customXml" Target="../ink/ink770.xml"/><Relationship Id="rId129" Type="http://schemas.openxmlformats.org/officeDocument/2006/relationships/image" Target="../media/image129.png"/><Relationship Id="rId54" Type="http://schemas.openxmlformats.org/officeDocument/2006/relationships/customXml" Target="../ink/ink743.xml"/><Relationship Id="rId75" Type="http://schemas.openxmlformats.org/officeDocument/2006/relationships/image" Target="../media/image102.png"/><Relationship Id="rId96" Type="http://schemas.openxmlformats.org/officeDocument/2006/relationships/customXml" Target="../ink/ink764.xml"/><Relationship Id="rId140" Type="http://schemas.openxmlformats.org/officeDocument/2006/relationships/customXml" Target="../ink/ink786.xml"/><Relationship Id="rId161" Type="http://schemas.openxmlformats.org/officeDocument/2006/relationships/image" Target="../media/image189.png"/><Relationship Id="rId182" Type="http://schemas.openxmlformats.org/officeDocument/2006/relationships/customXml" Target="../ink/ink807.xml"/><Relationship Id="rId217" Type="http://schemas.openxmlformats.org/officeDocument/2006/relationships/image" Target="../media/image250.png"/><Relationship Id="rId6" Type="http://schemas.openxmlformats.org/officeDocument/2006/relationships/customXml" Target="../ink/ink719.xml"/><Relationship Id="rId238" Type="http://schemas.openxmlformats.org/officeDocument/2006/relationships/image" Target="../media/image260.png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44" Type="http://schemas.openxmlformats.org/officeDocument/2006/relationships/customXml" Target="../ink/ink738.xml"/><Relationship Id="rId65" Type="http://schemas.openxmlformats.org/officeDocument/2006/relationships/image" Target="../media/image98.png"/><Relationship Id="rId86" Type="http://schemas.openxmlformats.org/officeDocument/2006/relationships/customXml" Target="../ink/ink759.xml"/><Relationship Id="rId130" Type="http://schemas.openxmlformats.org/officeDocument/2006/relationships/customXml" Target="../ink/ink781.xml"/><Relationship Id="rId151" Type="http://schemas.openxmlformats.org/officeDocument/2006/relationships/image" Target="../media/image184.png"/><Relationship Id="rId172" Type="http://schemas.openxmlformats.org/officeDocument/2006/relationships/customXml" Target="../ink/ink802.xml"/><Relationship Id="rId193" Type="http://schemas.openxmlformats.org/officeDocument/2006/relationships/image" Target="../media/image1410.png"/><Relationship Id="rId207" Type="http://schemas.openxmlformats.org/officeDocument/2006/relationships/image" Target="../media/image245.png"/><Relationship Id="rId228" Type="http://schemas.openxmlformats.org/officeDocument/2006/relationships/image" Target="../media/image255.png"/><Relationship Id="rId249" Type="http://schemas.openxmlformats.org/officeDocument/2006/relationships/customXml" Target="../ink/ink841.xml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34" Type="http://schemas.openxmlformats.org/officeDocument/2006/relationships/customXml" Target="../ink/ink733.xml"/><Relationship Id="rId55" Type="http://schemas.openxmlformats.org/officeDocument/2006/relationships/image" Target="../media/image94.png"/><Relationship Id="rId76" Type="http://schemas.openxmlformats.org/officeDocument/2006/relationships/customXml" Target="../ink/ink754.xml"/><Relationship Id="rId97" Type="http://schemas.openxmlformats.org/officeDocument/2006/relationships/image" Target="../media/image158.png"/><Relationship Id="rId120" Type="http://schemas.openxmlformats.org/officeDocument/2006/relationships/customXml" Target="../ink/ink776.xml"/><Relationship Id="rId141" Type="http://schemas.openxmlformats.org/officeDocument/2006/relationships/image" Target="../media/image179.png"/><Relationship Id="rId7" Type="http://schemas.openxmlformats.org/officeDocument/2006/relationships/image" Target="../media/image71.png"/><Relationship Id="rId162" Type="http://schemas.openxmlformats.org/officeDocument/2006/relationships/customXml" Target="../ink/ink797.xml"/><Relationship Id="rId183" Type="http://schemas.openxmlformats.org/officeDocument/2006/relationships/image" Target="../media/image200.png"/><Relationship Id="rId218" Type="http://schemas.openxmlformats.org/officeDocument/2006/relationships/customXml" Target="../ink/ink825.xml"/><Relationship Id="rId239" Type="http://schemas.openxmlformats.org/officeDocument/2006/relationships/customXml" Target="../ink/ink836.xml"/><Relationship Id="rId250" Type="http://schemas.openxmlformats.org/officeDocument/2006/relationships/image" Target="../media/image266.png"/><Relationship Id="rId24" Type="http://schemas.openxmlformats.org/officeDocument/2006/relationships/customXml" Target="../ink/ink728.xml"/><Relationship Id="rId45" Type="http://schemas.openxmlformats.org/officeDocument/2006/relationships/image" Target="../media/image89.png"/><Relationship Id="rId66" Type="http://schemas.openxmlformats.org/officeDocument/2006/relationships/customXml" Target="../ink/ink749.xml"/><Relationship Id="rId87" Type="http://schemas.openxmlformats.org/officeDocument/2006/relationships/image" Target="../media/image108.png"/><Relationship Id="rId110" Type="http://schemas.openxmlformats.org/officeDocument/2006/relationships/customXml" Target="../ink/ink771.xml"/><Relationship Id="rId131" Type="http://schemas.openxmlformats.org/officeDocument/2006/relationships/image" Target="../media/image174.png"/><Relationship Id="rId152" Type="http://schemas.openxmlformats.org/officeDocument/2006/relationships/customXml" Target="../ink/ink792.xml"/><Relationship Id="rId173" Type="http://schemas.openxmlformats.org/officeDocument/2006/relationships/image" Target="../media/image195.png"/><Relationship Id="rId194" Type="http://schemas.openxmlformats.org/officeDocument/2006/relationships/customXml" Target="../ink/ink813.xml"/><Relationship Id="rId208" Type="http://schemas.openxmlformats.org/officeDocument/2006/relationships/customXml" Target="../ink/ink820.xml"/><Relationship Id="rId229" Type="http://schemas.openxmlformats.org/officeDocument/2006/relationships/customXml" Target="../ink/ink831.xml"/><Relationship Id="rId240" Type="http://schemas.openxmlformats.org/officeDocument/2006/relationships/image" Target="../media/image261.png"/><Relationship Id="rId14" Type="http://schemas.openxmlformats.org/officeDocument/2006/relationships/customXml" Target="../ink/ink723.xml"/><Relationship Id="rId35" Type="http://schemas.openxmlformats.org/officeDocument/2006/relationships/image" Target="../media/image84.png"/><Relationship Id="rId56" Type="http://schemas.openxmlformats.org/officeDocument/2006/relationships/customXml" Target="../ink/ink744.xml"/><Relationship Id="rId77" Type="http://schemas.openxmlformats.org/officeDocument/2006/relationships/image" Target="../media/image103.png"/><Relationship Id="rId100" Type="http://schemas.openxmlformats.org/officeDocument/2006/relationships/customXml" Target="../ink/ink766.xml"/><Relationship Id="rId8" Type="http://schemas.openxmlformats.org/officeDocument/2006/relationships/customXml" Target="../ink/ink720.xml"/><Relationship Id="rId98" Type="http://schemas.openxmlformats.org/officeDocument/2006/relationships/customXml" Target="../ink/ink765.xml"/><Relationship Id="rId121" Type="http://schemas.openxmlformats.org/officeDocument/2006/relationships/image" Target="../media/image170.png"/><Relationship Id="rId142" Type="http://schemas.openxmlformats.org/officeDocument/2006/relationships/customXml" Target="../ink/ink787.xml"/><Relationship Id="rId163" Type="http://schemas.openxmlformats.org/officeDocument/2006/relationships/image" Target="../media/image190.png"/><Relationship Id="rId184" Type="http://schemas.openxmlformats.org/officeDocument/2006/relationships/customXml" Target="../ink/ink808.xml"/><Relationship Id="rId219" Type="http://schemas.openxmlformats.org/officeDocument/2006/relationships/image" Target="../media/image251.png"/><Relationship Id="rId230" Type="http://schemas.openxmlformats.org/officeDocument/2006/relationships/image" Target="../media/image256.png"/><Relationship Id="rId251" Type="http://schemas.openxmlformats.org/officeDocument/2006/relationships/image" Target="../media/image26.jpeg"/><Relationship Id="rId25" Type="http://schemas.openxmlformats.org/officeDocument/2006/relationships/image" Target="../media/image79.png"/><Relationship Id="rId46" Type="http://schemas.openxmlformats.org/officeDocument/2006/relationships/customXml" Target="../ink/ink739.xml"/><Relationship Id="rId67" Type="http://schemas.openxmlformats.org/officeDocument/2006/relationships/image" Target="../media/image99.png"/><Relationship Id="rId88" Type="http://schemas.openxmlformats.org/officeDocument/2006/relationships/customXml" Target="../ink/ink760.xml"/><Relationship Id="rId111" Type="http://schemas.openxmlformats.org/officeDocument/2006/relationships/image" Target="../media/image165.png"/><Relationship Id="rId132" Type="http://schemas.openxmlformats.org/officeDocument/2006/relationships/customXml" Target="../ink/ink782.xml"/><Relationship Id="rId153" Type="http://schemas.openxmlformats.org/officeDocument/2006/relationships/image" Target="../media/image185.png"/><Relationship Id="rId174" Type="http://schemas.openxmlformats.org/officeDocument/2006/relationships/customXml" Target="../ink/ink803.xml"/><Relationship Id="rId195" Type="http://schemas.openxmlformats.org/officeDocument/2006/relationships/image" Target="../media/image1510.png"/><Relationship Id="rId209" Type="http://schemas.openxmlformats.org/officeDocument/2006/relationships/image" Target="../media/image246.png"/><Relationship Id="rId220" Type="http://schemas.openxmlformats.org/officeDocument/2006/relationships/customXml" Target="../ink/ink826.xml"/><Relationship Id="rId241" Type="http://schemas.openxmlformats.org/officeDocument/2006/relationships/customXml" Target="../ink/ink837.xml"/><Relationship Id="rId15" Type="http://schemas.openxmlformats.org/officeDocument/2006/relationships/image" Target="../media/image74.png"/><Relationship Id="rId36" Type="http://schemas.openxmlformats.org/officeDocument/2006/relationships/customXml" Target="../ink/ink734.xml"/><Relationship Id="rId57" Type="http://schemas.openxmlformats.org/officeDocument/2006/relationships/image" Target="../media/image95.png"/><Relationship Id="rId78" Type="http://schemas.openxmlformats.org/officeDocument/2006/relationships/customXml" Target="../ink/ink755.xml"/><Relationship Id="rId99" Type="http://schemas.openxmlformats.org/officeDocument/2006/relationships/image" Target="../media/image159.png"/><Relationship Id="rId101" Type="http://schemas.openxmlformats.org/officeDocument/2006/relationships/image" Target="../media/image160.png"/><Relationship Id="rId122" Type="http://schemas.openxmlformats.org/officeDocument/2006/relationships/customXml" Target="../ink/ink777.xml"/><Relationship Id="rId143" Type="http://schemas.openxmlformats.org/officeDocument/2006/relationships/image" Target="../media/image180.png"/><Relationship Id="rId164" Type="http://schemas.openxmlformats.org/officeDocument/2006/relationships/customXml" Target="../ink/ink798.xml"/><Relationship Id="rId185" Type="http://schemas.openxmlformats.org/officeDocument/2006/relationships/image" Target="../media/image234.png"/><Relationship Id="rId4" Type="http://schemas.openxmlformats.org/officeDocument/2006/relationships/customXml" Target="../ink/ink718.xml"/><Relationship Id="rId9" Type="http://schemas.openxmlformats.org/officeDocument/2006/relationships/image" Target="../media/image28.png"/><Relationship Id="rId180" Type="http://schemas.openxmlformats.org/officeDocument/2006/relationships/customXml" Target="../ink/ink806.xml"/><Relationship Id="rId210" Type="http://schemas.openxmlformats.org/officeDocument/2006/relationships/customXml" Target="../ink/ink821.xml"/><Relationship Id="rId215" Type="http://schemas.openxmlformats.org/officeDocument/2006/relationships/image" Target="../media/image249.png"/><Relationship Id="rId236" Type="http://schemas.openxmlformats.org/officeDocument/2006/relationships/image" Target="../media/image259.png"/><Relationship Id="rId26" Type="http://schemas.openxmlformats.org/officeDocument/2006/relationships/customXml" Target="../ink/ink729.xml"/><Relationship Id="rId231" Type="http://schemas.openxmlformats.org/officeDocument/2006/relationships/customXml" Target="../ink/ink832.xml"/><Relationship Id="rId47" Type="http://schemas.openxmlformats.org/officeDocument/2006/relationships/image" Target="../media/image90.png"/><Relationship Id="rId68" Type="http://schemas.openxmlformats.org/officeDocument/2006/relationships/customXml" Target="../ink/ink750.xml"/><Relationship Id="rId89" Type="http://schemas.openxmlformats.org/officeDocument/2006/relationships/image" Target="../media/image109.png"/><Relationship Id="rId112" Type="http://schemas.openxmlformats.org/officeDocument/2006/relationships/customXml" Target="../ink/ink772.xml"/><Relationship Id="rId133" Type="http://schemas.openxmlformats.org/officeDocument/2006/relationships/image" Target="../media/image175.png"/><Relationship Id="rId154" Type="http://schemas.openxmlformats.org/officeDocument/2006/relationships/customXml" Target="../ink/ink793.xml"/><Relationship Id="rId175" Type="http://schemas.openxmlformats.org/officeDocument/2006/relationships/image" Target="../media/image196.png"/><Relationship Id="rId196" Type="http://schemas.openxmlformats.org/officeDocument/2006/relationships/customXml" Target="../ink/ink814.xml"/><Relationship Id="rId200" Type="http://schemas.openxmlformats.org/officeDocument/2006/relationships/customXml" Target="../ink/ink816.xml"/><Relationship Id="rId16" Type="http://schemas.openxmlformats.org/officeDocument/2006/relationships/customXml" Target="../ink/ink724.xml"/><Relationship Id="rId221" Type="http://schemas.openxmlformats.org/officeDocument/2006/relationships/image" Target="../media/image252.png"/><Relationship Id="rId242" Type="http://schemas.openxmlformats.org/officeDocument/2006/relationships/image" Target="../media/image262.png"/><Relationship Id="rId37" Type="http://schemas.openxmlformats.org/officeDocument/2006/relationships/image" Target="../media/image85.png"/><Relationship Id="rId58" Type="http://schemas.openxmlformats.org/officeDocument/2006/relationships/customXml" Target="../ink/ink745.xml"/><Relationship Id="rId79" Type="http://schemas.openxmlformats.org/officeDocument/2006/relationships/image" Target="../media/image104.png"/><Relationship Id="rId102" Type="http://schemas.openxmlformats.org/officeDocument/2006/relationships/customXml" Target="../ink/ink767.xml"/><Relationship Id="rId123" Type="http://schemas.openxmlformats.org/officeDocument/2006/relationships/image" Target="../media/image171.png"/><Relationship Id="rId144" Type="http://schemas.openxmlformats.org/officeDocument/2006/relationships/customXml" Target="../ink/ink788.xml"/><Relationship Id="rId90" Type="http://schemas.openxmlformats.org/officeDocument/2006/relationships/customXml" Target="../ink/ink761.xml"/><Relationship Id="rId165" Type="http://schemas.openxmlformats.org/officeDocument/2006/relationships/image" Target="../media/image191.png"/><Relationship Id="rId186" Type="http://schemas.openxmlformats.org/officeDocument/2006/relationships/customXml" Target="../ink/ink809.xml"/><Relationship Id="rId211" Type="http://schemas.openxmlformats.org/officeDocument/2006/relationships/image" Target="../media/image247.png"/><Relationship Id="rId232" Type="http://schemas.openxmlformats.org/officeDocument/2006/relationships/image" Target="../media/image257.png"/><Relationship Id="rId27" Type="http://schemas.openxmlformats.org/officeDocument/2006/relationships/image" Target="../media/image80.png"/><Relationship Id="rId48" Type="http://schemas.openxmlformats.org/officeDocument/2006/relationships/customXml" Target="../ink/ink740.xml"/><Relationship Id="rId69" Type="http://schemas.openxmlformats.org/officeDocument/2006/relationships/image" Target="../media/image100.png"/><Relationship Id="rId113" Type="http://schemas.openxmlformats.org/officeDocument/2006/relationships/image" Target="../media/image166.png"/><Relationship Id="rId134" Type="http://schemas.openxmlformats.org/officeDocument/2006/relationships/customXml" Target="../ink/ink783.xml"/><Relationship Id="rId80" Type="http://schemas.openxmlformats.org/officeDocument/2006/relationships/customXml" Target="../ink/ink756.xml"/><Relationship Id="rId155" Type="http://schemas.openxmlformats.org/officeDocument/2006/relationships/image" Target="../media/image186.png"/><Relationship Id="rId176" Type="http://schemas.openxmlformats.org/officeDocument/2006/relationships/customXml" Target="../ink/ink804.xml"/><Relationship Id="rId197" Type="http://schemas.openxmlformats.org/officeDocument/2006/relationships/image" Target="../media/image1610.png"/><Relationship Id="rId201" Type="http://schemas.openxmlformats.org/officeDocument/2006/relationships/image" Target="../media/image1810.png"/><Relationship Id="rId222" Type="http://schemas.openxmlformats.org/officeDocument/2006/relationships/customXml" Target="../ink/ink827.xml"/><Relationship Id="rId243" Type="http://schemas.openxmlformats.org/officeDocument/2006/relationships/customXml" Target="../ink/ink838.xml"/><Relationship Id="rId17" Type="http://schemas.openxmlformats.org/officeDocument/2006/relationships/image" Target="../media/image75.png"/><Relationship Id="rId38" Type="http://schemas.openxmlformats.org/officeDocument/2006/relationships/customXml" Target="../ink/ink735.xml"/><Relationship Id="rId59" Type="http://schemas.openxmlformats.org/officeDocument/2006/relationships/image" Target="../media/image53.png"/><Relationship Id="rId103" Type="http://schemas.openxmlformats.org/officeDocument/2006/relationships/image" Target="../media/image161.png"/><Relationship Id="rId124" Type="http://schemas.openxmlformats.org/officeDocument/2006/relationships/customXml" Target="../ink/ink778.xml"/><Relationship Id="rId70" Type="http://schemas.openxmlformats.org/officeDocument/2006/relationships/customXml" Target="../ink/ink751.xml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66" Type="http://schemas.openxmlformats.org/officeDocument/2006/relationships/customXml" Target="../ink/ink799.xml"/><Relationship Id="rId187" Type="http://schemas.openxmlformats.org/officeDocument/2006/relationships/image" Target="../media/image131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822.xml"/><Relationship Id="rId233" Type="http://schemas.openxmlformats.org/officeDocument/2006/relationships/customXml" Target="../ink/ink833.xml"/><Relationship Id="rId28" Type="http://schemas.openxmlformats.org/officeDocument/2006/relationships/customXml" Target="../ink/ink730.xml"/><Relationship Id="rId49" Type="http://schemas.openxmlformats.org/officeDocument/2006/relationships/image" Target="../media/image91.png"/><Relationship Id="rId114" Type="http://schemas.openxmlformats.org/officeDocument/2006/relationships/customXml" Target="../ink/ink773.xml"/><Relationship Id="rId60" Type="http://schemas.openxmlformats.org/officeDocument/2006/relationships/customXml" Target="../ink/ink746.xml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56" Type="http://schemas.openxmlformats.org/officeDocument/2006/relationships/customXml" Target="../ink/ink794.xml"/><Relationship Id="rId177" Type="http://schemas.openxmlformats.org/officeDocument/2006/relationships/image" Target="../media/image197.png"/><Relationship Id="rId198" Type="http://schemas.openxmlformats.org/officeDocument/2006/relationships/customXml" Target="../ink/ink815.xml"/><Relationship Id="rId202" Type="http://schemas.openxmlformats.org/officeDocument/2006/relationships/customXml" Target="../ink/ink817.xml"/><Relationship Id="rId223" Type="http://schemas.openxmlformats.org/officeDocument/2006/relationships/image" Target="../media/image253.png"/><Relationship Id="rId244" Type="http://schemas.openxmlformats.org/officeDocument/2006/relationships/image" Target="../media/image263.png"/><Relationship Id="rId18" Type="http://schemas.openxmlformats.org/officeDocument/2006/relationships/customXml" Target="../ink/ink725.xml"/><Relationship Id="rId39" Type="http://schemas.openxmlformats.org/officeDocument/2006/relationships/image" Target="../media/image86.png"/><Relationship Id="rId50" Type="http://schemas.openxmlformats.org/officeDocument/2006/relationships/customXml" Target="../ink/ink741.xml"/><Relationship Id="rId104" Type="http://schemas.openxmlformats.org/officeDocument/2006/relationships/customXml" Target="../ink/ink768.xml"/><Relationship Id="rId125" Type="http://schemas.openxmlformats.org/officeDocument/2006/relationships/image" Target="../media/image172.png"/><Relationship Id="rId146" Type="http://schemas.openxmlformats.org/officeDocument/2006/relationships/customXml" Target="../ink/ink789.xml"/><Relationship Id="rId167" Type="http://schemas.openxmlformats.org/officeDocument/2006/relationships/image" Target="../media/image192.png"/><Relationship Id="rId188" Type="http://schemas.openxmlformats.org/officeDocument/2006/relationships/customXml" Target="../ink/ink810.xml"/><Relationship Id="rId71" Type="http://schemas.openxmlformats.org/officeDocument/2006/relationships/image" Target="../media/image59.png"/><Relationship Id="rId92" Type="http://schemas.openxmlformats.org/officeDocument/2006/relationships/customXml" Target="../ink/ink762.xml"/><Relationship Id="rId213" Type="http://schemas.openxmlformats.org/officeDocument/2006/relationships/image" Target="../media/image248.png"/><Relationship Id="rId234" Type="http://schemas.openxmlformats.org/officeDocument/2006/relationships/image" Target="../media/image258.png"/><Relationship Id="rId2" Type="http://schemas.openxmlformats.org/officeDocument/2006/relationships/customXml" Target="../ink/ink717.xml"/><Relationship Id="rId29" Type="http://schemas.openxmlformats.org/officeDocument/2006/relationships/image" Target="../media/image81.png"/><Relationship Id="rId40" Type="http://schemas.openxmlformats.org/officeDocument/2006/relationships/customXml" Target="../ink/ink736.xml"/><Relationship Id="rId115" Type="http://schemas.openxmlformats.org/officeDocument/2006/relationships/image" Target="../media/image167.png"/><Relationship Id="rId136" Type="http://schemas.openxmlformats.org/officeDocument/2006/relationships/customXml" Target="../ink/ink784.xml"/><Relationship Id="rId157" Type="http://schemas.openxmlformats.org/officeDocument/2006/relationships/image" Target="../media/image187.png"/><Relationship Id="rId178" Type="http://schemas.openxmlformats.org/officeDocument/2006/relationships/customXml" Target="../ink/ink805.xml"/><Relationship Id="rId61" Type="http://schemas.openxmlformats.org/officeDocument/2006/relationships/image" Target="../media/image96.png"/><Relationship Id="rId82" Type="http://schemas.openxmlformats.org/officeDocument/2006/relationships/customXml" Target="../ink/ink757.xml"/><Relationship Id="rId199" Type="http://schemas.openxmlformats.org/officeDocument/2006/relationships/image" Target="../media/image1710.png"/><Relationship Id="rId203" Type="http://schemas.openxmlformats.org/officeDocument/2006/relationships/image" Target="../media/image1910.png"/><Relationship Id="rId19" Type="http://schemas.openxmlformats.org/officeDocument/2006/relationships/image" Target="../media/image76.png"/><Relationship Id="rId224" Type="http://schemas.openxmlformats.org/officeDocument/2006/relationships/customXml" Target="../ink/ink828.xml"/><Relationship Id="rId245" Type="http://schemas.openxmlformats.org/officeDocument/2006/relationships/customXml" Target="../ink/ink839.xml"/><Relationship Id="rId30" Type="http://schemas.openxmlformats.org/officeDocument/2006/relationships/customXml" Target="../ink/ink731.xml"/><Relationship Id="rId105" Type="http://schemas.openxmlformats.org/officeDocument/2006/relationships/image" Target="../media/image162.png"/><Relationship Id="rId126" Type="http://schemas.openxmlformats.org/officeDocument/2006/relationships/customXml" Target="../ink/ink779.xml"/><Relationship Id="rId147" Type="http://schemas.openxmlformats.org/officeDocument/2006/relationships/image" Target="../media/image182.png"/><Relationship Id="rId168" Type="http://schemas.openxmlformats.org/officeDocument/2006/relationships/customXml" Target="../ink/ink800.xml"/><Relationship Id="rId51" Type="http://schemas.openxmlformats.org/officeDocument/2006/relationships/image" Target="../media/image92.png"/><Relationship Id="rId72" Type="http://schemas.openxmlformats.org/officeDocument/2006/relationships/customXml" Target="../ink/ink752.xml"/><Relationship Id="rId93" Type="http://schemas.openxmlformats.org/officeDocument/2006/relationships/image" Target="../media/image156.png"/><Relationship Id="rId189" Type="http://schemas.openxmlformats.org/officeDocument/2006/relationships/image" Target="../media/image236.png"/><Relationship Id="rId3" Type="http://schemas.openxmlformats.org/officeDocument/2006/relationships/image" Target="../media/image1110.png"/><Relationship Id="rId214" Type="http://schemas.openxmlformats.org/officeDocument/2006/relationships/customXml" Target="../ink/ink823.xml"/><Relationship Id="rId235" Type="http://schemas.openxmlformats.org/officeDocument/2006/relationships/customXml" Target="../ink/ink834.xml"/><Relationship Id="rId116" Type="http://schemas.openxmlformats.org/officeDocument/2006/relationships/customXml" Target="../ink/ink774.xml"/><Relationship Id="rId137" Type="http://schemas.openxmlformats.org/officeDocument/2006/relationships/image" Target="../media/image177.png"/><Relationship Id="rId158" Type="http://schemas.openxmlformats.org/officeDocument/2006/relationships/customXml" Target="../ink/ink795.xml"/><Relationship Id="rId20" Type="http://schemas.openxmlformats.org/officeDocument/2006/relationships/customXml" Target="../ink/ink726.xml"/><Relationship Id="rId41" Type="http://schemas.openxmlformats.org/officeDocument/2006/relationships/image" Target="../media/image87.png"/><Relationship Id="rId62" Type="http://schemas.openxmlformats.org/officeDocument/2006/relationships/customXml" Target="../ink/ink747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190" Type="http://schemas.openxmlformats.org/officeDocument/2006/relationships/customXml" Target="../ink/ink811.xml"/><Relationship Id="rId204" Type="http://schemas.openxmlformats.org/officeDocument/2006/relationships/customXml" Target="../ink/ink818.xml"/><Relationship Id="rId225" Type="http://schemas.openxmlformats.org/officeDocument/2006/relationships/image" Target="../media/image254.png"/><Relationship Id="rId246" Type="http://schemas.openxmlformats.org/officeDocument/2006/relationships/image" Target="../media/image264.png"/><Relationship Id="rId106" Type="http://schemas.openxmlformats.org/officeDocument/2006/relationships/customXml" Target="../ink/ink769.xml"/><Relationship Id="rId127" Type="http://schemas.openxmlformats.org/officeDocument/2006/relationships/image" Target="../media/image1210.png"/><Relationship Id="rId10" Type="http://schemas.openxmlformats.org/officeDocument/2006/relationships/customXml" Target="../ink/ink721.xml"/><Relationship Id="rId31" Type="http://schemas.openxmlformats.org/officeDocument/2006/relationships/image" Target="../media/image82.png"/><Relationship Id="rId52" Type="http://schemas.openxmlformats.org/officeDocument/2006/relationships/customXml" Target="../ink/ink742.xml"/><Relationship Id="rId73" Type="http://schemas.openxmlformats.org/officeDocument/2006/relationships/image" Target="../media/image101.png"/><Relationship Id="rId94" Type="http://schemas.openxmlformats.org/officeDocument/2006/relationships/customXml" Target="../ink/ink763.xml"/><Relationship Id="rId148" Type="http://schemas.openxmlformats.org/officeDocument/2006/relationships/customXml" Target="../ink/ink790.xml"/><Relationship Id="rId169" Type="http://schemas.openxmlformats.org/officeDocument/2006/relationships/image" Target="../media/image193.png"/></Relationships>
</file>

<file path=ppt/slides/_rels/slide2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4.png"/><Relationship Id="rId21" Type="http://schemas.openxmlformats.org/officeDocument/2006/relationships/image" Target="../media/image476.png"/><Relationship Id="rId42" Type="http://schemas.openxmlformats.org/officeDocument/2006/relationships/customXml" Target="../ink/ink862.xml"/><Relationship Id="rId63" Type="http://schemas.openxmlformats.org/officeDocument/2006/relationships/image" Target="../media/image497.png"/><Relationship Id="rId84" Type="http://schemas.openxmlformats.org/officeDocument/2006/relationships/customXml" Target="../ink/ink883.xml"/><Relationship Id="rId138" Type="http://schemas.openxmlformats.org/officeDocument/2006/relationships/customXml" Target="../ink/ink910.xml"/><Relationship Id="rId159" Type="http://schemas.openxmlformats.org/officeDocument/2006/relationships/image" Target="../media/image544.png"/><Relationship Id="rId170" Type="http://schemas.openxmlformats.org/officeDocument/2006/relationships/customXml" Target="../ink/ink926.xml"/><Relationship Id="rId191" Type="http://schemas.openxmlformats.org/officeDocument/2006/relationships/image" Target="../media/image559.png"/><Relationship Id="rId205" Type="http://schemas.openxmlformats.org/officeDocument/2006/relationships/image" Target="../media/image560.png"/><Relationship Id="rId226" Type="http://schemas.openxmlformats.org/officeDocument/2006/relationships/customXml" Target="../ink/ink954.xml"/><Relationship Id="rId247" Type="http://schemas.openxmlformats.org/officeDocument/2006/relationships/customXml" Target="../ink/ink965.xml"/><Relationship Id="rId107" Type="http://schemas.openxmlformats.org/officeDocument/2006/relationships/image" Target="../media/image519.png"/><Relationship Id="rId11" Type="http://schemas.openxmlformats.org/officeDocument/2006/relationships/image" Target="../media/image2410.png"/><Relationship Id="rId32" Type="http://schemas.openxmlformats.org/officeDocument/2006/relationships/customXml" Target="../ink/ink857.xml"/><Relationship Id="rId53" Type="http://schemas.openxmlformats.org/officeDocument/2006/relationships/image" Target="../media/image492.png"/><Relationship Id="rId74" Type="http://schemas.openxmlformats.org/officeDocument/2006/relationships/customXml" Target="../ink/ink878.xml"/><Relationship Id="rId128" Type="http://schemas.openxmlformats.org/officeDocument/2006/relationships/customXml" Target="../ink/ink905.xml"/><Relationship Id="rId149" Type="http://schemas.openxmlformats.org/officeDocument/2006/relationships/image" Target="../media/image539.png"/><Relationship Id="rId5" Type="http://schemas.openxmlformats.org/officeDocument/2006/relationships/image" Target="../media/image2110.png"/><Relationship Id="rId95" Type="http://schemas.openxmlformats.org/officeDocument/2006/relationships/image" Target="../media/image513.png"/><Relationship Id="rId160" Type="http://schemas.openxmlformats.org/officeDocument/2006/relationships/customXml" Target="../ink/ink921.xml"/><Relationship Id="rId181" Type="http://schemas.openxmlformats.org/officeDocument/2006/relationships/image" Target="../media/image555.png"/><Relationship Id="rId216" Type="http://schemas.openxmlformats.org/officeDocument/2006/relationships/customXml" Target="../ink/ink949.xml"/><Relationship Id="rId237" Type="http://schemas.openxmlformats.org/officeDocument/2006/relationships/customXml" Target="../ink/ink960.xml"/><Relationship Id="rId22" Type="http://schemas.openxmlformats.org/officeDocument/2006/relationships/customXml" Target="../ink/ink852.xml"/><Relationship Id="rId43" Type="http://schemas.openxmlformats.org/officeDocument/2006/relationships/image" Target="../media/image487.png"/><Relationship Id="rId64" Type="http://schemas.openxmlformats.org/officeDocument/2006/relationships/customXml" Target="../ink/ink873.xml"/><Relationship Id="rId118" Type="http://schemas.openxmlformats.org/officeDocument/2006/relationships/customXml" Target="../ink/ink900.xml"/><Relationship Id="rId139" Type="http://schemas.openxmlformats.org/officeDocument/2006/relationships/image" Target="../media/image534.png"/><Relationship Id="rId85" Type="http://schemas.openxmlformats.org/officeDocument/2006/relationships/image" Target="../media/image508.png"/><Relationship Id="rId150" Type="http://schemas.openxmlformats.org/officeDocument/2006/relationships/customXml" Target="../ink/ink916.xml"/><Relationship Id="rId171" Type="http://schemas.openxmlformats.org/officeDocument/2006/relationships/image" Target="../media/image550.png"/><Relationship Id="rId192" Type="http://schemas.openxmlformats.org/officeDocument/2006/relationships/customXml" Target="../ink/ink937.xml"/><Relationship Id="rId206" Type="http://schemas.openxmlformats.org/officeDocument/2006/relationships/customXml" Target="../ink/ink944.xml"/><Relationship Id="rId227" Type="http://schemas.openxmlformats.org/officeDocument/2006/relationships/customXml" Target="../ink/ink955.xml"/><Relationship Id="rId248" Type="http://schemas.openxmlformats.org/officeDocument/2006/relationships/image" Target="../media/image581.png"/><Relationship Id="rId12" Type="http://schemas.openxmlformats.org/officeDocument/2006/relationships/customXml" Target="../ink/ink847.xml"/><Relationship Id="rId33" Type="http://schemas.openxmlformats.org/officeDocument/2006/relationships/image" Target="../media/image482.png"/><Relationship Id="rId108" Type="http://schemas.openxmlformats.org/officeDocument/2006/relationships/customXml" Target="../ink/ink895.xml"/><Relationship Id="rId129" Type="http://schemas.openxmlformats.org/officeDocument/2006/relationships/image" Target="../media/image529.png"/><Relationship Id="rId54" Type="http://schemas.openxmlformats.org/officeDocument/2006/relationships/customXml" Target="../ink/ink868.xml"/><Relationship Id="rId75" Type="http://schemas.openxmlformats.org/officeDocument/2006/relationships/image" Target="../media/image503.png"/><Relationship Id="rId96" Type="http://schemas.openxmlformats.org/officeDocument/2006/relationships/customXml" Target="../ink/ink889.xml"/><Relationship Id="rId140" Type="http://schemas.openxmlformats.org/officeDocument/2006/relationships/customXml" Target="../ink/ink911.xml"/><Relationship Id="rId161" Type="http://schemas.openxmlformats.org/officeDocument/2006/relationships/image" Target="../media/image545.png"/><Relationship Id="rId182" Type="http://schemas.openxmlformats.org/officeDocument/2006/relationships/customXml" Target="../ink/ink932.xml"/><Relationship Id="rId217" Type="http://schemas.openxmlformats.org/officeDocument/2006/relationships/image" Target="../media/image566.png"/><Relationship Id="rId6" Type="http://schemas.openxmlformats.org/officeDocument/2006/relationships/customXml" Target="../ink/ink844.xml"/><Relationship Id="rId238" Type="http://schemas.openxmlformats.org/officeDocument/2006/relationships/image" Target="../media/image576.png"/><Relationship Id="rId23" Type="http://schemas.openxmlformats.org/officeDocument/2006/relationships/image" Target="../media/image477.png"/><Relationship Id="rId119" Type="http://schemas.openxmlformats.org/officeDocument/2006/relationships/image" Target="../media/image525.png"/><Relationship Id="rId44" Type="http://schemas.openxmlformats.org/officeDocument/2006/relationships/customXml" Target="../ink/ink863.xml"/><Relationship Id="rId65" Type="http://schemas.openxmlformats.org/officeDocument/2006/relationships/image" Target="../media/image498.png"/><Relationship Id="rId86" Type="http://schemas.openxmlformats.org/officeDocument/2006/relationships/customXml" Target="../ink/ink884.xml"/><Relationship Id="rId130" Type="http://schemas.openxmlformats.org/officeDocument/2006/relationships/customXml" Target="../ink/ink906.xml"/><Relationship Id="rId151" Type="http://schemas.openxmlformats.org/officeDocument/2006/relationships/image" Target="../media/image540.png"/><Relationship Id="rId172" Type="http://schemas.openxmlformats.org/officeDocument/2006/relationships/customXml" Target="../ink/ink927.xml"/><Relationship Id="rId193" Type="http://schemas.openxmlformats.org/officeDocument/2006/relationships/image" Target="../media/image1410.png"/><Relationship Id="rId207" Type="http://schemas.openxmlformats.org/officeDocument/2006/relationships/image" Target="../media/image561.png"/><Relationship Id="rId228" Type="http://schemas.openxmlformats.org/officeDocument/2006/relationships/image" Target="../media/image571.png"/><Relationship Id="rId249" Type="http://schemas.openxmlformats.org/officeDocument/2006/relationships/customXml" Target="../ink/ink966.xml"/><Relationship Id="rId13" Type="http://schemas.openxmlformats.org/officeDocument/2006/relationships/image" Target="../media/image472.png"/><Relationship Id="rId109" Type="http://schemas.openxmlformats.org/officeDocument/2006/relationships/image" Target="../media/image520.png"/><Relationship Id="rId34" Type="http://schemas.openxmlformats.org/officeDocument/2006/relationships/customXml" Target="../ink/ink858.xml"/><Relationship Id="rId55" Type="http://schemas.openxmlformats.org/officeDocument/2006/relationships/image" Target="../media/image493.png"/><Relationship Id="rId76" Type="http://schemas.openxmlformats.org/officeDocument/2006/relationships/customXml" Target="../ink/ink879.xml"/><Relationship Id="rId97" Type="http://schemas.openxmlformats.org/officeDocument/2006/relationships/image" Target="../media/image514.png"/><Relationship Id="rId120" Type="http://schemas.openxmlformats.org/officeDocument/2006/relationships/customXml" Target="../ink/ink901.xml"/><Relationship Id="rId141" Type="http://schemas.openxmlformats.org/officeDocument/2006/relationships/image" Target="../media/image535.png"/><Relationship Id="rId7" Type="http://schemas.openxmlformats.org/officeDocument/2006/relationships/image" Target="../media/image2210.png"/><Relationship Id="rId162" Type="http://schemas.openxmlformats.org/officeDocument/2006/relationships/customXml" Target="../ink/ink922.xml"/><Relationship Id="rId183" Type="http://schemas.openxmlformats.org/officeDocument/2006/relationships/image" Target="../media/image556.png"/><Relationship Id="rId218" Type="http://schemas.openxmlformats.org/officeDocument/2006/relationships/customXml" Target="../ink/ink950.xml"/><Relationship Id="rId239" Type="http://schemas.openxmlformats.org/officeDocument/2006/relationships/customXml" Target="../ink/ink961.xml"/><Relationship Id="rId250" Type="http://schemas.openxmlformats.org/officeDocument/2006/relationships/image" Target="../media/image582.png"/><Relationship Id="rId24" Type="http://schemas.openxmlformats.org/officeDocument/2006/relationships/customXml" Target="../ink/ink853.xml"/><Relationship Id="rId45" Type="http://schemas.openxmlformats.org/officeDocument/2006/relationships/image" Target="../media/image488.png"/><Relationship Id="rId66" Type="http://schemas.openxmlformats.org/officeDocument/2006/relationships/customXml" Target="../ink/ink874.xml"/><Relationship Id="rId87" Type="http://schemas.openxmlformats.org/officeDocument/2006/relationships/image" Target="../media/image509.png"/><Relationship Id="rId110" Type="http://schemas.openxmlformats.org/officeDocument/2006/relationships/customXml" Target="../ink/ink896.xml"/><Relationship Id="rId131" Type="http://schemas.openxmlformats.org/officeDocument/2006/relationships/image" Target="../media/image530.png"/><Relationship Id="rId152" Type="http://schemas.openxmlformats.org/officeDocument/2006/relationships/customXml" Target="../ink/ink917.xml"/><Relationship Id="rId173" Type="http://schemas.openxmlformats.org/officeDocument/2006/relationships/image" Target="../media/image551.png"/><Relationship Id="rId194" Type="http://schemas.openxmlformats.org/officeDocument/2006/relationships/customXml" Target="../ink/ink938.xml"/><Relationship Id="rId208" Type="http://schemas.openxmlformats.org/officeDocument/2006/relationships/customXml" Target="../ink/ink945.xml"/><Relationship Id="rId229" Type="http://schemas.openxmlformats.org/officeDocument/2006/relationships/customXml" Target="../ink/ink956.xml"/><Relationship Id="rId240" Type="http://schemas.openxmlformats.org/officeDocument/2006/relationships/image" Target="../media/image577.png"/><Relationship Id="rId14" Type="http://schemas.openxmlformats.org/officeDocument/2006/relationships/customXml" Target="../ink/ink848.xml"/><Relationship Id="rId35" Type="http://schemas.openxmlformats.org/officeDocument/2006/relationships/image" Target="../media/image483.png"/><Relationship Id="rId56" Type="http://schemas.openxmlformats.org/officeDocument/2006/relationships/customXml" Target="../ink/ink869.xml"/><Relationship Id="rId77" Type="http://schemas.openxmlformats.org/officeDocument/2006/relationships/image" Target="../media/image504.png"/><Relationship Id="rId100" Type="http://schemas.openxmlformats.org/officeDocument/2006/relationships/customXml" Target="../ink/ink891.xml"/><Relationship Id="rId8" Type="http://schemas.openxmlformats.org/officeDocument/2006/relationships/customXml" Target="../ink/ink845.xml"/><Relationship Id="rId98" Type="http://schemas.openxmlformats.org/officeDocument/2006/relationships/customXml" Target="../ink/ink890.xml"/><Relationship Id="rId121" Type="http://schemas.openxmlformats.org/officeDocument/2006/relationships/image" Target="../media/image526.png"/><Relationship Id="rId142" Type="http://schemas.openxmlformats.org/officeDocument/2006/relationships/customXml" Target="../ink/ink912.xml"/><Relationship Id="rId163" Type="http://schemas.openxmlformats.org/officeDocument/2006/relationships/image" Target="../media/image546.png"/><Relationship Id="rId184" Type="http://schemas.openxmlformats.org/officeDocument/2006/relationships/customXml" Target="../ink/ink933.xml"/><Relationship Id="rId219" Type="http://schemas.openxmlformats.org/officeDocument/2006/relationships/image" Target="../media/image567.png"/><Relationship Id="rId230" Type="http://schemas.openxmlformats.org/officeDocument/2006/relationships/image" Target="../media/image572.png"/><Relationship Id="rId251" Type="http://schemas.openxmlformats.org/officeDocument/2006/relationships/image" Target="../media/image27.jpeg"/><Relationship Id="rId25" Type="http://schemas.openxmlformats.org/officeDocument/2006/relationships/image" Target="../media/image478.png"/><Relationship Id="rId46" Type="http://schemas.openxmlformats.org/officeDocument/2006/relationships/customXml" Target="../ink/ink864.xml"/><Relationship Id="rId67" Type="http://schemas.openxmlformats.org/officeDocument/2006/relationships/image" Target="../media/image499.png"/><Relationship Id="rId88" Type="http://schemas.openxmlformats.org/officeDocument/2006/relationships/customXml" Target="../ink/ink885.xml"/><Relationship Id="rId111" Type="http://schemas.openxmlformats.org/officeDocument/2006/relationships/image" Target="../media/image521.png"/><Relationship Id="rId132" Type="http://schemas.openxmlformats.org/officeDocument/2006/relationships/customXml" Target="../ink/ink907.xml"/><Relationship Id="rId153" Type="http://schemas.openxmlformats.org/officeDocument/2006/relationships/image" Target="../media/image541.png"/><Relationship Id="rId174" Type="http://schemas.openxmlformats.org/officeDocument/2006/relationships/customXml" Target="../ink/ink928.xml"/><Relationship Id="rId195" Type="http://schemas.openxmlformats.org/officeDocument/2006/relationships/image" Target="../media/image1510.png"/><Relationship Id="rId209" Type="http://schemas.openxmlformats.org/officeDocument/2006/relationships/image" Target="../media/image562.png"/><Relationship Id="rId220" Type="http://schemas.openxmlformats.org/officeDocument/2006/relationships/customXml" Target="../ink/ink951.xml"/><Relationship Id="rId241" Type="http://schemas.openxmlformats.org/officeDocument/2006/relationships/customXml" Target="../ink/ink962.xml"/><Relationship Id="rId15" Type="http://schemas.openxmlformats.org/officeDocument/2006/relationships/image" Target="../media/image473.png"/><Relationship Id="rId36" Type="http://schemas.openxmlformats.org/officeDocument/2006/relationships/customXml" Target="../ink/ink859.xml"/><Relationship Id="rId57" Type="http://schemas.openxmlformats.org/officeDocument/2006/relationships/image" Target="../media/image494.png"/><Relationship Id="rId78" Type="http://schemas.openxmlformats.org/officeDocument/2006/relationships/customXml" Target="../ink/ink880.xml"/><Relationship Id="rId99" Type="http://schemas.openxmlformats.org/officeDocument/2006/relationships/image" Target="../media/image515.png"/><Relationship Id="rId101" Type="http://schemas.openxmlformats.org/officeDocument/2006/relationships/image" Target="../media/image516.png"/><Relationship Id="rId122" Type="http://schemas.openxmlformats.org/officeDocument/2006/relationships/customXml" Target="../ink/ink902.xml"/><Relationship Id="rId143" Type="http://schemas.openxmlformats.org/officeDocument/2006/relationships/image" Target="../media/image536.png"/><Relationship Id="rId164" Type="http://schemas.openxmlformats.org/officeDocument/2006/relationships/customXml" Target="../ink/ink923.xml"/><Relationship Id="rId185" Type="http://schemas.openxmlformats.org/officeDocument/2006/relationships/image" Target="../media/image557.png"/><Relationship Id="rId4" Type="http://schemas.openxmlformats.org/officeDocument/2006/relationships/customXml" Target="../ink/ink843.xml"/><Relationship Id="rId9" Type="http://schemas.openxmlformats.org/officeDocument/2006/relationships/image" Target="../media/image2310.png"/><Relationship Id="rId180" Type="http://schemas.openxmlformats.org/officeDocument/2006/relationships/customXml" Target="../ink/ink931.xml"/><Relationship Id="rId210" Type="http://schemas.openxmlformats.org/officeDocument/2006/relationships/customXml" Target="../ink/ink946.xml"/><Relationship Id="rId215" Type="http://schemas.openxmlformats.org/officeDocument/2006/relationships/image" Target="../media/image565.png"/><Relationship Id="rId236" Type="http://schemas.openxmlformats.org/officeDocument/2006/relationships/image" Target="../media/image575.png"/><Relationship Id="rId26" Type="http://schemas.openxmlformats.org/officeDocument/2006/relationships/customXml" Target="../ink/ink854.xml"/><Relationship Id="rId231" Type="http://schemas.openxmlformats.org/officeDocument/2006/relationships/customXml" Target="../ink/ink957.xml"/><Relationship Id="rId47" Type="http://schemas.openxmlformats.org/officeDocument/2006/relationships/image" Target="../media/image489.png"/><Relationship Id="rId68" Type="http://schemas.openxmlformats.org/officeDocument/2006/relationships/customXml" Target="../ink/ink875.xml"/><Relationship Id="rId89" Type="http://schemas.openxmlformats.org/officeDocument/2006/relationships/image" Target="../media/image510.png"/><Relationship Id="rId112" Type="http://schemas.openxmlformats.org/officeDocument/2006/relationships/customXml" Target="../ink/ink897.xml"/><Relationship Id="rId133" Type="http://schemas.openxmlformats.org/officeDocument/2006/relationships/image" Target="../media/image531.png"/><Relationship Id="rId154" Type="http://schemas.openxmlformats.org/officeDocument/2006/relationships/customXml" Target="../ink/ink918.xml"/><Relationship Id="rId175" Type="http://schemas.openxmlformats.org/officeDocument/2006/relationships/image" Target="../media/image552.png"/><Relationship Id="rId196" Type="http://schemas.openxmlformats.org/officeDocument/2006/relationships/customXml" Target="../ink/ink939.xml"/><Relationship Id="rId200" Type="http://schemas.openxmlformats.org/officeDocument/2006/relationships/customXml" Target="../ink/ink941.xml"/><Relationship Id="rId16" Type="http://schemas.openxmlformats.org/officeDocument/2006/relationships/customXml" Target="../ink/ink849.xml"/><Relationship Id="rId221" Type="http://schemas.openxmlformats.org/officeDocument/2006/relationships/image" Target="../media/image568.png"/><Relationship Id="rId242" Type="http://schemas.openxmlformats.org/officeDocument/2006/relationships/image" Target="../media/image578.png"/><Relationship Id="rId37" Type="http://schemas.openxmlformats.org/officeDocument/2006/relationships/image" Target="../media/image484.png"/><Relationship Id="rId58" Type="http://schemas.openxmlformats.org/officeDocument/2006/relationships/customXml" Target="../ink/ink870.xml"/><Relationship Id="rId79" Type="http://schemas.openxmlformats.org/officeDocument/2006/relationships/image" Target="../media/image505.png"/><Relationship Id="rId102" Type="http://schemas.openxmlformats.org/officeDocument/2006/relationships/customXml" Target="../ink/ink892.xml"/><Relationship Id="rId123" Type="http://schemas.openxmlformats.org/officeDocument/2006/relationships/image" Target="../media/image527.png"/><Relationship Id="rId144" Type="http://schemas.openxmlformats.org/officeDocument/2006/relationships/customXml" Target="../ink/ink913.xml"/><Relationship Id="rId90" Type="http://schemas.openxmlformats.org/officeDocument/2006/relationships/customXml" Target="../ink/ink886.xml"/><Relationship Id="rId165" Type="http://schemas.openxmlformats.org/officeDocument/2006/relationships/image" Target="../media/image547.png"/><Relationship Id="rId186" Type="http://schemas.openxmlformats.org/officeDocument/2006/relationships/customXml" Target="../ink/ink934.xml"/><Relationship Id="rId211" Type="http://schemas.openxmlformats.org/officeDocument/2006/relationships/image" Target="../media/image563.png"/><Relationship Id="rId232" Type="http://schemas.openxmlformats.org/officeDocument/2006/relationships/image" Target="../media/image573.png"/><Relationship Id="rId27" Type="http://schemas.openxmlformats.org/officeDocument/2006/relationships/image" Target="../media/image479.png"/><Relationship Id="rId48" Type="http://schemas.openxmlformats.org/officeDocument/2006/relationships/customXml" Target="../ink/ink865.xml"/><Relationship Id="rId69" Type="http://schemas.openxmlformats.org/officeDocument/2006/relationships/image" Target="../media/image500.png"/><Relationship Id="rId113" Type="http://schemas.openxmlformats.org/officeDocument/2006/relationships/image" Target="../media/image522.png"/><Relationship Id="rId134" Type="http://schemas.openxmlformats.org/officeDocument/2006/relationships/customXml" Target="../ink/ink908.xml"/><Relationship Id="rId80" Type="http://schemas.openxmlformats.org/officeDocument/2006/relationships/customXml" Target="../ink/ink881.xml"/><Relationship Id="rId155" Type="http://schemas.openxmlformats.org/officeDocument/2006/relationships/image" Target="../media/image542.png"/><Relationship Id="rId176" Type="http://schemas.openxmlformats.org/officeDocument/2006/relationships/customXml" Target="../ink/ink929.xml"/><Relationship Id="rId197" Type="http://schemas.openxmlformats.org/officeDocument/2006/relationships/image" Target="../media/image1610.png"/><Relationship Id="rId201" Type="http://schemas.openxmlformats.org/officeDocument/2006/relationships/image" Target="../media/image1810.png"/><Relationship Id="rId222" Type="http://schemas.openxmlformats.org/officeDocument/2006/relationships/customXml" Target="../ink/ink952.xml"/><Relationship Id="rId243" Type="http://schemas.openxmlformats.org/officeDocument/2006/relationships/customXml" Target="../ink/ink963.xml"/><Relationship Id="rId17" Type="http://schemas.openxmlformats.org/officeDocument/2006/relationships/image" Target="../media/image474.png"/><Relationship Id="rId38" Type="http://schemas.openxmlformats.org/officeDocument/2006/relationships/customXml" Target="../ink/ink860.xml"/><Relationship Id="rId59" Type="http://schemas.openxmlformats.org/officeDocument/2006/relationships/image" Target="../media/image495.png"/><Relationship Id="rId103" Type="http://schemas.openxmlformats.org/officeDocument/2006/relationships/image" Target="../media/image517.png"/><Relationship Id="rId124" Type="http://schemas.openxmlformats.org/officeDocument/2006/relationships/customXml" Target="../ink/ink903.xml"/><Relationship Id="rId70" Type="http://schemas.openxmlformats.org/officeDocument/2006/relationships/customXml" Target="../ink/ink876.xml"/><Relationship Id="rId91" Type="http://schemas.openxmlformats.org/officeDocument/2006/relationships/image" Target="../media/image511.png"/><Relationship Id="rId145" Type="http://schemas.openxmlformats.org/officeDocument/2006/relationships/image" Target="../media/image537.png"/><Relationship Id="rId166" Type="http://schemas.openxmlformats.org/officeDocument/2006/relationships/customXml" Target="../ink/ink924.xml"/><Relationship Id="rId187" Type="http://schemas.openxmlformats.org/officeDocument/2006/relationships/image" Target="../media/image131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947.xml"/><Relationship Id="rId233" Type="http://schemas.openxmlformats.org/officeDocument/2006/relationships/customXml" Target="../ink/ink958.xml"/><Relationship Id="rId28" Type="http://schemas.openxmlformats.org/officeDocument/2006/relationships/customXml" Target="../ink/ink855.xml"/><Relationship Id="rId49" Type="http://schemas.openxmlformats.org/officeDocument/2006/relationships/image" Target="../media/image490.png"/><Relationship Id="rId114" Type="http://schemas.openxmlformats.org/officeDocument/2006/relationships/customXml" Target="../ink/ink898.xml"/><Relationship Id="rId60" Type="http://schemas.openxmlformats.org/officeDocument/2006/relationships/customXml" Target="../ink/ink871.xml"/><Relationship Id="rId81" Type="http://schemas.openxmlformats.org/officeDocument/2006/relationships/image" Target="../media/image506.png"/><Relationship Id="rId135" Type="http://schemas.openxmlformats.org/officeDocument/2006/relationships/image" Target="../media/image532.png"/><Relationship Id="rId156" Type="http://schemas.openxmlformats.org/officeDocument/2006/relationships/customXml" Target="../ink/ink919.xml"/><Relationship Id="rId177" Type="http://schemas.openxmlformats.org/officeDocument/2006/relationships/image" Target="../media/image553.png"/><Relationship Id="rId198" Type="http://schemas.openxmlformats.org/officeDocument/2006/relationships/customXml" Target="../ink/ink940.xml"/><Relationship Id="rId202" Type="http://schemas.openxmlformats.org/officeDocument/2006/relationships/customXml" Target="../ink/ink942.xml"/><Relationship Id="rId223" Type="http://schemas.openxmlformats.org/officeDocument/2006/relationships/image" Target="../media/image569.png"/><Relationship Id="rId244" Type="http://schemas.openxmlformats.org/officeDocument/2006/relationships/image" Target="../media/image579.png"/><Relationship Id="rId18" Type="http://schemas.openxmlformats.org/officeDocument/2006/relationships/customXml" Target="../ink/ink850.xml"/><Relationship Id="rId39" Type="http://schemas.openxmlformats.org/officeDocument/2006/relationships/image" Target="../media/image485.png"/><Relationship Id="rId50" Type="http://schemas.openxmlformats.org/officeDocument/2006/relationships/customXml" Target="../ink/ink866.xml"/><Relationship Id="rId104" Type="http://schemas.openxmlformats.org/officeDocument/2006/relationships/customXml" Target="../ink/ink893.xml"/><Relationship Id="rId125" Type="http://schemas.openxmlformats.org/officeDocument/2006/relationships/image" Target="../media/image528.png"/><Relationship Id="rId146" Type="http://schemas.openxmlformats.org/officeDocument/2006/relationships/customXml" Target="../ink/ink914.xml"/><Relationship Id="rId167" Type="http://schemas.openxmlformats.org/officeDocument/2006/relationships/image" Target="../media/image548.png"/><Relationship Id="rId188" Type="http://schemas.openxmlformats.org/officeDocument/2006/relationships/customXml" Target="../ink/ink935.xml"/><Relationship Id="rId71" Type="http://schemas.openxmlformats.org/officeDocument/2006/relationships/image" Target="../media/image501.png"/><Relationship Id="rId92" Type="http://schemas.openxmlformats.org/officeDocument/2006/relationships/customXml" Target="../ink/ink887.xml"/><Relationship Id="rId213" Type="http://schemas.openxmlformats.org/officeDocument/2006/relationships/image" Target="../media/image564.png"/><Relationship Id="rId234" Type="http://schemas.openxmlformats.org/officeDocument/2006/relationships/image" Target="../media/image574.png"/><Relationship Id="rId2" Type="http://schemas.openxmlformats.org/officeDocument/2006/relationships/customXml" Target="../ink/ink842.xml"/><Relationship Id="rId29" Type="http://schemas.openxmlformats.org/officeDocument/2006/relationships/image" Target="../media/image480.png"/><Relationship Id="rId40" Type="http://schemas.openxmlformats.org/officeDocument/2006/relationships/customXml" Target="../ink/ink861.xml"/><Relationship Id="rId115" Type="http://schemas.openxmlformats.org/officeDocument/2006/relationships/image" Target="../media/image523.png"/><Relationship Id="rId136" Type="http://schemas.openxmlformats.org/officeDocument/2006/relationships/customXml" Target="../ink/ink909.xml"/><Relationship Id="rId157" Type="http://schemas.openxmlformats.org/officeDocument/2006/relationships/image" Target="../media/image543.png"/><Relationship Id="rId178" Type="http://schemas.openxmlformats.org/officeDocument/2006/relationships/customXml" Target="../ink/ink930.xml"/><Relationship Id="rId61" Type="http://schemas.openxmlformats.org/officeDocument/2006/relationships/image" Target="../media/image496.png"/><Relationship Id="rId82" Type="http://schemas.openxmlformats.org/officeDocument/2006/relationships/customXml" Target="../ink/ink882.xml"/><Relationship Id="rId199" Type="http://schemas.openxmlformats.org/officeDocument/2006/relationships/image" Target="../media/image1710.png"/><Relationship Id="rId203" Type="http://schemas.openxmlformats.org/officeDocument/2006/relationships/image" Target="../media/image1910.png"/><Relationship Id="rId19" Type="http://schemas.openxmlformats.org/officeDocument/2006/relationships/image" Target="../media/image475.png"/><Relationship Id="rId224" Type="http://schemas.openxmlformats.org/officeDocument/2006/relationships/customXml" Target="../ink/ink953.xml"/><Relationship Id="rId245" Type="http://schemas.openxmlformats.org/officeDocument/2006/relationships/customXml" Target="../ink/ink964.xml"/><Relationship Id="rId30" Type="http://schemas.openxmlformats.org/officeDocument/2006/relationships/customXml" Target="../ink/ink856.xml"/><Relationship Id="rId105" Type="http://schemas.openxmlformats.org/officeDocument/2006/relationships/image" Target="../media/image518.png"/><Relationship Id="rId126" Type="http://schemas.openxmlformats.org/officeDocument/2006/relationships/customXml" Target="../ink/ink904.xml"/><Relationship Id="rId147" Type="http://schemas.openxmlformats.org/officeDocument/2006/relationships/image" Target="../media/image538.png"/><Relationship Id="rId168" Type="http://schemas.openxmlformats.org/officeDocument/2006/relationships/customXml" Target="../ink/ink925.xml"/><Relationship Id="rId51" Type="http://schemas.openxmlformats.org/officeDocument/2006/relationships/image" Target="../media/image491.png"/><Relationship Id="rId72" Type="http://schemas.openxmlformats.org/officeDocument/2006/relationships/customXml" Target="../ink/ink877.xml"/><Relationship Id="rId93" Type="http://schemas.openxmlformats.org/officeDocument/2006/relationships/image" Target="../media/image512.png"/><Relationship Id="rId189" Type="http://schemas.openxmlformats.org/officeDocument/2006/relationships/image" Target="../media/image558.png"/><Relationship Id="rId3" Type="http://schemas.openxmlformats.org/officeDocument/2006/relationships/image" Target="../media/image1110.png"/><Relationship Id="rId214" Type="http://schemas.openxmlformats.org/officeDocument/2006/relationships/customXml" Target="../ink/ink948.xml"/><Relationship Id="rId235" Type="http://schemas.openxmlformats.org/officeDocument/2006/relationships/customXml" Target="../ink/ink959.xml"/><Relationship Id="rId116" Type="http://schemas.openxmlformats.org/officeDocument/2006/relationships/customXml" Target="../ink/ink899.xml"/><Relationship Id="rId137" Type="http://schemas.openxmlformats.org/officeDocument/2006/relationships/image" Target="../media/image533.png"/><Relationship Id="rId158" Type="http://schemas.openxmlformats.org/officeDocument/2006/relationships/customXml" Target="../ink/ink920.xml"/><Relationship Id="rId20" Type="http://schemas.openxmlformats.org/officeDocument/2006/relationships/customXml" Target="../ink/ink851.xml"/><Relationship Id="rId41" Type="http://schemas.openxmlformats.org/officeDocument/2006/relationships/image" Target="../media/image486.png"/><Relationship Id="rId62" Type="http://schemas.openxmlformats.org/officeDocument/2006/relationships/customXml" Target="../ink/ink872.xml"/><Relationship Id="rId83" Type="http://schemas.openxmlformats.org/officeDocument/2006/relationships/image" Target="../media/image507.png"/><Relationship Id="rId179" Type="http://schemas.openxmlformats.org/officeDocument/2006/relationships/image" Target="../media/image554.png"/><Relationship Id="rId190" Type="http://schemas.openxmlformats.org/officeDocument/2006/relationships/customXml" Target="../ink/ink936.xml"/><Relationship Id="rId204" Type="http://schemas.openxmlformats.org/officeDocument/2006/relationships/customXml" Target="../ink/ink943.xml"/><Relationship Id="rId225" Type="http://schemas.openxmlformats.org/officeDocument/2006/relationships/image" Target="../media/image570.png"/><Relationship Id="rId246" Type="http://schemas.openxmlformats.org/officeDocument/2006/relationships/image" Target="../media/image580.png"/><Relationship Id="rId106" Type="http://schemas.openxmlformats.org/officeDocument/2006/relationships/customXml" Target="../ink/ink894.xml"/><Relationship Id="rId127" Type="http://schemas.openxmlformats.org/officeDocument/2006/relationships/image" Target="../media/image1210.png"/><Relationship Id="rId10" Type="http://schemas.openxmlformats.org/officeDocument/2006/relationships/customXml" Target="../ink/ink846.xml"/><Relationship Id="rId31" Type="http://schemas.openxmlformats.org/officeDocument/2006/relationships/image" Target="../media/image481.png"/><Relationship Id="rId52" Type="http://schemas.openxmlformats.org/officeDocument/2006/relationships/customXml" Target="../ink/ink867.xml"/><Relationship Id="rId73" Type="http://schemas.openxmlformats.org/officeDocument/2006/relationships/image" Target="../media/image502.png"/><Relationship Id="rId94" Type="http://schemas.openxmlformats.org/officeDocument/2006/relationships/customXml" Target="../ink/ink888.xml"/><Relationship Id="rId148" Type="http://schemas.openxmlformats.org/officeDocument/2006/relationships/customXml" Target="../ink/ink915.xml"/><Relationship Id="rId169" Type="http://schemas.openxmlformats.org/officeDocument/2006/relationships/image" Target="../media/image549.png"/></Relationships>
</file>

<file path=ppt/slides/_rels/slide2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4.png"/><Relationship Id="rId21" Type="http://schemas.openxmlformats.org/officeDocument/2006/relationships/image" Target="../media/image476.png"/><Relationship Id="rId42" Type="http://schemas.openxmlformats.org/officeDocument/2006/relationships/customXml" Target="../ink/ink987.xml"/><Relationship Id="rId63" Type="http://schemas.openxmlformats.org/officeDocument/2006/relationships/image" Target="../media/image497.png"/><Relationship Id="rId84" Type="http://schemas.openxmlformats.org/officeDocument/2006/relationships/customXml" Target="../ink/ink1008.xml"/><Relationship Id="rId138" Type="http://schemas.openxmlformats.org/officeDocument/2006/relationships/customXml" Target="../ink/ink1035.xml"/><Relationship Id="rId159" Type="http://schemas.openxmlformats.org/officeDocument/2006/relationships/image" Target="../media/image544.png"/><Relationship Id="rId170" Type="http://schemas.openxmlformats.org/officeDocument/2006/relationships/customXml" Target="../ink/ink1051.xml"/><Relationship Id="rId191" Type="http://schemas.openxmlformats.org/officeDocument/2006/relationships/image" Target="../media/image559.png"/><Relationship Id="rId205" Type="http://schemas.openxmlformats.org/officeDocument/2006/relationships/image" Target="../media/image560.png"/><Relationship Id="rId226" Type="http://schemas.openxmlformats.org/officeDocument/2006/relationships/customXml" Target="../ink/ink1079.xml"/><Relationship Id="rId247" Type="http://schemas.openxmlformats.org/officeDocument/2006/relationships/customXml" Target="../ink/ink1090.xml"/><Relationship Id="rId107" Type="http://schemas.openxmlformats.org/officeDocument/2006/relationships/image" Target="../media/image519.png"/><Relationship Id="rId11" Type="http://schemas.openxmlformats.org/officeDocument/2006/relationships/image" Target="../media/image2410.png"/><Relationship Id="rId32" Type="http://schemas.openxmlformats.org/officeDocument/2006/relationships/customXml" Target="../ink/ink982.xml"/><Relationship Id="rId53" Type="http://schemas.openxmlformats.org/officeDocument/2006/relationships/image" Target="../media/image492.png"/><Relationship Id="rId74" Type="http://schemas.openxmlformats.org/officeDocument/2006/relationships/customXml" Target="../ink/ink1003.xml"/><Relationship Id="rId128" Type="http://schemas.openxmlformats.org/officeDocument/2006/relationships/customXml" Target="../ink/ink1030.xml"/><Relationship Id="rId149" Type="http://schemas.openxmlformats.org/officeDocument/2006/relationships/image" Target="../media/image539.png"/><Relationship Id="rId5" Type="http://schemas.openxmlformats.org/officeDocument/2006/relationships/image" Target="../media/image2110.png"/><Relationship Id="rId95" Type="http://schemas.openxmlformats.org/officeDocument/2006/relationships/image" Target="../media/image513.png"/><Relationship Id="rId160" Type="http://schemas.openxmlformats.org/officeDocument/2006/relationships/customXml" Target="../ink/ink1046.xml"/><Relationship Id="rId181" Type="http://schemas.openxmlformats.org/officeDocument/2006/relationships/image" Target="../media/image555.png"/><Relationship Id="rId216" Type="http://schemas.openxmlformats.org/officeDocument/2006/relationships/customXml" Target="../ink/ink1074.xml"/><Relationship Id="rId237" Type="http://schemas.openxmlformats.org/officeDocument/2006/relationships/customXml" Target="../ink/ink1085.xml"/><Relationship Id="rId22" Type="http://schemas.openxmlformats.org/officeDocument/2006/relationships/customXml" Target="../ink/ink977.xml"/><Relationship Id="rId43" Type="http://schemas.openxmlformats.org/officeDocument/2006/relationships/image" Target="../media/image487.png"/><Relationship Id="rId64" Type="http://schemas.openxmlformats.org/officeDocument/2006/relationships/customXml" Target="../ink/ink998.xml"/><Relationship Id="rId118" Type="http://schemas.openxmlformats.org/officeDocument/2006/relationships/customXml" Target="../ink/ink1025.xml"/><Relationship Id="rId139" Type="http://schemas.openxmlformats.org/officeDocument/2006/relationships/image" Target="../media/image534.png"/><Relationship Id="rId85" Type="http://schemas.openxmlformats.org/officeDocument/2006/relationships/image" Target="../media/image508.png"/><Relationship Id="rId150" Type="http://schemas.openxmlformats.org/officeDocument/2006/relationships/customXml" Target="../ink/ink1041.xml"/><Relationship Id="rId171" Type="http://schemas.openxmlformats.org/officeDocument/2006/relationships/image" Target="../media/image550.png"/><Relationship Id="rId192" Type="http://schemas.openxmlformats.org/officeDocument/2006/relationships/customXml" Target="../ink/ink1062.xml"/><Relationship Id="rId206" Type="http://schemas.openxmlformats.org/officeDocument/2006/relationships/customXml" Target="../ink/ink1069.xml"/><Relationship Id="rId227" Type="http://schemas.openxmlformats.org/officeDocument/2006/relationships/customXml" Target="../ink/ink1080.xml"/><Relationship Id="rId248" Type="http://schemas.openxmlformats.org/officeDocument/2006/relationships/image" Target="../media/image581.png"/><Relationship Id="rId12" Type="http://schemas.openxmlformats.org/officeDocument/2006/relationships/customXml" Target="../ink/ink972.xml"/><Relationship Id="rId33" Type="http://schemas.openxmlformats.org/officeDocument/2006/relationships/image" Target="../media/image482.png"/><Relationship Id="rId108" Type="http://schemas.openxmlformats.org/officeDocument/2006/relationships/customXml" Target="../ink/ink1020.xml"/><Relationship Id="rId129" Type="http://schemas.openxmlformats.org/officeDocument/2006/relationships/image" Target="../media/image529.png"/><Relationship Id="rId54" Type="http://schemas.openxmlformats.org/officeDocument/2006/relationships/customXml" Target="../ink/ink993.xml"/><Relationship Id="rId75" Type="http://schemas.openxmlformats.org/officeDocument/2006/relationships/image" Target="../media/image503.png"/><Relationship Id="rId96" Type="http://schemas.openxmlformats.org/officeDocument/2006/relationships/customXml" Target="../ink/ink1014.xml"/><Relationship Id="rId140" Type="http://schemas.openxmlformats.org/officeDocument/2006/relationships/customXml" Target="../ink/ink1036.xml"/><Relationship Id="rId161" Type="http://schemas.openxmlformats.org/officeDocument/2006/relationships/image" Target="../media/image545.png"/><Relationship Id="rId182" Type="http://schemas.openxmlformats.org/officeDocument/2006/relationships/customXml" Target="../ink/ink1057.xml"/><Relationship Id="rId217" Type="http://schemas.openxmlformats.org/officeDocument/2006/relationships/image" Target="../media/image566.png"/><Relationship Id="rId6" Type="http://schemas.openxmlformats.org/officeDocument/2006/relationships/customXml" Target="../ink/ink969.xml"/><Relationship Id="rId238" Type="http://schemas.openxmlformats.org/officeDocument/2006/relationships/image" Target="../media/image576.png"/><Relationship Id="rId23" Type="http://schemas.openxmlformats.org/officeDocument/2006/relationships/image" Target="../media/image477.png"/><Relationship Id="rId119" Type="http://schemas.openxmlformats.org/officeDocument/2006/relationships/image" Target="../media/image525.png"/><Relationship Id="rId44" Type="http://schemas.openxmlformats.org/officeDocument/2006/relationships/customXml" Target="../ink/ink988.xml"/><Relationship Id="rId65" Type="http://schemas.openxmlformats.org/officeDocument/2006/relationships/image" Target="../media/image498.png"/><Relationship Id="rId86" Type="http://schemas.openxmlformats.org/officeDocument/2006/relationships/customXml" Target="../ink/ink1009.xml"/><Relationship Id="rId130" Type="http://schemas.openxmlformats.org/officeDocument/2006/relationships/customXml" Target="../ink/ink1031.xml"/><Relationship Id="rId151" Type="http://schemas.openxmlformats.org/officeDocument/2006/relationships/image" Target="../media/image540.png"/><Relationship Id="rId172" Type="http://schemas.openxmlformats.org/officeDocument/2006/relationships/customXml" Target="../ink/ink1052.xml"/><Relationship Id="rId193" Type="http://schemas.openxmlformats.org/officeDocument/2006/relationships/image" Target="../media/image1410.png"/><Relationship Id="rId207" Type="http://schemas.openxmlformats.org/officeDocument/2006/relationships/image" Target="../media/image561.png"/><Relationship Id="rId228" Type="http://schemas.openxmlformats.org/officeDocument/2006/relationships/image" Target="../media/image571.png"/><Relationship Id="rId249" Type="http://schemas.openxmlformats.org/officeDocument/2006/relationships/customXml" Target="../ink/ink1091.xml"/><Relationship Id="rId13" Type="http://schemas.openxmlformats.org/officeDocument/2006/relationships/image" Target="../media/image472.png"/><Relationship Id="rId109" Type="http://schemas.openxmlformats.org/officeDocument/2006/relationships/image" Target="../media/image520.png"/><Relationship Id="rId34" Type="http://schemas.openxmlformats.org/officeDocument/2006/relationships/customXml" Target="../ink/ink983.xml"/><Relationship Id="rId55" Type="http://schemas.openxmlformats.org/officeDocument/2006/relationships/image" Target="../media/image493.png"/><Relationship Id="rId76" Type="http://schemas.openxmlformats.org/officeDocument/2006/relationships/customXml" Target="../ink/ink1004.xml"/><Relationship Id="rId97" Type="http://schemas.openxmlformats.org/officeDocument/2006/relationships/image" Target="../media/image514.png"/><Relationship Id="rId120" Type="http://schemas.openxmlformats.org/officeDocument/2006/relationships/customXml" Target="../ink/ink1026.xml"/><Relationship Id="rId141" Type="http://schemas.openxmlformats.org/officeDocument/2006/relationships/image" Target="../media/image535.png"/><Relationship Id="rId7" Type="http://schemas.openxmlformats.org/officeDocument/2006/relationships/image" Target="../media/image2210.png"/><Relationship Id="rId162" Type="http://schemas.openxmlformats.org/officeDocument/2006/relationships/customXml" Target="../ink/ink1047.xml"/><Relationship Id="rId183" Type="http://schemas.openxmlformats.org/officeDocument/2006/relationships/image" Target="../media/image556.png"/><Relationship Id="rId218" Type="http://schemas.openxmlformats.org/officeDocument/2006/relationships/customXml" Target="../ink/ink1075.xml"/><Relationship Id="rId239" Type="http://schemas.openxmlformats.org/officeDocument/2006/relationships/customXml" Target="../ink/ink1086.xml"/><Relationship Id="rId250" Type="http://schemas.openxmlformats.org/officeDocument/2006/relationships/image" Target="../media/image582.png"/><Relationship Id="rId24" Type="http://schemas.openxmlformats.org/officeDocument/2006/relationships/customXml" Target="../ink/ink978.xml"/><Relationship Id="rId45" Type="http://schemas.openxmlformats.org/officeDocument/2006/relationships/image" Target="../media/image488.png"/><Relationship Id="rId66" Type="http://schemas.openxmlformats.org/officeDocument/2006/relationships/customXml" Target="../ink/ink999.xml"/><Relationship Id="rId87" Type="http://schemas.openxmlformats.org/officeDocument/2006/relationships/image" Target="../media/image509.png"/><Relationship Id="rId110" Type="http://schemas.openxmlformats.org/officeDocument/2006/relationships/customXml" Target="../ink/ink1021.xml"/><Relationship Id="rId131" Type="http://schemas.openxmlformats.org/officeDocument/2006/relationships/image" Target="../media/image530.png"/><Relationship Id="rId152" Type="http://schemas.openxmlformats.org/officeDocument/2006/relationships/customXml" Target="../ink/ink1042.xml"/><Relationship Id="rId173" Type="http://schemas.openxmlformats.org/officeDocument/2006/relationships/image" Target="../media/image551.png"/><Relationship Id="rId194" Type="http://schemas.openxmlformats.org/officeDocument/2006/relationships/customXml" Target="../ink/ink1063.xml"/><Relationship Id="rId208" Type="http://schemas.openxmlformats.org/officeDocument/2006/relationships/customXml" Target="../ink/ink1070.xml"/><Relationship Id="rId229" Type="http://schemas.openxmlformats.org/officeDocument/2006/relationships/customXml" Target="../ink/ink1081.xml"/><Relationship Id="rId240" Type="http://schemas.openxmlformats.org/officeDocument/2006/relationships/image" Target="../media/image577.png"/><Relationship Id="rId14" Type="http://schemas.openxmlformats.org/officeDocument/2006/relationships/customXml" Target="../ink/ink973.xml"/><Relationship Id="rId35" Type="http://schemas.openxmlformats.org/officeDocument/2006/relationships/image" Target="../media/image483.png"/><Relationship Id="rId56" Type="http://schemas.openxmlformats.org/officeDocument/2006/relationships/customXml" Target="../ink/ink994.xml"/><Relationship Id="rId77" Type="http://schemas.openxmlformats.org/officeDocument/2006/relationships/image" Target="../media/image504.png"/><Relationship Id="rId100" Type="http://schemas.openxmlformats.org/officeDocument/2006/relationships/customXml" Target="../ink/ink1016.xml"/><Relationship Id="rId8" Type="http://schemas.openxmlformats.org/officeDocument/2006/relationships/customXml" Target="../ink/ink970.xml"/><Relationship Id="rId98" Type="http://schemas.openxmlformats.org/officeDocument/2006/relationships/customXml" Target="../ink/ink1015.xml"/><Relationship Id="rId121" Type="http://schemas.openxmlformats.org/officeDocument/2006/relationships/image" Target="../media/image526.png"/><Relationship Id="rId142" Type="http://schemas.openxmlformats.org/officeDocument/2006/relationships/customXml" Target="../ink/ink1037.xml"/><Relationship Id="rId163" Type="http://schemas.openxmlformats.org/officeDocument/2006/relationships/image" Target="../media/image546.png"/><Relationship Id="rId184" Type="http://schemas.openxmlformats.org/officeDocument/2006/relationships/customXml" Target="../ink/ink1058.xml"/><Relationship Id="rId219" Type="http://schemas.openxmlformats.org/officeDocument/2006/relationships/image" Target="../media/image567.png"/><Relationship Id="rId230" Type="http://schemas.openxmlformats.org/officeDocument/2006/relationships/image" Target="../media/image572.png"/><Relationship Id="rId251" Type="http://schemas.openxmlformats.org/officeDocument/2006/relationships/image" Target="../media/image583.png"/><Relationship Id="rId25" Type="http://schemas.openxmlformats.org/officeDocument/2006/relationships/image" Target="../media/image478.png"/><Relationship Id="rId46" Type="http://schemas.openxmlformats.org/officeDocument/2006/relationships/customXml" Target="../ink/ink989.xml"/><Relationship Id="rId67" Type="http://schemas.openxmlformats.org/officeDocument/2006/relationships/image" Target="../media/image499.png"/><Relationship Id="rId88" Type="http://schemas.openxmlformats.org/officeDocument/2006/relationships/customXml" Target="../ink/ink1010.xml"/><Relationship Id="rId111" Type="http://schemas.openxmlformats.org/officeDocument/2006/relationships/image" Target="../media/image521.png"/><Relationship Id="rId132" Type="http://schemas.openxmlformats.org/officeDocument/2006/relationships/customXml" Target="../ink/ink1032.xml"/><Relationship Id="rId153" Type="http://schemas.openxmlformats.org/officeDocument/2006/relationships/image" Target="../media/image541.png"/><Relationship Id="rId174" Type="http://schemas.openxmlformats.org/officeDocument/2006/relationships/customXml" Target="../ink/ink1053.xml"/><Relationship Id="rId195" Type="http://schemas.openxmlformats.org/officeDocument/2006/relationships/image" Target="../media/image1510.png"/><Relationship Id="rId209" Type="http://schemas.openxmlformats.org/officeDocument/2006/relationships/image" Target="../media/image562.png"/><Relationship Id="rId220" Type="http://schemas.openxmlformats.org/officeDocument/2006/relationships/customXml" Target="../ink/ink1076.xml"/><Relationship Id="rId241" Type="http://schemas.openxmlformats.org/officeDocument/2006/relationships/customXml" Target="../ink/ink1087.xml"/><Relationship Id="rId15" Type="http://schemas.openxmlformats.org/officeDocument/2006/relationships/image" Target="../media/image473.png"/><Relationship Id="rId36" Type="http://schemas.openxmlformats.org/officeDocument/2006/relationships/customXml" Target="../ink/ink984.xml"/><Relationship Id="rId57" Type="http://schemas.openxmlformats.org/officeDocument/2006/relationships/image" Target="../media/image494.png"/><Relationship Id="rId78" Type="http://schemas.openxmlformats.org/officeDocument/2006/relationships/customXml" Target="../ink/ink1005.xml"/><Relationship Id="rId99" Type="http://schemas.openxmlformats.org/officeDocument/2006/relationships/image" Target="../media/image515.png"/><Relationship Id="rId101" Type="http://schemas.openxmlformats.org/officeDocument/2006/relationships/image" Target="../media/image516.png"/><Relationship Id="rId122" Type="http://schemas.openxmlformats.org/officeDocument/2006/relationships/customXml" Target="../ink/ink1027.xml"/><Relationship Id="rId143" Type="http://schemas.openxmlformats.org/officeDocument/2006/relationships/image" Target="../media/image536.png"/><Relationship Id="rId164" Type="http://schemas.openxmlformats.org/officeDocument/2006/relationships/customXml" Target="../ink/ink1048.xml"/><Relationship Id="rId185" Type="http://schemas.openxmlformats.org/officeDocument/2006/relationships/image" Target="../media/image557.png"/><Relationship Id="rId4" Type="http://schemas.openxmlformats.org/officeDocument/2006/relationships/customXml" Target="../ink/ink968.xml"/><Relationship Id="rId9" Type="http://schemas.openxmlformats.org/officeDocument/2006/relationships/image" Target="../media/image2310.png"/><Relationship Id="rId180" Type="http://schemas.openxmlformats.org/officeDocument/2006/relationships/customXml" Target="../ink/ink1056.xml"/><Relationship Id="rId210" Type="http://schemas.openxmlformats.org/officeDocument/2006/relationships/customXml" Target="../ink/ink1071.xml"/><Relationship Id="rId215" Type="http://schemas.openxmlformats.org/officeDocument/2006/relationships/image" Target="../media/image565.png"/><Relationship Id="rId236" Type="http://schemas.openxmlformats.org/officeDocument/2006/relationships/image" Target="../media/image575.png"/><Relationship Id="rId26" Type="http://schemas.openxmlformats.org/officeDocument/2006/relationships/customXml" Target="../ink/ink979.xml"/><Relationship Id="rId231" Type="http://schemas.openxmlformats.org/officeDocument/2006/relationships/customXml" Target="../ink/ink1082.xml"/><Relationship Id="rId47" Type="http://schemas.openxmlformats.org/officeDocument/2006/relationships/image" Target="../media/image489.png"/><Relationship Id="rId68" Type="http://schemas.openxmlformats.org/officeDocument/2006/relationships/customXml" Target="../ink/ink1000.xml"/><Relationship Id="rId89" Type="http://schemas.openxmlformats.org/officeDocument/2006/relationships/image" Target="../media/image510.png"/><Relationship Id="rId112" Type="http://schemas.openxmlformats.org/officeDocument/2006/relationships/customXml" Target="../ink/ink1022.xml"/><Relationship Id="rId133" Type="http://schemas.openxmlformats.org/officeDocument/2006/relationships/image" Target="../media/image531.png"/><Relationship Id="rId154" Type="http://schemas.openxmlformats.org/officeDocument/2006/relationships/customXml" Target="../ink/ink1043.xml"/><Relationship Id="rId175" Type="http://schemas.openxmlformats.org/officeDocument/2006/relationships/image" Target="../media/image552.png"/><Relationship Id="rId196" Type="http://schemas.openxmlformats.org/officeDocument/2006/relationships/customXml" Target="../ink/ink1064.xml"/><Relationship Id="rId200" Type="http://schemas.openxmlformats.org/officeDocument/2006/relationships/customXml" Target="../ink/ink1066.xml"/><Relationship Id="rId16" Type="http://schemas.openxmlformats.org/officeDocument/2006/relationships/customXml" Target="../ink/ink974.xml"/><Relationship Id="rId221" Type="http://schemas.openxmlformats.org/officeDocument/2006/relationships/image" Target="../media/image568.png"/><Relationship Id="rId242" Type="http://schemas.openxmlformats.org/officeDocument/2006/relationships/image" Target="../media/image578.png"/><Relationship Id="rId37" Type="http://schemas.openxmlformats.org/officeDocument/2006/relationships/image" Target="../media/image484.png"/><Relationship Id="rId58" Type="http://schemas.openxmlformats.org/officeDocument/2006/relationships/customXml" Target="../ink/ink995.xml"/><Relationship Id="rId79" Type="http://schemas.openxmlformats.org/officeDocument/2006/relationships/image" Target="../media/image505.png"/><Relationship Id="rId102" Type="http://schemas.openxmlformats.org/officeDocument/2006/relationships/customXml" Target="../ink/ink1017.xml"/><Relationship Id="rId123" Type="http://schemas.openxmlformats.org/officeDocument/2006/relationships/image" Target="../media/image527.png"/><Relationship Id="rId144" Type="http://schemas.openxmlformats.org/officeDocument/2006/relationships/customXml" Target="../ink/ink1038.xml"/><Relationship Id="rId90" Type="http://schemas.openxmlformats.org/officeDocument/2006/relationships/customXml" Target="../ink/ink1011.xml"/><Relationship Id="rId165" Type="http://schemas.openxmlformats.org/officeDocument/2006/relationships/image" Target="../media/image547.png"/><Relationship Id="rId186" Type="http://schemas.openxmlformats.org/officeDocument/2006/relationships/customXml" Target="../ink/ink1059.xml"/><Relationship Id="rId211" Type="http://schemas.openxmlformats.org/officeDocument/2006/relationships/image" Target="../media/image563.png"/><Relationship Id="rId232" Type="http://schemas.openxmlformats.org/officeDocument/2006/relationships/image" Target="../media/image573.png"/><Relationship Id="rId27" Type="http://schemas.openxmlformats.org/officeDocument/2006/relationships/image" Target="../media/image479.png"/><Relationship Id="rId48" Type="http://schemas.openxmlformats.org/officeDocument/2006/relationships/customXml" Target="../ink/ink990.xml"/><Relationship Id="rId69" Type="http://schemas.openxmlformats.org/officeDocument/2006/relationships/image" Target="../media/image500.png"/><Relationship Id="rId113" Type="http://schemas.openxmlformats.org/officeDocument/2006/relationships/image" Target="../media/image522.png"/><Relationship Id="rId134" Type="http://schemas.openxmlformats.org/officeDocument/2006/relationships/customXml" Target="../ink/ink1033.xml"/><Relationship Id="rId80" Type="http://schemas.openxmlformats.org/officeDocument/2006/relationships/customXml" Target="../ink/ink1006.xml"/><Relationship Id="rId155" Type="http://schemas.openxmlformats.org/officeDocument/2006/relationships/image" Target="../media/image542.png"/><Relationship Id="rId176" Type="http://schemas.openxmlformats.org/officeDocument/2006/relationships/customXml" Target="../ink/ink1054.xml"/><Relationship Id="rId197" Type="http://schemas.openxmlformats.org/officeDocument/2006/relationships/image" Target="../media/image1610.png"/><Relationship Id="rId201" Type="http://schemas.openxmlformats.org/officeDocument/2006/relationships/image" Target="../media/image1810.png"/><Relationship Id="rId222" Type="http://schemas.openxmlformats.org/officeDocument/2006/relationships/customXml" Target="../ink/ink1077.xml"/><Relationship Id="rId243" Type="http://schemas.openxmlformats.org/officeDocument/2006/relationships/customXml" Target="../ink/ink1088.xml"/><Relationship Id="rId17" Type="http://schemas.openxmlformats.org/officeDocument/2006/relationships/image" Target="../media/image474.png"/><Relationship Id="rId38" Type="http://schemas.openxmlformats.org/officeDocument/2006/relationships/customXml" Target="../ink/ink985.xml"/><Relationship Id="rId59" Type="http://schemas.openxmlformats.org/officeDocument/2006/relationships/image" Target="../media/image495.png"/><Relationship Id="rId103" Type="http://schemas.openxmlformats.org/officeDocument/2006/relationships/image" Target="../media/image517.png"/><Relationship Id="rId124" Type="http://schemas.openxmlformats.org/officeDocument/2006/relationships/customXml" Target="../ink/ink1028.xml"/><Relationship Id="rId70" Type="http://schemas.openxmlformats.org/officeDocument/2006/relationships/customXml" Target="../ink/ink1001.xml"/><Relationship Id="rId91" Type="http://schemas.openxmlformats.org/officeDocument/2006/relationships/image" Target="../media/image511.png"/><Relationship Id="rId145" Type="http://schemas.openxmlformats.org/officeDocument/2006/relationships/image" Target="../media/image537.png"/><Relationship Id="rId166" Type="http://schemas.openxmlformats.org/officeDocument/2006/relationships/customXml" Target="../ink/ink1049.xml"/><Relationship Id="rId187" Type="http://schemas.openxmlformats.org/officeDocument/2006/relationships/image" Target="../media/image131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72.xml"/><Relationship Id="rId233" Type="http://schemas.openxmlformats.org/officeDocument/2006/relationships/customXml" Target="../ink/ink1083.xml"/><Relationship Id="rId28" Type="http://schemas.openxmlformats.org/officeDocument/2006/relationships/customXml" Target="../ink/ink980.xml"/><Relationship Id="rId49" Type="http://schemas.openxmlformats.org/officeDocument/2006/relationships/image" Target="../media/image490.png"/><Relationship Id="rId114" Type="http://schemas.openxmlformats.org/officeDocument/2006/relationships/customXml" Target="../ink/ink1023.xml"/><Relationship Id="rId60" Type="http://schemas.openxmlformats.org/officeDocument/2006/relationships/customXml" Target="../ink/ink996.xml"/><Relationship Id="rId81" Type="http://schemas.openxmlformats.org/officeDocument/2006/relationships/image" Target="../media/image506.png"/><Relationship Id="rId135" Type="http://schemas.openxmlformats.org/officeDocument/2006/relationships/image" Target="../media/image532.png"/><Relationship Id="rId156" Type="http://schemas.openxmlformats.org/officeDocument/2006/relationships/customXml" Target="../ink/ink1044.xml"/><Relationship Id="rId177" Type="http://schemas.openxmlformats.org/officeDocument/2006/relationships/image" Target="../media/image553.png"/><Relationship Id="rId198" Type="http://schemas.openxmlformats.org/officeDocument/2006/relationships/customXml" Target="../ink/ink1065.xml"/><Relationship Id="rId202" Type="http://schemas.openxmlformats.org/officeDocument/2006/relationships/customXml" Target="../ink/ink1067.xml"/><Relationship Id="rId223" Type="http://schemas.openxmlformats.org/officeDocument/2006/relationships/image" Target="../media/image569.png"/><Relationship Id="rId244" Type="http://schemas.openxmlformats.org/officeDocument/2006/relationships/image" Target="../media/image579.png"/><Relationship Id="rId18" Type="http://schemas.openxmlformats.org/officeDocument/2006/relationships/customXml" Target="../ink/ink975.xml"/><Relationship Id="rId39" Type="http://schemas.openxmlformats.org/officeDocument/2006/relationships/image" Target="../media/image485.png"/><Relationship Id="rId50" Type="http://schemas.openxmlformats.org/officeDocument/2006/relationships/customXml" Target="../ink/ink991.xml"/><Relationship Id="rId104" Type="http://schemas.openxmlformats.org/officeDocument/2006/relationships/customXml" Target="../ink/ink1018.xml"/><Relationship Id="rId125" Type="http://schemas.openxmlformats.org/officeDocument/2006/relationships/image" Target="../media/image528.png"/><Relationship Id="rId146" Type="http://schemas.openxmlformats.org/officeDocument/2006/relationships/customXml" Target="../ink/ink1039.xml"/><Relationship Id="rId167" Type="http://schemas.openxmlformats.org/officeDocument/2006/relationships/image" Target="../media/image548.png"/><Relationship Id="rId188" Type="http://schemas.openxmlformats.org/officeDocument/2006/relationships/customXml" Target="../ink/ink1060.xml"/><Relationship Id="rId71" Type="http://schemas.openxmlformats.org/officeDocument/2006/relationships/image" Target="../media/image501.png"/><Relationship Id="rId92" Type="http://schemas.openxmlformats.org/officeDocument/2006/relationships/customXml" Target="../ink/ink1012.xml"/><Relationship Id="rId213" Type="http://schemas.openxmlformats.org/officeDocument/2006/relationships/image" Target="../media/image564.png"/><Relationship Id="rId234" Type="http://schemas.openxmlformats.org/officeDocument/2006/relationships/image" Target="../media/image574.png"/><Relationship Id="rId2" Type="http://schemas.openxmlformats.org/officeDocument/2006/relationships/customXml" Target="../ink/ink967.xml"/><Relationship Id="rId29" Type="http://schemas.openxmlformats.org/officeDocument/2006/relationships/image" Target="../media/image480.png"/><Relationship Id="rId40" Type="http://schemas.openxmlformats.org/officeDocument/2006/relationships/customXml" Target="../ink/ink986.xml"/><Relationship Id="rId115" Type="http://schemas.openxmlformats.org/officeDocument/2006/relationships/image" Target="../media/image523.png"/><Relationship Id="rId136" Type="http://schemas.openxmlformats.org/officeDocument/2006/relationships/customXml" Target="../ink/ink1034.xml"/><Relationship Id="rId157" Type="http://schemas.openxmlformats.org/officeDocument/2006/relationships/image" Target="../media/image543.png"/><Relationship Id="rId178" Type="http://schemas.openxmlformats.org/officeDocument/2006/relationships/customXml" Target="../ink/ink1055.xml"/><Relationship Id="rId61" Type="http://schemas.openxmlformats.org/officeDocument/2006/relationships/image" Target="../media/image496.png"/><Relationship Id="rId82" Type="http://schemas.openxmlformats.org/officeDocument/2006/relationships/customXml" Target="../ink/ink1007.xml"/><Relationship Id="rId199" Type="http://schemas.openxmlformats.org/officeDocument/2006/relationships/image" Target="../media/image1710.png"/><Relationship Id="rId203" Type="http://schemas.openxmlformats.org/officeDocument/2006/relationships/image" Target="../media/image1910.png"/><Relationship Id="rId19" Type="http://schemas.openxmlformats.org/officeDocument/2006/relationships/image" Target="../media/image475.png"/><Relationship Id="rId224" Type="http://schemas.openxmlformats.org/officeDocument/2006/relationships/customXml" Target="../ink/ink1078.xml"/><Relationship Id="rId245" Type="http://schemas.openxmlformats.org/officeDocument/2006/relationships/customXml" Target="../ink/ink1089.xml"/><Relationship Id="rId30" Type="http://schemas.openxmlformats.org/officeDocument/2006/relationships/customXml" Target="../ink/ink981.xml"/><Relationship Id="rId105" Type="http://schemas.openxmlformats.org/officeDocument/2006/relationships/image" Target="../media/image518.png"/><Relationship Id="rId126" Type="http://schemas.openxmlformats.org/officeDocument/2006/relationships/customXml" Target="../ink/ink1029.xml"/><Relationship Id="rId147" Type="http://schemas.openxmlformats.org/officeDocument/2006/relationships/image" Target="../media/image538.png"/><Relationship Id="rId168" Type="http://schemas.openxmlformats.org/officeDocument/2006/relationships/customXml" Target="../ink/ink1050.xml"/><Relationship Id="rId51" Type="http://schemas.openxmlformats.org/officeDocument/2006/relationships/image" Target="../media/image491.png"/><Relationship Id="rId72" Type="http://schemas.openxmlformats.org/officeDocument/2006/relationships/customXml" Target="../ink/ink1002.xml"/><Relationship Id="rId93" Type="http://schemas.openxmlformats.org/officeDocument/2006/relationships/image" Target="../media/image512.png"/><Relationship Id="rId189" Type="http://schemas.openxmlformats.org/officeDocument/2006/relationships/image" Target="../media/image558.png"/><Relationship Id="rId3" Type="http://schemas.openxmlformats.org/officeDocument/2006/relationships/image" Target="../media/image1110.png"/><Relationship Id="rId214" Type="http://schemas.openxmlformats.org/officeDocument/2006/relationships/customXml" Target="../ink/ink1073.xml"/><Relationship Id="rId235" Type="http://schemas.openxmlformats.org/officeDocument/2006/relationships/customXml" Target="../ink/ink1084.xml"/><Relationship Id="rId116" Type="http://schemas.openxmlformats.org/officeDocument/2006/relationships/customXml" Target="../ink/ink1024.xml"/><Relationship Id="rId137" Type="http://schemas.openxmlformats.org/officeDocument/2006/relationships/image" Target="../media/image533.png"/><Relationship Id="rId158" Type="http://schemas.openxmlformats.org/officeDocument/2006/relationships/customXml" Target="../ink/ink1045.xml"/><Relationship Id="rId20" Type="http://schemas.openxmlformats.org/officeDocument/2006/relationships/customXml" Target="../ink/ink976.xml"/><Relationship Id="rId41" Type="http://schemas.openxmlformats.org/officeDocument/2006/relationships/image" Target="../media/image486.png"/><Relationship Id="rId62" Type="http://schemas.openxmlformats.org/officeDocument/2006/relationships/customXml" Target="../ink/ink997.xml"/><Relationship Id="rId83" Type="http://schemas.openxmlformats.org/officeDocument/2006/relationships/image" Target="../media/image507.png"/><Relationship Id="rId179" Type="http://schemas.openxmlformats.org/officeDocument/2006/relationships/image" Target="../media/image554.png"/><Relationship Id="rId190" Type="http://schemas.openxmlformats.org/officeDocument/2006/relationships/customXml" Target="../ink/ink1061.xml"/><Relationship Id="rId204" Type="http://schemas.openxmlformats.org/officeDocument/2006/relationships/customXml" Target="../ink/ink1068.xml"/><Relationship Id="rId225" Type="http://schemas.openxmlformats.org/officeDocument/2006/relationships/image" Target="../media/image570.png"/><Relationship Id="rId246" Type="http://schemas.openxmlformats.org/officeDocument/2006/relationships/image" Target="../media/image580.png"/><Relationship Id="rId106" Type="http://schemas.openxmlformats.org/officeDocument/2006/relationships/customXml" Target="../ink/ink1019.xml"/><Relationship Id="rId127" Type="http://schemas.openxmlformats.org/officeDocument/2006/relationships/image" Target="../media/image1210.png"/><Relationship Id="rId10" Type="http://schemas.openxmlformats.org/officeDocument/2006/relationships/customXml" Target="../ink/ink971.xml"/><Relationship Id="rId31" Type="http://schemas.openxmlformats.org/officeDocument/2006/relationships/image" Target="../media/image481.png"/><Relationship Id="rId52" Type="http://schemas.openxmlformats.org/officeDocument/2006/relationships/customXml" Target="../ink/ink992.xml"/><Relationship Id="rId73" Type="http://schemas.openxmlformats.org/officeDocument/2006/relationships/image" Target="../media/image502.png"/><Relationship Id="rId94" Type="http://schemas.openxmlformats.org/officeDocument/2006/relationships/customXml" Target="../ink/ink1013.xml"/><Relationship Id="rId148" Type="http://schemas.openxmlformats.org/officeDocument/2006/relationships/customXml" Target="../ink/ink1040.xml"/><Relationship Id="rId169" Type="http://schemas.openxmlformats.org/officeDocument/2006/relationships/image" Target="../media/image549.png"/></Relationships>
</file>

<file path=ppt/slides/_rels/slide3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1" Type="http://schemas.openxmlformats.org/officeDocument/2006/relationships/image" Target="../media/image77.png"/><Relationship Id="rId42" Type="http://schemas.openxmlformats.org/officeDocument/2006/relationships/customXml" Target="../ink/ink1112.xml"/><Relationship Id="rId63" Type="http://schemas.openxmlformats.org/officeDocument/2006/relationships/image" Target="../media/image97.png"/><Relationship Id="rId84" Type="http://schemas.openxmlformats.org/officeDocument/2006/relationships/customXml" Target="../ink/ink1133.xml"/><Relationship Id="rId138" Type="http://schemas.openxmlformats.org/officeDocument/2006/relationships/customXml" Target="../ink/ink1160.xml"/><Relationship Id="rId159" Type="http://schemas.openxmlformats.org/officeDocument/2006/relationships/image" Target="../media/image188.png"/><Relationship Id="rId170" Type="http://schemas.openxmlformats.org/officeDocument/2006/relationships/customXml" Target="../ink/ink1176.xml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26" Type="http://schemas.openxmlformats.org/officeDocument/2006/relationships/customXml" Target="../ink/ink1204.xml"/><Relationship Id="rId247" Type="http://schemas.openxmlformats.org/officeDocument/2006/relationships/customXml" Target="../ink/ink1215.xml"/><Relationship Id="rId107" Type="http://schemas.openxmlformats.org/officeDocument/2006/relationships/image" Target="../media/image163.png"/><Relationship Id="rId11" Type="http://schemas.openxmlformats.org/officeDocument/2006/relationships/image" Target="../media/image72.png"/><Relationship Id="rId32" Type="http://schemas.openxmlformats.org/officeDocument/2006/relationships/customXml" Target="../ink/ink1107.xml"/><Relationship Id="rId53" Type="http://schemas.openxmlformats.org/officeDocument/2006/relationships/image" Target="../media/image93.png"/><Relationship Id="rId74" Type="http://schemas.openxmlformats.org/officeDocument/2006/relationships/customXml" Target="../ink/ink1128.xml"/><Relationship Id="rId128" Type="http://schemas.openxmlformats.org/officeDocument/2006/relationships/customXml" Target="../ink/ink1155.xml"/><Relationship Id="rId149" Type="http://schemas.openxmlformats.org/officeDocument/2006/relationships/image" Target="../media/image183.png"/><Relationship Id="rId5" Type="http://schemas.openxmlformats.org/officeDocument/2006/relationships/image" Target="../media/image70.png"/><Relationship Id="rId95" Type="http://schemas.openxmlformats.org/officeDocument/2006/relationships/image" Target="../media/image157.png"/><Relationship Id="rId160" Type="http://schemas.openxmlformats.org/officeDocument/2006/relationships/customXml" Target="../ink/ink1171.xml"/><Relationship Id="rId181" Type="http://schemas.openxmlformats.org/officeDocument/2006/relationships/image" Target="../media/image199.png"/><Relationship Id="rId216" Type="http://schemas.openxmlformats.org/officeDocument/2006/relationships/customXml" Target="../ink/ink1199.xml"/><Relationship Id="rId237" Type="http://schemas.openxmlformats.org/officeDocument/2006/relationships/customXml" Target="../ink/ink1210.xml"/><Relationship Id="rId22" Type="http://schemas.openxmlformats.org/officeDocument/2006/relationships/customXml" Target="../ink/ink1102.xml"/><Relationship Id="rId43" Type="http://schemas.openxmlformats.org/officeDocument/2006/relationships/image" Target="../media/image88.png"/><Relationship Id="rId64" Type="http://schemas.openxmlformats.org/officeDocument/2006/relationships/customXml" Target="../ink/ink1123.xml"/><Relationship Id="rId118" Type="http://schemas.openxmlformats.org/officeDocument/2006/relationships/customXml" Target="../ink/ink1150.xml"/><Relationship Id="rId139" Type="http://schemas.openxmlformats.org/officeDocument/2006/relationships/image" Target="../media/image178.png"/><Relationship Id="rId85" Type="http://schemas.openxmlformats.org/officeDocument/2006/relationships/image" Target="../media/image107.png"/><Relationship Id="rId150" Type="http://schemas.openxmlformats.org/officeDocument/2006/relationships/customXml" Target="../ink/ink1166.xml"/><Relationship Id="rId171" Type="http://schemas.openxmlformats.org/officeDocument/2006/relationships/image" Target="../media/image194.png"/><Relationship Id="rId192" Type="http://schemas.openxmlformats.org/officeDocument/2006/relationships/customXml" Target="../ink/ink1187.xml"/><Relationship Id="rId206" Type="http://schemas.openxmlformats.org/officeDocument/2006/relationships/customXml" Target="../ink/ink1194.xml"/><Relationship Id="rId227" Type="http://schemas.openxmlformats.org/officeDocument/2006/relationships/customXml" Target="../ink/ink1205.xml"/><Relationship Id="rId248" Type="http://schemas.openxmlformats.org/officeDocument/2006/relationships/image" Target="../media/image265.png"/><Relationship Id="rId12" Type="http://schemas.openxmlformats.org/officeDocument/2006/relationships/customXml" Target="../ink/ink1097.xml"/><Relationship Id="rId33" Type="http://schemas.openxmlformats.org/officeDocument/2006/relationships/image" Target="../media/image83.png"/><Relationship Id="rId108" Type="http://schemas.openxmlformats.org/officeDocument/2006/relationships/customXml" Target="../ink/ink1145.xml"/><Relationship Id="rId129" Type="http://schemas.openxmlformats.org/officeDocument/2006/relationships/image" Target="../media/image129.png"/><Relationship Id="rId54" Type="http://schemas.openxmlformats.org/officeDocument/2006/relationships/customXml" Target="../ink/ink1118.xml"/><Relationship Id="rId75" Type="http://schemas.openxmlformats.org/officeDocument/2006/relationships/image" Target="../media/image102.png"/><Relationship Id="rId96" Type="http://schemas.openxmlformats.org/officeDocument/2006/relationships/customXml" Target="../ink/ink1139.xml"/><Relationship Id="rId140" Type="http://schemas.openxmlformats.org/officeDocument/2006/relationships/customXml" Target="../ink/ink1161.xml"/><Relationship Id="rId161" Type="http://schemas.openxmlformats.org/officeDocument/2006/relationships/image" Target="../media/image189.png"/><Relationship Id="rId182" Type="http://schemas.openxmlformats.org/officeDocument/2006/relationships/customXml" Target="../ink/ink1182.xml"/><Relationship Id="rId217" Type="http://schemas.openxmlformats.org/officeDocument/2006/relationships/image" Target="../media/image250.png"/><Relationship Id="rId6" Type="http://schemas.openxmlformats.org/officeDocument/2006/relationships/customXml" Target="../ink/ink1094.xml"/><Relationship Id="rId238" Type="http://schemas.openxmlformats.org/officeDocument/2006/relationships/image" Target="../media/image260.png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44" Type="http://schemas.openxmlformats.org/officeDocument/2006/relationships/customXml" Target="../ink/ink1113.xml"/><Relationship Id="rId65" Type="http://schemas.openxmlformats.org/officeDocument/2006/relationships/image" Target="../media/image98.png"/><Relationship Id="rId86" Type="http://schemas.openxmlformats.org/officeDocument/2006/relationships/customXml" Target="../ink/ink1134.xml"/><Relationship Id="rId130" Type="http://schemas.openxmlformats.org/officeDocument/2006/relationships/customXml" Target="../ink/ink1156.xml"/><Relationship Id="rId151" Type="http://schemas.openxmlformats.org/officeDocument/2006/relationships/image" Target="../media/image184.png"/><Relationship Id="rId172" Type="http://schemas.openxmlformats.org/officeDocument/2006/relationships/customXml" Target="../ink/ink1177.xml"/><Relationship Id="rId193" Type="http://schemas.openxmlformats.org/officeDocument/2006/relationships/image" Target="../media/image238.png"/><Relationship Id="rId207" Type="http://schemas.openxmlformats.org/officeDocument/2006/relationships/image" Target="../media/image245.png"/><Relationship Id="rId228" Type="http://schemas.openxmlformats.org/officeDocument/2006/relationships/image" Target="../media/image255.png"/><Relationship Id="rId249" Type="http://schemas.openxmlformats.org/officeDocument/2006/relationships/customXml" Target="../ink/ink1216.xml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34" Type="http://schemas.openxmlformats.org/officeDocument/2006/relationships/customXml" Target="../ink/ink1108.xml"/><Relationship Id="rId55" Type="http://schemas.openxmlformats.org/officeDocument/2006/relationships/image" Target="../media/image94.png"/><Relationship Id="rId76" Type="http://schemas.openxmlformats.org/officeDocument/2006/relationships/customXml" Target="../ink/ink1129.xml"/><Relationship Id="rId97" Type="http://schemas.openxmlformats.org/officeDocument/2006/relationships/image" Target="../media/image158.png"/><Relationship Id="rId120" Type="http://schemas.openxmlformats.org/officeDocument/2006/relationships/customXml" Target="../ink/ink1151.xml"/><Relationship Id="rId141" Type="http://schemas.openxmlformats.org/officeDocument/2006/relationships/image" Target="../media/image179.png"/><Relationship Id="rId7" Type="http://schemas.openxmlformats.org/officeDocument/2006/relationships/image" Target="../media/image71.png"/><Relationship Id="rId162" Type="http://schemas.openxmlformats.org/officeDocument/2006/relationships/customXml" Target="../ink/ink1172.xml"/><Relationship Id="rId183" Type="http://schemas.openxmlformats.org/officeDocument/2006/relationships/image" Target="../media/image200.png"/><Relationship Id="rId218" Type="http://schemas.openxmlformats.org/officeDocument/2006/relationships/customXml" Target="../ink/ink1200.xml"/><Relationship Id="rId239" Type="http://schemas.openxmlformats.org/officeDocument/2006/relationships/customXml" Target="../ink/ink1211.xml"/><Relationship Id="rId250" Type="http://schemas.openxmlformats.org/officeDocument/2006/relationships/image" Target="../media/image266.png"/><Relationship Id="rId24" Type="http://schemas.openxmlformats.org/officeDocument/2006/relationships/customXml" Target="../ink/ink1103.xml"/><Relationship Id="rId45" Type="http://schemas.openxmlformats.org/officeDocument/2006/relationships/image" Target="../media/image89.png"/><Relationship Id="rId66" Type="http://schemas.openxmlformats.org/officeDocument/2006/relationships/customXml" Target="../ink/ink1124.xml"/><Relationship Id="rId87" Type="http://schemas.openxmlformats.org/officeDocument/2006/relationships/image" Target="../media/image108.png"/><Relationship Id="rId110" Type="http://schemas.openxmlformats.org/officeDocument/2006/relationships/customXml" Target="../ink/ink1146.xml"/><Relationship Id="rId131" Type="http://schemas.openxmlformats.org/officeDocument/2006/relationships/image" Target="../media/image174.png"/><Relationship Id="rId152" Type="http://schemas.openxmlformats.org/officeDocument/2006/relationships/customXml" Target="../ink/ink1167.xml"/><Relationship Id="rId173" Type="http://schemas.openxmlformats.org/officeDocument/2006/relationships/image" Target="../media/image195.png"/><Relationship Id="rId194" Type="http://schemas.openxmlformats.org/officeDocument/2006/relationships/customXml" Target="../ink/ink1188.xml"/><Relationship Id="rId208" Type="http://schemas.openxmlformats.org/officeDocument/2006/relationships/customXml" Target="../ink/ink1195.xml"/><Relationship Id="rId229" Type="http://schemas.openxmlformats.org/officeDocument/2006/relationships/customXml" Target="../ink/ink1206.xml"/><Relationship Id="rId240" Type="http://schemas.openxmlformats.org/officeDocument/2006/relationships/image" Target="../media/image261.png"/><Relationship Id="rId14" Type="http://schemas.openxmlformats.org/officeDocument/2006/relationships/customXml" Target="../ink/ink1098.xml"/><Relationship Id="rId35" Type="http://schemas.openxmlformats.org/officeDocument/2006/relationships/image" Target="../media/image84.png"/><Relationship Id="rId56" Type="http://schemas.openxmlformats.org/officeDocument/2006/relationships/customXml" Target="../ink/ink1119.xml"/><Relationship Id="rId77" Type="http://schemas.openxmlformats.org/officeDocument/2006/relationships/image" Target="../media/image103.png"/><Relationship Id="rId100" Type="http://schemas.openxmlformats.org/officeDocument/2006/relationships/customXml" Target="../ink/ink1141.xml"/><Relationship Id="rId8" Type="http://schemas.openxmlformats.org/officeDocument/2006/relationships/customXml" Target="../ink/ink1095.xml"/><Relationship Id="rId98" Type="http://schemas.openxmlformats.org/officeDocument/2006/relationships/customXml" Target="../ink/ink1140.xml"/><Relationship Id="rId121" Type="http://schemas.openxmlformats.org/officeDocument/2006/relationships/image" Target="../media/image170.png"/><Relationship Id="rId142" Type="http://schemas.openxmlformats.org/officeDocument/2006/relationships/customXml" Target="../ink/ink1162.xml"/><Relationship Id="rId163" Type="http://schemas.openxmlformats.org/officeDocument/2006/relationships/image" Target="../media/image190.png"/><Relationship Id="rId184" Type="http://schemas.openxmlformats.org/officeDocument/2006/relationships/customXml" Target="../ink/ink1183.xml"/><Relationship Id="rId219" Type="http://schemas.openxmlformats.org/officeDocument/2006/relationships/image" Target="../media/image251.png"/><Relationship Id="rId230" Type="http://schemas.openxmlformats.org/officeDocument/2006/relationships/image" Target="../media/image256.png"/><Relationship Id="rId251" Type="http://schemas.openxmlformats.org/officeDocument/2006/relationships/image" Target="../media/image584.png"/><Relationship Id="rId25" Type="http://schemas.openxmlformats.org/officeDocument/2006/relationships/image" Target="../media/image79.png"/><Relationship Id="rId46" Type="http://schemas.openxmlformats.org/officeDocument/2006/relationships/customXml" Target="../ink/ink1114.xml"/><Relationship Id="rId67" Type="http://schemas.openxmlformats.org/officeDocument/2006/relationships/image" Target="../media/image99.png"/><Relationship Id="rId88" Type="http://schemas.openxmlformats.org/officeDocument/2006/relationships/customXml" Target="../ink/ink1135.xml"/><Relationship Id="rId111" Type="http://schemas.openxmlformats.org/officeDocument/2006/relationships/image" Target="../media/image165.png"/><Relationship Id="rId132" Type="http://schemas.openxmlformats.org/officeDocument/2006/relationships/customXml" Target="../ink/ink1157.xml"/><Relationship Id="rId153" Type="http://schemas.openxmlformats.org/officeDocument/2006/relationships/image" Target="../media/image185.png"/><Relationship Id="rId174" Type="http://schemas.openxmlformats.org/officeDocument/2006/relationships/customXml" Target="../ink/ink1178.xml"/><Relationship Id="rId195" Type="http://schemas.openxmlformats.org/officeDocument/2006/relationships/image" Target="../media/image239.png"/><Relationship Id="rId209" Type="http://schemas.openxmlformats.org/officeDocument/2006/relationships/image" Target="../media/image246.png"/><Relationship Id="rId220" Type="http://schemas.openxmlformats.org/officeDocument/2006/relationships/customXml" Target="../ink/ink1201.xml"/><Relationship Id="rId241" Type="http://schemas.openxmlformats.org/officeDocument/2006/relationships/customXml" Target="../ink/ink1212.xml"/><Relationship Id="rId15" Type="http://schemas.openxmlformats.org/officeDocument/2006/relationships/image" Target="../media/image74.png"/><Relationship Id="rId36" Type="http://schemas.openxmlformats.org/officeDocument/2006/relationships/customXml" Target="../ink/ink1109.xml"/><Relationship Id="rId57" Type="http://schemas.openxmlformats.org/officeDocument/2006/relationships/image" Target="../media/image95.png"/><Relationship Id="rId78" Type="http://schemas.openxmlformats.org/officeDocument/2006/relationships/customXml" Target="../ink/ink1130.xml"/><Relationship Id="rId99" Type="http://schemas.openxmlformats.org/officeDocument/2006/relationships/image" Target="../media/image159.png"/><Relationship Id="rId101" Type="http://schemas.openxmlformats.org/officeDocument/2006/relationships/image" Target="../media/image160.png"/><Relationship Id="rId122" Type="http://schemas.openxmlformats.org/officeDocument/2006/relationships/customXml" Target="../ink/ink1152.xml"/><Relationship Id="rId143" Type="http://schemas.openxmlformats.org/officeDocument/2006/relationships/image" Target="../media/image180.png"/><Relationship Id="rId164" Type="http://schemas.openxmlformats.org/officeDocument/2006/relationships/customXml" Target="../ink/ink1173.xml"/><Relationship Id="rId185" Type="http://schemas.openxmlformats.org/officeDocument/2006/relationships/image" Target="../media/image234.png"/><Relationship Id="rId4" Type="http://schemas.openxmlformats.org/officeDocument/2006/relationships/customXml" Target="../ink/ink1093.xml"/><Relationship Id="rId9" Type="http://schemas.openxmlformats.org/officeDocument/2006/relationships/image" Target="../media/image28.png"/><Relationship Id="rId180" Type="http://schemas.openxmlformats.org/officeDocument/2006/relationships/customXml" Target="../ink/ink1181.xml"/><Relationship Id="rId210" Type="http://schemas.openxmlformats.org/officeDocument/2006/relationships/customXml" Target="../ink/ink1196.xml"/><Relationship Id="rId215" Type="http://schemas.openxmlformats.org/officeDocument/2006/relationships/image" Target="../media/image249.png"/><Relationship Id="rId236" Type="http://schemas.openxmlformats.org/officeDocument/2006/relationships/image" Target="../media/image259.png"/><Relationship Id="rId26" Type="http://schemas.openxmlformats.org/officeDocument/2006/relationships/customXml" Target="../ink/ink1104.xml"/><Relationship Id="rId231" Type="http://schemas.openxmlformats.org/officeDocument/2006/relationships/customXml" Target="../ink/ink1207.xml"/><Relationship Id="rId47" Type="http://schemas.openxmlformats.org/officeDocument/2006/relationships/image" Target="../media/image90.png"/><Relationship Id="rId68" Type="http://schemas.openxmlformats.org/officeDocument/2006/relationships/customXml" Target="../ink/ink1125.xml"/><Relationship Id="rId89" Type="http://schemas.openxmlformats.org/officeDocument/2006/relationships/image" Target="../media/image109.png"/><Relationship Id="rId112" Type="http://schemas.openxmlformats.org/officeDocument/2006/relationships/customXml" Target="../ink/ink1147.xml"/><Relationship Id="rId133" Type="http://schemas.openxmlformats.org/officeDocument/2006/relationships/image" Target="../media/image175.png"/><Relationship Id="rId154" Type="http://schemas.openxmlformats.org/officeDocument/2006/relationships/customXml" Target="../ink/ink1168.xml"/><Relationship Id="rId175" Type="http://schemas.openxmlformats.org/officeDocument/2006/relationships/image" Target="../media/image196.png"/><Relationship Id="rId196" Type="http://schemas.openxmlformats.org/officeDocument/2006/relationships/customXml" Target="../ink/ink1189.xml"/><Relationship Id="rId200" Type="http://schemas.openxmlformats.org/officeDocument/2006/relationships/customXml" Target="../ink/ink1191.xml"/><Relationship Id="rId16" Type="http://schemas.openxmlformats.org/officeDocument/2006/relationships/customXml" Target="../ink/ink1099.xml"/><Relationship Id="rId221" Type="http://schemas.openxmlformats.org/officeDocument/2006/relationships/image" Target="../media/image252.png"/><Relationship Id="rId242" Type="http://schemas.openxmlformats.org/officeDocument/2006/relationships/image" Target="../media/image262.png"/><Relationship Id="rId37" Type="http://schemas.openxmlformats.org/officeDocument/2006/relationships/image" Target="../media/image85.png"/><Relationship Id="rId58" Type="http://schemas.openxmlformats.org/officeDocument/2006/relationships/customXml" Target="../ink/ink1120.xml"/><Relationship Id="rId79" Type="http://schemas.openxmlformats.org/officeDocument/2006/relationships/image" Target="../media/image104.png"/><Relationship Id="rId102" Type="http://schemas.openxmlformats.org/officeDocument/2006/relationships/customXml" Target="../ink/ink1142.xml"/><Relationship Id="rId123" Type="http://schemas.openxmlformats.org/officeDocument/2006/relationships/image" Target="../media/image171.png"/><Relationship Id="rId144" Type="http://schemas.openxmlformats.org/officeDocument/2006/relationships/customXml" Target="../ink/ink1163.xml"/><Relationship Id="rId90" Type="http://schemas.openxmlformats.org/officeDocument/2006/relationships/customXml" Target="../ink/ink1136.xml"/><Relationship Id="rId165" Type="http://schemas.openxmlformats.org/officeDocument/2006/relationships/image" Target="../media/image191.png"/><Relationship Id="rId186" Type="http://schemas.openxmlformats.org/officeDocument/2006/relationships/customXml" Target="../ink/ink1184.xml"/><Relationship Id="rId211" Type="http://schemas.openxmlformats.org/officeDocument/2006/relationships/image" Target="../media/image247.png"/><Relationship Id="rId232" Type="http://schemas.openxmlformats.org/officeDocument/2006/relationships/image" Target="../media/image257.png"/><Relationship Id="rId27" Type="http://schemas.openxmlformats.org/officeDocument/2006/relationships/image" Target="../media/image80.png"/><Relationship Id="rId48" Type="http://schemas.openxmlformats.org/officeDocument/2006/relationships/customXml" Target="../ink/ink1115.xml"/><Relationship Id="rId69" Type="http://schemas.openxmlformats.org/officeDocument/2006/relationships/image" Target="../media/image100.png"/><Relationship Id="rId113" Type="http://schemas.openxmlformats.org/officeDocument/2006/relationships/image" Target="../media/image166.png"/><Relationship Id="rId134" Type="http://schemas.openxmlformats.org/officeDocument/2006/relationships/customXml" Target="../ink/ink1158.xml"/><Relationship Id="rId80" Type="http://schemas.openxmlformats.org/officeDocument/2006/relationships/customXml" Target="../ink/ink1131.xml"/><Relationship Id="rId155" Type="http://schemas.openxmlformats.org/officeDocument/2006/relationships/image" Target="../media/image186.png"/><Relationship Id="rId176" Type="http://schemas.openxmlformats.org/officeDocument/2006/relationships/customXml" Target="../ink/ink1179.xml"/><Relationship Id="rId197" Type="http://schemas.openxmlformats.org/officeDocument/2006/relationships/image" Target="../media/image240.png"/><Relationship Id="rId201" Type="http://schemas.openxmlformats.org/officeDocument/2006/relationships/image" Target="../media/image242.png"/><Relationship Id="rId222" Type="http://schemas.openxmlformats.org/officeDocument/2006/relationships/customXml" Target="../ink/ink1202.xml"/><Relationship Id="rId243" Type="http://schemas.openxmlformats.org/officeDocument/2006/relationships/customXml" Target="../ink/ink1213.xml"/><Relationship Id="rId17" Type="http://schemas.openxmlformats.org/officeDocument/2006/relationships/image" Target="../media/image75.png"/><Relationship Id="rId38" Type="http://schemas.openxmlformats.org/officeDocument/2006/relationships/customXml" Target="../ink/ink1110.xml"/><Relationship Id="rId59" Type="http://schemas.openxmlformats.org/officeDocument/2006/relationships/image" Target="../media/image53.png"/><Relationship Id="rId103" Type="http://schemas.openxmlformats.org/officeDocument/2006/relationships/image" Target="../media/image161.png"/><Relationship Id="rId124" Type="http://schemas.openxmlformats.org/officeDocument/2006/relationships/customXml" Target="../ink/ink1153.xml"/><Relationship Id="rId70" Type="http://schemas.openxmlformats.org/officeDocument/2006/relationships/customXml" Target="../ink/ink1126.xml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66" Type="http://schemas.openxmlformats.org/officeDocument/2006/relationships/customXml" Target="../ink/ink1174.xml"/><Relationship Id="rId187" Type="http://schemas.openxmlformats.org/officeDocument/2006/relationships/image" Target="../media/image23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197.xml"/><Relationship Id="rId233" Type="http://schemas.openxmlformats.org/officeDocument/2006/relationships/customXml" Target="../ink/ink1208.xml"/><Relationship Id="rId28" Type="http://schemas.openxmlformats.org/officeDocument/2006/relationships/customXml" Target="../ink/ink1105.xml"/><Relationship Id="rId49" Type="http://schemas.openxmlformats.org/officeDocument/2006/relationships/image" Target="../media/image91.png"/><Relationship Id="rId114" Type="http://schemas.openxmlformats.org/officeDocument/2006/relationships/customXml" Target="../ink/ink1148.xml"/><Relationship Id="rId60" Type="http://schemas.openxmlformats.org/officeDocument/2006/relationships/customXml" Target="../ink/ink1121.xml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56" Type="http://schemas.openxmlformats.org/officeDocument/2006/relationships/customXml" Target="../ink/ink1169.xml"/><Relationship Id="rId177" Type="http://schemas.openxmlformats.org/officeDocument/2006/relationships/image" Target="../media/image197.png"/><Relationship Id="rId198" Type="http://schemas.openxmlformats.org/officeDocument/2006/relationships/customXml" Target="../ink/ink1190.xml"/><Relationship Id="rId202" Type="http://schemas.openxmlformats.org/officeDocument/2006/relationships/customXml" Target="../ink/ink1192.xml"/><Relationship Id="rId223" Type="http://schemas.openxmlformats.org/officeDocument/2006/relationships/image" Target="../media/image253.png"/><Relationship Id="rId244" Type="http://schemas.openxmlformats.org/officeDocument/2006/relationships/image" Target="../media/image263.png"/><Relationship Id="rId18" Type="http://schemas.openxmlformats.org/officeDocument/2006/relationships/customXml" Target="../ink/ink1100.xml"/><Relationship Id="rId39" Type="http://schemas.openxmlformats.org/officeDocument/2006/relationships/image" Target="../media/image86.png"/><Relationship Id="rId50" Type="http://schemas.openxmlformats.org/officeDocument/2006/relationships/customXml" Target="../ink/ink1116.xml"/><Relationship Id="rId104" Type="http://schemas.openxmlformats.org/officeDocument/2006/relationships/customXml" Target="../ink/ink1143.xml"/><Relationship Id="rId125" Type="http://schemas.openxmlformats.org/officeDocument/2006/relationships/image" Target="../media/image172.png"/><Relationship Id="rId146" Type="http://schemas.openxmlformats.org/officeDocument/2006/relationships/customXml" Target="../ink/ink1164.xml"/><Relationship Id="rId167" Type="http://schemas.openxmlformats.org/officeDocument/2006/relationships/image" Target="../media/image192.png"/><Relationship Id="rId188" Type="http://schemas.openxmlformats.org/officeDocument/2006/relationships/customXml" Target="../ink/ink1185.xml"/><Relationship Id="rId71" Type="http://schemas.openxmlformats.org/officeDocument/2006/relationships/image" Target="../media/image59.png"/><Relationship Id="rId92" Type="http://schemas.openxmlformats.org/officeDocument/2006/relationships/customXml" Target="../ink/ink1137.xml"/><Relationship Id="rId213" Type="http://schemas.openxmlformats.org/officeDocument/2006/relationships/image" Target="../media/image248.png"/><Relationship Id="rId234" Type="http://schemas.openxmlformats.org/officeDocument/2006/relationships/image" Target="../media/image258.png"/><Relationship Id="rId2" Type="http://schemas.openxmlformats.org/officeDocument/2006/relationships/customXml" Target="../ink/ink1092.xml"/><Relationship Id="rId29" Type="http://schemas.openxmlformats.org/officeDocument/2006/relationships/image" Target="../media/image81.png"/><Relationship Id="rId40" Type="http://schemas.openxmlformats.org/officeDocument/2006/relationships/customXml" Target="../ink/ink1111.xml"/><Relationship Id="rId115" Type="http://schemas.openxmlformats.org/officeDocument/2006/relationships/image" Target="../media/image167.png"/><Relationship Id="rId136" Type="http://schemas.openxmlformats.org/officeDocument/2006/relationships/customXml" Target="../ink/ink1159.xml"/><Relationship Id="rId157" Type="http://schemas.openxmlformats.org/officeDocument/2006/relationships/image" Target="../media/image187.png"/><Relationship Id="rId178" Type="http://schemas.openxmlformats.org/officeDocument/2006/relationships/customXml" Target="../ink/ink1180.xml"/><Relationship Id="rId61" Type="http://schemas.openxmlformats.org/officeDocument/2006/relationships/image" Target="../media/image96.png"/><Relationship Id="rId82" Type="http://schemas.openxmlformats.org/officeDocument/2006/relationships/customXml" Target="../ink/ink1132.xml"/><Relationship Id="rId199" Type="http://schemas.openxmlformats.org/officeDocument/2006/relationships/image" Target="../media/image241.png"/><Relationship Id="rId203" Type="http://schemas.openxmlformats.org/officeDocument/2006/relationships/image" Target="../media/image243.png"/><Relationship Id="rId19" Type="http://schemas.openxmlformats.org/officeDocument/2006/relationships/image" Target="../media/image76.png"/><Relationship Id="rId224" Type="http://schemas.openxmlformats.org/officeDocument/2006/relationships/customXml" Target="../ink/ink1203.xml"/><Relationship Id="rId245" Type="http://schemas.openxmlformats.org/officeDocument/2006/relationships/customXml" Target="../ink/ink1214.xml"/><Relationship Id="rId30" Type="http://schemas.openxmlformats.org/officeDocument/2006/relationships/customXml" Target="../ink/ink1106.xml"/><Relationship Id="rId105" Type="http://schemas.openxmlformats.org/officeDocument/2006/relationships/image" Target="../media/image162.png"/><Relationship Id="rId126" Type="http://schemas.openxmlformats.org/officeDocument/2006/relationships/customXml" Target="../ink/ink1154.xml"/><Relationship Id="rId147" Type="http://schemas.openxmlformats.org/officeDocument/2006/relationships/image" Target="../media/image182.png"/><Relationship Id="rId168" Type="http://schemas.openxmlformats.org/officeDocument/2006/relationships/customXml" Target="../ink/ink1175.xml"/><Relationship Id="rId51" Type="http://schemas.openxmlformats.org/officeDocument/2006/relationships/image" Target="../media/image92.png"/><Relationship Id="rId72" Type="http://schemas.openxmlformats.org/officeDocument/2006/relationships/customXml" Target="../ink/ink1127.xml"/><Relationship Id="rId93" Type="http://schemas.openxmlformats.org/officeDocument/2006/relationships/image" Target="../media/image156.png"/><Relationship Id="rId189" Type="http://schemas.openxmlformats.org/officeDocument/2006/relationships/image" Target="../media/image236.png"/><Relationship Id="rId3" Type="http://schemas.openxmlformats.org/officeDocument/2006/relationships/image" Target="../media/image2510.png"/><Relationship Id="rId214" Type="http://schemas.openxmlformats.org/officeDocument/2006/relationships/customXml" Target="../ink/ink1198.xml"/><Relationship Id="rId235" Type="http://schemas.openxmlformats.org/officeDocument/2006/relationships/customXml" Target="../ink/ink1209.xml"/><Relationship Id="rId116" Type="http://schemas.openxmlformats.org/officeDocument/2006/relationships/customXml" Target="../ink/ink1149.xml"/><Relationship Id="rId137" Type="http://schemas.openxmlformats.org/officeDocument/2006/relationships/image" Target="../media/image177.png"/><Relationship Id="rId158" Type="http://schemas.openxmlformats.org/officeDocument/2006/relationships/customXml" Target="../ink/ink1170.xml"/><Relationship Id="rId20" Type="http://schemas.openxmlformats.org/officeDocument/2006/relationships/customXml" Target="../ink/ink1101.xml"/><Relationship Id="rId41" Type="http://schemas.openxmlformats.org/officeDocument/2006/relationships/image" Target="../media/image87.png"/><Relationship Id="rId62" Type="http://schemas.openxmlformats.org/officeDocument/2006/relationships/customXml" Target="../ink/ink1122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190" Type="http://schemas.openxmlformats.org/officeDocument/2006/relationships/customXml" Target="../ink/ink1186.xml"/><Relationship Id="rId204" Type="http://schemas.openxmlformats.org/officeDocument/2006/relationships/customXml" Target="../ink/ink1193.xml"/><Relationship Id="rId225" Type="http://schemas.openxmlformats.org/officeDocument/2006/relationships/image" Target="../media/image254.png"/><Relationship Id="rId246" Type="http://schemas.openxmlformats.org/officeDocument/2006/relationships/image" Target="../media/image264.png"/><Relationship Id="rId106" Type="http://schemas.openxmlformats.org/officeDocument/2006/relationships/customXml" Target="../ink/ink1144.xml"/><Relationship Id="rId127" Type="http://schemas.openxmlformats.org/officeDocument/2006/relationships/image" Target="../media/image173.png"/><Relationship Id="rId10" Type="http://schemas.openxmlformats.org/officeDocument/2006/relationships/customXml" Target="../ink/ink1096.xml"/><Relationship Id="rId31" Type="http://schemas.openxmlformats.org/officeDocument/2006/relationships/image" Target="../media/image82.png"/><Relationship Id="rId52" Type="http://schemas.openxmlformats.org/officeDocument/2006/relationships/customXml" Target="../ink/ink1117.xml"/><Relationship Id="rId73" Type="http://schemas.openxmlformats.org/officeDocument/2006/relationships/image" Target="../media/image101.png"/><Relationship Id="rId94" Type="http://schemas.openxmlformats.org/officeDocument/2006/relationships/customXml" Target="../ink/ink1138.xml"/><Relationship Id="rId148" Type="http://schemas.openxmlformats.org/officeDocument/2006/relationships/customXml" Target="../ink/ink1165.xml"/><Relationship Id="rId169" Type="http://schemas.openxmlformats.org/officeDocument/2006/relationships/image" Target="../media/image19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2" Type="http://schemas.openxmlformats.org/officeDocument/2006/relationships/image" Target="../media/image58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3.png"/><Relationship Id="rId2" Type="http://schemas.openxmlformats.org/officeDocument/2006/relationships/image" Target="../media/image59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6</a:t>
            </a:r>
          </a:p>
          <a:p>
            <a:r>
              <a:rPr lang="en-US" sz="2800" dirty="0">
                <a:latin typeface="PT Sans" panose="020B0503020203020204" pitchFamily="34" charset="0"/>
              </a:rPr>
              <a:t>Circuit Analysis 2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FD730-4BE6-DC1F-2977-CB0EEA41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divider</a:t>
            </a:r>
          </a:p>
        </p:txBody>
      </p:sp>
      <p:pic>
        <p:nvPicPr>
          <p:cNvPr id="6" name="Content Placeholder 5" descr="A diagram of electrical circuits&#10;&#10;Description automatically generated">
            <a:extLst>
              <a:ext uri="{FF2B5EF4-FFF2-40B4-BE49-F238E27FC236}">
                <a16:creationId xmlns:a16="http://schemas.microsoft.com/office/drawing/2014/main" id="{689817DD-B2E3-5450-8E46-71DAC11139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467"/>
          <a:stretch/>
        </p:blipFill>
        <p:spPr>
          <a:xfrm>
            <a:off x="690328" y="1027201"/>
            <a:ext cx="3797086" cy="48035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05FB1-9B4C-FA18-1372-8FCBD3501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circuits&#10;&#10;Description automatically generated">
            <a:extLst>
              <a:ext uri="{FF2B5EF4-FFF2-40B4-BE49-F238E27FC236}">
                <a16:creationId xmlns:a16="http://schemas.microsoft.com/office/drawing/2014/main" id="{9C1E1633-F8F8-67C5-FFC8-60D6510F56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732"/>
          <a:stretch/>
        </p:blipFill>
        <p:spPr>
          <a:xfrm>
            <a:off x="6201136" y="95491"/>
            <a:ext cx="4139128" cy="3541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25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A3599-3D43-82D2-FC24-D5C13871D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divider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5DF4F50E-6D8F-174E-CBA4-3752A35440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7992" y="1008301"/>
            <a:ext cx="2712555" cy="522845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2CB8D-5C56-66F0-D4E1-B2480C8497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6427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841FD-691A-A308-C3B4-259E396F1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voltage, current, resistance</a:t>
            </a:r>
          </a:p>
        </p:txBody>
      </p:sp>
      <p:pic>
        <p:nvPicPr>
          <p:cNvPr id="6" name="Content Placeholder 5" descr="A diagram of a voltage&#10;&#10;Description automatically generated">
            <a:extLst>
              <a:ext uri="{FF2B5EF4-FFF2-40B4-BE49-F238E27FC236}">
                <a16:creationId xmlns:a16="http://schemas.microsoft.com/office/drawing/2014/main" id="{6D605F31-3BE0-93CC-3B45-D1516DF10D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6366" y="1228715"/>
            <a:ext cx="8062659" cy="238526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A1231-9E7D-91AA-BA3A-C222D8039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an ammeter&#10;&#10;Description automatically generated">
            <a:extLst>
              <a:ext uri="{FF2B5EF4-FFF2-40B4-BE49-F238E27FC236}">
                <a16:creationId xmlns:a16="http://schemas.microsoft.com/office/drawing/2014/main" id="{26880BB5-E997-47B3-EA6A-36AE3107B3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687" y="3980939"/>
            <a:ext cx="7902625" cy="228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760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81756-92D3-3890-01DC-27906AE19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nodes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BF3A4557-383A-8DED-D073-ECCB778057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5116" y="1534401"/>
            <a:ext cx="5791702" cy="313971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201E55-6199-7247-2F79-340F6C8A1B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562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49207-7691-7E88-CEBF-AF452313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the node connected to the source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774790A2-15E9-395E-E358-46FEA6CEC4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362" y="1447937"/>
            <a:ext cx="6135137" cy="372015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B2E3A-2B27-7623-B6BF-F08A1D5D1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300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49207-7691-7E88-CEBF-AF452313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other nodes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B2E3A-2B27-7623-B6BF-F08A1D5D1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E7C7EAF4-B3DF-2BCD-C421-0A54881B3B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3369" y="1526019"/>
            <a:ext cx="5328402" cy="362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722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49207-7691-7E88-CEBF-AF452313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elements sharing the same nodes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B2E3A-2B27-7623-B6BF-F08A1D5D1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12" name="Picture 11" descr="A diagram of a circuit&#10;&#10;Description automatically generated">
            <a:extLst>
              <a:ext uri="{FF2B5EF4-FFF2-40B4-BE49-F238E27FC236}">
                <a16:creationId xmlns:a16="http://schemas.microsoft.com/office/drawing/2014/main" id="{87FD50CC-79F7-B354-7F20-68CA8A43E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1965" y="1432927"/>
            <a:ext cx="5814564" cy="3772227"/>
          </a:xfrm>
          <a:prstGeom prst="rect">
            <a:avLst/>
          </a:prstGeom>
        </p:spPr>
      </p:pic>
      <p:pic>
        <p:nvPicPr>
          <p:cNvPr id="11" name="Picture 10" descr="A diagram of a circuit&#10;&#10;Description automatically generated">
            <a:extLst>
              <a:ext uri="{FF2B5EF4-FFF2-40B4-BE49-F238E27FC236}">
                <a16:creationId xmlns:a16="http://schemas.microsoft.com/office/drawing/2014/main" id="{F93EC26A-0335-6F99-04F5-217ACAFA8F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201" y="1751725"/>
            <a:ext cx="5328402" cy="362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256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AFDF1-7A8B-F227-B5A9-9C1A80F25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16CC6-1C7A-99E1-E713-4F0B87D481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16795F52-8A7A-344C-0F37-0905487EF7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81" y="1667586"/>
            <a:ext cx="10086785" cy="391719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5D469B6-8407-42CF-08EE-4EE61A643567}"/>
              </a:ext>
            </a:extLst>
          </p:cNvPr>
          <p:cNvSpPr/>
          <p:nvPr/>
        </p:nvSpPr>
        <p:spPr>
          <a:xfrm>
            <a:off x="1232704" y="3680749"/>
            <a:ext cx="6481823" cy="1509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5834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746AA-8C79-F6DC-A9A7-A2A76FB3F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problems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38E6884-2949-ABC7-11FC-DB5AC57F0D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509" y="1944621"/>
            <a:ext cx="8630259" cy="276048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6B902-1D0D-C650-E932-4DD9452E1B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2789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3A373CDE-D6E5-7684-C39C-5E4A32FD51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158" y="1847896"/>
            <a:ext cx="3177815" cy="22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1D2AB-EAC4-5FAE-E7AE-8DBFEF414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64802E38-2E12-CFBD-20FF-212270B6C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3" y="1547898"/>
            <a:ext cx="3825572" cy="199661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2D2D2-3E67-A7CF-0D2F-2FB485E978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5C329694-A513-B382-C7B0-BB3C07B35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04419"/>
            <a:ext cx="4214225" cy="2027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610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0B15E-B14A-840F-11F5-ED436544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Fuse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128D62D5-F191-CFBB-5042-E4E2033621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8396" y="1190074"/>
            <a:ext cx="8855207" cy="236240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F4647C-4EF8-49CF-1A50-86F96DA715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9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4120F3A-7421-C5FD-B759-B2F9FF963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1224" y="4158352"/>
            <a:ext cx="8992379" cy="18442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5766647-F3D6-8F43-F034-9ADBEAB355C9}"/>
                  </a:ext>
                </a:extLst>
              </p14:cNvPr>
              <p14:cNvContentPartPr/>
              <p14:nvPr/>
            </p14:nvContentPartPr>
            <p14:xfrm>
              <a:off x="7918132" y="2487190"/>
              <a:ext cx="407880" cy="446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5766647-F3D6-8F43-F034-9ADBEAB355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900132" y="2469550"/>
                <a:ext cx="443520" cy="482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61422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00792-1DEB-9B03-BA7E-E727E368C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E6D97-1E1F-3F7B-5B31-9CB37D311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05D18A8F-5767-A73E-703E-820472B433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5289" y="1149147"/>
            <a:ext cx="6867244" cy="4763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767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D21BE-A580-DDF6-C125-CA1B0DDC3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nodes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DCE1E861-E8D1-AAD0-A596-5EECA09E36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694" y="1341132"/>
            <a:ext cx="8187899" cy="455873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B085F-ABCA-EB96-6801-E76F3938D6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4085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F9B78-157B-D2AD-76B5-A783A5DE2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currents</a:t>
            </a:r>
          </a:p>
        </p:txBody>
      </p:sp>
      <p:pic>
        <p:nvPicPr>
          <p:cNvPr id="6" name="Content Placeholder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4C89C210-92DC-0576-E10A-46AE813185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458" y="292101"/>
            <a:ext cx="5121084" cy="126503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54AA2-D7F0-9902-3CCC-BA4DA727D1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DCAE2787-19CD-F34C-AFC5-B896F259F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458" y="1788195"/>
            <a:ext cx="4991533" cy="426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1390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D9532-7935-00A3-3F2B-2A7646005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drop directions</a:t>
            </a:r>
          </a:p>
        </p:txBody>
      </p:sp>
      <p:pic>
        <p:nvPicPr>
          <p:cNvPr id="6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711D683F-35CE-54EF-14F3-79835AF92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607" y="946205"/>
            <a:ext cx="5318332" cy="52784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252C5-E96C-95C7-1093-E65BC96C2A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0566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5D91C-782A-DD0F-9D67-4906A0BA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text on a white background&#10;&#10;Description automatically generated">
            <a:extLst>
              <a:ext uri="{FF2B5EF4-FFF2-40B4-BE49-F238E27FC236}">
                <a16:creationId xmlns:a16="http://schemas.microsoft.com/office/drawing/2014/main" id="{062345C9-BBB4-2068-8A53-217BC9417B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332" y="1113183"/>
            <a:ext cx="5700963" cy="512739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E940A-2F9E-4A78-5598-2B891D64AE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C11A9576-5BDC-F778-F3FC-F9F60B878B9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87" t="20939" r="21758" b="37185"/>
          <a:stretch/>
        </p:blipFill>
        <p:spPr>
          <a:xfrm>
            <a:off x="143122" y="3277926"/>
            <a:ext cx="3140765" cy="221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392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0CE8-8591-FD2D-F755-8CA9604CB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paper with black text&#10;&#10;Description automatically generated">
            <a:extLst>
              <a:ext uri="{FF2B5EF4-FFF2-40B4-BE49-F238E27FC236}">
                <a16:creationId xmlns:a16="http://schemas.microsoft.com/office/drawing/2014/main" id="{F86F6DC3-AC14-1869-FF86-DD653F8C7F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9720" y="1789044"/>
            <a:ext cx="7544603" cy="347494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26C24-EB2F-7995-710F-D456F46ED6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9E0D3B82-77A9-DB1F-00C3-A6B9B028D36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188181" y="4017397"/>
            <a:ext cx="5318332" cy="221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1622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1ECBA-A6B7-C367-7488-B243E956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text with black lines and symbols&#10;&#10;Description automatically generated with medium confidence">
            <a:extLst>
              <a:ext uri="{FF2B5EF4-FFF2-40B4-BE49-F238E27FC236}">
                <a16:creationId xmlns:a16="http://schemas.microsoft.com/office/drawing/2014/main" id="{66206BD6-DC52-649A-99E5-C248B12A33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9167" y="1304013"/>
            <a:ext cx="4916833" cy="475368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5F424-20C3-E922-49B0-871A1A921F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BF361F69-547D-AFA3-54BA-A68AB73EA79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6096000" y="2323769"/>
            <a:ext cx="5318332" cy="221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3340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5B340-A599-0ABC-EEB7-FDDF96E94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 for unknowns </a:t>
            </a:r>
          </a:p>
        </p:txBody>
      </p:sp>
      <p:pic>
        <p:nvPicPr>
          <p:cNvPr id="6" name="Content Placeholder 5" descr="A math equations on a white background&#10;&#10;Description automatically generated">
            <a:extLst>
              <a:ext uri="{FF2B5EF4-FFF2-40B4-BE49-F238E27FC236}">
                <a16:creationId xmlns:a16="http://schemas.microsoft.com/office/drawing/2014/main" id="{48F139F2-86D9-2D38-501E-EA54F31BFC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957" y="1240816"/>
            <a:ext cx="6970761" cy="42054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96A395-124A-70E0-D1B8-80F3A50DBC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1C64B1F0-F372-3372-64E1-2713A113A5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214685" y="2349610"/>
            <a:ext cx="4690179" cy="1949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305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4054" y="214837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97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57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93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774" y="2032090"/>
                  <a:ext cx="957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894" y="1962970"/>
                  <a:ext cx="9478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73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57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313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97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094" y="3625450"/>
                  <a:ext cx="5313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909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733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774" y="292237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45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894" y="3606370"/>
                  <a:ext cx="5313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454" y="2016970"/>
                  <a:ext cx="133920" cy="65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41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113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73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97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694" y="417625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70"/>
                  <a:ext cx="86760" cy="71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774" y="5196850"/>
                  <a:ext cx="9010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774" y="5208010"/>
                  <a:ext cx="6782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14" y="5080570"/>
                  <a:ext cx="10206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930"/>
                  <a:ext cx="6415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4254" y="3639490"/>
                  <a:ext cx="124200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8254" y="4260850"/>
                  <a:ext cx="2073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934" y="4529770"/>
                  <a:ext cx="86760" cy="72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854" y="1827250"/>
                  <a:ext cx="380160" cy="39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69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97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454" y="147013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654" y="1301650"/>
                  <a:ext cx="182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574" y="5114410"/>
                  <a:ext cx="63576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54" y="5196130"/>
                  <a:ext cx="35208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49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654" y="5389090"/>
                  <a:ext cx="608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814" y="530377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570"/>
                  <a:ext cx="72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34" y="5309530"/>
                  <a:ext cx="169560" cy="278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155267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65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574" y="288709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65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6054" y="446569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814" y="443581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7254" y="4563250"/>
                  <a:ext cx="11592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7094" y="1567690"/>
                  <a:ext cx="604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454" y="1556170"/>
                  <a:ext cx="208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14" y="1642570"/>
                  <a:ext cx="17568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805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694" y="3182290"/>
                  <a:ext cx="2059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374" y="3235570"/>
                  <a:ext cx="112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2734" y="3296050"/>
                  <a:ext cx="3960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37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934" y="4862410"/>
                  <a:ext cx="1699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8374" y="4877530"/>
                  <a:ext cx="9720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894" y="1442770"/>
                <a:ext cx="39600" cy="4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73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454" y="2643370"/>
                  <a:ext cx="1191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694" y="2623570"/>
                  <a:ext cx="284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217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8134" y="4283170"/>
                  <a:ext cx="223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433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614" y="145825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517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654" y="160009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374" y="3173650"/>
                  <a:ext cx="856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494" y="3111730"/>
                  <a:ext cx="2106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14" y="3182650"/>
                  <a:ext cx="17388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70014" y="4680610"/>
                  <a:ext cx="914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494" y="4597090"/>
                  <a:ext cx="147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494" y="4670170"/>
                  <a:ext cx="2365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610"/>
                  <a:ext cx="705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1014" y="472021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305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50334" y="2722930"/>
                  <a:ext cx="56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854" y="270745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610"/>
                  <a:ext cx="730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81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505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574" y="4425730"/>
                  <a:ext cx="238320" cy="115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158331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101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925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6334" y="3572890"/>
                  <a:ext cx="150120" cy="158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729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401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814" y="508525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934" y="1828330"/>
                <a:ext cx="191880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521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4294" y="508237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805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574" y="2139370"/>
                  <a:ext cx="19332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854" y="3508450"/>
                  <a:ext cx="1663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89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34" y="5290450"/>
                  <a:ext cx="19620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929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774" y="5439130"/>
                  <a:ext cx="207000" cy="34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45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930"/>
                  <a:ext cx="141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417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4005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5254" y="331621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14" y="3322330"/>
                  <a:ext cx="150840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3214" y="4891210"/>
                  <a:ext cx="19620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974" y="5021530"/>
                  <a:ext cx="165600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494" y="1714570"/>
                  <a:ext cx="1879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6014" y="1812490"/>
                  <a:ext cx="206280" cy="10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81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894" y="4804090"/>
                  <a:ext cx="1908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894" y="481201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865499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10"/>
                <a:ext cx="205200" cy="24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972CA3E9-0622-9E12-0172-091B087230F1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130"/>
                  <a:ext cx="143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454" y="1556170"/>
                  <a:ext cx="566640" cy="53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61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10"/>
                  <a:ext cx="2664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34" y="2471650"/>
                  <a:ext cx="154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125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694" y="218617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89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414" y="2087890"/>
                  <a:ext cx="398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77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D985B14A-FC38-9D9F-BC7A-25CA83F9B504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57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95C23B58-5C76-2F80-F591-685CC01E6A91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494" y="1607650"/>
                  <a:ext cx="14040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4094" y="1866490"/>
                  <a:ext cx="1706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100174" y="1987450"/>
                  <a:ext cx="2026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694" y="196405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53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574" y="195973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B35257D-A5F2-962A-9A23-CCE121209C29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1025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81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534" y="1595770"/>
                <a:ext cx="146880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61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737B190-44D9-1D2A-0079-5AEA1BC50772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934" y="187729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4094" y="185533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734" y="1945330"/>
                  <a:ext cx="669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374" y="1767130"/>
                  <a:ext cx="2584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6174" y="1644730"/>
                <a:ext cx="10548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654" y="1470850"/>
                <a:ext cx="77040" cy="7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C6C767F-C377-DCE6-7683-3BACEC7D96F1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654" y="185281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9014" y="1824730"/>
                  <a:ext cx="1872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305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530"/>
                <a:ext cx="87840" cy="7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AA4EE46-02DB-9908-E328-07CF1A9590B7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814" y="280141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010"/>
                  <a:ext cx="135360" cy="5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934" y="2777650"/>
                <a:ext cx="126360" cy="24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 xmlns=""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233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0B74BDA-6CE7-A255-AFC5-1C531CFA57F4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6094" y="283381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814" y="259189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EA3909C-DBB5-756B-8A1A-C73DBA6AF457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61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694" y="2871250"/>
                  <a:ext cx="55080" cy="22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50054" y="3296410"/>
                <a:ext cx="63000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863EB7C-CBCF-8D01-119D-BCC69E779F18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81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49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73B5FF-E18E-0C08-1462-5A0E5B1954B5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9014" y="362293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717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4174" y="355885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65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414" y="3622930"/>
                <a:ext cx="174960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21B87F94-B505-EF32-BD0C-8E8DEAB7EBD8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494" y="3648850"/>
                  <a:ext cx="2052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294" y="3582250"/>
                  <a:ext cx="68040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1174" y="3316210"/>
                <a:ext cx="5364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6D4DE35-7FAC-9AF2-D04D-D25FEFF13500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73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5094" y="3509530"/>
                  <a:ext cx="181440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9094" y="4457410"/>
                <a:ext cx="5616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974" y="495349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521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574" y="4851610"/>
                <a:ext cx="48240" cy="9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5563C19-3C92-A8EA-1BDE-2837A53E52C8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8454" y="5137090"/>
                  <a:ext cx="460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CC3FA8E-D61E-6004-43D3-65B2CFB9971B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209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8D7B87C-E642-584A-B230-A9B193558243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4894" y="5110810"/>
                  <a:ext cx="49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10001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FBE06F18-A8DC-F730-BB0F-A6101DF2772C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521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93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3134" y="502333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5014" y="4862770"/>
                <a:ext cx="56520" cy="6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BCE5D0E5-1E99-4408-C2DB-30D9883D10E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513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9214" y="5271010"/>
                  <a:ext cx="121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934" y="513565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89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722776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40"/>
                <a:ext cx="205200" cy="2483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972CA3E9-0622-9E12-0172-091B087230F1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638"/>
                  <a:ext cx="143640" cy="1689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094" y="1556226"/>
                  <a:ext cx="566640" cy="5312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25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43"/>
                  <a:ext cx="266400" cy="2296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89" y="2471695"/>
                  <a:ext cx="153972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089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334" y="218581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53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054" y="2086762"/>
                  <a:ext cx="398880" cy="1570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41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D985B14A-FC38-9D9F-BC7A-25CA83F9B504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21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95C23B58-5C76-2F80-F591-685CC01E6A91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072" y="1607650"/>
                  <a:ext cx="140523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3686" y="1866490"/>
                  <a:ext cx="170735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99775" y="1987090"/>
                  <a:ext cx="202757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334" y="196369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17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214" y="195937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B35257D-A5F2-962A-9A23-CCE121209C29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0989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45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116" y="1595770"/>
                <a:ext cx="146996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25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737B190-44D9-1D2A-0079-5AEA1BC50772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574" y="187693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3734" y="185497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165" y="1944970"/>
                  <a:ext cx="67374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403" y="1767317"/>
                  <a:ext cx="258423" cy="69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5721" y="1644730"/>
                <a:ext cx="105665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136" y="1471021"/>
                <a:ext cx="77353" cy="72741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C6C767F-C377-DCE6-7683-3BACEC7D96F1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294" y="185245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8654" y="1824792"/>
                  <a:ext cx="187200" cy="1391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269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692"/>
                <a:ext cx="87840" cy="74919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AA4EE46-02DB-9908-E328-07CF1A9590B7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454" y="280105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343"/>
                  <a:ext cx="135360" cy="540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574" y="2777681"/>
                <a:ext cx="126360" cy="2425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 xmlns=""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197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0B74BDA-6CE7-A255-AFC5-1C531CFA57F4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5734" y="283345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454" y="259153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EA3909C-DBB5-756B-8A1A-C73DBA6AF457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25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334" y="2871284"/>
                  <a:ext cx="55080" cy="224572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49454" y="3296410"/>
                <a:ext cx="63475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863EB7C-CBCF-8D01-119D-BCC69E779F18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45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13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73B5FF-E18E-0C08-1462-5A0E5B1954B5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8654" y="362257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681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3814" y="355849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29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007" y="3622570"/>
                <a:ext cx="175052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21B87F94-B505-EF32-BD0C-8E8DEAB7EBD8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096" y="3648490"/>
                  <a:ext cx="205276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492" y="3581890"/>
                  <a:ext cx="67648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0814" y="3315250"/>
                <a:ext cx="53640" cy="47988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6D4DE35-7FAC-9AF2-D04D-D25FEFF13500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37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4689" y="3509530"/>
                  <a:ext cx="181528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8413" y="4457008"/>
                <a:ext cx="56796" cy="1908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614" y="495313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485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214" y="4851712"/>
                <a:ext cx="48240" cy="98438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5563C19-3C92-A8EA-1BDE-2837A53E52C8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9054" y="5136730"/>
                  <a:ext cx="44892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CC3FA8E-D61E-6004-43D3-65B2CFB9971B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173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8D7B87C-E642-584A-B230-A9B193558243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5344" y="5110409"/>
                  <a:ext cx="48789" cy="1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09965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FBE06F18-A8DC-F730-BB0F-A6101DF2772C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485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57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2774" y="502297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4654" y="4862210"/>
                <a:ext cx="56520" cy="68796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BCE5D0E5-1E99-4408-C2DB-30D9883D10E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477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8778" y="5270650"/>
                  <a:ext cx="12183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574" y="513529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53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6E96109-8F8C-D098-9F52-A2E91EDB07F5}"/>
              </a:ext>
            </a:extLst>
          </p:cNvPr>
          <p:cNvGrpSpPr/>
          <p:nvPr/>
        </p:nvGrpSpPr>
        <p:grpSpPr>
          <a:xfrm>
            <a:off x="221134" y="2865490"/>
            <a:ext cx="467280" cy="304920"/>
            <a:chOff x="221134" y="2865490"/>
            <a:chExt cx="467280" cy="30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02EE75C-2CB7-99BD-2311-08D675627A84}"/>
                    </a:ext>
                  </a:extLst>
                </p14:cNvPr>
                <p14:cNvContentPartPr/>
                <p14:nvPr/>
              </p14:nvContentPartPr>
              <p14:xfrm>
                <a:off x="221134" y="2865490"/>
                <a:ext cx="190080" cy="304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02EE75C-2CB7-99BD-2311-08D675627A84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203134" y="2847850"/>
                  <a:ext cx="22572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E7FBF31-D0CE-269B-BC98-BC592CB684A0}"/>
                    </a:ext>
                  </a:extLst>
                </p14:cNvPr>
                <p14:cNvContentPartPr/>
                <p14:nvPr/>
              </p14:nvContentPartPr>
              <p14:xfrm>
                <a:off x="557014" y="2979250"/>
                <a:ext cx="59040" cy="12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E7FBF31-D0CE-269B-BC98-BC592CB684A0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539374" y="2961610"/>
                  <a:ext cx="946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6625F3D-21FC-4340-A9E6-A22D3DE30B0B}"/>
                    </a:ext>
                  </a:extLst>
                </p14:cNvPr>
                <p14:cNvContentPartPr/>
                <p14:nvPr/>
              </p14:nvContentPartPr>
              <p14:xfrm>
                <a:off x="571774" y="3044050"/>
                <a:ext cx="116640" cy="54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6625F3D-21FC-4340-A9E6-A22D3DE30B0B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553774" y="3026410"/>
                  <a:ext cx="1522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ED3F6FC3-EE5A-E46E-7BB8-48D8D7132688}"/>
              </a:ext>
            </a:extLst>
          </p:cNvPr>
          <p:cNvGrpSpPr/>
          <p:nvPr/>
        </p:nvGrpSpPr>
        <p:grpSpPr>
          <a:xfrm>
            <a:off x="869854" y="2860450"/>
            <a:ext cx="332640" cy="307800"/>
            <a:chOff x="869854" y="2860450"/>
            <a:chExt cx="332640" cy="30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9CAE64D-86C9-5A99-ACF0-0A912D5A952A}"/>
                    </a:ext>
                  </a:extLst>
                </p14:cNvPr>
                <p14:cNvContentPartPr/>
                <p14:nvPr/>
              </p14:nvContentPartPr>
              <p14:xfrm>
                <a:off x="869854" y="2860450"/>
                <a:ext cx="23040" cy="2764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9CAE64D-86C9-5A99-ACF0-0A912D5A952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851854" y="2842810"/>
                  <a:ext cx="586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1190E7A-F5CC-8EEE-84E3-0F2D1DA55402}"/>
                    </a:ext>
                  </a:extLst>
                </p14:cNvPr>
                <p14:cNvContentPartPr/>
                <p14:nvPr/>
              </p14:nvContentPartPr>
              <p14:xfrm>
                <a:off x="1066054" y="2902570"/>
                <a:ext cx="22320" cy="2656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1190E7A-F5CC-8EEE-84E3-0F2D1DA55402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048054" y="2884570"/>
                  <a:ext cx="579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0223A1F-B76F-05A6-0C46-92EE67AD0CB5}"/>
                    </a:ext>
                  </a:extLst>
                </p14:cNvPr>
                <p14:cNvContentPartPr/>
                <p14:nvPr/>
              </p14:nvContentPartPr>
              <p14:xfrm>
                <a:off x="1061014" y="2877730"/>
                <a:ext cx="141480" cy="1260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0223A1F-B76F-05A6-0C46-92EE67AD0CB5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043374" y="2860090"/>
                  <a:ext cx="17712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1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1B37DD73-0629-4461-D44B-4918AB99B3FC}"/>
                  </a:ext>
                </a:extLst>
              </p14:cNvPr>
              <p14:cNvContentPartPr/>
              <p14:nvPr/>
            </p14:nvContentPartPr>
            <p14:xfrm>
              <a:off x="305014" y="3610690"/>
              <a:ext cx="96840" cy="28260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1B37DD73-0629-4461-D44B-4918AB99B3FC}"/>
                  </a:ext>
                </a:extLst>
              </p:cNvPr>
              <p:cNvPicPr/>
              <p:nvPr/>
            </p:nvPicPr>
            <p:blipFill>
              <a:blip r:embed="rId432"/>
              <a:stretch>
                <a:fillRect/>
              </a:stretch>
            </p:blipFill>
            <p:spPr>
              <a:xfrm>
                <a:off x="287374" y="3593050"/>
                <a:ext cx="132480" cy="31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8" name="Group 277">
            <a:extLst>
              <a:ext uri="{FF2B5EF4-FFF2-40B4-BE49-F238E27FC236}">
                <a16:creationId xmlns:a16="http://schemas.microsoft.com/office/drawing/2014/main" id="{F87D69ED-2714-2914-5254-7C0A8CD8A7D5}"/>
              </a:ext>
            </a:extLst>
          </p:cNvPr>
          <p:cNvGrpSpPr/>
          <p:nvPr/>
        </p:nvGrpSpPr>
        <p:grpSpPr>
          <a:xfrm>
            <a:off x="568534" y="3508810"/>
            <a:ext cx="1633680" cy="456840"/>
            <a:chOff x="568534" y="3508810"/>
            <a:chExt cx="1633680" cy="45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44E4241-6DEE-4DFD-D3CD-1500790F6347}"/>
                    </a:ext>
                  </a:extLst>
                </p14:cNvPr>
                <p14:cNvContentPartPr/>
                <p14:nvPr/>
              </p14:nvContentPartPr>
              <p14:xfrm>
                <a:off x="568534" y="3806170"/>
                <a:ext cx="3960" cy="1533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44E4241-6DEE-4DFD-D3CD-1500790F6347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550894" y="3788170"/>
                  <a:ext cx="396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35A01C8-AC00-6ABE-0C55-82D0BD75E5E7}"/>
                    </a:ext>
                  </a:extLst>
                </p14:cNvPr>
                <p14:cNvContentPartPr/>
                <p14:nvPr/>
              </p14:nvContentPartPr>
              <p14:xfrm>
                <a:off x="688054" y="3707170"/>
                <a:ext cx="183240" cy="561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35A01C8-AC00-6ABE-0C55-82D0BD75E5E7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70054" y="3689170"/>
                  <a:ext cx="2188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5A1E25FC-03E9-B6E9-3B25-7A476D6B0FE7}"/>
                    </a:ext>
                  </a:extLst>
                </p14:cNvPr>
                <p14:cNvContentPartPr/>
                <p14:nvPr/>
              </p14:nvContentPartPr>
              <p14:xfrm>
                <a:off x="964174" y="3559210"/>
                <a:ext cx="147960" cy="2898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5A1E25FC-03E9-B6E9-3B25-7A476D6B0FE7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946174" y="3541570"/>
                  <a:ext cx="1836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EAB66A5-1829-4160-47CC-089360A3EDFB}"/>
                    </a:ext>
                  </a:extLst>
                </p14:cNvPr>
                <p14:cNvContentPartPr/>
                <p14:nvPr/>
              </p14:nvContentPartPr>
              <p14:xfrm>
                <a:off x="1141294" y="3722290"/>
                <a:ext cx="95400" cy="1558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EAB66A5-1829-4160-47CC-089360A3EDF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123654" y="3704650"/>
                  <a:ext cx="1310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8CC7B9E-A8D1-7C0B-4E2D-1EC83E6B7FBB}"/>
                    </a:ext>
                  </a:extLst>
                </p14:cNvPr>
                <p14:cNvContentPartPr/>
                <p14:nvPr/>
              </p14:nvContentPartPr>
              <p14:xfrm>
                <a:off x="1330294" y="3683050"/>
                <a:ext cx="77400" cy="39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8CC7B9E-A8D1-7C0B-4E2D-1EC83E6B7FBB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312654" y="3665410"/>
                  <a:ext cx="1130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895E3125-0AA6-086C-B852-F52964DF24BA}"/>
                    </a:ext>
                  </a:extLst>
                </p14:cNvPr>
                <p14:cNvContentPartPr/>
                <p14:nvPr/>
              </p14:nvContentPartPr>
              <p14:xfrm>
                <a:off x="1324534" y="3737410"/>
                <a:ext cx="120960" cy="511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895E3125-0AA6-086C-B852-F52964DF24BA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306534" y="3719770"/>
                  <a:ext cx="1566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18636E61-A45D-1890-9DF4-E4F7A9869FED}"/>
                    </a:ext>
                  </a:extLst>
                </p14:cNvPr>
                <p14:cNvContentPartPr/>
                <p14:nvPr/>
              </p14:nvContentPartPr>
              <p14:xfrm>
                <a:off x="1574734" y="3638770"/>
                <a:ext cx="71280" cy="1735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18636E61-A45D-1890-9DF4-E4F7A9869FED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557094" y="3621130"/>
                  <a:ext cx="1069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97DB3FD4-AB61-309B-14BE-2C423C9265E7}"/>
                    </a:ext>
                  </a:extLst>
                </p14:cNvPr>
                <p14:cNvContentPartPr/>
                <p14:nvPr/>
              </p14:nvContentPartPr>
              <p14:xfrm>
                <a:off x="1583374" y="3508810"/>
                <a:ext cx="23040" cy="115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97DB3FD4-AB61-309B-14BE-2C423C9265E7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565734" y="3490810"/>
                  <a:ext cx="586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C94933D8-9D42-BC2F-4903-175C9B98CAAC}"/>
                    </a:ext>
                  </a:extLst>
                </p14:cNvPr>
                <p14:cNvContentPartPr/>
                <p14:nvPr/>
              </p14:nvContentPartPr>
              <p14:xfrm>
                <a:off x="1782814" y="3798610"/>
                <a:ext cx="26280" cy="1670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C94933D8-9D42-BC2F-4903-175C9B98CAAC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764814" y="3780610"/>
                  <a:ext cx="619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01CB42F-8AA8-D897-45B6-7B0CD22F7B4C}"/>
                    </a:ext>
                  </a:extLst>
                </p14:cNvPr>
                <p14:cNvContentPartPr/>
                <p14:nvPr/>
              </p14:nvContentPartPr>
              <p14:xfrm>
                <a:off x="1969654" y="3574690"/>
                <a:ext cx="9720" cy="2412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01CB42F-8AA8-D897-45B6-7B0CD22F7B4C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951654" y="3557050"/>
                  <a:ext cx="453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C68F03F4-BBC2-0FF4-BCD6-B7B3F4CC83CB}"/>
                    </a:ext>
                  </a:extLst>
                </p14:cNvPr>
                <p14:cNvContentPartPr/>
                <p14:nvPr/>
              </p14:nvContentPartPr>
              <p14:xfrm>
                <a:off x="1935094" y="3545530"/>
                <a:ext cx="192240" cy="1728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C68F03F4-BBC2-0FF4-BCD6-B7B3F4CC83CB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917094" y="3527890"/>
                  <a:ext cx="227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F72E4A49-85F9-FCB2-910F-07958D321383}"/>
                    </a:ext>
                  </a:extLst>
                </p14:cNvPr>
                <p14:cNvContentPartPr/>
                <p14:nvPr/>
              </p14:nvContentPartPr>
              <p14:xfrm>
                <a:off x="2184574" y="3689170"/>
                <a:ext cx="17640" cy="1807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F72E4A49-85F9-FCB2-910F-07958D321383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2166934" y="3671530"/>
                  <a:ext cx="53280" cy="21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7">
            <p14:nvContentPartPr>
              <p14:cNvPr id="279" name="Ink 278">
                <a:extLst>
                  <a:ext uri="{FF2B5EF4-FFF2-40B4-BE49-F238E27FC236}">
                    <a16:creationId xmlns:a16="http://schemas.microsoft.com/office/drawing/2014/main" id="{772E5E77-8DEB-F098-A65F-509A96C15BF1}"/>
                  </a:ext>
                </a:extLst>
              </p14:cNvPr>
              <p14:cNvContentPartPr/>
              <p14:nvPr/>
            </p14:nvContentPartPr>
            <p14:xfrm>
              <a:off x="799654" y="4306930"/>
              <a:ext cx="11520" cy="17640"/>
            </p14:xfrm>
          </p:contentPart>
        </mc:Choice>
        <mc:Fallback xmlns="">
          <p:pic>
            <p:nvPicPr>
              <p:cNvPr id="279" name="Ink 278">
                <a:extLst>
                  <a:ext uri="{FF2B5EF4-FFF2-40B4-BE49-F238E27FC236}">
                    <a16:creationId xmlns:a16="http://schemas.microsoft.com/office/drawing/2014/main" id="{772E5E77-8DEB-F098-A65F-509A96C15BF1}"/>
                  </a:ext>
                </a:extLst>
              </p:cNvPr>
              <p:cNvPicPr/>
              <p:nvPr/>
            </p:nvPicPr>
            <p:blipFill>
              <a:blip r:embed="rId458"/>
              <a:stretch>
                <a:fillRect/>
              </a:stretch>
            </p:blipFill>
            <p:spPr>
              <a:xfrm>
                <a:off x="781654" y="4288930"/>
                <a:ext cx="4716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9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7C4252B9-C1AF-40C2-E718-AA606E4215B8}"/>
                  </a:ext>
                </a:extLst>
              </p14:cNvPr>
              <p14:cNvContentPartPr/>
              <p14:nvPr/>
            </p14:nvContentPartPr>
            <p14:xfrm>
              <a:off x="831334" y="4509970"/>
              <a:ext cx="23760" cy="8640"/>
            </p14:xfrm>
          </p:contentPart>
        </mc:Choice>
        <mc:Fallback xmlns=""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7C4252B9-C1AF-40C2-E718-AA606E4215B8}"/>
                  </a:ext>
                </a:extLst>
              </p:cNvPr>
              <p:cNvPicPr/>
              <p:nvPr/>
            </p:nvPicPr>
            <p:blipFill>
              <a:blip r:embed="rId460"/>
              <a:stretch>
                <a:fillRect/>
              </a:stretch>
            </p:blipFill>
            <p:spPr>
              <a:xfrm>
                <a:off x="813694" y="4492330"/>
                <a:ext cx="5940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1">
            <p14:nvContentPartPr>
              <p14:cNvPr id="281" name="Ink 280">
                <a:extLst>
                  <a:ext uri="{FF2B5EF4-FFF2-40B4-BE49-F238E27FC236}">
                    <a16:creationId xmlns:a16="http://schemas.microsoft.com/office/drawing/2014/main" id="{3E4C5C64-CBA4-65AB-1FA5-772C861E1105}"/>
                  </a:ext>
                </a:extLst>
              </p14:cNvPr>
              <p14:cNvContentPartPr/>
              <p14:nvPr/>
            </p14:nvContentPartPr>
            <p14:xfrm>
              <a:off x="840694" y="4682770"/>
              <a:ext cx="33120" cy="227880"/>
            </p14:xfrm>
          </p:contentPart>
        </mc:Choice>
        <mc:Fallback xmlns="">
          <p:pic>
            <p:nvPicPr>
              <p:cNvPr id="281" name="Ink 280">
                <a:extLst>
                  <a:ext uri="{FF2B5EF4-FFF2-40B4-BE49-F238E27FC236}">
                    <a16:creationId xmlns:a16="http://schemas.microsoft.com/office/drawing/2014/main" id="{3E4C5C64-CBA4-65AB-1FA5-772C861E1105}"/>
                  </a:ext>
                </a:extLst>
              </p:cNvPr>
              <p:cNvPicPr/>
              <p:nvPr/>
            </p:nvPicPr>
            <p:blipFill>
              <a:blip r:embed="rId462"/>
              <a:stretch>
                <a:fillRect/>
              </a:stretch>
            </p:blipFill>
            <p:spPr>
              <a:xfrm>
                <a:off x="823054" y="4664770"/>
                <a:ext cx="68760" cy="26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00" name="Group 299">
            <a:extLst>
              <a:ext uri="{FF2B5EF4-FFF2-40B4-BE49-F238E27FC236}">
                <a16:creationId xmlns:a16="http://schemas.microsoft.com/office/drawing/2014/main" id="{2C4E6C41-211B-E6C2-DBD4-A514FDAC8F43}"/>
              </a:ext>
            </a:extLst>
          </p:cNvPr>
          <p:cNvGrpSpPr/>
          <p:nvPr/>
        </p:nvGrpSpPr>
        <p:grpSpPr>
          <a:xfrm>
            <a:off x="254974" y="5033050"/>
            <a:ext cx="2226960" cy="521280"/>
            <a:chOff x="254974" y="5033050"/>
            <a:chExt cx="2226960" cy="52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89D5E702-7678-E261-2CE3-E1B362B15A47}"/>
                    </a:ext>
                  </a:extLst>
                </p14:cNvPr>
                <p14:cNvContentPartPr/>
                <p14:nvPr/>
              </p14:nvContentPartPr>
              <p14:xfrm>
                <a:off x="254974" y="5114050"/>
                <a:ext cx="159480" cy="30348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89D5E702-7678-E261-2CE3-E1B362B15A47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237334" y="5096050"/>
                  <a:ext cx="195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CB6FEB42-0EB0-E3FE-085C-45F176927267}"/>
                    </a:ext>
                  </a:extLst>
                </p14:cNvPr>
                <p14:cNvContentPartPr/>
                <p14:nvPr/>
              </p14:nvContentPartPr>
              <p14:xfrm>
                <a:off x="492934" y="5283970"/>
                <a:ext cx="108360" cy="2311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CB6FEB42-0EB0-E3FE-085C-45F176927267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475294" y="5265970"/>
                  <a:ext cx="1440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7801FE35-CA83-12DC-811C-D66B1EA0CF75}"/>
                    </a:ext>
                  </a:extLst>
                </p14:cNvPr>
                <p14:cNvContentPartPr/>
                <p14:nvPr/>
              </p14:nvContentPartPr>
              <p14:xfrm>
                <a:off x="730174" y="5249410"/>
                <a:ext cx="167400" cy="360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7801FE35-CA83-12DC-811C-D66B1EA0CF75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12534" y="5231410"/>
                  <a:ext cx="2030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8A00F44-4AA9-D982-4D1F-7E32770DCD3D}"/>
                    </a:ext>
                  </a:extLst>
                </p14:cNvPr>
                <p14:cNvContentPartPr/>
                <p14:nvPr/>
              </p14:nvContentPartPr>
              <p14:xfrm>
                <a:off x="979294" y="5078410"/>
                <a:ext cx="151200" cy="31392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8A00F44-4AA9-D982-4D1F-7E32770DCD3D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961294" y="5060770"/>
                  <a:ext cx="1868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E3E31869-AD49-121F-43F3-FCD83A55E2A9}"/>
                    </a:ext>
                  </a:extLst>
                </p14:cNvPr>
                <p14:cNvContentPartPr/>
                <p14:nvPr/>
              </p14:nvContentPartPr>
              <p14:xfrm>
                <a:off x="1143454" y="5321050"/>
                <a:ext cx="120240" cy="2253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E3E31869-AD49-121F-43F3-FCD83A55E2A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125454" y="5303050"/>
                  <a:ext cx="1558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CBF9B2AF-91FA-31D2-B4C6-1A821BD66AAA}"/>
                    </a:ext>
                  </a:extLst>
                </p14:cNvPr>
                <p14:cNvContentPartPr/>
                <p14:nvPr/>
              </p14:nvContentPartPr>
              <p14:xfrm>
                <a:off x="1364134" y="5268130"/>
                <a:ext cx="76320" cy="374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CBF9B2AF-91FA-31D2-B4C6-1A821BD66AAA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346134" y="5250130"/>
                  <a:ext cx="1119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58817D1-FDC9-1CC9-5C2B-798FDAF264E8}"/>
                    </a:ext>
                  </a:extLst>
                </p14:cNvPr>
                <p14:cNvContentPartPr/>
                <p14:nvPr/>
              </p14:nvContentPartPr>
              <p14:xfrm>
                <a:off x="1406614" y="5358130"/>
                <a:ext cx="116280" cy="3276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58817D1-FDC9-1CC9-5C2B-798FDAF264E8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388614" y="5340130"/>
                  <a:ext cx="1519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B32AB889-8882-7143-8EFE-205E3649D7D1}"/>
                    </a:ext>
                  </a:extLst>
                </p14:cNvPr>
                <p14:cNvContentPartPr/>
                <p14:nvPr/>
              </p14:nvContentPartPr>
              <p14:xfrm>
                <a:off x="1615774" y="5199370"/>
                <a:ext cx="65160" cy="2239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B32AB889-8882-7143-8EFE-205E3649D7D1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597774" y="5181730"/>
                  <a:ext cx="1008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710C8367-F1C4-C854-A423-23D5BC725780}"/>
                    </a:ext>
                  </a:extLst>
                </p14:cNvPr>
                <p14:cNvContentPartPr/>
                <p14:nvPr/>
              </p14:nvContentPartPr>
              <p14:xfrm>
                <a:off x="1657174" y="5033050"/>
                <a:ext cx="8280" cy="2304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710C8367-F1C4-C854-A423-23D5BC725780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639534" y="5015050"/>
                  <a:ext cx="439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701009F3-C74E-ECCD-7863-198EDA9C9C7A}"/>
                    </a:ext>
                  </a:extLst>
                </p14:cNvPr>
                <p14:cNvContentPartPr/>
                <p14:nvPr/>
              </p14:nvContentPartPr>
              <p14:xfrm>
                <a:off x="1797934" y="5430490"/>
                <a:ext cx="22320" cy="1238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701009F3-C74E-ECCD-7863-198EDA9C9C7A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1780294" y="5412850"/>
                  <a:ext cx="579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15C91AE-7336-2C90-2CC0-BDA104F41A66}"/>
                    </a:ext>
                  </a:extLst>
                </p14:cNvPr>
                <p14:cNvContentPartPr/>
                <p14:nvPr/>
              </p14:nvContentPartPr>
              <p14:xfrm>
                <a:off x="1876054" y="5388730"/>
                <a:ext cx="121680" cy="1591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15C91AE-7336-2C90-2CC0-BDA104F41A66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858414" y="5371090"/>
                  <a:ext cx="1573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AD539D8-912B-5258-69C5-BDA978E63B8D}"/>
                    </a:ext>
                  </a:extLst>
                </p14:cNvPr>
                <p14:cNvContentPartPr/>
                <p14:nvPr/>
              </p14:nvContentPartPr>
              <p14:xfrm>
                <a:off x="2082694" y="5155450"/>
                <a:ext cx="19440" cy="2077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AD539D8-912B-5258-69C5-BDA978E63B8D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2064694" y="5137810"/>
                  <a:ext cx="550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04DBF84C-1B32-FBE3-6134-B17CD3150BE3}"/>
                    </a:ext>
                  </a:extLst>
                </p14:cNvPr>
                <p14:cNvContentPartPr/>
                <p14:nvPr/>
              </p14:nvContentPartPr>
              <p14:xfrm>
                <a:off x="2071174" y="5077690"/>
                <a:ext cx="173520" cy="18720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04DBF84C-1B32-FBE3-6134-B17CD3150BE3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053534" y="5059690"/>
                  <a:ext cx="2091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A7517D7C-32D6-1D81-DA3C-C7A570CE3568}"/>
                    </a:ext>
                  </a:extLst>
                </p14:cNvPr>
                <p14:cNvContentPartPr/>
                <p14:nvPr/>
              </p14:nvContentPartPr>
              <p14:xfrm>
                <a:off x="2298334" y="5299450"/>
                <a:ext cx="12240" cy="1958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A7517D7C-32D6-1D81-DA3C-C7A570CE3568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2280694" y="5281810"/>
                  <a:ext cx="47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EC8B5640-DE01-7994-19A6-9570B73A3E00}"/>
                    </a:ext>
                  </a:extLst>
                </p14:cNvPr>
                <p14:cNvContentPartPr/>
                <p14:nvPr/>
              </p14:nvContentPartPr>
              <p14:xfrm>
                <a:off x="2402734" y="5309530"/>
                <a:ext cx="79200" cy="1450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EC8B5640-DE01-7994-19A6-9570B73A3E0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2385094" y="5291890"/>
                  <a:ext cx="114840" cy="180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220051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1374699" y="2126253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6699" y="2108253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84619" y="1147413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693219" y="2854533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804459" y="4413693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1847739" y="1534053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1968699" y="3160533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2018739" y="4745973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3397539" y="1421013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379539" y="1403705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2328699" y="2601453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2518779" y="4261413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3398259" y="1436133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3572139" y="3089973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3779499" y="4574973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4973259" y="2637453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5031219" y="4242693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1224219" y="2002413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1411059" y="5248893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393059" y="5230893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1303419" y="3407133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2680419" y="1945173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2662419" y="1927173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2836659" y="3511893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2818659" y="3493893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3036459" y="5063133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018459" y="5045133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4383579" y="1806213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365537" y="1788213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4445859" y="3520533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427859" y="3502533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4644939" y="5060253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6939" y="5042253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684219" y="2117253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809499" y="3486693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996339" y="5268693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2694099" y="1483293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2676099" y="3211293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2663859" y="4869453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4722699" y="1513533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4911339" y="3398493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5008539" y="4782333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piece of paper with writing on it&#10;&#10;Description automatically generated">
            <a:extLst>
              <a:ext uri="{FF2B5EF4-FFF2-40B4-BE49-F238E27FC236}">
                <a16:creationId xmlns:a16="http://schemas.microsoft.com/office/drawing/2014/main" id="{2267BCD0-DBB7-FE77-6BB5-43FE22166CF2}"/>
              </a:ext>
            </a:extLst>
          </p:cNvPr>
          <p:cNvPicPr>
            <a:picLocks noChangeAspect="1"/>
          </p:cNvPicPr>
          <p:nvPr/>
        </p:nvPicPr>
        <p:blipFill rotWithShape="1">
          <a:blip r:embed="rId25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0" t="30875" r="20355" b="38201"/>
          <a:stretch/>
        </p:blipFill>
        <p:spPr>
          <a:xfrm>
            <a:off x="6651245" y="1152993"/>
            <a:ext cx="5408192" cy="39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2652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1374699" y="2126253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6699" y="2108253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84619" y="1147413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693219" y="2854533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804459" y="4413693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1847739" y="1534053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1968699" y="3160533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2018739" y="4745973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3397539" y="1421013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379539" y="1403705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2328699" y="2601453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2518779" y="4261413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3398259" y="1436133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3572139" y="3089973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3779499" y="4574973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4973259" y="2637453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5031219" y="4242693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1224219" y="2002413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1411059" y="5248893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393059" y="5230893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1303419" y="3407133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2680419" y="1945173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2662419" y="1927173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2836659" y="3511893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2818659" y="3493893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3036459" y="5063133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018459" y="5045133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4383579" y="1806213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365537" y="1788213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4445859" y="3520533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427859" y="3502533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4644939" y="5060253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6939" y="5042253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684219" y="2117253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809499" y="3486693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996339" y="5268693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2694099" y="1483293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2676099" y="3211293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2663859" y="4869453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4722699" y="1513533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4911339" y="3398493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5008539" y="4782333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piece of paper with writing on it&#10;&#10;Description automatically generated">
            <a:extLst>
              <a:ext uri="{FF2B5EF4-FFF2-40B4-BE49-F238E27FC236}">
                <a16:creationId xmlns:a16="http://schemas.microsoft.com/office/drawing/2014/main" id="{2267BCD0-DBB7-FE77-6BB5-43FE22166CF2}"/>
              </a:ext>
            </a:extLst>
          </p:cNvPr>
          <p:cNvPicPr>
            <a:picLocks noChangeAspect="1"/>
          </p:cNvPicPr>
          <p:nvPr/>
        </p:nvPicPr>
        <p:blipFill rotWithShape="1"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0" t="30875" r="20355" b="38201"/>
          <a:stretch/>
        </p:blipFill>
        <p:spPr>
          <a:xfrm>
            <a:off x="6651245" y="1152993"/>
            <a:ext cx="5408192" cy="39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0007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3" name="Picture 152" descr="A white paper with black numbers and symbols&#10;&#10;Description automatically generated">
            <a:extLst>
              <a:ext uri="{FF2B5EF4-FFF2-40B4-BE49-F238E27FC236}">
                <a16:creationId xmlns:a16="http://schemas.microsoft.com/office/drawing/2014/main" id="{06621E05-0F8A-4B8E-0A39-83B8509E0B46}"/>
              </a:ext>
            </a:extLst>
          </p:cNvPr>
          <p:cNvPicPr>
            <a:picLocks noChangeAspect="1"/>
          </p:cNvPicPr>
          <p:nvPr/>
        </p:nvPicPr>
        <p:blipFill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4826" y="1008440"/>
            <a:ext cx="3867858" cy="5509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7764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screenshot of a math test&#10;&#10;Description automatically generated">
            <a:extLst>
              <a:ext uri="{FF2B5EF4-FFF2-40B4-BE49-F238E27FC236}">
                <a16:creationId xmlns:a16="http://schemas.microsoft.com/office/drawing/2014/main" id="{46A89DB5-AD3E-B9C9-40CA-70EF6AD9139B}"/>
              </a:ext>
            </a:extLst>
          </p:cNvPr>
          <p:cNvPicPr>
            <a:picLocks noChangeAspect="1"/>
          </p:cNvPicPr>
          <p:nvPr/>
        </p:nvPicPr>
        <p:blipFill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814" y="840336"/>
            <a:ext cx="2769661" cy="586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7309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E10F0-04BC-5A6B-F84C-BBAF99FDA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circuits</a:t>
            </a:r>
          </a:p>
        </p:txBody>
      </p:sp>
      <p:pic>
        <p:nvPicPr>
          <p:cNvPr id="6" name="Content Placeholder 5" descr="A diagram of a black box&#10;&#10;Description automatically generated">
            <a:extLst>
              <a:ext uri="{FF2B5EF4-FFF2-40B4-BE49-F238E27FC236}">
                <a16:creationId xmlns:a16="http://schemas.microsoft.com/office/drawing/2014/main" id="{FED7D7D0-C46C-0077-4E5C-CA4CD515B8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52" y="1812897"/>
            <a:ext cx="10107368" cy="305817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953C0-F8FE-71F5-D6D4-57C081893C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31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87133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3A8E1-6F31-3374-7A58-8BBF85C6B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Thevenin’s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64BFC027-7C85-B220-72EB-80B9E8CA3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573" y="1176793"/>
            <a:ext cx="6287035" cy="50001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21D2A8-ED2B-1EAA-7297-155906297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9747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1C1E1-ABB8-6B5C-67D4-C4207C484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Norton’s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C5A0A12-2B81-0D07-24E1-6BDB4246E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385" y="1571183"/>
            <a:ext cx="555348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0F0F3-CAC1-D731-45D2-E8B8833F4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8585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B7284-6480-AFA2-D32C-85EE156E6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9AEEE8CC-210C-5F12-CF21-778D8A3101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39" y="1795026"/>
            <a:ext cx="11073401" cy="326794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56E9A-D2E9-FF09-9DD3-1D1392C1A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85021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C5C7A-BACF-CE70-CA01-6BB2C155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CFC8D6A8-1C0B-2257-8B15-2A10F13C3B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822" y="1411231"/>
            <a:ext cx="3687426" cy="323233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2566A-8B72-14E8-856F-2D5CF83C2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669A0189-6DC2-151E-28DD-F33B5A3C2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921" y="1300886"/>
            <a:ext cx="4003574" cy="366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852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A86C8-C731-3D40-F142-DC56C18F4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Diagram of an air-core inductor&#10;&#10;Description automatically generated">
            <a:extLst>
              <a:ext uri="{FF2B5EF4-FFF2-40B4-BE49-F238E27FC236}">
                <a16:creationId xmlns:a16="http://schemas.microsoft.com/office/drawing/2014/main" id="{F4A15D06-5BF5-E85E-820E-A2C8520335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58" y="1554511"/>
            <a:ext cx="10416484" cy="33752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36D20-072D-2D29-881B-49AC4180D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34012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6C773-9BD3-CCC7-875D-786ECB303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A black and white logo&#10;&#10;Description automatically generated">
            <a:extLst>
              <a:ext uri="{FF2B5EF4-FFF2-40B4-BE49-F238E27FC236}">
                <a16:creationId xmlns:a16="http://schemas.microsoft.com/office/drawing/2014/main" id="{06D0ED81-235E-7456-2BB3-9341E9535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948" y="2343055"/>
            <a:ext cx="4092295" cy="137934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5E82B-4E41-8529-AA29-A7EB6AA525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electrical component&#10;&#10;Description automatically generated">
            <a:extLst>
              <a:ext uri="{FF2B5EF4-FFF2-40B4-BE49-F238E27FC236}">
                <a16:creationId xmlns:a16="http://schemas.microsoft.com/office/drawing/2014/main" id="{CC0F3822-26D5-4367-320D-68A3C8170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143" y="2010707"/>
            <a:ext cx="2304737" cy="2123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711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22810</TotalTime>
  <Words>208</Words>
  <Application>Microsoft Office PowerPoint</Application>
  <PresentationFormat>Widescreen</PresentationFormat>
  <Paragraphs>78</Paragraphs>
  <Slides>37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Voltage divider</vt:lpstr>
      <vt:lpstr>Current divider</vt:lpstr>
      <vt:lpstr>Measuring voltage, current, resistance</vt:lpstr>
      <vt:lpstr>Finding nodes</vt:lpstr>
      <vt:lpstr>Find the node connected to the source</vt:lpstr>
      <vt:lpstr>Find other nodes </vt:lpstr>
      <vt:lpstr>Merge elements sharing the same nodes</vt:lpstr>
      <vt:lpstr>Practice problems</vt:lpstr>
      <vt:lpstr>Practice problems</vt:lpstr>
      <vt:lpstr>Practice</vt:lpstr>
      <vt:lpstr>Practice </vt:lpstr>
      <vt:lpstr>Fuse</vt:lpstr>
      <vt:lpstr>Nodal analysis</vt:lpstr>
      <vt:lpstr>Label nodes</vt:lpstr>
      <vt:lpstr>Label currents</vt:lpstr>
      <vt:lpstr>Voltage drop directions</vt:lpstr>
      <vt:lpstr>Write equations based on KCL and Ohm’s law </vt:lpstr>
      <vt:lpstr>Write equations based on KCL and Ohm’s law </vt:lpstr>
      <vt:lpstr>Write equations based on KCL and Ohm’s law </vt:lpstr>
      <vt:lpstr>Solve for unknowns 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Equivalent circuits</vt:lpstr>
      <vt:lpstr>Thevenin’s equivalent circuit</vt:lpstr>
      <vt:lpstr>Norton’s equivalent circuit</vt:lpstr>
      <vt:lpstr>Capacitors </vt:lpstr>
      <vt:lpstr>Capacitors </vt:lpstr>
      <vt:lpstr>Inductors </vt:lpstr>
      <vt:lpstr>Inductors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924</cp:revision>
  <cp:lastPrinted>2017-03-30T23:40:26Z</cp:lastPrinted>
  <dcterms:created xsi:type="dcterms:W3CDTF">2014-02-24T21:19:39Z</dcterms:created>
  <dcterms:modified xsi:type="dcterms:W3CDTF">2025-09-10T14:49:56Z</dcterms:modified>
</cp:coreProperties>
</file>